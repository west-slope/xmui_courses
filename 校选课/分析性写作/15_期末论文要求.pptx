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sldIdLst>
    <p:sldId id="313" r:id="rId4"/>
    <p:sldId id="438" r:id="rId6"/>
    <p:sldId id="440" r:id="rId7"/>
    <p:sldId id="442" r:id="rId8"/>
    <p:sldId id="443" r:id="rId9"/>
    <p:sldId id="276" r:id="rId10"/>
  </p:sldIdLst>
  <p:sldSz cx="9144000" cy="5143500" type="screen16x9"/>
  <p:notesSz cx="6858000" cy="9144000"/>
  <p:defaultTextStyle>
    <a:defPPr>
      <a:defRPr lang="zh-CN"/>
    </a:defPPr>
    <a:lvl1pPr algn="l" defTabSz="685800" rtl="0" eaLnBrk="0" fontAlgn="base" hangingPunct="0">
      <a:spcBef>
        <a:spcPct val="0"/>
      </a:spcBef>
      <a:spcAft>
        <a:spcPct val="0"/>
      </a:spcAft>
      <a:defRPr sz="13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342900" indent="114300" algn="l" defTabSz="685800" rtl="0" eaLnBrk="0" fontAlgn="base" hangingPunct="0">
      <a:spcBef>
        <a:spcPct val="0"/>
      </a:spcBef>
      <a:spcAft>
        <a:spcPct val="0"/>
      </a:spcAft>
      <a:defRPr sz="13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685800" indent="228600" algn="l" defTabSz="685800" rtl="0" eaLnBrk="0" fontAlgn="base" hangingPunct="0">
      <a:spcBef>
        <a:spcPct val="0"/>
      </a:spcBef>
      <a:spcAft>
        <a:spcPct val="0"/>
      </a:spcAft>
      <a:defRPr sz="13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028700" indent="342900" algn="l" defTabSz="685800" rtl="0" eaLnBrk="0" fontAlgn="base" hangingPunct="0">
      <a:spcBef>
        <a:spcPct val="0"/>
      </a:spcBef>
      <a:spcAft>
        <a:spcPct val="0"/>
      </a:spcAft>
      <a:defRPr sz="13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371600" indent="457200" algn="l" defTabSz="685800" rtl="0" eaLnBrk="0" fontAlgn="base" hangingPunct="0">
      <a:spcBef>
        <a:spcPct val="0"/>
      </a:spcBef>
      <a:spcAft>
        <a:spcPct val="0"/>
      </a:spcAft>
      <a:defRPr sz="13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3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13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13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13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5482" userDrawn="1">
          <p15:clr>
            <a:srgbClr val="A4A3A4"/>
          </p15:clr>
        </p15:guide>
        <p15:guide id="3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534B"/>
    <a:srgbClr val="2D5A87"/>
    <a:srgbClr val="003366"/>
    <a:srgbClr val="4267AA"/>
    <a:srgbClr val="336699"/>
    <a:srgbClr val="DA1B0F"/>
    <a:srgbClr val="99CCFF"/>
    <a:srgbClr val="3333FF"/>
    <a:srgbClr val="DBD8D3"/>
    <a:srgbClr val="66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707" autoAdjust="0"/>
    <p:restoredTop sz="75000" autoAdjust="0"/>
  </p:normalViewPr>
  <p:slideViewPr>
    <p:cSldViewPr snapToGrid="0" showGuides="1">
      <p:cViewPr varScale="1">
        <p:scale>
          <a:sx n="121" d="100"/>
          <a:sy n="121" d="100"/>
        </p:scale>
        <p:origin x="1584" y="176"/>
      </p:cViewPr>
      <p:guideLst>
        <p:guide orient="horz" pos="1620"/>
        <p:guide pos="5482"/>
        <p:guide pos="2880"/>
      </p:guideLst>
    </p:cSldViewPr>
  </p:slideViewPr>
  <p:notesTextViewPr>
    <p:cViewPr>
      <p:scale>
        <a:sx n="200" d="100"/>
        <a:sy n="200" d="100"/>
      </p:scale>
      <p:origin x="0" y="0"/>
    </p:cViewPr>
  </p:notesTextViewPr>
  <p:notesViewPr>
    <p:cSldViewPr snapToGrid="0">
      <p:cViewPr varScale="1">
        <p:scale>
          <a:sx n="83" d="100"/>
          <a:sy n="83" d="100"/>
        </p:scale>
        <p:origin x="5826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9363A-DD1A-4012-83AF-FC2E22181FB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D5453E-FA29-4983-BB1A-134220AE041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好，我们首先要来考察的是分析这个概念。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D5453E-FA29-4983-BB1A-134220AE04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endParaRPr kumimoji="1" lang="en-US" altLang="zh-CN" sz="180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D5453E-FA29-4983-BB1A-134220AE04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endParaRPr kumimoji="1" lang="en-US" altLang="zh-CN" sz="180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D5453E-FA29-4983-BB1A-134220AE04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endParaRPr kumimoji="1" lang="en-US" altLang="zh-CN" sz="180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D5453E-FA29-4983-BB1A-134220AE04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endParaRPr kumimoji="1" lang="en-US" altLang="zh-CN" sz="180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D5453E-FA29-4983-BB1A-134220AE04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D5453E-FA29-4983-BB1A-134220AE04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1098551"/>
            <a:ext cx="9144000" cy="29464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  <p:sp>
        <p:nvSpPr>
          <p:cNvPr id="3" name="矩形 2"/>
          <p:cNvSpPr/>
          <p:nvPr userDrawn="1"/>
        </p:nvSpPr>
        <p:spPr>
          <a:xfrm>
            <a:off x="0" y="4044951"/>
            <a:ext cx="9144000" cy="69850"/>
          </a:xfrm>
          <a:prstGeom prst="rect">
            <a:avLst/>
          </a:prstGeom>
          <a:solidFill>
            <a:srgbClr val="2D5A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2971" y="937107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4"/>
            <a:ext cx="20574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+mn-ea"/>
              </a:defRPr>
            </a:lvl1pPr>
          </a:lstStyle>
          <a:p>
            <a:pPr>
              <a:defRPr/>
            </a:pPr>
            <a:fld id="{4C9762AD-AB39-4F90-B5A3-76A0F113E8E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4"/>
            <a:ext cx="30861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4"/>
            <a:ext cx="2057400" cy="27463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/>
            </a:lvl1pPr>
          </a:lstStyle>
          <a:p>
            <a:fld id="{03F4AEE4-9907-42BE-AF39-F8A11E076341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5"/>
          <p:cNvGrpSpPr/>
          <p:nvPr userDrawn="1"/>
        </p:nvGrpSpPr>
        <p:grpSpPr bwMode="auto">
          <a:xfrm>
            <a:off x="-2513013" y="469900"/>
            <a:ext cx="10545763" cy="4999038"/>
            <a:chOff x="-1751642" y="440640"/>
            <a:chExt cx="10547023" cy="4999441"/>
          </a:xfrm>
        </p:grpSpPr>
        <p:sp>
          <p:nvSpPr>
            <p:cNvPr id="3" name="空心弧 2"/>
            <p:cNvSpPr/>
            <p:nvPr userDrawn="1"/>
          </p:nvSpPr>
          <p:spPr>
            <a:xfrm>
              <a:off x="-1751642" y="440640"/>
              <a:ext cx="4999635" cy="4999441"/>
            </a:xfrm>
            <a:prstGeom prst="blockArc">
              <a:avLst>
                <a:gd name="adj1" fmla="val 18900000"/>
                <a:gd name="adj2" fmla="val 2700000"/>
                <a:gd name="adj3" fmla="val 432"/>
              </a:avLst>
            </a:prstGeom>
            <a:solidFill>
              <a:srgbClr val="336699"/>
            </a:solidFill>
            <a:ln>
              <a:noFill/>
            </a:ln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4" name="任意多边形 3"/>
            <p:cNvSpPr/>
            <p:nvPr userDrawn="1"/>
          </p:nvSpPr>
          <p:spPr>
            <a:xfrm>
              <a:off x="2865361" y="1369403"/>
              <a:ext cx="5930020" cy="571546"/>
            </a:xfrm>
            <a:custGeom>
              <a:avLst/>
              <a:gdLst>
                <a:gd name="connsiteX0" fmla="*/ 0 w 5930145"/>
                <a:gd name="connsiteY0" fmla="*/ 0 h 571021"/>
                <a:gd name="connsiteX1" fmla="*/ 5930145 w 5930145"/>
                <a:gd name="connsiteY1" fmla="*/ 0 h 571021"/>
                <a:gd name="connsiteX2" fmla="*/ 5930145 w 5930145"/>
                <a:gd name="connsiteY2" fmla="*/ 571021 h 571021"/>
                <a:gd name="connsiteX3" fmla="*/ 0 w 5930145"/>
                <a:gd name="connsiteY3" fmla="*/ 571021 h 571021"/>
                <a:gd name="connsiteX4" fmla="*/ 0 w 5930145"/>
                <a:gd name="connsiteY4" fmla="*/ 0 h 571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30145" h="571021">
                  <a:moveTo>
                    <a:pt x="0" y="0"/>
                  </a:moveTo>
                  <a:lnTo>
                    <a:pt x="5930145" y="0"/>
                  </a:lnTo>
                  <a:lnTo>
                    <a:pt x="5930145" y="571021"/>
                  </a:lnTo>
                  <a:lnTo>
                    <a:pt x="0" y="5710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6699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453248" tIns="40640" rIns="40640" bIns="40640" spcCol="1270" anchor="ctr"/>
            <a:lstStyle/>
            <a:p>
              <a:pPr defTabSz="711200" eaLnBrk="1" fontAlgn="auto" hangingPunct="1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zh-CN" altLang="en-US" sz="1600"/>
            </a:p>
          </p:txBody>
        </p:sp>
        <p:sp>
          <p:nvSpPr>
            <p:cNvPr id="5" name="椭圆 4"/>
            <p:cNvSpPr/>
            <p:nvPr userDrawn="1"/>
          </p:nvSpPr>
          <p:spPr>
            <a:xfrm>
              <a:off x="2508130" y="1297959"/>
              <a:ext cx="714460" cy="714433"/>
            </a:xfrm>
            <a:prstGeom prst="ellipse">
              <a:avLst/>
            </a:prstGeom>
            <a:ln>
              <a:solidFill>
                <a:srgbClr val="336699"/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400">
                  <a:solidFill>
                    <a:srgbClr val="336699"/>
                  </a:solidFill>
                </a:rPr>
                <a:t>01</a:t>
              </a:r>
              <a:endParaRPr lang="zh-CN" altLang="en-US" sz="2400">
                <a:solidFill>
                  <a:srgbClr val="336699"/>
                </a:solidFill>
              </a:endParaRPr>
            </a:p>
          </p:txBody>
        </p:sp>
        <p:sp>
          <p:nvSpPr>
            <p:cNvPr id="6" name="任意多边形 5"/>
            <p:cNvSpPr/>
            <p:nvPr userDrawn="1"/>
          </p:nvSpPr>
          <p:spPr>
            <a:xfrm>
              <a:off x="3192425" y="2226722"/>
              <a:ext cx="5602956" cy="571546"/>
            </a:xfrm>
            <a:custGeom>
              <a:avLst/>
              <a:gdLst>
                <a:gd name="connsiteX0" fmla="*/ 0 w 5602765"/>
                <a:gd name="connsiteY0" fmla="*/ 0 h 571021"/>
                <a:gd name="connsiteX1" fmla="*/ 5602765 w 5602765"/>
                <a:gd name="connsiteY1" fmla="*/ 0 h 571021"/>
                <a:gd name="connsiteX2" fmla="*/ 5602765 w 5602765"/>
                <a:gd name="connsiteY2" fmla="*/ 571021 h 571021"/>
                <a:gd name="connsiteX3" fmla="*/ 0 w 5602765"/>
                <a:gd name="connsiteY3" fmla="*/ 571021 h 571021"/>
                <a:gd name="connsiteX4" fmla="*/ 0 w 5602765"/>
                <a:gd name="connsiteY4" fmla="*/ 0 h 571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02765" h="571021">
                  <a:moveTo>
                    <a:pt x="0" y="0"/>
                  </a:moveTo>
                  <a:lnTo>
                    <a:pt x="5602765" y="0"/>
                  </a:lnTo>
                  <a:lnTo>
                    <a:pt x="5602765" y="571021"/>
                  </a:lnTo>
                  <a:lnTo>
                    <a:pt x="0" y="5710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6699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453248" tIns="40640" rIns="40640" bIns="40640"/>
            <a:lstStyle>
              <a:lvl1pPr defTabSz="71120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114300" indent="-114300" defTabSz="71120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1120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1120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1120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112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112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112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112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zh-CN" altLang="en-US" sz="1600">
                <a:solidFill>
                  <a:srgbClr val="FFFFFF"/>
                </a:solidFill>
              </a:endParaRPr>
            </a:p>
            <a:p>
              <a:pPr lvl="1" eaLnBrk="1" hangingPunct="1">
                <a:lnSpc>
                  <a:spcPct val="90000"/>
                </a:lnSpc>
                <a:spcAft>
                  <a:spcPct val="15000"/>
                </a:spcAft>
                <a:buFontTx/>
                <a:buChar char="•"/>
                <a:defRPr/>
              </a:pPr>
              <a:endParaRPr lang="zh-CN" altLang="en-US" sz="1200">
                <a:solidFill>
                  <a:srgbClr val="FFFFFF"/>
                </a:solidFill>
              </a:endParaRPr>
            </a:p>
          </p:txBody>
        </p:sp>
        <p:sp>
          <p:nvSpPr>
            <p:cNvPr id="7" name="椭圆 6"/>
            <p:cNvSpPr/>
            <p:nvPr userDrawn="1"/>
          </p:nvSpPr>
          <p:spPr>
            <a:xfrm>
              <a:off x="2835194" y="2155278"/>
              <a:ext cx="714460" cy="712845"/>
            </a:xfrm>
            <a:prstGeom prst="ellipse">
              <a:avLst/>
            </a:prstGeom>
            <a:ln>
              <a:solidFill>
                <a:srgbClr val="336699"/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400">
                  <a:solidFill>
                    <a:srgbClr val="336699"/>
                  </a:solidFill>
                </a:rPr>
                <a:t>02</a:t>
              </a:r>
              <a:endParaRPr lang="zh-CN" altLang="en-US" sz="2400">
                <a:solidFill>
                  <a:srgbClr val="336699"/>
                </a:solidFill>
              </a:endParaRPr>
            </a:p>
          </p:txBody>
        </p:sp>
        <p:sp>
          <p:nvSpPr>
            <p:cNvPr id="8" name="任意多边形 7"/>
            <p:cNvSpPr/>
            <p:nvPr userDrawn="1"/>
          </p:nvSpPr>
          <p:spPr>
            <a:xfrm>
              <a:off x="3192425" y="3082453"/>
              <a:ext cx="5602956" cy="571546"/>
            </a:xfrm>
            <a:custGeom>
              <a:avLst/>
              <a:gdLst>
                <a:gd name="connsiteX0" fmla="*/ 0 w 5602765"/>
                <a:gd name="connsiteY0" fmla="*/ 0 h 571021"/>
                <a:gd name="connsiteX1" fmla="*/ 5602765 w 5602765"/>
                <a:gd name="connsiteY1" fmla="*/ 0 h 571021"/>
                <a:gd name="connsiteX2" fmla="*/ 5602765 w 5602765"/>
                <a:gd name="connsiteY2" fmla="*/ 571021 h 571021"/>
                <a:gd name="connsiteX3" fmla="*/ 0 w 5602765"/>
                <a:gd name="connsiteY3" fmla="*/ 571021 h 571021"/>
                <a:gd name="connsiteX4" fmla="*/ 0 w 5602765"/>
                <a:gd name="connsiteY4" fmla="*/ 0 h 571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02765" h="571021">
                  <a:moveTo>
                    <a:pt x="0" y="0"/>
                  </a:moveTo>
                  <a:lnTo>
                    <a:pt x="5602765" y="0"/>
                  </a:lnTo>
                  <a:lnTo>
                    <a:pt x="5602765" y="571021"/>
                  </a:lnTo>
                  <a:lnTo>
                    <a:pt x="0" y="5710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6699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453248" tIns="40640" rIns="40640" bIns="40640" spcCol="1270" anchor="ctr"/>
            <a:lstStyle/>
            <a:p>
              <a:pPr defTabSz="711200" eaLnBrk="1" fontAlgn="auto" hangingPunct="1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zh-CN" altLang="en-US" sz="1600"/>
            </a:p>
          </p:txBody>
        </p:sp>
        <p:sp>
          <p:nvSpPr>
            <p:cNvPr id="9" name="椭圆 8"/>
            <p:cNvSpPr/>
            <p:nvPr userDrawn="1"/>
          </p:nvSpPr>
          <p:spPr>
            <a:xfrm>
              <a:off x="2835194" y="3012597"/>
              <a:ext cx="714460" cy="712845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336699"/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400">
                  <a:solidFill>
                    <a:srgbClr val="336699"/>
                  </a:solidFill>
                </a:rPr>
                <a:t>03</a:t>
              </a:r>
              <a:endParaRPr lang="zh-CN" altLang="en-US" sz="2400">
                <a:solidFill>
                  <a:srgbClr val="336699"/>
                </a:solidFill>
              </a:endParaRPr>
            </a:p>
          </p:txBody>
        </p:sp>
        <p:sp>
          <p:nvSpPr>
            <p:cNvPr id="10" name="任意多边形 9"/>
            <p:cNvSpPr/>
            <p:nvPr userDrawn="1"/>
          </p:nvSpPr>
          <p:spPr>
            <a:xfrm>
              <a:off x="2865361" y="3939772"/>
              <a:ext cx="5930020" cy="571546"/>
            </a:xfrm>
            <a:custGeom>
              <a:avLst/>
              <a:gdLst>
                <a:gd name="connsiteX0" fmla="*/ 0 w 5930145"/>
                <a:gd name="connsiteY0" fmla="*/ 0 h 571021"/>
                <a:gd name="connsiteX1" fmla="*/ 5930145 w 5930145"/>
                <a:gd name="connsiteY1" fmla="*/ 0 h 571021"/>
                <a:gd name="connsiteX2" fmla="*/ 5930145 w 5930145"/>
                <a:gd name="connsiteY2" fmla="*/ 571021 h 571021"/>
                <a:gd name="connsiteX3" fmla="*/ 0 w 5930145"/>
                <a:gd name="connsiteY3" fmla="*/ 571021 h 571021"/>
                <a:gd name="connsiteX4" fmla="*/ 0 w 5930145"/>
                <a:gd name="connsiteY4" fmla="*/ 0 h 571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30145" h="571021">
                  <a:moveTo>
                    <a:pt x="0" y="0"/>
                  </a:moveTo>
                  <a:lnTo>
                    <a:pt x="5930145" y="0"/>
                  </a:lnTo>
                  <a:lnTo>
                    <a:pt x="5930145" y="571021"/>
                  </a:lnTo>
                  <a:lnTo>
                    <a:pt x="0" y="5710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6699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453248" tIns="40640" rIns="40640" bIns="40640" spcCol="1270" anchor="ctr"/>
            <a:lstStyle/>
            <a:p>
              <a:pPr defTabSz="711200" eaLnBrk="1" fontAlgn="auto" hangingPunct="1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zh-CN" altLang="en-US" sz="1600"/>
            </a:p>
          </p:txBody>
        </p:sp>
        <p:sp>
          <p:nvSpPr>
            <p:cNvPr id="11" name="椭圆 10"/>
            <p:cNvSpPr/>
            <p:nvPr userDrawn="1"/>
          </p:nvSpPr>
          <p:spPr>
            <a:xfrm>
              <a:off x="2508130" y="3868329"/>
              <a:ext cx="714460" cy="714433"/>
            </a:xfrm>
            <a:prstGeom prst="ellipse">
              <a:avLst/>
            </a:prstGeom>
            <a:ln>
              <a:solidFill>
                <a:srgbClr val="336699"/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400">
                  <a:solidFill>
                    <a:srgbClr val="336699"/>
                  </a:solidFill>
                </a:rPr>
                <a:t>04</a:t>
              </a:r>
              <a:endParaRPr lang="zh-CN" altLang="en-US" sz="2400">
                <a:solidFill>
                  <a:srgbClr val="336699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5"/>
          <p:cNvGrpSpPr/>
          <p:nvPr userDrawn="1"/>
        </p:nvGrpSpPr>
        <p:grpSpPr bwMode="auto">
          <a:xfrm>
            <a:off x="0" y="1701800"/>
            <a:ext cx="9144000" cy="1809750"/>
            <a:chOff x="0" y="1701874"/>
            <a:chExt cx="9144000" cy="1809829"/>
          </a:xfrm>
        </p:grpSpPr>
        <p:sp>
          <p:nvSpPr>
            <p:cNvPr id="3" name="矩形 2"/>
            <p:cNvSpPr/>
            <p:nvPr/>
          </p:nvSpPr>
          <p:spPr>
            <a:xfrm>
              <a:off x="0" y="1701874"/>
              <a:ext cx="9144000" cy="1739976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4" name="矩形 3"/>
            <p:cNvSpPr/>
            <p:nvPr/>
          </p:nvSpPr>
          <p:spPr>
            <a:xfrm>
              <a:off x="0" y="3441850"/>
              <a:ext cx="9144000" cy="69853"/>
            </a:xfrm>
            <a:prstGeom prst="rect">
              <a:avLst/>
            </a:prstGeom>
            <a:solidFill>
              <a:srgbClr val="2D5A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>
                <a:solidFill>
                  <a:prstClr val="white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869950"/>
            <a:ext cx="2838450" cy="427355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 bwMode="auto">
          <a:xfrm>
            <a:off x="0" y="930567"/>
            <a:ext cx="9144000" cy="1262062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  <p:sp>
        <p:nvSpPr>
          <p:cNvPr id="3" name="矩形 2"/>
          <p:cNvSpPr/>
          <p:nvPr userDrawn="1"/>
        </p:nvSpPr>
        <p:spPr bwMode="auto">
          <a:xfrm>
            <a:off x="0" y="3372566"/>
            <a:ext cx="9144000" cy="1262063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4767264"/>
            <a:ext cx="20574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+mn-ea"/>
              </a:defRPr>
            </a:lvl1pPr>
          </a:lstStyle>
          <a:p>
            <a:pPr>
              <a:defRPr/>
            </a:pPr>
            <a:fld id="{AC3A4B4D-33A1-4C80-B013-98475DDC9BA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4767264"/>
            <a:ext cx="30861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4767264"/>
            <a:ext cx="2057400" cy="27463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/>
            </a:lvl1pPr>
          </a:lstStyle>
          <a:p>
            <a:fld id="{77599EDD-0A88-4F29-B3BE-F3A48FFBE061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70"/>
            <a:ext cx="4629150" cy="3655219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1"/>
            <a:ext cx="2949178" cy="28586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4"/>
            <a:ext cx="20574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+mn-ea"/>
              </a:defRPr>
            </a:lvl1pPr>
          </a:lstStyle>
          <a:p>
            <a:pPr>
              <a:defRPr/>
            </a:pPr>
            <a:fld id="{AEFED23E-A4B0-483B-A849-4F61EA84E79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4767264"/>
            <a:ext cx="30861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4767264"/>
            <a:ext cx="2057400" cy="27463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/>
            </a:lvl1pPr>
          </a:lstStyle>
          <a:p>
            <a:fld id="{EE522484-1A64-4E03-85FE-F229FA3F83BF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70"/>
            <a:ext cx="4629150" cy="365521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1"/>
            <a:ext cx="2949178" cy="28586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4"/>
            <a:ext cx="20574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+mn-ea"/>
              </a:defRPr>
            </a:lvl1pPr>
          </a:lstStyle>
          <a:p>
            <a:pPr>
              <a:defRPr/>
            </a:pPr>
            <a:fld id="{E3339408-D5F5-4B26-8536-6C1E1F2698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4767264"/>
            <a:ext cx="30861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4767264"/>
            <a:ext cx="2057400" cy="27463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/>
            </a:lvl1pPr>
          </a:lstStyle>
          <a:p>
            <a:fld id="{D6C4EE28-B736-43EE-B75A-16FE3E6CF9B4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4"/>
            <a:ext cx="20574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+mn-ea"/>
              </a:defRPr>
            </a:lvl1pPr>
          </a:lstStyle>
          <a:p>
            <a:pPr>
              <a:defRPr/>
            </a:pPr>
            <a:fld id="{29DAFFA7-E325-45BF-846C-525513226E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4"/>
            <a:ext cx="30861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4"/>
            <a:ext cx="2057400" cy="27463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/>
            </a:lvl1pPr>
          </a:lstStyle>
          <a:p>
            <a:fld id="{63FA0F33-E305-43F8-B5CA-13E66C618AE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273845"/>
            <a:ext cx="1971675" cy="4358879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2" y="273845"/>
            <a:ext cx="5800725" cy="435887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4"/>
            <a:ext cx="20574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+mn-ea"/>
              </a:defRPr>
            </a:lvl1pPr>
          </a:lstStyle>
          <a:p>
            <a:pPr>
              <a:defRPr/>
            </a:pPr>
            <a:fld id="{1835EDB2-2AEE-44C3-8017-F52A0E93F2F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4"/>
            <a:ext cx="30861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4"/>
            <a:ext cx="2057400" cy="27463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/>
            </a:lvl1pPr>
          </a:lstStyle>
          <a:p>
            <a:fld id="{1349CD05-9FFD-4C42-AD5F-C5D7C6C2117E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926"/>
            <a:ext cx="6858000" cy="12414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4767264"/>
            <a:ext cx="20574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+mn-ea"/>
              </a:defRPr>
            </a:lvl1pPr>
          </a:lstStyle>
          <a:p>
            <a:pPr>
              <a:defRPr/>
            </a:pPr>
            <a:fld id="{88F5FBAD-5FC6-44DD-990B-BD675FDEEA1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4767264"/>
            <a:ext cx="30861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4767264"/>
            <a:ext cx="2057400" cy="27463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/>
            </a:lvl1pPr>
          </a:lstStyle>
          <a:p>
            <a:fld id="{DC8B15A7-C29B-437D-AB10-03C42B694F01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4639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4767264"/>
            <a:ext cx="20574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+mn-ea"/>
              </a:defRPr>
            </a:lvl1pPr>
          </a:lstStyle>
          <a:p>
            <a:pPr>
              <a:defRPr/>
            </a:pPr>
            <a:fld id="{951805FD-E759-44DE-ABC3-14CAB6ABF7A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4767264"/>
            <a:ext cx="30861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4767264"/>
            <a:ext cx="2057400" cy="27463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/>
            </a:lvl1pPr>
          </a:lstStyle>
          <a:p>
            <a:fld id="{5CBC79BC-ED85-45BC-AF1C-8CAB95227ED2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282701"/>
            <a:ext cx="7886700" cy="2139950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3441701"/>
            <a:ext cx="7886700" cy="11255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4767264"/>
            <a:ext cx="20574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+mn-ea"/>
              </a:defRPr>
            </a:lvl1pPr>
          </a:lstStyle>
          <a:p>
            <a:pPr>
              <a:defRPr/>
            </a:pPr>
            <a:fld id="{B78F732A-01E7-44EB-9C96-C96F4AF12A6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4767264"/>
            <a:ext cx="30861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4767264"/>
            <a:ext cx="2057400" cy="27463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/>
            </a:lvl1pPr>
          </a:lstStyle>
          <a:p>
            <a:fld id="{45058CBA-B7DF-4FF2-B2D2-5766789736DA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4639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28650" y="4767264"/>
            <a:ext cx="20574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+mn-ea"/>
              </a:defRPr>
            </a:lvl1pPr>
          </a:lstStyle>
          <a:p>
            <a:pPr>
              <a:defRPr/>
            </a:pPr>
            <a:fld id="{B6811B8B-5893-445C-AE76-8097E1393E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4767264"/>
            <a:ext cx="30861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457950" y="4767264"/>
            <a:ext cx="2057400" cy="27463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/>
            </a:lvl1pPr>
          </a:lstStyle>
          <a:p>
            <a:fld id="{19211D7E-B1BF-425D-B3A5-5BABFA13D2BF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274639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9" y="1260475"/>
            <a:ext cx="3868737" cy="6191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9" y="1879600"/>
            <a:ext cx="3868737" cy="27622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260475"/>
            <a:ext cx="3887788" cy="6191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1879600"/>
            <a:ext cx="3887788" cy="27622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628650" y="4767264"/>
            <a:ext cx="20574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+mn-ea"/>
              </a:defRPr>
            </a:lvl1pPr>
          </a:lstStyle>
          <a:p>
            <a:pPr>
              <a:defRPr/>
            </a:pPr>
            <a:fld id="{350DCC15-B61D-4B26-AD7E-FFF7EF2BFE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028950" y="4767264"/>
            <a:ext cx="30861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6457950" y="4767264"/>
            <a:ext cx="2057400" cy="27463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/>
            </a:lvl1pPr>
          </a:lstStyle>
          <a:p>
            <a:fld id="{0E6190B4-376E-413A-BDB2-340319350C8A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4639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28650" y="4767264"/>
            <a:ext cx="20574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+mn-ea"/>
              </a:defRPr>
            </a:lvl1pPr>
          </a:lstStyle>
          <a:p>
            <a:pPr>
              <a:defRPr/>
            </a:pPr>
            <a:fld id="{2A43C47F-EAF9-4061-9C35-33E43CE700B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7264"/>
            <a:ext cx="30861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4767264"/>
            <a:ext cx="2057400" cy="27463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/>
            </a:lvl1pPr>
          </a:lstStyle>
          <a:p>
            <a:fld id="{2A00F705-E82F-4DB8-B148-CE97CE4D715C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4"/>
            <a:ext cx="20574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+mn-ea"/>
              </a:defRPr>
            </a:lvl1pPr>
          </a:lstStyle>
          <a:p>
            <a:pPr>
              <a:defRPr/>
            </a:pPr>
            <a:fld id="{3DFE2D34-4711-450A-A5C2-9C380F38D1D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028950" y="4767264"/>
            <a:ext cx="30861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457950" y="4767264"/>
            <a:ext cx="2057400" cy="27463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/>
            </a:lvl1pPr>
          </a:lstStyle>
          <a:p>
            <a:fld id="{402B2DDD-AE2E-41F3-9864-CD7BCFBB7AF9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40" y="342900"/>
            <a:ext cx="2949575" cy="120015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741364"/>
            <a:ext cx="4629150" cy="36544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40" y="1543050"/>
            <a:ext cx="2949575" cy="2859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28650" y="4767264"/>
            <a:ext cx="20574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+mn-ea"/>
              </a:defRPr>
            </a:lvl1pPr>
          </a:lstStyle>
          <a:p>
            <a:pPr>
              <a:defRPr/>
            </a:pPr>
            <a:fld id="{77F7846B-A66A-4A8D-9EA2-202CC63D635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4767264"/>
            <a:ext cx="30861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457950" y="4767264"/>
            <a:ext cx="2057400" cy="27463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/>
            </a:lvl1pPr>
          </a:lstStyle>
          <a:p>
            <a:fld id="{7A372713-7717-4B7E-AC0E-189A12EE0B30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40" y="342900"/>
            <a:ext cx="2949575" cy="120015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741364"/>
            <a:ext cx="4629150" cy="36544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40" y="1543050"/>
            <a:ext cx="2949575" cy="2859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28650" y="4767264"/>
            <a:ext cx="20574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+mn-ea"/>
              </a:defRPr>
            </a:lvl1pPr>
          </a:lstStyle>
          <a:p>
            <a:pPr>
              <a:defRPr/>
            </a:pPr>
            <a:fld id="{3E3A1C60-081A-4782-AFDE-2638B7D5788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4767264"/>
            <a:ext cx="30861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457950" y="4767264"/>
            <a:ext cx="2057400" cy="27463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/>
            </a:lvl1pPr>
          </a:lstStyle>
          <a:p>
            <a:fld id="{7EAABE0E-D9E3-44E4-9886-4200E4770CFF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4639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4767264"/>
            <a:ext cx="20574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+mn-ea"/>
              </a:defRPr>
            </a:lvl1pPr>
          </a:lstStyle>
          <a:p>
            <a:pPr>
              <a:defRPr/>
            </a:pPr>
            <a:fld id="{BC38E5EF-F5A0-4E34-8156-18AE7D9D006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4767264"/>
            <a:ext cx="30861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4767264"/>
            <a:ext cx="2057400" cy="27463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/>
            </a:lvl1pPr>
          </a:lstStyle>
          <a:p>
            <a:fld id="{560CB831-492F-4352-BAE9-6B043EB2DBF2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6" y="274639"/>
            <a:ext cx="1971675" cy="4357687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2" y="274639"/>
            <a:ext cx="5762625" cy="435768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4767264"/>
            <a:ext cx="20574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+mn-ea"/>
              </a:defRPr>
            </a:lvl1pPr>
          </a:lstStyle>
          <a:p>
            <a:pPr>
              <a:defRPr/>
            </a:pPr>
            <a:fld id="{38B0399A-0483-4004-A5AF-94DFE745540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4767264"/>
            <a:ext cx="30861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4767264"/>
            <a:ext cx="2057400" cy="27463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/>
            </a:lvl1pPr>
          </a:lstStyle>
          <a:p>
            <a:fld id="{81ED4C27-E739-49DD-A763-3367FF51ED85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2.jpeg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0" y="604189"/>
            <a:ext cx="9144000" cy="0"/>
          </a:xfrm>
          <a:prstGeom prst="line">
            <a:avLst/>
          </a:prstGeom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片 10" descr="xmu-zi-jiageng.jpg"/>
          <p:cNvPicPr>
            <a:picLocks noChangeAspect="1"/>
          </p:cNvPicPr>
          <p:nvPr userDrawn="1"/>
        </p:nvPicPr>
        <p:blipFill>
          <a:blip r:embed="rId12" cstate="print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59127" y="143758"/>
            <a:ext cx="1240759" cy="339199"/>
          </a:xfrm>
          <a:prstGeom prst="rect">
            <a:avLst/>
          </a:prstGeom>
        </p:spPr>
      </p:pic>
      <p:pic>
        <p:nvPicPr>
          <p:cNvPr id="1030" name="Picture 6" descr="D:\课程教学\教学材料\厦大图片\5eeddbbacaeb52502830b16d5ecc9097.jpg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7181492" y="4528338"/>
            <a:ext cx="1640432" cy="615162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hyperlink" Target="https://v2.fangcloud.com/collection/5167cfe7c8eb2d5680957c69c31ecc23" TargetMode="Externa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hyperlink" Target="https://docs.qq.com/sheet/DYVVJR3hYbHJxSGpY?tab=lyqkx9&#13;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27" name="组合 47"/>
          <p:cNvGrpSpPr/>
          <p:nvPr/>
        </p:nvGrpSpPr>
        <p:grpSpPr bwMode="auto">
          <a:xfrm>
            <a:off x="4219575" y="1911351"/>
            <a:ext cx="704850" cy="706438"/>
            <a:chOff x="1226985" y="2276507"/>
            <a:chExt cx="705842" cy="705842"/>
          </a:xfrm>
        </p:grpSpPr>
        <p:sp>
          <p:nvSpPr>
            <p:cNvPr id="49" name="椭圆 48"/>
            <p:cNvSpPr/>
            <p:nvPr/>
          </p:nvSpPr>
          <p:spPr>
            <a:xfrm>
              <a:off x="1226985" y="2276507"/>
              <a:ext cx="705842" cy="70584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/>
            </a:p>
          </p:txBody>
        </p:sp>
        <p:sp>
          <p:nvSpPr>
            <p:cNvPr id="26629" name="Freeform 25"/>
            <p:cNvSpPr>
              <a:spLocks noEditPoints="1"/>
            </p:cNvSpPr>
            <p:nvPr/>
          </p:nvSpPr>
          <p:spPr bwMode="auto">
            <a:xfrm>
              <a:off x="1431832" y="2492404"/>
              <a:ext cx="296149" cy="274049"/>
            </a:xfrm>
            <a:custGeom>
              <a:avLst/>
              <a:gdLst>
                <a:gd name="T0" fmla="*/ 2147483646 w 670"/>
                <a:gd name="T1" fmla="*/ 2147483646 h 620"/>
                <a:gd name="T2" fmla="*/ 2147483646 w 670"/>
                <a:gd name="T3" fmla="*/ 2147483646 h 620"/>
                <a:gd name="T4" fmla="*/ 2147483646 w 670"/>
                <a:gd name="T5" fmla="*/ 2147483646 h 620"/>
                <a:gd name="T6" fmla="*/ 2147483646 w 670"/>
                <a:gd name="T7" fmla="*/ 2147483646 h 620"/>
                <a:gd name="T8" fmla="*/ 2147483646 w 670"/>
                <a:gd name="T9" fmla="*/ 2147483646 h 620"/>
                <a:gd name="T10" fmla="*/ 2147483646 w 670"/>
                <a:gd name="T11" fmla="*/ 2147483646 h 620"/>
                <a:gd name="T12" fmla="*/ 2147483646 w 670"/>
                <a:gd name="T13" fmla="*/ 2147483646 h 620"/>
                <a:gd name="T14" fmla="*/ 2147483646 w 670"/>
                <a:gd name="T15" fmla="*/ 2147483646 h 620"/>
                <a:gd name="T16" fmla="*/ 2147483646 w 670"/>
                <a:gd name="T17" fmla="*/ 2147483646 h 620"/>
                <a:gd name="T18" fmla="*/ 2147483646 w 670"/>
                <a:gd name="T19" fmla="*/ 2147483646 h 620"/>
                <a:gd name="T20" fmla="*/ 2147483646 w 670"/>
                <a:gd name="T21" fmla="*/ 2147483646 h 620"/>
                <a:gd name="T22" fmla="*/ 2147483646 w 670"/>
                <a:gd name="T23" fmla="*/ 2147483646 h 620"/>
                <a:gd name="T24" fmla="*/ 2147483646 w 670"/>
                <a:gd name="T25" fmla="*/ 2147483646 h 620"/>
                <a:gd name="T26" fmla="*/ 2147483646 w 670"/>
                <a:gd name="T27" fmla="*/ 2147483646 h 620"/>
                <a:gd name="T28" fmla="*/ 2147483646 w 670"/>
                <a:gd name="T29" fmla="*/ 2147483646 h 620"/>
                <a:gd name="T30" fmla="*/ 2147483646 w 670"/>
                <a:gd name="T31" fmla="*/ 2147483646 h 620"/>
                <a:gd name="T32" fmla="*/ 2147483646 w 670"/>
                <a:gd name="T33" fmla="*/ 2147483646 h 620"/>
                <a:gd name="T34" fmla="*/ 2147483646 w 670"/>
                <a:gd name="T35" fmla="*/ 2147483646 h 620"/>
                <a:gd name="T36" fmla="*/ 2147483646 w 670"/>
                <a:gd name="T37" fmla="*/ 2147483646 h 620"/>
                <a:gd name="T38" fmla="*/ 2147483646 w 670"/>
                <a:gd name="T39" fmla="*/ 2147483646 h 620"/>
                <a:gd name="T40" fmla="*/ 2147483646 w 670"/>
                <a:gd name="T41" fmla="*/ 2147483646 h 620"/>
                <a:gd name="T42" fmla="*/ 2147483646 w 670"/>
                <a:gd name="T43" fmla="*/ 2147483646 h 620"/>
                <a:gd name="T44" fmla="*/ 2147483646 w 670"/>
                <a:gd name="T45" fmla="*/ 2147483646 h 620"/>
                <a:gd name="T46" fmla="*/ 2147483646 w 670"/>
                <a:gd name="T47" fmla="*/ 2147483646 h 620"/>
                <a:gd name="T48" fmla="*/ 2147483646 w 670"/>
                <a:gd name="T49" fmla="*/ 2147483646 h 620"/>
                <a:gd name="T50" fmla="*/ 2147483646 w 670"/>
                <a:gd name="T51" fmla="*/ 2147483646 h 620"/>
                <a:gd name="T52" fmla="*/ 2147483646 w 670"/>
                <a:gd name="T53" fmla="*/ 2147483646 h 620"/>
                <a:gd name="T54" fmla="*/ 2147483646 w 670"/>
                <a:gd name="T55" fmla="*/ 2147483646 h 620"/>
                <a:gd name="T56" fmla="*/ 2147483646 w 670"/>
                <a:gd name="T57" fmla="*/ 2147483646 h 620"/>
                <a:gd name="T58" fmla="*/ 2147483646 w 670"/>
                <a:gd name="T59" fmla="*/ 2147483646 h 620"/>
                <a:gd name="T60" fmla="*/ 2147483646 w 670"/>
                <a:gd name="T61" fmla="*/ 2147483646 h 620"/>
                <a:gd name="T62" fmla="*/ 2147483646 w 670"/>
                <a:gd name="T63" fmla="*/ 2147483646 h 620"/>
                <a:gd name="T64" fmla="*/ 2147483646 w 670"/>
                <a:gd name="T65" fmla="*/ 2147483646 h 620"/>
                <a:gd name="T66" fmla="*/ 2147483646 w 670"/>
                <a:gd name="T67" fmla="*/ 2147483646 h 620"/>
                <a:gd name="T68" fmla="*/ 2147483646 w 670"/>
                <a:gd name="T69" fmla="*/ 2147483646 h 620"/>
                <a:gd name="T70" fmla="*/ 2147483646 w 670"/>
                <a:gd name="T71" fmla="*/ 0 h 620"/>
                <a:gd name="T72" fmla="*/ 2147483646 w 670"/>
                <a:gd name="T73" fmla="*/ 2147483646 h 620"/>
                <a:gd name="T74" fmla="*/ 2147483646 w 670"/>
                <a:gd name="T75" fmla="*/ 2147483646 h 620"/>
                <a:gd name="T76" fmla="*/ 2147483646 w 670"/>
                <a:gd name="T77" fmla="*/ 2147483646 h 620"/>
                <a:gd name="T78" fmla="*/ 2147483646 w 670"/>
                <a:gd name="T79" fmla="*/ 2147483646 h 620"/>
                <a:gd name="T80" fmla="*/ 2147483646 w 670"/>
                <a:gd name="T81" fmla="*/ 2147483646 h 620"/>
                <a:gd name="T82" fmla="*/ 2147483646 w 670"/>
                <a:gd name="T83" fmla="*/ 2147483646 h 620"/>
                <a:gd name="T84" fmla="*/ 2147483646 w 670"/>
                <a:gd name="T85" fmla="*/ 2147483646 h 620"/>
                <a:gd name="T86" fmla="*/ 2147483646 w 670"/>
                <a:gd name="T87" fmla="*/ 2147483646 h 620"/>
                <a:gd name="T88" fmla="*/ 2147483646 w 670"/>
                <a:gd name="T89" fmla="*/ 2147483646 h 620"/>
                <a:gd name="T90" fmla="*/ 2147483646 w 670"/>
                <a:gd name="T91" fmla="*/ 2147483646 h 620"/>
                <a:gd name="T92" fmla="*/ 2147483646 w 670"/>
                <a:gd name="T93" fmla="*/ 2147483646 h 620"/>
                <a:gd name="T94" fmla="*/ 2147483646 w 670"/>
                <a:gd name="T95" fmla="*/ 2147483646 h 620"/>
                <a:gd name="T96" fmla="*/ 2147483646 w 670"/>
                <a:gd name="T97" fmla="*/ 2147483646 h 620"/>
                <a:gd name="T98" fmla="*/ 2147483646 w 670"/>
                <a:gd name="T99" fmla="*/ 2147483646 h 620"/>
                <a:gd name="T100" fmla="*/ 2147483646 w 670"/>
                <a:gd name="T101" fmla="*/ 2147483646 h 620"/>
                <a:gd name="T102" fmla="*/ 2147483646 w 670"/>
                <a:gd name="T103" fmla="*/ 2147483646 h 620"/>
                <a:gd name="T104" fmla="*/ 2147483646 w 670"/>
                <a:gd name="T105" fmla="*/ 2147483646 h 620"/>
                <a:gd name="T106" fmla="*/ 2147483646 w 670"/>
                <a:gd name="T107" fmla="*/ 2147483646 h 620"/>
                <a:gd name="T108" fmla="*/ 2147483646 w 670"/>
                <a:gd name="T109" fmla="*/ 2147483646 h 620"/>
                <a:gd name="T110" fmla="*/ 2147483646 w 670"/>
                <a:gd name="T111" fmla="*/ 2147483646 h 620"/>
                <a:gd name="T112" fmla="*/ 2147483646 w 670"/>
                <a:gd name="T113" fmla="*/ 2147483646 h 620"/>
                <a:gd name="T114" fmla="*/ 2147483646 w 670"/>
                <a:gd name="T115" fmla="*/ 2147483646 h 620"/>
                <a:gd name="T116" fmla="*/ 2147483646 w 670"/>
                <a:gd name="T117" fmla="*/ 2147483646 h 620"/>
                <a:gd name="T118" fmla="*/ 2147483646 w 670"/>
                <a:gd name="T119" fmla="*/ 2147483646 h 620"/>
                <a:gd name="T120" fmla="*/ 2147483646 w 670"/>
                <a:gd name="T121" fmla="*/ 2147483646 h 620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670"/>
                <a:gd name="T184" fmla="*/ 0 h 620"/>
                <a:gd name="T185" fmla="*/ 670 w 670"/>
                <a:gd name="T186" fmla="*/ 620 h 620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670" h="620">
                  <a:moveTo>
                    <a:pt x="36" y="0"/>
                  </a:moveTo>
                  <a:lnTo>
                    <a:pt x="36" y="0"/>
                  </a:lnTo>
                  <a:lnTo>
                    <a:pt x="30" y="2"/>
                  </a:lnTo>
                  <a:lnTo>
                    <a:pt x="26" y="4"/>
                  </a:lnTo>
                  <a:lnTo>
                    <a:pt x="22" y="10"/>
                  </a:lnTo>
                  <a:lnTo>
                    <a:pt x="22" y="16"/>
                  </a:lnTo>
                  <a:lnTo>
                    <a:pt x="22" y="22"/>
                  </a:lnTo>
                  <a:lnTo>
                    <a:pt x="26" y="26"/>
                  </a:lnTo>
                  <a:lnTo>
                    <a:pt x="30" y="30"/>
                  </a:lnTo>
                  <a:lnTo>
                    <a:pt x="36" y="30"/>
                  </a:lnTo>
                  <a:lnTo>
                    <a:pt x="576" y="30"/>
                  </a:lnTo>
                  <a:lnTo>
                    <a:pt x="580" y="40"/>
                  </a:lnTo>
                  <a:lnTo>
                    <a:pt x="586" y="48"/>
                  </a:lnTo>
                  <a:lnTo>
                    <a:pt x="596" y="52"/>
                  </a:lnTo>
                  <a:lnTo>
                    <a:pt x="606" y="54"/>
                  </a:lnTo>
                  <a:lnTo>
                    <a:pt x="614" y="52"/>
                  </a:lnTo>
                  <a:lnTo>
                    <a:pt x="622" y="48"/>
                  </a:lnTo>
                  <a:lnTo>
                    <a:pt x="630" y="42"/>
                  </a:lnTo>
                  <a:lnTo>
                    <a:pt x="634" y="50"/>
                  </a:lnTo>
                  <a:lnTo>
                    <a:pt x="638" y="58"/>
                  </a:lnTo>
                  <a:lnTo>
                    <a:pt x="640" y="66"/>
                  </a:lnTo>
                  <a:lnTo>
                    <a:pt x="640" y="74"/>
                  </a:lnTo>
                  <a:lnTo>
                    <a:pt x="640" y="82"/>
                  </a:lnTo>
                  <a:lnTo>
                    <a:pt x="638" y="90"/>
                  </a:lnTo>
                  <a:lnTo>
                    <a:pt x="634" y="100"/>
                  </a:lnTo>
                  <a:lnTo>
                    <a:pt x="628" y="106"/>
                  </a:lnTo>
                  <a:lnTo>
                    <a:pt x="618" y="100"/>
                  </a:lnTo>
                  <a:lnTo>
                    <a:pt x="610" y="96"/>
                  </a:lnTo>
                  <a:lnTo>
                    <a:pt x="602" y="96"/>
                  </a:lnTo>
                  <a:lnTo>
                    <a:pt x="592" y="98"/>
                  </a:lnTo>
                  <a:lnTo>
                    <a:pt x="584" y="102"/>
                  </a:lnTo>
                  <a:lnTo>
                    <a:pt x="578" y="110"/>
                  </a:lnTo>
                  <a:lnTo>
                    <a:pt x="574" y="118"/>
                  </a:lnTo>
                  <a:lnTo>
                    <a:pt x="36" y="118"/>
                  </a:lnTo>
                  <a:lnTo>
                    <a:pt x="30" y="120"/>
                  </a:lnTo>
                  <a:lnTo>
                    <a:pt x="26" y="122"/>
                  </a:lnTo>
                  <a:lnTo>
                    <a:pt x="22" y="128"/>
                  </a:lnTo>
                  <a:lnTo>
                    <a:pt x="22" y="134"/>
                  </a:lnTo>
                  <a:lnTo>
                    <a:pt x="22" y="140"/>
                  </a:lnTo>
                  <a:lnTo>
                    <a:pt x="26" y="144"/>
                  </a:lnTo>
                  <a:lnTo>
                    <a:pt x="30" y="148"/>
                  </a:lnTo>
                  <a:lnTo>
                    <a:pt x="36" y="148"/>
                  </a:lnTo>
                  <a:lnTo>
                    <a:pt x="100" y="148"/>
                  </a:lnTo>
                  <a:lnTo>
                    <a:pt x="92" y="154"/>
                  </a:lnTo>
                  <a:lnTo>
                    <a:pt x="92" y="152"/>
                  </a:lnTo>
                  <a:lnTo>
                    <a:pt x="76" y="170"/>
                  </a:lnTo>
                  <a:lnTo>
                    <a:pt x="74" y="172"/>
                  </a:lnTo>
                  <a:lnTo>
                    <a:pt x="58" y="194"/>
                  </a:lnTo>
                  <a:lnTo>
                    <a:pt x="48" y="216"/>
                  </a:lnTo>
                  <a:lnTo>
                    <a:pt x="40" y="240"/>
                  </a:lnTo>
                  <a:lnTo>
                    <a:pt x="38" y="264"/>
                  </a:lnTo>
                  <a:lnTo>
                    <a:pt x="42" y="288"/>
                  </a:lnTo>
                  <a:lnTo>
                    <a:pt x="48" y="312"/>
                  </a:lnTo>
                  <a:lnTo>
                    <a:pt x="60" y="336"/>
                  </a:lnTo>
                  <a:lnTo>
                    <a:pt x="76" y="358"/>
                  </a:lnTo>
                  <a:lnTo>
                    <a:pt x="76" y="360"/>
                  </a:lnTo>
                  <a:lnTo>
                    <a:pt x="94" y="376"/>
                  </a:lnTo>
                  <a:lnTo>
                    <a:pt x="102" y="380"/>
                  </a:lnTo>
                  <a:lnTo>
                    <a:pt x="112" y="382"/>
                  </a:lnTo>
                  <a:lnTo>
                    <a:pt x="120" y="380"/>
                  </a:lnTo>
                  <a:lnTo>
                    <a:pt x="128" y="374"/>
                  </a:lnTo>
                  <a:lnTo>
                    <a:pt x="132" y="368"/>
                  </a:lnTo>
                  <a:lnTo>
                    <a:pt x="132" y="364"/>
                  </a:lnTo>
                  <a:lnTo>
                    <a:pt x="134" y="364"/>
                  </a:lnTo>
                  <a:lnTo>
                    <a:pt x="138" y="354"/>
                  </a:lnTo>
                  <a:lnTo>
                    <a:pt x="144" y="348"/>
                  </a:lnTo>
                  <a:lnTo>
                    <a:pt x="146" y="348"/>
                  </a:lnTo>
                  <a:lnTo>
                    <a:pt x="148" y="352"/>
                  </a:lnTo>
                  <a:lnTo>
                    <a:pt x="148" y="360"/>
                  </a:lnTo>
                  <a:lnTo>
                    <a:pt x="150" y="368"/>
                  </a:lnTo>
                  <a:lnTo>
                    <a:pt x="152" y="374"/>
                  </a:lnTo>
                  <a:lnTo>
                    <a:pt x="156" y="378"/>
                  </a:lnTo>
                  <a:lnTo>
                    <a:pt x="162" y="382"/>
                  </a:lnTo>
                  <a:lnTo>
                    <a:pt x="134" y="382"/>
                  </a:lnTo>
                  <a:lnTo>
                    <a:pt x="124" y="384"/>
                  </a:lnTo>
                  <a:lnTo>
                    <a:pt x="116" y="388"/>
                  </a:lnTo>
                  <a:lnTo>
                    <a:pt x="112" y="396"/>
                  </a:lnTo>
                  <a:lnTo>
                    <a:pt x="108" y="404"/>
                  </a:lnTo>
                  <a:lnTo>
                    <a:pt x="108" y="412"/>
                  </a:lnTo>
                  <a:lnTo>
                    <a:pt x="104" y="418"/>
                  </a:lnTo>
                  <a:lnTo>
                    <a:pt x="104" y="416"/>
                  </a:lnTo>
                  <a:lnTo>
                    <a:pt x="98" y="412"/>
                  </a:lnTo>
                  <a:lnTo>
                    <a:pt x="94" y="402"/>
                  </a:lnTo>
                  <a:lnTo>
                    <a:pt x="90" y="394"/>
                  </a:lnTo>
                  <a:lnTo>
                    <a:pt x="84" y="388"/>
                  </a:lnTo>
                  <a:lnTo>
                    <a:pt x="74" y="384"/>
                  </a:lnTo>
                  <a:lnTo>
                    <a:pt x="64" y="384"/>
                  </a:lnTo>
                  <a:lnTo>
                    <a:pt x="58" y="386"/>
                  </a:lnTo>
                  <a:lnTo>
                    <a:pt x="54" y="390"/>
                  </a:lnTo>
                  <a:lnTo>
                    <a:pt x="36" y="408"/>
                  </a:lnTo>
                  <a:lnTo>
                    <a:pt x="20" y="430"/>
                  </a:lnTo>
                  <a:lnTo>
                    <a:pt x="8" y="454"/>
                  </a:lnTo>
                  <a:lnTo>
                    <a:pt x="2" y="476"/>
                  </a:lnTo>
                  <a:lnTo>
                    <a:pt x="0" y="500"/>
                  </a:lnTo>
                  <a:lnTo>
                    <a:pt x="2" y="526"/>
                  </a:lnTo>
                  <a:lnTo>
                    <a:pt x="8" y="550"/>
                  </a:lnTo>
                  <a:lnTo>
                    <a:pt x="20" y="572"/>
                  </a:lnTo>
                  <a:lnTo>
                    <a:pt x="36" y="594"/>
                  </a:lnTo>
                  <a:lnTo>
                    <a:pt x="38" y="596"/>
                  </a:lnTo>
                  <a:lnTo>
                    <a:pt x="54" y="612"/>
                  </a:lnTo>
                  <a:lnTo>
                    <a:pt x="62" y="618"/>
                  </a:lnTo>
                  <a:lnTo>
                    <a:pt x="72" y="618"/>
                  </a:lnTo>
                  <a:lnTo>
                    <a:pt x="82" y="616"/>
                  </a:lnTo>
                  <a:lnTo>
                    <a:pt x="88" y="610"/>
                  </a:lnTo>
                  <a:lnTo>
                    <a:pt x="92" y="606"/>
                  </a:lnTo>
                  <a:lnTo>
                    <a:pt x="94" y="600"/>
                  </a:lnTo>
                  <a:lnTo>
                    <a:pt x="98" y="592"/>
                  </a:lnTo>
                  <a:lnTo>
                    <a:pt x="106" y="586"/>
                  </a:lnTo>
                  <a:lnTo>
                    <a:pt x="106" y="584"/>
                  </a:lnTo>
                  <a:lnTo>
                    <a:pt x="108" y="590"/>
                  </a:lnTo>
                  <a:lnTo>
                    <a:pt x="110" y="598"/>
                  </a:lnTo>
                  <a:lnTo>
                    <a:pt x="112" y="606"/>
                  </a:lnTo>
                  <a:lnTo>
                    <a:pt x="116" y="614"/>
                  </a:lnTo>
                  <a:lnTo>
                    <a:pt x="124" y="618"/>
                  </a:lnTo>
                  <a:lnTo>
                    <a:pt x="134" y="620"/>
                  </a:lnTo>
                  <a:lnTo>
                    <a:pt x="586" y="620"/>
                  </a:lnTo>
                  <a:lnTo>
                    <a:pt x="596" y="618"/>
                  </a:lnTo>
                  <a:lnTo>
                    <a:pt x="604" y="614"/>
                  </a:lnTo>
                  <a:lnTo>
                    <a:pt x="608" y="606"/>
                  </a:lnTo>
                  <a:lnTo>
                    <a:pt x="610" y="596"/>
                  </a:lnTo>
                  <a:lnTo>
                    <a:pt x="608" y="586"/>
                  </a:lnTo>
                  <a:lnTo>
                    <a:pt x="604" y="578"/>
                  </a:lnTo>
                  <a:lnTo>
                    <a:pt x="596" y="574"/>
                  </a:lnTo>
                  <a:lnTo>
                    <a:pt x="586" y="572"/>
                  </a:lnTo>
                  <a:lnTo>
                    <a:pt x="154" y="572"/>
                  </a:lnTo>
                  <a:lnTo>
                    <a:pt x="148" y="558"/>
                  </a:lnTo>
                  <a:lnTo>
                    <a:pt x="138" y="546"/>
                  </a:lnTo>
                  <a:lnTo>
                    <a:pt x="132" y="542"/>
                  </a:lnTo>
                  <a:lnTo>
                    <a:pt x="124" y="538"/>
                  </a:lnTo>
                  <a:lnTo>
                    <a:pt x="118" y="536"/>
                  </a:lnTo>
                  <a:lnTo>
                    <a:pt x="110" y="536"/>
                  </a:lnTo>
                  <a:lnTo>
                    <a:pt x="96" y="536"/>
                  </a:lnTo>
                  <a:lnTo>
                    <a:pt x="84" y="542"/>
                  </a:lnTo>
                  <a:lnTo>
                    <a:pt x="74" y="546"/>
                  </a:lnTo>
                  <a:lnTo>
                    <a:pt x="66" y="554"/>
                  </a:lnTo>
                  <a:lnTo>
                    <a:pt x="58" y="540"/>
                  </a:lnTo>
                  <a:lnTo>
                    <a:pt x="54" y="528"/>
                  </a:lnTo>
                  <a:lnTo>
                    <a:pt x="50" y="514"/>
                  </a:lnTo>
                  <a:lnTo>
                    <a:pt x="48" y="500"/>
                  </a:lnTo>
                  <a:lnTo>
                    <a:pt x="50" y="488"/>
                  </a:lnTo>
                  <a:lnTo>
                    <a:pt x="54" y="474"/>
                  </a:lnTo>
                  <a:lnTo>
                    <a:pt x="58" y="462"/>
                  </a:lnTo>
                  <a:lnTo>
                    <a:pt x="66" y="450"/>
                  </a:lnTo>
                  <a:lnTo>
                    <a:pt x="78" y="458"/>
                  </a:lnTo>
                  <a:lnTo>
                    <a:pt x="92" y="464"/>
                  </a:lnTo>
                  <a:lnTo>
                    <a:pt x="104" y="466"/>
                  </a:lnTo>
                  <a:lnTo>
                    <a:pt x="112" y="466"/>
                  </a:lnTo>
                  <a:lnTo>
                    <a:pt x="120" y="464"/>
                  </a:lnTo>
                  <a:lnTo>
                    <a:pt x="128" y="462"/>
                  </a:lnTo>
                  <a:lnTo>
                    <a:pt x="134" y="458"/>
                  </a:lnTo>
                  <a:lnTo>
                    <a:pt x="144" y="446"/>
                  </a:lnTo>
                  <a:lnTo>
                    <a:pt x="152" y="430"/>
                  </a:lnTo>
                  <a:lnTo>
                    <a:pt x="586" y="430"/>
                  </a:lnTo>
                  <a:lnTo>
                    <a:pt x="596" y="428"/>
                  </a:lnTo>
                  <a:lnTo>
                    <a:pt x="604" y="424"/>
                  </a:lnTo>
                  <a:lnTo>
                    <a:pt x="608" y="416"/>
                  </a:lnTo>
                  <a:lnTo>
                    <a:pt x="610" y="406"/>
                  </a:lnTo>
                  <a:lnTo>
                    <a:pt x="610" y="400"/>
                  </a:lnTo>
                  <a:lnTo>
                    <a:pt x="606" y="392"/>
                  </a:lnTo>
                  <a:lnTo>
                    <a:pt x="602" y="388"/>
                  </a:lnTo>
                  <a:lnTo>
                    <a:pt x="596" y="384"/>
                  </a:lnTo>
                  <a:lnTo>
                    <a:pt x="624" y="384"/>
                  </a:lnTo>
                  <a:lnTo>
                    <a:pt x="634" y="382"/>
                  </a:lnTo>
                  <a:lnTo>
                    <a:pt x="642" y="376"/>
                  </a:lnTo>
                  <a:lnTo>
                    <a:pt x="648" y="370"/>
                  </a:lnTo>
                  <a:lnTo>
                    <a:pt x="650" y="360"/>
                  </a:lnTo>
                  <a:lnTo>
                    <a:pt x="648" y="350"/>
                  </a:lnTo>
                  <a:lnTo>
                    <a:pt x="642" y="342"/>
                  </a:lnTo>
                  <a:lnTo>
                    <a:pt x="634" y="336"/>
                  </a:lnTo>
                  <a:lnTo>
                    <a:pt x="624" y="334"/>
                  </a:lnTo>
                  <a:lnTo>
                    <a:pt x="194" y="334"/>
                  </a:lnTo>
                  <a:lnTo>
                    <a:pt x="186" y="320"/>
                  </a:lnTo>
                  <a:lnTo>
                    <a:pt x="178" y="310"/>
                  </a:lnTo>
                  <a:lnTo>
                    <a:pt x="170" y="306"/>
                  </a:lnTo>
                  <a:lnTo>
                    <a:pt x="164" y="302"/>
                  </a:lnTo>
                  <a:lnTo>
                    <a:pt x="156" y="300"/>
                  </a:lnTo>
                  <a:lnTo>
                    <a:pt x="148" y="298"/>
                  </a:lnTo>
                  <a:lnTo>
                    <a:pt x="136" y="300"/>
                  </a:lnTo>
                  <a:lnTo>
                    <a:pt x="122" y="304"/>
                  </a:lnTo>
                  <a:lnTo>
                    <a:pt x="114" y="310"/>
                  </a:lnTo>
                  <a:lnTo>
                    <a:pt x="106" y="316"/>
                  </a:lnTo>
                  <a:lnTo>
                    <a:pt x="98" y="304"/>
                  </a:lnTo>
                  <a:lnTo>
                    <a:pt x="92" y="290"/>
                  </a:lnTo>
                  <a:lnTo>
                    <a:pt x="88" y="278"/>
                  </a:lnTo>
                  <a:lnTo>
                    <a:pt x="88" y="264"/>
                  </a:lnTo>
                  <a:lnTo>
                    <a:pt x="88" y="250"/>
                  </a:lnTo>
                  <a:lnTo>
                    <a:pt x="92" y="238"/>
                  </a:lnTo>
                  <a:lnTo>
                    <a:pt x="98" y="224"/>
                  </a:lnTo>
                  <a:lnTo>
                    <a:pt x="104" y="212"/>
                  </a:lnTo>
                  <a:lnTo>
                    <a:pt x="118" y="222"/>
                  </a:lnTo>
                  <a:lnTo>
                    <a:pt x="130" y="228"/>
                  </a:lnTo>
                  <a:lnTo>
                    <a:pt x="144" y="230"/>
                  </a:lnTo>
                  <a:lnTo>
                    <a:pt x="152" y="230"/>
                  </a:lnTo>
                  <a:lnTo>
                    <a:pt x="160" y="228"/>
                  </a:lnTo>
                  <a:lnTo>
                    <a:pt x="166" y="224"/>
                  </a:lnTo>
                  <a:lnTo>
                    <a:pt x="174" y="220"/>
                  </a:lnTo>
                  <a:lnTo>
                    <a:pt x="184" y="210"/>
                  </a:lnTo>
                  <a:lnTo>
                    <a:pt x="192" y="194"/>
                  </a:lnTo>
                  <a:lnTo>
                    <a:pt x="624" y="194"/>
                  </a:lnTo>
                  <a:lnTo>
                    <a:pt x="634" y="192"/>
                  </a:lnTo>
                  <a:lnTo>
                    <a:pt x="642" y="186"/>
                  </a:lnTo>
                  <a:lnTo>
                    <a:pt x="648" y="178"/>
                  </a:lnTo>
                  <a:lnTo>
                    <a:pt x="650" y="170"/>
                  </a:lnTo>
                  <a:lnTo>
                    <a:pt x="648" y="162"/>
                  </a:lnTo>
                  <a:lnTo>
                    <a:pt x="644" y="154"/>
                  </a:lnTo>
                  <a:lnTo>
                    <a:pt x="640" y="150"/>
                  </a:lnTo>
                  <a:lnTo>
                    <a:pt x="632" y="146"/>
                  </a:lnTo>
                  <a:lnTo>
                    <a:pt x="636" y="144"/>
                  </a:lnTo>
                  <a:lnTo>
                    <a:pt x="646" y="134"/>
                  </a:lnTo>
                  <a:lnTo>
                    <a:pt x="648" y="132"/>
                  </a:lnTo>
                  <a:lnTo>
                    <a:pt x="658" y="118"/>
                  </a:lnTo>
                  <a:lnTo>
                    <a:pt x="664" y="104"/>
                  </a:lnTo>
                  <a:lnTo>
                    <a:pt x="668" y="90"/>
                  </a:lnTo>
                  <a:lnTo>
                    <a:pt x="670" y="74"/>
                  </a:lnTo>
                  <a:lnTo>
                    <a:pt x="668" y="60"/>
                  </a:lnTo>
                  <a:lnTo>
                    <a:pt x="664" y="44"/>
                  </a:lnTo>
                  <a:lnTo>
                    <a:pt x="658" y="30"/>
                  </a:lnTo>
                  <a:lnTo>
                    <a:pt x="648" y="18"/>
                  </a:lnTo>
                  <a:lnTo>
                    <a:pt x="648" y="16"/>
                  </a:lnTo>
                  <a:lnTo>
                    <a:pt x="636" y="6"/>
                  </a:lnTo>
                  <a:lnTo>
                    <a:pt x="630" y="2"/>
                  </a:lnTo>
                  <a:lnTo>
                    <a:pt x="624" y="2"/>
                  </a:lnTo>
                  <a:lnTo>
                    <a:pt x="618" y="4"/>
                  </a:lnTo>
                  <a:lnTo>
                    <a:pt x="614" y="8"/>
                  </a:lnTo>
                  <a:lnTo>
                    <a:pt x="612" y="14"/>
                  </a:lnTo>
                  <a:lnTo>
                    <a:pt x="610" y="18"/>
                  </a:lnTo>
                  <a:lnTo>
                    <a:pt x="606" y="22"/>
                  </a:lnTo>
                  <a:lnTo>
                    <a:pt x="602" y="14"/>
                  </a:lnTo>
                  <a:lnTo>
                    <a:pt x="602" y="8"/>
                  </a:lnTo>
                  <a:lnTo>
                    <a:pt x="598" y="4"/>
                  </a:lnTo>
                  <a:lnTo>
                    <a:pt x="594" y="2"/>
                  </a:lnTo>
                  <a:lnTo>
                    <a:pt x="588" y="0"/>
                  </a:lnTo>
                  <a:lnTo>
                    <a:pt x="36" y="0"/>
                  </a:lnTo>
                  <a:close/>
                  <a:moveTo>
                    <a:pt x="162" y="550"/>
                  </a:moveTo>
                  <a:lnTo>
                    <a:pt x="162" y="550"/>
                  </a:lnTo>
                  <a:lnTo>
                    <a:pt x="158" y="548"/>
                  </a:lnTo>
                  <a:lnTo>
                    <a:pt x="154" y="546"/>
                  </a:lnTo>
                  <a:lnTo>
                    <a:pt x="152" y="544"/>
                  </a:lnTo>
                  <a:lnTo>
                    <a:pt x="152" y="540"/>
                  </a:lnTo>
                  <a:lnTo>
                    <a:pt x="152" y="536"/>
                  </a:lnTo>
                  <a:lnTo>
                    <a:pt x="154" y="534"/>
                  </a:lnTo>
                  <a:lnTo>
                    <a:pt x="158" y="532"/>
                  </a:lnTo>
                  <a:lnTo>
                    <a:pt x="162" y="530"/>
                  </a:lnTo>
                  <a:lnTo>
                    <a:pt x="572" y="530"/>
                  </a:lnTo>
                  <a:lnTo>
                    <a:pt x="576" y="532"/>
                  </a:lnTo>
                  <a:lnTo>
                    <a:pt x="580" y="534"/>
                  </a:lnTo>
                  <a:lnTo>
                    <a:pt x="582" y="536"/>
                  </a:lnTo>
                  <a:lnTo>
                    <a:pt x="582" y="540"/>
                  </a:lnTo>
                  <a:lnTo>
                    <a:pt x="582" y="544"/>
                  </a:lnTo>
                  <a:lnTo>
                    <a:pt x="580" y="546"/>
                  </a:lnTo>
                  <a:lnTo>
                    <a:pt x="576" y="548"/>
                  </a:lnTo>
                  <a:lnTo>
                    <a:pt x="572" y="550"/>
                  </a:lnTo>
                  <a:lnTo>
                    <a:pt x="162" y="550"/>
                  </a:lnTo>
                  <a:close/>
                  <a:moveTo>
                    <a:pt x="162" y="508"/>
                  </a:moveTo>
                  <a:lnTo>
                    <a:pt x="162" y="508"/>
                  </a:lnTo>
                  <a:lnTo>
                    <a:pt x="158" y="508"/>
                  </a:lnTo>
                  <a:lnTo>
                    <a:pt x="154" y="506"/>
                  </a:lnTo>
                  <a:lnTo>
                    <a:pt x="152" y="504"/>
                  </a:lnTo>
                  <a:lnTo>
                    <a:pt x="152" y="500"/>
                  </a:lnTo>
                  <a:lnTo>
                    <a:pt x="152" y="496"/>
                  </a:lnTo>
                  <a:lnTo>
                    <a:pt x="154" y="492"/>
                  </a:lnTo>
                  <a:lnTo>
                    <a:pt x="158" y="490"/>
                  </a:lnTo>
                  <a:lnTo>
                    <a:pt x="162" y="490"/>
                  </a:lnTo>
                  <a:lnTo>
                    <a:pt x="572" y="490"/>
                  </a:lnTo>
                  <a:lnTo>
                    <a:pt x="576" y="490"/>
                  </a:lnTo>
                  <a:lnTo>
                    <a:pt x="580" y="492"/>
                  </a:lnTo>
                  <a:lnTo>
                    <a:pt x="582" y="496"/>
                  </a:lnTo>
                  <a:lnTo>
                    <a:pt x="582" y="500"/>
                  </a:lnTo>
                  <a:lnTo>
                    <a:pt x="582" y="504"/>
                  </a:lnTo>
                  <a:lnTo>
                    <a:pt x="580" y="506"/>
                  </a:lnTo>
                  <a:lnTo>
                    <a:pt x="576" y="508"/>
                  </a:lnTo>
                  <a:lnTo>
                    <a:pt x="572" y="508"/>
                  </a:lnTo>
                  <a:lnTo>
                    <a:pt x="162" y="508"/>
                  </a:lnTo>
                  <a:close/>
                  <a:moveTo>
                    <a:pt x="162" y="470"/>
                  </a:moveTo>
                  <a:lnTo>
                    <a:pt x="162" y="470"/>
                  </a:lnTo>
                  <a:lnTo>
                    <a:pt x="158" y="468"/>
                  </a:lnTo>
                  <a:lnTo>
                    <a:pt x="154" y="466"/>
                  </a:lnTo>
                  <a:lnTo>
                    <a:pt x="152" y="464"/>
                  </a:lnTo>
                  <a:lnTo>
                    <a:pt x="152" y="460"/>
                  </a:lnTo>
                  <a:lnTo>
                    <a:pt x="152" y="456"/>
                  </a:lnTo>
                  <a:lnTo>
                    <a:pt x="154" y="454"/>
                  </a:lnTo>
                  <a:lnTo>
                    <a:pt x="158" y="452"/>
                  </a:lnTo>
                  <a:lnTo>
                    <a:pt x="162" y="450"/>
                  </a:lnTo>
                  <a:lnTo>
                    <a:pt x="572" y="450"/>
                  </a:lnTo>
                  <a:lnTo>
                    <a:pt x="576" y="452"/>
                  </a:lnTo>
                  <a:lnTo>
                    <a:pt x="580" y="454"/>
                  </a:lnTo>
                  <a:lnTo>
                    <a:pt x="582" y="456"/>
                  </a:lnTo>
                  <a:lnTo>
                    <a:pt x="582" y="460"/>
                  </a:lnTo>
                  <a:lnTo>
                    <a:pt x="582" y="464"/>
                  </a:lnTo>
                  <a:lnTo>
                    <a:pt x="580" y="466"/>
                  </a:lnTo>
                  <a:lnTo>
                    <a:pt x="576" y="468"/>
                  </a:lnTo>
                  <a:lnTo>
                    <a:pt x="572" y="470"/>
                  </a:lnTo>
                  <a:lnTo>
                    <a:pt x="162" y="470"/>
                  </a:lnTo>
                  <a:close/>
                  <a:moveTo>
                    <a:pt x="118" y="148"/>
                  </a:moveTo>
                  <a:lnTo>
                    <a:pt x="158" y="148"/>
                  </a:lnTo>
                  <a:lnTo>
                    <a:pt x="154" y="152"/>
                  </a:lnTo>
                  <a:lnTo>
                    <a:pt x="152" y="156"/>
                  </a:lnTo>
                  <a:lnTo>
                    <a:pt x="148" y="162"/>
                  </a:lnTo>
                  <a:lnTo>
                    <a:pt x="148" y="168"/>
                  </a:lnTo>
                  <a:lnTo>
                    <a:pt x="146" y="176"/>
                  </a:lnTo>
                  <a:lnTo>
                    <a:pt x="144" y="180"/>
                  </a:lnTo>
                  <a:lnTo>
                    <a:pt x="142" y="180"/>
                  </a:lnTo>
                  <a:lnTo>
                    <a:pt x="136" y="174"/>
                  </a:lnTo>
                  <a:lnTo>
                    <a:pt x="134" y="166"/>
                  </a:lnTo>
                  <a:lnTo>
                    <a:pt x="130" y="160"/>
                  </a:lnTo>
                  <a:lnTo>
                    <a:pt x="128" y="156"/>
                  </a:lnTo>
                  <a:lnTo>
                    <a:pt x="122" y="152"/>
                  </a:lnTo>
                  <a:lnTo>
                    <a:pt x="118" y="148"/>
                  </a:lnTo>
                  <a:close/>
                  <a:moveTo>
                    <a:pt x="598" y="144"/>
                  </a:moveTo>
                  <a:lnTo>
                    <a:pt x="598" y="144"/>
                  </a:lnTo>
                  <a:lnTo>
                    <a:pt x="600" y="140"/>
                  </a:lnTo>
                  <a:lnTo>
                    <a:pt x="602" y="134"/>
                  </a:lnTo>
                  <a:lnTo>
                    <a:pt x="604" y="126"/>
                  </a:lnTo>
                  <a:lnTo>
                    <a:pt x="608" y="130"/>
                  </a:lnTo>
                  <a:lnTo>
                    <a:pt x="612" y="136"/>
                  </a:lnTo>
                  <a:lnTo>
                    <a:pt x="616" y="142"/>
                  </a:lnTo>
                  <a:lnTo>
                    <a:pt x="618" y="144"/>
                  </a:lnTo>
                  <a:lnTo>
                    <a:pt x="598" y="144"/>
                  </a:lnTo>
                  <a:close/>
                  <a:moveTo>
                    <a:pt x="200" y="312"/>
                  </a:moveTo>
                  <a:lnTo>
                    <a:pt x="200" y="312"/>
                  </a:lnTo>
                  <a:lnTo>
                    <a:pt x="196" y="312"/>
                  </a:lnTo>
                  <a:lnTo>
                    <a:pt x="194" y="310"/>
                  </a:lnTo>
                  <a:lnTo>
                    <a:pt x="192" y="306"/>
                  </a:lnTo>
                  <a:lnTo>
                    <a:pt x="190" y="302"/>
                  </a:lnTo>
                  <a:lnTo>
                    <a:pt x="192" y="300"/>
                  </a:lnTo>
                  <a:lnTo>
                    <a:pt x="194" y="296"/>
                  </a:lnTo>
                  <a:lnTo>
                    <a:pt x="196" y="294"/>
                  </a:lnTo>
                  <a:lnTo>
                    <a:pt x="200" y="294"/>
                  </a:lnTo>
                  <a:lnTo>
                    <a:pt x="612" y="294"/>
                  </a:lnTo>
                  <a:lnTo>
                    <a:pt x="616" y="294"/>
                  </a:lnTo>
                  <a:lnTo>
                    <a:pt x="618" y="296"/>
                  </a:lnTo>
                  <a:lnTo>
                    <a:pt x="620" y="300"/>
                  </a:lnTo>
                  <a:lnTo>
                    <a:pt x="622" y="302"/>
                  </a:lnTo>
                  <a:lnTo>
                    <a:pt x="620" y="306"/>
                  </a:lnTo>
                  <a:lnTo>
                    <a:pt x="618" y="310"/>
                  </a:lnTo>
                  <a:lnTo>
                    <a:pt x="616" y="312"/>
                  </a:lnTo>
                  <a:lnTo>
                    <a:pt x="612" y="312"/>
                  </a:lnTo>
                  <a:lnTo>
                    <a:pt x="200" y="312"/>
                  </a:lnTo>
                  <a:close/>
                  <a:moveTo>
                    <a:pt x="200" y="272"/>
                  </a:moveTo>
                  <a:lnTo>
                    <a:pt x="200" y="272"/>
                  </a:lnTo>
                  <a:lnTo>
                    <a:pt x="196" y="272"/>
                  </a:lnTo>
                  <a:lnTo>
                    <a:pt x="194" y="270"/>
                  </a:lnTo>
                  <a:lnTo>
                    <a:pt x="192" y="266"/>
                  </a:lnTo>
                  <a:lnTo>
                    <a:pt x="190" y="262"/>
                  </a:lnTo>
                  <a:lnTo>
                    <a:pt x="192" y="260"/>
                  </a:lnTo>
                  <a:lnTo>
                    <a:pt x="194" y="256"/>
                  </a:lnTo>
                  <a:lnTo>
                    <a:pt x="196" y="254"/>
                  </a:lnTo>
                  <a:lnTo>
                    <a:pt x="200" y="254"/>
                  </a:lnTo>
                  <a:lnTo>
                    <a:pt x="612" y="254"/>
                  </a:lnTo>
                  <a:lnTo>
                    <a:pt x="616" y="254"/>
                  </a:lnTo>
                  <a:lnTo>
                    <a:pt x="618" y="256"/>
                  </a:lnTo>
                  <a:lnTo>
                    <a:pt x="620" y="260"/>
                  </a:lnTo>
                  <a:lnTo>
                    <a:pt x="622" y="262"/>
                  </a:lnTo>
                  <a:lnTo>
                    <a:pt x="620" y="266"/>
                  </a:lnTo>
                  <a:lnTo>
                    <a:pt x="618" y="270"/>
                  </a:lnTo>
                  <a:lnTo>
                    <a:pt x="616" y="272"/>
                  </a:lnTo>
                  <a:lnTo>
                    <a:pt x="612" y="272"/>
                  </a:lnTo>
                  <a:lnTo>
                    <a:pt x="200" y="272"/>
                  </a:lnTo>
                  <a:close/>
                  <a:moveTo>
                    <a:pt x="200" y="232"/>
                  </a:moveTo>
                  <a:lnTo>
                    <a:pt x="200" y="232"/>
                  </a:lnTo>
                  <a:lnTo>
                    <a:pt x="196" y="232"/>
                  </a:lnTo>
                  <a:lnTo>
                    <a:pt x="194" y="230"/>
                  </a:lnTo>
                  <a:lnTo>
                    <a:pt x="192" y="226"/>
                  </a:lnTo>
                  <a:lnTo>
                    <a:pt x="190" y="224"/>
                  </a:lnTo>
                  <a:lnTo>
                    <a:pt x="192" y="220"/>
                  </a:lnTo>
                  <a:lnTo>
                    <a:pt x="194" y="216"/>
                  </a:lnTo>
                  <a:lnTo>
                    <a:pt x="196" y="214"/>
                  </a:lnTo>
                  <a:lnTo>
                    <a:pt x="200" y="214"/>
                  </a:lnTo>
                  <a:lnTo>
                    <a:pt x="612" y="214"/>
                  </a:lnTo>
                  <a:lnTo>
                    <a:pt x="616" y="214"/>
                  </a:lnTo>
                  <a:lnTo>
                    <a:pt x="618" y="216"/>
                  </a:lnTo>
                  <a:lnTo>
                    <a:pt x="620" y="220"/>
                  </a:lnTo>
                  <a:lnTo>
                    <a:pt x="622" y="224"/>
                  </a:lnTo>
                  <a:lnTo>
                    <a:pt x="620" y="226"/>
                  </a:lnTo>
                  <a:lnTo>
                    <a:pt x="618" y="230"/>
                  </a:lnTo>
                  <a:lnTo>
                    <a:pt x="616" y="232"/>
                  </a:lnTo>
                  <a:lnTo>
                    <a:pt x="612" y="232"/>
                  </a:lnTo>
                  <a:lnTo>
                    <a:pt x="200" y="232"/>
                  </a:lnTo>
                  <a:close/>
                  <a:moveTo>
                    <a:pt x="570" y="104"/>
                  </a:moveTo>
                  <a:lnTo>
                    <a:pt x="44" y="104"/>
                  </a:lnTo>
                  <a:lnTo>
                    <a:pt x="40" y="102"/>
                  </a:lnTo>
                  <a:lnTo>
                    <a:pt x="38" y="98"/>
                  </a:lnTo>
                  <a:lnTo>
                    <a:pt x="40" y="94"/>
                  </a:lnTo>
                  <a:lnTo>
                    <a:pt x="44" y="92"/>
                  </a:lnTo>
                  <a:lnTo>
                    <a:pt x="570" y="92"/>
                  </a:lnTo>
                  <a:lnTo>
                    <a:pt x="574" y="94"/>
                  </a:lnTo>
                  <a:lnTo>
                    <a:pt x="576" y="98"/>
                  </a:lnTo>
                  <a:lnTo>
                    <a:pt x="574" y="102"/>
                  </a:lnTo>
                  <a:lnTo>
                    <a:pt x="570" y="104"/>
                  </a:lnTo>
                  <a:close/>
                  <a:moveTo>
                    <a:pt x="570" y="80"/>
                  </a:moveTo>
                  <a:lnTo>
                    <a:pt x="44" y="80"/>
                  </a:lnTo>
                  <a:lnTo>
                    <a:pt x="40" y="78"/>
                  </a:lnTo>
                  <a:lnTo>
                    <a:pt x="38" y="74"/>
                  </a:lnTo>
                  <a:lnTo>
                    <a:pt x="40" y="70"/>
                  </a:lnTo>
                  <a:lnTo>
                    <a:pt x="44" y="68"/>
                  </a:lnTo>
                  <a:lnTo>
                    <a:pt x="570" y="68"/>
                  </a:lnTo>
                  <a:lnTo>
                    <a:pt x="574" y="70"/>
                  </a:lnTo>
                  <a:lnTo>
                    <a:pt x="576" y="74"/>
                  </a:lnTo>
                  <a:lnTo>
                    <a:pt x="574" y="78"/>
                  </a:lnTo>
                  <a:lnTo>
                    <a:pt x="570" y="80"/>
                  </a:lnTo>
                  <a:close/>
                  <a:moveTo>
                    <a:pt x="570" y="54"/>
                  </a:moveTo>
                  <a:lnTo>
                    <a:pt x="44" y="54"/>
                  </a:lnTo>
                  <a:lnTo>
                    <a:pt x="40" y="52"/>
                  </a:lnTo>
                  <a:lnTo>
                    <a:pt x="38" y="48"/>
                  </a:lnTo>
                  <a:lnTo>
                    <a:pt x="40" y="44"/>
                  </a:lnTo>
                  <a:lnTo>
                    <a:pt x="44" y="44"/>
                  </a:lnTo>
                  <a:lnTo>
                    <a:pt x="570" y="44"/>
                  </a:lnTo>
                  <a:lnTo>
                    <a:pt x="574" y="44"/>
                  </a:lnTo>
                  <a:lnTo>
                    <a:pt x="576" y="48"/>
                  </a:lnTo>
                  <a:lnTo>
                    <a:pt x="574" y="52"/>
                  </a:lnTo>
                  <a:lnTo>
                    <a:pt x="570" y="54"/>
                  </a:lnTo>
                  <a:close/>
                </a:path>
              </a:pathLst>
            </a:custGeom>
            <a:solidFill>
              <a:srgbClr val="336699"/>
            </a:solidFill>
            <a:ln w="9525">
              <a:noFill/>
              <a:round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2378075" y="2743835"/>
            <a:ext cx="440499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32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rPr>
              <a:t>课程</a:t>
            </a:r>
            <a:r>
              <a:rPr lang="zh-CN" altLang="en-US" sz="32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rPr>
              <a:t>论文相关事项安排</a:t>
            </a:r>
            <a:endParaRPr lang="zh-CN" altLang="en-US" sz="320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4459179"/>
            <a:ext cx="9144000" cy="69850"/>
          </a:xfrm>
          <a:prstGeom prst="rect">
            <a:avLst/>
          </a:prstGeom>
          <a:solidFill>
            <a:srgbClr val="2D5A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  <p:sp>
        <p:nvSpPr>
          <p:cNvPr id="6" name="文本框 5"/>
          <p:cNvSpPr txBox="1"/>
          <p:nvPr/>
        </p:nvSpPr>
        <p:spPr>
          <a:xfrm>
            <a:off x="57150" y="778510"/>
            <a:ext cx="33591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latin typeface="黑体" panose="02010609060101010101" charset="-122"/>
                <a:ea typeface="黑体" panose="02010609060101010101" charset="-122"/>
              </a:rPr>
              <a:t>课程论文时间安排：</a:t>
            </a:r>
            <a:endParaRPr lang="zh-CN" altLang="en-US" sz="2400">
              <a:latin typeface="黑体" panose="02010609060101010101" charset="-122"/>
              <a:ea typeface="黑体" panose="02010609060101010101" charset="-122"/>
            </a:endParaRPr>
          </a:p>
        </p:txBody>
      </p:sp>
      <p:graphicFrame>
        <p:nvGraphicFramePr>
          <p:cNvPr id="8" name="表格 7"/>
          <p:cNvGraphicFramePr/>
          <p:nvPr>
            <p:custDataLst>
              <p:tags r:id="rId1"/>
            </p:custDataLst>
          </p:nvPr>
        </p:nvGraphicFramePr>
        <p:xfrm>
          <a:off x="274955" y="1322705"/>
          <a:ext cx="6062980" cy="3048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45185"/>
                <a:gridCol w="5217795"/>
              </a:tblGrid>
              <a:tr h="381000"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en-US" altLang="zh-CN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6</a:t>
                      </a:r>
                      <a:r>
                        <a:rPr lang="zh-CN" altLang="en-US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月</a:t>
                      </a:r>
                      <a:r>
                        <a:rPr lang="en-US" altLang="zh-CN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03</a:t>
                      </a:r>
                      <a:r>
                        <a:rPr lang="zh-CN" altLang="en-US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日</a:t>
                      </a:r>
                      <a:endParaRPr lang="zh-CN" altLang="en-US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>
                          <a:latin typeface="黑体" panose="02010609060101010101" charset="-122"/>
                          <a:ea typeface="黑体" panose="02010609060101010101" charset="-122"/>
                        </a:rPr>
                        <a:t>开放初稿</a:t>
                      </a:r>
                      <a:r>
                        <a:rPr lang="zh-CN" altLang="en-US">
                          <a:latin typeface="黑体" panose="02010609060101010101" charset="-122"/>
                          <a:ea typeface="黑体" panose="02010609060101010101" charset="-122"/>
                        </a:rPr>
                        <a:t>提交</a:t>
                      </a:r>
                      <a:endParaRPr lang="zh-CN" altLang="en-US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en-US" altLang="zh-CN">
                          <a:latin typeface="黑体" panose="02010609060101010101" charset="-122"/>
                          <a:ea typeface="黑体" panose="02010609060101010101" charset="-122"/>
                        </a:rPr>
                        <a:t>6</a:t>
                      </a:r>
                      <a:r>
                        <a:rPr lang="zh-CN" altLang="en-US">
                          <a:latin typeface="黑体" panose="02010609060101010101" charset="-122"/>
                          <a:ea typeface="黑体" panose="02010609060101010101" charset="-122"/>
                        </a:rPr>
                        <a:t>月</a:t>
                      </a:r>
                      <a:r>
                        <a:rPr lang="en-US" altLang="zh-CN">
                          <a:latin typeface="黑体" panose="02010609060101010101" charset="-122"/>
                          <a:ea typeface="黑体" panose="02010609060101010101" charset="-122"/>
                        </a:rPr>
                        <a:t>04</a:t>
                      </a:r>
                      <a:r>
                        <a:rPr lang="zh-CN" altLang="en-US">
                          <a:latin typeface="黑体" panose="02010609060101010101" charset="-122"/>
                          <a:ea typeface="黑体" panose="02010609060101010101" charset="-122"/>
                        </a:rPr>
                        <a:t>日</a:t>
                      </a:r>
                      <a:endParaRPr lang="en-US" altLang="zh-CN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350">
                          <a:latin typeface="黑体" panose="02010609060101010101" charset="-122"/>
                          <a:ea typeface="黑体" panose="02010609060101010101" charset="-122"/>
                          <a:sym typeface="+mn-ea"/>
                        </a:rPr>
                        <a:t>开放第一批次面批预约（无限制次数）</a:t>
                      </a:r>
                      <a:endParaRPr lang="zh-CN" altLang="en-US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en-US" altLang="zh-CN">
                          <a:latin typeface="黑体" panose="02010609060101010101" charset="-122"/>
                          <a:ea typeface="黑体" panose="02010609060101010101" charset="-122"/>
                        </a:rPr>
                        <a:t>6</a:t>
                      </a:r>
                      <a:r>
                        <a:rPr lang="zh-CN" altLang="en-US">
                          <a:latin typeface="黑体" panose="02010609060101010101" charset="-122"/>
                          <a:ea typeface="黑体" panose="02010609060101010101" charset="-122"/>
                        </a:rPr>
                        <a:t>月</a:t>
                      </a:r>
                      <a:r>
                        <a:rPr lang="en-US" altLang="zh-CN">
                          <a:latin typeface="黑体" panose="02010609060101010101" charset="-122"/>
                          <a:ea typeface="黑体" panose="02010609060101010101" charset="-122"/>
                        </a:rPr>
                        <a:t>15</a:t>
                      </a:r>
                      <a:r>
                        <a:rPr lang="zh-CN" altLang="en-US">
                          <a:latin typeface="黑体" panose="02010609060101010101" charset="-122"/>
                          <a:ea typeface="黑体" panose="02010609060101010101" charset="-122"/>
                        </a:rPr>
                        <a:t>日</a:t>
                      </a:r>
                      <a:endParaRPr lang="zh-CN" altLang="en-US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>
                          <a:latin typeface="黑体" panose="02010609060101010101" charset="-122"/>
                          <a:ea typeface="黑体" panose="02010609060101010101" charset="-122"/>
                        </a:rPr>
                        <a:t>开放第二批次面批预约（原则上限一次）</a:t>
                      </a:r>
                      <a:endParaRPr lang="zh-CN" altLang="en-US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en-US" altLang="zh-CN" sz="1350">
                          <a:latin typeface="黑体" panose="02010609060101010101" charset="-122"/>
                          <a:ea typeface="黑体" panose="02010609060101010101" charset="-122"/>
                          <a:sym typeface="+mn-ea"/>
                        </a:rPr>
                        <a:t>6</a:t>
                      </a:r>
                      <a:r>
                        <a:rPr lang="zh-CN" altLang="en-US" sz="1350">
                          <a:latin typeface="黑体" panose="02010609060101010101" charset="-122"/>
                          <a:ea typeface="黑体" panose="02010609060101010101" charset="-122"/>
                          <a:sym typeface="+mn-ea"/>
                        </a:rPr>
                        <a:t>月</a:t>
                      </a:r>
                      <a:r>
                        <a:rPr lang="en-US" altLang="zh-CN" sz="1350">
                          <a:latin typeface="黑体" panose="02010609060101010101" charset="-122"/>
                          <a:ea typeface="黑体" panose="02010609060101010101" charset="-122"/>
                          <a:sym typeface="+mn-ea"/>
                        </a:rPr>
                        <a:t>22</a:t>
                      </a:r>
                      <a:r>
                        <a:rPr lang="zh-CN" altLang="en-US" sz="1350">
                          <a:latin typeface="黑体" panose="02010609060101010101" charset="-122"/>
                          <a:ea typeface="黑体" panose="02010609060101010101" charset="-122"/>
                          <a:sym typeface="+mn-ea"/>
                        </a:rPr>
                        <a:t>日</a:t>
                      </a:r>
                      <a:endParaRPr lang="zh-CN" altLang="en-US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>
                          <a:latin typeface="黑体" panose="02010609060101010101" charset="-122"/>
                          <a:ea typeface="黑体" panose="02010609060101010101" charset="-122"/>
                        </a:rPr>
                        <a:t>初稿提交</a:t>
                      </a:r>
                      <a:r>
                        <a:rPr lang="zh-CN" altLang="en-US">
                          <a:latin typeface="黑体" panose="02010609060101010101" charset="-122"/>
                          <a:ea typeface="黑体" panose="02010609060101010101" charset="-122"/>
                        </a:rPr>
                        <a:t>截止</a:t>
                      </a:r>
                      <a:endParaRPr lang="zh-CN" altLang="en-US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en-US" altLang="zh-CN">
                          <a:latin typeface="黑体" panose="02010609060101010101" charset="-122"/>
                          <a:ea typeface="黑体" panose="02010609060101010101" charset="-122"/>
                        </a:rPr>
                        <a:t>6</a:t>
                      </a:r>
                      <a:r>
                        <a:rPr lang="zh-CN" altLang="en-US">
                          <a:latin typeface="黑体" panose="02010609060101010101" charset="-122"/>
                          <a:ea typeface="黑体" panose="02010609060101010101" charset="-122"/>
                        </a:rPr>
                        <a:t>月</a:t>
                      </a:r>
                      <a:r>
                        <a:rPr lang="en-US" altLang="zh-CN">
                          <a:latin typeface="黑体" panose="02010609060101010101" charset="-122"/>
                          <a:ea typeface="黑体" panose="02010609060101010101" charset="-122"/>
                        </a:rPr>
                        <a:t>23</a:t>
                      </a:r>
                      <a:r>
                        <a:rPr lang="zh-CN" altLang="en-US">
                          <a:latin typeface="黑体" panose="02010609060101010101" charset="-122"/>
                          <a:ea typeface="黑体" panose="02010609060101010101" charset="-122"/>
                        </a:rPr>
                        <a:t>日</a:t>
                      </a:r>
                      <a:endParaRPr lang="zh-CN" altLang="en-US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>
                          <a:latin typeface="黑体" panose="02010609060101010101" charset="-122"/>
                          <a:ea typeface="黑体" panose="02010609060101010101" charset="-122"/>
                        </a:rPr>
                        <a:t>开放综稿提交</a:t>
                      </a:r>
                      <a:endParaRPr lang="zh-CN" altLang="en-US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en-US" altLang="zh-CN" sz="1350">
                          <a:latin typeface="黑体" panose="02010609060101010101" charset="-122"/>
                          <a:ea typeface="黑体" panose="02010609060101010101" charset="-122"/>
                          <a:sym typeface="+mn-ea"/>
                        </a:rPr>
                        <a:t>7</a:t>
                      </a:r>
                      <a:r>
                        <a:rPr lang="zh-CN" altLang="en-US" sz="1350">
                          <a:latin typeface="黑体" panose="02010609060101010101" charset="-122"/>
                          <a:ea typeface="黑体" panose="02010609060101010101" charset="-122"/>
                          <a:sym typeface="+mn-ea"/>
                        </a:rPr>
                        <a:t>月</a:t>
                      </a:r>
                      <a:r>
                        <a:rPr lang="en-US" altLang="zh-CN" sz="1350">
                          <a:latin typeface="黑体" panose="02010609060101010101" charset="-122"/>
                          <a:ea typeface="黑体" panose="02010609060101010101" charset="-122"/>
                          <a:sym typeface="+mn-ea"/>
                        </a:rPr>
                        <a:t>04</a:t>
                      </a:r>
                      <a:r>
                        <a:rPr lang="zh-CN" altLang="en-US" sz="1350">
                          <a:latin typeface="黑体" panose="02010609060101010101" charset="-122"/>
                          <a:ea typeface="黑体" panose="02010609060101010101" charset="-122"/>
                          <a:sym typeface="+mn-ea"/>
                        </a:rPr>
                        <a:t>日</a:t>
                      </a:r>
                      <a:endParaRPr lang="zh-CN" altLang="en-US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>
                          <a:latin typeface="黑体" panose="02010609060101010101" charset="-122"/>
                          <a:ea typeface="黑体" panose="02010609060101010101" charset="-122"/>
                        </a:rPr>
                        <a:t>面批</a:t>
                      </a:r>
                      <a:r>
                        <a:rPr lang="zh-CN" altLang="en-US">
                          <a:latin typeface="黑体" panose="02010609060101010101" charset="-122"/>
                          <a:ea typeface="黑体" panose="02010609060101010101" charset="-122"/>
                        </a:rPr>
                        <a:t>预约截止</a:t>
                      </a:r>
                      <a:endParaRPr lang="zh-CN" altLang="en-US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en-US" altLang="zh-CN" sz="1350">
                          <a:latin typeface="黑体" panose="02010609060101010101" charset="-122"/>
                          <a:ea typeface="黑体" panose="02010609060101010101" charset="-122"/>
                          <a:sym typeface="+mn-ea"/>
                        </a:rPr>
                        <a:t>7</a:t>
                      </a:r>
                      <a:r>
                        <a:rPr lang="zh-CN" altLang="en-US" sz="1350">
                          <a:latin typeface="黑体" panose="02010609060101010101" charset="-122"/>
                          <a:ea typeface="黑体" panose="02010609060101010101" charset="-122"/>
                          <a:sym typeface="+mn-ea"/>
                        </a:rPr>
                        <a:t>月</a:t>
                      </a:r>
                      <a:r>
                        <a:rPr lang="en-US" altLang="zh-CN" sz="1350">
                          <a:latin typeface="黑体" panose="02010609060101010101" charset="-122"/>
                          <a:ea typeface="黑体" panose="02010609060101010101" charset="-122"/>
                          <a:sym typeface="+mn-ea"/>
                        </a:rPr>
                        <a:t>05</a:t>
                      </a:r>
                      <a:r>
                        <a:rPr lang="zh-CN" altLang="en-US" sz="1350">
                          <a:latin typeface="黑体" panose="02010609060101010101" charset="-122"/>
                          <a:ea typeface="黑体" panose="02010609060101010101" charset="-122"/>
                          <a:sym typeface="+mn-ea"/>
                        </a:rPr>
                        <a:t>日</a:t>
                      </a:r>
                      <a:endParaRPr lang="zh-CN" altLang="en-US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>
                          <a:latin typeface="黑体" panose="02010609060101010101" charset="-122"/>
                          <a:ea typeface="黑体" panose="02010609060101010101" charset="-122"/>
                        </a:rPr>
                        <a:t>课程</a:t>
                      </a:r>
                      <a:r>
                        <a:rPr lang="zh-CN" altLang="en-US">
                          <a:latin typeface="黑体" panose="02010609060101010101" charset="-122"/>
                          <a:ea typeface="黑体" panose="02010609060101010101" charset="-122"/>
                        </a:rPr>
                        <a:t>论文打分</a:t>
                      </a:r>
                      <a:endParaRPr lang="zh-CN" altLang="en-US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en-US" altLang="zh-CN" sz="1350">
                          <a:latin typeface="黑体" panose="02010609060101010101" charset="-122"/>
                          <a:ea typeface="黑体" panose="02010609060101010101" charset="-122"/>
                          <a:sym typeface="+mn-ea"/>
                        </a:rPr>
                        <a:t>7</a:t>
                      </a:r>
                      <a:r>
                        <a:rPr lang="zh-CN" altLang="en-US" sz="1350">
                          <a:latin typeface="黑体" panose="02010609060101010101" charset="-122"/>
                          <a:ea typeface="黑体" panose="02010609060101010101" charset="-122"/>
                          <a:sym typeface="+mn-ea"/>
                        </a:rPr>
                        <a:t>月</a:t>
                      </a:r>
                      <a:r>
                        <a:rPr lang="en-US" altLang="zh-CN" sz="1350">
                          <a:latin typeface="黑体" panose="02010609060101010101" charset="-122"/>
                          <a:ea typeface="黑体" panose="02010609060101010101" charset="-122"/>
                          <a:sym typeface="+mn-ea"/>
                        </a:rPr>
                        <a:t>06</a:t>
                      </a:r>
                      <a:r>
                        <a:rPr lang="zh-CN" altLang="en-US" sz="1350">
                          <a:latin typeface="黑体" panose="02010609060101010101" charset="-122"/>
                          <a:ea typeface="黑体" panose="02010609060101010101" charset="-122"/>
                          <a:sym typeface="+mn-ea"/>
                        </a:rPr>
                        <a:t>日</a:t>
                      </a:r>
                      <a:endParaRPr lang="zh-CN" altLang="en-US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>
                          <a:latin typeface="黑体" panose="02010609060101010101" charset="-122"/>
                          <a:ea typeface="黑体" panose="02010609060101010101" charset="-122"/>
                        </a:rPr>
                        <a:t>上传</a:t>
                      </a:r>
                      <a:r>
                        <a:rPr lang="zh-CN" altLang="en-US">
                          <a:latin typeface="黑体" panose="02010609060101010101" charset="-122"/>
                          <a:ea typeface="黑体" panose="02010609060101010101" charset="-122"/>
                        </a:rPr>
                        <a:t>成绩</a:t>
                      </a:r>
                      <a:endParaRPr lang="zh-CN" altLang="en-US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2841625" y="870585"/>
            <a:ext cx="65246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800"/>
              <a:t>教务处要求</a:t>
            </a:r>
            <a:r>
              <a:rPr lang="en-US" altLang="zh-CN" sz="1800"/>
              <a:t>7.7</a:t>
            </a:r>
            <a:r>
              <a:rPr lang="zh-CN" altLang="en-US" sz="1800"/>
              <a:t>之前上传最终成绩，因此各时间点安排</a:t>
            </a:r>
            <a:r>
              <a:rPr lang="zh-CN" altLang="en-US" sz="1800"/>
              <a:t>如下：</a:t>
            </a:r>
            <a:endParaRPr lang="zh-CN" altLang="en-US" sz="18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5510" y="1242060"/>
            <a:ext cx="3667125" cy="125984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6925" y="2501900"/>
            <a:ext cx="3680460" cy="256159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4459179"/>
            <a:ext cx="9144000" cy="69850"/>
          </a:xfrm>
          <a:prstGeom prst="rect">
            <a:avLst/>
          </a:prstGeom>
          <a:solidFill>
            <a:srgbClr val="2D5A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  <p:sp>
        <p:nvSpPr>
          <p:cNvPr id="6" name="文本框 5"/>
          <p:cNvSpPr txBox="1"/>
          <p:nvPr/>
        </p:nvSpPr>
        <p:spPr>
          <a:xfrm>
            <a:off x="1600200" y="41275"/>
            <a:ext cx="65246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latin typeface="黑体" panose="02010609060101010101" charset="-122"/>
                <a:ea typeface="黑体" panose="02010609060101010101" charset="-122"/>
              </a:rPr>
              <a:t>课程论文打分标准（总分</a:t>
            </a:r>
            <a:r>
              <a:rPr lang="en-US" altLang="zh-CN" sz="2400">
                <a:latin typeface="黑体" panose="02010609060101010101" charset="-122"/>
                <a:ea typeface="黑体" panose="02010609060101010101" charset="-122"/>
              </a:rPr>
              <a:t>100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</a:rPr>
              <a:t>分，占比</a:t>
            </a:r>
            <a:r>
              <a:rPr lang="en-US" altLang="zh-CN" sz="2400">
                <a:latin typeface="黑体" panose="02010609060101010101" charset="-122"/>
                <a:ea typeface="黑体" panose="02010609060101010101" charset="-122"/>
              </a:rPr>
              <a:t>50%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</a:rPr>
              <a:t>）：</a:t>
            </a:r>
            <a:endParaRPr lang="zh-CN" altLang="en-US" sz="2400">
              <a:latin typeface="黑体" panose="02010609060101010101" charset="-122"/>
              <a:ea typeface="黑体" panose="02010609060101010101" charset="-122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0" y="657860"/>
          <a:ext cx="9100185" cy="4008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3670"/>
                <a:gridCol w="989330"/>
                <a:gridCol w="6687185"/>
              </a:tblGrid>
              <a:tr h="39624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000">
                          <a:latin typeface="黑体" panose="02010609060101010101" charset="-122"/>
                          <a:ea typeface="黑体" panose="02010609060101010101" charset="-122"/>
                        </a:rPr>
                        <a:t>项目</a:t>
                      </a:r>
                      <a:endParaRPr lang="zh-CN" altLang="en-US" sz="200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000">
                          <a:latin typeface="黑体" panose="02010609060101010101" charset="-122"/>
                          <a:ea typeface="黑体" panose="02010609060101010101" charset="-122"/>
                        </a:rPr>
                        <a:t>分值</a:t>
                      </a:r>
                      <a:endParaRPr lang="zh-CN" altLang="en-US" sz="200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000">
                          <a:latin typeface="黑体" panose="02010609060101010101" charset="-122"/>
                          <a:ea typeface="黑体" panose="02010609060101010101" charset="-122"/>
                        </a:rPr>
                        <a:t>体现</a:t>
                      </a:r>
                      <a:endParaRPr lang="zh-CN" altLang="en-US" sz="200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/>
                </a:tc>
              </a:tr>
              <a:tr h="39624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 b="0">
                          <a:latin typeface="黑体" panose="02010609060101010101" charset="-122"/>
                          <a:ea typeface="黑体" panose="02010609060101010101" charset="-122"/>
                        </a:rPr>
                        <a:t>论文布局</a:t>
                      </a:r>
                      <a:endParaRPr lang="zh-CN" altLang="en-US" sz="1800" b="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 b="0">
                          <a:latin typeface="黑体" panose="02010609060101010101" charset="-122"/>
                          <a:ea typeface="黑体" panose="02010609060101010101" charset="-122"/>
                        </a:rPr>
                        <a:t>10 </a:t>
                      </a:r>
                      <a:r>
                        <a:rPr lang="zh-CN" altLang="en-US" sz="1800" b="0">
                          <a:latin typeface="黑体" panose="02010609060101010101" charset="-122"/>
                          <a:ea typeface="黑体" panose="02010609060101010101" charset="-122"/>
                        </a:rPr>
                        <a:t>分</a:t>
                      </a:r>
                      <a:endParaRPr lang="zh-CN" altLang="en-US" sz="1800" b="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 b="0">
                          <a:latin typeface="黑体" panose="02010609060101010101" charset="-122"/>
                          <a:ea typeface="黑体" panose="02010609060101010101" charset="-122"/>
                        </a:rPr>
                        <a:t>论文布局合理，各部分内容较为均衡</a:t>
                      </a:r>
                      <a:endParaRPr lang="zh-CN" altLang="en-US" sz="1800" b="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/>
                </a:tc>
              </a:tr>
              <a:tr h="39624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 b="0">
                          <a:latin typeface="黑体" panose="02010609060101010101" charset="-122"/>
                          <a:ea typeface="黑体" panose="02010609060101010101" charset="-122"/>
                        </a:rPr>
                        <a:t>起始部分</a:t>
                      </a:r>
                      <a:endParaRPr lang="zh-CN" altLang="en-US" sz="1800" b="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 b="0">
                          <a:latin typeface="黑体" panose="02010609060101010101" charset="-122"/>
                          <a:ea typeface="黑体" panose="02010609060101010101" charset="-122"/>
                        </a:rPr>
                        <a:t>10 </a:t>
                      </a:r>
                      <a:r>
                        <a:rPr lang="zh-CN" altLang="en-US" sz="1800" b="0">
                          <a:latin typeface="黑体" panose="02010609060101010101" charset="-122"/>
                          <a:ea typeface="黑体" panose="02010609060101010101" charset="-122"/>
                        </a:rPr>
                        <a:t>分</a:t>
                      </a:r>
                      <a:endParaRPr lang="zh-CN" altLang="en-US" sz="1800" b="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 b="0">
                          <a:latin typeface="黑体" panose="02010609060101010101" charset="-122"/>
                          <a:ea typeface="黑体" panose="02010609060101010101" charset="-122"/>
                        </a:rPr>
                        <a:t>标题有吸引力；标题无歧义；摘要包含充足的细节；关键词的选取符合规范</a:t>
                      </a:r>
                      <a:endParaRPr lang="zh-CN" altLang="en-US" sz="1800" b="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/>
                </a:tc>
              </a:tr>
              <a:tr h="64008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 b="0">
                          <a:latin typeface="黑体" panose="02010609060101010101" charset="-122"/>
                          <a:ea typeface="黑体" panose="02010609060101010101" charset="-122"/>
                        </a:rPr>
                        <a:t>正文部分</a:t>
                      </a:r>
                      <a:endParaRPr lang="zh-CN" altLang="en-US" sz="1800" b="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 b="0">
                          <a:latin typeface="黑体" panose="02010609060101010101" charset="-122"/>
                          <a:ea typeface="黑体" panose="02010609060101010101" charset="-122"/>
                        </a:rPr>
                        <a:t>20 </a:t>
                      </a:r>
                      <a:r>
                        <a:rPr lang="zh-CN" altLang="en-US" sz="1800" b="0">
                          <a:latin typeface="黑体" panose="02010609060101010101" charset="-122"/>
                          <a:ea typeface="黑体" panose="02010609060101010101" charset="-122"/>
                        </a:rPr>
                        <a:t>分</a:t>
                      </a:r>
                      <a:endParaRPr lang="zh-CN" altLang="en-US" sz="1800" b="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 b="0">
                          <a:latin typeface="黑体" panose="02010609060101010101" charset="-122"/>
                          <a:ea typeface="黑体" panose="02010609060101010101" charset="-122"/>
                        </a:rPr>
                        <a:t>段落主题句/结论句明确；术语的解释可理解；段落间有必要的过渡句；写作手法多样；合理利用图表等可视觉化要素</a:t>
                      </a:r>
                      <a:endParaRPr lang="zh-CN" altLang="en-US" sz="1800" b="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/>
                </a:tc>
              </a:tr>
              <a:tr h="64008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 b="0">
                          <a:latin typeface="黑体" panose="02010609060101010101" charset="-122"/>
                          <a:ea typeface="黑体" panose="02010609060101010101" charset="-122"/>
                        </a:rPr>
                        <a:t>论证深度</a:t>
                      </a:r>
                      <a:endParaRPr lang="zh-CN" altLang="en-US" sz="1800" b="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 b="0">
                          <a:latin typeface="黑体" panose="02010609060101010101" charset="-122"/>
                          <a:ea typeface="黑体" panose="02010609060101010101" charset="-122"/>
                        </a:rPr>
                        <a:t>20 </a:t>
                      </a:r>
                      <a:r>
                        <a:rPr lang="zh-CN" altLang="en-US" sz="1800" b="0">
                          <a:latin typeface="黑体" panose="02010609060101010101" charset="-122"/>
                          <a:ea typeface="黑体" panose="02010609060101010101" charset="-122"/>
                        </a:rPr>
                        <a:t>分</a:t>
                      </a:r>
                      <a:endParaRPr lang="zh-CN" altLang="en-US" sz="1800" b="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 b="0">
                          <a:latin typeface="黑体" panose="02010609060101010101" charset="-122"/>
                          <a:ea typeface="黑体" panose="02010609060101010101" charset="-122"/>
                        </a:rPr>
                        <a:t>研究问题清晰、明确；论证逻辑清晰、有深度；文章得出的结论合理</a:t>
                      </a:r>
                      <a:endParaRPr lang="zh-CN" altLang="en-US" sz="1800" b="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 b="0">
                          <a:latin typeface="黑体" panose="02010609060101010101" charset="-122"/>
                          <a:ea typeface="黑体" panose="02010609060101010101" charset="-122"/>
                        </a:rPr>
                        <a:t>文字表达</a:t>
                      </a:r>
                      <a:endParaRPr lang="zh-CN" altLang="en-US" sz="1800" b="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 b="0">
                          <a:latin typeface="黑体" panose="02010609060101010101" charset="-122"/>
                          <a:ea typeface="黑体" panose="02010609060101010101" charset="-122"/>
                        </a:rPr>
                        <a:t>10 </a:t>
                      </a:r>
                      <a:r>
                        <a:rPr lang="zh-CN" altLang="en-US" sz="1800" b="0">
                          <a:latin typeface="黑体" panose="02010609060101010101" charset="-122"/>
                          <a:ea typeface="黑体" panose="02010609060101010101" charset="-122"/>
                        </a:rPr>
                        <a:t>分</a:t>
                      </a:r>
                      <a:endParaRPr lang="zh-CN" altLang="en-US" sz="1800" b="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 b="0">
                          <a:latin typeface="黑体" panose="02010609060101010101" charset="-122"/>
                          <a:ea typeface="黑体" panose="02010609060101010101" charset="-122"/>
                        </a:rPr>
                        <a:t>全文没有错别字；句子没有语病或明显歧义；标点符号使用准确</a:t>
                      </a:r>
                      <a:endParaRPr lang="zh-CN" altLang="en-US" sz="1800" b="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/>
                </a:tc>
              </a:tr>
              <a:tr h="39624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 b="0">
                          <a:latin typeface="黑体" panose="02010609060101010101" charset="-122"/>
                          <a:ea typeface="黑体" panose="02010609060101010101" charset="-122"/>
                        </a:rPr>
                        <a:t>参考</a:t>
                      </a:r>
                      <a:r>
                        <a:rPr lang="zh-CN" altLang="en-US" sz="1800" b="0">
                          <a:latin typeface="黑体" panose="02010609060101010101" charset="-122"/>
                          <a:ea typeface="黑体" panose="02010609060101010101" charset="-122"/>
                        </a:rPr>
                        <a:t>文献</a:t>
                      </a:r>
                      <a:endParaRPr lang="zh-CN" altLang="en-US" sz="1800" b="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 b="0">
                          <a:latin typeface="黑体" panose="02010609060101010101" charset="-122"/>
                          <a:ea typeface="黑体" panose="02010609060101010101" charset="-122"/>
                        </a:rPr>
                        <a:t>10 </a:t>
                      </a:r>
                      <a:r>
                        <a:rPr lang="zh-CN" altLang="en-US" sz="1800" b="0">
                          <a:latin typeface="黑体" panose="02010609060101010101" charset="-122"/>
                          <a:ea typeface="黑体" panose="02010609060101010101" charset="-122"/>
                        </a:rPr>
                        <a:t>分</a:t>
                      </a:r>
                      <a:endParaRPr lang="zh-CN" altLang="en-US" sz="1800" b="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 b="0">
                          <a:latin typeface="黑体" panose="02010609060101010101" charset="-122"/>
                          <a:ea typeface="黑体" panose="02010609060101010101" charset="-122"/>
                        </a:rPr>
                        <a:t>参考文献引用得当；参考文献对论证的支撑</a:t>
                      </a:r>
                      <a:r>
                        <a:rPr lang="zh-CN" altLang="en-US" sz="1800" b="0">
                          <a:latin typeface="黑体" panose="02010609060101010101" charset="-122"/>
                          <a:ea typeface="黑体" panose="02010609060101010101" charset="-122"/>
                        </a:rPr>
                        <a:t>清晰</a:t>
                      </a:r>
                      <a:endParaRPr lang="zh-CN" altLang="en-US" sz="1800" b="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 b="0">
                          <a:solidFill>
                            <a:srgbClr val="FF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工具运用</a:t>
                      </a:r>
                      <a:endParaRPr lang="zh-CN" altLang="en-US" sz="1800" b="0">
                        <a:solidFill>
                          <a:srgbClr val="FF0000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 b="0">
                          <a:solidFill>
                            <a:srgbClr val="FF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10 </a:t>
                      </a:r>
                      <a:r>
                        <a:rPr lang="zh-CN" altLang="en-US" sz="1800" b="0">
                          <a:solidFill>
                            <a:srgbClr val="FF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分</a:t>
                      </a:r>
                      <a:endParaRPr lang="zh-CN" altLang="en-US" sz="1800" b="0">
                        <a:solidFill>
                          <a:srgbClr val="FF0000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 b="0">
                          <a:solidFill>
                            <a:srgbClr val="FF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终稿提交附录</a:t>
                      </a:r>
                      <a:r>
                        <a:rPr lang="en-US" altLang="zh-CN" sz="1800" b="0">
                          <a:solidFill>
                            <a:srgbClr val="FF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AI</a:t>
                      </a:r>
                      <a:r>
                        <a:rPr lang="zh-CN" altLang="en-US" sz="1800" b="0">
                          <a:solidFill>
                            <a:srgbClr val="FF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工具使用说明部分</a:t>
                      </a:r>
                      <a:endParaRPr lang="zh-CN" altLang="en-US" sz="1800" b="0">
                        <a:solidFill>
                          <a:srgbClr val="FF0000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 b="0">
                          <a:solidFill>
                            <a:srgbClr val="FF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论文修改</a:t>
                      </a:r>
                      <a:endParaRPr lang="zh-CN" altLang="en-US" sz="1800" b="0">
                        <a:solidFill>
                          <a:srgbClr val="FF0000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 b="0">
                          <a:solidFill>
                            <a:srgbClr val="FF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10 </a:t>
                      </a:r>
                      <a:r>
                        <a:rPr lang="zh-CN" altLang="en-US" sz="1800" b="0">
                          <a:solidFill>
                            <a:srgbClr val="FF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分</a:t>
                      </a:r>
                      <a:endParaRPr lang="zh-CN" altLang="en-US" sz="1800" b="0">
                        <a:solidFill>
                          <a:srgbClr val="FF0000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 b="0">
                          <a:solidFill>
                            <a:srgbClr val="FF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论文终稿修改部分（保留修订痕迹）</a:t>
                      </a:r>
                      <a:endParaRPr lang="zh-CN" altLang="en-US" sz="1800" b="0">
                        <a:solidFill>
                          <a:srgbClr val="FF0000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4459179"/>
            <a:ext cx="9144000" cy="69850"/>
          </a:xfrm>
          <a:prstGeom prst="rect">
            <a:avLst/>
          </a:prstGeom>
          <a:solidFill>
            <a:srgbClr val="2D5A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  <p:sp>
        <p:nvSpPr>
          <p:cNvPr id="6" name="文本框 5"/>
          <p:cNvSpPr txBox="1"/>
          <p:nvPr/>
        </p:nvSpPr>
        <p:spPr>
          <a:xfrm>
            <a:off x="396240" y="843915"/>
            <a:ext cx="65246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latin typeface="黑体" panose="02010609060101010101" charset="-122"/>
                <a:ea typeface="黑体" panose="02010609060101010101" charset="-122"/>
              </a:rPr>
              <a:t>课程论文相关提交链接</a:t>
            </a:r>
            <a:endParaRPr lang="zh-CN" altLang="en-US" sz="2400">
              <a:latin typeface="黑体" panose="02010609060101010101" charset="-122"/>
              <a:ea typeface="黑体" panose="02010609060101010101" charset="-122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43815" y="1535430"/>
          <a:ext cx="9100185" cy="2072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9415"/>
                <a:gridCol w="1593215"/>
                <a:gridCol w="5837555"/>
              </a:tblGrid>
              <a:tr h="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000">
                          <a:latin typeface="黑体" panose="02010609060101010101" charset="-122"/>
                          <a:ea typeface="黑体" panose="02010609060101010101" charset="-122"/>
                        </a:rPr>
                        <a:t>时间</a:t>
                      </a:r>
                      <a:r>
                        <a:rPr lang="zh-CN" altLang="en-US" sz="2000">
                          <a:latin typeface="黑体" panose="02010609060101010101" charset="-122"/>
                          <a:ea typeface="黑体" panose="02010609060101010101" charset="-122"/>
                        </a:rPr>
                        <a:t>节点</a:t>
                      </a:r>
                      <a:endParaRPr lang="zh-CN" altLang="en-US" sz="200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000">
                          <a:latin typeface="黑体" panose="02010609060101010101" charset="-122"/>
                          <a:ea typeface="黑体" panose="02010609060101010101" charset="-122"/>
                        </a:rPr>
                        <a:t>文档</a:t>
                      </a:r>
                      <a:endParaRPr lang="zh-CN" altLang="en-US" sz="200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000">
                          <a:latin typeface="黑体" panose="02010609060101010101" charset="-122"/>
                          <a:ea typeface="黑体" panose="02010609060101010101" charset="-122"/>
                        </a:rPr>
                        <a:t>链接</a:t>
                      </a:r>
                      <a:endParaRPr lang="zh-CN" altLang="en-US" sz="200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/>
                </a:tc>
              </a:tr>
              <a:tr h="3962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 b="0">
                          <a:latin typeface="黑体" panose="02010609060101010101" charset="-122"/>
                          <a:ea typeface="黑体" panose="02010609060101010101" charset="-122"/>
                        </a:rPr>
                        <a:t>面批</a:t>
                      </a:r>
                      <a:r>
                        <a:rPr lang="zh-CN" altLang="en-US" sz="1800" b="0">
                          <a:latin typeface="黑体" panose="02010609060101010101" charset="-122"/>
                          <a:ea typeface="黑体" panose="02010609060101010101" charset="-122"/>
                        </a:rPr>
                        <a:t>前</a:t>
                      </a:r>
                      <a:endParaRPr lang="zh-CN" altLang="en-US" sz="1800" b="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1800" b="0">
                          <a:latin typeface="黑体" panose="02010609060101010101" charset="-122"/>
                          <a:ea typeface="黑体" panose="02010609060101010101" charset="-122"/>
                        </a:rPr>
                        <a:t>（</a:t>
                      </a:r>
                      <a:r>
                        <a:rPr lang="zh-CN" altLang="en-US" sz="1800" b="0">
                          <a:latin typeface="黑体" panose="02010609060101010101" charset="-122"/>
                          <a:ea typeface="黑体" panose="02010609060101010101" charset="-122"/>
                        </a:rPr>
                        <a:t>支持多版本）</a:t>
                      </a:r>
                      <a:endParaRPr lang="zh-CN" altLang="en-US" sz="1800" b="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 b="0">
                          <a:latin typeface="黑体" panose="02010609060101010101" charset="-122"/>
                          <a:ea typeface="黑体" panose="02010609060101010101" charset="-122"/>
                        </a:rPr>
                        <a:t>初稿</a:t>
                      </a:r>
                      <a:endParaRPr lang="zh-CN" altLang="en-US" sz="1800" b="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800" b="0">
                          <a:latin typeface="黑体" panose="02010609060101010101" charset="-122"/>
                          <a:ea typeface="黑体" panose="02010609060101010101" charset="-122"/>
                        </a:rPr>
                        <a:t>（</a:t>
                      </a:r>
                      <a:r>
                        <a:rPr lang="en-US" altLang="zh-CN" sz="1800" b="0">
                          <a:latin typeface="黑体" panose="02010609060101010101" charset="-122"/>
                          <a:ea typeface="黑体" panose="02010609060101010101" charset="-122"/>
                        </a:rPr>
                        <a:t>6.3-6.21</a:t>
                      </a:r>
                      <a:r>
                        <a:rPr lang="zh-CN" altLang="en-US" sz="1800" b="0">
                          <a:latin typeface="黑体" panose="02010609060101010101" charset="-122"/>
                          <a:ea typeface="黑体" panose="02010609060101010101" charset="-122"/>
                        </a:rPr>
                        <a:t>）</a:t>
                      </a:r>
                      <a:endParaRPr lang="zh-CN" altLang="en-US" sz="1800" b="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 b="0">
                          <a:latin typeface="黑体" panose="02010609060101010101" charset="-122"/>
                          <a:ea typeface="黑体" panose="02010609060101010101" charset="-122"/>
                          <a:hlinkClick r:id="rId2" tooltip="" action="ppaction://hlinkfile"/>
                        </a:rPr>
                        <a:t>https://v2.fangcloud.com/collection/5167cfe7c8eb2d5680957c69c31ecc23</a:t>
                      </a:r>
                      <a:endParaRPr lang="en-US" altLang="zh-CN" sz="1800" b="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 b="0">
                          <a:latin typeface="黑体" panose="02010609060101010101" charset="-122"/>
                          <a:ea typeface="黑体" panose="02010609060101010101" charset="-122"/>
                        </a:rPr>
                        <a:t>终稿</a:t>
                      </a:r>
                      <a:r>
                        <a:rPr lang="zh-CN" altLang="en-US" sz="1800" b="0">
                          <a:latin typeface="黑体" panose="02010609060101010101" charset="-122"/>
                          <a:ea typeface="黑体" panose="02010609060101010101" charset="-122"/>
                        </a:rPr>
                        <a:t>提交</a:t>
                      </a:r>
                      <a:endParaRPr lang="zh-CN" altLang="en-US" sz="1800" b="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1800" b="0">
                          <a:latin typeface="黑体" panose="02010609060101010101" charset="-122"/>
                          <a:ea typeface="黑体" panose="02010609060101010101" charset="-122"/>
                        </a:rPr>
                        <a:t>（用于</a:t>
                      </a:r>
                      <a:r>
                        <a:rPr lang="zh-CN" altLang="en-US" sz="1800" b="0">
                          <a:latin typeface="黑体" panose="02010609060101010101" charset="-122"/>
                          <a:ea typeface="黑体" panose="02010609060101010101" charset="-122"/>
                        </a:rPr>
                        <a:t>打分）</a:t>
                      </a:r>
                      <a:endParaRPr lang="zh-CN" altLang="en-US" sz="1800" b="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 b="0">
                          <a:latin typeface="黑体" panose="02010609060101010101" charset="-122"/>
                          <a:ea typeface="黑体" panose="02010609060101010101" charset="-122"/>
                        </a:rPr>
                        <a:t>终稿</a:t>
                      </a:r>
                      <a:endParaRPr lang="zh-CN" altLang="en-US" sz="1800" b="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800" b="0">
                          <a:latin typeface="黑体" panose="02010609060101010101" charset="-122"/>
                          <a:ea typeface="黑体" panose="02010609060101010101" charset="-122"/>
                        </a:rPr>
                        <a:t>（</a:t>
                      </a:r>
                      <a:r>
                        <a:rPr lang="en-US" altLang="zh-CN" sz="1800" b="0">
                          <a:latin typeface="黑体" panose="02010609060101010101" charset="-122"/>
                          <a:ea typeface="黑体" panose="02010609060101010101" charset="-122"/>
                        </a:rPr>
                        <a:t>6.21-7.4</a:t>
                      </a:r>
                      <a:r>
                        <a:rPr lang="zh-CN" altLang="en-US" sz="1800" b="0">
                          <a:latin typeface="黑体" panose="02010609060101010101" charset="-122"/>
                          <a:ea typeface="黑体" panose="02010609060101010101" charset="-122"/>
                        </a:rPr>
                        <a:t>）</a:t>
                      </a:r>
                      <a:endParaRPr lang="zh-CN" altLang="en-US" sz="1800" b="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 b="0">
                          <a:latin typeface="黑体" panose="02010609060101010101" charset="-122"/>
                          <a:ea typeface="黑体" panose="02010609060101010101" charset="-122"/>
                        </a:rPr>
                        <a:t>开放提交后再给各位同学</a:t>
                      </a:r>
                      <a:endParaRPr lang="zh-CN" altLang="en-US" sz="1800" b="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676910" y="3900805"/>
            <a:ext cx="767588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课程</a:t>
            </a:r>
            <a:r>
              <a:rPr lang="zh-CN" altLang="en-US" sz="280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论文打分以终稿为准，不用过于完美主义。</a:t>
            </a:r>
            <a:endParaRPr lang="zh-CN" altLang="en-US" sz="2800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4459179"/>
            <a:ext cx="9144000" cy="69850"/>
          </a:xfrm>
          <a:prstGeom prst="rect">
            <a:avLst/>
          </a:prstGeom>
          <a:solidFill>
            <a:srgbClr val="2D5A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  <p:sp>
        <p:nvSpPr>
          <p:cNvPr id="6" name="文本框 5"/>
          <p:cNvSpPr txBox="1"/>
          <p:nvPr/>
        </p:nvSpPr>
        <p:spPr>
          <a:xfrm>
            <a:off x="396240" y="613410"/>
            <a:ext cx="65246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latin typeface="黑体" panose="02010609060101010101" charset="-122"/>
                <a:ea typeface="黑体" panose="02010609060101010101" charset="-122"/>
              </a:rPr>
              <a:t>面批预约链接</a:t>
            </a:r>
            <a:endParaRPr lang="zh-CN" altLang="en-US" sz="240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96240" y="1143635"/>
            <a:ext cx="852805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/>
              <a:t>【腾讯文档】202</a:t>
            </a:r>
            <a:r>
              <a:rPr lang="en-US" altLang="zh-CN" sz="2400"/>
              <a:t>6</a:t>
            </a:r>
            <a:r>
              <a:rPr lang="zh-CN" altLang="en-US" sz="2400"/>
              <a:t>春分析性写作面批需求安排 </a:t>
            </a:r>
            <a:br>
              <a:rPr lang="zh-CN" altLang="en-US" sz="2400"/>
            </a:br>
            <a:r>
              <a:rPr lang="en-US" altLang="zh-CN" sz="2400">
                <a:hlinkClick r:id="rId1" tooltip="" action="ppaction://hlinkfile"/>
              </a:rPr>
              <a:t>https://docs.qq.com/sheet/DYVVJR3hYbHJxSGpY?tab=lyqkx9</a:t>
            </a:r>
            <a:endParaRPr lang="en-US" altLang="zh-CN" sz="240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795" y="2204085"/>
            <a:ext cx="4097020" cy="280225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256790"/>
            <a:ext cx="4208780" cy="27495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1118586"/>
            <a:ext cx="9144000" cy="3444536"/>
          </a:xfrm>
          <a:prstGeom prst="rect">
            <a:avLst/>
          </a:prstGeom>
          <a:solidFill>
            <a:srgbClr val="2D5A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  <p:pic>
        <p:nvPicPr>
          <p:cNvPr id="23" name="图片 22" descr="a2ea921c90fe1ec3713bd02212411f35.jp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6287" y="582507"/>
            <a:ext cx="9137713" cy="4924213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376801" y="1517415"/>
            <a:ext cx="930379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0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谢 谢！</a:t>
            </a:r>
            <a:endParaRPr lang="zh-CN" altLang="en-US" sz="8000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477*189"/>
  <p:tag name="TABLE_ENDDRAG_RECT" val="35*106*477*189"/>
</p:tagLst>
</file>

<file path=ppt/tags/tag2.xml><?xml version="1.0" encoding="utf-8"?>
<p:tagLst xmlns:p="http://schemas.openxmlformats.org/presentationml/2006/main">
  <p:tag name="TABLE_ENDDRAG_ORIGIN_RECT" val="685*336"/>
  <p:tag name="TABLE_ENDDRAG_RECT" val="30*51*685*336"/>
</p:tagLst>
</file>

<file path=ppt/tags/tag3.xml><?xml version="1.0" encoding="utf-8"?>
<p:tagLst xmlns:p="http://schemas.openxmlformats.org/presentationml/2006/main">
  <p:tag name="TABLE_ENDDRAG_ORIGIN_RECT" val="685*336"/>
  <p:tag name="TABLE_ENDDRAG_RECT" val="30*51*685*336"/>
</p:tagLst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711</Words>
  <Application>WPS 演示</Application>
  <PresentationFormat>全屏显示(16:9)</PresentationFormat>
  <Paragraphs>126</Paragraphs>
  <Slides>6</Slides>
  <Notes>40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6</vt:i4>
      </vt:variant>
    </vt:vector>
  </HeadingPairs>
  <TitlesOfParts>
    <vt:vector size="17" baseType="lpstr">
      <vt:lpstr>Arial</vt:lpstr>
      <vt:lpstr>宋体</vt:lpstr>
      <vt:lpstr>Wingdings</vt:lpstr>
      <vt:lpstr>Calibri</vt:lpstr>
      <vt:lpstr>Calibri Light</vt:lpstr>
      <vt:lpstr>黑体</vt:lpstr>
      <vt:lpstr>Microsoft YaHei UI</vt:lpstr>
      <vt:lpstr>微软雅黑</vt:lpstr>
      <vt:lpstr>Arial Unicode MS</vt:lpstr>
      <vt:lpstr>Office 主题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China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熊猫设计出品</dc:creator>
  <cp:lastModifiedBy>洪华龙</cp:lastModifiedBy>
  <cp:revision>446</cp:revision>
  <cp:lastPrinted>2025-06-24T15:46:00Z</cp:lastPrinted>
  <dcterms:created xsi:type="dcterms:W3CDTF">2025-06-24T15:46:00Z</dcterms:created>
  <dcterms:modified xsi:type="dcterms:W3CDTF">2026-06-04T16:42:33Z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8F409FE0D4354DC3A83D185EE7461365_13</vt:lpwstr>
  </property>
  <property fmtid="{D5CDD505-2E9C-101B-9397-08002B2CF9AE}" pid="3" name="KSOProductBuildVer">
    <vt:lpwstr>2052-12.1.0.26375</vt:lpwstr>
  </property>
</Properties>
</file>