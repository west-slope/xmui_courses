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61" r:id="rId4"/>
    <p:sldId id="313" r:id="rId6"/>
    <p:sldId id="434" r:id="rId7"/>
    <p:sldId id="435" r:id="rId8"/>
    <p:sldId id="439" r:id="rId9"/>
    <p:sldId id="276" r:id="rId10"/>
  </p:sldIdLst>
  <p:sldSz cx="9144000" cy="5143500" type="screen16x9"/>
  <p:notesSz cx="6858000" cy="9144000"/>
  <p:defaultTextStyle>
    <a:defPPr>
      <a:defRPr lang="zh-CN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5465" userDrawn="1">
          <p15:clr>
            <a:srgbClr val="A4A3A4"/>
          </p15:clr>
        </p15:guide>
        <p15:guide id="3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34B"/>
    <a:srgbClr val="2D5A87"/>
    <a:srgbClr val="003366"/>
    <a:srgbClr val="4267AA"/>
    <a:srgbClr val="336699"/>
    <a:srgbClr val="DA1B0F"/>
    <a:srgbClr val="99CCFF"/>
    <a:srgbClr val="3333FF"/>
    <a:srgbClr val="DBD8D3"/>
    <a:srgbClr val="66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7" autoAdjust="0"/>
    <p:restoredTop sz="75000" autoAdjust="0"/>
  </p:normalViewPr>
  <p:slideViewPr>
    <p:cSldViewPr snapToGrid="0" showGuides="1">
      <p:cViewPr varScale="1">
        <p:scale>
          <a:sx n="121" d="100"/>
          <a:sy n="121" d="100"/>
        </p:scale>
        <p:origin x="1584" y="176"/>
      </p:cViewPr>
      <p:guideLst>
        <p:guide orient="horz" pos="1620"/>
        <p:guide pos="5465"/>
        <p:guide pos="2904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582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2CA00A-DBDA-45DE-9163-51689E67193F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BE2FFA1-0775-4F8A-85B2-248C130B5A63}">
      <dgm:prSet/>
      <dgm:spPr/>
      <dgm:t>
        <a:bodyPr/>
        <a:lstStyle/>
        <a:p>
          <a:r>
            <a:rPr lang="zh-CN" b="1" dirty="0"/>
            <a:t>背景</a:t>
          </a:r>
          <a:endParaRPr lang="zh-CN" dirty="0"/>
        </a:p>
      </dgm:t>
    </dgm:pt>
    <dgm:pt modelId="{48C2072D-2217-4351-921E-56B650F138E4}" cxnId="{4BFD64F8-2842-493A-B591-67AF71F811BF}" type="parTrans">
      <dgm:prSet/>
      <dgm:spPr/>
      <dgm:t>
        <a:bodyPr/>
        <a:lstStyle/>
        <a:p>
          <a:endParaRPr lang="zh-CN" altLang="en-US"/>
        </a:p>
      </dgm:t>
    </dgm:pt>
    <dgm:pt modelId="{64E9AD5A-F1E1-4630-95D8-2065484C0FCA}" cxnId="{4BFD64F8-2842-493A-B591-67AF71F811BF}" type="sibTrans">
      <dgm:prSet/>
      <dgm:spPr/>
      <dgm:t>
        <a:bodyPr/>
        <a:lstStyle/>
        <a:p>
          <a:endParaRPr lang="zh-CN" altLang="en-US"/>
        </a:p>
      </dgm:t>
    </dgm:pt>
    <dgm:pt modelId="{89460533-6575-4A04-BAE8-03EE93C87E5A}">
      <dgm:prSet/>
      <dgm:spPr/>
      <dgm:t>
        <a:bodyPr/>
        <a:lstStyle/>
        <a:p>
          <a:r>
            <a:rPr lang="zh-CN" b="1" dirty="0"/>
            <a:t>现状</a:t>
          </a:r>
          <a:endParaRPr lang="zh-CN" dirty="0"/>
        </a:p>
      </dgm:t>
    </dgm:pt>
    <dgm:pt modelId="{9AA94691-185E-4AE2-B326-0BF4E2DDBEDA}" cxnId="{84A8AAE5-A512-4B0C-805F-28FEA38F1AC7}" type="parTrans">
      <dgm:prSet/>
      <dgm:spPr/>
      <dgm:t>
        <a:bodyPr/>
        <a:lstStyle/>
        <a:p>
          <a:endParaRPr lang="zh-CN" altLang="en-US"/>
        </a:p>
      </dgm:t>
    </dgm:pt>
    <dgm:pt modelId="{7E5AC6D8-956A-42BE-9040-4271E5A82A11}" cxnId="{84A8AAE5-A512-4B0C-805F-28FEA38F1AC7}" type="sibTrans">
      <dgm:prSet/>
      <dgm:spPr/>
      <dgm:t>
        <a:bodyPr/>
        <a:lstStyle/>
        <a:p>
          <a:endParaRPr lang="zh-CN" altLang="en-US"/>
        </a:p>
      </dgm:t>
    </dgm:pt>
    <dgm:pt modelId="{E80014EB-7DE3-40C1-9CC3-12B08E8936C6}">
      <dgm:prSet/>
      <dgm:spPr/>
      <dgm:t>
        <a:bodyPr/>
        <a:lstStyle/>
        <a:p>
          <a:r>
            <a:rPr lang="zh-CN" b="1" dirty="0"/>
            <a:t>方案</a:t>
          </a:r>
          <a:endParaRPr lang="zh-CN" dirty="0"/>
        </a:p>
      </dgm:t>
    </dgm:pt>
    <dgm:pt modelId="{E426BB68-47C6-4A3E-891E-1511D620B5E6}" cxnId="{114D17B1-CC16-46C9-8E36-124B59D3E6D1}" type="parTrans">
      <dgm:prSet/>
      <dgm:spPr/>
      <dgm:t>
        <a:bodyPr/>
        <a:lstStyle/>
        <a:p>
          <a:endParaRPr lang="zh-CN" altLang="en-US"/>
        </a:p>
      </dgm:t>
    </dgm:pt>
    <dgm:pt modelId="{4F1173A2-ADD6-4D5A-BEF8-AEC591716149}" cxnId="{114D17B1-CC16-46C9-8E36-124B59D3E6D1}" type="sibTrans">
      <dgm:prSet/>
      <dgm:spPr/>
      <dgm:t>
        <a:bodyPr/>
        <a:lstStyle/>
        <a:p>
          <a:endParaRPr lang="zh-CN" altLang="en-US"/>
        </a:p>
      </dgm:t>
    </dgm:pt>
    <dgm:pt modelId="{F4F96205-E97E-4EE8-8929-10137BAFF737}" type="pres">
      <dgm:prSet presAssocID="{8A2CA00A-DBDA-45DE-9163-51689E67193F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5D424C9D-8E97-4019-A1D8-F0D3367818BC}" type="pres">
      <dgm:prSet presAssocID="{E80014EB-7DE3-40C1-9CC3-12B08E8936C6}" presName="gear1" presStyleLbl="node1" presStyleIdx="0" presStyleCnt="3">
        <dgm:presLayoutVars>
          <dgm:chMax val="1"/>
          <dgm:bulletEnabled val="1"/>
        </dgm:presLayoutVars>
      </dgm:prSet>
      <dgm:spPr/>
    </dgm:pt>
    <dgm:pt modelId="{5466DA3A-2EFD-4421-950D-25C56D4FB80F}" type="pres">
      <dgm:prSet presAssocID="{E80014EB-7DE3-40C1-9CC3-12B08E8936C6}" presName="gear1srcNode" presStyleLbl="node1" presStyleIdx="0" presStyleCnt="3"/>
      <dgm:spPr/>
    </dgm:pt>
    <dgm:pt modelId="{EDA22A5B-41FC-4078-AEA6-94E15B7129FC}" type="pres">
      <dgm:prSet presAssocID="{E80014EB-7DE3-40C1-9CC3-12B08E8936C6}" presName="gear1dstNode" presStyleLbl="node1" presStyleIdx="0" presStyleCnt="3"/>
      <dgm:spPr/>
    </dgm:pt>
    <dgm:pt modelId="{6E9B9339-DA8F-42F2-A7DC-742BFDCD8DE6}" type="pres">
      <dgm:prSet presAssocID="{89460533-6575-4A04-BAE8-03EE93C87E5A}" presName="gear2" presStyleLbl="node1" presStyleIdx="1" presStyleCnt="3">
        <dgm:presLayoutVars>
          <dgm:chMax val="1"/>
          <dgm:bulletEnabled val="1"/>
        </dgm:presLayoutVars>
      </dgm:prSet>
      <dgm:spPr/>
    </dgm:pt>
    <dgm:pt modelId="{F584DE9D-4785-4C2A-9591-ADCED7857B05}" type="pres">
      <dgm:prSet presAssocID="{89460533-6575-4A04-BAE8-03EE93C87E5A}" presName="gear2srcNode" presStyleLbl="node1" presStyleIdx="1" presStyleCnt="3"/>
      <dgm:spPr/>
    </dgm:pt>
    <dgm:pt modelId="{9DFDB126-1DE8-4596-B558-9F273FD28097}" type="pres">
      <dgm:prSet presAssocID="{89460533-6575-4A04-BAE8-03EE93C87E5A}" presName="gear2dstNode" presStyleLbl="node1" presStyleIdx="1" presStyleCnt="3"/>
      <dgm:spPr/>
    </dgm:pt>
    <dgm:pt modelId="{075A420A-7303-467D-A17A-94545A810934}" type="pres">
      <dgm:prSet presAssocID="{ABE2FFA1-0775-4F8A-85B2-248C130B5A63}" presName="gear3" presStyleLbl="node1" presStyleIdx="2" presStyleCnt="3"/>
      <dgm:spPr/>
    </dgm:pt>
    <dgm:pt modelId="{64076E23-4509-4F6F-BEA8-D8B99A0B1ACE}" type="pres">
      <dgm:prSet presAssocID="{ABE2FFA1-0775-4F8A-85B2-248C130B5A63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69F20261-D4DE-4805-B5D7-BD26518BCE63}" type="pres">
      <dgm:prSet presAssocID="{ABE2FFA1-0775-4F8A-85B2-248C130B5A63}" presName="gear3srcNode" presStyleLbl="node1" presStyleIdx="2" presStyleCnt="3"/>
      <dgm:spPr/>
    </dgm:pt>
    <dgm:pt modelId="{0833EFCB-CA69-4DEB-8FAC-6E448028FDA4}" type="pres">
      <dgm:prSet presAssocID="{ABE2FFA1-0775-4F8A-85B2-248C130B5A63}" presName="gear3dstNode" presStyleLbl="node1" presStyleIdx="2" presStyleCnt="3"/>
      <dgm:spPr/>
    </dgm:pt>
    <dgm:pt modelId="{6A526D0A-6BBA-4A81-A4E9-DF38325CDE02}" type="pres">
      <dgm:prSet presAssocID="{4F1173A2-ADD6-4D5A-BEF8-AEC591716149}" presName="connector1" presStyleLbl="sibTrans2D1" presStyleIdx="0" presStyleCnt="3"/>
      <dgm:spPr/>
    </dgm:pt>
    <dgm:pt modelId="{80847F46-52B8-48D7-910D-6808C8B2534C}" type="pres">
      <dgm:prSet presAssocID="{7E5AC6D8-956A-42BE-9040-4271E5A82A11}" presName="connector2" presStyleLbl="sibTrans2D1" presStyleIdx="1" presStyleCnt="3"/>
      <dgm:spPr/>
    </dgm:pt>
    <dgm:pt modelId="{127C5122-B454-4506-8A3F-B8DD66908E0C}" type="pres">
      <dgm:prSet presAssocID="{64E9AD5A-F1E1-4630-95D8-2065484C0FCA}" presName="connector3" presStyleLbl="sibTrans2D1" presStyleIdx="2" presStyleCnt="3"/>
      <dgm:spPr/>
    </dgm:pt>
  </dgm:ptLst>
  <dgm:cxnLst>
    <dgm:cxn modelId="{85085312-D68B-4801-B2A7-E899B43385CF}" type="presOf" srcId="{89460533-6575-4A04-BAE8-03EE93C87E5A}" destId="{F584DE9D-4785-4C2A-9591-ADCED7857B05}" srcOrd="1" destOrd="0" presId="urn:microsoft.com/office/officeart/2005/8/layout/gear1"/>
    <dgm:cxn modelId="{18E28F22-11B6-4509-A429-C6D3CB498044}" type="presOf" srcId="{4F1173A2-ADD6-4D5A-BEF8-AEC591716149}" destId="{6A526D0A-6BBA-4A81-A4E9-DF38325CDE02}" srcOrd="0" destOrd="0" presId="urn:microsoft.com/office/officeart/2005/8/layout/gear1"/>
    <dgm:cxn modelId="{028F0625-6DB8-4E81-9F1A-5968B8EADEF2}" type="presOf" srcId="{ABE2FFA1-0775-4F8A-85B2-248C130B5A63}" destId="{075A420A-7303-467D-A17A-94545A810934}" srcOrd="0" destOrd="0" presId="urn:microsoft.com/office/officeart/2005/8/layout/gear1"/>
    <dgm:cxn modelId="{2A626A44-A1BF-4B78-9560-3513763E4750}" type="presOf" srcId="{89460533-6575-4A04-BAE8-03EE93C87E5A}" destId="{6E9B9339-DA8F-42F2-A7DC-742BFDCD8DE6}" srcOrd="0" destOrd="0" presId="urn:microsoft.com/office/officeart/2005/8/layout/gear1"/>
    <dgm:cxn modelId="{4AE2FE60-97E2-4893-A780-EC42B2736D32}" type="presOf" srcId="{E80014EB-7DE3-40C1-9CC3-12B08E8936C6}" destId="{5466DA3A-2EFD-4421-950D-25C56D4FB80F}" srcOrd="1" destOrd="0" presId="urn:microsoft.com/office/officeart/2005/8/layout/gear1"/>
    <dgm:cxn modelId="{19192E6C-621E-4DD2-A543-C51E8053BFFD}" type="presOf" srcId="{64E9AD5A-F1E1-4630-95D8-2065484C0FCA}" destId="{127C5122-B454-4506-8A3F-B8DD66908E0C}" srcOrd="0" destOrd="0" presId="urn:microsoft.com/office/officeart/2005/8/layout/gear1"/>
    <dgm:cxn modelId="{91FDFA89-51F3-4E55-91A2-4FA93EC4D723}" type="presOf" srcId="{E80014EB-7DE3-40C1-9CC3-12B08E8936C6}" destId="{EDA22A5B-41FC-4078-AEA6-94E15B7129FC}" srcOrd="2" destOrd="0" presId="urn:microsoft.com/office/officeart/2005/8/layout/gear1"/>
    <dgm:cxn modelId="{7347D28B-8C7E-4233-A97D-2429105E8210}" type="presOf" srcId="{E80014EB-7DE3-40C1-9CC3-12B08E8936C6}" destId="{5D424C9D-8E97-4019-A1D8-F0D3367818BC}" srcOrd="0" destOrd="0" presId="urn:microsoft.com/office/officeart/2005/8/layout/gear1"/>
    <dgm:cxn modelId="{17BCE5A3-A354-4F39-B0A7-FB70AA467B70}" type="presOf" srcId="{ABE2FFA1-0775-4F8A-85B2-248C130B5A63}" destId="{0833EFCB-CA69-4DEB-8FAC-6E448028FDA4}" srcOrd="3" destOrd="0" presId="urn:microsoft.com/office/officeart/2005/8/layout/gear1"/>
    <dgm:cxn modelId="{7DF9A4A8-9D8B-496E-86A2-5B1F5D2CCAD6}" type="presOf" srcId="{ABE2FFA1-0775-4F8A-85B2-248C130B5A63}" destId="{69F20261-D4DE-4805-B5D7-BD26518BCE63}" srcOrd="2" destOrd="0" presId="urn:microsoft.com/office/officeart/2005/8/layout/gear1"/>
    <dgm:cxn modelId="{114D17B1-CC16-46C9-8E36-124B59D3E6D1}" srcId="{8A2CA00A-DBDA-45DE-9163-51689E67193F}" destId="{E80014EB-7DE3-40C1-9CC3-12B08E8936C6}" srcOrd="0" destOrd="0" parTransId="{E426BB68-47C6-4A3E-891E-1511D620B5E6}" sibTransId="{4F1173A2-ADD6-4D5A-BEF8-AEC591716149}"/>
    <dgm:cxn modelId="{13838ABA-9BBD-4738-A938-7F060F0212A8}" type="presOf" srcId="{8A2CA00A-DBDA-45DE-9163-51689E67193F}" destId="{F4F96205-E97E-4EE8-8929-10137BAFF737}" srcOrd="0" destOrd="0" presId="urn:microsoft.com/office/officeart/2005/8/layout/gear1"/>
    <dgm:cxn modelId="{84A8AAE5-A512-4B0C-805F-28FEA38F1AC7}" srcId="{8A2CA00A-DBDA-45DE-9163-51689E67193F}" destId="{89460533-6575-4A04-BAE8-03EE93C87E5A}" srcOrd="1" destOrd="0" parTransId="{9AA94691-185E-4AE2-B326-0BF4E2DDBEDA}" sibTransId="{7E5AC6D8-956A-42BE-9040-4271E5A82A11}"/>
    <dgm:cxn modelId="{BD3358F0-0AF0-4260-AB3A-1EF76DD55777}" type="presOf" srcId="{89460533-6575-4A04-BAE8-03EE93C87E5A}" destId="{9DFDB126-1DE8-4596-B558-9F273FD28097}" srcOrd="2" destOrd="0" presId="urn:microsoft.com/office/officeart/2005/8/layout/gear1"/>
    <dgm:cxn modelId="{EF2363F5-3543-4E1A-8282-3C2681183780}" type="presOf" srcId="{7E5AC6D8-956A-42BE-9040-4271E5A82A11}" destId="{80847F46-52B8-48D7-910D-6808C8B2534C}" srcOrd="0" destOrd="0" presId="urn:microsoft.com/office/officeart/2005/8/layout/gear1"/>
    <dgm:cxn modelId="{4BFD64F8-2842-493A-B591-67AF71F811BF}" srcId="{8A2CA00A-DBDA-45DE-9163-51689E67193F}" destId="{ABE2FFA1-0775-4F8A-85B2-248C130B5A63}" srcOrd="2" destOrd="0" parTransId="{48C2072D-2217-4351-921E-56B650F138E4}" sibTransId="{64E9AD5A-F1E1-4630-95D8-2065484C0FCA}"/>
    <dgm:cxn modelId="{714AEEFB-DEEA-44D7-B5C7-2D4A879DD8F0}" type="presOf" srcId="{ABE2FFA1-0775-4F8A-85B2-248C130B5A63}" destId="{64076E23-4509-4F6F-BEA8-D8B99A0B1ACE}" srcOrd="1" destOrd="0" presId="urn:microsoft.com/office/officeart/2005/8/layout/gear1"/>
    <dgm:cxn modelId="{5ACFC23E-117F-41AE-A9BE-2C5F4E2AAEBB}" type="presParOf" srcId="{F4F96205-E97E-4EE8-8929-10137BAFF737}" destId="{5D424C9D-8E97-4019-A1D8-F0D3367818BC}" srcOrd="0" destOrd="0" presId="urn:microsoft.com/office/officeart/2005/8/layout/gear1"/>
    <dgm:cxn modelId="{3484BB58-A19A-470E-9F81-7B7D06701EE2}" type="presParOf" srcId="{F4F96205-E97E-4EE8-8929-10137BAFF737}" destId="{5466DA3A-2EFD-4421-950D-25C56D4FB80F}" srcOrd="1" destOrd="0" presId="urn:microsoft.com/office/officeart/2005/8/layout/gear1"/>
    <dgm:cxn modelId="{5FB1DCC7-5293-46D7-9C36-A896FC33504E}" type="presParOf" srcId="{F4F96205-E97E-4EE8-8929-10137BAFF737}" destId="{EDA22A5B-41FC-4078-AEA6-94E15B7129FC}" srcOrd="2" destOrd="0" presId="urn:microsoft.com/office/officeart/2005/8/layout/gear1"/>
    <dgm:cxn modelId="{7292B8A1-94E6-4234-B063-99F0F5A0BE87}" type="presParOf" srcId="{F4F96205-E97E-4EE8-8929-10137BAFF737}" destId="{6E9B9339-DA8F-42F2-A7DC-742BFDCD8DE6}" srcOrd="3" destOrd="0" presId="urn:microsoft.com/office/officeart/2005/8/layout/gear1"/>
    <dgm:cxn modelId="{962F7404-551F-4582-AEF2-9990FC9B8E99}" type="presParOf" srcId="{F4F96205-E97E-4EE8-8929-10137BAFF737}" destId="{F584DE9D-4785-4C2A-9591-ADCED7857B05}" srcOrd="4" destOrd="0" presId="urn:microsoft.com/office/officeart/2005/8/layout/gear1"/>
    <dgm:cxn modelId="{45C54167-7E98-49FF-A72A-131B4E1D6EBE}" type="presParOf" srcId="{F4F96205-E97E-4EE8-8929-10137BAFF737}" destId="{9DFDB126-1DE8-4596-B558-9F273FD28097}" srcOrd="5" destOrd="0" presId="urn:microsoft.com/office/officeart/2005/8/layout/gear1"/>
    <dgm:cxn modelId="{8007EDB6-4485-4FD7-9AE7-177D79EA566C}" type="presParOf" srcId="{F4F96205-E97E-4EE8-8929-10137BAFF737}" destId="{075A420A-7303-467D-A17A-94545A810934}" srcOrd="6" destOrd="0" presId="urn:microsoft.com/office/officeart/2005/8/layout/gear1"/>
    <dgm:cxn modelId="{08EE12B2-1F19-404A-B9D9-F162710E4F13}" type="presParOf" srcId="{F4F96205-E97E-4EE8-8929-10137BAFF737}" destId="{64076E23-4509-4F6F-BEA8-D8B99A0B1ACE}" srcOrd="7" destOrd="0" presId="urn:microsoft.com/office/officeart/2005/8/layout/gear1"/>
    <dgm:cxn modelId="{44427A45-8C38-46CA-8E11-867DFDF28536}" type="presParOf" srcId="{F4F96205-E97E-4EE8-8929-10137BAFF737}" destId="{69F20261-D4DE-4805-B5D7-BD26518BCE63}" srcOrd="8" destOrd="0" presId="urn:microsoft.com/office/officeart/2005/8/layout/gear1"/>
    <dgm:cxn modelId="{9514DD14-F89D-4565-902B-D76D8E7F535D}" type="presParOf" srcId="{F4F96205-E97E-4EE8-8929-10137BAFF737}" destId="{0833EFCB-CA69-4DEB-8FAC-6E448028FDA4}" srcOrd="9" destOrd="0" presId="urn:microsoft.com/office/officeart/2005/8/layout/gear1"/>
    <dgm:cxn modelId="{67F05D97-AEFC-4AC4-949D-D47B33D44D42}" type="presParOf" srcId="{F4F96205-E97E-4EE8-8929-10137BAFF737}" destId="{6A526D0A-6BBA-4A81-A4E9-DF38325CDE02}" srcOrd="10" destOrd="0" presId="urn:microsoft.com/office/officeart/2005/8/layout/gear1"/>
    <dgm:cxn modelId="{1D75AA39-CEAA-48F4-83C0-597477C26907}" type="presParOf" srcId="{F4F96205-E97E-4EE8-8929-10137BAFF737}" destId="{80847F46-52B8-48D7-910D-6808C8B2534C}" srcOrd="11" destOrd="0" presId="urn:microsoft.com/office/officeart/2005/8/layout/gear1"/>
    <dgm:cxn modelId="{BE3B4B58-2F20-4B4E-A851-37CDCB69A55E}" type="presParOf" srcId="{F4F96205-E97E-4EE8-8929-10137BAFF737}" destId="{127C5122-B454-4506-8A3F-B8DD66908E0C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979196" cy="2979196"/>
        <a:chOff x="0" y="0"/>
        <a:chExt cx="2979196" cy="2979196"/>
      </a:xfrm>
    </dsp:grpSpPr>
    <dsp:sp modelId="{5D424C9D-8E97-4019-A1D8-F0D3367818BC}">
      <dsp:nvSpPr>
        <dsp:cNvPr id="3" name="形状 2"/>
        <dsp:cNvSpPr/>
      </dsp:nvSpPr>
      <dsp:spPr bwMode="white">
        <a:xfrm>
          <a:off x="2166589" y="1340638"/>
          <a:ext cx="1638558" cy="1638558"/>
        </a:xfrm>
        <a:prstGeom prst="gear9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6670" tIns="26670" rIns="26670" bIns="2667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/>
            <a:t>方案</a:t>
          </a:r>
          <a:endParaRPr lang="zh-CN" dirty="0"/>
        </a:p>
      </dsp:txBody>
      <dsp:txXfrm>
        <a:off x="2166589" y="1340638"/>
        <a:ext cx="1638558" cy="1638558"/>
      </dsp:txXfrm>
    </dsp:sp>
    <dsp:sp modelId="{6E9B9339-DA8F-42F2-A7DC-742BFDCD8DE6}">
      <dsp:nvSpPr>
        <dsp:cNvPr id="6" name="形状 5"/>
        <dsp:cNvSpPr/>
      </dsp:nvSpPr>
      <dsp:spPr bwMode="white">
        <a:xfrm>
          <a:off x="1213246" y="953343"/>
          <a:ext cx="1191678" cy="1191678"/>
        </a:xfrm>
        <a:prstGeom prst="gear6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6670" tIns="26670" rIns="26670" bIns="2667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/>
            <a:t>现状</a:t>
          </a:r>
          <a:endParaRPr lang="zh-CN" dirty="0"/>
        </a:p>
      </dsp:txBody>
      <dsp:txXfrm>
        <a:off x="1213246" y="953343"/>
        <a:ext cx="1191678" cy="1191678"/>
      </dsp:txXfrm>
    </dsp:sp>
    <dsp:sp modelId="{075A420A-7303-467D-A17A-94545A810934}">
      <dsp:nvSpPr>
        <dsp:cNvPr id="9" name="形状 8"/>
        <dsp:cNvSpPr/>
      </dsp:nvSpPr>
      <dsp:spPr bwMode="white">
        <a:xfrm rot="-900000">
          <a:off x="1880708" y="131206"/>
          <a:ext cx="1167602" cy="1167602"/>
        </a:xfrm>
        <a:prstGeom prst="gear6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6670" tIns="26670" rIns="26670" bIns="2667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/>
            <a:t>背景</a:t>
          </a:r>
          <a:endParaRPr lang="zh-CN" dirty="0"/>
        </a:p>
      </dsp:txBody>
      <dsp:txXfrm rot="-900000">
        <a:off x="1880708" y="131206"/>
        <a:ext cx="1167602" cy="1167602"/>
      </dsp:txXfrm>
    </dsp:sp>
    <dsp:sp modelId="{6A526D0A-6BBA-4A81-A4E9-DF38325CDE02}">
      <dsp:nvSpPr>
        <dsp:cNvPr id="12" name="环形箭头 11"/>
        <dsp:cNvSpPr/>
      </dsp:nvSpPr>
      <dsp:spPr bwMode="white">
        <a:xfrm>
          <a:off x="2030606" y="1103477"/>
          <a:ext cx="2091619" cy="2091619"/>
        </a:xfrm>
        <a:prstGeom prst="circularArrow">
          <a:avLst>
            <a:gd name="adj1" fmla="val 5000"/>
            <a:gd name="adj2" fmla="val 360000"/>
            <a:gd name="adj3" fmla="val 2416897"/>
            <a:gd name="adj4" fmla="val 15946388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030606" y="1103477"/>
        <a:ext cx="2091619" cy="2091619"/>
      </dsp:txXfrm>
    </dsp:sp>
    <dsp:sp modelId="{80847F46-52B8-48D7-910D-6808C8B2534C}">
      <dsp:nvSpPr>
        <dsp:cNvPr id="13" name="形状 12"/>
        <dsp:cNvSpPr/>
      </dsp:nvSpPr>
      <dsp:spPr bwMode="white">
        <a:xfrm>
          <a:off x="1036612" y="729294"/>
          <a:ext cx="1455039" cy="1455039"/>
        </a:xfrm>
        <a:prstGeom prst="leftCircularArrow">
          <a:avLst>
            <a:gd name="adj1" fmla="val 5000"/>
            <a:gd name="adj2" fmla="val -360000"/>
            <a:gd name="adj3" fmla="val 10419125"/>
            <a:gd name="adj4" fmla="val 14837806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36612" y="729294"/>
        <a:ext cx="1455039" cy="1455039"/>
      </dsp:txXfrm>
    </dsp:sp>
    <dsp:sp modelId="{127C5122-B454-4506-8A3F-B8DD66908E0C}">
      <dsp:nvSpPr>
        <dsp:cNvPr id="14" name="环形箭头 13"/>
        <dsp:cNvSpPr/>
      </dsp:nvSpPr>
      <dsp:spPr bwMode="white">
        <a:xfrm>
          <a:off x="1638485" y="-91472"/>
          <a:ext cx="1587316" cy="1587316"/>
        </a:xfrm>
        <a:prstGeom prst="circularArrow">
          <a:avLst>
            <a:gd name="adj1" fmla="val 5000"/>
            <a:gd name="adj2" fmla="val 360000"/>
            <a:gd name="adj3" fmla="val 13347948"/>
            <a:gd name="adj4" fmla="val 10508220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638485" y="-91472"/>
        <a:ext cx="1587316" cy="1587316"/>
      </dsp:txXfrm>
    </dsp:sp>
    <dsp:sp modelId="{5466DA3A-2EFD-4421-950D-25C56D4FB80F}">
      <dsp:nvSpPr>
        <dsp:cNvPr id="4" name="矩形 3" hidden="1"/>
        <dsp:cNvSpPr/>
      </dsp:nvSpPr>
      <dsp:spPr>
        <a:xfrm>
          <a:off x="2970972" y="1191678"/>
          <a:ext cx="36000" cy="36000"/>
        </a:xfrm>
        <a:prstGeom prst="rect">
          <a:avLst/>
        </a:prstGeom>
      </dsp:spPr>
      <dsp:txXfrm>
        <a:off x="2970972" y="1191678"/>
        <a:ext cx="36000" cy="36000"/>
      </dsp:txXfrm>
    </dsp:sp>
    <dsp:sp modelId="{EDA22A5B-41FC-4078-AEA6-94E15B7129FC}">
      <dsp:nvSpPr>
        <dsp:cNvPr id="5" name="矩形 4" hidden="1"/>
        <dsp:cNvSpPr/>
      </dsp:nvSpPr>
      <dsp:spPr>
        <a:xfrm>
          <a:off x="3709563" y="2830236"/>
          <a:ext cx="36000" cy="36000"/>
        </a:xfrm>
        <a:prstGeom prst="rect">
          <a:avLst/>
        </a:prstGeom>
      </dsp:spPr>
      <dsp:txXfrm>
        <a:off x="3709563" y="2830236"/>
        <a:ext cx="36000" cy="36000"/>
      </dsp:txXfrm>
    </dsp:sp>
    <dsp:sp modelId="{F584DE9D-4785-4C2A-9591-ADCED7857B05}">
      <dsp:nvSpPr>
        <dsp:cNvPr id="7" name="矩形 6" hidden="1"/>
        <dsp:cNvSpPr/>
      </dsp:nvSpPr>
      <dsp:spPr>
        <a:xfrm>
          <a:off x="1511166" y="834175"/>
          <a:ext cx="36000" cy="36000"/>
        </a:xfrm>
        <a:prstGeom prst="rect">
          <a:avLst/>
        </a:prstGeom>
      </dsp:spPr>
      <dsp:txXfrm>
        <a:off x="1511166" y="834175"/>
        <a:ext cx="36000" cy="36000"/>
      </dsp:txXfrm>
    </dsp:sp>
    <dsp:sp modelId="{9DFDB126-1DE8-4596-B558-9F273FD28097}">
      <dsp:nvSpPr>
        <dsp:cNvPr id="8" name="矩形 7" hidden="1"/>
        <dsp:cNvSpPr/>
      </dsp:nvSpPr>
      <dsp:spPr>
        <a:xfrm>
          <a:off x="1123871" y="1578974"/>
          <a:ext cx="36000" cy="36000"/>
        </a:xfrm>
        <a:prstGeom prst="rect">
          <a:avLst/>
        </a:prstGeom>
      </dsp:spPr>
      <dsp:txXfrm>
        <a:off x="1123871" y="1578974"/>
        <a:ext cx="36000" cy="36000"/>
      </dsp:txXfrm>
    </dsp:sp>
    <dsp:sp modelId="{69F20261-D4DE-4805-B5D7-BD26518BCE63}">
      <dsp:nvSpPr>
        <dsp:cNvPr id="10" name="矩形 9" hidden="1"/>
        <dsp:cNvSpPr/>
      </dsp:nvSpPr>
      <dsp:spPr>
        <a:xfrm>
          <a:off x="1719710" y="744799"/>
          <a:ext cx="36000" cy="36000"/>
        </a:xfrm>
        <a:prstGeom prst="rect">
          <a:avLst/>
        </a:prstGeom>
      </dsp:spPr>
      <dsp:txXfrm>
        <a:off x="1719710" y="744799"/>
        <a:ext cx="36000" cy="36000"/>
      </dsp:txXfrm>
    </dsp:sp>
    <dsp:sp modelId="{0833EFCB-CA69-4DEB-8FAC-6E448028FDA4}">
      <dsp:nvSpPr>
        <dsp:cNvPr id="11" name="矩形 10" hidden="1"/>
        <dsp:cNvSpPr/>
      </dsp:nvSpPr>
      <dsp:spPr>
        <a:xfrm>
          <a:off x="1958045" y="148960"/>
          <a:ext cx="36000" cy="36000"/>
        </a:xfrm>
        <a:prstGeom prst="rect">
          <a:avLst/>
        </a:prstGeom>
      </dsp:spPr>
      <dsp:txXfrm>
        <a:off x="1958045" y="148960"/>
        <a:ext cx="36000" cy="3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type="gear6" r:blip="" rot="-15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srcNode" val="gear1srcNode"/>
          <dgm:param type="dstNode" val="gear1dstNode"/>
          <dgm:param type="connRout" val="curv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srcNode" val="gear2srcNode"/>
          <dgm:param type="dstNode" val="gear2dstNode"/>
          <dgm:param type="connRout" val="curv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srcNode" val="gear3srcNode"/>
          <dgm:param type="dstNode" val="gear3dstNode"/>
          <dgm:param type="connRout" val="curv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9363A-DD1A-4012-83AF-FC2E22181F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好，我们首先要来考察的是分析这个概念。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098551"/>
            <a:ext cx="9144000" cy="2946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4044951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971" y="93710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4C9762AD-AB39-4F90-B5A3-76A0F113E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03F4AEE4-9907-42BE-AF39-F8A11E07634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 userDrawn="1"/>
        </p:nvGrpSpPr>
        <p:grpSpPr bwMode="auto">
          <a:xfrm>
            <a:off x="-2513013" y="469900"/>
            <a:ext cx="10545763" cy="4999038"/>
            <a:chOff x="-1751642" y="440640"/>
            <a:chExt cx="10547023" cy="4999441"/>
          </a:xfrm>
        </p:grpSpPr>
        <p:sp>
          <p:nvSpPr>
            <p:cNvPr id="3" name="空心弧 2"/>
            <p:cNvSpPr/>
            <p:nvPr userDrawn="1"/>
          </p:nvSpPr>
          <p:spPr>
            <a:xfrm>
              <a:off x="-1751642" y="440640"/>
              <a:ext cx="4999635" cy="4999441"/>
            </a:xfrm>
            <a:prstGeom prst="blockArc">
              <a:avLst>
                <a:gd name="adj1" fmla="val 18900000"/>
                <a:gd name="adj2" fmla="val 2700000"/>
                <a:gd name="adj3" fmla="val 432"/>
              </a:avLst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任意多边形 3"/>
            <p:cNvSpPr/>
            <p:nvPr userDrawn="1"/>
          </p:nvSpPr>
          <p:spPr>
            <a:xfrm>
              <a:off x="2865361" y="1369403"/>
              <a:ext cx="5930020" cy="571546"/>
            </a:xfrm>
            <a:custGeom>
              <a:avLst/>
              <a:gdLst>
                <a:gd name="connsiteX0" fmla="*/ 0 w 5930145"/>
                <a:gd name="connsiteY0" fmla="*/ 0 h 571021"/>
                <a:gd name="connsiteX1" fmla="*/ 5930145 w 5930145"/>
                <a:gd name="connsiteY1" fmla="*/ 0 h 571021"/>
                <a:gd name="connsiteX2" fmla="*/ 5930145 w 5930145"/>
                <a:gd name="connsiteY2" fmla="*/ 571021 h 571021"/>
                <a:gd name="connsiteX3" fmla="*/ 0 w 5930145"/>
                <a:gd name="connsiteY3" fmla="*/ 571021 h 571021"/>
                <a:gd name="connsiteX4" fmla="*/ 0 w 593014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145" h="571021">
                  <a:moveTo>
                    <a:pt x="0" y="0"/>
                  </a:moveTo>
                  <a:lnTo>
                    <a:pt x="5930145" y="0"/>
                  </a:lnTo>
                  <a:lnTo>
                    <a:pt x="593014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5" name="椭圆 4"/>
            <p:cNvSpPr/>
            <p:nvPr userDrawn="1"/>
          </p:nvSpPr>
          <p:spPr>
            <a:xfrm>
              <a:off x="2508130" y="1297959"/>
              <a:ext cx="714460" cy="714433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01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6" name="任意多边形 5"/>
            <p:cNvSpPr/>
            <p:nvPr userDrawn="1"/>
          </p:nvSpPr>
          <p:spPr>
            <a:xfrm>
              <a:off x="3192425" y="2226722"/>
              <a:ext cx="5602956" cy="571546"/>
            </a:xfrm>
            <a:custGeom>
              <a:avLst/>
              <a:gdLst>
                <a:gd name="connsiteX0" fmla="*/ 0 w 5602765"/>
                <a:gd name="connsiteY0" fmla="*/ 0 h 571021"/>
                <a:gd name="connsiteX1" fmla="*/ 5602765 w 5602765"/>
                <a:gd name="connsiteY1" fmla="*/ 0 h 571021"/>
                <a:gd name="connsiteX2" fmla="*/ 5602765 w 5602765"/>
                <a:gd name="connsiteY2" fmla="*/ 571021 h 571021"/>
                <a:gd name="connsiteX3" fmla="*/ 0 w 5602765"/>
                <a:gd name="connsiteY3" fmla="*/ 571021 h 571021"/>
                <a:gd name="connsiteX4" fmla="*/ 0 w 560276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2765" h="571021">
                  <a:moveTo>
                    <a:pt x="0" y="0"/>
                  </a:moveTo>
                  <a:lnTo>
                    <a:pt x="5602765" y="0"/>
                  </a:lnTo>
                  <a:lnTo>
                    <a:pt x="560276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/>
            <a:lstStyle>
              <a:lvl1pPr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114300" indent="-1143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>
                <a:solidFill>
                  <a:srgbClr val="FFFFFF"/>
                </a:solidFill>
              </a:endParaRPr>
            </a:p>
            <a:p>
              <a:pPr lvl="1" eaLnBrk="1" hangingPunct="1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200">
                <a:solidFill>
                  <a:srgbClr val="FFFFFF"/>
                </a:solidFill>
              </a:endParaRPr>
            </a:p>
          </p:txBody>
        </p:sp>
        <p:sp>
          <p:nvSpPr>
            <p:cNvPr id="7" name="椭圆 6"/>
            <p:cNvSpPr/>
            <p:nvPr userDrawn="1"/>
          </p:nvSpPr>
          <p:spPr>
            <a:xfrm>
              <a:off x="2835194" y="2155278"/>
              <a:ext cx="714460" cy="712845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02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8" name="任意多边形 7"/>
            <p:cNvSpPr/>
            <p:nvPr userDrawn="1"/>
          </p:nvSpPr>
          <p:spPr>
            <a:xfrm>
              <a:off x="3192425" y="3082453"/>
              <a:ext cx="5602956" cy="571546"/>
            </a:xfrm>
            <a:custGeom>
              <a:avLst/>
              <a:gdLst>
                <a:gd name="connsiteX0" fmla="*/ 0 w 5602765"/>
                <a:gd name="connsiteY0" fmla="*/ 0 h 571021"/>
                <a:gd name="connsiteX1" fmla="*/ 5602765 w 5602765"/>
                <a:gd name="connsiteY1" fmla="*/ 0 h 571021"/>
                <a:gd name="connsiteX2" fmla="*/ 5602765 w 5602765"/>
                <a:gd name="connsiteY2" fmla="*/ 571021 h 571021"/>
                <a:gd name="connsiteX3" fmla="*/ 0 w 5602765"/>
                <a:gd name="connsiteY3" fmla="*/ 571021 h 571021"/>
                <a:gd name="connsiteX4" fmla="*/ 0 w 560276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2765" h="571021">
                  <a:moveTo>
                    <a:pt x="0" y="0"/>
                  </a:moveTo>
                  <a:lnTo>
                    <a:pt x="5602765" y="0"/>
                  </a:lnTo>
                  <a:lnTo>
                    <a:pt x="560276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2835194" y="3012597"/>
              <a:ext cx="714460" cy="7128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03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2865361" y="3939772"/>
              <a:ext cx="5930020" cy="571546"/>
            </a:xfrm>
            <a:custGeom>
              <a:avLst/>
              <a:gdLst>
                <a:gd name="connsiteX0" fmla="*/ 0 w 5930145"/>
                <a:gd name="connsiteY0" fmla="*/ 0 h 571021"/>
                <a:gd name="connsiteX1" fmla="*/ 5930145 w 5930145"/>
                <a:gd name="connsiteY1" fmla="*/ 0 h 571021"/>
                <a:gd name="connsiteX2" fmla="*/ 5930145 w 5930145"/>
                <a:gd name="connsiteY2" fmla="*/ 571021 h 571021"/>
                <a:gd name="connsiteX3" fmla="*/ 0 w 5930145"/>
                <a:gd name="connsiteY3" fmla="*/ 571021 h 571021"/>
                <a:gd name="connsiteX4" fmla="*/ 0 w 593014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145" h="571021">
                  <a:moveTo>
                    <a:pt x="0" y="0"/>
                  </a:moveTo>
                  <a:lnTo>
                    <a:pt x="5930145" y="0"/>
                  </a:lnTo>
                  <a:lnTo>
                    <a:pt x="593014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11" name="椭圆 10"/>
            <p:cNvSpPr/>
            <p:nvPr userDrawn="1"/>
          </p:nvSpPr>
          <p:spPr>
            <a:xfrm>
              <a:off x="2508130" y="3868329"/>
              <a:ext cx="714460" cy="714433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04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 userDrawn="1"/>
        </p:nvGrpSpPr>
        <p:grpSpPr bwMode="auto">
          <a:xfrm>
            <a:off x="0" y="1701800"/>
            <a:ext cx="9144000" cy="1809750"/>
            <a:chOff x="0" y="1701874"/>
            <a:chExt cx="9144000" cy="1809829"/>
          </a:xfrm>
        </p:grpSpPr>
        <p:sp>
          <p:nvSpPr>
            <p:cNvPr id="3" name="矩形 2"/>
            <p:cNvSpPr/>
            <p:nvPr/>
          </p:nvSpPr>
          <p:spPr>
            <a:xfrm>
              <a:off x="0" y="1701874"/>
              <a:ext cx="9144000" cy="1739976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3441850"/>
              <a:ext cx="9144000" cy="69853"/>
            </a:xfrm>
            <a:prstGeom prst="rect">
              <a:avLst/>
            </a:prstGeom>
            <a:solidFill>
              <a:srgbClr val="2D5A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69950"/>
            <a:ext cx="2838450" cy="427355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930567"/>
            <a:ext cx="9144000" cy="1262062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 bwMode="auto">
          <a:xfrm>
            <a:off x="0" y="3372566"/>
            <a:ext cx="9144000" cy="1262063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AC3A4B4D-33A1-4C80-B013-98475DDC9B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7599EDD-0A88-4F29-B3BE-F3A48FFBE0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AEFED23E-A4B0-483B-A849-4F61EA84E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EE522484-1A64-4E03-85FE-F229FA3F83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E3339408-D5F5-4B26-8536-6C1E1F269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D6C4EE28-B736-43EE-B75A-16FE3E6CF9B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29DAFFA7-E325-45BF-846C-525513226E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63FA0F33-E305-43F8-B5CA-13E66C618AE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1835EDB2-2AEE-44C3-8017-F52A0E93F2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1349CD05-9FFD-4C42-AD5F-C5D7C6C211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88F5FBAD-5FC6-44DD-990B-BD675FDEE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DC8B15A7-C29B-437D-AB10-03C42B694F0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951805FD-E759-44DE-ABC3-14CAB6ABF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5CBC79BC-ED85-45BC-AF1C-8CAB95227ED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1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1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78F732A-01E7-44EB-9C96-C96F4AF12A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45058CBA-B7DF-4FF2-B2D2-5766789736D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6811B8B-5893-445C-AE76-8097E1393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19211D7E-B1BF-425D-B3A5-5BABFA13D2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50DCC15-B61D-4B26-AD7E-FFF7EF2BF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0E6190B4-376E-413A-BDB2-340319350C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2A43C47F-EAF9-4061-9C35-33E43CE700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2A00F705-E82F-4DB8-B148-CE97CE4D71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DFE2D34-4711-450A-A5C2-9C380F38D1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402B2DDD-AE2E-41F3-9864-CD7BCFBB7A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4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77F7846B-A66A-4A8D-9EA2-202CC63D63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A372713-7717-4B7E-AC0E-189A12EE0B3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4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E3A1C60-081A-4782-AFDE-2638B7D578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EAABE0E-D9E3-44E4-9886-4200E4770C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C38E5EF-F5A0-4E34-8156-18AE7D9D00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560CB831-492F-4352-BAE9-6B043EB2DB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4639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274639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8B0399A-0483-4004-A5AF-94DFE7455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81ED4C27-E739-49DD-A763-3367FF51ED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0" y="604189"/>
            <a:ext cx="9144000" cy="0"/>
          </a:xfrm>
          <a:prstGeom prst="line">
            <a:avLst/>
          </a:prstGeom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xmu-zi-jiageng.jpg"/>
          <p:cNvPicPr>
            <a:picLocks noChangeAspect="1"/>
          </p:cNvPicPr>
          <p:nvPr userDrawn="1"/>
        </p:nvPicPr>
        <p:blipFill>
          <a:blip r:embed="rId1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9127" y="143758"/>
            <a:ext cx="1240759" cy="339199"/>
          </a:xfrm>
          <a:prstGeom prst="rect">
            <a:avLst/>
          </a:prstGeom>
        </p:spPr>
      </p:pic>
      <p:pic>
        <p:nvPicPr>
          <p:cNvPr id="1030" name="Picture 6" descr="D:\课程教学\教学材料\厦大图片\5eeddbbacaeb52502830b16d5ecc9097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181492" y="4528338"/>
            <a:ext cx="1640432" cy="6151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microsoft.com/office/2007/relationships/diagramDrawing" Target="../diagrams/drawing1.xml"/><Relationship Id="rId7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05" y="960120"/>
            <a:ext cx="6917690" cy="85598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学术论文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正文写作三段论</a:t>
            </a:r>
            <a:endParaRPr lang="zh-CN" altLang="en-US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4455" y="1774751"/>
            <a:ext cx="8509552" cy="476090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正文分成三个部分：背景、现状、方案</a:t>
            </a:r>
            <a:endParaRPr lang="en-US" altLang="zh-CN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890905" lvl="2">
              <a:lnSpc>
                <a:spcPct val="200000"/>
              </a:lnSpc>
            </a:pPr>
            <a:r>
              <a:rPr lang="zh-CN" altLang="en-US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第一部分着重说明自己为什么要从事这份研究。</a:t>
            </a:r>
            <a:r>
              <a:rPr lang="en-US" altLang="zh-CN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过去</a:t>
            </a:r>
            <a:r>
              <a:rPr lang="en-US" altLang="zh-CN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】</a:t>
            </a:r>
            <a:endParaRPr lang="en-US" altLang="zh-CN" kern="100" dirty="0"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marL="890905" lvl="2">
              <a:lnSpc>
                <a:spcPct val="200000"/>
              </a:lnSpc>
            </a:pPr>
            <a:r>
              <a:rPr lang="zh-CN" altLang="en-US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第二部分着力梳理现有的资源或方案，注意要夹叙夹议。</a:t>
            </a:r>
            <a:r>
              <a:rPr lang="en-US" altLang="zh-CN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现在</a:t>
            </a:r>
            <a:r>
              <a:rPr lang="en-US" altLang="zh-CN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】</a:t>
            </a:r>
            <a:endParaRPr lang="en-US" altLang="zh-CN" kern="100" dirty="0"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marL="890905" lvl="2">
              <a:lnSpc>
                <a:spcPct val="200000"/>
              </a:lnSpc>
            </a:pPr>
            <a:r>
              <a:rPr lang="zh-CN" altLang="en-US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第三部分尝试引入方法，应用这种方法去证明论题。</a:t>
            </a:r>
            <a:r>
              <a:rPr lang="en-US" altLang="zh-CN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未来</a:t>
            </a:r>
            <a:r>
              <a:rPr lang="en-US" altLang="zh-CN" kern="100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】</a:t>
            </a:r>
            <a:endParaRPr lang="en-US" altLang="zh-CN" kern="100" dirty="0"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内容占位符 4"/>
          <p:cNvGraphicFramePr/>
          <p:nvPr>
            <p:custDataLst>
              <p:tags r:id="rId3"/>
            </p:custDataLst>
          </p:nvPr>
        </p:nvGraphicFramePr>
        <p:xfrm>
          <a:off x="5009721" y="952311"/>
          <a:ext cx="4631098" cy="2979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2564352" y="2833868"/>
            <a:ext cx="401529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1" hangingPunct="1">
              <a:defRPr/>
            </a:pPr>
            <a:r>
              <a:rPr lang="en-GB" altLang="zh-CN" sz="2800" b="1" kern="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Powerpoint</a:t>
            </a:r>
            <a:r>
              <a:rPr lang="en-GB" altLang="zh-CN" sz="28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 Karaoke</a:t>
            </a:r>
            <a:endParaRPr lang="en-US" altLang="en-GB" sz="28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6627" name="组合 47"/>
          <p:cNvGrpSpPr/>
          <p:nvPr/>
        </p:nvGrpSpPr>
        <p:grpSpPr bwMode="auto">
          <a:xfrm>
            <a:off x="4219575" y="1911351"/>
            <a:ext cx="704850" cy="706438"/>
            <a:chOff x="1226985" y="2276507"/>
            <a:chExt cx="705842" cy="705842"/>
          </a:xfrm>
        </p:grpSpPr>
        <p:sp>
          <p:nvSpPr>
            <p:cNvPr id="49" name="椭圆 48"/>
            <p:cNvSpPr/>
            <p:nvPr/>
          </p:nvSpPr>
          <p:spPr>
            <a:xfrm>
              <a:off x="1226985" y="2276507"/>
              <a:ext cx="705842" cy="7058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/>
            </a:p>
          </p:txBody>
        </p:sp>
        <p:sp>
          <p:nvSpPr>
            <p:cNvPr id="26629" name="Freeform 25"/>
            <p:cNvSpPr>
              <a:spLocks noEditPoints="1"/>
            </p:cNvSpPr>
            <p:nvPr/>
          </p:nvSpPr>
          <p:spPr bwMode="auto">
            <a:xfrm>
              <a:off x="1431832" y="2492404"/>
              <a:ext cx="296149" cy="274049"/>
            </a:xfrm>
            <a:custGeom>
              <a:avLst/>
              <a:gdLst>
                <a:gd name="T0" fmla="*/ 2147483646 w 670"/>
                <a:gd name="T1" fmla="*/ 2147483646 h 620"/>
                <a:gd name="T2" fmla="*/ 2147483646 w 670"/>
                <a:gd name="T3" fmla="*/ 2147483646 h 620"/>
                <a:gd name="T4" fmla="*/ 2147483646 w 670"/>
                <a:gd name="T5" fmla="*/ 2147483646 h 620"/>
                <a:gd name="T6" fmla="*/ 2147483646 w 670"/>
                <a:gd name="T7" fmla="*/ 2147483646 h 620"/>
                <a:gd name="T8" fmla="*/ 2147483646 w 670"/>
                <a:gd name="T9" fmla="*/ 2147483646 h 620"/>
                <a:gd name="T10" fmla="*/ 2147483646 w 670"/>
                <a:gd name="T11" fmla="*/ 2147483646 h 620"/>
                <a:gd name="T12" fmla="*/ 2147483646 w 670"/>
                <a:gd name="T13" fmla="*/ 2147483646 h 620"/>
                <a:gd name="T14" fmla="*/ 2147483646 w 670"/>
                <a:gd name="T15" fmla="*/ 2147483646 h 620"/>
                <a:gd name="T16" fmla="*/ 2147483646 w 670"/>
                <a:gd name="T17" fmla="*/ 2147483646 h 620"/>
                <a:gd name="T18" fmla="*/ 2147483646 w 670"/>
                <a:gd name="T19" fmla="*/ 2147483646 h 620"/>
                <a:gd name="T20" fmla="*/ 2147483646 w 670"/>
                <a:gd name="T21" fmla="*/ 2147483646 h 620"/>
                <a:gd name="T22" fmla="*/ 2147483646 w 670"/>
                <a:gd name="T23" fmla="*/ 2147483646 h 620"/>
                <a:gd name="T24" fmla="*/ 2147483646 w 670"/>
                <a:gd name="T25" fmla="*/ 2147483646 h 620"/>
                <a:gd name="T26" fmla="*/ 2147483646 w 670"/>
                <a:gd name="T27" fmla="*/ 2147483646 h 620"/>
                <a:gd name="T28" fmla="*/ 2147483646 w 670"/>
                <a:gd name="T29" fmla="*/ 2147483646 h 620"/>
                <a:gd name="T30" fmla="*/ 2147483646 w 670"/>
                <a:gd name="T31" fmla="*/ 2147483646 h 620"/>
                <a:gd name="T32" fmla="*/ 2147483646 w 670"/>
                <a:gd name="T33" fmla="*/ 2147483646 h 620"/>
                <a:gd name="T34" fmla="*/ 2147483646 w 670"/>
                <a:gd name="T35" fmla="*/ 2147483646 h 620"/>
                <a:gd name="T36" fmla="*/ 2147483646 w 670"/>
                <a:gd name="T37" fmla="*/ 2147483646 h 620"/>
                <a:gd name="T38" fmla="*/ 2147483646 w 670"/>
                <a:gd name="T39" fmla="*/ 2147483646 h 620"/>
                <a:gd name="T40" fmla="*/ 2147483646 w 670"/>
                <a:gd name="T41" fmla="*/ 2147483646 h 620"/>
                <a:gd name="T42" fmla="*/ 2147483646 w 670"/>
                <a:gd name="T43" fmla="*/ 2147483646 h 620"/>
                <a:gd name="T44" fmla="*/ 2147483646 w 670"/>
                <a:gd name="T45" fmla="*/ 2147483646 h 620"/>
                <a:gd name="T46" fmla="*/ 2147483646 w 670"/>
                <a:gd name="T47" fmla="*/ 2147483646 h 620"/>
                <a:gd name="T48" fmla="*/ 2147483646 w 670"/>
                <a:gd name="T49" fmla="*/ 2147483646 h 620"/>
                <a:gd name="T50" fmla="*/ 2147483646 w 670"/>
                <a:gd name="T51" fmla="*/ 2147483646 h 620"/>
                <a:gd name="T52" fmla="*/ 2147483646 w 670"/>
                <a:gd name="T53" fmla="*/ 2147483646 h 620"/>
                <a:gd name="T54" fmla="*/ 2147483646 w 670"/>
                <a:gd name="T55" fmla="*/ 2147483646 h 620"/>
                <a:gd name="T56" fmla="*/ 2147483646 w 670"/>
                <a:gd name="T57" fmla="*/ 2147483646 h 620"/>
                <a:gd name="T58" fmla="*/ 2147483646 w 670"/>
                <a:gd name="T59" fmla="*/ 2147483646 h 620"/>
                <a:gd name="T60" fmla="*/ 2147483646 w 670"/>
                <a:gd name="T61" fmla="*/ 2147483646 h 620"/>
                <a:gd name="T62" fmla="*/ 2147483646 w 670"/>
                <a:gd name="T63" fmla="*/ 2147483646 h 620"/>
                <a:gd name="T64" fmla="*/ 2147483646 w 670"/>
                <a:gd name="T65" fmla="*/ 2147483646 h 620"/>
                <a:gd name="T66" fmla="*/ 2147483646 w 670"/>
                <a:gd name="T67" fmla="*/ 2147483646 h 620"/>
                <a:gd name="T68" fmla="*/ 2147483646 w 670"/>
                <a:gd name="T69" fmla="*/ 2147483646 h 620"/>
                <a:gd name="T70" fmla="*/ 2147483646 w 670"/>
                <a:gd name="T71" fmla="*/ 0 h 620"/>
                <a:gd name="T72" fmla="*/ 2147483646 w 670"/>
                <a:gd name="T73" fmla="*/ 2147483646 h 620"/>
                <a:gd name="T74" fmla="*/ 2147483646 w 670"/>
                <a:gd name="T75" fmla="*/ 2147483646 h 620"/>
                <a:gd name="T76" fmla="*/ 2147483646 w 670"/>
                <a:gd name="T77" fmla="*/ 2147483646 h 620"/>
                <a:gd name="T78" fmla="*/ 2147483646 w 670"/>
                <a:gd name="T79" fmla="*/ 2147483646 h 620"/>
                <a:gd name="T80" fmla="*/ 2147483646 w 670"/>
                <a:gd name="T81" fmla="*/ 2147483646 h 620"/>
                <a:gd name="T82" fmla="*/ 2147483646 w 670"/>
                <a:gd name="T83" fmla="*/ 2147483646 h 620"/>
                <a:gd name="T84" fmla="*/ 2147483646 w 670"/>
                <a:gd name="T85" fmla="*/ 2147483646 h 620"/>
                <a:gd name="T86" fmla="*/ 2147483646 w 670"/>
                <a:gd name="T87" fmla="*/ 2147483646 h 620"/>
                <a:gd name="T88" fmla="*/ 2147483646 w 670"/>
                <a:gd name="T89" fmla="*/ 2147483646 h 620"/>
                <a:gd name="T90" fmla="*/ 2147483646 w 670"/>
                <a:gd name="T91" fmla="*/ 2147483646 h 620"/>
                <a:gd name="T92" fmla="*/ 2147483646 w 670"/>
                <a:gd name="T93" fmla="*/ 2147483646 h 620"/>
                <a:gd name="T94" fmla="*/ 2147483646 w 670"/>
                <a:gd name="T95" fmla="*/ 2147483646 h 620"/>
                <a:gd name="T96" fmla="*/ 2147483646 w 670"/>
                <a:gd name="T97" fmla="*/ 2147483646 h 620"/>
                <a:gd name="T98" fmla="*/ 2147483646 w 670"/>
                <a:gd name="T99" fmla="*/ 2147483646 h 620"/>
                <a:gd name="T100" fmla="*/ 2147483646 w 670"/>
                <a:gd name="T101" fmla="*/ 2147483646 h 620"/>
                <a:gd name="T102" fmla="*/ 2147483646 w 670"/>
                <a:gd name="T103" fmla="*/ 2147483646 h 620"/>
                <a:gd name="T104" fmla="*/ 2147483646 w 670"/>
                <a:gd name="T105" fmla="*/ 2147483646 h 620"/>
                <a:gd name="T106" fmla="*/ 2147483646 w 670"/>
                <a:gd name="T107" fmla="*/ 2147483646 h 620"/>
                <a:gd name="T108" fmla="*/ 2147483646 w 670"/>
                <a:gd name="T109" fmla="*/ 2147483646 h 620"/>
                <a:gd name="T110" fmla="*/ 2147483646 w 670"/>
                <a:gd name="T111" fmla="*/ 2147483646 h 620"/>
                <a:gd name="T112" fmla="*/ 2147483646 w 670"/>
                <a:gd name="T113" fmla="*/ 2147483646 h 620"/>
                <a:gd name="T114" fmla="*/ 2147483646 w 670"/>
                <a:gd name="T115" fmla="*/ 2147483646 h 620"/>
                <a:gd name="T116" fmla="*/ 2147483646 w 670"/>
                <a:gd name="T117" fmla="*/ 2147483646 h 620"/>
                <a:gd name="T118" fmla="*/ 2147483646 w 670"/>
                <a:gd name="T119" fmla="*/ 2147483646 h 620"/>
                <a:gd name="T120" fmla="*/ 2147483646 w 670"/>
                <a:gd name="T121" fmla="*/ 2147483646 h 62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70"/>
                <a:gd name="T184" fmla="*/ 0 h 620"/>
                <a:gd name="T185" fmla="*/ 670 w 670"/>
                <a:gd name="T186" fmla="*/ 620 h 62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70" h="620">
                  <a:moveTo>
                    <a:pt x="36" y="0"/>
                  </a:moveTo>
                  <a:lnTo>
                    <a:pt x="36" y="0"/>
                  </a:lnTo>
                  <a:lnTo>
                    <a:pt x="30" y="2"/>
                  </a:lnTo>
                  <a:lnTo>
                    <a:pt x="26" y="4"/>
                  </a:lnTo>
                  <a:lnTo>
                    <a:pt x="22" y="10"/>
                  </a:lnTo>
                  <a:lnTo>
                    <a:pt x="22" y="16"/>
                  </a:lnTo>
                  <a:lnTo>
                    <a:pt x="22" y="22"/>
                  </a:lnTo>
                  <a:lnTo>
                    <a:pt x="26" y="2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576" y="30"/>
                  </a:lnTo>
                  <a:lnTo>
                    <a:pt x="580" y="40"/>
                  </a:lnTo>
                  <a:lnTo>
                    <a:pt x="586" y="48"/>
                  </a:lnTo>
                  <a:lnTo>
                    <a:pt x="596" y="52"/>
                  </a:lnTo>
                  <a:lnTo>
                    <a:pt x="606" y="54"/>
                  </a:lnTo>
                  <a:lnTo>
                    <a:pt x="614" y="52"/>
                  </a:lnTo>
                  <a:lnTo>
                    <a:pt x="622" y="48"/>
                  </a:lnTo>
                  <a:lnTo>
                    <a:pt x="630" y="42"/>
                  </a:lnTo>
                  <a:lnTo>
                    <a:pt x="634" y="50"/>
                  </a:lnTo>
                  <a:lnTo>
                    <a:pt x="638" y="58"/>
                  </a:lnTo>
                  <a:lnTo>
                    <a:pt x="640" y="66"/>
                  </a:lnTo>
                  <a:lnTo>
                    <a:pt x="640" y="74"/>
                  </a:lnTo>
                  <a:lnTo>
                    <a:pt x="640" y="82"/>
                  </a:lnTo>
                  <a:lnTo>
                    <a:pt x="638" y="90"/>
                  </a:lnTo>
                  <a:lnTo>
                    <a:pt x="634" y="100"/>
                  </a:lnTo>
                  <a:lnTo>
                    <a:pt x="628" y="106"/>
                  </a:lnTo>
                  <a:lnTo>
                    <a:pt x="618" y="100"/>
                  </a:lnTo>
                  <a:lnTo>
                    <a:pt x="610" y="96"/>
                  </a:lnTo>
                  <a:lnTo>
                    <a:pt x="602" y="96"/>
                  </a:lnTo>
                  <a:lnTo>
                    <a:pt x="592" y="98"/>
                  </a:lnTo>
                  <a:lnTo>
                    <a:pt x="584" y="102"/>
                  </a:lnTo>
                  <a:lnTo>
                    <a:pt x="578" y="110"/>
                  </a:lnTo>
                  <a:lnTo>
                    <a:pt x="574" y="118"/>
                  </a:lnTo>
                  <a:lnTo>
                    <a:pt x="36" y="118"/>
                  </a:lnTo>
                  <a:lnTo>
                    <a:pt x="30" y="120"/>
                  </a:lnTo>
                  <a:lnTo>
                    <a:pt x="26" y="122"/>
                  </a:lnTo>
                  <a:lnTo>
                    <a:pt x="22" y="128"/>
                  </a:lnTo>
                  <a:lnTo>
                    <a:pt x="22" y="134"/>
                  </a:lnTo>
                  <a:lnTo>
                    <a:pt x="22" y="140"/>
                  </a:lnTo>
                  <a:lnTo>
                    <a:pt x="26" y="144"/>
                  </a:lnTo>
                  <a:lnTo>
                    <a:pt x="30" y="148"/>
                  </a:lnTo>
                  <a:lnTo>
                    <a:pt x="36" y="148"/>
                  </a:lnTo>
                  <a:lnTo>
                    <a:pt x="100" y="148"/>
                  </a:lnTo>
                  <a:lnTo>
                    <a:pt x="92" y="154"/>
                  </a:lnTo>
                  <a:lnTo>
                    <a:pt x="92" y="152"/>
                  </a:lnTo>
                  <a:lnTo>
                    <a:pt x="76" y="170"/>
                  </a:lnTo>
                  <a:lnTo>
                    <a:pt x="74" y="172"/>
                  </a:lnTo>
                  <a:lnTo>
                    <a:pt x="58" y="194"/>
                  </a:lnTo>
                  <a:lnTo>
                    <a:pt x="48" y="216"/>
                  </a:lnTo>
                  <a:lnTo>
                    <a:pt x="40" y="240"/>
                  </a:lnTo>
                  <a:lnTo>
                    <a:pt x="38" y="264"/>
                  </a:lnTo>
                  <a:lnTo>
                    <a:pt x="42" y="288"/>
                  </a:lnTo>
                  <a:lnTo>
                    <a:pt x="48" y="312"/>
                  </a:lnTo>
                  <a:lnTo>
                    <a:pt x="60" y="336"/>
                  </a:lnTo>
                  <a:lnTo>
                    <a:pt x="76" y="358"/>
                  </a:lnTo>
                  <a:lnTo>
                    <a:pt x="76" y="360"/>
                  </a:lnTo>
                  <a:lnTo>
                    <a:pt x="94" y="376"/>
                  </a:lnTo>
                  <a:lnTo>
                    <a:pt x="102" y="380"/>
                  </a:lnTo>
                  <a:lnTo>
                    <a:pt x="112" y="382"/>
                  </a:lnTo>
                  <a:lnTo>
                    <a:pt x="120" y="380"/>
                  </a:lnTo>
                  <a:lnTo>
                    <a:pt x="128" y="374"/>
                  </a:lnTo>
                  <a:lnTo>
                    <a:pt x="132" y="368"/>
                  </a:lnTo>
                  <a:lnTo>
                    <a:pt x="132" y="364"/>
                  </a:lnTo>
                  <a:lnTo>
                    <a:pt x="134" y="364"/>
                  </a:lnTo>
                  <a:lnTo>
                    <a:pt x="138" y="354"/>
                  </a:lnTo>
                  <a:lnTo>
                    <a:pt x="144" y="348"/>
                  </a:lnTo>
                  <a:lnTo>
                    <a:pt x="146" y="348"/>
                  </a:lnTo>
                  <a:lnTo>
                    <a:pt x="148" y="352"/>
                  </a:lnTo>
                  <a:lnTo>
                    <a:pt x="148" y="360"/>
                  </a:lnTo>
                  <a:lnTo>
                    <a:pt x="150" y="368"/>
                  </a:lnTo>
                  <a:lnTo>
                    <a:pt x="152" y="374"/>
                  </a:lnTo>
                  <a:lnTo>
                    <a:pt x="156" y="378"/>
                  </a:lnTo>
                  <a:lnTo>
                    <a:pt x="162" y="382"/>
                  </a:lnTo>
                  <a:lnTo>
                    <a:pt x="134" y="382"/>
                  </a:lnTo>
                  <a:lnTo>
                    <a:pt x="124" y="384"/>
                  </a:lnTo>
                  <a:lnTo>
                    <a:pt x="116" y="388"/>
                  </a:lnTo>
                  <a:lnTo>
                    <a:pt x="112" y="396"/>
                  </a:lnTo>
                  <a:lnTo>
                    <a:pt x="108" y="404"/>
                  </a:lnTo>
                  <a:lnTo>
                    <a:pt x="108" y="412"/>
                  </a:lnTo>
                  <a:lnTo>
                    <a:pt x="104" y="418"/>
                  </a:lnTo>
                  <a:lnTo>
                    <a:pt x="104" y="416"/>
                  </a:lnTo>
                  <a:lnTo>
                    <a:pt x="98" y="412"/>
                  </a:lnTo>
                  <a:lnTo>
                    <a:pt x="94" y="402"/>
                  </a:lnTo>
                  <a:lnTo>
                    <a:pt x="90" y="394"/>
                  </a:lnTo>
                  <a:lnTo>
                    <a:pt x="84" y="388"/>
                  </a:lnTo>
                  <a:lnTo>
                    <a:pt x="74" y="384"/>
                  </a:lnTo>
                  <a:lnTo>
                    <a:pt x="64" y="384"/>
                  </a:lnTo>
                  <a:lnTo>
                    <a:pt x="58" y="386"/>
                  </a:lnTo>
                  <a:lnTo>
                    <a:pt x="54" y="390"/>
                  </a:lnTo>
                  <a:lnTo>
                    <a:pt x="36" y="408"/>
                  </a:lnTo>
                  <a:lnTo>
                    <a:pt x="20" y="430"/>
                  </a:lnTo>
                  <a:lnTo>
                    <a:pt x="8" y="454"/>
                  </a:lnTo>
                  <a:lnTo>
                    <a:pt x="2" y="476"/>
                  </a:lnTo>
                  <a:lnTo>
                    <a:pt x="0" y="500"/>
                  </a:lnTo>
                  <a:lnTo>
                    <a:pt x="2" y="526"/>
                  </a:lnTo>
                  <a:lnTo>
                    <a:pt x="8" y="550"/>
                  </a:lnTo>
                  <a:lnTo>
                    <a:pt x="20" y="572"/>
                  </a:lnTo>
                  <a:lnTo>
                    <a:pt x="36" y="594"/>
                  </a:lnTo>
                  <a:lnTo>
                    <a:pt x="38" y="596"/>
                  </a:lnTo>
                  <a:lnTo>
                    <a:pt x="54" y="612"/>
                  </a:lnTo>
                  <a:lnTo>
                    <a:pt x="62" y="618"/>
                  </a:lnTo>
                  <a:lnTo>
                    <a:pt x="72" y="618"/>
                  </a:lnTo>
                  <a:lnTo>
                    <a:pt x="82" y="616"/>
                  </a:lnTo>
                  <a:lnTo>
                    <a:pt x="88" y="610"/>
                  </a:lnTo>
                  <a:lnTo>
                    <a:pt x="92" y="606"/>
                  </a:lnTo>
                  <a:lnTo>
                    <a:pt x="94" y="600"/>
                  </a:lnTo>
                  <a:lnTo>
                    <a:pt x="98" y="592"/>
                  </a:lnTo>
                  <a:lnTo>
                    <a:pt x="106" y="586"/>
                  </a:lnTo>
                  <a:lnTo>
                    <a:pt x="106" y="584"/>
                  </a:lnTo>
                  <a:lnTo>
                    <a:pt x="108" y="590"/>
                  </a:lnTo>
                  <a:lnTo>
                    <a:pt x="110" y="598"/>
                  </a:lnTo>
                  <a:lnTo>
                    <a:pt x="112" y="606"/>
                  </a:lnTo>
                  <a:lnTo>
                    <a:pt x="116" y="614"/>
                  </a:lnTo>
                  <a:lnTo>
                    <a:pt x="124" y="618"/>
                  </a:lnTo>
                  <a:lnTo>
                    <a:pt x="134" y="620"/>
                  </a:lnTo>
                  <a:lnTo>
                    <a:pt x="586" y="620"/>
                  </a:lnTo>
                  <a:lnTo>
                    <a:pt x="596" y="618"/>
                  </a:lnTo>
                  <a:lnTo>
                    <a:pt x="604" y="614"/>
                  </a:lnTo>
                  <a:lnTo>
                    <a:pt x="608" y="606"/>
                  </a:lnTo>
                  <a:lnTo>
                    <a:pt x="610" y="596"/>
                  </a:lnTo>
                  <a:lnTo>
                    <a:pt x="608" y="586"/>
                  </a:lnTo>
                  <a:lnTo>
                    <a:pt x="604" y="578"/>
                  </a:lnTo>
                  <a:lnTo>
                    <a:pt x="596" y="574"/>
                  </a:lnTo>
                  <a:lnTo>
                    <a:pt x="586" y="572"/>
                  </a:lnTo>
                  <a:lnTo>
                    <a:pt x="154" y="572"/>
                  </a:lnTo>
                  <a:lnTo>
                    <a:pt x="148" y="558"/>
                  </a:lnTo>
                  <a:lnTo>
                    <a:pt x="138" y="546"/>
                  </a:lnTo>
                  <a:lnTo>
                    <a:pt x="132" y="542"/>
                  </a:lnTo>
                  <a:lnTo>
                    <a:pt x="124" y="538"/>
                  </a:lnTo>
                  <a:lnTo>
                    <a:pt x="118" y="536"/>
                  </a:lnTo>
                  <a:lnTo>
                    <a:pt x="110" y="536"/>
                  </a:lnTo>
                  <a:lnTo>
                    <a:pt x="96" y="536"/>
                  </a:lnTo>
                  <a:lnTo>
                    <a:pt x="84" y="542"/>
                  </a:lnTo>
                  <a:lnTo>
                    <a:pt x="74" y="546"/>
                  </a:lnTo>
                  <a:lnTo>
                    <a:pt x="66" y="554"/>
                  </a:lnTo>
                  <a:lnTo>
                    <a:pt x="58" y="540"/>
                  </a:lnTo>
                  <a:lnTo>
                    <a:pt x="54" y="528"/>
                  </a:lnTo>
                  <a:lnTo>
                    <a:pt x="50" y="514"/>
                  </a:lnTo>
                  <a:lnTo>
                    <a:pt x="48" y="500"/>
                  </a:lnTo>
                  <a:lnTo>
                    <a:pt x="50" y="488"/>
                  </a:lnTo>
                  <a:lnTo>
                    <a:pt x="54" y="474"/>
                  </a:lnTo>
                  <a:lnTo>
                    <a:pt x="58" y="462"/>
                  </a:lnTo>
                  <a:lnTo>
                    <a:pt x="66" y="450"/>
                  </a:lnTo>
                  <a:lnTo>
                    <a:pt x="78" y="458"/>
                  </a:lnTo>
                  <a:lnTo>
                    <a:pt x="92" y="464"/>
                  </a:lnTo>
                  <a:lnTo>
                    <a:pt x="104" y="466"/>
                  </a:lnTo>
                  <a:lnTo>
                    <a:pt x="112" y="466"/>
                  </a:lnTo>
                  <a:lnTo>
                    <a:pt x="120" y="464"/>
                  </a:lnTo>
                  <a:lnTo>
                    <a:pt x="128" y="462"/>
                  </a:lnTo>
                  <a:lnTo>
                    <a:pt x="134" y="458"/>
                  </a:lnTo>
                  <a:lnTo>
                    <a:pt x="144" y="446"/>
                  </a:lnTo>
                  <a:lnTo>
                    <a:pt x="152" y="430"/>
                  </a:lnTo>
                  <a:lnTo>
                    <a:pt x="586" y="430"/>
                  </a:lnTo>
                  <a:lnTo>
                    <a:pt x="596" y="428"/>
                  </a:lnTo>
                  <a:lnTo>
                    <a:pt x="604" y="424"/>
                  </a:lnTo>
                  <a:lnTo>
                    <a:pt x="608" y="416"/>
                  </a:lnTo>
                  <a:lnTo>
                    <a:pt x="610" y="406"/>
                  </a:lnTo>
                  <a:lnTo>
                    <a:pt x="610" y="400"/>
                  </a:lnTo>
                  <a:lnTo>
                    <a:pt x="606" y="392"/>
                  </a:lnTo>
                  <a:lnTo>
                    <a:pt x="602" y="388"/>
                  </a:lnTo>
                  <a:lnTo>
                    <a:pt x="596" y="384"/>
                  </a:lnTo>
                  <a:lnTo>
                    <a:pt x="624" y="384"/>
                  </a:lnTo>
                  <a:lnTo>
                    <a:pt x="634" y="382"/>
                  </a:lnTo>
                  <a:lnTo>
                    <a:pt x="642" y="376"/>
                  </a:lnTo>
                  <a:lnTo>
                    <a:pt x="648" y="370"/>
                  </a:lnTo>
                  <a:lnTo>
                    <a:pt x="650" y="360"/>
                  </a:lnTo>
                  <a:lnTo>
                    <a:pt x="648" y="350"/>
                  </a:lnTo>
                  <a:lnTo>
                    <a:pt x="642" y="342"/>
                  </a:lnTo>
                  <a:lnTo>
                    <a:pt x="634" y="336"/>
                  </a:lnTo>
                  <a:lnTo>
                    <a:pt x="624" y="334"/>
                  </a:lnTo>
                  <a:lnTo>
                    <a:pt x="194" y="334"/>
                  </a:lnTo>
                  <a:lnTo>
                    <a:pt x="186" y="320"/>
                  </a:lnTo>
                  <a:lnTo>
                    <a:pt x="178" y="310"/>
                  </a:lnTo>
                  <a:lnTo>
                    <a:pt x="170" y="306"/>
                  </a:lnTo>
                  <a:lnTo>
                    <a:pt x="164" y="302"/>
                  </a:lnTo>
                  <a:lnTo>
                    <a:pt x="156" y="300"/>
                  </a:lnTo>
                  <a:lnTo>
                    <a:pt x="148" y="298"/>
                  </a:lnTo>
                  <a:lnTo>
                    <a:pt x="136" y="300"/>
                  </a:lnTo>
                  <a:lnTo>
                    <a:pt x="122" y="304"/>
                  </a:lnTo>
                  <a:lnTo>
                    <a:pt x="114" y="310"/>
                  </a:lnTo>
                  <a:lnTo>
                    <a:pt x="106" y="316"/>
                  </a:lnTo>
                  <a:lnTo>
                    <a:pt x="98" y="304"/>
                  </a:lnTo>
                  <a:lnTo>
                    <a:pt x="92" y="290"/>
                  </a:lnTo>
                  <a:lnTo>
                    <a:pt x="88" y="278"/>
                  </a:lnTo>
                  <a:lnTo>
                    <a:pt x="88" y="264"/>
                  </a:lnTo>
                  <a:lnTo>
                    <a:pt x="88" y="250"/>
                  </a:lnTo>
                  <a:lnTo>
                    <a:pt x="92" y="238"/>
                  </a:lnTo>
                  <a:lnTo>
                    <a:pt x="98" y="224"/>
                  </a:lnTo>
                  <a:lnTo>
                    <a:pt x="104" y="212"/>
                  </a:lnTo>
                  <a:lnTo>
                    <a:pt x="118" y="222"/>
                  </a:lnTo>
                  <a:lnTo>
                    <a:pt x="130" y="228"/>
                  </a:lnTo>
                  <a:lnTo>
                    <a:pt x="144" y="230"/>
                  </a:lnTo>
                  <a:lnTo>
                    <a:pt x="152" y="230"/>
                  </a:lnTo>
                  <a:lnTo>
                    <a:pt x="160" y="228"/>
                  </a:lnTo>
                  <a:lnTo>
                    <a:pt x="166" y="224"/>
                  </a:lnTo>
                  <a:lnTo>
                    <a:pt x="174" y="220"/>
                  </a:lnTo>
                  <a:lnTo>
                    <a:pt x="184" y="210"/>
                  </a:lnTo>
                  <a:lnTo>
                    <a:pt x="192" y="194"/>
                  </a:lnTo>
                  <a:lnTo>
                    <a:pt x="624" y="194"/>
                  </a:lnTo>
                  <a:lnTo>
                    <a:pt x="634" y="192"/>
                  </a:lnTo>
                  <a:lnTo>
                    <a:pt x="642" y="186"/>
                  </a:lnTo>
                  <a:lnTo>
                    <a:pt x="648" y="178"/>
                  </a:lnTo>
                  <a:lnTo>
                    <a:pt x="650" y="170"/>
                  </a:lnTo>
                  <a:lnTo>
                    <a:pt x="648" y="162"/>
                  </a:lnTo>
                  <a:lnTo>
                    <a:pt x="644" y="154"/>
                  </a:lnTo>
                  <a:lnTo>
                    <a:pt x="640" y="150"/>
                  </a:lnTo>
                  <a:lnTo>
                    <a:pt x="632" y="146"/>
                  </a:lnTo>
                  <a:lnTo>
                    <a:pt x="636" y="144"/>
                  </a:lnTo>
                  <a:lnTo>
                    <a:pt x="646" y="134"/>
                  </a:lnTo>
                  <a:lnTo>
                    <a:pt x="648" y="132"/>
                  </a:lnTo>
                  <a:lnTo>
                    <a:pt x="658" y="118"/>
                  </a:lnTo>
                  <a:lnTo>
                    <a:pt x="664" y="104"/>
                  </a:lnTo>
                  <a:lnTo>
                    <a:pt x="668" y="90"/>
                  </a:lnTo>
                  <a:lnTo>
                    <a:pt x="670" y="74"/>
                  </a:lnTo>
                  <a:lnTo>
                    <a:pt x="668" y="60"/>
                  </a:lnTo>
                  <a:lnTo>
                    <a:pt x="664" y="44"/>
                  </a:lnTo>
                  <a:lnTo>
                    <a:pt x="658" y="30"/>
                  </a:lnTo>
                  <a:lnTo>
                    <a:pt x="648" y="18"/>
                  </a:lnTo>
                  <a:lnTo>
                    <a:pt x="648" y="16"/>
                  </a:lnTo>
                  <a:lnTo>
                    <a:pt x="636" y="6"/>
                  </a:lnTo>
                  <a:lnTo>
                    <a:pt x="630" y="2"/>
                  </a:lnTo>
                  <a:lnTo>
                    <a:pt x="624" y="2"/>
                  </a:lnTo>
                  <a:lnTo>
                    <a:pt x="618" y="4"/>
                  </a:lnTo>
                  <a:lnTo>
                    <a:pt x="614" y="8"/>
                  </a:lnTo>
                  <a:lnTo>
                    <a:pt x="612" y="14"/>
                  </a:lnTo>
                  <a:lnTo>
                    <a:pt x="610" y="18"/>
                  </a:lnTo>
                  <a:lnTo>
                    <a:pt x="606" y="22"/>
                  </a:lnTo>
                  <a:lnTo>
                    <a:pt x="602" y="14"/>
                  </a:lnTo>
                  <a:lnTo>
                    <a:pt x="602" y="8"/>
                  </a:lnTo>
                  <a:lnTo>
                    <a:pt x="598" y="4"/>
                  </a:lnTo>
                  <a:lnTo>
                    <a:pt x="594" y="2"/>
                  </a:lnTo>
                  <a:lnTo>
                    <a:pt x="588" y="0"/>
                  </a:lnTo>
                  <a:lnTo>
                    <a:pt x="36" y="0"/>
                  </a:lnTo>
                  <a:close/>
                  <a:moveTo>
                    <a:pt x="162" y="550"/>
                  </a:moveTo>
                  <a:lnTo>
                    <a:pt x="162" y="550"/>
                  </a:lnTo>
                  <a:lnTo>
                    <a:pt x="158" y="548"/>
                  </a:lnTo>
                  <a:lnTo>
                    <a:pt x="154" y="546"/>
                  </a:lnTo>
                  <a:lnTo>
                    <a:pt x="152" y="544"/>
                  </a:lnTo>
                  <a:lnTo>
                    <a:pt x="152" y="540"/>
                  </a:lnTo>
                  <a:lnTo>
                    <a:pt x="152" y="536"/>
                  </a:lnTo>
                  <a:lnTo>
                    <a:pt x="154" y="534"/>
                  </a:lnTo>
                  <a:lnTo>
                    <a:pt x="158" y="532"/>
                  </a:lnTo>
                  <a:lnTo>
                    <a:pt x="162" y="530"/>
                  </a:lnTo>
                  <a:lnTo>
                    <a:pt x="572" y="530"/>
                  </a:lnTo>
                  <a:lnTo>
                    <a:pt x="576" y="532"/>
                  </a:lnTo>
                  <a:lnTo>
                    <a:pt x="580" y="534"/>
                  </a:lnTo>
                  <a:lnTo>
                    <a:pt x="582" y="536"/>
                  </a:lnTo>
                  <a:lnTo>
                    <a:pt x="582" y="540"/>
                  </a:lnTo>
                  <a:lnTo>
                    <a:pt x="582" y="544"/>
                  </a:lnTo>
                  <a:lnTo>
                    <a:pt x="580" y="546"/>
                  </a:lnTo>
                  <a:lnTo>
                    <a:pt x="576" y="548"/>
                  </a:lnTo>
                  <a:lnTo>
                    <a:pt x="572" y="550"/>
                  </a:lnTo>
                  <a:lnTo>
                    <a:pt x="162" y="550"/>
                  </a:lnTo>
                  <a:close/>
                  <a:moveTo>
                    <a:pt x="162" y="508"/>
                  </a:moveTo>
                  <a:lnTo>
                    <a:pt x="162" y="508"/>
                  </a:lnTo>
                  <a:lnTo>
                    <a:pt x="158" y="508"/>
                  </a:lnTo>
                  <a:lnTo>
                    <a:pt x="154" y="506"/>
                  </a:lnTo>
                  <a:lnTo>
                    <a:pt x="152" y="504"/>
                  </a:lnTo>
                  <a:lnTo>
                    <a:pt x="152" y="500"/>
                  </a:lnTo>
                  <a:lnTo>
                    <a:pt x="152" y="496"/>
                  </a:lnTo>
                  <a:lnTo>
                    <a:pt x="154" y="492"/>
                  </a:lnTo>
                  <a:lnTo>
                    <a:pt x="158" y="490"/>
                  </a:lnTo>
                  <a:lnTo>
                    <a:pt x="162" y="490"/>
                  </a:lnTo>
                  <a:lnTo>
                    <a:pt x="572" y="490"/>
                  </a:lnTo>
                  <a:lnTo>
                    <a:pt x="576" y="490"/>
                  </a:lnTo>
                  <a:lnTo>
                    <a:pt x="580" y="492"/>
                  </a:lnTo>
                  <a:lnTo>
                    <a:pt x="582" y="496"/>
                  </a:lnTo>
                  <a:lnTo>
                    <a:pt x="582" y="500"/>
                  </a:lnTo>
                  <a:lnTo>
                    <a:pt x="582" y="504"/>
                  </a:lnTo>
                  <a:lnTo>
                    <a:pt x="580" y="506"/>
                  </a:lnTo>
                  <a:lnTo>
                    <a:pt x="576" y="508"/>
                  </a:lnTo>
                  <a:lnTo>
                    <a:pt x="572" y="508"/>
                  </a:lnTo>
                  <a:lnTo>
                    <a:pt x="162" y="508"/>
                  </a:lnTo>
                  <a:close/>
                  <a:moveTo>
                    <a:pt x="162" y="470"/>
                  </a:moveTo>
                  <a:lnTo>
                    <a:pt x="162" y="470"/>
                  </a:lnTo>
                  <a:lnTo>
                    <a:pt x="158" y="468"/>
                  </a:lnTo>
                  <a:lnTo>
                    <a:pt x="154" y="466"/>
                  </a:lnTo>
                  <a:lnTo>
                    <a:pt x="152" y="464"/>
                  </a:lnTo>
                  <a:lnTo>
                    <a:pt x="152" y="460"/>
                  </a:lnTo>
                  <a:lnTo>
                    <a:pt x="152" y="456"/>
                  </a:lnTo>
                  <a:lnTo>
                    <a:pt x="154" y="454"/>
                  </a:lnTo>
                  <a:lnTo>
                    <a:pt x="158" y="452"/>
                  </a:lnTo>
                  <a:lnTo>
                    <a:pt x="162" y="450"/>
                  </a:lnTo>
                  <a:lnTo>
                    <a:pt x="572" y="450"/>
                  </a:lnTo>
                  <a:lnTo>
                    <a:pt x="576" y="452"/>
                  </a:lnTo>
                  <a:lnTo>
                    <a:pt x="580" y="454"/>
                  </a:lnTo>
                  <a:lnTo>
                    <a:pt x="582" y="456"/>
                  </a:lnTo>
                  <a:lnTo>
                    <a:pt x="582" y="460"/>
                  </a:lnTo>
                  <a:lnTo>
                    <a:pt x="582" y="464"/>
                  </a:lnTo>
                  <a:lnTo>
                    <a:pt x="580" y="466"/>
                  </a:lnTo>
                  <a:lnTo>
                    <a:pt x="576" y="468"/>
                  </a:lnTo>
                  <a:lnTo>
                    <a:pt x="572" y="470"/>
                  </a:lnTo>
                  <a:lnTo>
                    <a:pt x="162" y="470"/>
                  </a:lnTo>
                  <a:close/>
                  <a:moveTo>
                    <a:pt x="118" y="148"/>
                  </a:moveTo>
                  <a:lnTo>
                    <a:pt x="158" y="148"/>
                  </a:lnTo>
                  <a:lnTo>
                    <a:pt x="154" y="152"/>
                  </a:lnTo>
                  <a:lnTo>
                    <a:pt x="152" y="156"/>
                  </a:lnTo>
                  <a:lnTo>
                    <a:pt x="148" y="162"/>
                  </a:lnTo>
                  <a:lnTo>
                    <a:pt x="148" y="168"/>
                  </a:lnTo>
                  <a:lnTo>
                    <a:pt x="146" y="176"/>
                  </a:lnTo>
                  <a:lnTo>
                    <a:pt x="144" y="180"/>
                  </a:lnTo>
                  <a:lnTo>
                    <a:pt x="142" y="180"/>
                  </a:lnTo>
                  <a:lnTo>
                    <a:pt x="136" y="174"/>
                  </a:lnTo>
                  <a:lnTo>
                    <a:pt x="134" y="166"/>
                  </a:lnTo>
                  <a:lnTo>
                    <a:pt x="130" y="160"/>
                  </a:lnTo>
                  <a:lnTo>
                    <a:pt x="128" y="156"/>
                  </a:lnTo>
                  <a:lnTo>
                    <a:pt x="122" y="152"/>
                  </a:lnTo>
                  <a:lnTo>
                    <a:pt x="118" y="148"/>
                  </a:lnTo>
                  <a:close/>
                  <a:moveTo>
                    <a:pt x="598" y="144"/>
                  </a:moveTo>
                  <a:lnTo>
                    <a:pt x="598" y="144"/>
                  </a:lnTo>
                  <a:lnTo>
                    <a:pt x="600" y="140"/>
                  </a:lnTo>
                  <a:lnTo>
                    <a:pt x="602" y="134"/>
                  </a:lnTo>
                  <a:lnTo>
                    <a:pt x="604" y="126"/>
                  </a:lnTo>
                  <a:lnTo>
                    <a:pt x="608" y="130"/>
                  </a:lnTo>
                  <a:lnTo>
                    <a:pt x="612" y="136"/>
                  </a:lnTo>
                  <a:lnTo>
                    <a:pt x="616" y="142"/>
                  </a:lnTo>
                  <a:lnTo>
                    <a:pt x="618" y="144"/>
                  </a:lnTo>
                  <a:lnTo>
                    <a:pt x="598" y="144"/>
                  </a:lnTo>
                  <a:close/>
                  <a:moveTo>
                    <a:pt x="200" y="312"/>
                  </a:moveTo>
                  <a:lnTo>
                    <a:pt x="200" y="312"/>
                  </a:lnTo>
                  <a:lnTo>
                    <a:pt x="196" y="312"/>
                  </a:lnTo>
                  <a:lnTo>
                    <a:pt x="194" y="310"/>
                  </a:lnTo>
                  <a:lnTo>
                    <a:pt x="192" y="306"/>
                  </a:lnTo>
                  <a:lnTo>
                    <a:pt x="190" y="302"/>
                  </a:lnTo>
                  <a:lnTo>
                    <a:pt x="192" y="300"/>
                  </a:lnTo>
                  <a:lnTo>
                    <a:pt x="194" y="296"/>
                  </a:lnTo>
                  <a:lnTo>
                    <a:pt x="196" y="294"/>
                  </a:lnTo>
                  <a:lnTo>
                    <a:pt x="200" y="294"/>
                  </a:lnTo>
                  <a:lnTo>
                    <a:pt x="612" y="294"/>
                  </a:lnTo>
                  <a:lnTo>
                    <a:pt x="616" y="294"/>
                  </a:lnTo>
                  <a:lnTo>
                    <a:pt x="618" y="296"/>
                  </a:lnTo>
                  <a:lnTo>
                    <a:pt x="620" y="300"/>
                  </a:lnTo>
                  <a:lnTo>
                    <a:pt x="622" y="302"/>
                  </a:lnTo>
                  <a:lnTo>
                    <a:pt x="620" y="306"/>
                  </a:lnTo>
                  <a:lnTo>
                    <a:pt x="618" y="310"/>
                  </a:lnTo>
                  <a:lnTo>
                    <a:pt x="616" y="312"/>
                  </a:lnTo>
                  <a:lnTo>
                    <a:pt x="612" y="312"/>
                  </a:lnTo>
                  <a:lnTo>
                    <a:pt x="200" y="312"/>
                  </a:lnTo>
                  <a:close/>
                  <a:moveTo>
                    <a:pt x="200" y="272"/>
                  </a:moveTo>
                  <a:lnTo>
                    <a:pt x="200" y="272"/>
                  </a:lnTo>
                  <a:lnTo>
                    <a:pt x="196" y="272"/>
                  </a:lnTo>
                  <a:lnTo>
                    <a:pt x="194" y="270"/>
                  </a:lnTo>
                  <a:lnTo>
                    <a:pt x="192" y="266"/>
                  </a:lnTo>
                  <a:lnTo>
                    <a:pt x="190" y="262"/>
                  </a:lnTo>
                  <a:lnTo>
                    <a:pt x="192" y="260"/>
                  </a:lnTo>
                  <a:lnTo>
                    <a:pt x="194" y="256"/>
                  </a:lnTo>
                  <a:lnTo>
                    <a:pt x="196" y="254"/>
                  </a:lnTo>
                  <a:lnTo>
                    <a:pt x="200" y="254"/>
                  </a:lnTo>
                  <a:lnTo>
                    <a:pt x="612" y="254"/>
                  </a:lnTo>
                  <a:lnTo>
                    <a:pt x="616" y="254"/>
                  </a:lnTo>
                  <a:lnTo>
                    <a:pt x="618" y="256"/>
                  </a:lnTo>
                  <a:lnTo>
                    <a:pt x="620" y="260"/>
                  </a:lnTo>
                  <a:lnTo>
                    <a:pt x="622" y="262"/>
                  </a:lnTo>
                  <a:lnTo>
                    <a:pt x="620" y="266"/>
                  </a:lnTo>
                  <a:lnTo>
                    <a:pt x="618" y="270"/>
                  </a:lnTo>
                  <a:lnTo>
                    <a:pt x="616" y="272"/>
                  </a:lnTo>
                  <a:lnTo>
                    <a:pt x="612" y="272"/>
                  </a:lnTo>
                  <a:lnTo>
                    <a:pt x="200" y="272"/>
                  </a:lnTo>
                  <a:close/>
                  <a:moveTo>
                    <a:pt x="200" y="232"/>
                  </a:moveTo>
                  <a:lnTo>
                    <a:pt x="200" y="232"/>
                  </a:lnTo>
                  <a:lnTo>
                    <a:pt x="196" y="232"/>
                  </a:lnTo>
                  <a:lnTo>
                    <a:pt x="194" y="230"/>
                  </a:lnTo>
                  <a:lnTo>
                    <a:pt x="192" y="226"/>
                  </a:lnTo>
                  <a:lnTo>
                    <a:pt x="190" y="224"/>
                  </a:lnTo>
                  <a:lnTo>
                    <a:pt x="192" y="220"/>
                  </a:lnTo>
                  <a:lnTo>
                    <a:pt x="194" y="216"/>
                  </a:lnTo>
                  <a:lnTo>
                    <a:pt x="196" y="214"/>
                  </a:lnTo>
                  <a:lnTo>
                    <a:pt x="200" y="214"/>
                  </a:lnTo>
                  <a:lnTo>
                    <a:pt x="612" y="214"/>
                  </a:lnTo>
                  <a:lnTo>
                    <a:pt x="616" y="214"/>
                  </a:lnTo>
                  <a:lnTo>
                    <a:pt x="618" y="216"/>
                  </a:lnTo>
                  <a:lnTo>
                    <a:pt x="620" y="220"/>
                  </a:lnTo>
                  <a:lnTo>
                    <a:pt x="622" y="224"/>
                  </a:lnTo>
                  <a:lnTo>
                    <a:pt x="620" y="226"/>
                  </a:lnTo>
                  <a:lnTo>
                    <a:pt x="618" y="230"/>
                  </a:lnTo>
                  <a:lnTo>
                    <a:pt x="616" y="232"/>
                  </a:lnTo>
                  <a:lnTo>
                    <a:pt x="612" y="232"/>
                  </a:lnTo>
                  <a:lnTo>
                    <a:pt x="200" y="232"/>
                  </a:lnTo>
                  <a:close/>
                  <a:moveTo>
                    <a:pt x="570" y="104"/>
                  </a:moveTo>
                  <a:lnTo>
                    <a:pt x="44" y="104"/>
                  </a:lnTo>
                  <a:lnTo>
                    <a:pt x="40" y="102"/>
                  </a:lnTo>
                  <a:lnTo>
                    <a:pt x="38" y="98"/>
                  </a:lnTo>
                  <a:lnTo>
                    <a:pt x="40" y="94"/>
                  </a:lnTo>
                  <a:lnTo>
                    <a:pt x="44" y="92"/>
                  </a:lnTo>
                  <a:lnTo>
                    <a:pt x="570" y="92"/>
                  </a:lnTo>
                  <a:lnTo>
                    <a:pt x="574" y="94"/>
                  </a:lnTo>
                  <a:lnTo>
                    <a:pt x="576" y="98"/>
                  </a:lnTo>
                  <a:lnTo>
                    <a:pt x="574" y="102"/>
                  </a:lnTo>
                  <a:lnTo>
                    <a:pt x="570" y="104"/>
                  </a:lnTo>
                  <a:close/>
                  <a:moveTo>
                    <a:pt x="570" y="80"/>
                  </a:moveTo>
                  <a:lnTo>
                    <a:pt x="44" y="80"/>
                  </a:lnTo>
                  <a:lnTo>
                    <a:pt x="40" y="78"/>
                  </a:lnTo>
                  <a:lnTo>
                    <a:pt x="38" y="74"/>
                  </a:lnTo>
                  <a:lnTo>
                    <a:pt x="40" y="70"/>
                  </a:lnTo>
                  <a:lnTo>
                    <a:pt x="44" y="68"/>
                  </a:lnTo>
                  <a:lnTo>
                    <a:pt x="570" y="68"/>
                  </a:lnTo>
                  <a:lnTo>
                    <a:pt x="574" y="70"/>
                  </a:lnTo>
                  <a:lnTo>
                    <a:pt x="576" y="74"/>
                  </a:lnTo>
                  <a:lnTo>
                    <a:pt x="574" y="78"/>
                  </a:lnTo>
                  <a:lnTo>
                    <a:pt x="570" y="80"/>
                  </a:lnTo>
                  <a:close/>
                  <a:moveTo>
                    <a:pt x="570" y="54"/>
                  </a:moveTo>
                  <a:lnTo>
                    <a:pt x="44" y="54"/>
                  </a:lnTo>
                  <a:lnTo>
                    <a:pt x="40" y="52"/>
                  </a:lnTo>
                  <a:lnTo>
                    <a:pt x="38" y="48"/>
                  </a:lnTo>
                  <a:lnTo>
                    <a:pt x="40" y="44"/>
                  </a:lnTo>
                  <a:lnTo>
                    <a:pt x="44" y="44"/>
                  </a:lnTo>
                  <a:lnTo>
                    <a:pt x="570" y="44"/>
                  </a:lnTo>
                  <a:lnTo>
                    <a:pt x="574" y="44"/>
                  </a:lnTo>
                  <a:lnTo>
                    <a:pt x="576" y="48"/>
                  </a:lnTo>
                  <a:lnTo>
                    <a:pt x="574" y="52"/>
                  </a:lnTo>
                  <a:lnTo>
                    <a:pt x="570" y="54"/>
                  </a:lnTo>
                  <a:close/>
                </a:path>
              </a:pathLst>
            </a:custGeom>
            <a:solidFill>
              <a:srgbClr val="336699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2" name="直接连接符 1"/>
          <p:cNvCxnSpPr/>
          <p:nvPr/>
        </p:nvCxnSpPr>
        <p:spPr>
          <a:xfrm flipV="1">
            <a:off x="2759075" y="3062605"/>
            <a:ext cx="2089150" cy="6604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 rot="21180000">
            <a:off x="2410460" y="2573020"/>
            <a:ext cx="260985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914400" eaLnBrk="1" hangingPunct="1">
              <a:defRPr/>
            </a:pPr>
            <a:r>
              <a:rPr lang="en-US" altLang="en-GB" sz="2800" b="1" kern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Paper-writing</a:t>
            </a:r>
            <a:endParaRPr lang="en-US" altLang="en-GB" sz="2800" b="1" kern="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文本框 2"/>
          <p:cNvSpPr txBox="1"/>
          <p:nvPr/>
        </p:nvSpPr>
        <p:spPr>
          <a:xfrm>
            <a:off x="394970" y="998855"/>
            <a:ext cx="83540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在生成式智能可廉价复制的时代，大学如何重新定义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人的不可替代性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？</a:t>
            </a:r>
            <a:endParaRPr lang="zh-CN" altLang="en-US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645" y="2851150"/>
            <a:ext cx="804735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生成式人工智能对高等教育人才培养目标的重构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基于认知分工、评价范式与课程逻辑的三维审视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283210" y="563880"/>
            <a:ext cx="8653145" cy="44456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1：认知外包的边界——生成式</a:t>
            </a:r>
            <a:r>
              <a:rPr lang="en-US" altLang="zh-CN" sz="1600" b="1"/>
              <a:t>AI</a:t>
            </a:r>
            <a:r>
              <a:rPr lang="zh-CN" altLang="en-US" sz="1600" b="1"/>
              <a:t>介入下大学生认知任务的重组与思维能力的迁移效应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2：原创性的再概念化——生成式</a:t>
            </a:r>
            <a:r>
              <a:rPr lang="en-US" altLang="zh-CN" sz="1600" b="1"/>
              <a:t>AI</a:t>
            </a:r>
            <a:r>
              <a:rPr lang="zh-CN" altLang="en-US" sz="1600" b="1"/>
              <a:t>输出对学术写作中“作者性”的消解与重构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3：教师角色的功能分化——生成式</a:t>
            </a:r>
            <a:r>
              <a:rPr lang="en-US" altLang="zh-CN" sz="1600" b="1"/>
              <a:t>AI</a:t>
            </a:r>
            <a:r>
              <a:rPr lang="zh-CN" altLang="en-US" sz="1600" b="1"/>
              <a:t>替代知识传授功能后大学教师的合法性基础重构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4：学术评价的效度危机——生成式</a:t>
            </a:r>
            <a:r>
              <a:rPr lang="en-US" altLang="zh-CN" sz="1600" b="1"/>
              <a:t>AI</a:t>
            </a:r>
            <a:r>
              <a:rPr lang="zh-CN" altLang="en-US" sz="1600" b="1"/>
              <a:t>对高等教育中“写作能力”构念及其测量工具的冲击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5：批判性思维的层级迁移——从“独立建构”到“评估与修正”的批判能力重构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6：专业教育的课程逻辑转向——以法学/医学为例论生成式</a:t>
            </a:r>
            <a:r>
              <a:rPr lang="en-US" altLang="zh-CN" sz="1600" b="1"/>
              <a:t>AI</a:t>
            </a:r>
            <a:r>
              <a:rPr lang="zh-CN" altLang="en-US" sz="1600" b="1"/>
              <a:t>对“知识-判断”二分结构的冲击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7：通识教育的功能重估——从“文化修养”到“意义建构能力”的价值论证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zh-CN" altLang="en-US" sz="1600" b="1"/>
              <a:t>子话题 8：人机协作的伦理边界——高等教育中“技术增强”与“人的完整性”之间的规范张力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118586"/>
            <a:ext cx="9144000" cy="3444536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pic>
        <p:nvPicPr>
          <p:cNvPr id="23" name="图片 22" descr="a2ea921c90fe1ec3713bd02212411f35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287" y="582507"/>
            <a:ext cx="9137713" cy="49242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6801" y="1517415"/>
            <a:ext cx="93037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谢 谢！</a:t>
            </a:r>
            <a:endParaRPr lang="zh-CN" altLang="en-US" sz="8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561</Words>
  <Application>WPS 演示</Application>
  <PresentationFormat>全屏显示(16:9)</PresentationFormat>
  <Paragraphs>26</Paragraphs>
  <Slides>6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Calibri Light</vt:lpstr>
      <vt:lpstr>黑体</vt:lpstr>
      <vt:lpstr>等线</vt:lpstr>
      <vt:lpstr>Times New Roman</vt:lpstr>
      <vt:lpstr>KaiTi_GB2312</vt:lpstr>
      <vt:lpstr>微软雅黑</vt:lpstr>
      <vt:lpstr>Microsoft YaHei UI</vt:lpstr>
      <vt:lpstr>Arial Unicode MS</vt:lpstr>
      <vt:lpstr>KaiTi_GB2312</vt:lpstr>
      <vt:lpstr>华光蒙文粗黑体</vt:lpstr>
      <vt:lpstr>Office 主题</vt:lpstr>
      <vt:lpstr>自定义设计方案</vt:lpstr>
      <vt:lpstr>学术论文正文写作三段论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熊猫设计出品</dc:creator>
  <cp:lastModifiedBy>洪华龙</cp:lastModifiedBy>
  <cp:revision>441</cp:revision>
  <cp:lastPrinted>2025-05-07T11:14:00Z</cp:lastPrinted>
  <dcterms:created xsi:type="dcterms:W3CDTF">2025-05-07T11:14:00Z</dcterms:created>
  <dcterms:modified xsi:type="dcterms:W3CDTF">2026-04-15T11:44:36Z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560E23FF72D3621EDE2A0D65C3A81CF5_42</vt:lpwstr>
  </property>
  <property fmtid="{D5CDD505-2E9C-101B-9397-08002B2CF9AE}" pid="3" name="KSOProductBuildVer">
    <vt:lpwstr>2052-12.1.0.25865</vt:lpwstr>
  </property>
</Properties>
</file>