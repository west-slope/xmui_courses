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gif" ContentType="image/gif"/>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60"/>
  </p:handoutMasterIdLst>
  <p:sldIdLst>
    <p:sldId id="366" r:id="rId3"/>
    <p:sldId id="307" r:id="rId5"/>
    <p:sldId id="564" r:id="rId6"/>
    <p:sldId id="507" r:id="rId7"/>
    <p:sldId id="317" r:id="rId8"/>
    <p:sldId id="314" r:id="rId9"/>
    <p:sldId id="448" r:id="rId10"/>
    <p:sldId id="258" r:id="rId11"/>
    <p:sldId id="257" r:id="rId12"/>
    <p:sldId id="449" r:id="rId13"/>
    <p:sldId id="259" r:id="rId14"/>
    <p:sldId id="450" r:id="rId15"/>
    <p:sldId id="260" r:id="rId16"/>
    <p:sldId id="451" r:id="rId17"/>
    <p:sldId id="261" r:id="rId18"/>
    <p:sldId id="452" r:id="rId19"/>
    <p:sldId id="262" r:id="rId20"/>
    <p:sldId id="263" r:id="rId21"/>
    <p:sldId id="264" r:id="rId22"/>
    <p:sldId id="453" r:id="rId23"/>
    <p:sldId id="265" r:id="rId24"/>
    <p:sldId id="459" r:id="rId25"/>
    <p:sldId id="315" r:id="rId26"/>
    <p:sldId id="454" r:id="rId27"/>
    <p:sldId id="559" r:id="rId28"/>
    <p:sldId id="455" r:id="rId29"/>
    <p:sldId id="456" r:id="rId30"/>
    <p:sldId id="457" r:id="rId31"/>
    <p:sldId id="458" r:id="rId32"/>
    <p:sldId id="469" r:id="rId33"/>
    <p:sldId id="482" r:id="rId34"/>
    <p:sldId id="470" r:id="rId35"/>
    <p:sldId id="471" r:id="rId36"/>
    <p:sldId id="472" r:id="rId37"/>
    <p:sldId id="313" r:id="rId38"/>
    <p:sldId id="284" r:id="rId39"/>
    <p:sldId id="461" r:id="rId40"/>
    <p:sldId id="462" r:id="rId41"/>
    <p:sldId id="463" r:id="rId42"/>
    <p:sldId id="464" r:id="rId43"/>
    <p:sldId id="465" r:id="rId44"/>
    <p:sldId id="466" r:id="rId45"/>
    <p:sldId id="467" r:id="rId46"/>
    <p:sldId id="560" r:id="rId47"/>
    <p:sldId id="405" r:id="rId48"/>
    <p:sldId id="400" r:id="rId49"/>
    <p:sldId id="424" r:id="rId50"/>
    <p:sldId id="410" r:id="rId51"/>
    <p:sldId id="483" r:id="rId52"/>
    <p:sldId id="412" r:id="rId53"/>
    <p:sldId id="414" r:id="rId54"/>
    <p:sldId id="417" r:id="rId55"/>
    <p:sldId id="418" r:id="rId56"/>
    <p:sldId id="419" r:id="rId57"/>
    <p:sldId id="408" r:id="rId58"/>
    <p:sldId id="369" r:id="rId59"/>
  </p:sldIdLst>
  <p:sldSz cx="12192000" cy="6858000"/>
  <p:notesSz cx="6858000" cy="9144000"/>
  <p:custDataLst>
    <p:tags r:id="rId6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339933"/>
    <a:srgbClr val="660033"/>
    <a:srgbClr val="000000"/>
    <a:srgbClr val="CCFFFF"/>
    <a:srgbClr val="CC0000"/>
    <a:srgbClr val="006600"/>
    <a:srgbClr val="0066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33" autoAdjust="0"/>
    <p:restoredTop sz="94241"/>
  </p:normalViewPr>
  <p:slideViewPr>
    <p:cSldViewPr showGuides="1">
      <p:cViewPr varScale="1">
        <p:scale>
          <a:sx n="102" d="100"/>
          <a:sy n="102" d="100"/>
        </p:scale>
        <p:origin x="126" y="228"/>
      </p:cViewPr>
      <p:guideLst>
        <p:guide orient="horz" pos="2156"/>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howGuides="1">
      <p:cViewPr varScale="1">
        <p:scale>
          <a:sx n="28" d="100"/>
          <a:sy n="28" d="100"/>
        </p:scale>
        <p:origin x="-1262" y="-72"/>
      </p:cViewPr>
      <p:guideLst>
        <p:guide orient="horz" pos="2875"/>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4" Type="http://schemas.openxmlformats.org/officeDocument/2006/relationships/tags" Target="tags/tag64.xml"/><Relationship Id="rId63" Type="http://schemas.openxmlformats.org/officeDocument/2006/relationships/tableStyles" Target="tableStyles.xml"/><Relationship Id="rId62" Type="http://schemas.openxmlformats.org/officeDocument/2006/relationships/viewProps" Target="viewProps.xml"/><Relationship Id="rId61" Type="http://schemas.openxmlformats.org/officeDocument/2006/relationships/presProps" Target="presProps.xml"/><Relationship Id="rId60" Type="http://schemas.openxmlformats.org/officeDocument/2006/relationships/handoutMaster" Target="handoutMasters/handoutMaster1.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9" Type="http://schemas.openxmlformats.org/officeDocument/2006/relationships/image" Target="../media/image14.emf"/><Relationship Id="rId8" Type="http://schemas.openxmlformats.org/officeDocument/2006/relationships/image" Target="../media/image13.emf"/><Relationship Id="rId7" Type="http://schemas.openxmlformats.org/officeDocument/2006/relationships/image" Target="../media/image12.emf"/><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image" Target="../media/image9.emf"/><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l" eaLnBrk="1" hangingPunct="1">
              <a:defRPr sz="1200"/>
            </a:lvl1pPr>
          </a:lstStyle>
          <a:p>
            <a:endParaRPr lang="en-US" altLang="zh-CN"/>
          </a:p>
        </p:txBody>
      </p:sp>
      <p:sp>
        <p:nvSpPr>
          <p:cNvPr id="3075" name="Rectangle 3"/>
          <p:cNvSpPr>
            <a:spLocks noGrp="1" noChangeArrowheads="1"/>
          </p:cNvSpPr>
          <p:nvPr>
            <p:ph type="dt" sz="quarter"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r" eaLnBrk="1" hangingPunct="1">
              <a:defRPr sz="1200"/>
            </a:lvl1pPr>
          </a:lstStyle>
          <a:p>
            <a:endParaRPr lang="en-US" altLang="zh-CN"/>
          </a:p>
        </p:txBody>
      </p:sp>
      <p:sp>
        <p:nvSpPr>
          <p:cNvPr id="3076" name="Rectangle 4"/>
          <p:cNvSpPr>
            <a:spLocks noGrp="1" noChangeArrowheads="1"/>
          </p:cNvSpPr>
          <p:nvPr>
            <p:ph type="ftr" sz="quarter" idx="2"/>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lstStyle>
            <a:lvl1pPr algn="l" eaLnBrk="1" hangingPunct="1">
              <a:defRPr sz="1200"/>
            </a:lvl1pPr>
          </a:lstStyle>
          <a:p>
            <a:endParaRPr lang="en-US" altLang="zh-CN"/>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lstStyle>
            <a:lvl1pPr algn="r" eaLnBrk="1" hangingPunct="1">
              <a:defRPr sz="1200"/>
            </a:lvl1pPr>
          </a:lstStyle>
          <a:p>
            <a:fld id="{4716344F-6FB3-4E6C-B792-D1A84D17F7DD}"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l" eaLnBrk="1" hangingPunct="1">
              <a:defRPr sz="1200"/>
            </a:lvl1pPr>
          </a:lstStyle>
          <a:p>
            <a:endParaRPr lang="en-US" altLang="zh-CN"/>
          </a:p>
        </p:txBody>
      </p:sp>
      <p:sp>
        <p:nvSpPr>
          <p:cNvPr id="2051"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r" eaLnBrk="1" hangingPunct="1">
              <a:defRPr sz="1200"/>
            </a:lvl1pPr>
          </a:lstStyle>
          <a:p>
            <a:endParaRPr lang="en-US" altLang="zh-CN"/>
          </a:p>
        </p:txBody>
      </p:sp>
      <p:sp>
        <p:nvSpPr>
          <p:cNvPr id="2052" name="Rectangle 4"/>
          <p:cNvSpPr>
            <a:spLocks noGrp="1" noRot="1" noChangeAspect="1" noChangeArrowheads="1"/>
          </p:cNvSpPr>
          <p:nvPr>
            <p:ph type="sldImg" idx="2"/>
          </p:nvPr>
        </p:nvSpPr>
        <p:spPr bwMode="auto">
          <a:xfrm>
            <a:off x="381000" y="685800"/>
            <a:ext cx="6096000" cy="3429000"/>
          </a:xfrm>
          <a:prstGeom prst="rect">
            <a:avLst/>
          </a:prstGeom>
          <a:noFill/>
          <a:ln w="9525">
            <a:solidFill>
              <a:srgbClr val="000000"/>
            </a:solidFill>
            <a:miter lim="800000"/>
          </a:ln>
        </p:spPr>
      </p:sp>
      <p:sp>
        <p:nvSpPr>
          <p:cNvPr id="2053"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p>
            <a:pPr lvl="0"/>
            <a:r>
              <a:rPr lang="zh-CN" altLang="en-US"/>
              <a:t>单击以编辑母版文本样式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054"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lstStyle>
            <a:lvl1pPr algn="l" eaLnBrk="1" hangingPunct="1">
              <a:defRPr sz="1200"/>
            </a:lvl1pPr>
          </a:lstStyle>
          <a:p>
            <a:endParaRPr lang="en-US" altLang="zh-CN"/>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lstStyle>
            <a:lvl1pPr algn="r" eaLnBrk="1" hangingPunct="1">
              <a:defRPr sz="1200"/>
            </a:lvl1pPr>
          </a:lstStyle>
          <a:p>
            <a:fld id="{9DDAE266-0B73-4F75-9755-47219A0F14A7}"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这讲，我们来具体讨论点估计问题。</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7F32AC2-5CA0-41E2-900C-4A9051C0A65C}" type="slidenum">
              <a:rPr kumimoji="1"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fld>
            <a:endParaRPr kumimoji="1" lang="zh-CN" alt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DDAE266-0B73-4F75-9755-47219A0F14A7}"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DDAE266-0B73-4F75-9755-47219A0F14A7}"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首先是</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点估计问题的一般提法</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a:xfrm>
            <a:off x="381000" y="685800"/>
            <a:ext cx="6096000" cy="3429000"/>
          </a:xfrm>
        </p:spPr>
      </p:sp>
      <p:sp>
        <p:nvSpPr>
          <p:cNvPr id="10243" name="备注占位符 2"/>
          <p:cNvSpPr>
            <a:spLocks noGrp="1" noChangeArrowheads="1"/>
          </p:cNvSpPr>
          <p:nvPr>
            <p:ph type="body" idx="1"/>
          </p:nvPr>
        </p:nvSpPr>
        <p:spPr>
          <a:noFill/>
        </p:spPr>
        <p:txBody>
          <a:bodyPr/>
          <a:lstStyle/>
          <a:p>
            <a:pPr eaLnBrk="1" hangingPunct="1"/>
            <a:r>
              <a:rPr lang="en-US" altLang="zh-CN" b="1">
                <a:solidFill>
                  <a:srgbClr val="FFFF99"/>
                </a:solidFill>
              </a:rPr>
              <a:t> </a:t>
            </a:r>
            <a:endParaRPr lang="zh-CN" altLang="en-US"/>
          </a:p>
        </p:txBody>
      </p:sp>
      <p:sp>
        <p:nvSpPr>
          <p:cNvPr id="10244" name="灯片编号占位符 3"/>
          <p:cNvSpPr>
            <a:spLocks noGrp="1"/>
          </p:cNvSpPr>
          <p:nvPr>
            <p:ph type="sldNum" sz="quarter" idx="5"/>
          </p:nvPr>
        </p:nvSpPr>
        <p:spPr>
          <a:noFill/>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3B2F94D-69F4-4344-8E18-D18E47BE7F9A}" type="slidenum">
              <a:rPr lang="en-US" altLang="zh-CN" sz="1200" smtClean="0"/>
            </a:fld>
            <a:endParaRPr lang="en-US" altLang="zh-CN"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这讲，我们来具体讨论点估计问题。</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7F32AC2-5CA0-41E2-900C-4A9051C0A65C}" type="slidenum">
              <a:rPr kumimoji="1"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fld>
            <a:endParaRPr kumimoji="1" lang="zh-CN" alt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ChangeArrowheads="1" noTextEdit="1"/>
          </p:cNvSpPr>
          <p:nvPr>
            <p:ph type="sldImg"/>
          </p:nvPr>
        </p:nvSpPr>
        <p:spPr>
          <a:xfrm>
            <a:off x="381000" y="685800"/>
            <a:ext cx="6096000" cy="3429000"/>
          </a:xfrm>
        </p:spPr>
      </p:sp>
      <p:sp>
        <p:nvSpPr>
          <p:cNvPr id="17411" name="备注占位符 2"/>
          <p:cNvSpPr>
            <a:spLocks noGrp="1" noChangeArrowheads="1"/>
          </p:cNvSpPr>
          <p:nvPr>
            <p:ph type="body" idx="1"/>
          </p:nvPr>
        </p:nvSpPr>
        <p:spPr>
          <a:noFill/>
        </p:spPr>
        <p:txBody>
          <a:bodyPr/>
          <a:lstStyle/>
          <a:p>
            <a:pPr eaLnBrk="1" hangingPunct="1"/>
            <a:endParaRPr lang="en-US" altLang="zh-CN"/>
          </a:p>
          <a:p>
            <a:pPr eaLnBrk="1" hangingPunct="1"/>
            <a:endParaRPr lang="zh-CN" altLang="en-US"/>
          </a:p>
          <a:p>
            <a:pPr eaLnBrk="1" hangingPunct="1"/>
            <a:r>
              <a:rPr lang="zh-CN" altLang="en-US"/>
              <a:t>：掷一枚硬币，观察正反面出现的情况；</a:t>
            </a:r>
            <a:endParaRPr lang="zh-CN" altLang="en-US"/>
          </a:p>
          <a:p>
            <a:pPr eaLnBrk="1" hangingPunct="1"/>
            <a:r>
              <a:rPr lang="zh-CN" altLang="en-US"/>
              <a:t>：将一枚硬币连续抛三次，观察正反面出现的情况；</a:t>
            </a:r>
            <a:endParaRPr lang="zh-CN" altLang="en-US"/>
          </a:p>
          <a:p>
            <a:pPr eaLnBrk="1" hangingPunct="1"/>
            <a:r>
              <a:rPr lang="zh-CN" altLang="en-US"/>
              <a:t>：</a:t>
            </a:r>
            <a:endParaRPr lang="zh-CN" altLang="en-US"/>
          </a:p>
        </p:txBody>
      </p:sp>
      <p:sp>
        <p:nvSpPr>
          <p:cNvPr id="17412" name="灯片编号占位符 3"/>
          <p:cNvSpPr>
            <a:spLocks noGrp="1"/>
          </p:cNvSpPr>
          <p:nvPr>
            <p:ph type="sldNum" sz="quarter" idx="5"/>
          </p:nvPr>
        </p:nvSpPr>
        <p:spPr>
          <a:noFill/>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8DEBBEDA-A4BA-4A45-A4C9-AC6773EEF714}" type="slidenum">
              <a:rPr lang="en-US" altLang="zh-CN" sz="1200" smtClean="0"/>
            </a:fld>
            <a:endParaRPr lang="en-US" altLang="zh-CN"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ChangeArrowheads="1" noTextEdit="1"/>
          </p:cNvSpPr>
          <p:nvPr>
            <p:ph type="sldImg"/>
          </p:nvPr>
        </p:nvSpPr>
        <p:spPr>
          <a:xfrm>
            <a:off x="381000" y="685800"/>
            <a:ext cx="6096000" cy="3429000"/>
          </a:xfrm>
        </p:spPr>
      </p:sp>
      <p:sp>
        <p:nvSpPr>
          <p:cNvPr id="25603" name="备注占位符 2"/>
          <p:cNvSpPr>
            <a:spLocks noGrp="1" noChangeArrowheads="1"/>
          </p:cNvSpPr>
          <p:nvPr>
            <p:ph type="body" idx="1"/>
          </p:nvPr>
        </p:nvSpPr>
        <p:spPr>
          <a:noFill/>
        </p:spPr>
        <p:txBody>
          <a:bodyPr/>
          <a:lstStyle/>
          <a:p>
            <a:pPr eaLnBrk="1" hangingPunct="1"/>
            <a:endParaRPr lang="zh-CN" altLang="en-US"/>
          </a:p>
        </p:txBody>
      </p:sp>
      <p:sp>
        <p:nvSpPr>
          <p:cNvPr id="25604" name="灯片编号占位符 3"/>
          <p:cNvSpPr>
            <a:spLocks noGrp="1"/>
          </p:cNvSpPr>
          <p:nvPr>
            <p:ph type="sldNum" sz="quarter" idx="5"/>
          </p:nvPr>
        </p:nvSpPr>
        <p:spPr>
          <a:noFill/>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F06CA02-A027-44CB-A5BF-454F92AC301C}" type="slidenum">
              <a:rPr lang="en-US" altLang="zh-CN" sz="1200" smtClean="0"/>
            </a:fld>
            <a:endParaRPr lang="en-US" altLang="zh-CN"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07F32AC2-5CA0-41E2-900C-4A9051C0A65C}" type="slidenum">
              <a:rPr kumimoji="0" lang="zh-CN" altLang="en-US" sz="1200" b="0" i="0" u="none" strike="noStrike" kern="1200" cap="none" spc="0" normalizeH="0" baseline="0" noProof="0" smtClean="0">
                <a:ln>
                  <a:noFill/>
                </a:ln>
                <a:solidFill>
                  <a:srgbClr val="000000"/>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srgbClr val="000000"/>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上标下左内下右图-无背景-有间隙-无副标-3">
    <p:spTree>
      <p:nvGrpSpPr>
        <p:cNvPr id="1" name=""/>
        <p:cNvGrpSpPr/>
        <p:nvPr/>
      </p:nvGrpSpPr>
      <p:grpSpPr/>
      <p:sp>
        <p:nvSpPr>
          <p:cNvPr id="2" name="标题 1"/>
          <p:cNvSpPr>
            <a:spLocks noGrp="1"/>
          </p:cNvSpPr>
          <p:nvPr>
            <p:ph type="title" idx="10" hasCustomPrompt="1"/>
            <p:custDataLst>
              <p:tags r:id="rId2"/>
            </p:custDataLst>
          </p:nvPr>
        </p:nvSpPr>
        <p:spPr>
          <a:xfrm>
            <a:off x="609600" y="482505"/>
            <a:ext cx="10972800" cy="711100"/>
          </a:xfrm>
        </p:spPr>
        <p:txBody>
          <a:bodyPr wrap="square" lIns="0" tIns="0" rIns="0" bIns="0" anchor="t">
            <a:noAutofit/>
          </a:bodyPr>
          <a:lstStyle>
            <a:lvl1pPr algn="l">
              <a:lnSpc>
                <a:spcPct val="110000"/>
              </a:lnSpc>
              <a:defRPr sz="3600" b="1" i="0">
                <a:solidFill>
                  <a:schemeClr val="tx1"/>
                </a:solidFill>
                <a:latin typeface="微软雅黑" panose="020B0503020204020204" pitchFamily="34" charset="-122"/>
                <a:ea typeface="微软雅黑" panose="020B0503020204020204" pitchFamily="34" charset="-122"/>
              </a:defRPr>
            </a:lvl1pPr>
          </a:lstStyle>
          <a:p>
            <a:r>
              <a:rPr lang="zh-CN" altLang="en-US"/>
              <a:t>单击此处添加标题</a:t>
            </a:r>
            <a:endParaRPr lang="zh-CN" altLang="en-US"/>
          </a:p>
        </p:txBody>
      </p:sp>
      <p:sp>
        <p:nvSpPr>
          <p:cNvPr id="3" name="内容占位符 2"/>
          <p:cNvSpPr>
            <a:spLocks noGrp="1"/>
          </p:cNvSpPr>
          <p:nvPr>
            <p:ph idx="11" hasCustomPrompt="1"/>
            <p:custDataLst>
              <p:tags r:id="rId3"/>
            </p:custDataLst>
          </p:nvPr>
        </p:nvSpPr>
        <p:spPr>
          <a:xfrm>
            <a:off x="609600" y="1524000"/>
            <a:ext cx="6858000" cy="4724400"/>
          </a:xfrm>
        </p:spPr>
        <p:txBody>
          <a:bodyPr wrap="square" lIns="0" tIns="0" rIns="0" bIns="0" anchor="t">
            <a:noAutofit/>
          </a:bodyPr>
          <a:lstStyle>
            <a:lvl1pPr marL="0" indent="0" algn="l">
              <a:buNone/>
              <a:defRPr sz="1200" b="0" i="0">
                <a:solidFill>
                  <a:srgbClr val="FFFFFF"/>
                </a:solidFill>
                <a:latin typeface="微软雅黑" panose="020B0503020204020204" pitchFamily="34" charset="-122"/>
                <a:ea typeface="微软雅黑" panose="020B0503020204020204" pitchFamily="34" charset="-122"/>
              </a:defRPr>
            </a:lvl1pPr>
          </a:lstStyle>
          <a:p>
            <a:pPr lvl="0"/>
            <a:r>
              <a:rPr lang="zh-CN" altLang="en-US" smtClean="0"/>
              <a:t>单击此处添加文本</a:t>
            </a:r>
            <a:endParaRPr lang="zh-CN" altLang="en-US" smtClean="0"/>
          </a:p>
        </p:txBody>
      </p:sp>
      <p:sp>
        <p:nvSpPr>
          <p:cNvPr id="4" name="图片占位符 3"/>
          <p:cNvSpPr>
            <a:spLocks noGrp="1"/>
          </p:cNvSpPr>
          <p:nvPr>
            <p:ph type="pic" idx="12"/>
            <p:custDataLst>
              <p:tags r:id="rId4"/>
            </p:custDataLst>
          </p:nvPr>
        </p:nvSpPr>
        <p:spPr>
          <a:xfrm>
            <a:off x="7924800" y="1524000"/>
            <a:ext cx="3657600" cy="4724400"/>
          </a:xfrm>
          <a:custGeom>
            <a:avLst/>
            <a:gdLst>
              <a:gd name="sw" fmla="*/ 1 w 5760"/>
              <a:gd name="sh" fmla="*/ 1 h 7440"/>
              <a:gd name="mins" fmla="min sw sh"/>
              <a:gd name="dsw" fmla="+- 0 sw mins"/>
              <a:gd name="dsh" fmla="+- 0 sh mins"/>
              <a:gd name="p0x0" fmla="*/ 319 w 5760"/>
              <a:gd name="p0y0" fmla="*/ 0 h 7440"/>
              <a:gd name="p0x1" fmla="*/ 5440 w 5760"/>
              <a:gd name="p0y1" fmla="*/ 0 h 7440"/>
              <a:gd name="p0x2" fmla="*/ 5616 w 5760"/>
              <a:gd name="p0y2" fmla="*/ 0 h 7440"/>
              <a:gd name="p0x3" fmla="*/ 5760 w 5760"/>
              <a:gd name="p0y3" fmla="*/ 143 h 7440"/>
              <a:gd name="p0x4" fmla="*/ 5760 w 5760"/>
              <a:gd name="p0y4" fmla="*/ 319 h 7440"/>
              <a:gd name="p0x5" fmla="*/ 5760 w 5760"/>
              <a:gd name="p0y5" fmla="*/ 7120 h 7440"/>
              <a:gd name="p0x6" fmla="*/ 5760 w 5760"/>
              <a:gd name="p0y6" fmla="*/ 7296 h 7440"/>
              <a:gd name="p0x7" fmla="*/ 5616 w 5760"/>
              <a:gd name="p0y7" fmla="*/ 7440 h 7440"/>
              <a:gd name="p0x8" fmla="*/ 5440 w 5760"/>
              <a:gd name="p0y8" fmla="*/ 7440 h 7440"/>
              <a:gd name="p0x9" fmla="*/ 319 w 5760"/>
              <a:gd name="p0y9" fmla="*/ 7440 h 7440"/>
              <a:gd name="p0x10" fmla="*/ 143 w 5760"/>
              <a:gd name="p0y10" fmla="*/ 7440 h 7440"/>
              <a:gd name="p0x11" fmla="*/ 0 w 5760"/>
              <a:gd name="p0y11" fmla="*/ 7296 h 7440"/>
              <a:gd name="p0x12" fmla="*/ 0 w 5760"/>
              <a:gd name="p0y12" fmla="*/ 7120 h 7440"/>
              <a:gd name="p0x13" fmla="*/ 0 w 5760"/>
              <a:gd name="p0y13" fmla="*/ 319 h 7440"/>
              <a:gd name="p0x14" fmla="*/ 0 w 5760"/>
              <a:gd name="p0y14" fmla="*/ 143 h 7440"/>
              <a:gd name="p0x15" fmla="*/ 143 w 5760"/>
              <a:gd name="p0y15" fmla="*/ 0 h 7440"/>
              <a:gd name="p0x16" fmla="*/ 319 w 5760"/>
              <a:gd name="p0y16" fmla="*/ 0 h 74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fld>
            <a:endParaRPr lang="en-US" dirty="0"/>
          </a:p>
        </p:txBody>
      </p:sp>
      <p:sp>
        <p:nvSpPr>
          <p:cNvPr id="7" name="Oval 6">
            <a:hlinkClick r:id="" action="ppaction://hlinkshowjump?jump=endshow" highlightClick="1"/>
          </p:cNvPr>
          <p:cNvSpPr>
            <a:spLocks noChangeArrowheads="1"/>
          </p:cNvSpPr>
          <p:nvPr userDrawn="1"/>
        </p:nvSpPr>
        <p:spPr bwMode="auto">
          <a:xfrm>
            <a:off x="10369551" y="188914"/>
            <a:ext cx="1488016" cy="395287"/>
          </a:xfrm>
          <a:prstGeom prst="ellipse">
            <a:avLst/>
          </a:prstGeom>
          <a:gradFill rotWithShape="1">
            <a:gsLst>
              <a:gs pos="0">
                <a:schemeClr val="accent1">
                  <a:alpha val="73000"/>
                </a:schemeClr>
              </a:gs>
              <a:gs pos="50000">
                <a:srgbClr val="33CCCC">
                  <a:alpha val="89000"/>
                </a:srgbClr>
              </a:gs>
              <a:gs pos="100000">
                <a:schemeClr val="accent1">
                  <a:alpha val="73000"/>
                </a:schemeClr>
              </a:gs>
            </a:gsLst>
            <a:lin ang="5400000" scaled="1"/>
          </a:gradFill>
          <a:ln>
            <a:noFill/>
          </a:ln>
          <a:effectLst/>
          <a:scene3d>
            <a:camera prst="legacyObliqueRight"/>
            <a:lightRig rig="legacyFlat3" dir="b"/>
          </a:scene3d>
          <a:sp3d extrusionH="201600" prstMaterial="legacyMatte">
            <a:bevelT w="13500" h="13500" prst="angle"/>
            <a:bevelB w="13500" h="13500" prst="angle"/>
            <a:extrusionClr>
              <a:schemeClr val="accent1"/>
            </a:extrusionClr>
            <a:contourClr>
              <a:schemeClr val="accent1"/>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r>
              <a:rPr lang="zh-CN" altLang="en-US" sz="1800" b="1"/>
              <a:t>概率论 </a:t>
            </a:r>
            <a:endParaRPr lang="zh-CN" altLang="en-US" sz="2400"/>
          </a:p>
        </p:txBody>
      </p:sp>
      <p:grpSp>
        <p:nvGrpSpPr>
          <p:cNvPr id="8" name="Group 7"/>
          <p:cNvGrpSpPr/>
          <p:nvPr userDrawn="1"/>
        </p:nvGrpSpPr>
        <p:grpSpPr bwMode="auto">
          <a:xfrm>
            <a:off x="9408584" y="6346825"/>
            <a:ext cx="719667" cy="395288"/>
            <a:chOff x="4740" y="3453"/>
            <a:chExt cx="340" cy="249"/>
          </a:xfrm>
        </p:grpSpPr>
        <p:sp>
          <p:nvSpPr>
            <p:cNvPr id="9" name="Oval 8">
              <a:hlinkClick r:id="" action="ppaction://hlinkshowjump?jump=nextslide" highlightClick="1"/>
            </p:cNvPr>
            <p:cNvSpPr>
              <a:spLocks noChangeArrowheads="1"/>
            </p:cNvSpPr>
            <p:nvPr userDrawn="1"/>
          </p:nvSpPr>
          <p:spPr bwMode="auto">
            <a:xfrm rot="-5400000">
              <a:off x="4785" y="3408"/>
              <a:ext cx="249" cy="340"/>
            </a:xfrm>
            <a:prstGeom prst="ellipse">
              <a:avLst/>
            </a:prstGeom>
            <a:gradFill rotWithShape="1">
              <a:gsLst>
                <a:gs pos="0">
                  <a:schemeClr val="accent1">
                    <a:alpha val="62000"/>
                  </a:schemeClr>
                </a:gs>
                <a:gs pos="50000">
                  <a:srgbClr val="33CCCC">
                    <a:alpha val="81000"/>
                  </a:srgbClr>
                </a:gs>
                <a:gs pos="100000">
                  <a:schemeClr val="accent1">
                    <a:alpha val="62000"/>
                  </a:schemeClr>
                </a:gs>
              </a:gsLst>
              <a:lin ang="5400000" scaled="1"/>
            </a:gradFill>
            <a:ln>
              <a:noFill/>
            </a:ln>
            <a:effectLst/>
            <a:scene3d>
              <a:camera prst="legacyObliqueRight"/>
              <a:lightRig rig="legacyFlat3" dir="b"/>
            </a:scene3d>
            <a:sp3d extrusionH="87300" prstMaterial="legacyMatte">
              <a:bevelT w="13500" h="13500" prst="angle"/>
              <a:bevelB w="13500" h="13500" prst="angle"/>
              <a:extrusionClr>
                <a:schemeClr val="accent1"/>
              </a:extrusionClr>
              <a:contourClr>
                <a:schemeClr val="accent1"/>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wrap="none" anchor="ctr">
              <a:flatTx/>
            </a:bodyPr>
            <a:lstStyle/>
            <a:p>
              <a:endParaRPr lang="zh-CN" altLang="en-US" sz="2400"/>
            </a:p>
          </p:txBody>
        </p:sp>
        <p:sp>
          <p:nvSpPr>
            <p:cNvPr id="10" name="AutoShape 9">
              <a:hlinkClick r:id="" action="ppaction://hlinkshowjump?jump=previousslide" highlightClick="1"/>
            </p:cNvPr>
            <p:cNvSpPr>
              <a:spLocks noChangeArrowheads="1"/>
            </p:cNvSpPr>
            <p:nvPr userDrawn="1"/>
          </p:nvSpPr>
          <p:spPr bwMode="auto">
            <a:xfrm>
              <a:off x="4808" y="3498"/>
              <a:ext cx="227" cy="181"/>
            </a:xfrm>
            <a:prstGeom prst="leftArrow">
              <a:avLst>
                <a:gd name="adj1" fmla="val 36269"/>
                <a:gd name="adj2" fmla="val 57394"/>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grpSp>
        <p:nvGrpSpPr>
          <p:cNvPr id="11" name="Group 10"/>
          <p:cNvGrpSpPr/>
          <p:nvPr userDrawn="1"/>
        </p:nvGrpSpPr>
        <p:grpSpPr bwMode="auto">
          <a:xfrm>
            <a:off x="10369551" y="6346825"/>
            <a:ext cx="719667" cy="395288"/>
            <a:chOff x="5239" y="3453"/>
            <a:chExt cx="340" cy="249"/>
          </a:xfrm>
        </p:grpSpPr>
        <p:sp>
          <p:nvSpPr>
            <p:cNvPr id="12" name="Oval 11">
              <a:hlinkClick r:id="" action="ppaction://hlinkshowjump?jump=nextslide" highlightClick="1"/>
            </p:cNvPr>
            <p:cNvSpPr>
              <a:spLocks noChangeArrowheads="1"/>
            </p:cNvSpPr>
            <p:nvPr userDrawn="1"/>
          </p:nvSpPr>
          <p:spPr bwMode="auto">
            <a:xfrm rot="-5400000">
              <a:off x="5284" y="3408"/>
              <a:ext cx="249" cy="340"/>
            </a:xfrm>
            <a:prstGeom prst="ellipse">
              <a:avLst/>
            </a:prstGeom>
            <a:gradFill rotWithShape="1">
              <a:gsLst>
                <a:gs pos="0">
                  <a:schemeClr val="accent1">
                    <a:alpha val="62000"/>
                  </a:schemeClr>
                </a:gs>
                <a:gs pos="50000">
                  <a:srgbClr val="33CCCC">
                    <a:alpha val="81000"/>
                  </a:srgbClr>
                </a:gs>
                <a:gs pos="100000">
                  <a:schemeClr val="accent1">
                    <a:alpha val="62000"/>
                  </a:schemeClr>
                </a:gs>
              </a:gsLst>
              <a:lin ang="5400000" scaled="1"/>
            </a:gradFill>
            <a:ln>
              <a:noFill/>
            </a:ln>
            <a:effectLst/>
            <a:scene3d>
              <a:camera prst="legacyObliqueLeft"/>
              <a:lightRig rig="legacyFlat3" dir="b"/>
            </a:scene3d>
            <a:sp3d extrusionH="87300" prstMaterial="legacyMatte">
              <a:bevelT w="13500" h="13500" prst="angle"/>
              <a:bevelB w="13500" h="13500" prst="angle"/>
              <a:extrusionClr>
                <a:schemeClr val="accent1"/>
              </a:extrusionClr>
              <a:contourClr>
                <a:schemeClr val="accent1"/>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wrap="none" anchor="ctr">
              <a:flatTx/>
            </a:bodyPr>
            <a:lstStyle/>
            <a:p>
              <a:endParaRPr lang="zh-CN" altLang="en-US" sz="2400"/>
            </a:p>
          </p:txBody>
        </p:sp>
        <p:sp>
          <p:nvSpPr>
            <p:cNvPr id="13" name="AutoShape 12">
              <a:hlinkClick r:id="" action="ppaction://hlinkshowjump?jump=previousslide" highlightClick="1"/>
            </p:cNvPr>
            <p:cNvSpPr>
              <a:spLocks noChangeArrowheads="1"/>
            </p:cNvSpPr>
            <p:nvPr userDrawn="1"/>
          </p:nvSpPr>
          <p:spPr bwMode="auto">
            <a:xfrm flipH="1">
              <a:off x="5307" y="3498"/>
              <a:ext cx="227" cy="181"/>
            </a:xfrm>
            <a:prstGeom prst="leftArrow">
              <a:avLst>
                <a:gd name="adj1" fmla="val 36269"/>
                <a:gd name="adj2" fmla="val 57394"/>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grpSp>
        <p:nvGrpSpPr>
          <p:cNvPr id="14" name="Group 13"/>
          <p:cNvGrpSpPr/>
          <p:nvPr userDrawn="1"/>
        </p:nvGrpSpPr>
        <p:grpSpPr bwMode="auto">
          <a:xfrm>
            <a:off x="9408584" y="6346825"/>
            <a:ext cx="719667" cy="395288"/>
            <a:chOff x="4740" y="3453"/>
            <a:chExt cx="340" cy="249"/>
          </a:xfrm>
        </p:grpSpPr>
        <p:sp>
          <p:nvSpPr>
            <p:cNvPr id="15" name="Oval 14">
              <a:hlinkClick r:id="" action="ppaction://hlinkshowjump?jump=nextslide" highlightClick="1"/>
            </p:cNvPr>
            <p:cNvSpPr>
              <a:spLocks noChangeArrowheads="1"/>
            </p:cNvSpPr>
            <p:nvPr userDrawn="1"/>
          </p:nvSpPr>
          <p:spPr bwMode="auto">
            <a:xfrm rot="-5400000">
              <a:off x="4785" y="3408"/>
              <a:ext cx="249" cy="340"/>
            </a:xfrm>
            <a:prstGeom prst="ellipse">
              <a:avLst/>
            </a:prstGeom>
            <a:gradFill rotWithShape="1">
              <a:gsLst>
                <a:gs pos="0">
                  <a:schemeClr val="accent1">
                    <a:alpha val="62000"/>
                  </a:schemeClr>
                </a:gs>
                <a:gs pos="50000">
                  <a:srgbClr val="33CCCC">
                    <a:alpha val="81000"/>
                  </a:srgbClr>
                </a:gs>
                <a:gs pos="100000">
                  <a:schemeClr val="accent1">
                    <a:alpha val="62000"/>
                  </a:schemeClr>
                </a:gs>
              </a:gsLst>
              <a:lin ang="5400000" scaled="1"/>
            </a:gradFill>
            <a:ln>
              <a:noFill/>
            </a:ln>
            <a:effectLst/>
            <a:scene3d>
              <a:camera prst="legacyObliqueRight"/>
              <a:lightRig rig="legacyFlat3" dir="b"/>
            </a:scene3d>
            <a:sp3d extrusionH="87300" prstMaterial="legacyMatte">
              <a:bevelT w="13500" h="13500" prst="angle"/>
              <a:bevelB w="13500" h="13500" prst="angle"/>
              <a:extrusionClr>
                <a:schemeClr val="accent1"/>
              </a:extrusionClr>
              <a:contourClr>
                <a:schemeClr val="accent1"/>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wrap="none" anchor="ctr">
              <a:flatTx/>
            </a:bodyPr>
            <a:lstStyle/>
            <a:p>
              <a:endParaRPr lang="zh-CN" altLang="en-US" sz="2400"/>
            </a:p>
          </p:txBody>
        </p:sp>
        <p:sp>
          <p:nvSpPr>
            <p:cNvPr id="16" name="AutoShape 15">
              <a:hlinkClick r:id="" action="ppaction://hlinkshowjump?jump=previousslide" highlightClick="1"/>
            </p:cNvPr>
            <p:cNvSpPr>
              <a:spLocks noChangeArrowheads="1"/>
            </p:cNvSpPr>
            <p:nvPr userDrawn="1"/>
          </p:nvSpPr>
          <p:spPr bwMode="auto">
            <a:xfrm>
              <a:off x="4808" y="3498"/>
              <a:ext cx="227" cy="181"/>
            </a:xfrm>
            <a:prstGeom prst="leftArrow">
              <a:avLst>
                <a:gd name="adj1" fmla="val 36269"/>
                <a:gd name="adj2" fmla="val 57394"/>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grpSp>
        <p:nvGrpSpPr>
          <p:cNvPr id="17" name="Group 16"/>
          <p:cNvGrpSpPr/>
          <p:nvPr userDrawn="1"/>
        </p:nvGrpSpPr>
        <p:grpSpPr bwMode="auto">
          <a:xfrm>
            <a:off x="10369551" y="6346825"/>
            <a:ext cx="719667" cy="395288"/>
            <a:chOff x="5239" y="3453"/>
            <a:chExt cx="340" cy="249"/>
          </a:xfrm>
        </p:grpSpPr>
        <p:sp>
          <p:nvSpPr>
            <p:cNvPr id="18" name="Oval 17">
              <a:hlinkClick r:id="" action="ppaction://hlinkshowjump?jump=nextslide" highlightClick="1"/>
            </p:cNvPr>
            <p:cNvSpPr>
              <a:spLocks noChangeArrowheads="1"/>
            </p:cNvSpPr>
            <p:nvPr userDrawn="1"/>
          </p:nvSpPr>
          <p:spPr bwMode="auto">
            <a:xfrm rot="-5400000">
              <a:off x="5284" y="3408"/>
              <a:ext cx="249" cy="340"/>
            </a:xfrm>
            <a:prstGeom prst="ellipse">
              <a:avLst/>
            </a:prstGeom>
            <a:gradFill rotWithShape="1">
              <a:gsLst>
                <a:gs pos="0">
                  <a:schemeClr val="accent1">
                    <a:alpha val="62000"/>
                  </a:schemeClr>
                </a:gs>
                <a:gs pos="50000">
                  <a:srgbClr val="33CCCC">
                    <a:alpha val="81000"/>
                  </a:srgbClr>
                </a:gs>
                <a:gs pos="100000">
                  <a:schemeClr val="accent1">
                    <a:alpha val="62000"/>
                  </a:schemeClr>
                </a:gs>
              </a:gsLst>
              <a:lin ang="5400000" scaled="1"/>
            </a:gradFill>
            <a:ln>
              <a:noFill/>
            </a:ln>
            <a:effectLst/>
            <a:scene3d>
              <a:camera prst="legacyObliqueLeft"/>
              <a:lightRig rig="legacyFlat3" dir="b"/>
            </a:scene3d>
            <a:sp3d extrusionH="87300" prstMaterial="legacyMatte">
              <a:bevelT w="13500" h="13500" prst="angle"/>
              <a:bevelB w="13500" h="13500" prst="angle"/>
              <a:extrusionClr>
                <a:schemeClr val="accent1"/>
              </a:extrusionClr>
              <a:contourClr>
                <a:schemeClr val="accent1"/>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wrap="none" anchor="ctr">
              <a:flatTx/>
            </a:bodyPr>
            <a:lstStyle/>
            <a:p>
              <a:endParaRPr lang="zh-CN" altLang="en-US" sz="2400"/>
            </a:p>
          </p:txBody>
        </p:sp>
        <p:sp>
          <p:nvSpPr>
            <p:cNvPr id="19" name="AutoShape 18">
              <a:hlinkClick r:id="" action="ppaction://hlinkshowjump?jump=nextslide" highlightClick="1"/>
            </p:cNvPr>
            <p:cNvSpPr>
              <a:spLocks noChangeArrowheads="1"/>
            </p:cNvSpPr>
            <p:nvPr userDrawn="1"/>
          </p:nvSpPr>
          <p:spPr bwMode="auto">
            <a:xfrm flipH="1">
              <a:off x="5307" y="3498"/>
              <a:ext cx="227" cy="181"/>
            </a:xfrm>
            <a:prstGeom prst="leftArrow">
              <a:avLst>
                <a:gd name="adj1" fmla="val 36269"/>
                <a:gd name="adj2" fmla="val 57394"/>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grpSp>
        <p:nvGrpSpPr>
          <p:cNvPr id="20" name="Group 19"/>
          <p:cNvGrpSpPr/>
          <p:nvPr userDrawn="1"/>
        </p:nvGrpSpPr>
        <p:grpSpPr bwMode="auto">
          <a:xfrm>
            <a:off x="11233151" y="6346825"/>
            <a:ext cx="719667" cy="395288"/>
            <a:chOff x="5307" y="3998"/>
            <a:chExt cx="340" cy="249"/>
          </a:xfrm>
        </p:grpSpPr>
        <p:sp>
          <p:nvSpPr>
            <p:cNvPr id="21" name="Oval 20">
              <a:hlinkClick r:id="" action="ppaction://hlinkshowjump?jump=firstslide" highlightClick="1"/>
            </p:cNvPr>
            <p:cNvSpPr>
              <a:spLocks noChangeArrowheads="1"/>
            </p:cNvSpPr>
            <p:nvPr userDrawn="1"/>
          </p:nvSpPr>
          <p:spPr bwMode="auto">
            <a:xfrm rot="-5400000">
              <a:off x="5352" y="3953"/>
              <a:ext cx="249" cy="340"/>
            </a:xfrm>
            <a:prstGeom prst="ellipse">
              <a:avLst/>
            </a:prstGeom>
            <a:gradFill rotWithShape="1">
              <a:gsLst>
                <a:gs pos="0">
                  <a:schemeClr val="accent1">
                    <a:alpha val="62000"/>
                  </a:schemeClr>
                </a:gs>
                <a:gs pos="50000">
                  <a:srgbClr val="33CCCC">
                    <a:alpha val="81000"/>
                  </a:srgbClr>
                </a:gs>
                <a:gs pos="100000">
                  <a:schemeClr val="accent1">
                    <a:alpha val="62000"/>
                  </a:schemeClr>
                </a:gs>
              </a:gsLst>
              <a:lin ang="5400000" scaled="1"/>
            </a:gradFill>
            <a:ln>
              <a:noFill/>
            </a:ln>
            <a:effectLst/>
            <a:scene3d>
              <a:camera prst="legacyObliqueLeft"/>
              <a:lightRig rig="legacyFlat3" dir="b"/>
            </a:scene3d>
            <a:sp3d extrusionH="87300" prstMaterial="legacyMatte">
              <a:bevelT w="13500" h="13500" prst="angle"/>
              <a:bevelB w="13500" h="13500" prst="angle"/>
              <a:extrusionClr>
                <a:schemeClr val="accent1"/>
              </a:extrusionClr>
              <a:contourClr>
                <a:schemeClr val="accent1"/>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wrap="none" anchor="ctr">
              <a:flatTx/>
            </a:bodyPr>
            <a:lstStyle/>
            <a:p>
              <a:endParaRPr lang="zh-CN" altLang="en-US" sz="2400"/>
            </a:p>
          </p:txBody>
        </p:sp>
        <p:sp>
          <p:nvSpPr>
            <p:cNvPr id="22" name="AutoShape 21">
              <a:hlinkClick r:id="" action="ppaction://hlinkshowjump?jump=firstslide"/>
            </p:cNvPr>
            <p:cNvSpPr>
              <a:spLocks noChangeArrowheads="1"/>
            </p:cNvSpPr>
            <p:nvPr userDrawn="1"/>
          </p:nvSpPr>
          <p:spPr bwMode="auto">
            <a:xfrm>
              <a:off x="5409" y="4021"/>
              <a:ext cx="136" cy="204"/>
            </a:xfrm>
            <a:prstGeom prst="upArrow">
              <a:avLst>
                <a:gd name="adj1" fmla="val 49676"/>
                <a:gd name="adj2" fmla="val 70979"/>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2400"/>
            </a:p>
          </p:txBody>
        </p:sp>
      </p:grpSp>
      <p:sp>
        <p:nvSpPr>
          <p:cNvPr id="23" name="矩形 22"/>
          <p:cNvSpPr/>
          <p:nvPr userDrawn="1"/>
        </p:nvSpPr>
        <p:spPr>
          <a:xfrm>
            <a:off x="0" y="0"/>
            <a:ext cx="12192000" cy="6858000"/>
          </a:xfrm>
          <a:prstGeom prst="rect">
            <a:avLst/>
          </a:prstGeom>
          <a:gradFill flip="none" rotWithShape="1">
            <a:gsLst>
              <a:gs pos="0">
                <a:srgbClr val="F5F5F5"/>
              </a:gs>
              <a:gs pos="73000">
                <a:srgbClr val="F3F3F3"/>
              </a:gs>
              <a:gs pos="100000">
                <a:srgbClr val="E2DEDF"/>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5" tIns="45717" rIns="91435" bIns="45717" rtlCol="0" anchor="ctr"/>
          <a:lstStyle/>
          <a:p>
            <a:pPr algn="ctr" defTabSz="914400"/>
            <a:endParaRPr lang="zh-CN" altLang="en-US" sz="1865">
              <a:solidFill>
                <a:prstClr val="white"/>
              </a:solidFill>
            </a:endParaRPr>
          </a:p>
        </p:txBody>
      </p:sp>
      <p:pic>
        <p:nvPicPr>
          <p:cNvPr id="24" name="图片 23"/>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5414" y="0"/>
            <a:ext cx="12179586" cy="685958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hyperlink" Target="mailto:HLZENG@XMU.EDU.CN" TargetMode="External"/></Relationships>
</file>

<file path=ppt/slides/_rels/slide3.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image" Target="../media/image4.png"/><Relationship Id="rId12" Type="http://schemas.openxmlformats.org/officeDocument/2006/relationships/notesSlide" Target="../notesSlides/notesSlide2.xml"/><Relationship Id="rId11" Type="http://schemas.openxmlformats.org/officeDocument/2006/relationships/slideLayout" Target="../slideLayouts/slideLayout12.xml"/><Relationship Id="rId10" Type="http://schemas.openxmlformats.org/officeDocument/2006/relationships/tags" Target="../tags/tag1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9.emf"/><Relationship Id="rId7" Type="http://schemas.openxmlformats.org/officeDocument/2006/relationships/oleObject" Target="../embeddings/oleObject4.bin"/><Relationship Id="rId6" Type="http://schemas.openxmlformats.org/officeDocument/2006/relationships/image" Target="../media/image8.emf"/><Relationship Id="rId5" Type="http://schemas.openxmlformats.org/officeDocument/2006/relationships/oleObject" Target="../embeddings/oleObject3.bin"/><Relationship Id="rId4" Type="http://schemas.openxmlformats.org/officeDocument/2006/relationships/image" Target="../media/image7.emf"/><Relationship Id="rId3" Type="http://schemas.openxmlformats.org/officeDocument/2006/relationships/oleObject" Target="../embeddings/oleObject2.bin"/><Relationship Id="rId20" Type="http://schemas.openxmlformats.org/officeDocument/2006/relationships/vmlDrawing" Target="../drawings/vmlDrawing1.vml"/><Relationship Id="rId2" Type="http://schemas.openxmlformats.org/officeDocument/2006/relationships/image" Target="../media/image6.emf"/><Relationship Id="rId19" Type="http://schemas.openxmlformats.org/officeDocument/2006/relationships/slideLayout" Target="../slideLayouts/slideLayout2.xml"/><Relationship Id="rId18" Type="http://schemas.openxmlformats.org/officeDocument/2006/relationships/image" Target="../media/image14.emf"/><Relationship Id="rId17" Type="http://schemas.openxmlformats.org/officeDocument/2006/relationships/oleObject" Target="../embeddings/oleObject9.bin"/><Relationship Id="rId16" Type="http://schemas.openxmlformats.org/officeDocument/2006/relationships/image" Target="../media/image13.emf"/><Relationship Id="rId15" Type="http://schemas.openxmlformats.org/officeDocument/2006/relationships/oleObject" Target="../embeddings/oleObject8.bin"/><Relationship Id="rId14" Type="http://schemas.openxmlformats.org/officeDocument/2006/relationships/image" Target="../media/image12.emf"/><Relationship Id="rId13" Type="http://schemas.openxmlformats.org/officeDocument/2006/relationships/oleObject" Target="../embeddings/oleObject7.bin"/><Relationship Id="rId12" Type="http://schemas.openxmlformats.org/officeDocument/2006/relationships/image" Target="../media/image11.emf"/><Relationship Id="rId11" Type="http://schemas.openxmlformats.org/officeDocument/2006/relationships/oleObject" Target="../embeddings/oleObject6.bin"/><Relationship Id="rId10" Type="http://schemas.openxmlformats.org/officeDocument/2006/relationships/image" Target="../media/image10.e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slide" Target="slide21.xml"/><Relationship Id="rId7" Type="http://schemas.openxmlformats.org/officeDocument/2006/relationships/slide" Target="slide19.xml"/><Relationship Id="rId6" Type="http://schemas.openxmlformats.org/officeDocument/2006/relationships/slide" Target="slide18.xml"/><Relationship Id="rId5" Type="http://schemas.openxmlformats.org/officeDocument/2006/relationships/slide" Target="slide17.xml"/><Relationship Id="rId4" Type="http://schemas.openxmlformats.org/officeDocument/2006/relationships/slide" Target="slide15.xml"/><Relationship Id="rId3" Type="http://schemas.openxmlformats.org/officeDocument/2006/relationships/slide" Target="slide13.xml"/><Relationship Id="rId2" Type="http://schemas.openxmlformats.org/officeDocument/2006/relationships/slide" Target="slide11.xml"/><Relationship Id="rId1" Type="http://schemas.openxmlformats.org/officeDocument/2006/relationships/image" Target="../media/image15.GI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9" Type="http://schemas.openxmlformats.org/officeDocument/2006/relationships/slideLayout" Target="../slideLayouts/slideLayout7.xml"/><Relationship Id="rId18" Type="http://schemas.openxmlformats.org/officeDocument/2006/relationships/tags" Target="../tags/tag29.xml"/><Relationship Id="rId17" Type="http://schemas.openxmlformats.org/officeDocument/2006/relationships/image" Target="../media/image16.png"/><Relationship Id="rId16" Type="http://schemas.openxmlformats.org/officeDocument/2006/relationships/tags" Target="../tags/tag28.xml"/><Relationship Id="rId15" Type="http://schemas.openxmlformats.org/officeDocument/2006/relationships/tags" Target="../tags/tag27.xml"/><Relationship Id="rId14" Type="http://schemas.openxmlformats.org/officeDocument/2006/relationships/tags" Target="../tags/tag26.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tags" Target="../tags/tag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9" Type="http://schemas.openxmlformats.org/officeDocument/2006/relationships/slideLayout" Target="../slideLayouts/slideLayout6.xml"/><Relationship Id="rId18" Type="http://schemas.openxmlformats.org/officeDocument/2006/relationships/tags" Target="../tags/tag46.xml"/><Relationship Id="rId17" Type="http://schemas.openxmlformats.org/officeDocument/2006/relationships/image" Target="../media/image16.png"/><Relationship Id="rId16" Type="http://schemas.openxmlformats.org/officeDocument/2006/relationships/tags" Target="../tags/tag45.xml"/><Relationship Id="rId15" Type="http://schemas.openxmlformats.org/officeDocument/2006/relationships/tags" Target="../tags/tag44.xml"/><Relationship Id="rId14" Type="http://schemas.openxmlformats.org/officeDocument/2006/relationships/tags" Target="../tags/tag43.xml"/><Relationship Id="rId13" Type="http://schemas.openxmlformats.org/officeDocument/2006/relationships/tags" Target="../tags/tag42.xml"/><Relationship Id="rId12" Type="http://schemas.openxmlformats.org/officeDocument/2006/relationships/tags" Target="../tags/tag41.xml"/><Relationship Id="rId11" Type="http://schemas.openxmlformats.org/officeDocument/2006/relationships/tags" Target="../tags/tag40.xml"/><Relationship Id="rId10" Type="http://schemas.openxmlformats.org/officeDocument/2006/relationships/tags" Target="../tags/tag39.xml"/><Relationship Id="rId1" Type="http://schemas.openxmlformats.org/officeDocument/2006/relationships/tags" Target="../tags/tag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9" Type="http://schemas.openxmlformats.org/officeDocument/2006/relationships/slideLayout" Target="../slideLayouts/slideLayout7.xml"/><Relationship Id="rId18" Type="http://schemas.openxmlformats.org/officeDocument/2006/relationships/tags" Target="../tags/tag63.xml"/><Relationship Id="rId17" Type="http://schemas.openxmlformats.org/officeDocument/2006/relationships/image" Target="../media/image16.png"/><Relationship Id="rId16" Type="http://schemas.openxmlformats.org/officeDocument/2006/relationships/tags" Target="../tags/tag62.xml"/><Relationship Id="rId15" Type="http://schemas.openxmlformats.org/officeDocument/2006/relationships/tags" Target="../tags/tag61.xml"/><Relationship Id="rId14" Type="http://schemas.openxmlformats.org/officeDocument/2006/relationships/tags" Target="../tags/tag60.xml"/><Relationship Id="rId13" Type="http://schemas.openxmlformats.org/officeDocument/2006/relationships/tags" Target="../tags/tag59.xml"/><Relationship Id="rId12" Type="http://schemas.openxmlformats.org/officeDocument/2006/relationships/tags" Target="../tags/tag58.xml"/><Relationship Id="rId11" Type="http://schemas.openxmlformats.org/officeDocument/2006/relationships/tags" Target="../tags/tag57.xml"/><Relationship Id="rId10" Type="http://schemas.openxmlformats.org/officeDocument/2006/relationships/tags" Target="../tags/tag56.xml"/><Relationship Id="rId1" Type="http://schemas.openxmlformats.org/officeDocument/2006/relationships/tags" Target="../tags/tag47.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5.png"/><Relationship Id="rId2" Type="http://schemas.microsoft.com/office/2007/relationships/hdphoto" Target="../media/image24.wdp"/><Relationship Id="rId1" Type="http://schemas.openxmlformats.org/officeDocument/2006/relationships/image" Target="../media/image23.png"/></Relationships>
</file>

<file path=ppt/slides/_rels/slide4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microsoft.com/office/2007/relationships/hdphoto" Target="../media/image29.wdp"/><Relationship Id="rId3" Type="http://schemas.openxmlformats.org/officeDocument/2006/relationships/image" Target="../media/image28.png"/><Relationship Id="rId2" Type="http://schemas.microsoft.com/office/2007/relationships/hdphoto" Target="../media/image27.wdp"/><Relationship Id="rId1" Type="http://schemas.openxmlformats.org/officeDocument/2006/relationships/image" Target="../media/image26.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矩形 188"/>
          <p:cNvSpPr/>
          <p:nvPr/>
        </p:nvSpPr>
        <p:spPr bwMode="auto">
          <a:xfrm>
            <a:off x="7928887" y="1529674"/>
            <a:ext cx="4263114" cy="3801676"/>
          </a:xfrm>
          <a:prstGeom prst="rect">
            <a:avLst/>
          </a:prstGeom>
          <a:solidFill>
            <a:srgbClr val="FEFEFE"/>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矩形 19"/>
          <p:cNvSpPr/>
          <p:nvPr/>
        </p:nvSpPr>
        <p:spPr>
          <a:xfrm>
            <a:off x="0" y="1529673"/>
            <a:ext cx="7939595" cy="3801677"/>
          </a:xfrm>
          <a:prstGeom prst="rect">
            <a:avLst/>
          </a:prstGeom>
          <a:gradFill flip="none" rotWithShape="1">
            <a:gsLst>
              <a:gs pos="29000">
                <a:srgbClr val="B91319"/>
              </a:gs>
              <a:gs pos="0">
                <a:srgbClr val="DC1218"/>
              </a:gs>
              <a:gs pos="79000">
                <a:srgbClr val="9E0E18"/>
              </a:gs>
              <a:gs pos="58000">
                <a:srgbClr val="A61319"/>
              </a:gs>
              <a:gs pos="100000">
                <a:srgbClr val="901518"/>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1865" b="1"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97" name="组合 7"/>
          <p:cNvGrpSpPr/>
          <p:nvPr/>
        </p:nvGrpSpPr>
        <p:grpSpPr bwMode="auto">
          <a:xfrm>
            <a:off x="3154876" y="3082680"/>
            <a:ext cx="4559681" cy="2335482"/>
            <a:chOff x="0" y="-1"/>
            <a:chExt cx="7767664" cy="3827470"/>
          </a:xfrm>
          <a:solidFill>
            <a:schemeClr val="bg1">
              <a:lumMod val="95000"/>
              <a:alpha val="12000"/>
            </a:schemeClr>
          </a:solidFill>
        </p:grpSpPr>
        <p:sp>
          <p:nvSpPr>
            <p:cNvPr id="198" name="Freeform 4"/>
            <p:cNvSpPr>
              <a:spLocks noChangeArrowheads="1"/>
            </p:cNvSpPr>
            <p:nvPr/>
          </p:nvSpPr>
          <p:spPr bwMode="auto">
            <a:xfrm>
              <a:off x="3898913" y="2844804"/>
              <a:ext cx="276226" cy="273050"/>
            </a:xfrm>
            <a:custGeom>
              <a:avLst/>
              <a:gdLst>
                <a:gd name="T0" fmla="*/ 53 w 144"/>
                <a:gd name="T1" fmla="*/ 137 h 143"/>
                <a:gd name="T2" fmla="*/ 60 w 144"/>
                <a:gd name="T3" fmla="*/ 133 h 143"/>
                <a:gd name="T4" fmla="*/ 66 w 144"/>
                <a:gd name="T5" fmla="*/ 141 h 143"/>
                <a:gd name="T6" fmla="*/ 80 w 144"/>
                <a:gd name="T7" fmla="*/ 141 h 143"/>
                <a:gd name="T8" fmla="*/ 87 w 144"/>
                <a:gd name="T9" fmla="*/ 134 h 143"/>
                <a:gd name="T10" fmla="*/ 87 w 144"/>
                <a:gd name="T11" fmla="*/ 59 h 143"/>
                <a:gd name="T12" fmla="*/ 99 w 144"/>
                <a:gd name="T13" fmla="*/ 55 h 143"/>
                <a:gd name="T14" fmla="*/ 99 w 144"/>
                <a:gd name="T15" fmla="*/ 16 h 143"/>
                <a:gd name="T16" fmla="*/ 109 w 144"/>
                <a:gd name="T17" fmla="*/ 15 h 143"/>
                <a:gd name="T18" fmla="*/ 122 w 144"/>
                <a:gd name="T19" fmla="*/ 11 h 143"/>
                <a:gd name="T20" fmla="*/ 128 w 144"/>
                <a:gd name="T21" fmla="*/ 16 h 143"/>
                <a:gd name="T22" fmla="*/ 136 w 144"/>
                <a:gd name="T23" fmla="*/ 11 h 143"/>
                <a:gd name="T24" fmla="*/ 144 w 144"/>
                <a:gd name="T25" fmla="*/ 9 h 143"/>
                <a:gd name="T26" fmla="*/ 143 w 144"/>
                <a:gd name="T27" fmla="*/ 6 h 143"/>
                <a:gd name="T28" fmla="*/ 119 w 144"/>
                <a:gd name="T29" fmla="*/ 8 h 143"/>
                <a:gd name="T30" fmla="*/ 102 w 144"/>
                <a:gd name="T31" fmla="*/ 9 h 143"/>
                <a:gd name="T32" fmla="*/ 77 w 144"/>
                <a:gd name="T33" fmla="*/ 9 h 143"/>
                <a:gd name="T34" fmla="*/ 73 w 144"/>
                <a:gd name="T35" fmla="*/ 5 h 143"/>
                <a:gd name="T36" fmla="*/ 34 w 144"/>
                <a:gd name="T37" fmla="*/ 5 h 143"/>
                <a:gd name="T38" fmla="*/ 24 w 144"/>
                <a:gd name="T39" fmla="*/ 3 h 143"/>
                <a:gd name="T40" fmla="*/ 13 w 144"/>
                <a:gd name="T41" fmla="*/ 2 h 143"/>
                <a:gd name="T42" fmla="*/ 8 w 144"/>
                <a:gd name="T43" fmla="*/ 0 h 143"/>
                <a:gd name="T44" fmla="*/ 4 w 144"/>
                <a:gd name="T45" fmla="*/ 3 h 143"/>
                <a:gd name="T46" fmla="*/ 1 w 144"/>
                <a:gd name="T47" fmla="*/ 3 h 143"/>
                <a:gd name="T48" fmla="*/ 7 w 144"/>
                <a:gd name="T49" fmla="*/ 18 h 143"/>
                <a:gd name="T50" fmla="*/ 18 w 144"/>
                <a:gd name="T51" fmla="*/ 41 h 143"/>
                <a:gd name="T52" fmla="*/ 29 w 144"/>
                <a:gd name="T53" fmla="*/ 65 h 143"/>
                <a:gd name="T54" fmla="*/ 30 w 144"/>
                <a:gd name="T55" fmla="*/ 84 h 143"/>
                <a:gd name="T56" fmla="*/ 34 w 144"/>
                <a:gd name="T57" fmla="*/ 101 h 143"/>
                <a:gd name="T58" fmla="*/ 42 w 144"/>
                <a:gd name="T59" fmla="*/ 129 h 143"/>
                <a:gd name="T60" fmla="*/ 49 w 144"/>
                <a:gd name="T61" fmla="*/ 138 h 143"/>
                <a:gd name="T62" fmla="*/ 53 w 144"/>
                <a:gd name="T63" fmla="*/ 137 h 14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44"/>
                <a:gd name="T97" fmla="*/ 0 h 143"/>
                <a:gd name="T98" fmla="*/ 144 w 144"/>
                <a:gd name="T99" fmla="*/ 143 h 14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44" h="143">
                  <a:moveTo>
                    <a:pt x="53" y="137"/>
                  </a:moveTo>
                  <a:cubicBezTo>
                    <a:pt x="53" y="134"/>
                    <a:pt x="57" y="130"/>
                    <a:pt x="60" y="133"/>
                  </a:cubicBezTo>
                  <a:cubicBezTo>
                    <a:pt x="62" y="137"/>
                    <a:pt x="61" y="141"/>
                    <a:pt x="66" y="141"/>
                  </a:cubicBezTo>
                  <a:cubicBezTo>
                    <a:pt x="70" y="141"/>
                    <a:pt x="79" y="143"/>
                    <a:pt x="80" y="141"/>
                  </a:cubicBezTo>
                  <a:cubicBezTo>
                    <a:pt x="81" y="139"/>
                    <a:pt x="87" y="137"/>
                    <a:pt x="87" y="134"/>
                  </a:cubicBezTo>
                  <a:cubicBezTo>
                    <a:pt x="87" y="130"/>
                    <a:pt x="87" y="62"/>
                    <a:pt x="87" y="59"/>
                  </a:cubicBezTo>
                  <a:cubicBezTo>
                    <a:pt x="87" y="57"/>
                    <a:pt x="99" y="59"/>
                    <a:pt x="99" y="55"/>
                  </a:cubicBezTo>
                  <a:cubicBezTo>
                    <a:pt x="99" y="51"/>
                    <a:pt x="99" y="16"/>
                    <a:pt x="99" y="16"/>
                  </a:cubicBezTo>
                  <a:cubicBezTo>
                    <a:pt x="99" y="16"/>
                    <a:pt x="107" y="16"/>
                    <a:pt x="109" y="15"/>
                  </a:cubicBezTo>
                  <a:cubicBezTo>
                    <a:pt x="112" y="14"/>
                    <a:pt x="120" y="10"/>
                    <a:pt x="122" y="11"/>
                  </a:cubicBezTo>
                  <a:cubicBezTo>
                    <a:pt x="124" y="13"/>
                    <a:pt x="127" y="17"/>
                    <a:pt x="128" y="16"/>
                  </a:cubicBezTo>
                  <a:cubicBezTo>
                    <a:pt x="129" y="14"/>
                    <a:pt x="133" y="11"/>
                    <a:pt x="136" y="11"/>
                  </a:cubicBezTo>
                  <a:cubicBezTo>
                    <a:pt x="138" y="11"/>
                    <a:pt x="141" y="10"/>
                    <a:pt x="144" y="9"/>
                  </a:cubicBezTo>
                  <a:cubicBezTo>
                    <a:pt x="143" y="8"/>
                    <a:pt x="143" y="7"/>
                    <a:pt x="143" y="6"/>
                  </a:cubicBezTo>
                  <a:cubicBezTo>
                    <a:pt x="143" y="4"/>
                    <a:pt x="122" y="7"/>
                    <a:pt x="119" y="8"/>
                  </a:cubicBezTo>
                  <a:cubicBezTo>
                    <a:pt x="116" y="9"/>
                    <a:pt x="105" y="11"/>
                    <a:pt x="102" y="9"/>
                  </a:cubicBezTo>
                  <a:cubicBezTo>
                    <a:pt x="98" y="8"/>
                    <a:pt x="77" y="9"/>
                    <a:pt x="77" y="9"/>
                  </a:cubicBezTo>
                  <a:cubicBezTo>
                    <a:pt x="73" y="5"/>
                    <a:pt x="73" y="5"/>
                    <a:pt x="73" y="5"/>
                  </a:cubicBezTo>
                  <a:cubicBezTo>
                    <a:pt x="73" y="5"/>
                    <a:pt x="38" y="5"/>
                    <a:pt x="34" y="5"/>
                  </a:cubicBezTo>
                  <a:cubicBezTo>
                    <a:pt x="30" y="5"/>
                    <a:pt x="27" y="5"/>
                    <a:pt x="24" y="3"/>
                  </a:cubicBezTo>
                  <a:cubicBezTo>
                    <a:pt x="20" y="0"/>
                    <a:pt x="17" y="0"/>
                    <a:pt x="13" y="2"/>
                  </a:cubicBezTo>
                  <a:cubicBezTo>
                    <a:pt x="9" y="4"/>
                    <a:pt x="11" y="0"/>
                    <a:pt x="8" y="0"/>
                  </a:cubicBezTo>
                  <a:cubicBezTo>
                    <a:pt x="5" y="0"/>
                    <a:pt x="4" y="3"/>
                    <a:pt x="4" y="3"/>
                  </a:cubicBezTo>
                  <a:cubicBezTo>
                    <a:pt x="1" y="3"/>
                    <a:pt x="1" y="3"/>
                    <a:pt x="1" y="3"/>
                  </a:cubicBezTo>
                  <a:cubicBezTo>
                    <a:pt x="0" y="7"/>
                    <a:pt x="3" y="13"/>
                    <a:pt x="7" y="18"/>
                  </a:cubicBezTo>
                  <a:cubicBezTo>
                    <a:pt x="11" y="23"/>
                    <a:pt x="15" y="33"/>
                    <a:pt x="18" y="41"/>
                  </a:cubicBezTo>
                  <a:cubicBezTo>
                    <a:pt x="20" y="49"/>
                    <a:pt x="28" y="59"/>
                    <a:pt x="29" y="65"/>
                  </a:cubicBezTo>
                  <a:cubicBezTo>
                    <a:pt x="31" y="71"/>
                    <a:pt x="28" y="80"/>
                    <a:pt x="30" y="84"/>
                  </a:cubicBezTo>
                  <a:cubicBezTo>
                    <a:pt x="32" y="88"/>
                    <a:pt x="33" y="95"/>
                    <a:pt x="34" y="101"/>
                  </a:cubicBezTo>
                  <a:cubicBezTo>
                    <a:pt x="35" y="108"/>
                    <a:pt x="35" y="123"/>
                    <a:pt x="42" y="129"/>
                  </a:cubicBezTo>
                  <a:cubicBezTo>
                    <a:pt x="44" y="131"/>
                    <a:pt x="46" y="134"/>
                    <a:pt x="49" y="138"/>
                  </a:cubicBezTo>
                  <a:cubicBezTo>
                    <a:pt x="51" y="138"/>
                    <a:pt x="53" y="138"/>
                    <a:pt x="53" y="13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9" name="Freeform 5"/>
            <p:cNvSpPr>
              <a:spLocks noChangeArrowheads="1"/>
            </p:cNvSpPr>
            <p:nvPr/>
          </p:nvSpPr>
          <p:spPr bwMode="auto">
            <a:xfrm>
              <a:off x="4175139" y="2813054"/>
              <a:ext cx="171451" cy="149225"/>
            </a:xfrm>
            <a:custGeom>
              <a:avLst/>
              <a:gdLst>
                <a:gd name="T0" fmla="*/ 59 w 90"/>
                <a:gd name="T1" fmla="*/ 4 h 78"/>
                <a:gd name="T2" fmla="*/ 58 w 90"/>
                <a:gd name="T3" fmla="*/ 0 h 78"/>
                <a:gd name="T4" fmla="*/ 48 w 90"/>
                <a:gd name="T5" fmla="*/ 0 h 78"/>
                <a:gd name="T6" fmla="*/ 42 w 90"/>
                <a:gd name="T7" fmla="*/ 6 h 78"/>
                <a:gd name="T8" fmla="*/ 31 w 90"/>
                <a:gd name="T9" fmla="*/ 14 h 78"/>
                <a:gd name="T10" fmla="*/ 20 w 90"/>
                <a:gd name="T11" fmla="*/ 27 h 78"/>
                <a:gd name="T12" fmla="*/ 5 w 90"/>
                <a:gd name="T13" fmla="*/ 24 h 78"/>
                <a:gd name="T14" fmla="*/ 0 w 90"/>
                <a:gd name="T15" fmla="*/ 25 h 78"/>
                <a:gd name="T16" fmla="*/ 6 w 90"/>
                <a:gd name="T17" fmla="*/ 31 h 78"/>
                <a:gd name="T18" fmla="*/ 12 w 90"/>
                <a:gd name="T19" fmla="*/ 45 h 78"/>
                <a:gd name="T20" fmla="*/ 23 w 90"/>
                <a:gd name="T21" fmla="*/ 53 h 78"/>
                <a:gd name="T22" fmla="*/ 28 w 90"/>
                <a:gd name="T23" fmla="*/ 61 h 78"/>
                <a:gd name="T24" fmla="*/ 36 w 90"/>
                <a:gd name="T25" fmla="*/ 69 h 78"/>
                <a:gd name="T26" fmla="*/ 44 w 90"/>
                <a:gd name="T27" fmla="*/ 74 h 78"/>
                <a:gd name="T28" fmla="*/ 55 w 90"/>
                <a:gd name="T29" fmla="*/ 76 h 78"/>
                <a:gd name="T30" fmla="*/ 67 w 90"/>
                <a:gd name="T31" fmla="*/ 78 h 78"/>
                <a:gd name="T32" fmla="*/ 79 w 90"/>
                <a:gd name="T33" fmla="*/ 67 h 78"/>
                <a:gd name="T34" fmla="*/ 82 w 90"/>
                <a:gd name="T35" fmla="*/ 56 h 78"/>
                <a:gd name="T36" fmla="*/ 88 w 90"/>
                <a:gd name="T37" fmla="*/ 48 h 78"/>
                <a:gd name="T38" fmla="*/ 84 w 90"/>
                <a:gd name="T39" fmla="*/ 39 h 78"/>
                <a:gd name="T40" fmla="*/ 87 w 90"/>
                <a:gd name="T41" fmla="*/ 29 h 78"/>
                <a:gd name="T42" fmla="*/ 87 w 90"/>
                <a:gd name="T43" fmla="*/ 12 h 78"/>
                <a:gd name="T44" fmla="*/ 74 w 90"/>
                <a:gd name="T45" fmla="*/ 7 h 78"/>
                <a:gd name="T46" fmla="*/ 59 w 90"/>
                <a:gd name="T47" fmla="*/ 4 h 7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0"/>
                <a:gd name="T73" fmla="*/ 0 h 78"/>
                <a:gd name="T74" fmla="*/ 90 w 90"/>
                <a:gd name="T75" fmla="*/ 78 h 7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0" h="78">
                  <a:moveTo>
                    <a:pt x="59" y="4"/>
                  </a:moveTo>
                  <a:cubicBezTo>
                    <a:pt x="58" y="0"/>
                    <a:pt x="58" y="0"/>
                    <a:pt x="58" y="0"/>
                  </a:cubicBezTo>
                  <a:cubicBezTo>
                    <a:pt x="48" y="0"/>
                    <a:pt x="48" y="0"/>
                    <a:pt x="48" y="0"/>
                  </a:cubicBezTo>
                  <a:cubicBezTo>
                    <a:pt x="42" y="2"/>
                    <a:pt x="42" y="4"/>
                    <a:pt x="42" y="6"/>
                  </a:cubicBezTo>
                  <a:cubicBezTo>
                    <a:pt x="42" y="8"/>
                    <a:pt x="36" y="13"/>
                    <a:pt x="31" y="14"/>
                  </a:cubicBezTo>
                  <a:cubicBezTo>
                    <a:pt x="27" y="15"/>
                    <a:pt x="22" y="25"/>
                    <a:pt x="20" y="27"/>
                  </a:cubicBezTo>
                  <a:cubicBezTo>
                    <a:pt x="17" y="28"/>
                    <a:pt x="8" y="25"/>
                    <a:pt x="5" y="24"/>
                  </a:cubicBezTo>
                  <a:cubicBezTo>
                    <a:pt x="4" y="24"/>
                    <a:pt x="2" y="25"/>
                    <a:pt x="0" y="25"/>
                  </a:cubicBezTo>
                  <a:cubicBezTo>
                    <a:pt x="1" y="28"/>
                    <a:pt x="5" y="31"/>
                    <a:pt x="6" y="31"/>
                  </a:cubicBezTo>
                  <a:cubicBezTo>
                    <a:pt x="8" y="31"/>
                    <a:pt x="8" y="43"/>
                    <a:pt x="12" y="45"/>
                  </a:cubicBezTo>
                  <a:cubicBezTo>
                    <a:pt x="16" y="47"/>
                    <a:pt x="23" y="51"/>
                    <a:pt x="23" y="53"/>
                  </a:cubicBezTo>
                  <a:cubicBezTo>
                    <a:pt x="23" y="55"/>
                    <a:pt x="28" y="58"/>
                    <a:pt x="28" y="61"/>
                  </a:cubicBezTo>
                  <a:cubicBezTo>
                    <a:pt x="28" y="65"/>
                    <a:pt x="32" y="69"/>
                    <a:pt x="36" y="69"/>
                  </a:cubicBezTo>
                  <a:cubicBezTo>
                    <a:pt x="43" y="69"/>
                    <a:pt x="44" y="72"/>
                    <a:pt x="44" y="74"/>
                  </a:cubicBezTo>
                  <a:cubicBezTo>
                    <a:pt x="44" y="76"/>
                    <a:pt x="53" y="74"/>
                    <a:pt x="55" y="76"/>
                  </a:cubicBezTo>
                  <a:cubicBezTo>
                    <a:pt x="56" y="78"/>
                    <a:pt x="65" y="77"/>
                    <a:pt x="67" y="78"/>
                  </a:cubicBezTo>
                  <a:cubicBezTo>
                    <a:pt x="71" y="75"/>
                    <a:pt x="77" y="70"/>
                    <a:pt x="79" y="67"/>
                  </a:cubicBezTo>
                  <a:cubicBezTo>
                    <a:pt x="82" y="63"/>
                    <a:pt x="79" y="58"/>
                    <a:pt x="82" y="56"/>
                  </a:cubicBezTo>
                  <a:cubicBezTo>
                    <a:pt x="84" y="55"/>
                    <a:pt x="90" y="48"/>
                    <a:pt x="88" y="48"/>
                  </a:cubicBezTo>
                  <a:cubicBezTo>
                    <a:pt x="86" y="47"/>
                    <a:pt x="87" y="42"/>
                    <a:pt x="84" y="39"/>
                  </a:cubicBezTo>
                  <a:cubicBezTo>
                    <a:pt x="81" y="36"/>
                    <a:pt x="88" y="35"/>
                    <a:pt x="87" y="29"/>
                  </a:cubicBezTo>
                  <a:cubicBezTo>
                    <a:pt x="87" y="24"/>
                    <a:pt x="88" y="13"/>
                    <a:pt x="87" y="12"/>
                  </a:cubicBezTo>
                  <a:cubicBezTo>
                    <a:pt x="85" y="11"/>
                    <a:pt x="78" y="10"/>
                    <a:pt x="74" y="7"/>
                  </a:cubicBezTo>
                  <a:cubicBezTo>
                    <a:pt x="69" y="4"/>
                    <a:pt x="59" y="4"/>
                    <a:pt x="59" y="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0" name="Freeform 6"/>
            <p:cNvSpPr>
              <a:spLocks noChangeArrowheads="1"/>
            </p:cNvSpPr>
            <p:nvPr/>
          </p:nvSpPr>
          <p:spPr bwMode="auto">
            <a:xfrm>
              <a:off x="4065601" y="2862265"/>
              <a:ext cx="193676" cy="207963"/>
            </a:xfrm>
            <a:custGeom>
              <a:avLst/>
              <a:gdLst>
                <a:gd name="T0" fmla="*/ 93 w 101"/>
                <a:gd name="T1" fmla="*/ 44 h 109"/>
                <a:gd name="T2" fmla="*/ 85 w 101"/>
                <a:gd name="T3" fmla="*/ 36 h 109"/>
                <a:gd name="T4" fmla="*/ 80 w 101"/>
                <a:gd name="T5" fmla="*/ 28 h 109"/>
                <a:gd name="T6" fmla="*/ 69 w 101"/>
                <a:gd name="T7" fmla="*/ 20 h 109"/>
                <a:gd name="T8" fmla="*/ 63 w 101"/>
                <a:gd name="T9" fmla="*/ 6 h 109"/>
                <a:gd name="T10" fmla="*/ 57 w 101"/>
                <a:gd name="T11" fmla="*/ 0 h 109"/>
                <a:gd name="T12" fmla="*/ 49 w 101"/>
                <a:gd name="T13" fmla="*/ 2 h 109"/>
                <a:gd name="T14" fmla="*/ 41 w 101"/>
                <a:gd name="T15" fmla="*/ 7 h 109"/>
                <a:gd name="T16" fmla="*/ 35 w 101"/>
                <a:gd name="T17" fmla="*/ 2 h 109"/>
                <a:gd name="T18" fmla="*/ 22 w 101"/>
                <a:gd name="T19" fmla="*/ 6 h 109"/>
                <a:gd name="T20" fmla="*/ 12 w 101"/>
                <a:gd name="T21" fmla="*/ 7 h 109"/>
                <a:gd name="T22" fmla="*/ 12 w 101"/>
                <a:gd name="T23" fmla="*/ 46 h 109"/>
                <a:gd name="T24" fmla="*/ 0 w 101"/>
                <a:gd name="T25" fmla="*/ 50 h 109"/>
                <a:gd name="T26" fmla="*/ 0 w 101"/>
                <a:gd name="T27" fmla="*/ 83 h 109"/>
                <a:gd name="T28" fmla="*/ 6 w 101"/>
                <a:gd name="T29" fmla="*/ 87 h 109"/>
                <a:gd name="T30" fmla="*/ 9 w 101"/>
                <a:gd name="T31" fmla="*/ 100 h 109"/>
                <a:gd name="T32" fmla="*/ 7 w 101"/>
                <a:gd name="T33" fmla="*/ 102 h 109"/>
                <a:gd name="T34" fmla="*/ 9 w 101"/>
                <a:gd name="T35" fmla="*/ 107 h 109"/>
                <a:gd name="T36" fmla="*/ 20 w 101"/>
                <a:gd name="T37" fmla="*/ 107 h 109"/>
                <a:gd name="T38" fmla="*/ 31 w 101"/>
                <a:gd name="T39" fmla="*/ 95 h 109"/>
                <a:gd name="T40" fmla="*/ 38 w 101"/>
                <a:gd name="T41" fmla="*/ 89 h 109"/>
                <a:gd name="T42" fmla="*/ 52 w 101"/>
                <a:gd name="T43" fmla="*/ 93 h 109"/>
                <a:gd name="T44" fmla="*/ 62 w 101"/>
                <a:gd name="T45" fmla="*/ 88 h 109"/>
                <a:gd name="T46" fmla="*/ 67 w 101"/>
                <a:gd name="T47" fmla="*/ 80 h 109"/>
                <a:gd name="T48" fmla="*/ 76 w 101"/>
                <a:gd name="T49" fmla="*/ 73 h 109"/>
                <a:gd name="T50" fmla="*/ 81 w 101"/>
                <a:gd name="T51" fmla="*/ 65 h 109"/>
                <a:gd name="T52" fmla="*/ 90 w 101"/>
                <a:gd name="T53" fmla="*/ 59 h 109"/>
                <a:gd name="T54" fmla="*/ 97 w 101"/>
                <a:gd name="T55" fmla="*/ 55 h 109"/>
                <a:gd name="T56" fmla="*/ 101 w 101"/>
                <a:gd name="T57" fmla="*/ 49 h 109"/>
                <a:gd name="T58" fmla="*/ 101 w 101"/>
                <a:gd name="T59" fmla="*/ 49 h 109"/>
                <a:gd name="T60" fmla="*/ 93 w 101"/>
                <a:gd name="T61" fmla="*/ 44 h 1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01"/>
                <a:gd name="T94" fmla="*/ 0 h 109"/>
                <a:gd name="T95" fmla="*/ 101 w 101"/>
                <a:gd name="T96" fmla="*/ 109 h 1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01" h="109">
                  <a:moveTo>
                    <a:pt x="93" y="44"/>
                  </a:moveTo>
                  <a:cubicBezTo>
                    <a:pt x="89" y="44"/>
                    <a:pt x="85" y="40"/>
                    <a:pt x="85" y="36"/>
                  </a:cubicBezTo>
                  <a:cubicBezTo>
                    <a:pt x="85" y="33"/>
                    <a:pt x="80" y="30"/>
                    <a:pt x="80" y="28"/>
                  </a:cubicBezTo>
                  <a:cubicBezTo>
                    <a:pt x="80" y="26"/>
                    <a:pt x="73" y="22"/>
                    <a:pt x="69" y="20"/>
                  </a:cubicBezTo>
                  <a:cubicBezTo>
                    <a:pt x="65" y="18"/>
                    <a:pt x="65" y="6"/>
                    <a:pt x="63" y="6"/>
                  </a:cubicBezTo>
                  <a:cubicBezTo>
                    <a:pt x="62" y="6"/>
                    <a:pt x="58" y="3"/>
                    <a:pt x="57" y="0"/>
                  </a:cubicBezTo>
                  <a:cubicBezTo>
                    <a:pt x="54" y="1"/>
                    <a:pt x="51" y="2"/>
                    <a:pt x="49" y="2"/>
                  </a:cubicBezTo>
                  <a:cubicBezTo>
                    <a:pt x="46" y="2"/>
                    <a:pt x="42" y="5"/>
                    <a:pt x="41" y="7"/>
                  </a:cubicBezTo>
                  <a:cubicBezTo>
                    <a:pt x="40" y="8"/>
                    <a:pt x="37" y="4"/>
                    <a:pt x="35" y="2"/>
                  </a:cubicBezTo>
                  <a:cubicBezTo>
                    <a:pt x="33" y="1"/>
                    <a:pt x="25" y="5"/>
                    <a:pt x="22" y="6"/>
                  </a:cubicBezTo>
                  <a:cubicBezTo>
                    <a:pt x="20" y="7"/>
                    <a:pt x="12" y="7"/>
                    <a:pt x="12" y="7"/>
                  </a:cubicBezTo>
                  <a:cubicBezTo>
                    <a:pt x="12" y="7"/>
                    <a:pt x="12" y="42"/>
                    <a:pt x="12" y="46"/>
                  </a:cubicBezTo>
                  <a:cubicBezTo>
                    <a:pt x="12" y="50"/>
                    <a:pt x="0" y="48"/>
                    <a:pt x="0" y="50"/>
                  </a:cubicBezTo>
                  <a:cubicBezTo>
                    <a:pt x="0" y="51"/>
                    <a:pt x="0" y="67"/>
                    <a:pt x="0" y="83"/>
                  </a:cubicBezTo>
                  <a:cubicBezTo>
                    <a:pt x="3" y="84"/>
                    <a:pt x="5" y="85"/>
                    <a:pt x="6" y="87"/>
                  </a:cubicBezTo>
                  <a:cubicBezTo>
                    <a:pt x="7" y="90"/>
                    <a:pt x="10" y="98"/>
                    <a:pt x="9" y="100"/>
                  </a:cubicBezTo>
                  <a:cubicBezTo>
                    <a:pt x="9" y="102"/>
                    <a:pt x="7" y="100"/>
                    <a:pt x="7" y="102"/>
                  </a:cubicBezTo>
                  <a:cubicBezTo>
                    <a:pt x="7" y="104"/>
                    <a:pt x="6" y="107"/>
                    <a:pt x="9" y="107"/>
                  </a:cubicBezTo>
                  <a:cubicBezTo>
                    <a:pt x="12" y="107"/>
                    <a:pt x="18" y="109"/>
                    <a:pt x="20" y="107"/>
                  </a:cubicBezTo>
                  <a:cubicBezTo>
                    <a:pt x="23" y="104"/>
                    <a:pt x="30" y="98"/>
                    <a:pt x="31" y="95"/>
                  </a:cubicBezTo>
                  <a:cubicBezTo>
                    <a:pt x="31" y="92"/>
                    <a:pt x="33" y="85"/>
                    <a:pt x="38" y="89"/>
                  </a:cubicBezTo>
                  <a:cubicBezTo>
                    <a:pt x="44" y="93"/>
                    <a:pt x="44" y="93"/>
                    <a:pt x="52" y="93"/>
                  </a:cubicBezTo>
                  <a:cubicBezTo>
                    <a:pt x="59" y="93"/>
                    <a:pt x="61" y="93"/>
                    <a:pt x="62" y="88"/>
                  </a:cubicBezTo>
                  <a:cubicBezTo>
                    <a:pt x="64" y="84"/>
                    <a:pt x="62" y="80"/>
                    <a:pt x="67" y="80"/>
                  </a:cubicBezTo>
                  <a:cubicBezTo>
                    <a:pt x="71" y="80"/>
                    <a:pt x="76" y="76"/>
                    <a:pt x="76" y="73"/>
                  </a:cubicBezTo>
                  <a:cubicBezTo>
                    <a:pt x="76" y="70"/>
                    <a:pt x="78" y="65"/>
                    <a:pt x="81" y="65"/>
                  </a:cubicBezTo>
                  <a:cubicBezTo>
                    <a:pt x="84" y="65"/>
                    <a:pt x="89" y="62"/>
                    <a:pt x="90" y="59"/>
                  </a:cubicBezTo>
                  <a:cubicBezTo>
                    <a:pt x="91" y="55"/>
                    <a:pt x="95" y="57"/>
                    <a:pt x="97" y="55"/>
                  </a:cubicBezTo>
                  <a:cubicBezTo>
                    <a:pt x="98" y="54"/>
                    <a:pt x="99" y="51"/>
                    <a:pt x="101" y="49"/>
                  </a:cubicBezTo>
                  <a:cubicBezTo>
                    <a:pt x="101" y="49"/>
                    <a:pt x="101" y="49"/>
                    <a:pt x="101" y="49"/>
                  </a:cubicBezTo>
                  <a:cubicBezTo>
                    <a:pt x="101" y="47"/>
                    <a:pt x="100" y="44"/>
                    <a:pt x="93" y="4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1" name="Freeform 7"/>
            <p:cNvSpPr>
              <a:spLocks noChangeArrowheads="1"/>
            </p:cNvSpPr>
            <p:nvPr/>
          </p:nvSpPr>
          <p:spPr bwMode="auto">
            <a:xfrm>
              <a:off x="4292615" y="3041654"/>
              <a:ext cx="30163" cy="36513"/>
            </a:xfrm>
            <a:custGeom>
              <a:avLst/>
              <a:gdLst>
                <a:gd name="T0" fmla="*/ 7 w 15"/>
                <a:gd name="T1" fmla="*/ 0 h 19"/>
                <a:gd name="T2" fmla="*/ 0 w 15"/>
                <a:gd name="T3" fmla="*/ 8 h 19"/>
                <a:gd name="T4" fmla="*/ 7 w 15"/>
                <a:gd name="T5" fmla="*/ 19 h 19"/>
                <a:gd name="T6" fmla="*/ 13 w 15"/>
                <a:gd name="T7" fmla="*/ 16 h 19"/>
                <a:gd name="T8" fmla="*/ 15 w 15"/>
                <a:gd name="T9" fmla="*/ 13 h 19"/>
                <a:gd name="T10" fmla="*/ 14 w 15"/>
                <a:gd name="T11" fmla="*/ 3 h 19"/>
                <a:gd name="T12" fmla="*/ 7 w 15"/>
                <a:gd name="T13" fmla="*/ 0 h 19"/>
                <a:gd name="T14" fmla="*/ 0 60000 65536"/>
                <a:gd name="T15" fmla="*/ 0 60000 65536"/>
                <a:gd name="T16" fmla="*/ 0 60000 65536"/>
                <a:gd name="T17" fmla="*/ 0 60000 65536"/>
                <a:gd name="T18" fmla="*/ 0 60000 65536"/>
                <a:gd name="T19" fmla="*/ 0 60000 65536"/>
                <a:gd name="T20" fmla="*/ 0 60000 65536"/>
                <a:gd name="T21" fmla="*/ 0 w 15"/>
                <a:gd name="T22" fmla="*/ 0 h 19"/>
                <a:gd name="T23" fmla="*/ 15 w 15"/>
                <a:gd name="T24" fmla="*/ 19 h 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19">
                  <a:moveTo>
                    <a:pt x="7" y="0"/>
                  </a:moveTo>
                  <a:cubicBezTo>
                    <a:pt x="5" y="0"/>
                    <a:pt x="0" y="7"/>
                    <a:pt x="0" y="8"/>
                  </a:cubicBezTo>
                  <a:cubicBezTo>
                    <a:pt x="0" y="10"/>
                    <a:pt x="3" y="18"/>
                    <a:pt x="7" y="19"/>
                  </a:cubicBezTo>
                  <a:cubicBezTo>
                    <a:pt x="10" y="19"/>
                    <a:pt x="13" y="19"/>
                    <a:pt x="13" y="16"/>
                  </a:cubicBezTo>
                  <a:cubicBezTo>
                    <a:pt x="13" y="15"/>
                    <a:pt x="14" y="14"/>
                    <a:pt x="15" y="13"/>
                  </a:cubicBezTo>
                  <a:cubicBezTo>
                    <a:pt x="15" y="11"/>
                    <a:pt x="14" y="6"/>
                    <a:pt x="14" y="3"/>
                  </a:cubicBezTo>
                  <a:cubicBezTo>
                    <a:pt x="12" y="2"/>
                    <a:pt x="9" y="0"/>
                    <a:pt x="7"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2" name="Freeform 8"/>
            <p:cNvSpPr>
              <a:spLocks noChangeArrowheads="1"/>
            </p:cNvSpPr>
            <p:nvPr/>
          </p:nvSpPr>
          <p:spPr bwMode="auto">
            <a:xfrm>
              <a:off x="4214827" y="3101979"/>
              <a:ext cx="47626" cy="53975"/>
            </a:xfrm>
            <a:custGeom>
              <a:avLst/>
              <a:gdLst>
                <a:gd name="T0" fmla="*/ 18 w 25"/>
                <a:gd name="T1" fmla="*/ 3 h 28"/>
                <a:gd name="T2" fmla="*/ 7 w 25"/>
                <a:gd name="T3" fmla="*/ 8 h 28"/>
                <a:gd name="T4" fmla="*/ 0 w 25"/>
                <a:gd name="T5" fmla="*/ 18 h 28"/>
                <a:gd name="T6" fmla="*/ 7 w 25"/>
                <a:gd name="T7" fmla="*/ 27 h 28"/>
                <a:gd name="T8" fmla="*/ 11 w 25"/>
                <a:gd name="T9" fmla="*/ 28 h 28"/>
                <a:gd name="T10" fmla="*/ 14 w 25"/>
                <a:gd name="T11" fmla="*/ 22 h 28"/>
                <a:gd name="T12" fmla="*/ 21 w 25"/>
                <a:gd name="T13" fmla="*/ 20 h 28"/>
                <a:gd name="T14" fmla="*/ 25 w 25"/>
                <a:gd name="T15" fmla="*/ 12 h 28"/>
                <a:gd name="T16" fmla="*/ 18 w 25"/>
                <a:gd name="T17" fmla="*/ 3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28"/>
                <a:gd name="T29" fmla="*/ 25 w 25"/>
                <a:gd name="T30" fmla="*/ 28 h 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28">
                  <a:moveTo>
                    <a:pt x="18" y="3"/>
                  </a:moveTo>
                  <a:cubicBezTo>
                    <a:pt x="17" y="0"/>
                    <a:pt x="8" y="5"/>
                    <a:pt x="7" y="8"/>
                  </a:cubicBezTo>
                  <a:cubicBezTo>
                    <a:pt x="5" y="10"/>
                    <a:pt x="0" y="18"/>
                    <a:pt x="0" y="18"/>
                  </a:cubicBezTo>
                  <a:cubicBezTo>
                    <a:pt x="7" y="27"/>
                    <a:pt x="7" y="27"/>
                    <a:pt x="7" y="27"/>
                  </a:cubicBezTo>
                  <a:cubicBezTo>
                    <a:pt x="11" y="28"/>
                    <a:pt x="11" y="28"/>
                    <a:pt x="11" y="28"/>
                  </a:cubicBezTo>
                  <a:cubicBezTo>
                    <a:pt x="11" y="28"/>
                    <a:pt x="13" y="24"/>
                    <a:pt x="14" y="22"/>
                  </a:cubicBezTo>
                  <a:cubicBezTo>
                    <a:pt x="15" y="19"/>
                    <a:pt x="21" y="22"/>
                    <a:pt x="21" y="20"/>
                  </a:cubicBezTo>
                  <a:cubicBezTo>
                    <a:pt x="21" y="17"/>
                    <a:pt x="25" y="14"/>
                    <a:pt x="25" y="12"/>
                  </a:cubicBezTo>
                  <a:cubicBezTo>
                    <a:pt x="25" y="9"/>
                    <a:pt x="19" y="6"/>
                    <a:pt x="18"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3" name="Freeform 9"/>
            <p:cNvSpPr>
              <a:spLocks noEditPoints="1" noChangeArrowheads="1"/>
            </p:cNvSpPr>
            <p:nvPr/>
          </p:nvSpPr>
          <p:spPr bwMode="auto">
            <a:xfrm>
              <a:off x="3992576" y="2954341"/>
              <a:ext cx="346077" cy="304801"/>
            </a:xfrm>
            <a:custGeom>
              <a:avLst/>
              <a:gdLst>
                <a:gd name="T0" fmla="*/ 172 w 181"/>
                <a:gd name="T1" fmla="*/ 59 h 159"/>
                <a:gd name="T2" fmla="*/ 172 w 181"/>
                <a:gd name="T3" fmla="*/ 58 h 159"/>
                <a:gd name="T4" fmla="*/ 170 w 181"/>
                <a:gd name="T5" fmla="*/ 61 h 159"/>
                <a:gd name="T6" fmla="*/ 164 w 181"/>
                <a:gd name="T7" fmla="*/ 64 h 159"/>
                <a:gd name="T8" fmla="*/ 157 w 181"/>
                <a:gd name="T9" fmla="*/ 53 h 159"/>
                <a:gd name="T10" fmla="*/ 164 w 181"/>
                <a:gd name="T11" fmla="*/ 45 h 159"/>
                <a:gd name="T12" fmla="*/ 171 w 181"/>
                <a:gd name="T13" fmla="*/ 48 h 159"/>
                <a:gd name="T14" fmla="*/ 171 w 181"/>
                <a:gd name="T15" fmla="*/ 46 h 159"/>
                <a:gd name="T16" fmla="*/ 170 w 181"/>
                <a:gd name="T17" fmla="*/ 26 h 159"/>
                <a:gd name="T18" fmla="*/ 163 w 181"/>
                <a:gd name="T19" fmla="*/ 5 h 159"/>
                <a:gd name="T20" fmla="*/ 150 w 181"/>
                <a:gd name="T21" fmla="*/ 2 h 159"/>
                <a:gd name="T22" fmla="*/ 139 w 181"/>
                <a:gd name="T23" fmla="*/ 0 h 159"/>
                <a:gd name="T24" fmla="*/ 135 w 181"/>
                <a:gd name="T25" fmla="*/ 6 h 159"/>
                <a:gd name="T26" fmla="*/ 128 w 181"/>
                <a:gd name="T27" fmla="*/ 10 h 159"/>
                <a:gd name="T28" fmla="*/ 119 w 181"/>
                <a:gd name="T29" fmla="*/ 16 h 159"/>
                <a:gd name="T30" fmla="*/ 114 w 181"/>
                <a:gd name="T31" fmla="*/ 24 h 159"/>
                <a:gd name="T32" fmla="*/ 105 w 181"/>
                <a:gd name="T33" fmla="*/ 31 h 159"/>
                <a:gd name="T34" fmla="*/ 100 w 181"/>
                <a:gd name="T35" fmla="*/ 39 h 159"/>
                <a:gd name="T36" fmla="*/ 90 w 181"/>
                <a:gd name="T37" fmla="*/ 44 h 159"/>
                <a:gd name="T38" fmla="*/ 76 w 181"/>
                <a:gd name="T39" fmla="*/ 40 h 159"/>
                <a:gd name="T40" fmla="*/ 69 w 181"/>
                <a:gd name="T41" fmla="*/ 46 h 159"/>
                <a:gd name="T42" fmla="*/ 58 w 181"/>
                <a:gd name="T43" fmla="*/ 58 h 159"/>
                <a:gd name="T44" fmla="*/ 47 w 181"/>
                <a:gd name="T45" fmla="*/ 58 h 159"/>
                <a:gd name="T46" fmla="*/ 45 w 181"/>
                <a:gd name="T47" fmla="*/ 53 h 159"/>
                <a:gd name="T48" fmla="*/ 47 w 181"/>
                <a:gd name="T49" fmla="*/ 51 h 159"/>
                <a:gd name="T50" fmla="*/ 44 w 181"/>
                <a:gd name="T51" fmla="*/ 38 h 159"/>
                <a:gd name="T52" fmla="*/ 38 w 181"/>
                <a:gd name="T53" fmla="*/ 34 h 159"/>
                <a:gd name="T54" fmla="*/ 38 w 181"/>
                <a:gd name="T55" fmla="*/ 76 h 159"/>
                <a:gd name="T56" fmla="*/ 31 w 181"/>
                <a:gd name="T57" fmla="*/ 83 h 159"/>
                <a:gd name="T58" fmla="*/ 17 w 181"/>
                <a:gd name="T59" fmla="*/ 83 h 159"/>
                <a:gd name="T60" fmla="*/ 11 w 181"/>
                <a:gd name="T61" fmla="*/ 75 h 159"/>
                <a:gd name="T62" fmla="*/ 4 w 181"/>
                <a:gd name="T63" fmla="*/ 79 h 159"/>
                <a:gd name="T64" fmla="*/ 0 w 181"/>
                <a:gd name="T65" fmla="*/ 80 h 159"/>
                <a:gd name="T66" fmla="*/ 8 w 181"/>
                <a:gd name="T67" fmla="*/ 98 h 159"/>
                <a:gd name="T68" fmla="*/ 19 w 181"/>
                <a:gd name="T69" fmla="*/ 120 h 159"/>
                <a:gd name="T70" fmla="*/ 19 w 181"/>
                <a:gd name="T71" fmla="*/ 131 h 159"/>
                <a:gd name="T72" fmla="*/ 19 w 181"/>
                <a:gd name="T73" fmla="*/ 140 h 159"/>
                <a:gd name="T74" fmla="*/ 23 w 181"/>
                <a:gd name="T75" fmla="*/ 149 h 159"/>
                <a:gd name="T76" fmla="*/ 27 w 181"/>
                <a:gd name="T77" fmla="*/ 152 h 159"/>
                <a:gd name="T78" fmla="*/ 33 w 181"/>
                <a:gd name="T79" fmla="*/ 157 h 159"/>
                <a:gd name="T80" fmla="*/ 41 w 181"/>
                <a:gd name="T81" fmla="*/ 157 h 159"/>
                <a:gd name="T82" fmla="*/ 54 w 181"/>
                <a:gd name="T83" fmla="*/ 153 h 159"/>
                <a:gd name="T84" fmla="*/ 64 w 181"/>
                <a:gd name="T85" fmla="*/ 149 h 159"/>
                <a:gd name="T86" fmla="*/ 82 w 181"/>
                <a:gd name="T87" fmla="*/ 149 h 159"/>
                <a:gd name="T88" fmla="*/ 93 w 181"/>
                <a:gd name="T89" fmla="*/ 147 h 159"/>
                <a:gd name="T90" fmla="*/ 100 w 181"/>
                <a:gd name="T91" fmla="*/ 146 h 159"/>
                <a:gd name="T92" fmla="*/ 109 w 181"/>
                <a:gd name="T93" fmla="*/ 143 h 159"/>
                <a:gd name="T94" fmla="*/ 132 w 181"/>
                <a:gd name="T95" fmla="*/ 128 h 159"/>
                <a:gd name="T96" fmla="*/ 159 w 181"/>
                <a:gd name="T97" fmla="*/ 95 h 159"/>
                <a:gd name="T98" fmla="*/ 175 w 181"/>
                <a:gd name="T99" fmla="*/ 77 h 159"/>
                <a:gd name="T100" fmla="*/ 181 w 181"/>
                <a:gd name="T101" fmla="*/ 59 h 159"/>
                <a:gd name="T102" fmla="*/ 172 w 181"/>
                <a:gd name="T103" fmla="*/ 59 h 159"/>
                <a:gd name="T104" fmla="*/ 137 w 181"/>
                <a:gd name="T105" fmla="*/ 97 h 159"/>
                <a:gd name="T106" fmla="*/ 130 w 181"/>
                <a:gd name="T107" fmla="*/ 99 h 159"/>
                <a:gd name="T108" fmla="*/ 127 w 181"/>
                <a:gd name="T109" fmla="*/ 105 h 159"/>
                <a:gd name="T110" fmla="*/ 123 w 181"/>
                <a:gd name="T111" fmla="*/ 104 h 159"/>
                <a:gd name="T112" fmla="*/ 116 w 181"/>
                <a:gd name="T113" fmla="*/ 95 h 159"/>
                <a:gd name="T114" fmla="*/ 123 w 181"/>
                <a:gd name="T115" fmla="*/ 85 h 159"/>
                <a:gd name="T116" fmla="*/ 134 w 181"/>
                <a:gd name="T117" fmla="*/ 80 h 159"/>
                <a:gd name="T118" fmla="*/ 141 w 181"/>
                <a:gd name="T119" fmla="*/ 89 h 159"/>
                <a:gd name="T120" fmla="*/ 137 w 181"/>
                <a:gd name="T121" fmla="*/ 97 h 15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81"/>
                <a:gd name="T184" fmla="*/ 0 h 159"/>
                <a:gd name="T185" fmla="*/ 181 w 181"/>
                <a:gd name="T186" fmla="*/ 159 h 15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81" h="159">
                  <a:moveTo>
                    <a:pt x="172" y="59"/>
                  </a:moveTo>
                  <a:cubicBezTo>
                    <a:pt x="172" y="59"/>
                    <a:pt x="172" y="59"/>
                    <a:pt x="172" y="58"/>
                  </a:cubicBezTo>
                  <a:cubicBezTo>
                    <a:pt x="171" y="59"/>
                    <a:pt x="170" y="60"/>
                    <a:pt x="170" y="61"/>
                  </a:cubicBezTo>
                  <a:cubicBezTo>
                    <a:pt x="170" y="64"/>
                    <a:pt x="167" y="64"/>
                    <a:pt x="164" y="64"/>
                  </a:cubicBezTo>
                  <a:cubicBezTo>
                    <a:pt x="160" y="63"/>
                    <a:pt x="157" y="55"/>
                    <a:pt x="157" y="53"/>
                  </a:cubicBezTo>
                  <a:cubicBezTo>
                    <a:pt x="157" y="52"/>
                    <a:pt x="162" y="45"/>
                    <a:pt x="164" y="45"/>
                  </a:cubicBezTo>
                  <a:cubicBezTo>
                    <a:pt x="166" y="45"/>
                    <a:pt x="169" y="47"/>
                    <a:pt x="171" y="48"/>
                  </a:cubicBezTo>
                  <a:cubicBezTo>
                    <a:pt x="171" y="47"/>
                    <a:pt x="171" y="47"/>
                    <a:pt x="171" y="46"/>
                  </a:cubicBezTo>
                  <a:cubicBezTo>
                    <a:pt x="171" y="45"/>
                    <a:pt x="173" y="28"/>
                    <a:pt x="170" y="26"/>
                  </a:cubicBezTo>
                  <a:cubicBezTo>
                    <a:pt x="167" y="24"/>
                    <a:pt x="164" y="7"/>
                    <a:pt x="163" y="5"/>
                  </a:cubicBezTo>
                  <a:cubicBezTo>
                    <a:pt x="162" y="3"/>
                    <a:pt x="151" y="4"/>
                    <a:pt x="150" y="2"/>
                  </a:cubicBezTo>
                  <a:cubicBezTo>
                    <a:pt x="148" y="0"/>
                    <a:pt x="139" y="2"/>
                    <a:pt x="139" y="0"/>
                  </a:cubicBezTo>
                  <a:cubicBezTo>
                    <a:pt x="137" y="2"/>
                    <a:pt x="136" y="5"/>
                    <a:pt x="135" y="6"/>
                  </a:cubicBezTo>
                  <a:cubicBezTo>
                    <a:pt x="133" y="8"/>
                    <a:pt x="129" y="6"/>
                    <a:pt x="128" y="10"/>
                  </a:cubicBezTo>
                  <a:cubicBezTo>
                    <a:pt x="127" y="13"/>
                    <a:pt x="122" y="16"/>
                    <a:pt x="119" y="16"/>
                  </a:cubicBezTo>
                  <a:cubicBezTo>
                    <a:pt x="116" y="16"/>
                    <a:pt x="114" y="21"/>
                    <a:pt x="114" y="24"/>
                  </a:cubicBezTo>
                  <a:cubicBezTo>
                    <a:pt x="114" y="27"/>
                    <a:pt x="109" y="31"/>
                    <a:pt x="105" y="31"/>
                  </a:cubicBezTo>
                  <a:cubicBezTo>
                    <a:pt x="100" y="31"/>
                    <a:pt x="102" y="35"/>
                    <a:pt x="100" y="39"/>
                  </a:cubicBezTo>
                  <a:cubicBezTo>
                    <a:pt x="99" y="44"/>
                    <a:pt x="97" y="44"/>
                    <a:pt x="90" y="44"/>
                  </a:cubicBezTo>
                  <a:cubicBezTo>
                    <a:pt x="82" y="44"/>
                    <a:pt x="82" y="44"/>
                    <a:pt x="76" y="40"/>
                  </a:cubicBezTo>
                  <a:cubicBezTo>
                    <a:pt x="71" y="36"/>
                    <a:pt x="69" y="43"/>
                    <a:pt x="69" y="46"/>
                  </a:cubicBezTo>
                  <a:cubicBezTo>
                    <a:pt x="68" y="49"/>
                    <a:pt x="61" y="55"/>
                    <a:pt x="58" y="58"/>
                  </a:cubicBezTo>
                  <a:cubicBezTo>
                    <a:pt x="56" y="60"/>
                    <a:pt x="50" y="58"/>
                    <a:pt x="47" y="58"/>
                  </a:cubicBezTo>
                  <a:cubicBezTo>
                    <a:pt x="44" y="58"/>
                    <a:pt x="45" y="55"/>
                    <a:pt x="45" y="53"/>
                  </a:cubicBezTo>
                  <a:cubicBezTo>
                    <a:pt x="45" y="51"/>
                    <a:pt x="47" y="53"/>
                    <a:pt x="47" y="51"/>
                  </a:cubicBezTo>
                  <a:cubicBezTo>
                    <a:pt x="48" y="49"/>
                    <a:pt x="45" y="41"/>
                    <a:pt x="44" y="38"/>
                  </a:cubicBezTo>
                  <a:cubicBezTo>
                    <a:pt x="43" y="36"/>
                    <a:pt x="41" y="35"/>
                    <a:pt x="38" y="34"/>
                  </a:cubicBezTo>
                  <a:cubicBezTo>
                    <a:pt x="38" y="53"/>
                    <a:pt x="38" y="74"/>
                    <a:pt x="38" y="76"/>
                  </a:cubicBezTo>
                  <a:cubicBezTo>
                    <a:pt x="38" y="79"/>
                    <a:pt x="32" y="81"/>
                    <a:pt x="31" y="83"/>
                  </a:cubicBezTo>
                  <a:cubicBezTo>
                    <a:pt x="30" y="85"/>
                    <a:pt x="21" y="83"/>
                    <a:pt x="17" y="83"/>
                  </a:cubicBezTo>
                  <a:cubicBezTo>
                    <a:pt x="12" y="83"/>
                    <a:pt x="13" y="79"/>
                    <a:pt x="11" y="75"/>
                  </a:cubicBezTo>
                  <a:cubicBezTo>
                    <a:pt x="8" y="72"/>
                    <a:pt x="4" y="76"/>
                    <a:pt x="4" y="79"/>
                  </a:cubicBezTo>
                  <a:cubicBezTo>
                    <a:pt x="4" y="80"/>
                    <a:pt x="2" y="80"/>
                    <a:pt x="0" y="80"/>
                  </a:cubicBezTo>
                  <a:cubicBezTo>
                    <a:pt x="3" y="85"/>
                    <a:pt x="6" y="92"/>
                    <a:pt x="8" y="98"/>
                  </a:cubicBezTo>
                  <a:cubicBezTo>
                    <a:pt x="11" y="107"/>
                    <a:pt x="17" y="115"/>
                    <a:pt x="19" y="120"/>
                  </a:cubicBezTo>
                  <a:cubicBezTo>
                    <a:pt x="21" y="125"/>
                    <a:pt x="22" y="130"/>
                    <a:pt x="19" y="131"/>
                  </a:cubicBezTo>
                  <a:cubicBezTo>
                    <a:pt x="15" y="131"/>
                    <a:pt x="15" y="134"/>
                    <a:pt x="19" y="140"/>
                  </a:cubicBezTo>
                  <a:cubicBezTo>
                    <a:pt x="23" y="145"/>
                    <a:pt x="20" y="149"/>
                    <a:pt x="23" y="149"/>
                  </a:cubicBezTo>
                  <a:cubicBezTo>
                    <a:pt x="26" y="150"/>
                    <a:pt x="25" y="152"/>
                    <a:pt x="27" y="152"/>
                  </a:cubicBezTo>
                  <a:cubicBezTo>
                    <a:pt x="30" y="152"/>
                    <a:pt x="32" y="155"/>
                    <a:pt x="33" y="157"/>
                  </a:cubicBezTo>
                  <a:cubicBezTo>
                    <a:pt x="35" y="159"/>
                    <a:pt x="39" y="159"/>
                    <a:pt x="41" y="157"/>
                  </a:cubicBezTo>
                  <a:cubicBezTo>
                    <a:pt x="43" y="154"/>
                    <a:pt x="48" y="153"/>
                    <a:pt x="54" y="153"/>
                  </a:cubicBezTo>
                  <a:cubicBezTo>
                    <a:pt x="60" y="153"/>
                    <a:pt x="59" y="151"/>
                    <a:pt x="64" y="149"/>
                  </a:cubicBezTo>
                  <a:cubicBezTo>
                    <a:pt x="70" y="147"/>
                    <a:pt x="77" y="147"/>
                    <a:pt x="82" y="149"/>
                  </a:cubicBezTo>
                  <a:cubicBezTo>
                    <a:pt x="87" y="150"/>
                    <a:pt x="90" y="149"/>
                    <a:pt x="93" y="147"/>
                  </a:cubicBezTo>
                  <a:cubicBezTo>
                    <a:pt x="95" y="146"/>
                    <a:pt x="99" y="150"/>
                    <a:pt x="100" y="146"/>
                  </a:cubicBezTo>
                  <a:cubicBezTo>
                    <a:pt x="100" y="142"/>
                    <a:pt x="105" y="143"/>
                    <a:pt x="109" y="143"/>
                  </a:cubicBezTo>
                  <a:cubicBezTo>
                    <a:pt x="113" y="143"/>
                    <a:pt x="124" y="136"/>
                    <a:pt x="132" y="128"/>
                  </a:cubicBezTo>
                  <a:cubicBezTo>
                    <a:pt x="141" y="120"/>
                    <a:pt x="154" y="103"/>
                    <a:pt x="159" y="95"/>
                  </a:cubicBezTo>
                  <a:cubicBezTo>
                    <a:pt x="164" y="87"/>
                    <a:pt x="171" y="81"/>
                    <a:pt x="175" y="77"/>
                  </a:cubicBezTo>
                  <a:cubicBezTo>
                    <a:pt x="178" y="75"/>
                    <a:pt x="180" y="65"/>
                    <a:pt x="181" y="59"/>
                  </a:cubicBezTo>
                  <a:cubicBezTo>
                    <a:pt x="177" y="59"/>
                    <a:pt x="172" y="59"/>
                    <a:pt x="172" y="59"/>
                  </a:cubicBezTo>
                  <a:close/>
                  <a:moveTo>
                    <a:pt x="137" y="97"/>
                  </a:moveTo>
                  <a:cubicBezTo>
                    <a:pt x="137" y="99"/>
                    <a:pt x="131" y="96"/>
                    <a:pt x="130" y="99"/>
                  </a:cubicBezTo>
                  <a:cubicBezTo>
                    <a:pt x="129" y="101"/>
                    <a:pt x="127" y="105"/>
                    <a:pt x="127" y="105"/>
                  </a:cubicBezTo>
                  <a:cubicBezTo>
                    <a:pt x="123" y="104"/>
                    <a:pt x="123" y="104"/>
                    <a:pt x="123" y="104"/>
                  </a:cubicBezTo>
                  <a:cubicBezTo>
                    <a:pt x="116" y="95"/>
                    <a:pt x="116" y="95"/>
                    <a:pt x="116" y="95"/>
                  </a:cubicBezTo>
                  <a:cubicBezTo>
                    <a:pt x="116" y="95"/>
                    <a:pt x="121" y="87"/>
                    <a:pt x="123" y="85"/>
                  </a:cubicBezTo>
                  <a:cubicBezTo>
                    <a:pt x="124" y="82"/>
                    <a:pt x="133" y="77"/>
                    <a:pt x="134" y="80"/>
                  </a:cubicBezTo>
                  <a:cubicBezTo>
                    <a:pt x="135" y="83"/>
                    <a:pt x="141" y="86"/>
                    <a:pt x="141" y="89"/>
                  </a:cubicBezTo>
                  <a:cubicBezTo>
                    <a:pt x="141" y="91"/>
                    <a:pt x="137" y="94"/>
                    <a:pt x="137" y="9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4" name="Freeform 10"/>
            <p:cNvSpPr>
              <a:spLocks noChangeArrowheads="1"/>
            </p:cNvSpPr>
            <p:nvPr/>
          </p:nvSpPr>
          <p:spPr bwMode="auto">
            <a:xfrm>
              <a:off x="3898913" y="2597153"/>
              <a:ext cx="252414" cy="268288"/>
            </a:xfrm>
            <a:custGeom>
              <a:avLst/>
              <a:gdLst>
                <a:gd name="T0" fmla="*/ 8 w 132"/>
                <a:gd name="T1" fmla="*/ 129 h 140"/>
                <a:gd name="T2" fmla="*/ 13 w 132"/>
                <a:gd name="T3" fmla="*/ 131 h 140"/>
                <a:gd name="T4" fmla="*/ 24 w 132"/>
                <a:gd name="T5" fmla="*/ 132 h 140"/>
                <a:gd name="T6" fmla="*/ 34 w 132"/>
                <a:gd name="T7" fmla="*/ 134 h 140"/>
                <a:gd name="T8" fmla="*/ 73 w 132"/>
                <a:gd name="T9" fmla="*/ 134 h 140"/>
                <a:gd name="T10" fmla="*/ 77 w 132"/>
                <a:gd name="T11" fmla="*/ 138 h 140"/>
                <a:gd name="T12" fmla="*/ 102 w 132"/>
                <a:gd name="T13" fmla="*/ 138 h 140"/>
                <a:gd name="T14" fmla="*/ 119 w 132"/>
                <a:gd name="T15" fmla="*/ 137 h 140"/>
                <a:gd name="T16" fmla="*/ 122 w 132"/>
                <a:gd name="T17" fmla="*/ 136 h 140"/>
                <a:gd name="T18" fmla="*/ 109 w 132"/>
                <a:gd name="T19" fmla="*/ 119 h 140"/>
                <a:gd name="T20" fmla="*/ 110 w 132"/>
                <a:gd name="T21" fmla="*/ 81 h 140"/>
                <a:gd name="T22" fmla="*/ 127 w 132"/>
                <a:gd name="T23" fmla="*/ 82 h 140"/>
                <a:gd name="T24" fmla="*/ 130 w 132"/>
                <a:gd name="T25" fmla="*/ 79 h 140"/>
                <a:gd name="T26" fmla="*/ 132 w 132"/>
                <a:gd name="T27" fmla="*/ 57 h 140"/>
                <a:gd name="T28" fmla="*/ 129 w 132"/>
                <a:gd name="T29" fmla="*/ 57 h 140"/>
                <a:gd name="T30" fmla="*/ 119 w 132"/>
                <a:gd name="T31" fmla="*/ 58 h 140"/>
                <a:gd name="T32" fmla="*/ 113 w 132"/>
                <a:gd name="T33" fmla="*/ 61 h 140"/>
                <a:gd name="T34" fmla="*/ 113 w 132"/>
                <a:gd name="T35" fmla="*/ 52 h 140"/>
                <a:gd name="T36" fmla="*/ 108 w 132"/>
                <a:gd name="T37" fmla="*/ 43 h 140"/>
                <a:gd name="T38" fmla="*/ 109 w 132"/>
                <a:gd name="T39" fmla="*/ 27 h 140"/>
                <a:gd name="T40" fmla="*/ 107 w 132"/>
                <a:gd name="T41" fmla="*/ 18 h 140"/>
                <a:gd name="T42" fmla="*/ 100 w 132"/>
                <a:gd name="T43" fmla="*/ 16 h 140"/>
                <a:gd name="T44" fmla="*/ 94 w 132"/>
                <a:gd name="T45" fmla="*/ 14 h 140"/>
                <a:gd name="T46" fmla="*/ 85 w 132"/>
                <a:gd name="T47" fmla="*/ 14 h 140"/>
                <a:gd name="T48" fmla="*/ 81 w 132"/>
                <a:gd name="T49" fmla="*/ 24 h 140"/>
                <a:gd name="T50" fmla="*/ 68 w 132"/>
                <a:gd name="T51" fmla="*/ 26 h 140"/>
                <a:gd name="T52" fmla="*/ 58 w 132"/>
                <a:gd name="T53" fmla="*/ 19 h 140"/>
                <a:gd name="T54" fmla="*/ 54 w 132"/>
                <a:gd name="T55" fmla="*/ 10 h 140"/>
                <a:gd name="T56" fmla="*/ 52 w 132"/>
                <a:gd name="T57" fmla="*/ 1 h 140"/>
                <a:gd name="T58" fmla="*/ 15 w 132"/>
                <a:gd name="T59" fmla="*/ 1 h 140"/>
                <a:gd name="T60" fmla="*/ 9 w 132"/>
                <a:gd name="T61" fmla="*/ 4 h 140"/>
                <a:gd name="T62" fmla="*/ 19 w 132"/>
                <a:gd name="T63" fmla="*/ 28 h 140"/>
                <a:gd name="T64" fmla="*/ 17 w 132"/>
                <a:gd name="T65" fmla="*/ 39 h 140"/>
                <a:gd name="T66" fmla="*/ 24 w 132"/>
                <a:gd name="T67" fmla="*/ 63 h 140"/>
                <a:gd name="T68" fmla="*/ 16 w 132"/>
                <a:gd name="T69" fmla="*/ 79 h 140"/>
                <a:gd name="T70" fmla="*/ 8 w 132"/>
                <a:gd name="T71" fmla="*/ 101 h 140"/>
                <a:gd name="T72" fmla="*/ 2 w 132"/>
                <a:gd name="T73" fmla="*/ 117 h 140"/>
                <a:gd name="T74" fmla="*/ 1 w 132"/>
                <a:gd name="T75" fmla="*/ 132 h 140"/>
                <a:gd name="T76" fmla="*/ 1 w 132"/>
                <a:gd name="T77" fmla="*/ 132 h 140"/>
                <a:gd name="T78" fmla="*/ 4 w 132"/>
                <a:gd name="T79" fmla="*/ 132 h 140"/>
                <a:gd name="T80" fmla="*/ 8 w 132"/>
                <a:gd name="T81" fmla="*/ 129 h 14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32"/>
                <a:gd name="T124" fmla="*/ 0 h 140"/>
                <a:gd name="T125" fmla="*/ 132 w 132"/>
                <a:gd name="T126" fmla="*/ 140 h 14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32" h="140">
                  <a:moveTo>
                    <a:pt x="8" y="129"/>
                  </a:moveTo>
                  <a:cubicBezTo>
                    <a:pt x="11" y="129"/>
                    <a:pt x="9" y="133"/>
                    <a:pt x="13" y="131"/>
                  </a:cubicBezTo>
                  <a:cubicBezTo>
                    <a:pt x="17" y="129"/>
                    <a:pt x="20" y="129"/>
                    <a:pt x="24" y="132"/>
                  </a:cubicBezTo>
                  <a:cubicBezTo>
                    <a:pt x="27" y="134"/>
                    <a:pt x="30" y="134"/>
                    <a:pt x="34" y="134"/>
                  </a:cubicBezTo>
                  <a:cubicBezTo>
                    <a:pt x="38" y="134"/>
                    <a:pt x="73" y="134"/>
                    <a:pt x="73" y="134"/>
                  </a:cubicBezTo>
                  <a:cubicBezTo>
                    <a:pt x="77" y="138"/>
                    <a:pt x="77" y="138"/>
                    <a:pt x="77" y="138"/>
                  </a:cubicBezTo>
                  <a:cubicBezTo>
                    <a:pt x="77" y="138"/>
                    <a:pt x="98" y="137"/>
                    <a:pt x="102" y="138"/>
                  </a:cubicBezTo>
                  <a:cubicBezTo>
                    <a:pt x="105" y="140"/>
                    <a:pt x="116" y="138"/>
                    <a:pt x="119" y="137"/>
                  </a:cubicBezTo>
                  <a:cubicBezTo>
                    <a:pt x="120" y="137"/>
                    <a:pt x="121" y="137"/>
                    <a:pt x="122" y="136"/>
                  </a:cubicBezTo>
                  <a:cubicBezTo>
                    <a:pt x="109" y="119"/>
                    <a:pt x="109" y="119"/>
                    <a:pt x="109" y="119"/>
                  </a:cubicBezTo>
                  <a:cubicBezTo>
                    <a:pt x="110" y="81"/>
                    <a:pt x="110" y="81"/>
                    <a:pt x="110" y="81"/>
                  </a:cubicBezTo>
                  <a:cubicBezTo>
                    <a:pt x="127" y="82"/>
                    <a:pt x="127" y="82"/>
                    <a:pt x="127" y="82"/>
                  </a:cubicBezTo>
                  <a:cubicBezTo>
                    <a:pt x="130" y="79"/>
                    <a:pt x="130" y="79"/>
                    <a:pt x="130" y="79"/>
                  </a:cubicBezTo>
                  <a:cubicBezTo>
                    <a:pt x="132" y="57"/>
                    <a:pt x="132" y="57"/>
                    <a:pt x="132" y="57"/>
                  </a:cubicBezTo>
                  <a:cubicBezTo>
                    <a:pt x="132" y="56"/>
                    <a:pt x="131" y="56"/>
                    <a:pt x="129" y="57"/>
                  </a:cubicBezTo>
                  <a:cubicBezTo>
                    <a:pt x="126" y="58"/>
                    <a:pt x="123" y="58"/>
                    <a:pt x="119" y="58"/>
                  </a:cubicBezTo>
                  <a:cubicBezTo>
                    <a:pt x="116" y="58"/>
                    <a:pt x="115" y="61"/>
                    <a:pt x="113" y="61"/>
                  </a:cubicBezTo>
                  <a:cubicBezTo>
                    <a:pt x="111" y="60"/>
                    <a:pt x="113" y="54"/>
                    <a:pt x="113" y="52"/>
                  </a:cubicBezTo>
                  <a:cubicBezTo>
                    <a:pt x="114" y="49"/>
                    <a:pt x="110" y="45"/>
                    <a:pt x="108" y="43"/>
                  </a:cubicBezTo>
                  <a:cubicBezTo>
                    <a:pt x="105" y="41"/>
                    <a:pt x="111" y="28"/>
                    <a:pt x="109" y="27"/>
                  </a:cubicBezTo>
                  <a:cubicBezTo>
                    <a:pt x="108" y="25"/>
                    <a:pt x="107" y="21"/>
                    <a:pt x="107" y="18"/>
                  </a:cubicBezTo>
                  <a:cubicBezTo>
                    <a:pt x="107" y="14"/>
                    <a:pt x="105" y="16"/>
                    <a:pt x="100" y="16"/>
                  </a:cubicBezTo>
                  <a:cubicBezTo>
                    <a:pt x="95" y="16"/>
                    <a:pt x="94" y="14"/>
                    <a:pt x="94" y="14"/>
                  </a:cubicBezTo>
                  <a:cubicBezTo>
                    <a:pt x="94" y="14"/>
                    <a:pt x="88" y="12"/>
                    <a:pt x="85" y="14"/>
                  </a:cubicBezTo>
                  <a:cubicBezTo>
                    <a:pt x="82" y="15"/>
                    <a:pt x="83" y="24"/>
                    <a:pt x="81" y="24"/>
                  </a:cubicBezTo>
                  <a:cubicBezTo>
                    <a:pt x="79" y="23"/>
                    <a:pt x="73" y="24"/>
                    <a:pt x="68" y="26"/>
                  </a:cubicBezTo>
                  <a:cubicBezTo>
                    <a:pt x="63" y="27"/>
                    <a:pt x="61" y="25"/>
                    <a:pt x="58" y="19"/>
                  </a:cubicBezTo>
                  <a:cubicBezTo>
                    <a:pt x="56" y="13"/>
                    <a:pt x="53" y="15"/>
                    <a:pt x="54" y="10"/>
                  </a:cubicBezTo>
                  <a:cubicBezTo>
                    <a:pt x="55" y="6"/>
                    <a:pt x="52" y="1"/>
                    <a:pt x="52" y="1"/>
                  </a:cubicBezTo>
                  <a:cubicBezTo>
                    <a:pt x="52" y="1"/>
                    <a:pt x="19" y="0"/>
                    <a:pt x="15" y="1"/>
                  </a:cubicBezTo>
                  <a:cubicBezTo>
                    <a:pt x="14" y="1"/>
                    <a:pt x="11" y="2"/>
                    <a:pt x="9" y="4"/>
                  </a:cubicBezTo>
                  <a:cubicBezTo>
                    <a:pt x="11" y="12"/>
                    <a:pt x="17" y="25"/>
                    <a:pt x="19" y="28"/>
                  </a:cubicBezTo>
                  <a:cubicBezTo>
                    <a:pt x="20" y="31"/>
                    <a:pt x="17" y="34"/>
                    <a:pt x="17" y="39"/>
                  </a:cubicBezTo>
                  <a:cubicBezTo>
                    <a:pt x="17" y="45"/>
                    <a:pt x="23" y="56"/>
                    <a:pt x="24" y="63"/>
                  </a:cubicBezTo>
                  <a:cubicBezTo>
                    <a:pt x="25" y="70"/>
                    <a:pt x="20" y="75"/>
                    <a:pt x="16" y="79"/>
                  </a:cubicBezTo>
                  <a:cubicBezTo>
                    <a:pt x="12" y="84"/>
                    <a:pt x="8" y="95"/>
                    <a:pt x="8" y="101"/>
                  </a:cubicBezTo>
                  <a:cubicBezTo>
                    <a:pt x="8" y="108"/>
                    <a:pt x="2" y="114"/>
                    <a:pt x="2" y="117"/>
                  </a:cubicBezTo>
                  <a:cubicBezTo>
                    <a:pt x="2" y="120"/>
                    <a:pt x="1" y="129"/>
                    <a:pt x="1" y="132"/>
                  </a:cubicBezTo>
                  <a:cubicBezTo>
                    <a:pt x="0" y="132"/>
                    <a:pt x="1" y="132"/>
                    <a:pt x="1" y="132"/>
                  </a:cubicBezTo>
                  <a:cubicBezTo>
                    <a:pt x="4" y="132"/>
                    <a:pt x="4" y="132"/>
                    <a:pt x="4" y="132"/>
                  </a:cubicBezTo>
                  <a:cubicBezTo>
                    <a:pt x="4" y="132"/>
                    <a:pt x="5" y="129"/>
                    <a:pt x="8" y="12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5" name="Freeform 11"/>
            <p:cNvSpPr>
              <a:spLocks noChangeArrowheads="1"/>
            </p:cNvSpPr>
            <p:nvPr/>
          </p:nvSpPr>
          <p:spPr bwMode="auto">
            <a:xfrm>
              <a:off x="4108463" y="2647953"/>
              <a:ext cx="247651" cy="219075"/>
            </a:xfrm>
            <a:custGeom>
              <a:avLst/>
              <a:gdLst>
                <a:gd name="T0" fmla="*/ 100 w 130"/>
                <a:gd name="T1" fmla="*/ 5 h 115"/>
                <a:gd name="T2" fmla="*/ 92 w 130"/>
                <a:gd name="T3" fmla="*/ 0 h 115"/>
                <a:gd name="T4" fmla="*/ 78 w 130"/>
                <a:gd name="T5" fmla="*/ 3 h 115"/>
                <a:gd name="T6" fmla="*/ 75 w 130"/>
                <a:gd name="T7" fmla="*/ 10 h 115"/>
                <a:gd name="T8" fmla="*/ 74 w 130"/>
                <a:gd name="T9" fmla="*/ 16 h 115"/>
                <a:gd name="T10" fmla="*/ 73 w 130"/>
                <a:gd name="T11" fmla="*/ 29 h 115"/>
                <a:gd name="T12" fmla="*/ 71 w 130"/>
                <a:gd name="T13" fmla="*/ 39 h 115"/>
                <a:gd name="T14" fmla="*/ 78 w 130"/>
                <a:gd name="T15" fmla="*/ 48 h 115"/>
                <a:gd name="T16" fmla="*/ 86 w 130"/>
                <a:gd name="T17" fmla="*/ 46 h 115"/>
                <a:gd name="T18" fmla="*/ 87 w 130"/>
                <a:gd name="T19" fmla="*/ 54 h 115"/>
                <a:gd name="T20" fmla="*/ 85 w 130"/>
                <a:gd name="T21" fmla="*/ 59 h 115"/>
                <a:gd name="T22" fmla="*/ 77 w 130"/>
                <a:gd name="T23" fmla="*/ 59 h 115"/>
                <a:gd name="T24" fmla="*/ 73 w 130"/>
                <a:gd name="T25" fmla="*/ 49 h 115"/>
                <a:gd name="T26" fmla="*/ 64 w 130"/>
                <a:gd name="T27" fmla="*/ 47 h 115"/>
                <a:gd name="T28" fmla="*/ 58 w 130"/>
                <a:gd name="T29" fmla="*/ 41 h 115"/>
                <a:gd name="T30" fmla="*/ 54 w 130"/>
                <a:gd name="T31" fmla="*/ 43 h 115"/>
                <a:gd name="T32" fmla="*/ 49 w 130"/>
                <a:gd name="T33" fmla="*/ 44 h 115"/>
                <a:gd name="T34" fmla="*/ 40 w 130"/>
                <a:gd name="T35" fmla="*/ 41 h 115"/>
                <a:gd name="T36" fmla="*/ 36 w 130"/>
                <a:gd name="T37" fmla="*/ 36 h 115"/>
                <a:gd name="T38" fmla="*/ 29 w 130"/>
                <a:gd name="T39" fmla="*/ 36 h 115"/>
                <a:gd name="T40" fmla="*/ 26 w 130"/>
                <a:gd name="T41" fmla="*/ 34 h 115"/>
                <a:gd name="T42" fmla="*/ 23 w 130"/>
                <a:gd name="T43" fmla="*/ 31 h 115"/>
                <a:gd name="T44" fmla="*/ 21 w 130"/>
                <a:gd name="T45" fmla="*/ 53 h 115"/>
                <a:gd name="T46" fmla="*/ 18 w 130"/>
                <a:gd name="T47" fmla="*/ 56 h 115"/>
                <a:gd name="T48" fmla="*/ 1 w 130"/>
                <a:gd name="T49" fmla="*/ 55 h 115"/>
                <a:gd name="T50" fmla="*/ 0 w 130"/>
                <a:gd name="T51" fmla="*/ 93 h 115"/>
                <a:gd name="T52" fmla="*/ 13 w 130"/>
                <a:gd name="T53" fmla="*/ 110 h 115"/>
                <a:gd name="T54" fmla="*/ 34 w 130"/>
                <a:gd name="T55" fmla="*/ 109 h 115"/>
                <a:gd name="T56" fmla="*/ 35 w 130"/>
                <a:gd name="T57" fmla="*/ 112 h 115"/>
                <a:gd name="T58" fmla="*/ 40 w 130"/>
                <a:gd name="T59" fmla="*/ 111 h 115"/>
                <a:gd name="T60" fmla="*/ 55 w 130"/>
                <a:gd name="T61" fmla="*/ 114 h 115"/>
                <a:gd name="T62" fmla="*/ 66 w 130"/>
                <a:gd name="T63" fmla="*/ 101 h 115"/>
                <a:gd name="T64" fmla="*/ 77 w 130"/>
                <a:gd name="T65" fmla="*/ 93 h 115"/>
                <a:gd name="T66" fmla="*/ 83 w 130"/>
                <a:gd name="T67" fmla="*/ 87 h 115"/>
                <a:gd name="T68" fmla="*/ 93 w 130"/>
                <a:gd name="T69" fmla="*/ 87 h 115"/>
                <a:gd name="T70" fmla="*/ 93 w 130"/>
                <a:gd name="T71" fmla="*/ 87 h 115"/>
                <a:gd name="T72" fmla="*/ 91 w 130"/>
                <a:gd name="T73" fmla="*/ 79 h 115"/>
                <a:gd name="T74" fmla="*/ 122 w 130"/>
                <a:gd name="T75" fmla="*/ 67 h 115"/>
                <a:gd name="T76" fmla="*/ 120 w 130"/>
                <a:gd name="T77" fmla="*/ 62 h 115"/>
                <a:gd name="T78" fmla="*/ 122 w 130"/>
                <a:gd name="T79" fmla="*/ 51 h 115"/>
                <a:gd name="T80" fmla="*/ 127 w 130"/>
                <a:gd name="T81" fmla="*/ 48 h 115"/>
                <a:gd name="T82" fmla="*/ 126 w 130"/>
                <a:gd name="T83" fmla="*/ 30 h 115"/>
                <a:gd name="T84" fmla="*/ 130 w 130"/>
                <a:gd name="T85" fmla="*/ 28 h 115"/>
                <a:gd name="T86" fmla="*/ 125 w 130"/>
                <a:gd name="T87" fmla="*/ 16 h 115"/>
                <a:gd name="T88" fmla="*/ 110 w 130"/>
                <a:gd name="T89" fmla="*/ 9 h 115"/>
                <a:gd name="T90" fmla="*/ 100 w 130"/>
                <a:gd name="T91" fmla="*/ 5 h 11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0"/>
                <a:gd name="T139" fmla="*/ 0 h 115"/>
                <a:gd name="T140" fmla="*/ 130 w 130"/>
                <a:gd name="T141" fmla="*/ 115 h 11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0" h="115">
                  <a:moveTo>
                    <a:pt x="100" y="5"/>
                  </a:moveTo>
                  <a:cubicBezTo>
                    <a:pt x="99" y="5"/>
                    <a:pt x="95" y="3"/>
                    <a:pt x="92" y="0"/>
                  </a:cubicBezTo>
                  <a:cubicBezTo>
                    <a:pt x="90" y="3"/>
                    <a:pt x="82" y="3"/>
                    <a:pt x="78" y="3"/>
                  </a:cubicBezTo>
                  <a:cubicBezTo>
                    <a:pt x="74" y="3"/>
                    <a:pt x="78" y="8"/>
                    <a:pt x="75" y="10"/>
                  </a:cubicBezTo>
                  <a:cubicBezTo>
                    <a:pt x="73" y="12"/>
                    <a:pt x="72" y="15"/>
                    <a:pt x="74" y="16"/>
                  </a:cubicBezTo>
                  <a:cubicBezTo>
                    <a:pt x="76" y="17"/>
                    <a:pt x="73" y="26"/>
                    <a:pt x="73" y="29"/>
                  </a:cubicBezTo>
                  <a:cubicBezTo>
                    <a:pt x="73" y="32"/>
                    <a:pt x="69" y="38"/>
                    <a:pt x="71" y="39"/>
                  </a:cubicBezTo>
                  <a:cubicBezTo>
                    <a:pt x="72" y="40"/>
                    <a:pt x="75" y="47"/>
                    <a:pt x="78" y="48"/>
                  </a:cubicBezTo>
                  <a:cubicBezTo>
                    <a:pt x="82" y="49"/>
                    <a:pt x="84" y="46"/>
                    <a:pt x="86" y="46"/>
                  </a:cubicBezTo>
                  <a:cubicBezTo>
                    <a:pt x="87" y="46"/>
                    <a:pt x="87" y="50"/>
                    <a:pt x="87" y="54"/>
                  </a:cubicBezTo>
                  <a:cubicBezTo>
                    <a:pt x="87" y="57"/>
                    <a:pt x="85" y="59"/>
                    <a:pt x="85" y="59"/>
                  </a:cubicBezTo>
                  <a:cubicBezTo>
                    <a:pt x="85" y="59"/>
                    <a:pt x="80" y="61"/>
                    <a:pt x="77" y="59"/>
                  </a:cubicBezTo>
                  <a:cubicBezTo>
                    <a:pt x="75" y="57"/>
                    <a:pt x="73" y="51"/>
                    <a:pt x="73" y="49"/>
                  </a:cubicBezTo>
                  <a:cubicBezTo>
                    <a:pt x="73" y="47"/>
                    <a:pt x="67" y="47"/>
                    <a:pt x="64" y="47"/>
                  </a:cubicBezTo>
                  <a:cubicBezTo>
                    <a:pt x="62" y="47"/>
                    <a:pt x="59" y="43"/>
                    <a:pt x="58" y="41"/>
                  </a:cubicBezTo>
                  <a:cubicBezTo>
                    <a:pt x="57" y="39"/>
                    <a:pt x="54" y="41"/>
                    <a:pt x="54" y="43"/>
                  </a:cubicBezTo>
                  <a:cubicBezTo>
                    <a:pt x="54" y="44"/>
                    <a:pt x="52" y="44"/>
                    <a:pt x="49" y="44"/>
                  </a:cubicBezTo>
                  <a:cubicBezTo>
                    <a:pt x="47" y="44"/>
                    <a:pt x="42" y="40"/>
                    <a:pt x="40" y="41"/>
                  </a:cubicBezTo>
                  <a:cubicBezTo>
                    <a:pt x="38" y="42"/>
                    <a:pt x="36" y="38"/>
                    <a:pt x="36" y="36"/>
                  </a:cubicBezTo>
                  <a:cubicBezTo>
                    <a:pt x="37" y="34"/>
                    <a:pt x="31" y="35"/>
                    <a:pt x="29" y="36"/>
                  </a:cubicBezTo>
                  <a:cubicBezTo>
                    <a:pt x="27" y="37"/>
                    <a:pt x="26" y="34"/>
                    <a:pt x="26" y="34"/>
                  </a:cubicBezTo>
                  <a:cubicBezTo>
                    <a:pt x="26" y="34"/>
                    <a:pt x="25" y="32"/>
                    <a:pt x="23" y="31"/>
                  </a:cubicBezTo>
                  <a:cubicBezTo>
                    <a:pt x="21" y="53"/>
                    <a:pt x="21" y="53"/>
                    <a:pt x="21" y="53"/>
                  </a:cubicBezTo>
                  <a:cubicBezTo>
                    <a:pt x="18" y="56"/>
                    <a:pt x="18" y="56"/>
                    <a:pt x="18" y="56"/>
                  </a:cubicBezTo>
                  <a:cubicBezTo>
                    <a:pt x="1" y="55"/>
                    <a:pt x="1" y="55"/>
                    <a:pt x="1" y="55"/>
                  </a:cubicBezTo>
                  <a:cubicBezTo>
                    <a:pt x="0" y="93"/>
                    <a:pt x="0" y="93"/>
                    <a:pt x="0" y="93"/>
                  </a:cubicBezTo>
                  <a:cubicBezTo>
                    <a:pt x="13" y="110"/>
                    <a:pt x="13" y="110"/>
                    <a:pt x="13" y="110"/>
                  </a:cubicBezTo>
                  <a:cubicBezTo>
                    <a:pt x="20" y="109"/>
                    <a:pt x="34" y="107"/>
                    <a:pt x="34" y="109"/>
                  </a:cubicBezTo>
                  <a:cubicBezTo>
                    <a:pt x="34" y="110"/>
                    <a:pt x="34" y="111"/>
                    <a:pt x="35" y="112"/>
                  </a:cubicBezTo>
                  <a:cubicBezTo>
                    <a:pt x="37" y="112"/>
                    <a:pt x="39" y="111"/>
                    <a:pt x="40" y="111"/>
                  </a:cubicBezTo>
                  <a:cubicBezTo>
                    <a:pt x="43" y="112"/>
                    <a:pt x="52" y="115"/>
                    <a:pt x="55" y="114"/>
                  </a:cubicBezTo>
                  <a:cubicBezTo>
                    <a:pt x="57" y="112"/>
                    <a:pt x="62" y="102"/>
                    <a:pt x="66" y="101"/>
                  </a:cubicBezTo>
                  <a:cubicBezTo>
                    <a:pt x="71" y="100"/>
                    <a:pt x="77" y="95"/>
                    <a:pt x="77" y="93"/>
                  </a:cubicBezTo>
                  <a:cubicBezTo>
                    <a:pt x="77" y="91"/>
                    <a:pt x="77" y="89"/>
                    <a:pt x="83" y="87"/>
                  </a:cubicBezTo>
                  <a:cubicBezTo>
                    <a:pt x="93" y="87"/>
                    <a:pt x="93" y="87"/>
                    <a:pt x="93" y="87"/>
                  </a:cubicBezTo>
                  <a:cubicBezTo>
                    <a:pt x="93" y="87"/>
                    <a:pt x="93" y="87"/>
                    <a:pt x="93" y="87"/>
                  </a:cubicBezTo>
                  <a:cubicBezTo>
                    <a:pt x="91" y="79"/>
                    <a:pt x="91" y="79"/>
                    <a:pt x="91" y="79"/>
                  </a:cubicBezTo>
                  <a:cubicBezTo>
                    <a:pt x="91" y="79"/>
                    <a:pt x="121" y="67"/>
                    <a:pt x="122" y="67"/>
                  </a:cubicBezTo>
                  <a:cubicBezTo>
                    <a:pt x="121" y="65"/>
                    <a:pt x="120" y="63"/>
                    <a:pt x="120" y="62"/>
                  </a:cubicBezTo>
                  <a:cubicBezTo>
                    <a:pt x="121" y="62"/>
                    <a:pt x="122" y="54"/>
                    <a:pt x="122" y="51"/>
                  </a:cubicBezTo>
                  <a:cubicBezTo>
                    <a:pt x="122" y="49"/>
                    <a:pt x="129" y="51"/>
                    <a:pt x="127" y="48"/>
                  </a:cubicBezTo>
                  <a:cubicBezTo>
                    <a:pt x="124" y="46"/>
                    <a:pt x="125" y="33"/>
                    <a:pt x="126" y="30"/>
                  </a:cubicBezTo>
                  <a:cubicBezTo>
                    <a:pt x="127" y="27"/>
                    <a:pt x="130" y="30"/>
                    <a:pt x="130" y="28"/>
                  </a:cubicBezTo>
                  <a:cubicBezTo>
                    <a:pt x="130" y="25"/>
                    <a:pt x="127" y="18"/>
                    <a:pt x="125" y="16"/>
                  </a:cubicBezTo>
                  <a:cubicBezTo>
                    <a:pt x="124" y="14"/>
                    <a:pt x="113" y="10"/>
                    <a:pt x="110" y="9"/>
                  </a:cubicBezTo>
                  <a:cubicBezTo>
                    <a:pt x="108" y="9"/>
                    <a:pt x="103" y="5"/>
                    <a:pt x="100"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6" name="Freeform 12"/>
            <p:cNvSpPr>
              <a:spLocks noChangeArrowheads="1"/>
            </p:cNvSpPr>
            <p:nvPr/>
          </p:nvSpPr>
          <p:spPr bwMode="auto">
            <a:xfrm>
              <a:off x="4254514" y="2492378"/>
              <a:ext cx="42863" cy="38100"/>
            </a:xfrm>
            <a:custGeom>
              <a:avLst/>
              <a:gdLst>
                <a:gd name="T0" fmla="*/ 18 w 22"/>
                <a:gd name="T1" fmla="*/ 0 h 20"/>
                <a:gd name="T2" fmla="*/ 12 w 22"/>
                <a:gd name="T3" fmla="*/ 2 h 20"/>
                <a:gd name="T4" fmla="*/ 6 w 22"/>
                <a:gd name="T5" fmla="*/ 3 h 20"/>
                <a:gd name="T6" fmla="*/ 5 w 22"/>
                <a:gd name="T7" fmla="*/ 5 h 20"/>
                <a:gd name="T8" fmla="*/ 3 w 22"/>
                <a:gd name="T9" fmla="*/ 12 h 20"/>
                <a:gd name="T10" fmla="*/ 0 w 22"/>
                <a:gd name="T11" fmla="*/ 15 h 20"/>
                <a:gd name="T12" fmla="*/ 3 w 22"/>
                <a:gd name="T13" fmla="*/ 18 h 20"/>
                <a:gd name="T14" fmla="*/ 6 w 22"/>
                <a:gd name="T15" fmla="*/ 19 h 20"/>
                <a:gd name="T16" fmla="*/ 12 w 22"/>
                <a:gd name="T17" fmla="*/ 15 h 20"/>
                <a:gd name="T18" fmla="*/ 22 w 22"/>
                <a:gd name="T19" fmla="*/ 13 h 20"/>
                <a:gd name="T20" fmla="*/ 20 w 22"/>
                <a:gd name="T21" fmla="*/ 5 h 20"/>
                <a:gd name="T22" fmla="*/ 18 w 22"/>
                <a:gd name="T23" fmla="*/ 0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0"/>
                <a:gd name="T38" fmla="*/ 22 w 22"/>
                <a:gd name="T39" fmla="*/ 20 h 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0">
                  <a:moveTo>
                    <a:pt x="18" y="0"/>
                  </a:moveTo>
                  <a:cubicBezTo>
                    <a:pt x="16" y="1"/>
                    <a:pt x="13" y="2"/>
                    <a:pt x="12" y="2"/>
                  </a:cubicBezTo>
                  <a:cubicBezTo>
                    <a:pt x="11" y="3"/>
                    <a:pt x="10" y="4"/>
                    <a:pt x="6" y="3"/>
                  </a:cubicBezTo>
                  <a:cubicBezTo>
                    <a:pt x="6" y="4"/>
                    <a:pt x="6" y="4"/>
                    <a:pt x="5" y="5"/>
                  </a:cubicBezTo>
                  <a:cubicBezTo>
                    <a:pt x="2" y="6"/>
                    <a:pt x="3" y="12"/>
                    <a:pt x="3" y="12"/>
                  </a:cubicBezTo>
                  <a:cubicBezTo>
                    <a:pt x="3" y="12"/>
                    <a:pt x="0" y="12"/>
                    <a:pt x="0" y="15"/>
                  </a:cubicBezTo>
                  <a:cubicBezTo>
                    <a:pt x="0" y="17"/>
                    <a:pt x="2" y="18"/>
                    <a:pt x="3" y="18"/>
                  </a:cubicBezTo>
                  <a:cubicBezTo>
                    <a:pt x="4" y="18"/>
                    <a:pt x="5" y="18"/>
                    <a:pt x="6" y="19"/>
                  </a:cubicBezTo>
                  <a:cubicBezTo>
                    <a:pt x="13" y="20"/>
                    <a:pt x="12" y="15"/>
                    <a:pt x="12" y="15"/>
                  </a:cubicBezTo>
                  <a:cubicBezTo>
                    <a:pt x="12" y="15"/>
                    <a:pt x="21" y="16"/>
                    <a:pt x="22" y="13"/>
                  </a:cubicBezTo>
                  <a:cubicBezTo>
                    <a:pt x="22" y="10"/>
                    <a:pt x="20" y="5"/>
                    <a:pt x="20" y="5"/>
                  </a:cubicBezTo>
                  <a:lnTo>
                    <a:pt x="18" y="0"/>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7" name="Freeform 13"/>
            <p:cNvSpPr>
              <a:spLocks noChangeArrowheads="1"/>
            </p:cNvSpPr>
            <p:nvPr/>
          </p:nvSpPr>
          <p:spPr bwMode="auto">
            <a:xfrm>
              <a:off x="4514865" y="2205039"/>
              <a:ext cx="223839" cy="298451"/>
            </a:xfrm>
            <a:custGeom>
              <a:avLst/>
              <a:gdLst>
                <a:gd name="T0" fmla="*/ 27 w 117"/>
                <a:gd name="T1" fmla="*/ 30 h 157"/>
                <a:gd name="T2" fmla="*/ 35 w 117"/>
                <a:gd name="T3" fmla="*/ 37 h 157"/>
                <a:gd name="T4" fmla="*/ 58 w 117"/>
                <a:gd name="T5" fmla="*/ 45 h 157"/>
                <a:gd name="T6" fmla="*/ 73 w 117"/>
                <a:gd name="T7" fmla="*/ 48 h 157"/>
                <a:gd name="T8" fmla="*/ 77 w 117"/>
                <a:gd name="T9" fmla="*/ 51 h 157"/>
                <a:gd name="T10" fmla="*/ 47 w 117"/>
                <a:gd name="T11" fmla="*/ 81 h 157"/>
                <a:gd name="T12" fmla="*/ 35 w 117"/>
                <a:gd name="T13" fmla="*/ 83 h 157"/>
                <a:gd name="T14" fmla="*/ 20 w 117"/>
                <a:gd name="T15" fmla="*/ 91 h 157"/>
                <a:gd name="T16" fmla="*/ 11 w 117"/>
                <a:gd name="T17" fmla="*/ 92 h 157"/>
                <a:gd name="T18" fmla="*/ 5 w 117"/>
                <a:gd name="T19" fmla="*/ 100 h 157"/>
                <a:gd name="T20" fmla="*/ 0 w 117"/>
                <a:gd name="T21" fmla="*/ 108 h 157"/>
                <a:gd name="T22" fmla="*/ 1 w 117"/>
                <a:gd name="T23" fmla="*/ 148 h 157"/>
                <a:gd name="T24" fmla="*/ 6 w 117"/>
                <a:gd name="T25" fmla="*/ 157 h 157"/>
                <a:gd name="T26" fmla="*/ 31 w 117"/>
                <a:gd name="T27" fmla="*/ 131 h 157"/>
                <a:gd name="T28" fmla="*/ 51 w 117"/>
                <a:gd name="T29" fmla="*/ 116 h 157"/>
                <a:gd name="T30" fmla="*/ 79 w 117"/>
                <a:gd name="T31" fmla="*/ 88 h 157"/>
                <a:gd name="T32" fmla="*/ 92 w 117"/>
                <a:gd name="T33" fmla="*/ 67 h 157"/>
                <a:gd name="T34" fmla="*/ 102 w 117"/>
                <a:gd name="T35" fmla="*/ 50 h 157"/>
                <a:gd name="T36" fmla="*/ 113 w 117"/>
                <a:gd name="T37" fmla="*/ 28 h 157"/>
                <a:gd name="T38" fmla="*/ 117 w 117"/>
                <a:gd name="T39" fmla="*/ 8 h 157"/>
                <a:gd name="T40" fmla="*/ 109 w 117"/>
                <a:gd name="T41" fmla="*/ 4 h 157"/>
                <a:gd name="T42" fmla="*/ 84 w 117"/>
                <a:gd name="T43" fmla="*/ 11 h 157"/>
                <a:gd name="T44" fmla="*/ 66 w 117"/>
                <a:gd name="T45" fmla="*/ 15 h 157"/>
                <a:gd name="T46" fmla="*/ 51 w 117"/>
                <a:gd name="T47" fmla="*/ 18 h 157"/>
                <a:gd name="T48" fmla="*/ 33 w 117"/>
                <a:gd name="T49" fmla="*/ 16 h 157"/>
                <a:gd name="T50" fmla="*/ 27 w 117"/>
                <a:gd name="T51" fmla="*/ 10 h 157"/>
                <a:gd name="T52" fmla="*/ 20 w 117"/>
                <a:gd name="T53" fmla="*/ 20 h 157"/>
                <a:gd name="T54" fmla="*/ 27 w 117"/>
                <a:gd name="T55" fmla="*/ 30 h 15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7"/>
                <a:gd name="T85" fmla="*/ 0 h 157"/>
                <a:gd name="T86" fmla="*/ 117 w 117"/>
                <a:gd name="T87" fmla="*/ 157 h 15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7" h="157">
                  <a:moveTo>
                    <a:pt x="27" y="30"/>
                  </a:moveTo>
                  <a:cubicBezTo>
                    <a:pt x="29" y="31"/>
                    <a:pt x="33" y="36"/>
                    <a:pt x="35" y="37"/>
                  </a:cubicBezTo>
                  <a:cubicBezTo>
                    <a:pt x="37" y="37"/>
                    <a:pt x="50" y="41"/>
                    <a:pt x="58" y="45"/>
                  </a:cubicBezTo>
                  <a:cubicBezTo>
                    <a:pt x="66" y="48"/>
                    <a:pt x="71" y="48"/>
                    <a:pt x="73" y="48"/>
                  </a:cubicBezTo>
                  <a:cubicBezTo>
                    <a:pt x="76" y="48"/>
                    <a:pt x="79" y="49"/>
                    <a:pt x="77" y="51"/>
                  </a:cubicBezTo>
                  <a:cubicBezTo>
                    <a:pt x="75" y="52"/>
                    <a:pt x="50" y="77"/>
                    <a:pt x="47" y="81"/>
                  </a:cubicBezTo>
                  <a:cubicBezTo>
                    <a:pt x="44" y="84"/>
                    <a:pt x="42" y="83"/>
                    <a:pt x="35" y="83"/>
                  </a:cubicBezTo>
                  <a:cubicBezTo>
                    <a:pt x="27" y="83"/>
                    <a:pt x="22" y="91"/>
                    <a:pt x="20" y="91"/>
                  </a:cubicBezTo>
                  <a:cubicBezTo>
                    <a:pt x="19" y="90"/>
                    <a:pt x="14" y="91"/>
                    <a:pt x="11" y="92"/>
                  </a:cubicBezTo>
                  <a:cubicBezTo>
                    <a:pt x="5" y="100"/>
                    <a:pt x="5" y="100"/>
                    <a:pt x="5" y="100"/>
                  </a:cubicBezTo>
                  <a:cubicBezTo>
                    <a:pt x="0" y="108"/>
                    <a:pt x="0" y="108"/>
                    <a:pt x="0" y="108"/>
                  </a:cubicBezTo>
                  <a:cubicBezTo>
                    <a:pt x="1" y="148"/>
                    <a:pt x="1" y="148"/>
                    <a:pt x="1" y="148"/>
                  </a:cubicBezTo>
                  <a:cubicBezTo>
                    <a:pt x="6" y="157"/>
                    <a:pt x="6" y="157"/>
                    <a:pt x="6" y="157"/>
                  </a:cubicBezTo>
                  <a:cubicBezTo>
                    <a:pt x="11" y="151"/>
                    <a:pt x="23" y="140"/>
                    <a:pt x="31" y="131"/>
                  </a:cubicBezTo>
                  <a:cubicBezTo>
                    <a:pt x="41" y="121"/>
                    <a:pt x="46" y="118"/>
                    <a:pt x="51" y="116"/>
                  </a:cubicBezTo>
                  <a:cubicBezTo>
                    <a:pt x="56" y="113"/>
                    <a:pt x="70" y="100"/>
                    <a:pt x="79" y="88"/>
                  </a:cubicBezTo>
                  <a:cubicBezTo>
                    <a:pt x="85" y="81"/>
                    <a:pt x="91" y="73"/>
                    <a:pt x="92" y="67"/>
                  </a:cubicBezTo>
                  <a:cubicBezTo>
                    <a:pt x="93" y="62"/>
                    <a:pt x="98" y="55"/>
                    <a:pt x="102" y="50"/>
                  </a:cubicBezTo>
                  <a:cubicBezTo>
                    <a:pt x="106" y="45"/>
                    <a:pt x="113" y="32"/>
                    <a:pt x="113" y="28"/>
                  </a:cubicBezTo>
                  <a:cubicBezTo>
                    <a:pt x="113" y="24"/>
                    <a:pt x="116" y="15"/>
                    <a:pt x="117" y="8"/>
                  </a:cubicBezTo>
                  <a:cubicBezTo>
                    <a:pt x="117" y="1"/>
                    <a:pt x="111" y="0"/>
                    <a:pt x="109" y="4"/>
                  </a:cubicBezTo>
                  <a:cubicBezTo>
                    <a:pt x="107" y="8"/>
                    <a:pt x="93" y="11"/>
                    <a:pt x="84" y="11"/>
                  </a:cubicBezTo>
                  <a:cubicBezTo>
                    <a:pt x="75" y="11"/>
                    <a:pt x="69" y="12"/>
                    <a:pt x="66" y="15"/>
                  </a:cubicBezTo>
                  <a:cubicBezTo>
                    <a:pt x="63" y="18"/>
                    <a:pt x="54" y="14"/>
                    <a:pt x="51" y="18"/>
                  </a:cubicBezTo>
                  <a:cubicBezTo>
                    <a:pt x="48" y="21"/>
                    <a:pt x="36" y="24"/>
                    <a:pt x="33" y="16"/>
                  </a:cubicBezTo>
                  <a:cubicBezTo>
                    <a:pt x="31" y="13"/>
                    <a:pt x="29" y="11"/>
                    <a:pt x="27" y="10"/>
                  </a:cubicBezTo>
                  <a:cubicBezTo>
                    <a:pt x="24" y="13"/>
                    <a:pt x="20" y="18"/>
                    <a:pt x="20" y="20"/>
                  </a:cubicBezTo>
                  <a:cubicBezTo>
                    <a:pt x="21" y="22"/>
                    <a:pt x="25" y="29"/>
                    <a:pt x="27" y="3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8" name="Freeform 14"/>
            <p:cNvSpPr>
              <a:spLocks noChangeArrowheads="1"/>
            </p:cNvSpPr>
            <p:nvPr/>
          </p:nvSpPr>
          <p:spPr bwMode="auto">
            <a:xfrm>
              <a:off x="3363924" y="1655764"/>
              <a:ext cx="260351" cy="206375"/>
            </a:xfrm>
            <a:custGeom>
              <a:avLst/>
              <a:gdLst>
                <a:gd name="T0" fmla="*/ 50 w 136"/>
                <a:gd name="T1" fmla="*/ 108 h 108"/>
                <a:gd name="T2" fmla="*/ 50 w 136"/>
                <a:gd name="T3" fmla="*/ 93 h 108"/>
                <a:gd name="T4" fmla="*/ 68 w 136"/>
                <a:gd name="T5" fmla="*/ 81 h 108"/>
                <a:gd name="T6" fmla="*/ 75 w 136"/>
                <a:gd name="T7" fmla="*/ 79 h 108"/>
                <a:gd name="T8" fmla="*/ 85 w 136"/>
                <a:gd name="T9" fmla="*/ 77 h 108"/>
                <a:gd name="T10" fmla="*/ 91 w 136"/>
                <a:gd name="T11" fmla="*/ 70 h 108"/>
                <a:gd name="T12" fmla="*/ 99 w 136"/>
                <a:gd name="T13" fmla="*/ 67 h 108"/>
                <a:gd name="T14" fmla="*/ 104 w 136"/>
                <a:gd name="T15" fmla="*/ 64 h 108"/>
                <a:gd name="T16" fmla="*/ 106 w 136"/>
                <a:gd name="T17" fmla="*/ 57 h 108"/>
                <a:gd name="T18" fmla="*/ 110 w 136"/>
                <a:gd name="T19" fmla="*/ 54 h 108"/>
                <a:gd name="T20" fmla="*/ 116 w 136"/>
                <a:gd name="T21" fmla="*/ 50 h 108"/>
                <a:gd name="T22" fmla="*/ 133 w 136"/>
                <a:gd name="T23" fmla="*/ 49 h 108"/>
                <a:gd name="T24" fmla="*/ 135 w 136"/>
                <a:gd name="T25" fmla="*/ 45 h 108"/>
                <a:gd name="T26" fmla="*/ 131 w 136"/>
                <a:gd name="T27" fmla="*/ 37 h 108"/>
                <a:gd name="T28" fmla="*/ 130 w 136"/>
                <a:gd name="T29" fmla="*/ 27 h 108"/>
                <a:gd name="T30" fmla="*/ 127 w 136"/>
                <a:gd name="T31" fmla="*/ 15 h 108"/>
                <a:gd name="T32" fmla="*/ 125 w 136"/>
                <a:gd name="T33" fmla="*/ 11 h 108"/>
                <a:gd name="T34" fmla="*/ 112 w 136"/>
                <a:gd name="T35" fmla="*/ 8 h 108"/>
                <a:gd name="T36" fmla="*/ 93 w 136"/>
                <a:gd name="T37" fmla="*/ 6 h 108"/>
                <a:gd name="T38" fmla="*/ 82 w 136"/>
                <a:gd name="T39" fmla="*/ 2 h 108"/>
                <a:gd name="T40" fmla="*/ 70 w 136"/>
                <a:gd name="T41" fmla="*/ 25 h 108"/>
                <a:gd name="T42" fmla="*/ 53 w 136"/>
                <a:gd name="T43" fmla="*/ 33 h 108"/>
                <a:gd name="T44" fmla="*/ 44 w 136"/>
                <a:gd name="T45" fmla="*/ 42 h 108"/>
                <a:gd name="T46" fmla="*/ 38 w 136"/>
                <a:gd name="T47" fmla="*/ 53 h 108"/>
                <a:gd name="T48" fmla="*/ 38 w 136"/>
                <a:gd name="T49" fmla="*/ 70 h 108"/>
                <a:gd name="T50" fmla="*/ 25 w 136"/>
                <a:gd name="T51" fmla="*/ 89 h 108"/>
                <a:gd name="T52" fmla="*/ 8 w 136"/>
                <a:gd name="T53" fmla="*/ 100 h 108"/>
                <a:gd name="T54" fmla="*/ 0 w 136"/>
                <a:gd name="T55" fmla="*/ 104 h 108"/>
                <a:gd name="T56" fmla="*/ 42 w 136"/>
                <a:gd name="T57" fmla="*/ 104 h 108"/>
                <a:gd name="T58" fmla="*/ 50 w 136"/>
                <a:gd name="T59" fmla="*/ 108 h 10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6"/>
                <a:gd name="T91" fmla="*/ 0 h 108"/>
                <a:gd name="T92" fmla="*/ 136 w 136"/>
                <a:gd name="T93" fmla="*/ 108 h 10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6" h="108">
                  <a:moveTo>
                    <a:pt x="50" y="108"/>
                  </a:moveTo>
                  <a:cubicBezTo>
                    <a:pt x="50" y="101"/>
                    <a:pt x="49" y="94"/>
                    <a:pt x="50" y="93"/>
                  </a:cubicBezTo>
                  <a:cubicBezTo>
                    <a:pt x="50" y="91"/>
                    <a:pt x="65" y="83"/>
                    <a:pt x="68" y="81"/>
                  </a:cubicBezTo>
                  <a:cubicBezTo>
                    <a:pt x="70" y="80"/>
                    <a:pt x="75" y="82"/>
                    <a:pt x="75" y="79"/>
                  </a:cubicBezTo>
                  <a:cubicBezTo>
                    <a:pt x="75" y="76"/>
                    <a:pt x="81" y="77"/>
                    <a:pt x="85" y="77"/>
                  </a:cubicBezTo>
                  <a:cubicBezTo>
                    <a:pt x="89" y="76"/>
                    <a:pt x="91" y="73"/>
                    <a:pt x="91" y="70"/>
                  </a:cubicBezTo>
                  <a:cubicBezTo>
                    <a:pt x="91" y="67"/>
                    <a:pt x="96" y="67"/>
                    <a:pt x="99" y="67"/>
                  </a:cubicBezTo>
                  <a:cubicBezTo>
                    <a:pt x="103" y="67"/>
                    <a:pt x="102" y="64"/>
                    <a:pt x="104" y="64"/>
                  </a:cubicBezTo>
                  <a:cubicBezTo>
                    <a:pt x="107" y="64"/>
                    <a:pt x="105" y="60"/>
                    <a:pt x="106" y="57"/>
                  </a:cubicBezTo>
                  <a:cubicBezTo>
                    <a:pt x="106" y="53"/>
                    <a:pt x="106" y="54"/>
                    <a:pt x="110" y="54"/>
                  </a:cubicBezTo>
                  <a:cubicBezTo>
                    <a:pt x="113" y="54"/>
                    <a:pt x="116" y="52"/>
                    <a:pt x="116" y="50"/>
                  </a:cubicBezTo>
                  <a:cubicBezTo>
                    <a:pt x="116" y="48"/>
                    <a:pt x="130" y="49"/>
                    <a:pt x="133" y="49"/>
                  </a:cubicBezTo>
                  <a:cubicBezTo>
                    <a:pt x="135" y="49"/>
                    <a:pt x="136" y="46"/>
                    <a:pt x="135" y="45"/>
                  </a:cubicBezTo>
                  <a:cubicBezTo>
                    <a:pt x="135" y="43"/>
                    <a:pt x="133" y="37"/>
                    <a:pt x="131" y="37"/>
                  </a:cubicBezTo>
                  <a:cubicBezTo>
                    <a:pt x="129" y="37"/>
                    <a:pt x="130" y="31"/>
                    <a:pt x="130" y="27"/>
                  </a:cubicBezTo>
                  <a:cubicBezTo>
                    <a:pt x="130" y="22"/>
                    <a:pt x="129" y="18"/>
                    <a:pt x="127" y="15"/>
                  </a:cubicBezTo>
                  <a:cubicBezTo>
                    <a:pt x="126" y="14"/>
                    <a:pt x="126" y="13"/>
                    <a:pt x="125" y="11"/>
                  </a:cubicBezTo>
                  <a:cubicBezTo>
                    <a:pt x="121" y="11"/>
                    <a:pt x="116" y="8"/>
                    <a:pt x="112" y="8"/>
                  </a:cubicBezTo>
                  <a:cubicBezTo>
                    <a:pt x="106" y="8"/>
                    <a:pt x="97" y="11"/>
                    <a:pt x="93" y="6"/>
                  </a:cubicBezTo>
                  <a:cubicBezTo>
                    <a:pt x="88" y="2"/>
                    <a:pt x="85" y="0"/>
                    <a:pt x="82" y="2"/>
                  </a:cubicBezTo>
                  <a:cubicBezTo>
                    <a:pt x="79" y="3"/>
                    <a:pt x="73" y="20"/>
                    <a:pt x="70" y="25"/>
                  </a:cubicBezTo>
                  <a:cubicBezTo>
                    <a:pt x="67" y="29"/>
                    <a:pt x="57" y="33"/>
                    <a:pt x="53" y="33"/>
                  </a:cubicBezTo>
                  <a:cubicBezTo>
                    <a:pt x="48" y="33"/>
                    <a:pt x="48" y="40"/>
                    <a:pt x="44" y="42"/>
                  </a:cubicBezTo>
                  <a:cubicBezTo>
                    <a:pt x="41" y="45"/>
                    <a:pt x="42" y="50"/>
                    <a:pt x="38" y="53"/>
                  </a:cubicBezTo>
                  <a:cubicBezTo>
                    <a:pt x="34" y="56"/>
                    <a:pt x="36" y="67"/>
                    <a:pt x="38" y="70"/>
                  </a:cubicBezTo>
                  <a:cubicBezTo>
                    <a:pt x="40" y="74"/>
                    <a:pt x="30" y="85"/>
                    <a:pt x="25" y="89"/>
                  </a:cubicBezTo>
                  <a:cubicBezTo>
                    <a:pt x="19" y="92"/>
                    <a:pt x="17" y="98"/>
                    <a:pt x="8" y="100"/>
                  </a:cubicBezTo>
                  <a:cubicBezTo>
                    <a:pt x="5" y="100"/>
                    <a:pt x="2" y="102"/>
                    <a:pt x="0" y="104"/>
                  </a:cubicBezTo>
                  <a:cubicBezTo>
                    <a:pt x="14" y="104"/>
                    <a:pt x="35" y="104"/>
                    <a:pt x="42" y="104"/>
                  </a:cubicBezTo>
                  <a:cubicBezTo>
                    <a:pt x="50" y="104"/>
                    <a:pt x="48" y="106"/>
                    <a:pt x="50" y="10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9" name="Freeform 15"/>
            <p:cNvSpPr>
              <a:spLocks noChangeArrowheads="1"/>
            </p:cNvSpPr>
            <p:nvPr/>
          </p:nvSpPr>
          <p:spPr bwMode="auto">
            <a:xfrm>
              <a:off x="3805251" y="1619252"/>
              <a:ext cx="93663" cy="174626"/>
            </a:xfrm>
            <a:custGeom>
              <a:avLst/>
              <a:gdLst>
                <a:gd name="T0" fmla="*/ 13 w 49"/>
                <a:gd name="T1" fmla="*/ 23 h 91"/>
                <a:gd name="T2" fmla="*/ 10 w 49"/>
                <a:gd name="T3" fmla="*/ 35 h 91"/>
                <a:gd name="T4" fmla="*/ 3 w 49"/>
                <a:gd name="T5" fmla="*/ 42 h 91"/>
                <a:gd name="T6" fmla="*/ 7 w 49"/>
                <a:gd name="T7" fmla="*/ 54 h 91"/>
                <a:gd name="T8" fmla="*/ 12 w 49"/>
                <a:gd name="T9" fmla="*/ 62 h 91"/>
                <a:gd name="T10" fmla="*/ 21 w 49"/>
                <a:gd name="T11" fmla="*/ 68 h 91"/>
                <a:gd name="T12" fmla="*/ 26 w 49"/>
                <a:gd name="T13" fmla="*/ 88 h 91"/>
                <a:gd name="T14" fmla="*/ 27 w 49"/>
                <a:gd name="T15" fmla="*/ 91 h 91"/>
                <a:gd name="T16" fmla="*/ 32 w 49"/>
                <a:gd name="T17" fmla="*/ 87 h 91"/>
                <a:gd name="T18" fmla="*/ 34 w 49"/>
                <a:gd name="T19" fmla="*/ 78 h 91"/>
                <a:gd name="T20" fmla="*/ 35 w 49"/>
                <a:gd name="T21" fmla="*/ 73 h 91"/>
                <a:gd name="T22" fmla="*/ 43 w 49"/>
                <a:gd name="T23" fmla="*/ 65 h 91"/>
                <a:gd name="T24" fmla="*/ 48 w 49"/>
                <a:gd name="T25" fmla="*/ 61 h 91"/>
                <a:gd name="T26" fmla="*/ 49 w 49"/>
                <a:gd name="T27" fmla="*/ 55 h 91"/>
                <a:gd name="T28" fmla="*/ 44 w 49"/>
                <a:gd name="T29" fmla="*/ 51 h 91"/>
                <a:gd name="T30" fmla="*/ 40 w 49"/>
                <a:gd name="T31" fmla="*/ 47 h 91"/>
                <a:gd name="T32" fmla="*/ 31 w 49"/>
                <a:gd name="T33" fmla="*/ 43 h 91"/>
                <a:gd name="T34" fmla="*/ 40 w 49"/>
                <a:gd name="T35" fmla="*/ 35 h 91"/>
                <a:gd name="T36" fmla="*/ 40 w 49"/>
                <a:gd name="T37" fmla="*/ 20 h 91"/>
                <a:gd name="T38" fmla="*/ 42 w 49"/>
                <a:gd name="T39" fmla="*/ 10 h 91"/>
                <a:gd name="T40" fmla="*/ 40 w 49"/>
                <a:gd name="T41" fmla="*/ 6 h 91"/>
                <a:gd name="T42" fmla="*/ 35 w 49"/>
                <a:gd name="T43" fmla="*/ 4 h 91"/>
                <a:gd name="T44" fmla="*/ 20 w 49"/>
                <a:gd name="T45" fmla="*/ 4 h 91"/>
                <a:gd name="T46" fmla="*/ 13 w 49"/>
                <a:gd name="T47" fmla="*/ 5 h 91"/>
                <a:gd name="T48" fmla="*/ 13 w 49"/>
                <a:gd name="T49" fmla="*/ 23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9"/>
                <a:gd name="T76" fmla="*/ 0 h 91"/>
                <a:gd name="T77" fmla="*/ 49 w 49"/>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9" h="91">
                  <a:moveTo>
                    <a:pt x="13" y="23"/>
                  </a:moveTo>
                  <a:cubicBezTo>
                    <a:pt x="16" y="27"/>
                    <a:pt x="13" y="34"/>
                    <a:pt x="10" y="35"/>
                  </a:cubicBezTo>
                  <a:cubicBezTo>
                    <a:pt x="7" y="36"/>
                    <a:pt x="5" y="42"/>
                    <a:pt x="3" y="42"/>
                  </a:cubicBezTo>
                  <a:cubicBezTo>
                    <a:pt x="0" y="42"/>
                    <a:pt x="3" y="52"/>
                    <a:pt x="7" y="54"/>
                  </a:cubicBezTo>
                  <a:cubicBezTo>
                    <a:pt x="12" y="56"/>
                    <a:pt x="12" y="60"/>
                    <a:pt x="12" y="62"/>
                  </a:cubicBezTo>
                  <a:cubicBezTo>
                    <a:pt x="12" y="64"/>
                    <a:pt x="19" y="66"/>
                    <a:pt x="21" y="68"/>
                  </a:cubicBezTo>
                  <a:cubicBezTo>
                    <a:pt x="23" y="71"/>
                    <a:pt x="26" y="84"/>
                    <a:pt x="26" y="88"/>
                  </a:cubicBezTo>
                  <a:cubicBezTo>
                    <a:pt x="26" y="89"/>
                    <a:pt x="26" y="90"/>
                    <a:pt x="27" y="91"/>
                  </a:cubicBezTo>
                  <a:cubicBezTo>
                    <a:pt x="29" y="90"/>
                    <a:pt x="31" y="89"/>
                    <a:pt x="32" y="87"/>
                  </a:cubicBezTo>
                  <a:cubicBezTo>
                    <a:pt x="33" y="84"/>
                    <a:pt x="34" y="79"/>
                    <a:pt x="34" y="78"/>
                  </a:cubicBezTo>
                  <a:cubicBezTo>
                    <a:pt x="33" y="77"/>
                    <a:pt x="33" y="74"/>
                    <a:pt x="35" y="73"/>
                  </a:cubicBezTo>
                  <a:cubicBezTo>
                    <a:pt x="36" y="72"/>
                    <a:pt x="42" y="65"/>
                    <a:pt x="43" y="65"/>
                  </a:cubicBezTo>
                  <a:cubicBezTo>
                    <a:pt x="45" y="64"/>
                    <a:pt x="48" y="65"/>
                    <a:pt x="48" y="61"/>
                  </a:cubicBezTo>
                  <a:cubicBezTo>
                    <a:pt x="48" y="60"/>
                    <a:pt x="48" y="58"/>
                    <a:pt x="49" y="55"/>
                  </a:cubicBezTo>
                  <a:cubicBezTo>
                    <a:pt x="46" y="54"/>
                    <a:pt x="44" y="52"/>
                    <a:pt x="44" y="51"/>
                  </a:cubicBezTo>
                  <a:cubicBezTo>
                    <a:pt x="44" y="49"/>
                    <a:pt x="41" y="45"/>
                    <a:pt x="40" y="47"/>
                  </a:cubicBezTo>
                  <a:cubicBezTo>
                    <a:pt x="38" y="49"/>
                    <a:pt x="32" y="47"/>
                    <a:pt x="31" y="43"/>
                  </a:cubicBezTo>
                  <a:cubicBezTo>
                    <a:pt x="30" y="39"/>
                    <a:pt x="35" y="39"/>
                    <a:pt x="40" y="35"/>
                  </a:cubicBezTo>
                  <a:cubicBezTo>
                    <a:pt x="44" y="31"/>
                    <a:pt x="45" y="24"/>
                    <a:pt x="40" y="20"/>
                  </a:cubicBezTo>
                  <a:cubicBezTo>
                    <a:pt x="35" y="16"/>
                    <a:pt x="38" y="14"/>
                    <a:pt x="42" y="10"/>
                  </a:cubicBezTo>
                  <a:cubicBezTo>
                    <a:pt x="45" y="7"/>
                    <a:pt x="42" y="5"/>
                    <a:pt x="40" y="6"/>
                  </a:cubicBezTo>
                  <a:cubicBezTo>
                    <a:pt x="39" y="8"/>
                    <a:pt x="36" y="8"/>
                    <a:pt x="35" y="4"/>
                  </a:cubicBezTo>
                  <a:cubicBezTo>
                    <a:pt x="35" y="0"/>
                    <a:pt x="24" y="0"/>
                    <a:pt x="20" y="4"/>
                  </a:cubicBezTo>
                  <a:cubicBezTo>
                    <a:pt x="18" y="5"/>
                    <a:pt x="16" y="5"/>
                    <a:pt x="13" y="5"/>
                  </a:cubicBezTo>
                  <a:cubicBezTo>
                    <a:pt x="12" y="12"/>
                    <a:pt x="12" y="20"/>
                    <a:pt x="13" y="2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0" name="Freeform 16"/>
            <p:cNvSpPr>
              <a:spLocks noChangeArrowheads="1"/>
            </p:cNvSpPr>
            <p:nvPr/>
          </p:nvSpPr>
          <p:spPr bwMode="auto">
            <a:xfrm>
              <a:off x="3457587" y="1625602"/>
              <a:ext cx="449265" cy="430214"/>
            </a:xfrm>
            <a:custGeom>
              <a:avLst/>
              <a:gdLst>
                <a:gd name="T0" fmla="*/ 81 w 235"/>
                <a:gd name="T1" fmla="*/ 43 h 225"/>
                <a:gd name="T2" fmla="*/ 82 w 235"/>
                <a:gd name="T3" fmla="*/ 53 h 225"/>
                <a:gd name="T4" fmla="*/ 86 w 235"/>
                <a:gd name="T5" fmla="*/ 61 h 225"/>
                <a:gd name="T6" fmla="*/ 84 w 235"/>
                <a:gd name="T7" fmla="*/ 65 h 225"/>
                <a:gd name="T8" fmla="*/ 67 w 235"/>
                <a:gd name="T9" fmla="*/ 66 h 225"/>
                <a:gd name="T10" fmla="*/ 61 w 235"/>
                <a:gd name="T11" fmla="*/ 70 h 225"/>
                <a:gd name="T12" fmla="*/ 57 w 235"/>
                <a:gd name="T13" fmla="*/ 73 h 225"/>
                <a:gd name="T14" fmla="*/ 55 w 235"/>
                <a:gd name="T15" fmla="*/ 80 h 225"/>
                <a:gd name="T16" fmla="*/ 50 w 235"/>
                <a:gd name="T17" fmla="*/ 83 h 225"/>
                <a:gd name="T18" fmla="*/ 42 w 235"/>
                <a:gd name="T19" fmla="*/ 86 h 225"/>
                <a:gd name="T20" fmla="*/ 36 w 235"/>
                <a:gd name="T21" fmla="*/ 93 h 225"/>
                <a:gd name="T22" fmla="*/ 26 w 235"/>
                <a:gd name="T23" fmla="*/ 95 h 225"/>
                <a:gd name="T24" fmla="*/ 19 w 235"/>
                <a:gd name="T25" fmla="*/ 97 h 225"/>
                <a:gd name="T26" fmla="*/ 1 w 235"/>
                <a:gd name="T27" fmla="*/ 109 h 225"/>
                <a:gd name="T28" fmla="*/ 1 w 235"/>
                <a:gd name="T29" fmla="*/ 124 h 225"/>
                <a:gd name="T30" fmla="*/ 3 w 235"/>
                <a:gd name="T31" fmla="*/ 126 h 225"/>
                <a:gd name="T32" fmla="*/ 112 w 235"/>
                <a:gd name="T33" fmla="*/ 199 h 225"/>
                <a:gd name="T34" fmla="*/ 120 w 235"/>
                <a:gd name="T35" fmla="*/ 209 h 225"/>
                <a:gd name="T36" fmla="*/ 132 w 235"/>
                <a:gd name="T37" fmla="*/ 213 h 225"/>
                <a:gd name="T38" fmla="*/ 138 w 235"/>
                <a:gd name="T39" fmla="*/ 225 h 225"/>
                <a:gd name="T40" fmla="*/ 149 w 235"/>
                <a:gd name="T41" fmla="*/ 223 h 225"/>
                <a:gd name="T42" fmla="*/ 166 w 235"/>
                <a:gd name="T43" fmla="*/ 217 h 225"/>
                <a:gd name="T44" fmla="*/ 187 w 235"/>
                <a:gd name="T45" fmla="*/ 201 h 225"/>
                <a:gd name="T46" fmla="*/ 235 w 235"/>
                <a:gd name="T47" fmla="*/ 171 h 225"/>
                <a:gd name="T48" fmla="*/ 235 w 235"/>
                <a:gd name="T49" fmla="*/ 171 h 225"/>
                <a:gd name="T50" fmla="*/ 230 w 235"/>
                <a:gd name="T51" fmla="*/ 161 h 225"/>
                <a:gd name="T52" fmla="*/ 221 w 235"/>
                <a:gd name="T53" fmla="*/ 158 h 225"/>
                <a:gd name="T54" fmla="*/ 214 w 235"/>
                <a:gd name="T55" fmla="*/ 154 h 225"/>
                <a:gd name="T56" fmla="*/ 212 w 235"/>
                <a:gd name="T57" fmla="*/ 145 h 225"/>
                <a:gd name="T58" fmla="*/ 207 w 235"/>
                <a:gd name="T59" fmla="*/ 138 h 225"/>
                <a:gd name="T60" fmla="*/ 212 w 235"/>
                <a:gd name="T61" fmla="*/ 133 h 225"/>
                <a:gd name="T62" fmla="*/ 211 w 235"/>
                <a:gd name="T63" fmla="*/ 127 h 225"/>
                <a:gd name="T64" fmla="*/ 211 w 235"/>
                <a:gd name="T65" fmla="*/ 120 h 225"/>
                <a:gd name="T66" fmla="*/ 211 w 235"/>
                <a:gd name="T67" fmla="*/ 113 h 225"/>
                <a:gd name="T68" fmla="*/ 212 w 235"/>
                <a:gd name="T69" fmla="*/ 101 h 225"/>
                <a:gd name="T70" fmla="*/ 207 w 235"/>
                <a:gd name="T71" fmla="*/ 91 h 225"/>
                <a:gd name="T72" fmla="*/ 209 w 235"/>
                <a:gd name="T73" fmla="*/ 88 h 225"/>
                <a:gd name="T74" fmla="*/ 208 w 235"/>
                <a:gd name="T75" fmla="*/ 85 h 225"/>
                <a:gd name="T76" fmla="*/ 203 w 235"/>
                <a:gd name="T77" fmla="*/ 65 h 225"/>
                <a:gd name="T78" fmla="*/ 194 w 235"/>
                <a:gd name="T79" fmla="*/ 59 h 225"/>
                <a:gd name="T80" fmla="*/ 189 w 235"/>
                <a:gd name="T81" fmla="*/ 51 h 225"/>
                <a:gd name="T82" fmla="*/ 185 w 235"/>
                <a:gd name="T83" fmla="*/ 39 h 225"/>
                <a:gd name="T84" fmla="*/ 192 w 235"/>
                <a:gd name="T85" fmla="*/ 32 h 225"/>
                <a:gd name="T86" fmla="*/ 195 w 235"/>
                <a:gd name="T87" fmla="*/ 20 h 225"/>
                <a:gd name="T88" fmla="*/ 195 w 235"/>
                <a:gd name="T89" fmla="*/ 2 h 225"/>
                <a:gd name="T90" fmla="*/ 185 w 235"/>
                <a:gd name="T91" fmla="*/ 0 h 225"/>
                <a:gd name="T92" fmla="*/ 173 w 235"/>
                <a:gd name="T93" fmla="*/ 1 h 225"/>
                <a:gd name="T94" fmla="*/ 158 w 235"/>
                <a:gd name="T95" fmla="*/ 5 h 225"/>
                <a:gd name="T96" fmla="*/ 115 w 235"/>
                <a:gd name="T97" fmla="*/ 7 h 225"/>
                <a:gd name="T98" fmla="*/ 98 w 235"/>
                <a:gd name="T99" fmla="*/ 16 h 225"/>
                <a:gd name="T100" fmla="*/ 80 w 235"/>
                <a:gd name="T101" fmla="*/ 26 h 225"/>
                <a:gd name="T102" fmla="*/ 76 w 235"/>
                <a:gd name="T103" fmla="*/ 27 h 225"/>
                <a:gd name="T104" fmla="*/ 78 w 235"/>
                <a:gd name="T105" fmla="*/ 31 h 225"/>
                <a:gd name="T106" fmla="*/ 81 w 235"/>
                <a:gd name="T107" fmla="*/ 43 h 22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35"/>
                <a:gd name="T163" fmla="*/ 0 h 225"/>
                <a:gd name="T164" fmla="*/ 235 w 235"/>
                <a:gd name="T165" fmla="*/ 225 h 22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35" h="225">
                  <a:moveTo>
                    <a:pt x="81" y="43"/>
                  </a:moveTo>
                  <a:cubicBezTo>
                    <a:pt x="81" y="47"/>
                    <a:pt x="80" y="53"/>
                    <a:pt x="82" y="53"/>
                  </a:cubicBezTo>
                  <a:cubicBezTo>
                    <a:pt x="84" y="53"/>
                    <a:pt x="86" y="59"/>
                    <a:pt x="86" y="61"/>
                  </a:cubicBezTo>
                  <a:cubicBezTo>
                    <a:pt x="87" y="62"/>
                    <a:pt x="86" y="65"/>
                    <a:pt x="84" y="65"/>
                  </a:cubicBezTo>
                  <a:cubicBezTo>
                    <a:pt x="81" y="65"/>
                    <a:pt x="67" y="64"/>
                    <a:pt x="67" y="66"/>
                  </a:cubicBezTo>
                  <a:cubicBezTo>
                    <a:pt x="67" y="68"/>
                    <a:pt x="64" y="70"/>
                    <a:pt x="61" y="70"/>
                  </a:cubicBezTo>
                  <a:cubicBezTo>
                    <a:pt x="57" y="70"/>
                    <a:pt x="57" y="69"/>
                    <a:pt x="57" y="73"/>
                  </a:cubicBezTo>
                  <a:cubicBezTo>
                    <a:pt x="56" y="76"/>
                    <a:pt x="58" y="80"/>
                    <a:pt x="55" y="80"/>
                  </a:cubicBezTo>
                  <a:cubicBezTo>
                    <a:pt x="53" y="80"/>
                    <a:pt x="54" y="83"/>
                    <a:pt x="50" y="83"/>
                  </a:cubicBezTo>
                  <a:cubicBezTo>
                    <a:pt x="47" y="83"/>
                    <a:pt x="42" y="83"/>
                    <a:pt x="42" y="86"/>
                  </a:cubicBezTo>
                  <a:cubicBezTo>
                    <a:pt x="42" y="89"/>
                    <a:pt x="40" y="92"/>
                    <a:pt x="36" y="93"/>
                  </a:cubicBezTo>
                  <a:cubicBezTo>
                    <a:pt x="32" y="93"/>
                    <a:pt x="26" y="92"/>
                    <a:pt x="26" y="95"/>
                  </a:cubicBezTo>
                  <a:cubicBezTo>
                    <a:pt x="26" y="98"/>
                    <a:pt x="21" y="96"/>
                    <a:pt x="19" y="97"/>
                  </a:cubicBezTo>
                  <a:cubicBezTo>
                    <a:pt x="16" y="99"/>
                    <a:pt x="1" y="107"/>
                    <a:pt x="1" y="109"/>
                  </a:cubicBezTo>
                  <a:cubicBezTo>
                    <a:pt x="0" y="110"/>
                    <a:pt x="1" y="117"/>
                    <a:pt x="1" y="124"/>
                  </a:cubicBezTo>
                  <a:cubicBezTo>
                    <a:pt x="1" y="125"/>
                    <a:pt x="2" y="126"/>
                    <a:pt x="3" y="126"/>
                  </a:cubicBezTo>
                  <a:cubicBezTo>
                    <a:pt x="9" y="129"/>
                    <a:pt x="109" y="196"/>
                    <a:pt x="112" y="199"/>
                  </a:cubicBezTo>
                  <a:cubicBezTo>
                    <a:pt x="116" y="202"/>
                    <a:pt x="120" y="209"/>
                    <a:pt x="120" y="209"/>
                  </a:cubicBezTo>
                  <a:cubicBezTo>
                    <a:pt x="120" y="209"/>
                    <a:pt x="127" y="210"/>
                    <a:pt x="132" y="213"/>
                  </a:cubicBezTo>
                  <a:cubicBezTo>
                    <a:pt x="138" y="217"/>
                    <a:pt x="138" y="225"/>
                    <a:pt x="138" y="225"/>
                  </a:cubicBezTo>
                  <a:cubicBezTo>
                    <a:pt x="138" y="225"/>
                    <a:pt x="145" y="224"/>
                    <a:pt x="149" y="223"/>
                  </a:cubicBezTo>
                  <a:cubicBezTo>
                    <a:pt x="153" y="222"/>
                    <a:pt x="166" y="217"/>
                    <a:pt x="166" y="217"/>
                  </a:cubicBezTo>
                  <a:cubicBezTo>
                    <a:pt x="187" y="201"/>
                    <a:pt x="187" y="201"/>
                    <a:pt x="187" y="201"/>
                  </a:cubicBezTo>
                  <a:cubicBezTo>
                    <a:pt x="235" y="171"/>
                    <a:pt x="235" y="171"/>
                    <a:pt x="235" y="171"/>
                  </a:cubicBezTo>
                  <a:cubicBezTo>
                    <a:pt x="235" y="171"/>
                    <a:pt x="235" y="171"/>
                    <a:pt x="235" y="171"/>
                  </a:cubicBezTo>
                  <a:cubicBezTo>
                    <a:pt x="234" y="165"/>
                    <a:pt x="232" y="161"/>
                    <a:pt x="230" y="161"/>
                  </a:cubicBezTo>
                  <a:cubicBezTo>
                    <a:pt x="227" y="161"/>
                    <a:pt x="225" y="158"/>
                    <a:pt x="221" y="158"/>
                  </a:cubicBezTo>
                  <a:cubicBezTo>
                    <a:pt x="218" y="158"/>
                    <a:pt x="214" y="157"/>
                    <a:pt x="214" y="154"/>
                  </a:cubicBezTo>
                  <a:cubicBezTo>
                    <a:pt x="213" y="151"/>
                    <a:pt x="215" y="149"/>
                    <a:pt x="212" y="145"/>
                  </a:cubicBezTo>
                  <a:cubicBezTo>
                    <a:pt x="210" y="141"/>
                    <a:pt x="207" y="140"/>
                    <a:pt x="207" y="138"/>
                  </a:cubicBezTo>
                  <a:cubicBezTo>
                    <a:pt x="207" y="136"/>
                    <a:pt x="212" y="133"/>
                    <a:pt x="212" y="133"/>
                  </a:cubicBezTo>
                  <a:cubicBezTo>
                    <a:pt x="213" y="132"/>
                    <a:pt x="211" y="129"/>
                    <a:pt x="211" y="127"/>
                  </a:cubicBezTo>
                  <a:cubicBezTo>
                    <a:pt x="211" y="126"/>
                    <a:pt x="209" y="122"/>
                    <a:pt x="211" y="120"/>
                  </a:cubicBezTo>
                  <a:cubicBezTo>
                    <a:pt x="212" y="118"/>
                    <a:pt x="213" y="116"/>
                    <a:pt x="211" y="113"/>
                  </a:cubicBezTo>
                  <a:cubicBezTo>
                    <a:pt x="210" y="109"/>
                    <a:pt x="214" y="106"/>
                    <a:pt x="212" y="101"/>
                  </a:cubicBezTo>
                  <a:cubicBezTo>
                    <a:pt x="210" y="96"/>
                    <a:pt x="206" y="92"/>
                    <a:pt x="207" y="91"/>
                  </a:cubicBezTo>
                  <a:cubicBezTo>
                    <a:pt x="207" y="90"/>
                    <a:pt x="208" y="89"/>
                    <a:pt x="209" y="88"/>
                  </a:cubicBezTo>
                  <a:cubicBezTo>
                    <a:pt x="208" y="87"/>
                    <a:pt x="208" y="86"/>
                    <a:pt x="208" y="85"/>
                  </a:cubicBezTo>
                  <a:cubicBezTo>
                    <a:pt x="208" y="81"/>
                    <a:pt x="205" y="68"/>
                    <a:pt x="203" y="65"/>
                  </a:cubicBezTo>
                  <a:cubicBezTo>
                    <a:pt x="201" y="63"/>
                    <a:pt x="194" y="61"/>
                    <a:pt x="194" y="59"/>
                  </a:cubicBezTo>
                  <a:cubicBezTo>
                    <a:pt x="194" y="57"/>
                    <a:pt x="194" y="53"/>
                    <a:pt x="189" y="51"/>
                  </a:cubicBezTo>
                  <a:cubicBezTo>
                    <a:pt x="185" y="49"/>
                    <a:pt x="182" y="39"/>
                    <a:pt x="185" y="39"/>
                  </a:cubicBezTo>
                  <a:cubicBezTo>
                    <a:pt x="187" y="39"/>
                    <a:pt x="189" y="33"/>
                    <a:pt x="192" y="32"/>
                  </a:cubicBezTo>
                  <a:cubicBezTo>
                    <a:pt x="195" y="31"/>
                    <a:pt x="198" y="24"/>
                    <a:pt x="195" y="20"/>
                  </a:cubicBezTo>
                  <a:cubicBezTo>
                    <a:pt x="194" y="17"/>
                    <a:pt x="194" y="9"/>
                    <a:pt x="195" y="2"/>
                  </a:cubicBezTo>
                  <a:cubicBezTo>
                    <a:pt x="191" y="2"/>
                    <a:pt x="186" y="1"/>
                    <a:pt x="185" y="0"/>
                  </a:cubicBezTo>
                  <a:cubicBezTo>
                    <a:pt x="183" y="0"/>
                    <a:pt x="177" y="1"/>
                    <a:pt x="173" y="1"/>
                  </a:cubicBezTo>
                  <a:cubicBezTo>
                    <a:pt x="170" y="2"/>
                    <a:pt x="161" y="7"/>
                    <a:pt x="158" y="5"/>
                  </a:cubicBezTo>
                  <a:cubicBezTo>
                    <a:pt x="155" y="2"/>
                    <a:pt x="124" y="7"/>
                    <a:pt x="115" y="7"/>
                  </a:cubicBezTo>
                  <a:cubicBezTo>
                    <a:pt x="107" y="7"/>
                    <a:pt x="103" y="16"/>
                    <a:pt x="98" y="16"/>
                  </a:cubicBezTo>
                  <a:cubicBezTo>
                    <a:pt x="93" y="16"/>
                    <a:pt x="85" y="21"/>
                    <a:pt x="80" y="26"/>
                  </a:cubicBezTo>
                  <a:cubicBezTo>
                    <a:pt x="79" y="27"/>
                    <a:pt x="78" y="27"/>
                    <a:pt x="76" y="27"/>
                  </a:cubicBezTo>
                  <a:cubicBezTo>
                    <a:pt x="77" y="29"/>
                    <a:pt x="77" y="30"/>
                    <a:pt x="78" y="31"/>
                  </a:cubicBezTo>
                  <a:cubicBezTo>
                    <a:pt x="80" y="34"/>
                    <a:pt x="81" y="38"/>
                    <a:pt x="81" y="4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1" name="Freeform 17"/>
            <p:cNvSpPr>
              <a:spLocks noChangeArrowheads="1"/>
            </p:cNvSpPr>
            <p:nvPr/>
          </p:nvSpPr>
          <p:spPr bwMode="auto">
            <a:xfrm>
              <a:off x="3851288" y="1724027"/>
              <a:ext cx="328614" cy="315914"/>
            </a:xfrm>
            <a:custGeom>
              <a:avLst/>
              <a:gdLst>
                <a:gd name="T0" fmla="*/ 19 w 172"/>
                <a:gd name="T1" fmla="*/ 10 h 165"/>
                <a:gd name="T2" fmla="*/ 11 w 172"/>
                <a:gd name="T3" fmla="*/ 18 h 165"/>
                <a:gd name="T4" fmla="*/ 10 w 172"/>
                <a:gd name="T5" fmla="*/ 23 h 165"/>
                <a:gd name="T6" fmla="*/ 8 w 172"/>
                <a:gd name="T7" fmla="*/ 32 h 165"/>
                <a:gd name="T8" fmla="*/ 1 w 172"/>
                <a:gd name="T9" fmla="*/ 39 h 165"/>
                <a:gd name="T10" fmla="*/ 6 w 172"/>
                <a:gd name="T11" fmla="*/ 49 h 165"/>
                <a:gd name="T12" fmla="*/ 5 w 172"/>
                <a:gd name="T13" fmla="*/ 61 h 165"/>
                <a:gd name="T14" fmla="*/ 5 w 172"/>
                <a:gd name="T15" fmla="*/ 68 h 165"/>
                <a:gd name="T16" fmla="*/ 5 w 172"/>
                <a:gd name="T17" fmla="*/ 75 h 165"/>
                <a:gd name="T18" fmla="*/ 6 w 172"/>
                <a:gd name="T19" fmla="*/ 81 h 165"/>
                <a:gd name="T20" fmla="*/ 1 w 172"/>
                <a:gd name="T21" fmla="*/ 86 h 165"/>
                <a:gd name="T22" fmla="*/ 6 w 172"/>
                <a:gd name="T23" fmla="*/ 93 h 165"/>
                <a:gd name="T24" fmla="*/ 8 w 172"/>
                <a:gd name="T25" fmla="*/ 102 h 165"/>
                <a:gd name="T26" fmla="*/ 15 w 172"/>
                <a:gd name="T27" fmla="*/ 106 h 165"/>
                <a:gd name="T28" fmla="*/ 24 w 172"/>
                <a:gd name="T29" fmla="*/ 109 h 165"/>
                <a:gd name="T30" fmla="*/ 29 w 172"/>
                <a:gd name="T31" fmla="*/ 119 h 165"/>
                <a:gd name="T32" fmla="*/ 46 w 172"/>
                <a:gd name="T33" fmla="*/ 122 h 165"/>
                <a:gd name="T34" fmla="*/ 53 w 172"/>
                <a:gd name="T35" fmla="*/ 129 h 165"/>
                <a:gd name="T36" fmla="*/ 72 w 172"/>
                <a:gd name="T37" fmla="*/ 119 h 165"/>
                <a:gd name="T38" fmla="*/ 158 w 172"/>
                <a:gd name="T39" fmla="*/ 165 h 165"/>
                <a:gd name="T40" fmla="*/ 158 w 172"/>
                <a:gd name="T41" fmla="*/ 159 h 165"/>
                <a:gd name="T42" fmla="*/ 169 w 172"/>
                <a:gd name="T43" fmla="*/ 159 h 165"/>
                <a:gd name="T44" fmla="*/ 169 w 172"/>
                <a:gd name="T45" fmla="*/ 48 h 165"/>
                <a:gd name="T46" fmla="*/ 169 w 172"/>
                <a:gd name="T47" fmla="*/ 32 h 165"/>
                <a:gd name="T48" fmla="*/ 170 w 172"/>
                <a:gd name="T49" fmla="*/ 18 h 165"/>
                <a:gd name="T50" fmla="*/ 171 w 172"/>
                <a:gd name="T51" fmla="*/ 15 h 165"/>
                <a:gd name="T52" fmla="*/ 171 w 172"/>
                <a:gd name="T53" fmla="*/ 15 h 165"/>
                <a:gd name="T54" fmla="*/ 156 w 172"/>
                <a:gd name="T55" fmla="*/ 11 h 165"/>
                <a:gd name="T56" fmla="*/ 138 w 172"/>
                <a:gd name="T57" fmla="*/ 2 h 165"/>
                <a:gd name="T58" fmla="*/ 113 w 172"/>
                <a:gd name="T59" fmla="*/ 15 h 165"/>
                <a:gd name="T60" fmla="*/ 115 w 172"/>
                <a:gd name="T61" fmla="*/ 29 h 165"/>
                <a:gd name="T62" fmla="*/ 97 w 172"/>
                <a:gd name="T63" fmla="*/ 29 h 165"/>
                <a:gd name="T64" fmla="*/ 77 w 172"/>
                <a:gd name="T65" fmla="*/ 22 h 165"/>
                <a:gd name="T66" fmla="*/ 65 w 172"/>
                <a:gd name="T67" fmla="*/ 14 h 165"/>
                <a:gd name="T68" fmla="*/ 58 w 172"/>
                <a:gd name="T69" fmla="*/ 7 h 165"/>
                <a:gd name="T70" fmla="*/ 38 w 172"/>
                <a:gd name="T71" fmla="*/ 3 h 165"/>
                <a:gd name="T72" fmla="*/ 25 w 172"/>
                <a:gd name="T73" fmla="*/ 0 h 165"/>
                <a:gd name="T74" fmla="*/ 24 w 172"/>
                <a:gd name="T75" fmla="*/ 6 h 165"/>
                <a:gd name="T76" fmla="*/ 19 w 172"/>
                <a:gd name="T77" fmla="*/ 10 h 16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72"/>
                <a:gd name="T118" fmla="*/ 0 h 165"/>
                <a:gd name="T119" fmla="*/ 172 w 172"/>
                <a:gd name="T120" fmla="*/ 165 h 16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72" h="165">
                  <a:moveTo>
                    <a:pt x="19" y="10"/>
                  </a:moveTo>
                  <a:cubicBezTo>
                    <a:pt x="18" y="10"/>
                    <a:pt x="12" y="17"/>
                    <a:pt x="11" y="18"/>
                  </a:cubicBezTo>
                  <a:cubicBezTo>
                    <a:pt x="9" y="19"/>
                    <a:pt x="9" y="22"/>
                    <a:pt x="10" y="23"/>
                  </a:cubicBezTo>
                  <a:cubicBezTo>
                    <a:pt x="10" y="24"/>
                    <a:pt x="9" y="29"/>
                    <a:pt x="8" y="32"/>
                  </a:cubicBezTo>
                  <a:cubicBezTo>
                    <a:pt x="6" y="35"/>
                    <a:pt x="1" y="37"/>
                    <a:pt x="1" y="39"/>
                  </a:cubicBezTo>
                  <a:cubicBezTo>
                    <a:pt x="0" y="40"/>
                    <a:pt x="4" y="44"/>
                    <a:pt x="6" y="49"/>
                  </a:cubicBezTo>
                  <a:cubicBezTo>
                    <a:pt x="8" y="54"/>
                    <a:pt x="4" y="57"/>
                    <a:pt x="5" y="61"/>
                  </a:cubicBezTo>
                  <a:cubicBezTo>
                    <a:pt x="7" y="64"/>
                    <a:pt x="6" y="66"/>
                    <a:pt x="5" y="68"/>
                  </a:cubicBezTo>
                  <a:cubicBezTo>
                    <a:pt x="3" y="70"/>
                    <a:pt x="5" y="74"/>
                    <a:pt x="5" y="75"/>
                  </a:cubicBezTo>
                  <a:cubicBezTo>
                    <a:pt x="5" y="77"/>
                    <a:pt x="7" y="80"/>
                    <a:pt x="6" y="81"/>
                  </a:cubicBezTo>
                  <a:cubicBezTo>
                    <a:pt x="6" y="81"/>
                    <a:pt x="1" y="84"/>
                    <a:pt x="1" y="86"/>
                  </a:cubicBezTo>
                  <a:cubicBezTo>
                    <a:pt x="1" y="88"/>
                    <a:pt x="4" y="89"/>
                    <a:pt x="6" y="93"/>
                  </a:cubicBezTo>
                  <a:cubicBezTo>
                    <a:pt x="9" y="97"/>
                    <a:pt x="7" y="99"/>
                    <a:pt x="8" y="102"/>
                  </a:cubicBezTo>
                  <a:cubicBezTo>
                    <a:pt x="8" y="105"/>
                    <a:pt x="12" y="106"/>
                    <a:pt x="15" y="106"/>
                  </a:cubicBezTo>
                  <a:cubicBezTo>
                    <a:pt x="19" y="106"/>
                    <a:pt x="21" y="109"/>
                    <a:pt x="24" y="109"/>
                  </a:cubicBezTo>
                  <a:cubicBezTo>
                    <a:pt x="26" y="109"/>
                    <a:pt x="28" y="113"/>
                    <a:pt x="29" y="119"/>
                  </a:cubicBezTo>
                  <a:cubicBezTo>
                    <a:pt x="31" y="119"/>
                    <a:pt x="41" y="119"/>
                    <a:pt x="46" y="122"/>
                  </a:cubicBezTo>
                  <a:cubicBezTo>
                    <a:pt x="51" y="125"/>
                    <a:pt x="53" y="129"/>
                    <a:pt x="53" y="129"/>
                  </a:cubicBezTo>
                  <a:cubicBezTo>
                    <a:pt x="72" y="119"/>
                    <a:pt x="72" y="119"/>
                    <a:pt x="72" y="119"/>
                  </a:cubicBezTo>
                  <a:cubicBezTo>
                    <a:pt x="158" y="165"/>
                    <a:pt x="158" y="165"/>
                    <a:pt x="158" y="165"/>
                  </a:cubicBezTo>
                  <a:cubicBezTo>
                    <a:pt x="158" y="159"/>
                    <a:pt x="158" y="159"/>
                    <a:pt x="158" y="159"/>
                  </a:cubicBezTo>
                  <a:cubicBezTo>
                    <a:pt x="169" y="159"/>
                    <a:pt x="169" y="159"/>
                    <a:pt x="169" y="159"/>
                  </a:cubicBezTo>
                  <a:cubicBezTo>
                    <a:pt x="169" y="159"/>
                    <a:pt x="169" y="56"/>
                    <a:pt x="169" y="48"/>
                  </a:cubicBezTo>
                  <a:cubicBezTo>
                    <a:pt x="169" y="41"/>
                    <a:pt x="165" y="36"/>
                    <a:pt x="169" y="32"/>
                  </a:cubicBezTo>
                  <a:cubicBezTo>
                    <a:pt x="172" y="27"/>
                    <a:pt x="167" y="25"/>
                    <a:pt x="170" y="18"/>
                  </a:cubicBezTo>
                  <a:cubicBezTo>
                    <a:pt x="170" y="17"/>
                    <a:pt x="171" y="16"/>
                    <a:pt x="171" y="15"/>
                  </a:cubicBezTo>
                  <a:cubicBezTo>
                    <a:pt x="171" y="15"/>
                    <a:pt x="171" y="15"/>
                    <a:pt x="171" y="15"/>
                  </a:cubicBezTo>
                  <a:cubicBezTo>
                    <a:pt x="170" y="12"/>
                    <a:pt x="165" y="12"/>
                    <a:pt x="156" y="11"/>
                  </a:cubicBezTo>
                  <a:cubicBezTo>
                    <a:pt x="146" y="9"/>
                    <a:pt x="149" y="2"/>
                    <a:pt x="138" y="2"/>
                  </a:cubicBezTo>
                  <a:cubicBezTo>
                    <a:pt x="127" y="1"/>
                    <a:pt x="113" y="10"/>
                    <a:pt x="113" y="15"/>
                  </a:cubicBezTo>
                  <a:cubicBezTo>
                    <a:pt x="113" y="19"/>
                    <a:pt x="118" y="24"/>
                    <a:pt x="115" y="29"/>
                  </a:cubicBezTo>
                  <a:cubicBezTo>
                    <a:pt x="111" y="34"/>
                    <a:pt x="103" y="35"/>
                    <a:pt x="97" y="29"/>
                  </a:cubicBezTo>
                  <a:cubicBezTo>
                    <a:pt x="92" y="24"/>
                    <a:pt x="83" y="22"/>
                    <a:pt x="77" y="22"/>
                  </a:cubicBezTo>
                  <a:cubicBezTo>
                    <a:pt x="70" y="22"/>
                    <a:pt x="65" y="18"/>
                    <a:pt x="65" y="14"/>
                  </a:cubicBezTo>
                  <a:cubicBezTo>
                    <a:pt x="66" y="10"/>
                    <a:pt x="64" y="9"/>
                    <a:pt x="58" y="7"/>
                  </a:cubicBezTo>
                  <a:cubicBezTo>
                    <a:pt x="52" y="6"/>
                    <a:pt x="48" y="2"/>
                    <a:pt x="38" y="3"/>
                  </a:cubicBezTo>
                  <a:cubicBezTo>
                    <a:pt x="32" y="4"/>
                    <a:pt x="28" y="2"/>
                    <a:pt x="25" y="0"/>
                  </a:cubicBezTo>
                  <a:cubicBezTo>
                    <a:pt x="24" y="3"/>
                    <a:pt x="24" y="5"/>
                    <a:pt x="24" y="6"/>
                  </a:cubicBezTo>
                  <a:cubicBezTo>
                    <a:pt x="24" y="10"/>
                    <a:pt x="21" y="9"/>
                    <a:pt x="19"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2" name="Freeform 18"/>
            <p:cNvSpPr>
              <a:spLocks noChangeArrowheads="1"/>
            </p:cNvSpPr>
            <p:nvPr/>
          </p:nvSpPr>
          <p:spPr bwMode="auto">
            <a:xfrm>
              <a:off x="3287724" y="2163765"/>
              <a:ext cx="61913" cy="22225"/>
            </a:xfrm>
            <a:custGeom>
              <a:avLst/>
              <a:gdLst>
                <a:gd name="T0" fmla="*/ 16 w 32"/>
                <a:gd name="T1" fmla="*/ 7 h 11"/>
                <a:gd name="T2" fmla="*/ 25 w 32"/>
                <a:gd name="T3" fmla="*/ 10 h 11"/>
                <a:gd name="T4" fmla="*/ 32 w 32"/>
                <a:gd name="T5" fmla="*/ 8 h 11"/>
                <a:gd name="T6" fmla="*/ 26 w 32"/>
                <a:gd name="T7" fmla="*/ 7 h 11"/>
                <a:gd name="T8" fmla="*/ 15 w 32"/>
                <a:gd name="T9" fmla="*/ 2 h 11"/>
                <a:gd name="T10" fmla="*/ 1 w 32"/>
                <a:gd name="T11" fmla="*/ 5 h 11"/>
                <a:gd name="T12" fmla="*/ 0 w 32"/>
                <a:gd name="T13" fmla="*/ 11 h 11"/>
                <a:gd name="T14" fmla="*/ 3 w 32"/>
                <a:gd name="T15" fmla="*/ 11 h 11"/>
                <a:gd name="T16" fmla="*/ 16 w 32"/>
                <a:gd name="T17" fmla="*/ 7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
                <a:gd name="T28" fmla="*/ 0 h 11"/>
                <a:gd name="T29" fmla="*/ 32 w 32"/>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 h="11">
                  <a:moveTo>
                    <a:pt x="16" y="7"/>
                  </a:moveTo>
                  <a:cubicBezTo>
                    <a:pt x="18" y="5"/>
                    <a:pt x="22" y="9"/>
                    <a:pt x="25" y="10"/>
                  </a:cubicBezTo>
                  <a:cubicBezTo>
                    <a:pt x="29" y="10"/>
                    <a:pt x="32" y="8"/>
                    <a:pt x="32" y="8"/>
                  </a:cubicBezTo>
                  <a:cubicBezTo>
                    <a:pt x="32" y="8"/>
                    <a:pt x="32" y="7"/>
                    <a:pt x="26" y="7"/>
                  </a:cubicBezTo>
                  <a:cubicBezTo>
                    <a:pt x="21" y="7"/>
                    <a:pt x="20" y="0"/>
                    <a:pt x="15" y="2"/>
                  </a:cubicBezTo>
                  <a:cubicBezTo>
                    <a:pt x="10" y="5"/>
                    <a:pt x="7" y="5"/>
                    <a:pt x="1" y="5"/>
                  </a:cubicBezTo>
                  <a:cubicBezTo>
                    <a:pt x="1" y="6"/>
                    <a:pt x="0" y="9"/>
                    <a:pt x="0" y="11"/>
                  </a:cubicBezTo>
                  <a:cubicBezTo>
                    <a:pt x="1" y="11"/>
                    <a:pt x="2" y="11"/>
                    <a:pt x="3" y="11"/>
                  </a:cubicBezTo>
                  <a:cubicBezTo>
                    <a:pt x="6" y="11"/>
                    <a:pt x="13" y="9"/>
                    <a:pt x="16" y="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3" name="Freeform 19"/>
            <p:cNvSpPr>
              <a:spLocks noChangeArrowheads="1"/>
            </p:cNvSpPr>
            <p:nvPr/>
          </p:nvSpPr>
          <p:spPr bwMode="auto">
            <a:xfrm>
              <a:off x="3275024" y="2105027"/>
              <a:ext cx="125413" cy="101600"/>
            </a:xfrm>
            <a:custGeom>
              <a:avLst/>
              <a:gdLst>
                <a:gd name="T0" fmla="*/ 15 w 66"/>
                <a:gd name="T1" fmla="*/ 51 h 53"/>
                <a:gd name="T2" fmla="*/ 21 w 66"/>
                <a:gd name="T3" fmla="*/ 48 h 53"/>
                <a:gd name="T4" fmla="*/ 37 w 66"/>
                <a:gd name="T5" fmla="*/ 47 h 53"/>
                <a:gd name="T6" fmla="*/ 40 w 66"/>
                <a:gd name="T7" fmla="*/ 48 h 53"/>
                <a:gd name="T8" fmla="*/ 40 w 66"/>
                <a:gd name="T9" fmla="*/ 47 h 53"/>
                <a:gd name="T10" fmla="*/ 48 w 66"/>
                <a:gd name="T11" fmla="*/ 50 h 53"/>
                <a:gd name="T12" fmla="*/ 65 w 66"/>
                <a:gd name="T13" fmla="*/ 51 h 53"/>
                <a:gd name="T14" fmla="*/ 66 w 66"/>
                <a:gd name="T15" fmla="*/ 50 h 53"/>
                <a:gd name="T16" fmla="*/ 66 w 66"/>
                <a:gd name="T17" fmla="*/ 43 h 53"/>
                <a:gd name="T18" fmla="*/ 60 w 66"/>
                <a:gd name="T19" fmla="*/ 36 h 53"/>
                <a:gd name="T20" fmla="*/ 58 w 66"/>
                <a:gd name="T21" fmla="*/ 29 h 53"/>
                <a:gd name="T22" fmla="*/ 56 w 66"/>
                <a:gd name="T23" fmla="*/ 26 h 53"/>
                <a:gd name="T24" fmla="*/ 50 w 66"/>
                <a:gd name="T25" fmla="*/ 18 h 53"/>
                <a:gd name="T26" fmla="*/ 42 w 66"/>
                <a:gd name="T27" fmla="*/ 8 h 53"/>
                <a:gd name="T28" fmla="*/ 38 w 66"/>
                <a:gd name="T29" fmla="*/ 8 h 53"/>
                <a:gd name="T30" fmla="*/ 32 w 66"/>
                <a:gd name="T31" fmla="*/ 2 h 53"/>
                <a:gd name="T32" fmla="*/ 23 w 66"/>
                <a:gd name="T33" fmla="*/ 3 h 53"/>
                <a:gd name="T34" fmla="*/ 13 w 66"/>
                <a:gd name="T35" fmla="*/ 3 h 53"/>
                <a:gd name="T36" fmla="*/ 6 w 66"/>
                <a:gd name="T37" fmla="*/ 8 h 53"/>
                <a:gd name="T38" fmla="*/ 6 w 66"/>
                <a:gd name="T39" fmla="*/ 8 h 53"/>
                <a:gd name="T40" fmla="*/ 3 w 66"/>
                <a:gd name="T41" fmla="*/ 18 h 53"/>
                <a:gd name="T42" fmla="*/ 7 w 66"/>
                <a:gd name="T43" fmla="*/ 34 h 53"/>
                <a:gd name="T44" fmla="*/ 8 w 66"/>
                <a:gd name="T45" fmla="*/ 36 h 53"/>
                <a:gd name="T46" fmla="*/ 22 w 66"/>
                <a:gd name="T47" fmla="*/ 33 h 53"/>
                <a:gd name="T48" fmla="*/ 33 w 66"/>
                <a:gd name="T49" fmla="*/ 38 h 53"/>
                <a:gd name="T50" fmla="*/ 39 w 66"/>
                <a:gd name="T51" fmla="*/ 39 h 53"/>
                <a:gd name="T52" fmla="*/ 32 w 66"/>
                <a:gd name="T53" fmla="*/ 41 h 53"/>
                <a:gd name="T54" fmla="*/ 23 w 66"/>
                <a:gd name="T55" fmla="*/ 38 h 53"/>
                <a:gd name="T56" fmla="*/ 10 w 66"/>
                <a:gd name="T57" fmla="*/ 42 h 53"/>
                <a:gd name="T58" fmla="*/ 7 w 66"/>
                <a:gd name="T59" fmla="*/ 42 h 53"/>
                <a:gd name="T60" fmla="*/ 8 w 66"/>
                <a:gd name="T61" fmla="*/ 48 h 53"/>
                <a:gd name="T62" fmla="*/ 9 w 66"/>
                <a:gd name="T63" fmla="*/ 49 h 53"/>
                <a:gd name="T64" fmla="*/ 15 w 66"/>
                <a:gd name="T65" fmla="*/ 51 h 5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
                <a:gd name="T100" fmla="*/ 0 h 53"/>
                <a:gd name="T101" fmla="*/ 66 w 66"/>
                <a:gd name="T102" fmla="*/ 53 h 5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 h="53">
                  <a:moveTo>
                    <a:pt x="15" y="51"/>
                  </a:moveTo>
                  <a:cubicBezTo>
                    <a:pt x="17" y="51"/>
                    <a:pt x="21" y="48"/>
                    <a:pt x="21" y="48"/>
                  </a:cubicBezTo>
                  <a:cubicBezTo>
                    <a:pt x="21" y="48"/>
                    <a:pt x="35" y="47"/>
                    <a:pt x="37" y="47"/>
                  </a:cubicBezTo>
                  <a:cubicBezTo>
                    <a:pt x="38" y="47"/>
                    <a:pt x="39" y="47"/>
                    <a:pt x="40" y="48"/>
                  </a:cubicBezTo>
                  <a:cubicBezTo>
                    <a:pt x="40" y="47"/>
                    <a:pt x="40" y="47"/>
                    <a:pt x="40" y="47"/>
                  </a:cubicBezTo>
                  <a:cubicBezTo>
                    <a:pt x="40" y="47"/>
                    <a:pt x="48" y="48"/>
                    <a:pt x="48" y="50"/>
                  </a:cubicBezTo>
                  <a:cubicBezTo>
                    <a:pt x="49" y="52"/>
                    <a:pt x="59" y="53"/>
                    <a:pt x="65" y="51"/>
                  </a:cubicBezTo>
                  <a:cubicBezTo>
                    <a:pt x="65" y="51"/>
                    <a:pt x="66" y="50"/>
                    <a:pt x="66" y="50"/>
                  </a:cubicBezTo>
                  <a:cubicBezTo>
                    <a:pt x="66" y="48"/>
                    <a:pt x="66" y="44"/>
                    <a:pt x="66" y="43"/>
                  </a:cubicBezTo>
                  <a:cubicBezTo>
                    <a:pt x="66" y="42"/>
                    <a:pt x="62" y="38"/>
                    <a:pt x="60" y="36"/>
                  </a:cubicBezTo>
                  <a:cubicBezTo>
                    <a:pt x="58" y="34"/>
                    <a:pt x="58" y="29"/>
                    <a:pt x="58" y="29"/>
                  </a:cubicBezTo>
                  <a:cubicBezTo>
                    <a:pt x="56" y="26"/>
                    <a:pt x="56" y="26"/>
                    <a:pt x="56" y="26"/>
                  </a:cubicBezTo>
                  <a:cubicBezTo>
                    <a:pt x="56" y="26"/>
                    <a:pt x="55" y="19"/>
                    <a:pt x="50" y="18"/>
                  </a:cubicBezTo>
                  <a:cubicBezTo>
                    <a:pt x="45" y="16"/>
                    <a:pt x="42" y="8"/>
                    <a:pt x="42" y="8"/>
                  </a:cubicBezTo>
                  <a:cubicBezTo>
                    <a:pt x="38" y="8"/>
                    <a:pt x="38" y="8"/>
                    <a:pt x="38" y="8"/>
                  </a:cubicBezTo>
                  <a:cubicBezTo>
                    <a:pt x="38" y="8"/>
                    <a:pt x="35" y="4"/>
                    <a:pt x="32" y="2"/>
                  </a:cubicBezTo>
                  <a:cubicBezTo>
                    <a:pt x="29" y="0"/>
                    <a:pt x="23" y="3"/>
                    <a:pt x="23" y="3"/>
                  </a:cubicBezTo>
                  <a:cubicBezTo>
                    <a:pt x="23" y="3"/>
                    <a:pt x="17" y="4"/>
                    <a:pt x="13" y="3"/>
                  </a:cubicBezTo>
                  <a:cubicBezTo>
                    <a:pt x="9" y="2"/>
                    <a:pt x="10" y="8"/>
                    <a:pt x="6" y="8"/>
                  </a:cubicBezTo>
                  <a:cubicBezTo>
                    <a:pt x="6" y="8"/>
                    <a:pt x="6" y="8"/>
                    <a:pt x="6" y="8"/>
                  </a:cubicBezTo>
                  <a:cubicBezTo>
                    <a:pt x="5" y="12"/>
                    <a:pt x="5" y="15"/>
                    <a:pt x="3" y="18"/>
                  </a:cubicBezTo>
                  <a:cubicBezTo>
                    <a:pt x="0" y="23"/>
                    <a:pt x="5" y="31"/>
                    <a:pt x="7" y="34"/>
                  </a:cubicBezTo>
                  <a:cubicBezTo>
                    <a:pt x="8" y="34"/>
                    <a:pt x="8" y="35"/>
                    <a:pt x="8" y="36"/>
                  </a:cubicBezTo>
                  <a:cubicBezTo>
                    <a:pt x="14" y="36"/>
                    <a:pt x="17" y="36"/>
                    <a:pt x="22" y="33"/>
                  </a:cubicBezTo>
                  <a:cubicBezTo>
                    <a:pt x="27" y="31"/>
                    <a:pt x="28" y="38"/>
                    <a:pt x="33" y="38"/>
                  </a:cubicBezTo>
                  <a:cubicBezTo>
                    <a:pt x="39" y="38"/>
                    <a:pt x="39" y="39"/>
                    <a:pt x="39" y="39"/>
                  </a:cubicBezTo>
                  <a:cubicBezTo>
                    <a:pt x="39" y="39"/>
                    <a:pt x="36" y="41"/>
                    <a:pt x="32" y="41"/>
                  </a:cubicBezTo>
                  <a:cubicBezTo>
                    <a:pt x="29" y="40"/>
                    <a:pt x="25" y="36"/>
                    <a:pt x="23" y="38"/>
                  </a:cubicBezTo>
                  <a:cubicBezTo>
                    <a:pt x="20" y="40"/>
                    <a:pt x="13" y="42"/>
                    <a:pt x="10" y="42"/>
                  </a:cubicBezTo>
                  <a:cubicBezTo>
                    <a:pt x="9" y="42"/>
                    <a:pt x="8" y="42"/>
                    <a:pt x="7" y="42"/>
                  </a:cubicBezTo>
                  <a:cubicBezTo>
                    <a:pt x="6" y="44"/>
                    <a:pt x="6" y="46"/>
                    <a:pt x="8" y="48"/>
                  </a:cubicBezTo>
                  <a:cubicBezTo>
                    <a:pt x="8" y="48"/>
                    <a:pt x="9" y="49"/>
                    <a:pt x="9" y="49"/>
                  </a:cubicBezTo>
                  <a:cubicBezTo>
                    <a:pt x="15" y="48"/>
                    <a:pt x="13" y="50"/>
                    <a:pt x="15" y="5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4" name="Freeform 20"/>
            <p:cNvSpPr>
              <a:spLocks noChangeArrowheads="1"/>
            </p:cNvSpPr>
            <p:nvPr/>
          </p:nvSpPr>
          <p:spPr bwMode="auto">
            <a:xfrm>
              <a:off x="3290899" y="2195514"/>
              <a:ext cx="60325" cy="33338"/>
            </a:xfrm>
            <a:custGeom>
              <a:avLst/>
              <a:gdLst>
                <a:gd name="T0" fmla="*/ 16 w 31"/>
                <a:gd name="T1" fmla="*/ 17 h 18"/>
                <a:gd name="T2" fmla="*/ 26 w 31"/>
                <a:gd name="T3" fmla="*/ 12 h 18"/>
                <a:gd name="T4" fmla="*/ 30 w 31"/>
                <a:gd name="T5" fmla="*/ 10 h 18"/>
                <a:gd name="T6" fmla="*/ 29 w 31"/>
                <a:gd name="T7" fmla="*/ 5 h 18"/>
                <a:gd name="T8" fmla="*/ 31 w 31"/>
                <a:gd name="T9" fmla="*/ 1 h 18"/>
                <a:gd name="T10" fmla="*/ 28 w 31"/>
                <a:gd name="T11" fmla="*/ 0 h 18"/>
                <a:gd name="T12" fmla="*/ 12 w 31"/>
                <a:gd name="T13" fmla="*/ 1 h 18"/>
                <a:gd name="T14" fmla="*/ 6 w 31"/>
                <a:gd name="T15" fmla="*/ 4 h 18"/>
                <a:gd name="T16" fmla="*/ 0 w 31"/>
                <a:gd name="T17" fmla="*/ 2 h 18"/>
                <a:gd name="T18" fmla="*/ 9 w 31"/>
                <a:gd name="T19" fmla="*/ 9 h 18"/>
                <a:gd name="T20" fmla="*/ 14 w 31"/>
                <a:gd name="T21" fmla="*/ 18 h 18"/>
                <a:gd name="T22" fmla="*/ 15 w 31"/>
                <a:gd name="T23" fmla="*/ 18 h 18"/>
                <a:gd name="T24" fmla="*/ 16 w 31"/>
                <a:gd name="T25" fmla="*/ 17 h 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18"/>
                <a:gd name="T41" fmla="*/ 31 w 31"/>
                <a:gd name="T42" fmla="*/ 18 h 1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18">
                  <a:moveTo>
                    <a:pt x="16" y="17"/>
                  </a:moveTo>
                  <a:cubicBezTo>
                    <a:pt x="19" y="16"/>
                    <a:pt x="24" y="11"/>
                    <a:pt x="26" y="12"/>
                  </a:cubicBezTo>
                  <a:cubicBezTo>
                    <a:pt x="27" y="13"/>
                    <a:pt x="30" y="11"/>
                    <a:pt x="30" y="10"/>
                  </a:cubicBezTo>
                  <a:cubicBezTo>
                    <a:pt x="30" y="9"/>
                    <a:pt x="26" y="6"/>
                    <a:pt x="29" y="5"/>
                  </a:cubicBezTo>
                  <a:cubicBezTo>
                    <a:pt x="31" y="4"/>
                    <a:pt x="31" y="2"/>
                    <a:pt x="31" y="1"/>
                  </a:cubicBezTo>
                  <a:cubicBezTo>
                    <a:pt x="30" y="0"/>
                    <a:pt x="29" y="0"/>
                    <a:pt x="28" y="0"/>
                  </a:cubicBezTo>
                  <a:cubicBezTo>
                    <a:pt x="26" y="0"/>
                    <a:pt x="12" y="1"/>
                    <a:pt x="12" y="1"/>
                  </a:cubicBezTo>
                  <a:cubicBezTo>
                    <a:pt x="12" y="1"/>
                    <a:pt x="8" y="4"/>
                    <a:pt x="6" y="4"/>
                  </a:cubicBezTo>
                  <a:cubicBezTo>
                    <a:pt x="4" y="3"/>
                    <a:pt x="6" y="1"/>
                    <a:pt x="0" y="2"/>
                  </a:cubicBezTo>
                  <a:cubicBezTo>
                    <a:pt x="3" y="6"/>
                    <a:pt x="3" y="7"/>
                    <a:pt x="9" y="9"/>
                  </a:cubicBezTo>
                  <a:cubicBezTo>
                    <a:pt x="16" y="11"/>
                    <a:pt x="9" y="14"/>
                    <a:pt x="14" y="18"/>
                  </a:cubicBezTo>
                  <a:cubicBezTo>
                    <a:pt x="14" y="18"/>
                    <a:pt x="15" y="18"/>
                    <a:pt x="15" y="18"/>
                  </a:cubicBezTo>
                  <a:cubicBezTo>
                    <a:pt x="16" y="18"/>
                    <a:pt x="16" y="17"/>
                    <a:pt x="16" y="1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5" name="Freeform 21"/>
            <p:cNvSpPr>
              <a:spLocks noChangeArrowheads="1"/>
            </p:cNvSpPr>
            <p:nvPr/>
          </p:nvSpPr>
          <p:spPr bwMode="auto">
            <a:xfrm>
              <a:off x="3959238" y="2227264"/>
              <a:ext cx="263526" cy="185739"/>
            </a:xfrm>
            <a:custGeom>
              <a:avLst/>
              <a:gdLst>
                <a:gd name="T0" fmla="*/ 128 w 138"/>
                <a:gd name="T1" fmla="*/ 55 h 97"/>
                <a:gd name="T2" fmla="*/ 124 w 138"/>
                <a:gd name="T3" fmla="*/ 47 h 97"/>
                <a:gd name="T4" fmla="*/ 117 w 138"/>
                <a:gd name="T5" fmla="*/ 41 h 97"/>
                <a:gd name="T6" fmla="*/ 112 w 138"/>
                <a:gd name="T7" fmla="*/ 34 h 97"/>
                <a:gd name="T8" fmla="*/ 103 w 138"/>
                <a:gd name="T9" fmla="*/ 30 h 97"/>
                <a:gd name="T10" fmla="*/ 101 w 138"/>
                <a:gd name="T11" fmla="*/ 27 h 97"/>
                <a:gd name="T12" fmla="*/ 97 w 138"/>
                <a:gd name="T13" fmla="*/ 26 h 97"/>
                <a:gd name="T14" fmla="*/ 98 w 138"/>
                <a:gd name="T15" fmla="*/ 22 h 97"/>
                <a:gd name="T16" fmla="*/ 97 w 138"/>
                <a:gd name="T17" fmla="*/ 12 h 97"/>
                <a:gd name="T18" fmla="*/ 89 w 138"/>
                <a:gd name="T19" fmla="*/ 1 h 97"/>
                <a:gd name="T20" fmla="*/ 87 w 138"/>
                <a:gd name="T21" fmla="*/ 1 h 97"/>
                <a:gd name="T22" fmla="*/ 78 w 138"/>
                <a:gd name="T23" fmla="*/ 5 h 97"/>
                <a:gd name="T24" fmla="*/ 76 w 138"/>
                <a:gd name="T25" fmla="*/ 10 h 97"/>
                <a:gd name="T26" fmla="*/ 65 w 138"/>
                <a:gd name="T27" fmla="*/ 21 h 97"/>
                <a:gd name="T28" fmla="*/ 49 w 138"/>
                <a:gd name="T29" fmla="*/ 25 h 97"/>
                <a:gd name="T30" fmla="*/ 48 w 138"/>
                <a:gd name="T31" fmla="*/ 31 h 97"/>
                <a:gd name="T32" fmla="*/ 38 w 138"/>
                <a:gd name="T33" fmla="*/ 36 h 97"/>
                <a:gd name="T34" fmla="*/ 26 w 138"/>
                <a:gd name="T35" fmla="*/ 40 h 97"/>
                <a:gd name="T36" fmla="*/ 18 w 138"/>
                <a:gd name="T37" fmla="*/ 40 h 97"/>
                <a:gd name="T38" fmla="*/ 12 w 138"/>
                <a:gd name="T39" fmla="*/ 42 h 97"/>
                <a:gd name="T40" fmla="*/ 11 w 138"/>
                <a:gd name="T41" fmla="*/ 41 h 97"/>
                <a:gd name="T42" fmla="*/ 5 w 138"/>
                <a:gd name="T43" fmla="*/ 48 h 97"/>
                <a:gd name="T44" fmla="*/ 0 w 138"/>
                <a:gd name="T45" fmla="*/ 59 h 97"/>
                <a:gd name="T46" fmla="*/ 1 w 138"/>
                <a:gd name="T47" fmla="*/ 69 h 97"/>
                <a:gd name="T48" fmla="*/ 5 w 138"/>
                <a:gd name="T49" fmla="*/ 78 h 97"/>
                <a:gd name="T50" fmla="*/ 6 w 138"/>
                <a:gd name="T51" fmla="*/ 84 h 97"/>
                <a:gd name="T52" fmla="*/ 9 w 138"/>
                <a:gd name="T53" fmla="*/ 88 h 97"/>
                <a:gd name="T54" fmla="*/ 16 w 138"/>
                <a:gd name="T55" fmla="*/ 95 h 97"/>
                <a:gd name="T56" fmla="*/ 18 w 138"/>
                <a:gd name="T57" fmla="*/ 97 h 97"/>
                <a:gd name="T58" fmla="*/ 19 w 138"/>
                <a:gd name="T59" fmla="*/ 96 h 97"/>
                <a:gd name="T60" fmla="*/ 21 w 138"/>
                <a:gd name="T61" fmla="*/ 88 h 97"/>
                <a:gd name="T62" fmla="*/ 27 w 138"/>
                <a:gd name="T63" fmla="*/ 86 h 97"/>
                <a:gd name="T64" fmla="*/ 32 w 138"/>
                <a:gd name="T65" fmla="*/ 85 h 97"/>
                <a:gd name="T66" fmla="*/ 42 w 138"/>
                <a:gd name="T67" fmla="*/ 86 h 97"/>
                <a:gd name="T68" fmla="*/ 42 w 138"/>
                <a:gd name="T69" fmla="*/ 79 h 97"/>
                <a:gd name="T70" fmla="*/ 53 w 138"/>
                <a:gd name="T71" fmla="*/ 70 h 97"/>
                <a:gd name="T72" fmla="*/ 63 w 138"/>
                <a:gd name="T73" fmla="*/ 76 h 97"/>
                <a:gd name="T74" fmla="*/ 84 w 138"/>
                <a:gd name="T75" fmla="*/ 80 h 97"/>
                <a:gd name="T76" fmla="*/ 88 w 138"/>
                <a:gd name="T77" fmla="*/ 72 h 97"/>
                <a:gd name="T78" fmla="*/ 97 w 138"/>
                <a:gd name="T79" fmla="*/ 72 h 97"/>
                <a:gd name="T80" fmla="*/ 108 w 138"/>
                <a:gd name="T81" fmla="*/ 69 h 97"/>
                <a:gd name="T82" fmla="*/ 117 w 138"/>
                <a:gd name="T83" fmla="*/ 68 h 97"/>
                <a:gd name="T84" fmla="*/ 130 w 138"/>
                <a:gd name="T85" fmla="*/ 69 h 97"/>
                <a:gd name="T86" fmla="*/ 138 w 138"/>
                <a:gd name="T87" fmla="*/ 68 h 97"/>
                <a:gd name="T88" fmla="*/ 136 w 138"/>
                <a:gd name="T89" fmla="*/ 61 h 97"/>
                <a:gd name="T90" fmla="*/ 128 w 138"/>
                <a:gd name="T91" fmla="*/ 55 h 9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8"/>
                <a:gd name="T139" fmla="*/ 0 h 97"/>
                <a:gd name="T140" fmla="*/ 138 w 138"/>
                <a:gd name="T141" fmla="*/ 97 h 9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8" h="97">
                  <a:moveTo>
                    <a:pt x="128" y="55"/>
                  </a:moveTo>
                  <a:cubicBezTo>
                    <a:pt x="128" y="53"/>
                    <a:pt x="128" y="51"/>
                    <a:pt x="124" y="47"/>
                  </a:cubicBezTo>
                  <a:cubicBezTo>
                    <a:pt x="120" y="44"/>
                    <a:pt x="117" y="43"/>
                    <a:pt x="117" y="41"/>
                  </a:cubicBezTo>
                  <a:cubicBezTo>
                    <a:pt x="117" y="39"/>
                    <a:pt x="115" y="38"/>
                    <a:pt x="112" y="34"/>
                  </a:cubicBezTo>
                  <a:cubicBezTo>
                    <a:pt x="108" y="30"/>
                    <a:pt x="103" y="30"/>
                    <a:pt x="103" y="30"/>
                  </a:cubicBezTo>
                  <a:cubicBezTo>
                    <a:pt x="101" y="27"/>
                    <a:pt x="101" y="27"/>
                    <a:pt x="101" y="27"/>
                  </a:cubicBezTo>
                  <a:cubicBezTo>
                    <a:pt x="97" y="26"/>
                    <a:pt x="97" y="26"/>
                    <a:pt x="97" y="26"/>
                  </a:cubicBezTo>
                  <a:cubicBezTo>
                    <a:pt x="97" y="26"/>
                    <a:pt x="94" y="24"/>
                    <a:pt x="98" y="22"/>
                  </a:cubicBezTo>
                  <a:cubicBezTo>
                    <a:pt x="102" y="20"/>
                    <a:pt x="98" y="14"/>
                    <a:pt x="97" y="12"/>
                  </a:cubicBezTo>
                  <a:cubicBezTo>
                    <a:pt x="97" y="10"/>
                    <a:pt x="91" y="3"/>
                    <a:pt x="89" y="1"/>
                  </a:cubicBezTo>
                  <a:cubicBezTo>
                    <a:pt x="89" y="1"/>
                    <a:pt x="88" y="1"/>
                    <a:pt x="87" y="1"/>
                  </a:cubicBezTo>
                  <a:cubicBezTo>
                    <a:pt x="85" y="0"/>
                    <a:pt x="80" y="2"/>
                    <a:pt x="78" y="5"/>
                  </a:cubicBezTo>
                  <a:cubicBezTo>
                    <a:pt x="76" y="7"/>
                    <a:pt x="77" y="8"/>
                    <a:pt x="76" y="10"/>
                  </a:cubicBezTo>
                  <a:cubicBezTo>
                    <a:pt x="74" y="12"/>
                    <a:pt x="68" y="17"/>
                    <a:pt x="65" y="21"/>
                  </a:cubicBezTo>
                  <a:cubicBezTo>
                    <a:pt x="61" y="26"/>
                    <a:pt x="52" y="23"/>
                    <a:pt x="49" y="25"/>
                  </a:cubicBezTo>
                  <a:cubicBezTo>
                    <a:pt x="46" y="26"/>
                    <a:pt x="50" y="29"/>
                    <a:pt x="48" y="31"/>
                  </a:cubicBezTo>
                  <a:cubicBezTo>
                    <a:pt x="46" y="32"/>
                    <a:pt x="40" y="35"/>
                    <a:pt x="38" y="36"/>
                  </a:cubicBezTo>
                  <a:cubicBezTo>
                    <a:pt x="36" y="37"/>
                    <a:pt x="28" y="37"/>
                    <a:pt x="26" y="40"/>
                  </a:cubicBezTo>
                  <a:cubicBezTo>
                    <a:pt x="23" y="43"/>
                    <a:pt x="21" y="36"/>
                    <a:pt x="18" y="40"/>
                  </a:cubicBezTo>
                  <a:cubicBezTo>
                    <a:pt x="16" y="43"/>
                    <a:pt x="13" y="43"/>
                    <a:pt x="12" y="42"/>
                  </a:cubicBezTo>
                  <a:cubicBezTo>
                    <a:pt x="12" y="42"/>
                    <a:pt x="11" y="42"/>
                    <a:pt x="11" y="41"/>
                  </a:cubicBezTo>
                  <a:cubicBezTo>
                    <a:pt x="9" y="43"/>
                    <a:pt x="6" y="45"/>
                    <a:pt x="5" y="48"/>
                  </a:cubicBezTo>
                  <a:cubicBezTo>
                    <a:pt x="4" y="53"/>
                    <a:pt x="0" y="57"/>
                    <a:pt x="0" y="59"/>
                  </a:cubicBezTo>
                  <a:cubicBezTo>
                    <a:pt x="0" y="62"/>
                    <a:pt x="1" y="65"/>
                    <a:pt x="1" y="69"/>
                  </a:cubicBezTo>
                  <a:cubicBezTo>
                    <a:pt x="1" y="73"/>
                    <a:pt x="2" y="75"/>
                    <a:pt x="5" y="78"/>
                  </a:cubicBezTo>
                  <a:cubicBezTo>
                    <a:pt x="7" y="81"/>
                    <a:pt x="6" y="84"/>
                    <a:pt x="6" y="84"/>
                  </a:cubicBezTo>
                  <a:cubicBezTo>
                    <a:pt x="6" y="84"/>
                    <a:pt x="7" y="86"/>
                    <a:pt x="9" y="88"/>
                  </a:cubicBezTo>
                  <a:cubicBezTo>
                    <a:pt x="11" y="90"/>
                    <a:pt x="16" y="94"/>
                    <a:pt x="16" y="95"/>
                  </a:cubicBezTo>
                  <a:cubicBezTo>
                    <a:pt x="16" y="96"/>
                    <a:pt x="17" y="97"/>
                    <a:pt x="18" y="97"/>
                  </a:cubicBezTo>
                  <a:cubicBezTo>
                    <a:pt x="18" y="97"/>
                    <a:pt x="18" y="96"/>
                    <a:pt x="19" y="96"/>
                  </a:cubicBezTo>
                  <a:cubicBezTo>
                    <a:pt x="22" y="93"/>
                    <a:pt x="21" y="88"/>
                    <a:pt x="21" y="88"/>
                  </a:cubicBezTo>
                  <a:cubicBezTo>
                    <a:pt x="27" y="86"/>
                    <a:pt x="27" y="86"/>
                    <a:pt x="27" y="86"/>
                  </a:cubicBezTo>
                  <a:cubicBezTo>
                    <a:pt x="32" y="85"/>
                    <a:pt x="32" y="85"/>
                    <a:pt x="32" y="85"/>
                  </a:cubicBezTo>
                  <a:cubicBezTo>
                    <a:pt x="42" y="86"/>
                    <a:pt x="42" y="86"/>
                    <a:pt x="42" y="86"/>
                  </a:cubicBezTo>
                  <a:cubicBezTo>
                    <a:pt x="42" y="79"/>
                    <a:pt x="42" y="79"/>
                    <a:pt x="42" y="79"/>
                  </a:cubicBezTo>
                  <a:cubicBezTo>
                    <a:pt x="42" y="79"/>
                    <a:pt x="49" y="70"/>
                    <a:pt x="53" y="70"/>
                  </a:cubicBezTo>
                  <a:cubicBezTo>
                    <a:pt x="58" y="70"/>
                    <a:pt x="63" y="76"/>
                    <a:pt x="63" y="76"/>
                  </a:cubicBezTo>
                  <a:cubicBezTo>
                    <a:pt x="84" y="80"/>
                    <a:pt x="84" y="80"/>
                    <a:pt x="84" y="80"/>
                  </a:cubicBezTo>
                  <a:cubicBezTo>
                    <a:pt x="84" y="80"/>
                    <a:pt x="85" y="74"/>
                    <a:pt x="88" y="72"/>
                  </a:cubicBezTo>
                  <a:cubicBezTo>
                    <a:pt x="90" y="71"/>
                    <a:pt x="94" y="74"/>
                    <a:pt x="97" y="72"/>
                  </a:cubicBezTo>
                  <a:cubicBezTo>
                    <a:pt x="99" y="71"/>
                    <a:pt x="104" y="69"/>
                    <a:pt x="108" y="69"/>
                  </a:cubicBezTo>
                  <a:cubicBezTo>
                    <a:pt x="113" y="69"/>
                    <a:pt x="115" y="72"/>
                    <a:pt x="117" y="68"/>
                  </a:cubicBezTo>
                  <a:cubicBezTo>
                    <a:pt x="120" y="63"/>
                    <a:pt x="130" y="69"/>
                    <a:pt x="130" y="69"/>
                  </a:cubicBezTo>
                  <a:cubicBezTo>
                    <a:pt x="138" y="68"/>
                    <a:pt x="138" y="68"/>
                    <a:pt x="138" y="68"/>
                  </a:cubicBezTo>
                  <a:cubicBezTo>
                    <a:pt x="136" y="61"/>
                    <a:pt x="136" y="61"/>
                    <a:pt x="136" y="61"/>
                  </a:cubicBezTo>
                  <a:cubicBezTo>
                    <a:pt x="136" y="61"/>
                    <a:pt x="128" y="57"/>
                    <a:pt x="128" y="5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6" name="Freeform 22"/>
            <p:cNvSpPr>
              <a:spLocks noChangeArrowheads="1"/>
            </p:cNvSpPr>
            <p:nvPr/>
          </p:nvSpPr>
          <p:spPr bwMode="auto">
            <a:xfrm>
              <a:off x="3706825" y="2165353"/>
              <a:ext cx="255589" cy="212725"/>
            </a:xfrm>
            <a:custGeom>
              <a:avLst/>
              <a:gdLst>
                <a:gd name="T0" fmla="*/ 83 w 134"/>
                <a:gd name="T1" fmla="*/ 81 h 111"/>
                <a:gd name="T2" fmla="*/ 89 w 134"/>
                <a:gd name="T3" fmla="*/ 80 h 111"/>
                <a:gd name="T4" fmla="*/ 97 w 134"/>
                <a:gd name="T5" fmla="*/ 86 h 111"/>
                <a:gd name="T6" fmla="*/ 102 w 134"/>
                <a:gd name="T7" fmla="*/ 81 h 111"/>
                <a:gd name="T8" fmla="*/ 110 w 134"/>
                <a:gd name="T9" fmla="*/ 63 h 111"/>
                <a:gd name="T10" fmla="*/ 116 w 134"/>
                <a:gd name="T11" fmla="*/ 57 h 111"/>
                <a:gd name="T12" fmla="*/ 117 w 134"/>
                <a:gd name="T13" fmla="*/ 51 h 111"/>
                <a:gd name="T14" fmla="*/ 120 w 134"/>
                <a:gd name="T15" fmla="*/ 43 h 111"/>
                <a:gd name="T16" fmla="*/ 126 w 134"/>
                <a:gd name="T17" fmla="*/ 31 h 111"/>
                <a:gd name="T18" fmla="*/ 133 w 134"/>
                <a:gd name="T19" fmla="*/ 27 h 111"/>
                <a:gd name="T20" fmla="*/ 132 w 134"/>
                <a:gd name="T21" fmla="*/ 20 h 111"/>
                <a:gd name="T22" fmla="*/ 128 w 134"/>
                <a:gd name="T23" fmla="*/ 16 h 111"/>
                <a:gd name="T24" fmla="*/ 128 w 134"/>
                <a:gd name="T25" fmla="*/ 9 h 111"/>
                <a:gd name="T26" fmla="*/ 124 w 134"/>
                <a:gd name="T27" fmla="*/ 5 h 111"/>
                <a:gd name="T28" fmla="*/ 120 w 134"/>
                <a:gd name="T29" fmla="*/ 3 h 111"/>
                <a:gd name="T30" fmla="*/ 112 w 134"/>
                <a:gd name="T31" fmla="*/ 10 h 111"/>
                <a:gd name="T32" fmla="*/ 103 w 134"/>
                <a:gd name="T33" fmla="*/ 8 h 111"/>
                <a:gd name="T34" fmla="*/ 88 w 134"/>
                <a:gd name="T35" fmla="*/ 7 h 111"/>
                <a:gd name="T36" fmla="*/ 80 w 134"/>
                <a:gd name="T37" fmla="*/ 13 h 111"/>
                <a:gd name="T38" fmla="*/ 69 w 134"/>
                <a:gd name="T39" fmla="*/ 13 h 111"/>
                <a:gd name="T40" fmla="*/ 60 w 134"/>
                <a:gd name="T41" fmla="*/ 8 h 111"/>
                <a:gd name="T42" fmla="*/ 51 w 134"/>
                <a:gd name="T43" fmla="*/ 11 h 111"/>
                <a:gd name="T44" fmla="*/ 45 w 134"/>
                <a:gd name="T45" fmla="*/ 5 h 111"/>
                <a:gd name="T46" fmla="*/ 36 w 134"/>
                <a:gd name="T47" fmla="*/ 2 h 111"/>
                <a:gd name="T48" fmla="*/ 29 w 134"/>
                <a:gd name="T49" fmla="*/ 4 h 111"/>
                <a:gd name="T50" fmla="*/ 19 w 134"/>
                <a:gd name="T51" fmla="*/ 4 h 111"/>
                <a:gd name="T52" fmla="*/ 16 w 134"/>
                <a:gd name="T53" fmla="*/ 13 h 111"/>
                <a:gd name="T54" fmla="*/ 11 w 134"/>
                <a:gd name="T55" fmla="*/ 21 h 111"/>
                <a:gd name="T56" fmla="*/ 10 w 134"/>
                <a:gd name="T57" fmla="*/ 23 h 111"/>
                <a:gd name="T58" fmla="*/ 11 w 134"/>
                <a:gd name="T59" fmla="*/ 31 h 111"/>
                <a:gd name="T60" fmla="*/ 10 w 134"/>
                <a:gd name="T61" fmla="*/ 47 h 111"/>
                <a:gd name="T62" fmla="*/ 6 w 134"/>
                <a:gd name="T63" fmla="*/ 54 h 111"/>
                <a:gd name="T64" fmla="*/ 1 w 134"/>
                <a:gd name="T65" fmla="*/ 62 h 111"/>
                <a:gd name="T66" fmla="*/ 1 w 134"/>
                <a:gd name="T67" fmla="*/ 75 h 111"/>
                <a:gd name="T68" fmla="*/ 5 w 134"/>
                <a:gd name="T69" fmla="*/ 84 h 111"/>
                <a:gd name="T70" fmla="*/ 5 w 134"/>
                <a:gd name="T71" fmla="*/ 84 h 111"/>
                <a:gd name="T72" fmla="*/ 22 w 134"/>
                <a:gd name="T73" fmla="*/ 88 h 111"/>
                <a:gd name="T74" fmla="*/ 32 w 134"/>
                <a:gd name="T75" fmla="*/ 100 h 111"/>
                <a:gd name="T76" fmla="*/ 38 w 134"/>
                <a:gd name="T77" fmla="*/ 110 h 111"/>
                <a:gd name="T78" fmla="*/ 50 w 134"/>
                <a:gd name="T79" fmla="*/ 107 h 111"/>
                <a:gd name="T80" fmla="*/ 65 w 134"/>
                <a:gd name="T81" fmla="*/ 105 h 111"/>
                <a:gd name="T82" fmla="*/ 66 w 134"/>
                <a:gd name="T83" fmla="*/ 105 h 111"/>
                <a:gd name="T84" fmla="*/ 70 w 134"/>
                <a:gd name="T85" fmla="*/ 93 h 111"/>
                <a:gd name="T86" fmla="*/ 83 w 134"/>
                <a:gd name="T87" fmla="*/ 81 h 11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34"/>
                <a:gd name="T133" fmla="*/ 0 h 111"/>
                <a:gd name="T134" fmla="*/ 134 w 134"/>
                <a:gd name="T135" fmla="*/ 111 h 11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34" h="111">
                  <a:moveTo>
                    <a:pt x="83" y="81"/>
                  </a:moveTo>
                  <a:cubicBezTo>
                    <a:pt x="84" y="81"/>
                    <a:pt x="87" y="82"/>
                    <a:pt x="89" y="80"/>
                  </a:cubicBezTo>
                  <a:cubicBezTo>
                    <a:pt x="92" y="78"/>
                    <a:pt x="97" y="82"/>
                    <a:pt x="97" y="86"/>
                  </a:cubicBezTo>
                  <a:cubicBezTo>
                    <a:pt x="98" y="89"/>
                    <a:pt x="100" y="84"/>
                    <a:pt x="102" y="81"/>
                  </a:cubicBezTo>
                  <a:cubicBezTo>
                    <a:pt x="104" y="77"/>
                    <a:pt x="110" y="66"/>
                    <a:pt x="110" y="63"/>
                  </a:cubicBezTo>
                  <a:cubicBezTo>
                    <a:pt x="110" y="61"/>
                    <a:pt x="116" y="58"/>
                    <a:pt x="116" y="57"/>
                  </a:cubicBezTo>
                  <a:cubicBezTo>
                    <a:pt x="116" y="55"/>
                    <a:pt x="115" y="51"/>
                    <a:pt x="117" y="51"/>
                  </a:cubicBezTo>
                  <a:cubicBezTo>
                    <a:pt x="119" y="50"/>
                    <a:pt x="120" y="45"/>
                    <a:pt x="120" y="43"/>
                  </a:cubicBezTo>
                  <a:cubicBezTo>
                    <a:pt x="119" y="42"/>
                    <a:pt x="125" y="32"/>
                    <a:pt x="126" y="31"/>
                  </a:cubicBezTo>
                  <a:cubicBezTo>
                    <a:pt x="127" y="30"/>
                    <a:pt x="133" y="30"/>
                    <a:pt x="133" y="27"/>
                  </a:cubicBezTo>
                  <a:cubicBezTo>
                    <a:pt x="133" y="24"/>
                    <a:pt x="134" y="21"/>
                    <a:pt x="132" y="20"/>
                  </a:cubicBezTo>
                  <a:cubicBezTo>
                    <a:pt x="130" y="20"/>
                    <a:pt x="128" y="17"/>
                    <a:pt x="128" y="16"/>
                  </a:cubicBezTo>
                  <a:cubicBezTo>
                    <a:pt x="128" y="15"/>
                    <a:pt x="128" y="12"/>
                    <a:pt x="128" y="9"/>
                  </a:cubicBezTo>
                  <a:cubicBezTo>
                    <a:pt x="126" y="9"/>
                    <a:pt x="126" y="6"/>
                    <a:pt x="124" y="5"/>
                  </a:cubicBezTo>
                  <a:cubicBezTo>
                    <a:pt x="122" y="3"/>
                    <a:pt x="122" y="2"/>
                    <a:pt x="120" y="3"/>
                  </a:cubicBezTo>
                  <a:cubicBezTo>
                    <a:pt x="118" y="3"/>
                    <a:pt x="115" y="9"/>
                    <a:pt x="112" y="10"/>
                  </a:cubicBezTo>
                  <a:cubicBezTo>
                    <a:pt x="109" y="11"/>
                    <a:pt x="105" y="9"/>
                    <a:pt x="103" y="8"/>
                  </a:cubicBezTo>
                  <a:cubicBezTo>
                    <a:pt x="101" y="7"/>
                    <a:pt x="91" y="8"/>
                    <a:pt x="88" y="7"/>
                  </a:cubicBezTo>
                  <a:cubicBezTo>
                    <a:pt x="85" y="7"/>
                    <a:pt x="82" y="11"/>
                    <a:pt x="80" y="13"/>
                  </a:cubicBezTo>
                  <a:cubicBezTo>
                    <a:pt x="78" y="14"/>
                    <a:pt x="71" y="13"/>
                    <a:pt x="69" y="13"/>
                  </a:cubicBezTo>
                  <a:cubicBezTo>
                    <a:pt x="67" y="12"/>
                    <a:pt x="62" y="8"/>
                    <a:pt x="60" y="8"/>
                  </a:cubicBezTo>
                  <a:cubicBezTo>
                    <a:pt x="58" y="8"/>
                    <a:pt x="54" y="9"/>
                    <a:pt x="51" y="11"/>
                  </a:cubicBezTo>
                  <a:cubicBezTo>
                    <a:pt x="48" y="13"/>
                    <a:pt x="47" y="7"/>
                    <a:pt x="45" y="5"/>
                  </a:cubicBezTo>
                  <a:cubicBezTo>
                    <a:pt x="43" y="2"/>
                    <a:pt x="38" y="4"/>
                    <a:pt x="36" y="2"/>
                  </a:cubicBezTo>
                  <a:cubicBezTo>
                    <a:pt x="33" y="0"/>
                    <a:pt x="31" y="5"/>
                    <a:pt x="29" y="4"/>
                  </a:cubicBezTo>
                  <a:cubicBezTo>
                    <a:pt x="27" y="4"/>
                    <a:pt x="21" y="3"/>
                    <a:pt x="19" y="4"/>
                  </a:cubicBezTo>
                  <a:cubicBezTo>
                    <a:pt x="17" y="6"/>
                    <a:pt x="17" y="12"/>
                    <a:pt x="16" y="13"/>
                  </a:cubicBezTo>
                  <a:cubicBezTo>
                    <a:pt x="15" y="14"/>
                    <a:pt x="11" y="19"/>
                    <a:pt x="11" y="21"/>
                  </a:cubicBezTo>
                  <a:cubicBezTo>
                    <a:pt x="11" y="22"/>
                    <a:pt x="11" y="23"/>
                    <a:pt x="10" y="23"/>
                  </a:cubicBezTo>
                  <a:cubicBezTo>
                    <a:pt x="10" y="26"/>
                    <a:pt x="11" y="30"/>
                    <a:pt x="11" y="31"/>
                  </a:cubicBezTo>
                  <a:cubicBezTo>
                    <a:pt x="11" y="33"/>
                    <a:pt x="12" y="45"/>
                    <a:pt x="10" y="47"/>
                  </a:cubicBezTo>
                  <a:cubicBezTo>
                    <a:pt x="7" y="50"/>
                    <a:pt x="6" y="54"/>
                    <a:pt x="6" y="54"/>
                  </a:cubicBezTo>
                  <a:cubicBezTo>
                    <a:pt x="6" y="54"/>
                    <a:pt x="2" y="56"/>
                    <a:pt x="1" y="62"/>
                  </a:cubicBezTo>
                  <a:cubicBezTo>
                    <a:pt x="0" y="67"/>
                    <a:pt x="1" y="71"/>
                    <a:pt x="1" y="75"/>
                  </a:cubicBezTo>
                  <a:cubicBezTo>
                    <a:pt x="1" y="78"/>
                    <a:pt x="3" y="80"/>
                    <a:pt x="5" y="84"/>
                  </a:cubicBezTo>
                  <a:cubicBezTo>
                    <a:pt x="5" y="84"/>
                    <a:pt x="5" y="84"/>
                    <a:pt x="5" y="84"/>
                  </a:cubicBezTo>
                  <a:cubicBezTo>
                    <a:pt x="7" y="87"/>
                    <a:pt x="16" y="87"/>
                    <a:pt x="22" y="88"/>
                  </a:cubicBezTo>
                  <a:cubicBezTo>
                    <a:pt x="27" y="90"/>
                    <a:pt x="32" y="97"/>
                    <a:pt x="32" y="100"/>
                  </a:cubicBezTo>
                  <a:cubicBezTo>
                    <a:pt x="32" y="103"/>
                    <a:pt x="36" y="108"/>
                    <a:pt x="38" y="110"/>
                  </a:cubicBezTo>
                  <a:cubicBezTo>
                    <a:pt x="41" y="111"/>
                    <a:pt x="47" y="107"/>
                    <a:pt x="50" y="107"/>
                  </a:cubicBezTo>
                  <a:cubicBezTo>
                    <a:pt x="53" y="107"/>
                    <a:pt x="63" y="107"/>
                    <a:pt x="65" y="105"/>
                  </a:cubicBezTo>
                  <a:cubicBezTo>
                    <a:pt x="65" y="105"/>
                    <a:pt x="66" y="105"/>
                    <a:pt x="66" y="105"/>
                  </a:cubicBezTo>
                  <a:cubicBezTo>
                    <a:pt x="69" y="99"/>
                    <a:pt x="70" y="93"/>
                    <a:pt x="70" y="93"/>
                  </a:cubicBezTo>
                  <a:cubicBezTo>
                    <a:pt x="70" y="93"/>
                    <a:pt x="81" y="81"/>
                    <a:pt x="83" y="8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7" name="Freeform 23"/>
            <p:cNvSpPr>
              <a:spLocks noChangeArrowheads="1"/>
            </p:cNvSpPr>
            <p:nvPr/>
          </p:nvSpPr>
          <p:spPr bwMode="auto">
            <a:xfrm>
              <a:off x="3663962" y="2198689"/>
              <a:ext cx="65088" cy="133350"/>
            </a:xfrm>
            <a:custGeom>
              <a:avLst/>
              <a:gdLst>
                <a:gd name="T0" fmla="*/ 23 w 34"/>
                <a:gd name="T1" fmla="*/ 45 h 70"/>
                <a:gd name="T2" fmla="*/ 28 w 34"/>
                <a:gd name="T3" fmla="*/ 37 h 70"/>
                <a:gd name="T4" fmla="*/ 32 w 34"/>
                <a:gd name="T5" fmla="*/ 30 h 70"/>
                <a:gd name="T6" fmla="*/ 33 w 34"/>
                <a:gd name="T7" fmla="*/ 14 h 70"/>
                <a:gd name="T8" fmla="*/ 32 w 34"/>
                <a:gd name="T9" fmla="*/ 6 h 70"/>
                <a:gd name="T10" fmla="*/ 28 w 34"/>
                <a:gd name="T11" fmla="*/ 6 h 70"/>
                <a:gd name="T12" fmla="*/ 25 w 34"/>
                <a:gd name="T13" fmla="*/ 1 h 70"/>
                <a:gd name="T14" fmla="*/ 21 w 34"/>
                <a:gd name="T15" fmla="*/ 6 h 70"/>
                <a:gd name="T16" fmla="*/ 18 w 34"/>
                <a:gd name="T17" fmla="*/ 11 h 70"/>
                <a:gd name="T18" fmla="*/ 8 w 34"/>
                <a:gd name="T19" fmla="*/ 13 h 70"/>
                <a:gd name="T20" fmla="*/ 2 w 34"/>
                <a:gd name="T21" fmla="*/ 17 h 70"/>
                <a:gd name="T22" fmla="*/ 0 w 34"/>
                <a:gd name="T23" fmla="*/ 17 h 70"/>
                <a:gd name="T24" fmla="*/ 6 w 34"/>
                <a:gd name="T25" fmla="*/ 28 h 70"/>
                <a:gd name="T26" fmla="*/ 9 w 34"/>
                <a:gd name="T27" fmla="*/ 36 h 70"/>
                <a:gd name="T28" fmla="*/ 10 w 34"/>
                <a:gd name="T29" fmla="*/ 49 h 70"/>
                <a:gd name="T30" fmla="*/ 11 w 34"/>
                <a:gd name="T31" fmla="*/ 70 h 70"/>
                <a:gd name="T32" fmla="*/ 19 w 34"/>
                <a:gd name="T33" fmla="*/ 69 h 70"/>
                <a:gd name="T34" fmla="*/ 27 w 34"/>
                <a:gd name="T35" fmla="*/ 67 h 70"/>
                <a:gd name="T36" fmla="*/ 23 w 34"/>
                <a:gd name="T37" fmla="*/ 58 h 70"/>
                <a:gd name="T38" fmla="*/ 23 w 34"/>
                <a:gd name="T39" fmla="*/ 45 h 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4"/>
                <a:gd name="T61" fmla="*/ 0 h 70"/>
                <a:gd name="T62" fmla="*/ 34 w 34"/>
                <a:gd name="T63" fmla="*/ 70 h 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4" h="70">
                  <a:moveTo>
                    <a:pt x="23" y="45"/>
                  </a:moveTo>
                  <a:cubicBezTo>
                    <a:pt x="24" y="39"/>
                    <a:pt x="28" y="37"/>
                    <a:pt x="28" y="37"/>
                  </a:cubicBezTo>
                  <a:cubicBezTo>
                    <a:pt x="28" y="37"/>
                    <a:pt x="29" y="33"/>
                    <a:pt x="32" y="30"/>
                  </a:cubicBezTo>
                  <a:cubicBezTo>
                    <a:pt x="34" y="28"/>
                    <a:pt x="33" y="16"/>
                    <a:pt x="33" y="14"/>
                  </a:cubicBezTo>
                  <a:cubicBezTo>
                    <a:pt x="33" y="13"/>
                    <a:pt x="32" y="9"/>
                    <a:pt x="32" y="6"/>
                  </a:cubicBezTo>
                  <a:cubicBezTo>
                    <a:pt x="31" y="7"/>
                    <a:pt x="30" y="7"/>
                    <a:pt x="28" y="6"/>
                  </a:cubicBezTo>
                  <a:cubicBezTo>
                    <a:pt x="25" y="5"/>
                    <a:pt x="28" y="2"/>
                    <a:pt x="25" y="1"/>
                  </a:cubicBezTo>
                  <a:cubicBezTo>
                    <a:pt x="21" y="0"/>
                    <a:pt x="20" y="4"/>
                    <a:pt x="21" y="6"/>
                  </a:cubicBezTo>
                  <a:cubicBezTo>
                    <a:pt x="21" y="9"/>
                    <a:pt x="19" y="9"/>
                    <a:pt x="18" y="11"/>
                  </a:cubicBezTo>
                  <a:cubicBezTo>
                    <a:pt x="16" y="12"/>
                    <a:pt x="10" y="13"/>
                    <a:pt x="8" y="13"/>
                  </a:cubicBezTo>
                  <a:cubicBezTo>
                    <a:pt x="6" y="13"/>
                    <a:pt x="4" y="16"/>
                    <a:pt x="2" y="17"/>
                  </a:cubicBezTo>
                  <a:cubicBezTo>
                    <a:pt x="2" y="17"/>
                    <a:pt x="1" y="17"/>
                    <a:pt x="0" y="17"/>
                  </a:cubicBezTo>
                  <a:cubicBezTo>
                    <a:pt x="1" y="26"/>
                    <a:pt x="2" y="25"/>
                    <a:pt x="6" y="28"/>
                  </a:cubicBezTo>
                  <a:cubicBezTo>
                    <a:pt x="11" y="30"/>
                    <a:pt x="7" y="34"/>
                    <a:pt x="9" y="36"/>
                  </a:cubicBezTo>
                  <a:cubicBezTo>
                    <a:pt x="11" y="38"/>
                    <a:pt x="10" y="43"/>
                    <a:pt x="10" y="49"/>
                  </a:cubicBezTo>
                  <a:cubicBezTo>
                    <a:pt x="11" y="53"/>
                    <a:pt x="11" y="63"/>
                    <a:pt x="11" y="70"/>
                  </a:cubicBezTo>
                  <a:cubicBezTo>
                    <a:pt x="14" y="70"/>
                    <a:pt x="17" y="69"/>
                    <a:pt x="19" y="69"/>
                  </a:cubicBezTo>
                  <a:cubicBezTo>
                    <a:pt x="22" y="69"/>
                    <a:pt x="25" y="65"/>
                    <a:pt x="27" y="67"/>
                  </a:cubicBezTo>
                  <a:cubicBezTo>
                    <a:pt x="25" y="63"/>
                    <a:pt x="23" y="61"/>
                    <a:pt x="23" y="58"/>
                  </a:cubicBezTo>
                  <a:cubicBezTo>
                    <a:pt x="23" y="54"/>
                    <a:pt x="22" y="50"/>
                    <a:pt x="23" y="4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8" name="Freeform 24"/>
            <p:cNvSpPr>
              <a:spLocks noChangeArrowheads="1"/>
            </p:cNvSpPr>
            <p:nvPr/>
          </p:nvSpPr>
          <p:spPr bwMode="auto">
            <a:xfrm>
              <a:off x="3644913" y="2227264"/>
              <a:ext cx="41275" cy="112713"/>
            </a:xfrm>
            <a:custGeom>
              <a:avLst/>
              <a:gdLst>
                <a:gd name="T0" fmla="*/ 19 w 21"/>
                <a:gd name="T1" fmla="*/ 21 h 59"/>
                <a:gd name="T2" fmla="*/ 16 w 21"/>
                <a:gd name="T3" fmla="*/ 13 h 59"/>
                <a:gd name="T4" fmla="*/ 10 w 21"/>
                <a:gd name="T5" fmla="*/ 2 h 59"/>
                <a:gd name="T6" fmla="*/ 2 w 21"/>
                <a:gd name="T7" fmla="*/ 1 h 59"/>
                <a:gd name="T8" fmla="*/ 0 w 21"/>
                <a:gd name="T9" fmla="*/ 1 h 59"/>
                <a:gd name="T10" fmla="*/ 3 w 21"/>
                <a:gd name="T11" fmla="*/ 8 h 59"/>
                <a:gd name="T12" fmla="*/ 5 w 21"/>
                <a:gd name="T13" fmla="*/ 15 h 59"/>
                <a:gd name="T14" fmla="*/ 6 w 21"/>
                <a:gd name="T15" fmla="*/ 31 h 59"/>
                <a:gd name="T16" fmla="*/ 9 w 21"/>
                <a:gd name="T17" fmla="*/ 46 h 59"/>
                <a:gd name="T18" fmla="*/ 13 w 21"/>
                <a:gd name="T19" fmla="*/ 59 h 59"/>
                <a:gd name="T20" fmla="*/ 15 w 21"/>
                <a:gd name="T21" fmla="*/ 58 h 59"/>
                <a:gd name="T22" fmla="*/ 21 w 21"/>
                <a:gd name="T23" fmla="*/ 55 h 59"/>
                <a:gd name="T24" fmla="*/ 20 w 21"/>
                <a:gd name="T25" fmla="*/ 34 h 59"/>
                <a:gd name="T26" fmla="*/ 19 w 21"/>
                <a:gd name="T27" fmla="*/ 21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
                <a:gd name="T43" fmla="*/ 0 h 59"/>
                <a:gd name="T44" fmla="*/ 21 w 21"/>
                <a:gd name="T45" fmla="*/ 59 h 5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 h="59">
                  <a:moveTo>
                    <a:pt x="19" y="21"/>
                  </a:moveTo>
                  <a:cubicBezTo>
                    <a:pt x="17" y="19"/>
                    <a:pt x="21" y="15"/>
                    <a:pt x="16" y="13"/>
                  </a:cubicBezTo>
                  <a:cubicBezTo>
                    <a:pt x="12" y="10"/>
                    <a:pt x="11" y="11"/>
                    <a:pt x="10" y="2"/>
                  </a:cubicBezTo>
                  <a:cubicBezTo>
                    <a:pt x="8" y="2"/>
                    <a:pt x="4" y="1"/>
                    <a:pt x="2" y="1"/>
                  </a:cubicBezTo>
                  <a:cubicBezTo>
                    <a:pt x="1" y="0"/>
                    <a:pt x="1" y="1"/>
                    <a:pt x="0" y="1"/>
                  </a:cubicBezTo>
                  <a:cubicBezTo>
                    <a:pt x="1" y="4"/>
                    <a:pt x="2" y="7"/>
                    <a:pt x="3" y="8"/>
                  </a:cubicBezTo>
                  <a:cubicBezTo>
                    <a:pt x="4" y="9"/>
                    <a:pt x="6" y="11"/>
                    <a:pt x="5" y="15"/>
                  </a:cubicBezTo>
                  <a:cubicBezTo>
                    <a:pt x="5" y="19"/>
                    <a:pt x="4" y="27"/>
                    <a:pt x="6" y="31"/>
                  </a:cubicBezTo>
                  <a:cubicBezTo>
                    <a:pt x="7" y="34"/>
                    <a:pt x="9" y="40"/>
                    <a:pt x="9" y="46"/>
                  </a:cubicBezTo>
                  <a:cubicBezTo>
                    <a:pt x="9" y="50"/>
                    <a:pt x="11" y="55"/>
                    <a:pt x="13" y="59"/>
                  </a:cubicBezTo>
                  <a:cubicBezTo>
                    <a:pt x="14" y="59"/>
                    <a:pt x="14" y="58"/>
                    <a:pt x="15" y="58"/>
                  </a:cubicBezTo>
                  <a:cubicBezTo>
                    <a:pt x="17" y="56"/>
                    <a:pt x="19" y="55"/>
                    <a:pt x="21" y="55"/>
                  </a:cubicBezTo>
                  <a:cubicBezTo>
                    <a:pt x="21" y="48"/>
                    <a:pt x="21" y="38"/>
                    <a:pt x="20" y="34"/>
                  </a:cubicBezTo>
                  <a:cubicBezTo>
                    <a:pt x="20" y="28"/>
                    <a:pt x="21" y="23"/>
                    <a:pt x="19" y="2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9" name="Freeform 25"/>
            <p:cNvSpPr>
              <a:spLocks noChangeArrowheads="1"/>
            </p:cNvSpPr>
            <p:nvPr/>
          </p:nvSpPr>
          <p:spPr bwMode="auto">
            <a:xfrm>
              <a:off x="3832237" y="2182815"/>
              <a:ext cx="160339" cy="249238"/>
            </a:xfrm>
            <a:custGeom>
              <a:avLst/>
              <a:gdLst>
                <a:gd name="T0" fmla="*/ 35 w 84"/>
                <a:gd name="T1" fmla="*/ 124 h 130"/>
                <a:gd name="T2" fmla="*/ 65 w 84"/>
                <a:gd name="T3" fmla="*/ 125 h 130"/>
                <a:gd name="T4" fmla="*/ 81 w 84"/>
                <a:gd name="T5" fmla="*/ 130 h 130"/>
                <a:gd name="T6" fmla="*/ 84 w 84"/>
                <a:gd name="T7" fmla="*/ 120 h 130"/>
                <a:gd name="T8" fmla="*/ 82 w 84"/>
                <a:gd name="T9" fmla="*/ 118 h 130"/>
                <a:gd name="T10" fmla="*/ 75 w 84"/>
                <a:gd name="T11" fmla="*/ 111 h 130"/>
                <a:gd name="T12" fmla="*/ 72 w 84"/>
                <a:gd name="T13" fmla="*/ 107 h 130"/>
                <a:gd name="T14" fmla="*/ 71 w 84"/>
                <a:gd name="T15" fmla="*/ 101 h 130"/>
                <a:gd name="T16" fmla="*/ 67 w 84"/>
                <a:gd name="T17" fmla="*/ 92 h 130"/>
                <a:gd name="T18" fmla="*/ 66 w 84"/>
                <a:gd name="T19" fmla="*/ 82 h 130"/>
                <a:gd name="T20" fmla="*/ 71 w 84"/>
                <a:gd name="T21" fmla="*/ 71 h 130"/>
                <a:gd name="T22" fmla="*/ 77 w 84"/>
                <a:gd name="T23" fmla="*/ 64 h 130"/>
                <a:gd name="T24" fmla="*/ 74 w 84"/>
                <a:gd name="T25" fmla="*/ 56 h 130"/>
                <a:gd name="T26" fmla="*/ 64 w 84"/>
                <a:gd name="T27" fmla="*/ 46 h 130"/>
                <a:gd name="T28" fmla="*/ 62 w 84"/>
                <a:gd name="T29" fmla="*/ 38 h 130"/>
                <a:gd name="T30" fmla="*/ 71 w 84"/>
                <a:gd name="T31" fmla="*/ 37 h 130"/>
                <a:gd name="T32" fmla="*/ 76 w 84"/>
                <a:gd name="T33" fmla="*/ 35 h 130"/>
                <a:gd name="T34" fmla="*/ 71 w 84"/>
                <a:gd name="T35" fmla="*/ 21 h 130"/>
                <a:gd name="T36" fmla="*/ 70 w 84"/>
                <a:gd name="T37" fmla="*/ 11 h 130"/>
                <a:gd name="T38" fmla="*/ 63 w 84"/>
                <a:gd name="T39" fmla="*/ 1 h 130"/>
                <a:gd name="T40" fmla="*/ 62 w 84"/>
                <a:gd name="T41" fmla="*/ 0 h 130"/>
                <a:gd name="T42" fmla="*/ 62 w 84"/>
                <a:gd name="T43" fmla="*/ 7 h 130"/>
                <a:gd name="T44" fmla="*/ 66 w 84"/>
                <a:gd name="T45" fmla="*/ 11 h 130"/>
                <a:gd name="T46" fmla="*/ 67 w 84"/>
                <a:gd name="T47" fmla="*/ 18 h 130"/>
                <a:gd name="T48" fmla="*/ 60 w 84"/>
                <a:gd name="T49" fmla="*/ 22 h 130"/>
                <a:gd name="T50" fmla="*/ 54 w 84"/>
                <a:gd name="T51" fmla="*/ 34 h 130"/>
                <a:gd name="T52" fmla="*/ 51 w 84"/>
                <a:gd name="T53" fmla="*/ 42 h 130"/>
                <a:gd name="T54" fmla="*/ 50 w 84"/>
                <a:gd name="T55" fmla="*/ 48 h 130"/>
                <a:gd name="T56" fmla="*/ 44 w 84"/>
                <a:gd name="T57" fmla="*/ 54 h 130"/>
                <a:gd name="T58" fmla="*/ 36 w 84"/>
                <a:gd name="T59" fmla="*/ 72 h 130"/>
                <a:gd name="T60" fmla="*/ 31 w 84"/>
                <a:gd name="T61" fmla="*/ 77 h 130"/>
                <a:gd name="T62" fmla="*/ 23 w 84"/>
                <a:gd name="T63" fmla="*/ 71 h 130"/>
                <a:gd name="T64" fmla="*/ 17 w 84"/>
                <a:gd name="T65" fmla="*/ 72 h 130"/>
                <a:gd name="T66" fmla="*/ 4 w 84"/>
                <a:gd name="T67" fmla="*/ 84 h 130"/>
                <a:gd name="T68" fmla="*/ 0 w 84"/>
                <a:gd name="T69" fmla="*/ 96 h 130"/>
                <a:gd name="T70" fmla="*/ 5 w 84"/>
                <a:gd name="T71" fmla="*/ 103 h 130"/>
                <a:gd name="T72" fmla="*/ 14 w 84"/>
                <a:gd name="T73" fmla="*/ 104 h 130"/>
                <a:gd name="T74" fmla="*/ 17 w 84"/>
                <a:gd name="T75" fmla="*/ 115 h 130"/>
                <a:gd name="T76" fmla="*/ 15 w 84"/>
                <a:gd name="T77" fmla="*/ 125 h 130"/>
                <a:gd name="T78" fmla="*/ 31 w 84"/>
                <a:gd name="T79" fmla="*/ 125 h 130"/>
                <a:gd name="T80" fmla="*/ 35 w 84"/>
                <a:gd name="T81" fmla="*/ 124 h 13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4"/>
                <a:gd name="T124" fmla="*/ 0 h 130"/>
                <a:gd name="T125" fmla="*/ 84 w 84"/>
                <a:gd name="T126" fmla="*/ 130 h 13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4" h="130">
                  <a:moveTo>
                    <a:pt x="35" y="124"/>
                  </a:moveTo>
                  <a:cubicBezTo>
                    <a:pt x="35" y="124"/>
                    <a:pt x="62" y="125"/>
                    <a:pt x="65" y="125"/>
                  </a:cubicBezTo>
                  <a:cubicBezTo>
                    <a:pt x="69" y="124"/>
                    <a:pt x="81" y="130"/>
                    <a:pt x="81" y="130"/>
                  </a:cubicBezTo>
                  <a:cubicBezTo>
                    <a:pt x="81" y="130"/>
                    <a:pt x="82" y="124"/>
                    <a:pt x="84" y="120"/>
                  </a:cubicBezTo>
                  <a:cubicBezTo>
                    <a:pt x="83" y="120"/>
                    <a:pt x="82" y="119"/>
                    <a:pt x="82" y="118"/>
                  </a:cubicBezTo>
                  <a:cubicBezTo>
                    <a:pt x="82" y="117"/>
                    <a:pt x="77" y="113"/>
                    <a:pt x="75" y="111"/>
                  </a:cubicBezTo>
                  <a:cubicBezTo>
                    <a:pt x="73" y="109"/>
                    <a:pt x="72" y="107"/>
                    <a:pt x="72" y="107"/>
                  </a:cubicBezTo>
                  <a:cubicBezTo>
                    <a:pt x="72" y="107"/>
                    <a:pt x="73" y="104"/>
                    <a:pt x="71" y="101"/>
                  </a:cubicBezTo>
                  <a:cubicBezTo>
                    <a:pt x="68" y="98"/>
                    <a:pt x="67" y="96"/>
                    <a:pt x="67" y="92"/>
                  </a:cubicBezTo>
                  <a:cubicBezTo>
                    <a:pt x="67" y="88"/>
                    <a:pt x="66" y="85"/>
                    <a:pt x="66" y="82"/>
                  </a:cubicBezTo>
                  <a:cubicBezTo>
                    <a:pt x="66" y="80"/>
                    <a:pt x="70" y="76"/>
                    <a:pt x="71" y="71"/>
                  </a:cubicBezTo>
                  <a:cubicBezTo>
                    <a:pt x="72" y="68"/>
                    <a:pt x="75" y="66"/>
                    <a:pt x="77" y="64"/>
                  </a:cubicBezTo>
                  <a:cubicBezTo>
                    <a:pt x="76" y="62"/>
                    <a:pt x="75" y="59"/>
                    <a:pt x="74" y="56"/>
                  </a:cubicBezTo>
                  <a:cubicBezTo>
                    <a:pt x="72" y="52"/>
                    <a:pt x="69" y="50"/>
                    <a:pt x="64" y="46"/>
                  </a:cubicBezTo>
                  <a:cubicBezTo>
                    <a:pt x="60" y="42"/>
                    <a:pt x="62" y="40"/>
                    <a:pt x="62" y="38"/>
                  </a:cubicBezTo>
                  <a:cubicBezTo>
                    <a:pt x="62" y="37"/>
                    <a:pt x="67" y="37"/>
                    <a:pt x="71" y="37"/>
                  </a:cubicBezTo>
                  <a:cubicBezTo>
                    <a:pt x="75" y="37"/>
                    <a:pt x="78" y="36"/>
                    <a:pt x="76" y="35"/>
                  </a:cubicBezTo>
                  <a:cubicBezTo>
                    <a:pt x="74" y="34"/>
                    <a:pt x="71" y="27"/>
                    <a:pt x="71" y="21"/>
                  </a:cubicBezTo>
                  <a:cubicBezTo>
                    <a:pt x="72" y="16"/>
                    <a:pt x="70" y="14"/>
                    <a:pt x="70" y="11"/>
                  </a:cubicBezTo>
                  <a:cubicBezTo>
                    <a:pt x="70" y="8"/>
                    <a:pt x="66" y="1"/>
                    <a:pt x="63" y="1"/>
                  </a:cubicBezTo>
                  <a:cubicBezTo>
                    <a:pt x="63" y="1"/>
                    <a:pt x="63" y="0"/>
                    <a:pt x="62" y="0"/>
                  </a:cubicBezTo>
                  <a:cubicBezTo>
                    <a:pt x="62" y="3"/>
                    <a:pt x="62" y="6"/>
                    <a:pt x="62" y="7"/>
                  </a:cubicBezTo>
                  <a:cubicBezTo>
                    <a:pt x="62" y="8"/>
                    <a:pt x="64" y="11"/>
                    <a:pt x="66" y="11"/>
                  </a:cubicBezTo>
                  <a:cubicBezTo>
                    <a:pt x="68" y="12"/>
                    <a:pt x="67" y="15"/>
                    <a:pt x="67" y="18"/>
                  </a:cubicBezTo>
                  <a:cubicBezTo>
                    <a:pt x="67" y="21"/>
                    <a:pt x="61" y="21"/>
                    <a:pt x="60" y="22"/>
                  </a:cubicBezTo>
                  <a:cubicBezTo>
                    <a:pt x="59" y="23"/>
                    <a:pt x="53" y="33"/>
                    <a:pt x="54" y="34"/>
                  </a:cubicBezTo>
                  <a:cubicBezTo>
                    <a:pt x="54" y="36"/>
                    <a:pt x="53" y="41"/>
                    <a:pt x="51" y="42"/>
                  </a:cubicBezTo>
                  <a:cubicBezTo>
                    <a:pt x="49" y="42"/>
                    <a:pt x="50" y="46"/>
                    <a:pt x="50" y="48"/>
                  </a:cubicBezTo>
                  <a:cubicBezTo>
                    <a:pt x="50" y="49"/>
                    <a:pt x="44" y="52"/>
                    <a:pt x="44" y="54"/>
                  </a:cubicBezTo>
                  <a:cubicBezTo>
                    <a:pt x="44" y="57"/>
                    <a:pt x="38" y="68"/>
                    <a:pt x="36" y="72"/>
                  </a:cubicBezTo>
                  <a:cubicBezTo>
                    <a:pt x="34" y="75"/>
                    <a:pt x="32" y="80"/>
                    <a:pt x="31" y="77"/>
                  </a:cubicBezTo>
                  <a:cubicBezTo>
                    <a:pt x="31" y="73"/>
                    <a:pt x="26" y="69"/>
                    <a:pt x="23" y="71"/>
                  </a:cubicBezTo>
                  <a:cubicBezTo>
                    <a:pt x="21" y="73"/>
                    <a:pt x="18" y="72"/>
                    <a:pt x="17" y="72"/>
                  </a:cubicBezTo>
                  <a:cubicBezTo>
                    <a:pt x="15" y="72"/>
                    <a:pt x="4" y="84"/>
                    <a:pt x="4" y="84"/>
                  </a:cubicBezTo>
                  <a:cubicBezTo>
                    <a:pt x="4" y="84"/>
                    <a:pt x="3" y="90"/>
                    <a:pt x="0" y="96"/>
                  </a:cubicBezTo>
                  <a:cubicBezTo>
                    <a:pt x="2" y="97"/>
                    <a:pt x="4" y="100"/>
                    <a:pt x="5" y="103"/>
                  </a:cubicBezTo>
                  <a:cubicBezTo>
                    <a:pt x="8" y="106"/>
                    <a:pt x="12" y="103"/>
                    <a:pt x="14" y="104"/>
                  </a:cubicBezTo>
                  <a:cubicBezTo>
                    <a:pt x="16" y="105"/>
                    <a:pt x="18" y="113"/>
                    <a:pt x="17" y="115"/>
                  </a:cubicBezTo>
                  <a:cubicBezTo>
                    <a:pt x="16" y="117"/>
                    <a:pt x="14" y="123"/>
                    <a:pt x="15" y="125"/>
                  </a:cubicBezTo>
                  <a:cubicBezTo>
                    <a:pt x="31" y="125"/>
                    <a:pt x="31" y="125"/>
                    <a:pt x="31" y="125"/>
                  </a:cubicBezTo>
                  <a:lnTo>
                    <a:pt x="35" y="124"/>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0" name="Freeform 26"/>
            <p:cNvSpPr>
              <a:spLocks noChangeArrowheads="1"/>
            </p:cNvSpPr>
            <p:nvPr/>
          </p:nvSpPr>
          <p:spPr bwMode="auto">
            <a:xfrm>
              <a:off x="3462350" y="2236789"/>
              <a:ext cx="131763" cy="134938"/>
            </a:xfrm>
            <a:custGeom>
              <a:avLst/>
              <a:gdLst>
                <a:gd name="T0" fmla="*/ 66 w 69"/>
                <a:gd name="T1" fmla="*/ 60 h 71"/>
                <a:gd name="T2" fmla="*/ 61 w 69"/>
                <a:gd name="T3" fmla="*/ 47 h 71"/>
                <a:gd name="T4" fmla="*/ 65 w 69"/>
                <a:gd name="T5" fmla="*/ 36 h 71"/>
                <a:gd name="T6" fmla="*/ 69 w 69"/>
                <a:gd name="T7" fmla="*/ 29 h 71"/>
                <a:gd name="T8" fmla="*/ 65 w 69"/>
                <a:gd name="T9" fmla="*/ 11 h 71"/>
                <a:gd name="T10" fmla="*/ 63 w 69"/>
                <a:gd name="T11" fmla="*/ 10 h 71"/>
                <a:gd name="T12" fmla="*/ 50 w 69"/>
                <a:gd name="T13" fmla="*/ 12 h 71"/>
                <a:gd name="T14" fmla="*/ 40 w 69"/>
                <a:gd name="T15" fmla="*/ 7 h 71"/>
                <a:gd name="T16" fmla="*/ 31 w 69"/>
                <a:gd name="T17" fmla="*/ 4 h 71"/>
                <a:gd name="T18" fmla="*/ 27 w 69"/>
                <a:gd name="T19" fmla="*/ 3 h 71"/>
                <a:gd name="T20" fmla="*/ 22 w 69"/>
                <a:gd name="T21" fmla="*/ 4 h 71"/>
                <a:gd name="T22" fmla="*/ 15 w 69"/>
                <a:gd name="T23" fmla="*/ 7 h 71"/>
                <a:gd name="T24" fmla="*/ 10 w 69"/>
                <a:gd name="T25" fmla="*/ 5 h 71"/>
                <a:gd name="T26" fmla="*/ 6 w 69"/>
                <a:gd name="T27" fmla="*/ 6 h 71"/>
                <a:gd name="T28" fmla="*/ 6 w 69"/>
                <a:gd name="T29" fmla="*/ 15 h 71"/>
                <a:gd name="T30" fmla="*/ 8 w 69"/>
                <a:gd name="T31" fmla="*/ 20 h 71"/>
                <a:gd name="T32" fmla="*/ 10 w 69"/>
                <a:gd name="T33" fmla="*/ 27 h 71"/>
                <a:gd name="T34" fmla="*/ 5 w 69"/>
                <a:gd name="T35" fmla="*/ 28 h 71"/>
                <a:gd name="T36" fmla="*/ 6 w 69"/>
                <a:gd name="T37" fmla="*/ 35 h 71"/>
                <a:gd name="T38" fmla="*/ 2 w 69"/>
                <a:gd name="T39" fmla="*/ 41 h 71"/>
                <a:gd name="T40" fmla="*/ 1 w 69"/>
                <a:gd name="T41" fmla="*/ 49 h 71"/>
                <a:gd name="T42" fmla="*/ 5 w 69"/>
                <a:gd name="T43" fmla="*/ 52 h 71"/>
                <a:gd name="T44" fmla="*/ 14 w 69"/>
                <a:gd name="T45" fmla="*/ 61 h 71"/>
                <a:gd name="T46" fmla="*/ 10 w 69"/>
                <a:gd name="T47" fmla="*/ 71 h 71"/>
                <a:gd name="T48" fmla="*/ 44 w 69"/>
                <a:gd name="T49" fmla="*/ 64 h 71"/>
                <a:gd name="T50" fmla="*/ 65 w 69"/>
                <a:gd name="T51" fmla="*/ 65 h 71"/>
                <a:gd name="T52" fmla="*/ 66 w 69"/>
                <a:gd name="T53" fmla="*/ 60 h 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9"/>
                <a:gd name="T82" fmla="*/ 0 h 71"/>
                <a:gd name="T83" fmla="*/ 69 w 69"/>
                <a:gd name="T84" fmla="*/ 71 h 7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9" h="71">
                  <a:moveTo>
                    <a:pt x="66" y="60"/>
                  </a:moveTo>
                  <a:cubicBezTo>
                    <a:pt x="64" y="58"/>
                    <a:pt x="61" y="49"/>
                    <a:pt x="61" y="47"/>
                  </a:cubicBezTo>
                  <a:cubicBezTo>
                    <a:pt x="61" y="45"/>
                    <a:pt x="65" y="39"/>
                    <a:pt x="65" y="36"/>
                  </a:cubicBezTo>
                  <a:cubicBezTo>
                    <a:pt x="65" y="33"/>
                    <a:pt x="69" y="31"/>
                    <a:pt x="69" y="29"/>
                  </a:cubicBezTo>
                  <a:cubicBezTo>
                    <a:pt x="69" y="27"/>
                    <a:pt x="68" y="17"/>
                    <a:pt x="65" y="11"/>
                  </a:cubicBezTo>
                  <a:cubicBezTo>
                    <a:pt x="65" y="11"/>
                    <a:pt x="64" y="11"/>
                    <a:pt x="63" y="10"/>
                  </a:cubicBezTo>
                  <a:cubicBezTo>
                    <a:pt x="61" y="8"/>
                    <a:pt x="53" y="9"/>
                    <a:pt x="50" y="12"/>
                  </a:cubicBezTo>
                  <a:cubicBezTo>
                    <a:pt x="47" y="15"/>
                    <a:pt x="41" y="9"/>
                    <a:pt x="40" y="7"/>
                  </a:cubicBezTo>
                  <a:cubicBezTo>
                    <a:pt x="39" y="6"/>
                    <a:pt x="35" y="2"/>
                    <a:pt x="31" y="4"/>
                  </a:cubicBezTo>
                  <a:cubicBezTo>
                    <a:pt x="28" y="7"/>
                    <a:pt x="27" y="6"/>
                    <a:pt x="27" y="3"/>
                  </a:cubicBezTo>
                  <a:cubicBezTo>
                    <a:pt x="28" y="0"/>
                    <a:pt x="22" y="1"/>
                    <a:pt x="22" y="4"/>
                  </a:cubicBezTo>
                  <a:cubicBezTo>
                    <a:pt x="21" y="6"/>
                    <a:pt x="17" y="9"/>
                    <a:pt x="15" y="7"/>
                  </a:cubicBezTo>
                  <a:cubicBezTo>
                    <a:pt x="14" y="5"/>
                    <a:pt x="11" y="2"/>
                    <a:pt x="10" y="5"/>
                  </a:cubicBezTo>
                  <a:cubicBezTo>
                    <a:pt x="9" y="7"/>
                    <a:pt x="7" y="7"/>
                    <a:pt x="6" y="6"/>
                  </a:cubicBezTo>
                  <a:cubicBezTo>
                    <a:pt x="5" y="9"/>
                    <a:pt x="4" y="14"/>
                    <a:pt x="6" y="15"/>
                  </a:cubicBezTo>
                  <a:cubicBezTo>
                    <a:pt x="8" y="16"/>
                    <a:pt x="8" y="19"/>
                    <a:pt x="8" y="20"/>
                  </a:cubicBezTo>
                  <a:cubicBezTo>
                    <a:pt x="7" y="22"/>
                    <a:pt x="12" y="25"/>
                    <a:pt x="10" y="27"/>
                  </a:cubicBezTo>
                  <a:cubicBezTo>
                    <a:pt x="8" y="29"/>
                    <a:pt x="6" y="25"/>
                    <a:pt x="5" y="28"/>
                  </a:cubicBezTo>
                  <a:cubicBezTo>
                    <a:pt x="3" y="30"/>
                    <a:pt x="7" y="33"/>
                    <a:pt x="6" y="35"/>
                  </a:cubicBezTo>
                  <a:cubicBezTo>
                    <a:pt x="4" y="37"/>
                    <a:pt x="2" y="37"/>
                    <a:pt x="2" y="41"/>
                  </a:cubicBezTo>
                  <a:cubicBezTo>
                    <a:pt x="3" y="45"/>
                    <a:pt x="3" y="48"/>
                    <a:pt x="1" y="49"/>
                  </a:cubicBezTo>
                  <a:cubicBezTo>
                    <a:pt x="0" y="50"/>
                    <a:pt x="1" y="50"/>
                    <a:pt x="5" y="52"/>
                  </a:cubicBezTo>
                  <a:cubicBezTo>
                    <a:pt x="8" y="55"/>
                    <a:pt x="14" y="57"/>
                    <a:pt x="14" y="61"/>
                  </a:cubicBezTo>
                  <a:cubicBezTo>
                    <a:pt x="13" y="64"/>
                    <a:pt x="12" y="65"/>
                    <a:pt x="10" y="71"/>
                  </a:cubicBezTo>
                  <a:cubicBezTo>
                    <a:pt x="17" y="71"/>
                    <a:pt x="29" y="66"/>
                    <a:pt x="44" y="64"/>
                  </a:cubicBezTo>
                  <a:cubicBezTo>
                    <a:pt x="52" y="62"/>
                    <a:pt x="60" y="64"/>
                    <a:pt x="65" y="65"/>
                  </a:cubicBezTo>
                  <a:cubicBezTo>
                    <a:pt x="66" y="63"/>
                    <a:pt x="66" y="61"/>
                    <a:pt x="66" y="6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1" name="Freeform 27"/>
            <p:cNvSpPr>
              <a:spLocks noChangeArrowheads="1"/>
            </p:cNvSpPr>
            <p:nvPr/>
          </p:nvSpPr>
          <p:spPr bwMode="auto">
            <a:xfrm>
              <a:off x="3578237" y="2228852"/>
              <a:ext cx="92076" cy="139700"/>
            </a:xfrm>
            <a:custGeom>
              <a:avLst/>
              <a:gdLst>
                <a:gd name="T0" fmla="*/ 41 w 48"/>
                <a:gd name="T1" fmla="*/ 30 h 73"/>
                <a:gd name="T2" fmla="*/ 40 w 48"/>
                <a:gd name="T3" fmla="*/ 14 h 73"/>
                <a:gd name="T4" fmla="*/ 38 w 48"/>
                <a:gd name="T5" fmla="*/ 7 h 73"/>
                <a:gd name="T6" fmla="*/ 35 w 48"/>
                <a:gd name="T7" fmla="*/ 0 h 73"/>
                <a:gd name="T8" fmla="*/ 32 w 48"/>
                <a:gd name="T9" fmla="*/ 3 h 73"/>
                <a:gd name="T10" fmla="*/ 4 w 48"/>
                <a:gd name="T11" fmla="*/ 2 h 73"/>
                <a:gd name="T12" fmla="*/ 6 w 48"/>
                <a:gd name="T13" fmla="*/ 13 h 73"/>
                <a:gd name="T14" fmla="*/ 4 w 48"/>
                <a:gd name="T15" fmla="*/ 15 h 73"/>
                <a:gd name="T16" fmla="*/ 8 w 48"/>
                <a:gd name="T17" fmla="*/ 33 h 73"/>
                <a:gd name="T18" fmla="*/ 4 w 48"/>
                <a:gd name="T19" fmla="*/ 40 h 73"/>
                <a:gd name="T20" fmla="*/ 0 w 48"/>
                <a:gd name="T21" fmla="*/ 51 h 73"/>
                <a:gd name="T22" fmla="*/ 5 w 48"/>
                <a:gd name="T23" fmla="*/ 64 h 73"/>
                <a:gd name="T24" fmla="*/ 4 w 48"/>
                <a:gd name="T25" fmla="*/ 69 h 73"/>
                <a:gd name="T26" fmla="*/ 13 w 48"/>
                <a:gd name="T27" fmla="*/ 72 h 73"/>
                <a:gd name="T28" fmla="*/ 35 w 48"/>
                <a:gd name="T29" fmla="*/ 64 h 73"/>
                <a:gd name="T30" fmla="*/ 48 w 48"/>
                <a:gd name="T31" fmla="*/ 58 h 73"/>
                <a:gd name="T32" fmla="*/ 44 w 48"/>
                <a:gd name="T33" fmla="*/ 45 h 73"/>
                <a:gd name="T34" fmla="*/ 41 w 48"/>
                <a:gd name="T35" fmla="*/ 30 h 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73"/>
                <a:gd name="T56" fmla="*/ 48 w 48"/>
                <a:gd name="T57" fmla="*/ 73 h 7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73">
                  <a:moveTo>
                    <a:pt x="41" y="30"/>
                  </a:moveTo>
                  <a:cubicBezTo>
                    <a:pt x="39" y="26"/>
                    <a:pt x="40" y="18"/>
                    <a:pt x="40" y="14"/>
                  </a:cubicBezTo>
                  <a:cubicBezTo>
                    <a:pt x="41" y="10"/>
                    <a:pt x="39" y="8"/>
                    <a:pt x="38" y="7"/>
                  </a:cubicBezTo>
                  <a:cubicBezTo>
                    <a:pt x="37" y="6"/>
                    <a:pt x="36" y="3"/>
                    <a:pt x="35" y="0"/>
                  </a:cubicBezTo>
                  <a:cubicBezTo>
                    <a:pt x="33" y="1"/>
                    <a:pt x="33" y="4"/>
                    <a:pt x="32" y="3"/>
                  </a:cubicBezTo>
                  <a:cubicBezTo>
                    <a:pt x="31" y="1"/>
                    <a:pt x="5" y="0"/>
                    <a:pt x="4" y="2"/>
                  </a:cubicBezTo>
                  <a:cubicBezTo>
                    <a:pt x="3" y="4"/>
                    <a:pt x="6" y="11"/>
                    <a:pt x="6" y="13"/>
                  </a:cubicBezTo>
                  <a:cubicBezTo>
                    <a:pt x="6" y="14"/>
                    <a:pt x="5" y="15"/>
                    <a:pt x="4" y="15"/>
                  </a:cubicBezTo>
                  <a:cubicBezTo>
                    <a:pt x="7" y="21"/>
                    <a:pt x="8" y="31"/>
                    <a:pt x="8" y="33"/>
                  </a:cubicBezTo>
                  <a:cubicBezTo>
                    <a:pt x="8" y="35"/>
                    <a:pt x="4" y="37"/>
                    <a:pt x="4" y="40"/>
                  </a:cubicBezTo>
                  <a:cubicBezTo>
                    <a:pt x="4" y="43"/>
                    <a:pt x="0" y="49"/>
                    <a:pt x="0" y="51"/>
                  </a:cubicBezTo>
                  <a:cubicBezTo>
                    <a:pt x="0" y="53"/>
                    <a:pt x="3" y="62"/>
                    <a:pt x="5" y="64"/>
                  </a:cubicBezTo>
                  <a:cubicBezTo>
                    <a:pt x="5" y="65"/>
                    <a:pt x="5" y="67"/>
                    <a:pt x="4" y="69"/>
                  </a:cubicBezTo>
                  <a:cubicBezTo>
                    <a:pt x="9" y="71"/>
                    <a:pt x="12" y="72"/>
                    <a:pt x="13" y="72"/>
                  </a:cubicBezTo>
                  <a:cubicBezTo>
                    <a:pt x="15" y="73"/>
                    <a:pt x="29" y="66"/>
                    <a:pt x="35" y="64"/>
                  </a:cubicBezTo>
                  <a:cubicBezTo>
                    <a:pt x="39" y="61"/>
                    <a:pt x="44" y="60"/>
                    <a:pt x="48" y="58"/>
                  </a:cubicBezTo>
                  <a:cubicBezTo>
                    <a:pt x="46" y="54"/>
                    <a:pt x="44" y="49"/>
                    <a:pt x="44" y="45"/>
                  </a:cubicBezTo>
                  <a:cubicBezTo>
                    <a:pt x="44" y="39"/>
                    <a:pt x="42" y="33"/>
                    <a:pt x="41" y="3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2" name="Freeform 28"/>
            <p:cNvSpPr>
              <a:spLocks noChangeArrowheads="1"/>
            </p:cNvSpPr>
            <p:nvPr/>
          </p:nvSpPr>
          <p:spPr bwMode="auto">
            <a:xfrm>
              <a:off x="3319474" y="2195514"/>
              <a:ext cx="165101" cy="122238"/>
            </a:xfrm>
            <a:custGeom>
              <a:avLst/>
              <a:gdLst>
                <a:gd name="T0" fmla="*/ 29 w 86"/>
                <a:gd name="T1" fmla="*/ 34 h 64"/>
                <a:gd name="T2" fmla="*/ 34 w 86"/>
                <a:gd name="T3" fmla="*/ 33 h 64"/>
                <a:gd name="T4" fmla="*/ 42 w 86"/>
                <a:gd name="T5" fmla="*/ 31 h 64"/>
                <a:gd name="T6" fmla="*/ 51 w 86"/>
                <a:gd name="T7" fmla="*/ 42 h 64"/>
                <a:gd name="T8" fmla="*/ 53 w 86"/>
                <a:gd name="T9" fmla="*/ 49 h 64"/>
                <a:gd name="T10" fmla="*/ 53 w 86"/>
                <a:gd name="T11" fmla="*/ 50 h 64"/>
                <a:gd name="T12" fmla="*/ 61 w 86"/>
                <a:gd name="T13" fmla="*/ 48 h 64"/>
                <a:gd name="T14" fmla="*/ 65 w 86"/>
                <a:gd name="T15" fmla="*/ 58 h 64"/>
                <a:gd name="T16" fmla="*/ 70 w 86"/>
                <a:gd name="T17" fmla="*/ 62 h 64"/>
                <a:gd name="T18" fmla="*/ 74 w 86"/>
                <a:gd name="T19" fmla="*/ 58 h 64"/>
                <a:gd name="T20" fmla="*/ 77 w 86"/>
                <a:gd name="T21" fmla="*/ 60 h 64"/>
                <a:gd name="T22" fmla="*/ 80 w 86"/>
                <a:gd name="T23" fmla="*/ 57 h 64"/>
                <a:gd name="T24" fmla="*/ 79 w 86"/>
                <a:gd name="T25" fmla="*/ 50 h 64"/>
                <a:gd name="T26" fmla="*/ 84 w 86"/>
                <a:gd name="T27" fmla="*/ 49 h 64"/>
                <a:gd name="T28" fmla="*/ 82 w 86"/>
                <a:gd name="T29" fmla="*/ 42 h 64"/>
                <a:gd name="T30" fmla="*/ 80 w 86"/>
                <a:gd name="T31" fmla="*/ 37 h 64"/>
                <a:gd name="T32" fmla="*/ 80 w 86"/>
                <a:gd name="T33" fmla="*/ 28 h 64"/>
                <a:gd name="T34" fmla="*/ 78 w 86"/>
                <a:gd name="T35" fmla="*/ 26 h 64"/>
                <a:gd name="T36" fmla="*/ 76 w 86"/>
                <a:gd name="T37" fmla="*/ 20 h 64"/>
                <a:gd name="T38" fmla="*/ 76 w 86"/>
                <a:gd name="T39" fmla="*/ 16 h 64"/>
                <a:gd name="T40" fmla="*/ 72 w 86"/>
                <a:gd name="T41" fmla="*/ 11 h 64"/>
                <a:gd name="T42" fmla="*/ 67 w 86"/>
                <a:gd name="T43" fmla="*/ 2 h 64"/>
                <a:gd name="T44" fmla="*/ 59 w 86"/>
                <a:gd name="T45" fmla="*/ 8 h 64"/>
                <a:gd name="T46" fmla="*/ 52 w 86"/>
                <a:gd name="T47" fmla="*/ 7 h 64"/>
                <a:gd name="T48" fmla="*/ 45 w 86"/>
                <a:gd name="T49" fmla="*/ 8 h 64"/>
                <a:gd name="T50" fmla="*/ 42 w 86"/>
                <a:gd name="T51" fmla="*/ 5 h 64"/>
                <a:gd name="T52" fmla="*/ 42 w 86"/>
                <a:gd name="T53" fmla="*/ 3 h 64"/>
                <a:gd name="T54" fmla="*/ 41 w 86"/>
                <a:gd name="T55" fmla="*/ 4 h 64"/>
                <a:gd name="T56" fmla="*/ 24 w 86"/>
                <a:gd name="T57" fmla="*/ 3 h 64"/>
                <a:gd name="T58" fmla="*/ 16 w 86"/>
                <a:gd name="T59" fmla="*/ 0 h 64"/>
                <a:gd name="T60" fmla="*/ 14 w 86"/>
                <a:gd name="T61" fmla="*/ 5 h 64"/>
                <a:gd name="T62" fmla="*/ 15 w 86"/>
                <a:gd name="T63" fmla="*/ 10 h 64"/>
                <a:gd name="T64" fmla="*/ 11 w 86"/>
                <a:gd name="T65" fmla="*/ 12 h 64"/>
                <a:gd name="T66" fmla="*/ 1 w 86"/>
                <a:gd name="T67" fmla="*/ 17 h 64"/>
                <a:gd name="T68" fmla="*/ 0 w 86"/>
                <a:gd name="T69" fmla="*/ 18 h 64"/>
                <a:gd name="T70" fmla="*/ 8 w 86"/>
                <a:gd name="T71" fmla="*/ 28 h 64"/>
                <a:gd name="T72" fmla="*/ 21 w 86"/>
                <a:gd name="T73" fmla="*/ 42 h 64"/>
                <a:gd name="T74" fmla="*/ 29 w 86"/>
                <a:gd name="T75" fmla="*/ 34 h 6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6"/>
                <a:gd name="T115" fmla="*/ 0 h 64"/>
                <a:gd name="T116" fmla="*/ 86 w 86"/>
                <a:gd name="T117" fmla="*/ 64 h 6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6" h="64">
                  <a:moveTo>
                    <a:pt x="29" y="34"/>
                  </a:moveTo>
                  <a:cubicBezTo>
                    <a:pt x="29" y="31"/>
                    <a:pt x="31" y="32"/>
                    <a:pt x="34" y="33"/>
                  </a:cubicBezTo>
                  <a:cubicBezTo>
                    <a:pt x="37" y="33"/>
                    <a:pt x="40" y="31"/>
                    <a:pt x="42" y="31"/>
                  </a:cubicBezTo>
                  <a:cubicBezTo>
                    <a:pt x="45" y="31"/>
                    <a:pt x="51" y="40"/>
                    <a:pt x="51" y="42"/>
                  </a:cubicBezTo>
                  <a:cubicBezTo>
                    <a:pt x="51" y="45"/>
                    <a:pt x="52" y="47"/>
                    <a:pt x="53" y="49"/>
                  </a:cubicBezTo>
                  <a:cubicBezTo>
                    <a:pt x="53" y="49"/>
                    <a:pt x="53" y="49"/>
                    <a:pt x="53" y="50"/>
                  </a:cubicBezTo>
                  <a:cubicBezTo>
                    <a:pt x="57" y="49"/>
                    <a:pt x="61" y="48"/>
                    <a:pt x="61" y="48"/>
                  </a:cubicBezTo>
                  <a:cubicBezTo>
                    <a:pt x="63" y="48"/>
                    <a:pt x="65" y="54"/>
                    <a:pt x="65" y="58"/>
                  </a:cubicBezTo>
                  <a:cubicBezTo>
                    <a:pt x="64" y="61"/>
                    <a:pt x="68" y="64"/>
                    <a:pt x="70" y="62"/>
                  </a:cubicBezTo>
                  <a:cubicBezTo>
                    <a:pt x="72" y="59"/>
                    <a:pt x="74" y="56"/>
                    <a:pt x="74" y="58"/>
                  </a:cubicBezTo>
                  <a:cubicBezTo>
                    <a:pt x="75" y="59"/>
                    <a:pt x="75" y="59"/>
                    <a:pt x="77" y="60"/>
                  </a:cubicBezTo>
                  <a:cubicBezTo>
                    <a:pt x="77" y="58"/>
                    <a:pt x="79" y="58"/>
                    <a:pt x="80" y="57"/>
                  </a:cubicBezTo>
                  <a:cubicBezTo>
                    <a:pt x="81" y="55"/>
                    <a:pt x="77" y="52"/>
                    <a:pt x="79" y="50"/>
                  </a:cubicBezTo>
                  <a:cubicBezTo>
                    <a:pt x="80" y="47"/>
                    <a:pt x="82" y="51"/>
                    <a:pt x="84" y="49"/>
                  </a:cubicBezTo>
                  <a:cubicBezTo>
                    <a:pt x="86" y="47"/>
                    <a:pt x="81" y="44"/>
                    <a:pt x="82" y="42"/>
                  </a:cubicBezTo>
                  <a:cubicBezTo>
                    <a:pt x="82" y="41"/>
                    <a:pt x="82" y="38"/>
                    <a:pt x="80" y="37"/>
                  </a:cubicBezTo>
                  <a:cubicBezTo>
                    <a:pt x="78" y="36"/>
                    <a:pt x="79" y="31"/>
                    <a:pt x="80" y="28"/>
                  </a:cubicBezTo>
                  <a:cubicBezTo>
                    <a:pt x="79" y="27"/>
                    <a:pt x="79" y="27"/>
                    <a:pt x="78" y="26"/>
                  </a:cubicBezTo>
                  <a:cubicBezTo>
                    <a:pt x="77" y="24"/>
                    <a:pt x="78" y="20"/>
                    <a:pt x="76" y="20"/>
                  </a:cubicBezTo>
                  <a:cubicBezTo>
                    <a:pt x="73" y="20"/>
                    <a:pt x="74" y="17"/>
                    <a:pt x="76" y="16"/>
                  </a:cubicBezTo>
                  <a:cubicBezTo>
                    <a:pt x="78" y="15"/>
                    <a:pt x="72" y="13"/>
                    <a:pt x="72" y="11"/>
                  </a:cubicBezTo>
                  <a:cubicBezTo>
                    <a:pt x="72" y="8"/>
                    <a:pt x="69" y="3"/>
                    <a:pt x="67" y="2"/>
                  </a:cubicBezTo>
                  <a:cubicBezTo>
                    <a:pt x="66" y="2"/>
                    <a:pt x="61" y="8"/>
                    <a:pt x="59" y="8"/>
                  </a:cubicBezTo>
                  <a:cubicBezTo>
                    <a:pt x="57" y="8"/>
                    <a:pt x="53" y="4"/>
                    <a:pt x="52" y="7"/>
                  </a:cubicBezTo>
                  <a:cubicBezTo>
                    <a:pt x="50" y="11"/>
                    <a:pt x="47" y="6"/>
                    <a:pt x="45" y="8"/>
                  </a:cubicBezTo>
                  <a:cubicBezTo>
                    <a:pt x="43" y="11"/>
                    <a:pt x="42" y="5"/>
                    <a:pt x="42" y="5"/>
                  </a:cubicBezTo>
                  <a:cubicBezTo>
                    <a:pt x="42" y="5"/>
                    <a:pt x="42" y="4"/>
                    <a:pt x="42" y="3"/>
                  </a:cubicBezTo>
                  <a:cubicBezTo>
                    <a:pt x="42" y="3"/>
                    <a:pt x="41" y="4"/>
                    <a:pt x="41" y="4"/>
                  </a:cubicBezTo>
                  <a:cubicBezTo>
                    <a:pt x="35" y="6"/>
                    <a:pt x="25" y="5"/>
                    <a:pt x="24" y="3"/>
                  </a:cubicBezTo>
                  <a:cubicBezTo>
                    <a:pt x="24" y="1"/>
                    <a:pt x="16" y="0"/>
                    <a:pt x="16" y="0"/>
                  </a:cubicBezTo>
                  <a:cubicBezTo>
                    <a:pt x="16" y="0"/>
                    <a:pt x="17" y="4"/>
                    <a:pt x="14" y="5"/>
                  </a:cubicBezTo>
                  <a:cubicBezTo>
                    <a:pt x="11" y="6"/>
                    <a:pt x="15" y="9"/>
                    <a:pt x="15" y="10"/>
                  </a:cubicBezTo>
                  <a:cubicBezTo>
                    <a:pt x="15" y="11"/>
                    <a:pt x="12" y="13"/>
                    <a:pt x="11" y="12"/>
                  </a:cubicBezTo>
                  <a:cubicBezTo>
                    <a:pt x="9" y="11"/>
                    <a:pt x="4" y="16"/>
                    <a:pt x="1" y="17"/>
                  </a:cubicBezTo>
                  <a:cubicBezTo>
                    <a:pt x="1" y="17"/>
                    <a:pt x="1" y="18"/>
                    <a:pt x="0" y="18"/>
                  </a:cubicBezTo>
                  <a:cubicBezTo>
                    <a:pt x="4" y="22"/>
                    <a:pt x="4" y="25"/>
                    <a:pt x="8" y="28"/>
                  </a:cubicBezTo>
                  <a:cubicBezTo>
                    <a:pt x="12" y="31"/>
                    <a:pt x="18" y="36"/>
                    <a:pt x="21" y="42"/>
                  </a:cubicBezTo>
                  <a:cubicBezTo>
                    <a:pt x="24" y="39"/>
                    <a:pt x="28" y="36"/>
                    <a:pt x="29" y="3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3" name="Freeform 29"/>
            <p:cNvSpPr>
              <a:spLocks noChangeArrowheads="1"/>
            </p:cNvSpPr>
            <p:nvPr/>
          </p:nvSpPr>
          <p:spPr bwMode="auto">
            <a:xfrm>
              <a:off x="3398850" y="2286003"/>
              <a:ext cx="88900" cy="85725"/>
            </a:xfrm>
            <a:custGeom>
              <a:avLst/>
              <a:gdLst>
                <a:gd name="T0" fmla="*/ 38 w 47"/>
                <a:gd name="T1" fmla="*/ 26 h 45"/>
                <a:gd name="T2" fmla="*/ 34 w 47"/>
                <a:gd name="T3" fmla="*/ 23 h 45"/>
                <a:gd name="T4" fmla="*/ 35 w 47"/>
                <a:gd name="T5" fmla="*/ 15 h 45"/>
                <a:gd name="T6" fmla="*/ 36 w 47"/>
                <a:gd name="T7" fmla="*/ 12 h 45"/>
                <a:gd name="T8" fmla="*/ 33 w 47"/>
                <a:gd name="T9" fmla="*/ 10 h 45"/>
                <a:gd name="T10" fmla="*/ 29 w 47"/>
                <a:gd name="T11" fmla="*/ 14 h 45"/>
                <a:gd name="T12" fmla="*/ 24 w 47"/>
                <a:gd name="T13" fmla="*/ 10 h 45"/>
                <a:gd name="T14" fmla="*/ 20 w 47"/>
                <a:gd name="T15" fmla="*/ 0 h 45"/>
                <a:gd name="T16" fmla="*/ 12 w 47"/>
                <a:gd name="T17" fmla="*/ 2 h 45"/>
                <a:gd name="T18" fmla="*/ 11 w 47"/>
                <a:gd name="T19" fmla="*/ 7 h 45"/>
                <a:gd name="T20" fmla="*/ 2 w 47"/>
                <a:gd name="T21" fmla="*/ 15 h 45"/>
                <a:gd name="T22" fmla="*/ 0 w 47"/>
                <a:gd name="T23" fmla="*/ 19 h 45"/>
                <a:gd name="T24" fmla="*/ 14 w 47"/>
                <a:gd name="T25" fmla="*/ 28 h 45"/>
                <a:gd name="T26" fmla="*/ 41 w 47"/>
                <a:gd name="T27" fmla="*/ 45 h 45"/>
                <a:gd name="T28" fmla="*/ 43 w 47"/>
                <a:gd name="T29" fmla="*/ 45 h 45"/>
                <a:gd name="T30" fmla="*/ 47 w 47"/>
                <a:gd name="T31" fmla="*/ 35 h 45"/>
                <a:gd name="T32" fmla="*/ 38 w 47"/>
                <a:gd name="T33" fmla="*/ 26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
                <a:gd name="T52" fmla="*/ 0 h 45"/>
                <a:gd name="T53" fmla="*/ 47 w 47"/>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 h="45">
                  <a:moveTo>
                    <a:pt x="38" y="26"/>
                  </a:moveTo>
                  <a:cubicBezTo>
                    <a:pt x="34" y="24"/>
                    <a:pt x="33" y="24"/>
                    <a:pt x="34" y="23"/>
                  </a:cubicBezTo>
                  <a:cubicBezTo>
                    <a:pt x="36" y="22"/>
                    <a:pt x="36" y="19"/>
                    <a:pt x="35" y="15"/>
                  </a:cubicBezTo>
                  <a:cubicBezTo>
                    <a:pt x="35" y="13"/>
                    <a:pt x="35" y="13"/>
                    <a:pt x="36" y="12"/>
                  </a:cubicBezTo>
                  <a:cubicBezTo>
                    <a:pt x="34" y="11"/>
                    <a:pt x="34" y="11"/>
                    <a:pt x="33" y="10"/>
                  </a:cubicBezTo>
                  <a:cubicBezTo>
                    <a:pt x="33" y="8"/>
                    <a:pt x="31" y="11"/>
                    <a:pt x="29" y="14"/>
                  </a:cubicBezTo>
                  <a:cubicBezTo>
                    <a:pt x="27" y="16"/>
                    <a:pt x="23" y="13"/>
                    <a:pt x="24" y="10"/>
                  </a:cubicBezTo>
                  <a:cubicBezTo>
                    <a:pt x="24" y="6"/>
                    <a:pt x="22" y="0"/>
                    <a:pt x="20" y="0"/>
                  </a:cubicBezTo>
                  <a:cubicBezTo>
                    <a:pt x="20" y="0"/>
                    <a:pt x="16" y="1"/>
                    <a:pt x="12" y="2"/>
                  </a:cubicBezTo>
                  <a:cubicBezTo>
                    <a:pt x="13" y="3"/>
                    <a:pt x="12" y="5"/>
                    <a:pt x="11" y="7"/>
                  </a:cubicBezTo>
                  <a:cubicBezTo>
                    <a:pt x="11" y="10"/>
                    <a:pt x="5" y="13"/>
                    <a:pt x="2" y="15"/>
                  </a:cubicBezTo>
                  <a:cubicBezTo>
                    <a:pt x="1" y="15"/>
                    <a:pt x="0" y="17"/>
                    <a:pt x="0" y="19"/>
                  </a:cubicBezTo>
                  <a:cubicBezTo>
                    <a:pt x="4" y="22"/>
                    <a:pt x="10" y="25"/>
                    <a:pt x="14" y="28"/>
                  </a:cubicBezTo>
                  <a:cubicBezTo>
                    <a:pt x="22" y="35"/>
                    <a:pt x="35" y="43"/>
                    <a:pt x="41" y="45"/>
                  </a:cubicBezTo>
                  <a:cubicBezTo>
                    <a:pt x="41" y="45"/>
                    <a:pt x="42" y="45"/>
                    <a:pt x="43" y="45"/>
                  </a:cubicBezTo>
                  <a:cubicBezTo>
                    <a:pt x="45" y="39"/>
                    <a:pt x="46" y="38"/>
                    <a:pt x="47" y="35"/>
                  </a:cubicBezTo>
                  <a:cubicBezTo>
                    <a:pt x="47" y="31"/>
                    <a:pt x="41" y="29"/>
                    <a:pt x="38" y="2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4" name="Freeform 30"/>
            <p:cNvSpPr>
              <a:spLocks noChangeArrowheads="1"/>
            </p:cNvSpPr>
            <p:nvPr/>
          </p:nvSpPr>
          <p:spPr bwMode="auto">
            <a:xfrm>
              <a:off x="3360750" y="2254253"/>
              <a:ext cx="63500" cy="68263"/>
            </a:xfrm>
            <a:custGeom>
              <a:avLst/>
              <a:gdLst>
                <a:gd name="T0" fmla="*/ 31 w 33"/>
                <a:gd name="T1" fmla="*/ 24 h 36"/>
                <a:gd name="T2" fmla="*/ 32 w 33"/>
                <a:gd name="T3" fmla="*/ 18 h 36"/>
                <a:gd name="T4" fmla="*/ 30 w 33"/>
                <a:gd name="T5" fmla="*/ 11 h 36"/>
                <a:gd name="T6" fmla="*/ 21 w 33"/>
                <a:gd name="T7" fmla="*/ 0 h 36"/>
                <a:gd name="T8" fmla="*/ 13 w 33"/>
                <a:gd name="T9" fmla="*/ 2 h 36"/>
                <a:gd name="T10" fmla="*/ 8 w 33"/>
                <a:gd name="T11" fmla="*/ 3 h 36"/>
                <a:gd name="T12" fmla="*/ 0 w 33"/>
                <a:gd name="T13" fmla="*/ 11 h 36"/>
                <a:gd name="T14" fmla="*/ 2 w 33"/>
                <a:gd name="T15" fmla="*/ 15 h 36"/>
                <a:gd name="T16" fmla="*/ 11 w 33"/>
                <a:gd name="T17" fmla="*/ 30 h 36"/>
                <a:gd name="T18" fmla="*/ 20 w 33"/>
                <a:gd name="T19" fmla="*/ 36 h 36"/>
                <a:gd name="T20" fmla="*/ 22 w 33"/>
                <a:gd name="T21" fmla="*/ 32 h 36"/>
                <a:gd name="T22" fmla="*/ 31 w 33"/>
                <a:gd name="T23" fmla="*/ 24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6"/>
                <a:gd name="T38" fmla="*/ 33 w 33"/>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6">
                  <a:moveTo>
                    <a:pt x="31" y="24"/>
                  </a:moveTo>
                  <a:cubicBezTo>
                    <a:pt x="32" y="22"/>
                    <a:pt x="33" y="20"/>
                    <a:pt x="32" y="18"/>
                  </a:cubicBezTo>
                  <a:cubicBezTo>
                    <a:pt x="31" y="16"/>
                    <a:pt x="30" y="14"/>
                    <a:pt x="30" y="11"/>
                  </a:cubicBezTo>
                  <a:cubicBezTo>
                    <a:pt x="30" y="9"/>
                    <a:pt x="24" y="0"/>
                    <a:pt x="21" y="0"/>
                  </a:cubicBezTo>
                  <a:cubicBezTo>
                    <a:pt x="19" y="0"/>
                    <a:pt x="16" y="2"/>
                    <a:pt x="13" y="2"/>
                  </a:cubicBezTo>
                  <a:cubicBezTo>
                    <a:pt x="10" y="1"/>
                    <a:pt x="8" y="0"/>
                    <a:pt x="8" y="3"/>
                  </a:cubicBezTo>
                  <a:cubicBezTo>
                    <a:pt x="7" y="5"/>
                    <a:pt x="3" y="8"/>
                    <a:pt x="0" y="11"/>
                  </a:cubicBezTo>
                  <a:cubicBezTo>
                    <a:pt x="1" y="12"/>
                    <a:pt x="1" y="14"/>
                    <a:pt x="2" y="15"/>
                  </a:cubicBezTo>
                  <a:cubicBezTo>
                    <a:pt x="4" y="25"/>
                    <a:pt x="7" y="26"/>
                    <a:pt x="11" y="30"/>
                  </a:cubicBezTo>
                  <a:cubicBezTo>
                    <a:pt x="12" y="31"/>
                    <a:pt x="16" y="33"/>
                    <a:pt x="20" y="36"/>
                  </a:cubicBezTo>
                  <a:cubicBezTo>
                    <a:pt x="20" y="34"/>
                    <a:pt x="21" y="32"/>
                    <a:pt x="22" y="32"/>
                  </a:cubicBezTo>
                  <a:cubicBezTo>
                    <a:pt x="25" y="30"/>
                    <a:pt x="31" y="27"/>
                    <a:pt x="31" y="2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5" name="Freeform 31"/>
            <p:cNvSpPr>
              <a:spLocks noChangeArrowheads="1"/>
            </p:cNvSpPr>
            <p:nvPr/>
          </p:nvSpPr>
          <p:spPr bwMode="auto">
            <a:xfrm>
              <a:off x="3279786" y="1854202"/>
              <a:ext cx="179389" cy="147638"/>
            </a:xfrm>
            <a:custGeom>
              <a:avLst/>
              <a:gdLst>
                <a:gd name="T0" fmla="*/ 44 w 94"/>
                <a:gd name="T1" fmla="*/ 59 h 77"/>
                <a:gd name="T2" fmla="*/ 56 w 94"/>
                <a:gd name="T3" fmla="*/ 51 h 77"/>
                <a:gd name="T4" fmla="*/ 56 w 94"/>
                <a:gd name="T5" fmla="*/ 20 h 77"/>
                <a:gd name="T6" fmla="*/ 94 w 94"/>
                <a:gd name="T7" fmla="*/ 20 h 77"/>
                <a:gd name="T8" fmla="*/ 94 w 94"/>
                <a:gd name="T9" fmla="*/ 4 h 77"/>
                <a:gd name="T10" fmla="*/ 86 w 94"/>
                <a:gd name="T11" fmla="*/ 0 h 77"/>
                <a:gd name="T12" fmla="*/ 44 w 94"/>
                <a:gd name="T13" fmla="*/ 0 h 77"/>
                <a:gd name="T14" fmla="*/ 38 w 94"/>
                <a:gd name="T15" fmla="*/ 10 h 77"/>
                <a:gd name="T16" fmla="*/ 23 w 94"/>
                <a:gd name="T17" fmla="*/ 31 h 77"/>
                <a:gd name="T18" fmla="*/ 3 w 94"/>
                <a:gd name="T19" fmla="*/ 66 h 77"/>
                <a:gd name="T20" fmla="*/ 0 w 94"/>
                <a:gd name="T21" fmla="*/ 77 h 77"/>
                <a:gd name="T22" fmla="*/ 44 w 94"/>
                <a:gd name="T23" fmla="*/ 77 h 77"/>
                <a:gd name="T24" fmla="*/ 44 w 94"/>
                <a:gd name="T25" fmla="*/ 59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77"/>
                <a:gd name="T41" fmla="*/ 94 w 94"/>
                <a:gd name="T42" fmla="*/ 77 h 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77">
                  <a:moveTo>
                    <a:pt x="44" y="59"/>
                  </a:moveTo>
                  <a:cubicBezTo>
                    <a:pt x="44" y="56"/>
                    <a:pt x="56" y="53"/>
                    <a:pt x="56" y="51"/>
                  </a:cubicBezTo>
                  <a:cubicBezTo>
                    <a:pt x="56" y="48"/>
                    <a:pt x="56" y="20"/>
                    <a:pt x="56" y="20"/>
                  </a:cubicBezTo>
                  <a:cubicBezTo>
                    <a:pt x="56" y="20"/>
                    <a:pt x="93" y="21"/>
                    <a:pt x="94" y="20"/>
                  </a:cubicBezTo>
                  <a:cubicBezTo>
                    <a:pt x="94" y="20"/>
                    <a:pt x="94" y="12"/>
                    <a:pt x="94" y="4"/>
                  </a:cubicBezTo>
                  <a:cubicBezTo>
                    <a:pt x="92" y="2"/>
                    <a:pt x="94" y="0"/>
                    <a:pt x="86" y="0"/>
                  </a:cubicBezTo>
                  <a:cubicBezTo>
                    <a:pt x="79" y="0"/>
                    <a:pt x="58" y="0"/>
                    <a:pt x="44" y="0"/>
                  </a:cubicBezTo>
                  <a:cubicBezTo>
                    <a:pt x="41" y="3"/>
                    <a:pt x="39" y="7"/>
                    <a:pt x="38" y="10"/>
                  </a:cubicBezTo>
                  <a:cubicBezTo>
                    <a:pt x="36" y="16"/>
                    <a:pt x="23" y="23"/>
                    <a:pt x="23" y="31"/>
                  </a:cubicBezTo>
                  <a:cubicBezTo>
                    <a:pt x="22" y="38"/>
                    <a:pt x="11" y="50"/>
                    <a:pt x="3" y="66"/>
                  </a:cubicBezTo>
                  <a:cubicBezTo>
                    <a:pt x="1" y="70"/>
                    <a:pt x="0" y="74"/>
                    <a:pt x="0" y="77"/>
                  </a:cubicBezTo>
                  <a:cubicBezTo>
                    <a:pt x="44" y="77"/>
                    <a:pt x="44" y="77"/>
                    <a:pt x="44" y="77"/>
                  </a:cubicBezTo>
                  <a:cubicBezTo>
                    <a:pt x="44" y="77"/>
                    <a:pt x="44" y="62"/>
                    <a:pt x="44" y="5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6" name="Freeform 32"/>
            <p:cNvSpPr>
              <a:spLocks noChangeArrowheads="1"/>
            </p:cNvSpPr>
            <p:nvPr/>
          </p:nvSpPr>
          <p:spPr bwMode="auto">
            <a:xfrm>
              <a:off x="3278199" y="1862139"/>
              <a:ext cx="261939" cy="287339"/>
            </a:xfrm>
            <a:custGeom>
              <a:avLst/>
              <a:gdLst>
                <a:gd name="T0" fmla="*/ 11 w 137"/>
                <a:gd name="T1" fmla="*/ 130 h 150"/>
                <a:gd name="T2" fmla="*/ 21 w 137"/>
                <a:gd name="T3" fmla="*/ 130 h 150"/>
                <a:gd name="T4" fmla="*/ 30 w 137"/>
                <a:gd name="T5" fmla="*/ 129 h 150"/>
                <a:gd name="T6" fmla="*/ 36 w 137"/>
                <a:gd name="T7" fmla="*/ 135 h 150"/>
                <a:gd name="T8" fmla="*/ 40 w 137"/>
                <a:gd name="T9" fmla="*/ 135 h 150"/>
                <a:gd name="T10" fmla="*/ 48 w 137"/>
                <a:gd name="T11" fmla="*/ 145 h 150"/>
                <a:gd name="T12" fmla="*/ 53 w 137"/>
                <a:gd name="T13" fmla="*/ 150 h 150"/>
                <a:gd name="T14" fmla="*/ 59 w 137"/>
                <a:gd name="T15" fmla="*/ 147 h 150"/>
                <a:gd name="T16" fmla="*/ 66 w 137"/>
                <a:gd name="T17" fmla="*/ 144 h 150"/>
                <a:gd name="T18" fmla="*/ 72 w 137"/>
                <a:gd name="T19" fmla="*/ 143 h 150"/>
                <a:gd name="T20" fmla="*/ 80 w 137"/>
                <a:gd name="T21" fmla="*/ 144 h 150"/>
                <a:gd name="T22" fmla="*/ 87 w 137"/>
                <a:gd name="T23" fmla="*/ 141 h 150"/>
                <a:gd name="T24" fmla="*/ 131 w 137"/>
                <a:gd name="T25" fmla="*/ 141 h 150"/>
                <a:gd name="T26" fmla="*/ 132 w 137"/>
                <a:gd name="T27" fmla="*/ 131 h 150"/>
                <a:gd name="T28" fmla="*/ 129 w 137"/>
                <a:gd name="T29" fmla="*/ 128 h 150"/>
                <a:gd name="T30" fmla="*/ 118 w 137"/>
                <a:gd name="T31" fmla="*/ 28 h 150"/>
                <a:gd name="T32" fmla="*/ 137 w 137"/>
                <a:gd name="T33" fmla="*/ 28 h 150"/>
                <a:gd name="T34" fmla="*/ 97 w 137"/>
                <a:gd name="T35" fmla="*/ 2 h 150"/>
                <a:gd name="T36" fmla="*/ 95 w 137"/>
                <a:gd name="T37" fmla="*/ 0 h 150"/>
                <a:gd name="T38" fmla="*/ 95 w 137"/>
                <a:gd name="T39" fmla="*/ 16 h 150"/>
                <a:gd name="T40" fmla="*/ 57 w 137"/>
                <a:gd name="T41" fmla="*/ 16 h 150"/>
                <a:gd name="T42" fmla="*/ 57 w 137"/>
                <a:gd name="T43" fmla="*/ 47 h 150"/>
                <a:gd name="T44" fmla="*/ 45 w 137"/>
                <a:gd name="T45" fmla="*/ 55 h 150"/>
                <a:gd name="T46" fmla="*/ 45 w 137"/>
                <a:gd name="T47" fmla="*/ 73 h 150"/>
                <a:gd name="T48" fmla="*/ 1 w 137"/>
                <a:gd name="T49" fmla="*/ 73 h 150"/>
                <a:gd name="T50" fmla="*/ 7 w 137"/>
                <a:gd name="T51" fmla="*/ 85 h 150"/>
                <a:gd name="T52" fmla="*/ 9 w 137"/>
                <a:gd name="T53" fmla="*/ 104 h 150"/>
                <a:gd name="T54" fmla="*/ 6 w 137"/>
                <a:gd name="T55" fmla="*/ 126 h 150"/>
                <a:gd name="T56" fmla="*/ 4 w 137"/>
                <a:gd name="T57" fmla="*/ 135 h 150"/>
                <a:gd name="T58" fmla="*/ 4 w 137"/>
                <a:gd name="T59" fmla="*/ 135 h 150"/>
                <a:gd name="T60" fmla="*/ 11 w 137"/>
                <a:gd name="T61" fmla="*/ 130 h 15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37"/>
                <a:gd name="T94" fmla="*/ 0 h 150"/>
                <a:gd name="T95" fmla="*/ 137 w 137"/>
                <a:gd name="T96" fmla="*/ 150 h 15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37" h="150">
                  <a:moveTo>
                    <a:pt x="11" y="130"/>
                  </a:moveTo>
                  <a:cubicBezTo>
                    <a:pt x="15" y="131"/>
                    <a:pt x="21" y="130"/>
                    <a:pt x="21" y="130"/>
                  </a:cubicBezTo>
                  <a:cubicBezTo>
                    <a:pt x="21" y="130"/>
                    <a:pt x="27" y="127"/>
                    <a:pt x="30" y="129"/>
                  </a:cubicBezTo>
                  <a:cubicBezTo>
                    <a:pt x="33" y="131"/>
                    <a:pt x="36" y="135"/>
                    <a:pt x="36" y="135"/>
                  </a:cubicBezTo>
                  <a:cubicBezTo>
                    <a:pt x="40" y="135"/>
                    <a:pt x="40" y="135"/>
                    <a:pt x="40" y="135"/>
                  </a:cubicBezTo>
                  <a:cubicBezTo>
                    <a:pt x="40" y="135"/>
                    <a:pt x="43" y="143"/>
                    <a:pt x="48" y="145"/>
                  </a:cubicBezTo>
                  <a:cubicBezTo>
                    <a:pt x="51" y="146"/>
                    <a:pt x="52" y="148"/>
                    <a:pt x="53" y="150"/>
                  </a:cubicBezTo>
                  <a:cubicBezTo>
                    <a:pt x="57" y="150"/>
                    <a:pt x="59" y="149"/>
                    <a:pt x="59" y="147"/>
                  </a:cubicBezTo>
                  <a:cubicBezTo>
                    <a:pt x="59" y="144"/>
                    <a:pt x="61" y="139"/>
                    <a:pt x="66" y="144"/>
                  </a:cubicBezTo>
                  <a:cubicBezTo>
                    <a:pt x="71" y="149"/>
                    <a:pt x="71" y="145"/>
                    <a:pt x="72" y="143"/>
                  </a:cubicBezTo>
                  <a:cubicBezTo>
                    <a:pt x="73" y="141"/>
                    <a:pt x="76" y="144"/>
                    <a:pt x="80" y="144"/>
                  </a:cubicBezTo>
                  <a:cubicBezTo>
                    <a:pt x="83" y="144"/>
                    <a:pt x="87" y="141"/>
                    <a:pt x="87" y="141"/>
                  </a:cubicBezTo>
                  <a:cubicBezTo>
                    <a:pt x="87" y="141"/>
                    <a:pt x="129" y="142"/>
                    <a:pt x="131" y="141"/>
                  </a:cubicBezTo>
                  <a:cubicBezTo>
                    <a:pt x="133" y="140"/>
                    <a:pt x="132" y="131"/>
                    <a:pt x="132" y="131"/>
                  </a:cubicBezTo>
                  <a:cubicBezTo>
                    <a:pt x="129" y="128"/>
                    <a:pt x="129" y="128"/>
                    <a:pt x="129" y="128"/>
                  </a:cubicBezTo>
                  <a:cubicBezTo>
                    <a:pt x="118" y="28"/>
                    <a:pt x="118" y="28"/>
                    <a:pt x="118" y="28"/>
                  </a:cubicBezTo>
                  <a:cubicBezTo>
                    <a:pt x="137" y="28"/>
                    <a:pt x="137" y="28"/>
                    <a:pt x="137" y="28"/>
                  </a:cubicBezTo>
                  <a:cubicBezTo>
                    <a:pt x="117" y="15"/>
                    <a:pt x="99" y="3"/>
                    <a:pt x="97" y="2"/>
                  </a:cubicBezTo>
                  <a:cubicBezTo>
                    <a:pt x="96" y="2"/>
                    <a:pt x="95" y="1"/>
                    <a:pt x="95" y="0"/>
                  </a:cubicBezTo>
                  <a:cubicBezTo>
                    <a:pt x="95" y="8"/>
                    <a:pt x="95" y="16"/>
                    <a:pt x="95" y="16"/>
                  </a:cubicBezTo>
                  <a:cubicBezTo>
                    <a:pt x="94" y="17"/>
                    <a:pt x="57" y="16"/>
                    <a:pt x="57" y="16"/>
                  </a:cubicBezTo>
                  <a:cubicBezTo>
                    <a:pt x="57" y="16"/>
                    <a:pt x="57" y="44"/>
                    <a:pt x="57" y="47"/>
                  </a:cubicBezTo>
                  <a:cubicBezTo>
                    <a:pt x="57" y="49"/>
                    <a:pt x="45" y="52"/>
                    <a:pt x="45" y="55"/>
                  </a:cubicBezTo>
                  <a:cubicBezTo>
                    <a:pt x="45" y="58"/>
                    <a:pt x="45" y="73"/>
                    <a:pt x="45" y="73"/>
                  </a:cubicBezTo>
                  <a:cubicBezTo>
                    <a:pt x="1" y="73"/>
                    <a:pt x="1" y="73"/>
                    <a:pt x="1" y="73"/>
                  </a:cubicBezTo>
                  <a:cubicBezTo>
                    <a:pt x="0" y="80"/>
                    <a:pt x="4" y="82"/>
                    <a:pt x="7" y="85"/>
                  </a:cubicBezTo>
                  <a:cubicBezTo>
                    <a:pt x="10" y="89"/>
                    <a:pt x="4" y="96"/>
                    <a:pt x="9" y="104"/>
                  </a:cubicBezTo>
                  <a:cubicBezTo>
                    <a:pt x="15" y="111"/>
                    <a:pt x="8" y="122"/>
                    <a:pt x="6" y="126"/>
                  </a:cubicBezTo>
                  <a:cubicBezTo>
                    <a:pt x="4" y="128"/>
                    <a:pt x="4" y="132"/>
                    <a:pt x="4" y="135"/>
                  </a:cubicBezTo>
                  <a:cubicBezTo>
                    <a:pt x="4" y="135"/>
                    <a:pt x="4" y="135"/>
                    <a:pt x="4" y="135"/>
                  </a:cubicBezTo>
                  <a:cubicBezTo>
                    <a:pt x="8" y="135"/>
                    <a:pt x="7" y="129"/>
                    <a:pt x="11" y="13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7" name="Freeform 33"/>
            <p:cNvSpPr>
              <a:spLocks noChangeArrowheads="1"/>
            </p:cNvSpPr>
            <p:nvPr/>
          </p:nvSpPr>
          <p:spPr bwMode="auto">
            <a:xfrm>
              <a:off x="3379799" y="1916114"/>
              <a:ext cx="360364" cy="338138"/>
            </a:xfrm>
            <a:custGeom>
              <a:avLst/>
              <a:gdLst>
                <a:gd name="T0" fmla="*/ 179 w 189"/>
                <a:gd name="T1" fmla="*/ 73 h 177"/>
                <a:gd name="T2" fmla="*/ 173 w 189"/>
                <a:gd name="T3" fmla="*/ 61 h 177"/>
                <a:gd name="T4" fmla="*/ 161 w 189"/>
                <a:gd name="T5" fmla="*/ 57 h 177"/>
                <a:gd name="T6" fmla="*/ 153 w 189"/>
                <a:gd name="T7" fmla="*/ 47 h 177"/>
                <a:gd name="T8" fmla="*/ 84 w 189"/>
                <a:gd name="T9" fmla="*/ 0 h 177"/>
                <a:gd name="T10" fmla="*/ 65 w 189"/>
                <a:gd name="T11" fmla="*/ 0 h 177"/>
                <a:gd name="T12" fmla="*/ 76 w 189"/>
                <a:gd name="T13" fmla="*/ 100 h 177"/>
                <a:gd name="T14" fmla="*/ 79 w 189"/>
                <a:gd name="T15" fmla="*/ 103 h 177"/>
                <a:gd name="T16" fmla="*/ 78 w 189"/>
                <a:gd name="T17" fmla="*/ 113 h 177"/>
                <a:gd name="T18" fmla="*/ 34 w 189"/>
                <a:gd name="T19" fmla="*/ 113 h 177"/>
                <a:gd name="T20" fmla="*/ 27 w 189"/>
                <a:gd name="T21" fmla="*/ 116 h 177"/>
                <a:gd name="T22" fmla="*/ 19 w 189"/>
                <a:gd name="T23" fmla="*/ 115 h 177"/>
                <a:gd name="T24" fmla="*/ 13 w 189"/>
                <a:gd name="T25" fmla="*/ 116 h 177"/>
                <a:gd name="T26" fmla="*/ 6 w 189"/>
                <a:gd name="T27" fmla="*/ 119 h 177"/>
                <a:gd name="T28" fmla="*/ 0 w 189"/>
                <a:gd name="T29" fmla="*/ 122 h 177"/>
                <a:gd name="T30" fmla="*/ 1 w 189"/>
                <a:gd name="T31" fmla="*/ 125 h 177"/>
                <a:gd name="T32" fmla="*/ 3 w 189"/>
                <a:gd name="T33" fmla="*/ 128 h 177"/>
                <a:gd name="T34" fmla="*/ 5 w 189"/>
                <a:gd name="T35" fmla="*/ 135 h 177"/>
                <a:gd name="T36" fmla="*/ 11 w 189"/>
                <a:gd name="T37" fmla="*/ 142 h 177"/>
                <a:gd name="T38" fmla="*/ 11 w 189"/>
                <a:gd name="T39" fmla="*/ 151 h 177"/>
                <a:gd name="T40" fmla="*/ 14 w 189"/>
                <a:gd name="T41" fmla="*/ 154 h 177"/>
                <a:gd name="T42" fmla="*/ 21 w 189"/>
                <a:gd name="T43" fmla="*/ 153 h 177"/>
                <a:gd name="T44" fmla="*/ 28 w 189"/>
                <a:gd name="T45" fmla="*/ 154 h 177"/>
                <a:gd name="T46" fmla="*/ 36 w 189"/>
                <a:gd name="T47" fmla="*/ 148 h 177"/>
                <a:gd name="T48" fmla="*/ 41 w 189"/>
                <a:gd name="T49" fmla="*/ 157 h 177"/>
                <a:gd name="T50" fmla="*/ 45 w 189"/>
                <a:gd name="T51" fmla="*/ 162 h 177"/>
                <a:gd name="T52" fmla="*/ 45 w 189"/>
                <a:gd name="T53" fmla="*/ 166 h 177"/>
                <a:gd name="T54" fmla="*/ 47 w 189"/>
                <a:gd name="T55" fmla="*/ 172 h 177"/>
                <a:gd name="T56" fmla="*/ 53 w 189"/>
                <a:gd name="T57" fmla="*/ 173 h 177"/>
                <a:gd name="T58" fmla="*/ 58 w 189"/>
                <a:gd name="T59" fmla="*/ 175 h 177"/>
                <a:gd name="T60" fmla="*/ 65 w 189"/>
                <a:gd name="T61" fmla="*/ 172 h 177"/>
                <a:gd name="T62" fmla="*/ 70 w 189"/>
                <a:gd name="T63" fmla="*/ 171 h 177"/>
                <a:gd name="T64" fmla="*/ 74 w 189"/>
                <a:gd name="T65" fmla="*/ 172 h 177"/>
                <a:gd name="T66" fmla="*/ 78 w 189"/>
                <a:gd name="T67" fmla="*/ 172 h 177"/>
                <a:gd name="T68" fmla="*/ 81 w 189"/>
                <a:gd name="T69" fmla="*/ 163 h 177"/>
                <a:gd name="T70" fmla="*/ 80 w 189"/>
                <a:gd name="T71" fmla="*/ 156 h 177"/>
                <a:gd name="T72" fmla="*/ 89 w 189"/>
                <a:gd name="T73" fmla="*/ 152 h 177"/>
                <a:gd name="T74" fmla="*/ 93 w 189"/>
                <a:gd name="T75" fmla="*/ 145 h 177"/>
                <a:gd name="T76" fmla="*/ 96 w 189"/>
                <a:gd name="T77" fmla="*/ 136 h 177"/>
                <a:gd name="T78" fmla="*/ 103 w 189"/>
                <a:gd name="T79" fmla="*/ 137 h 177"/>
                <a:gd name="T80" fmla="*/ 108 w 189"/>
                <a:gd name="T81" fmla="*/ 131 h 177"/>
                <a:gd name="T82" fmla="*/ 114 w 189"/>
                <a:gd name="T83" fmla="*/ 129 h 177"/>
                <a:gd name="T84" fmla="*/ 118 w 189"/>
                <a:gd name="T85" fmla="*/ 126 h 177"/>
                <a:gd name="T86" fmla="*/ 128 w 189"/>
                <a:gd name="T87" fmla="*/ 122 h 177"/>
                <a:gd name="T88" fmla="*/ 136 w 189"/>
                <a:gd name="T89" fmla="*/ 119 h 177"/>
                <a:gd name="T90" fmla="*/ 150 w 189"/>
                <a:gd name="T91" fmla="*/ 119 h 177"/>
                <a:gd name="T92" fmla="*/ 159 w 189"/>
                <a:gd name="T93" fmla="*/ 116 h 177"/>
                <a:gd name="T94" fmla="*/ 177 w 189"/>
                <a:gd name="T95" fmla="*/ 115 h 177"/>
                <a:gd name="T96" fmla="*/ 184 w 189"/>
                <a:gd name="T97" fmla="*/ 110 h 177"/>
                <a:gd name="T98" fmla="*/ 188 w 189"/>
                <a:gd name="T99" fmla="*/ 101 h 177"/>
                <a:gd name="T100" fmla="*/ 188 w 189"/>
                <a:gd name="T101" fmla="*/ 71 h 177"/>
                <a:gd name="T102" fmla="*/ 179 w 189"/>
                <a:gd name="T103" fmla="*/ 73 h 17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89"/>
                <a:gd name="T157" fmla="*/ 0 h 177"/>
                <a:gd name="T158" fmla="*/ 189 w 189"/>
                <a:gd name="T159" fmla="*/ 177 h 17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89" h="177">
                  <a:moveTo>
                    <a:pt x="179" y="73"/>
                  </a:moveTo>
                  <a:cubicBezTo>
                    <a:pt x="179" y="73"/>
                    <a:pt x="179" y="65"/>
                    <a:pt x="173" y="61"/>
                  </a:cubicBezTo>
                  <a:cubicBezTo>
                    <a:pt x="168" y="58"/>
                    <a:pt x="161" y="57"/>
                    <a:pt x="161" y="57"/>
                  </a:cubicBezTo>
                  <a:cubicBezTo>
                    <a:pt x="161" y="57"/>
                    <a:pt x="157" y="50"/>
                    <a:pt x="153" y="47"/>
                  </a:cubicBezTo>
                  <a:cubicBezTo>
                    <a:pt x="152" y="45"/>
                    <a:pt x="114" y="20"/>
                    <a:pt x="84" y="0"/>
                  </a:cubicBezTo>
                  <a:cubicBezTo>
                    <a:pt x="65" y="0"/>
                    <a:pt x="65" y="0"/>
                    <a:pt x="65" y="0"/>
                  </a:cubicBezTo>
                  <a:cubicBezTo>
                    <a:pt x="76" y="100"/>
                    <a:pt x="76" y="100"/>
                    <a:pt x="76" y="100"/>
                  </a:cubicBezTo>
                  <a:cubicBezTo>
                    <a:pt x="79" y="103"/>
                    <a:pt x="79" y="103"/>
                    <a:pt x="79" y="103"/>
                  </a:cubicBezTo>
                  <a:cubicBezTo>
                    <a:pt x="79" y="103"/>
                    <a:pt x="80" y="112"/>
                    <a:pt x="78" y="113"/>
                  </a:cubicBezTo>
                  <a:cubicBezTo>
                    <a:pt x="76" y="114"/>
                    <a:pt x="34" y="113"/>
                    <a:pt x="34" y="113"/>
                  </a:cubicBezTo>
                  <a:cubicBezTo>
                    <a:pt x="34" y="113"/>
                    <a:pt x="30" y="116"/>
                    <a:pt x="27" y="116"/>
                  </a:cubicBezTo>
                  <a:cubicBezTo>
                    <a:pt x="23" y="116"/>
                    <a:pt x="20" y="113"/>
                    <a:pt x="19" y="115"/>
                  </a:cubicBezTo>
                  <a:cubicBezTo>
                    <a:pt x="18" y="117"/>
                    <a:pt x="18" y="121"/>
                    <a:pt x="13" y="116"/>
                  </a:cubicBezTo>
                  <a:cubicBezTo>
                    <a:pt x="8" y="111"/>
                    <a:pt x="6" y="116"/>
                    <a:pt x="6" y="119"/>
                  </a:cubicBezTo>
                  <a:cubicBezTo>
                    <a:pt x="6" y="121"/>
                    <a:pt x="4" y="122"/>
                    <a:pt x="0" y="122"/>
                  </a:cubicBezTo>
                  <a:cubicBezTo>
                    <a:pt x="1" y="124"/>
                    <a:pt x="1" y="125"/>
                    <a:pt x="1" y="125"/>
                  </a:cubicBezTo>
                  <a:cubicBezTo>
                    <a:pt x="3" y="128"/>
                    <a:pt x="3" y="128"/>
                    <a:pt x="3" y="128"/>
                  </a:cubicBezTo>
                  <a:cubicBezTo>
                    <a:pt x="3" y="128"/>
                    <a:pt x="3" y="133"/>
                    <a:pt x="5" y="135"/>
                  </a:cubicBezTo>
                  <a:cubicBezTo>
                    <a:pt x="7" y="137"/>
                    <a:pt x="11" y="141"/>
                    <a:pt x="11" y="142"/>
                  </a:cubicBezTo>
                  <a:cubicBezTo>
                    <a:pt x="11" y="144"/>
                    <a:pt x="11" y="151"/>
                    <a:pt x="11" y="151"/>
                  </a:cubicBezTo>
                  <a:cubicBezTo>
                    <a:pt x="11" y="151"/>
                    <a:pt x="12" y="157"/>
                    <a:pt x="14" y="154"/>
                  </a:cubicBezTo>
                  <a:cubicBezTo>
                    <a:pt x="16" y="152"/>
                    <a:pt x="19" y="157"/>
                    <a:pt x="21" y="153"/>
                  </a:cubicBezTo>
                  <a:cubicBezTo>
                    <a:pt x="22" y="150"/>
                    <a:pt x="26" y="154"/>
                    <a:pt x="28" y="154"/>
                  </a:cubicBezTo>
                  <a:cubicBezTo>
                    <a:pt x="30" y="154"/>
                    <a:pt x="35" y="148"/>
                    <a:pt x="36" y="148"/>
                  </a:cubicBezTo>
                  <a:cubicBezTo>
                    <a:pt x="38" y="149"/>
                    <a:pt x="41" y="154"/>
                    <a:pt x="41" y="157"/>
                  </a:cubicBezTo>
                  <a:cubicBezTo>
                    <a:pt x="41" y="159"/>
                    <a:pt x="47" y="161"/>
                    <a:pt x="45" y="162"/>
                  </a:cubicBezTo>
                  <a:cubicBezTo>
                    <a:pt x="43" y="163"/>
                    <a:pt x="42" y="166"/>
                    <a:pt x="45" y="166"/>
                  </a:cubicBezTo>
                  <a:cubicBezTo>
                    <a:pt x="47" y="166"/>
                    <a:pt x="46" y="170"/>
                    <a:pt x="47" y="172"/>
                  </a:cubicBezTo>
                  <a:cubicBezTo>
                    <a:pt x="49" y="174"/>
                    <a:pt x="51" y="176"/>
                    <a:pt x="53" y="173"/>
                  </a:cubicBezTo>
                  <a:cubicBezTo>
                    <a:pt x="54" y="170"/>
                    <a:pt x="57" y="173"/>
                    <a:pt x="58" y="175"/>
                  </a:cubicBezTo>
                  <a:cubicBezTo>
                    <a:pt x="60" y="177"/>
                    <a:pt x="64" y="174"/>
                    <a:pt x="65" y="172"/>
                  </a:cubicBezTo>
                  <a:cubicBezTo>
                    <a:pt x="65" y="169"/>
                    <a:pt x="71" y="168"/>
                    <a:pt x="70" y="171"/>
                  </a:cubicBezTo>
                  <a:cubicBezTo>
                    <a:pt x="70" y="174"/>
                    <a:pt x="71" y="175"/>
                    <a:pt x="74" y="172"/>
                  </a:cubicBezTo>
                  <a:cubicBezTo>
                    <a:pt x="75" y="171"/>
                    <a:pt x="76" y="171"/>
                    <a:pt x="78" y="172"/>
                  </a:cubicBezTo>
                  <a:cubicBezTo>
                    <a:pt x="79" y="168"/>
                    <a:pt x="80" y="164"/>
                    <a:pt x="81" y="163"/>
                  </a:cubicBezTo>
                  <a:cubicBezTo>
                    <a:pt x="82" y="161"/>
                    <a:pt x="78" y="156"/>
                    <a:pt x="80" y="156"/>
                  </a:cubicBezTo>
                  <a:cubicBezTo>
                    <a:pt x="82" y="155"/>
                    <a:pt x="87" y="156"/>
                    <a:pt x="89" y="152"/>
                  </a:cubicBezTo>
                  <a:cubicBezTo>
                    <a:pt x="91" y="147"/>
                    <a:pt x="93" y="145"/>
                    <a:pt x="93" y="145"/>
                  </a:cubicBezTo>
                  <a:cubicBezTo>
                    <a:pt x="93" y="145"/>
                    <a:pt x="93" y="135"/>
                    <a:pt x="96" y="136"/>
                  </a:cubicBezTo>
                  <a:cubicBezTo>
                    <a:pt x="99" y="138"/>
                    <a:pt x="103" y="141"/>
                    <a:pt x="103" y="137"/>
                  </a:cubicBezTo>
                  <a:cubicBezTo>
                    <a:pt x="104" y="133"/>
                    <a:pt x="107" y="135"/>
                    <a:pt x="108" y="131"/>
                  </a:cubicBezTo>
                  <a:cubicBezTo>
                    <a:pt x="109" y="128"/>
                    <a:pt x="111" y="128"/>
                    <a:pt x="114" y="129"/>
                  </a:cubicBezTo>
                  <a:cubicBezTo>
                    <a:pt x="116" y="129"/>
                    <a:pt x="118" y="128"/>
                    <a:pt x="118" y="126"/>
                  </a:cubicBezTo>
                  <a:cubicBezTo>
                    <a:pt x="118" y="124"/>
                    <a:pt x="123" y="125"/>
                    <a:pt x="128" y="122"/>
                  </a:cubicBezTo>
                  <a:cubicBezTo>
                    <a:pt x="132" y="119"/>
                    <a:pt x="134" y="117"/>
                    <a:pt x="136" y="119"/>
                  </a:cubicBezTo>
                  <a:cubicBezTo>
                    <a:pt x="138" y="120"/>
                    <a:pt x="149" y="120"/>
                    <a:pt x="150" y="119"/>
                  </a:cubicBezTo>
                  <a:cubicBezTo>
                    <a:pt x="152" y="119"/>
                    <a:pt x="155" y="116"/>
                    <a:pt x="159" y="116"/>
                  </a:cubicBezTo>
                  <a:cubicBezTo>
                    <a:pt x="163" y="117"/>
                    <a:pt x="173" y="115"/>
                    <a:pt x="177" y="115"/>
                  </a:cubicBezTo>
                  <a:cubicBezTo>
                    <a:pt x="181" y="115"/>
                    <a:pt x="183" y="111"/>
                    <a:pt x="184" y="110"/>
                  </a:cubicBezTo>
                  <a:cubicBezTo>
                    <a:pt x="185" y="108"/>
                    <a:pt x="186" y="102"/>
                    <a:pt x="188" y="101"/>
                  </a:cubicBezTo>
                  <a:cubicBezTo>
                    <a:pt x="189" y="100"/>
                    <a:pt x="189" y="79"/>
                    <a:pt x="188" y="71"/>
                  </a:cubicBezTo>
                  <a:cubicBezTo>
                    <a:pt x="184" y="72"/>
                    <a:pt x="179" y="73"/>
                    <a:pt x="179" y="7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8" name="Freeform 34"/>
            <p:cNvSpPr>
              <a:spLocks noChangeArrowheads="1"/>
            </p:cNvSpPr>
            <p:nvPr/>
          </p:nvSpPr>
          <p:spPr bwMode="auto">
            <a:xfrm>
              <a:off x="3529025" y="2139953"/>
              <a:ext cx="176213" cy="125413"/>
            </a:xfrm>
            <a:custGeom>
              <a:avLst/>
              <a:gdLst>
                <a:gd name="T0" fmla="*/ 92 w 92"/>
                <a:gd name="T1" fmla="*/ 37 h 66"/>
                <a:gd name="T2" fmla="*/ 87 w 92"/>
                <a:gd name="T3" fmla="*/ 35 h 66"/>
                <a:gd name="T4" fmla="*/ 86 w 92"/>
                <a:gd name="T5" fmla="*/ 29 h 66"/>
                <a:gd name="T6" fmla="*/ 81 w 92"/>
                <a:gd name="T7" fmla="*/ 30 h 66"/>
                <a:gd name="T8" fmla="*/ 76 w 92"/>
                <a:gd name="T9" fmla="*/ 26 h 66"/>
                <a:gd name="T10" fmla="*/ 74 w 92"/>
                <a:gd name="T11" fmla="*/ 21 h 66"/>
                <a:gd name="T12" fmla="*/ 69 w 92"/>
                <a:gd name="T13" fmla="*/ 15 h 66"/>
                <a:gd name="T14" fmla="*/ 65 w 92"/>
                <a:gd name="T15" fmla="*/ 9 h 66"/>
                <a:gd name="T16" fmla="*/ 65 w 92"/>
                <a:gd name="T17" fmla="*/ 3 h 66"/>
                <a:gd name="T18" fmla="*/ 58 w 92"/>
                <a:gd name="T19" fmla="*/ 2 h 66"/>
                <a:gd name="T20" fmla="*/ 50 w 92"/>
                <a:gd name="T21" fmla="*/ 5 h 66"/>
                <a:gd name="T22" fmla="*/ 40 w 92"/>
                <a:gd name="T23" fmla="*/ 9 h 66"/>
                <a:gd name="T24" fmla="*/ 36 w 92"/>
                <a:gd name="T25" fmla="*/ 12 h 66"/>
                <a:gd name="T26" fmla="*/ 30 w 92"/>
                <a:gd name="T27" fmla="*/ 14 h 66"/>
                <a:gd name="T28" fmla="*/ 25 w 92"/>
                <a:gd name="T29" fmla="*/ 20 h 66"/>
                <a:gd name="T30" fmla="*/ 18 w 92"/>
                <a:gd name="T31" fmla="*/ 19 h 66"/>
                <a:gd name="T32" fmla="*/ 15 w 92"/>
                <a:gd name="T33" fmla="*/ 28 h 66"/>
                <a:gd name="T34" fmla="*/ 11 w 92"/>
                <a:gd name="T35" fmla="*/ 35 h 66"/>
                <a:gd name="T36" fmla="*/ 2 w 92"/>
                <a:gd name="T37" fmla="*/ 39 h 66"/>
                <a:gd name="T38" fmla="*/ 3 w 92"/>
                <a:gd name="T39" fmla="*/ 46 h 66"/>
                <a:gd name="T40" fmla="*/ 0 w 92"/>
                <a:gd name="T41" fmla="*/ 55 h 66"/>
                <a:gd name="T42" fmla="*/ 5 w 92"/>
                <a:gd name="T43" fmla="*/ 58 h 66"/>
                <a:gd name="T44" fmla="*/ 15 w 92"/>
                <a:gd name="T45" fmla="*/ 63 h 66"/>
                <a:gd name="T46" fmla="*/ 28 w 92"/>
                <a:gd name="T47" fmla="*/ 61 h 66"/>
                <a:gd name="T48" fmla="*/ 32 w 92"/>
                <a:gd name="T49" fmla="*/ 60 h 66"/>
                <a:gd name="T50" fmla="*/ 30 w 92"/>
                <a:gd name="T51" fmla="*/ 49 h 66"/>
                <a:gd name="T52" fmla="*/ 58 w 92"/>
                <a:gd name="T53" fmla="*/ 50 h 66"/>
                <a:gd name="T54" fmla="*/ 63 w 92"/>
                <a:gd name="T55" fmla="*/ 47 h 66"/>
                <a:gd name="T56" fmla="*/ 73 w 92"/>
                <a:gd name="T57" fmla="*/ 48 h 66"/>
                <a:gd name="T58" fmla="*/ 79 w 92"/>
                <a:gd name="T59" fmla="*/ 44 h 66"/>
                <a:gd name="T60" fmla="*/ 89 w 92"/>
                <a:gd name="T61" fmla="*/ 42 h 66"/>
                <a:gd name="T62" fmla="*/ 92 w 92"/>
                <a:gd name="T63" fmla="*/ 37 h 66"/>
                <a:gd name="T64" fmla="*/ 92 w 92"/>
                <a:gd name="T65" fmla="*/ 37 h 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2"/>
                <a:gd name="T100" fmla="*/ 0 h 66"/>
                <a:gd name="T101" fmla="*/ 92 w 92"/>
                <a:gd name="T102" fmla="*/ 66 h 6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2" h="66">
                  <a:moveTo>
                    <a:pt x="92" y="37"/>
                  </a:moveTo>
                  <a:cubicBezTo>
                    <a:pt x="90" y="35"/>
                    <a:pt x="88" y="35"/>
                    <a:pt x="87" y="35"/>
                  </a:cubicBezTo>
                  <a:cubicBezTo>
                    <a:pt x="86" y="35"/>
                    <a:pt x="87" y="30"/>
                    <a:pt x="86" y="29"/>
                  </a:cubicBezTo>
                  <a:cubicBezTo>
                    <a:pt x="86" y="28"/>
                    <a:pt x="83" y="30"/>
                    <a:pt x="81" y="30"/>
                  </a:cubicBezTo>
                  <a:cubicBezTo>
                    <a:pt x="79" y="29"/>
                    <a:pt x="78" y="26"/>
                    <a:pt x="76" y="26"/>
                  </a:cubicBezTo>
                  <a:cubicBezTo>
                    <a:pt x="74" y="26"/>
                    <a:pt x="74" y="24"/>
                    <a:pt x="74" y="21"/>
                  </a:cubicBezTo>
                  <a:cubicBezTo>
                    <a:pt x="74" y="19"/>
                    <a:pt x="71" y="17"/>
                    <a:pt x="69" y="15"/>
                  </a:cubicBezTo>
                  <a:cubicBezTo>
                    <a:pt x="67" y="14"/>
                    <a:pt x="66" y="10"/>
                    <a:pt x="65" y="9"/>
                  </a:cubicBezTo>
                  <a:cubicBezTo>
                    <a:pt x="64" y="8"/>
                    <a:pt x="65" y="5"/>
                    <a:pt x="65" y="3"/>
                  </a:cubicBezTo>
                  <a:cubicBezTo>
                    <a:pt x="62" y="3"/>
                    <a:pt x="59" y="2"/>
                    <a:pt x="58" y="2"/>
                  </a:cubicBezTo>
                  <a:cubicBezTo>
                    <a:pt x="56" y="0"/>
                    <a:pt x="54" y="2"/>
                    <a:pt x="50" y="5"/>
                  </a:cubicBezTo>
                  <a:cubicBezTo>
                    <a:pt x="45" y="8"/>
                    <a:pt x="40" y="7"/>
                    <a:pt x="40" y="9"/>
                  </a:cubicBezTo>
                  <a:cubicBezTo>
                    <a:pt x="40" y="11"/>
                    <a:pt x="38" y="12"/>
                    <a:pt x="36" y="12"/>
                  </a:cubicBezTo>
                  <a:cubicBezTo>
                    <a:pt x="33" y="11"/>
                    <a:pt x="31" y="11"/>
                    <a:pt x="30" y="14"/>
                  </a:cubicBezTo>
                  <a:cubicBezTo>
                    <a:pt x="29" y="18"/>
                    <a:pt x="26" y="16"/>
                    <a:pt x="25" y="20"/>
                  </a:cubicBezTo>
                  <a:cubicBezTo>
                    <a:pt x="25" y="24"/>
                    <a:pt x="21" y="21"/>
                    <a:pt x="18" y="19"/>
                  </a:cubicBezTo>
                  <a:cubicBezTo>
                    <a:pt x="15" y="18"/>
                    <a:pt x="15" y="28"/>
                    <a:pt x="15" y="28"/>
                  </a:cubicBezTo>
                  <a:cubicBezTo>
                    <a:pt x="15" y="28"/>
                    <a:pt x="13" y="30"/>
                    <a:pt x="11" y="35"/>
                  </a:cubicBezTo>
                  <a:cubicBezTo>
                    <a:pt x="9" y="39"/>
                    <a:pt x="4" y="38"/>
                    <a:pt x="2" y="39"/>
                  </a:cubicBezTo>
                  <a:cubicBezTo>
                    <a:pt x="0" y="39"/>
                    <a:pt x="4" y="44"/>
                    <a:pt x="3" y="46"/>
                  </a:cubicBezTo>
                  <a:cubicBezTo>
                    <a:pt x="2" y="47"/>
                    <a:pt x="1" y="51"/>
                    <a:pt x="0" y="55"/>
                  </a:cubicBezTo>
                  <a:cubicBezTo>
                    <a:pt x="2" y="55"/>
                    <a:pt x="4" y="57"/>
                    <a:pt x="5" y="58"/>
                  </a:cubicBezTo>
                  <a:cubicBezTo>
                    <a:pt x="6" y="60"/>
                    <a:pt x="12" y="66"/>
                    <a:pt x="15" y="63"/>
                  </a:cubicBezTo>
                  <a:cubicBezTo>
                    <a:pt x="18" y="60"/>
                    <a:pt x="26" y="59"/>
                    <a:pt x="28" y="61"/>
                  </a:cubicBezTo>
                  <a:cubicBezTo>
                    <a:pt x="30" y="63"/>
                    <a:pt x="32" y="62"/>
                    <a:pt x="32" y="60"/>
                  </a:cubicBezTo>
                  <a:cubicBezTo>
                    <a:pt x="32" y="58"/>
                    <a:pt x="29" y="51"/>
                    <a:pt x="30" y="49"/>
                  </a:cubicBezTo>
                  <a:cubicBezTo>
                    <a:pt x="31" y="47"/>
                    <a:pt x="57" y="48"/>
                    <a:pt x="58" y="50"/>
                  </a:cubicBezTo>
                  <a:cubicBezTo>
                    <a:pt x="59" y="51"/>
                    <a:pt x="59" y="46"/>
                    <a:pt x="63" y="47"/>
                  </a:cubicBezTo>
                  <a:cubicBezTo>
                    <a:pt x="66" y="47"/>
                    <a:pt x="71" y="49"/>
                    <a:pt x="73" y="48"/>
                  </a:cubicBezTo>
                  <a:cubicBezTo>
                    <a:pt x="75" y="47"/>
                    <a:pt x="77" y="44"/>
                    <a:pt x="79" y="44"/>
                  </a:cubicBezTo>
                  <a:cubicBezTo>
                    <a:pt x="81" y="44"/>
                    <a:pt x="87" y="43"/>
                    <a:pt x="89" y="42"/>
                  </a:cubicBezTo>
                  <a:cubicBezTo>
                    <a:pt x="90" y="40"/>
                    <a:pt x="92" y="40"/>
                    <a:pt x="92" y="37"/>
                  </a:cubicBezTo>
                  <a:cubicBezTo>
                    <a:pt x="92" y="37"/>
                    <a:pt x="92" y="37"/>
                    <a:pt x="92" y="3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9" name="Freeform 35"/>
            <p:cNvSpPr>
              <a:spLocks noChangeArrowheads="1"/>
            </p:cNvSpPr>
            <p:nvPr/>
          </p:nvSpPr>
          <p:spPr bwMode="auto">
            <a:xfrm>
              <a:off x="3651263" y="1952627"/>
              <a:ext cx="336551" cy="261938"/>
            </a:xfrm>
            <a:custGeom>
              <a:avLst/>
              <a:gdLst>
                <a:gd name="T0" fmla="*/ 168 w 176"/>
                <a:gd name="T1" fmla="*/ 20 h 137"/>
                <a:gd name="T2" fmla="*/ 167 w 176"/>
                <a:gd name="T3" fmla="*/ 5 h 137"/>
                <a:gd name="T4" fmla="*/ 158 w 176"/>
                <a:gd name="T5" fmla="*/ 10 h 137"/>
                <a:gd name="T6" fmla="*/ 151 w 176"/>
                <a:gd name="T7" fmla="*/ 3 h 137"/>
                <a:gd name="T8" fmla="*/ 134 w 176"/>
                <a:gd name="T9" fmla="*/ 0 h 137"/>
                <a:gd name="T10" fmla="*/ 86 w 176"/>
                <a:gd name="T11" fmla="*/ 30 h 137"/>
                <a:gd name="T12" fmla="*/ 65 w 176"/>
                <a:gd name="T13" fmla="*/ 46 h 137"/>
                <a:gd name="T14" fmla="*/ 48 w 176"/>
                <a:gd name="T15" fmla="*/ 52 h 137"/>
                <a:gd name="T16" fmla="*/ 46 w 176"/>
                <a:gd name="T17" fmla="*/ 52 h 137"/>
                <a:gd name="T18" fmla="*/ 46 w 176"/>
                <a:gd name="T19" fmla="*/ 82 h 137"/>
                <a:gd name="T20" fmla="*/ 42 w 176"/>
                <a:gd name="T21" fmla="*/ 91 h 137"/>
                <a:gd name="T22" fmla="*/ 35 w 176"/>
                <a:gd name="T23" fmla="*/ 96 h 137"/>
                <a:gd name="T24" fmla="*/ 17 w 176"/>
                <a:gd name="T25" fmla="*/ 97 h 137"/>
                <a:gd name="T26" fmla="*/ 8 w 176"/>
                <a:gd name="T27" fmla="*/ 100 h 137"/>
                <a:gd name="T28" fmla="*/ 1 w 176"/>
                <a:gd name="T29" fmla="*/ 101 h 137"/>
                <a:gd name="T30" fmla="*/ 1 w 176"/>
                <a:gd name="T31" fmla="*/ 107 h 137"/>
                <a:gd name="T32" fmla="*/ 5 w 176"/>
                <a:gd name="T33" fmla="*/ 113 h 137"/>
                <a:gd name="T34" fmla="*/ 10 w 176"/>
                <a:gd name="T35" fmla="*/ 119 h 137"/>
                <a:gd name="T36" fmla="*/ 12 w 176"/>
                <a:gd name="T37" fmla="*/ 124 h 137"/>
                <a:gd name="T38" fmla="*/ 17 w 176"/>
                <a:gd name="T39" fmla="*/ 128 h 137"/>
                <a:gd name="T40" fmla="*/ 22 w 176"/>
                <a:gd name="T41" fmla="*/ 127 h 137"/>
                <a:gd name="T42" fmla="*/ 23 w 176"/>
                <a:gd name="T43" fmla="*/ 133 h 137"/>
                <a:gd name="T44" fmla="*/ 28 w 176"/>
                <a:gd name="T45" fmla="*/ 135 h 137"/>
                <a:gd name="T46" fmla="*/ 32 w 176"/>
                <a:gd name="T47" fmla="*/ 130 h 137"/>
                <a:gd name="T48" fmla="*/ 35 w 176"/>
                <a:gd name="T49" fmla="*/ 135 h 137"/>
                <a:gd name="T50" fmla="*/ 40 w 176"/>
                <a:gd name="T51" fmla="*/ 133 h 137"/>
                <a:gd name="T52" fmla="*/ 45 w 176"/>
                <a:gd name="T53" fmla="*/ 125 h 137"/>
                <a:gd name="T54" fmla="*/ 48 w 176"/>
                <a:gd name="T55" fmla="*/ 116 h 137"/>
                <a:gd name="T56" fmla="*/ 58 w 176"/>
                <a:gd name="T57" fmla="*/ 116 h 137"/>
                <a:gd name="T58" fmla="*/ 65 w 176"/>
                <a:gd name="T59" fmla="*/ 114 h 137"/>
                <a:gd name="T60" fmla="*/ 74 w 176"/>
                <a:gd name="T61" fmla="*/ 117 h 137"/>
                <a:gd name="T62" fmla="*/ 80 w 176"/>
                <a:gd name="T63" fmla="*/ 123 h 137"/>
                <a:gd name="T64" fmla="*/ 89 w 176"/>
                <a:gd name="T65" fmla="*/ 120 h 137"/>
                <a:gd name="T66" fmla="*/ 98 w 176"/>
                <a:gd name="T67" fmla="*/ 125 h 137"/>
                <a:gd name="T68" fmla="*/ 109 w 176"/>
                <a:gd name="T69" fmla="*/ 125 h 137"/>
                <a:gd name="T70" fmla="*/ 117 w 176"/>
                <a:gd name="T71" fmla="*/ 119 h 137"/>
                <a:gd name="T72" fmla="*/ 132 w 176"/>
                <a:gd name="T73" fmla="*/ 120 h 137"/>
                <a:gd name="T74" fmla="*/ 141 w 176"/>
                <a:gd name="T75" fmla="*/ 122 h 137"/>
                <a:gd name="T76" fmla="*/ 149 w 176"/>
                <a:gd name="T77" fmla="*/ 115 h 137"/>
                <a:gd name="T78" fmla="*/ 151 w 176"/>
                <a:gd name="T79" fmla="*/ 114 h 137"/>
                <a:gd name="T80" fmla="*/ 151 w 176"/>
                <a:gd name="T81" fmla="*/ 111 h 137"/>
                <a:gd name="T82" fmla="*/ 153 w 176"/>
                <a:gd name="T83" fmla="*/ 101 h 137"/>
                <a:gd name="T84" fmla="*/ 171 w 176"/>
                <a:gd name="T85" fmla="*/ 79 h 137"/>
                <a:gd name="T86" fmla="*/ 172 w 176"/>
                <a:gd name="T87" fmla="*/ 51 h 137"/>
                <a:gd name="T88" fmla="*/ 174 w 176"/>
                <a:gd name="T89" fmla="*/ 39 h 137"/>
                <a:gd name="T90" fmla="*/ 172 w 176"/>
                <a:gd name="T91" fmla="*/ 30 h 137"/>
                <a:gd name="T92" fmla="*/ 168 w 176"/>
                <a:gd name="T93" fmla="*/ 20 h 13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76"/>
                <a:gd name="T142" fmla="*/ 0 h 137"/>
                <a:gd name="T143" fmla="*/ 176 w 176"/>
                <a:gd name="T144" fmla="*/ 137 h 13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76" h="137">
                  <a:moveTo>
                    <a:pt x="168" y="20"/>
                  </a:moveTo>
                  <a:cubicBezTo>
                    <a:pt x="168" y="18"/>
                    <a:pt x="167" y="11"/>
                    <a:pt x="167" y="5"/>
                  </a:cubicBezTo>
                  <a:cubicBezTo>
                    <a:pt x="158" y="10"/>
                    <a:pt x="158" y="10"/>
                    <a:pt x="158" y="10"/>
                  </a:cubicBezTo>
                  <a:cubicBezTo>
                    <a:pt x="158" y="10"/>
                    <a:pt x="156" y="6"/>
                    <a:pt x="151" y="3"/>
                  </a:cubicBezTo>
                  <a:cubicBezTo>
                    <a:pt x="146" y="0"/>
                    <a:pt x="134" y="0"/>
                    <a:pt x="134" y="0"/>
                  </a:cubicBezTo>
                  <a:cubicBezTo>
                    <a:pt x="86" y="30"/>
                    <a:pt x="86" y="30"/>
                    <a:pt x="86" y="30"/>
                  </a:cubicBezTo>
                  <a:cubicBezTo>
                    <a:pt x="65" y="46"/>
                    <a:pt x="65" y="46"/>
                    <a:pt x="65" y="46"/>
                  </a:cubicBezTo>
                  <a:cubicBezTo>
                    <a:pt x="65" y="46"/>
                    <a:pt x="52" y="51"/>
                    <a:pt x="48" y="52"/>
                  </a:cubicBezTo>
                  <a:cubicBezTo>
                    <a:pt x="47" y="52"/>
                    <a:pt x="47" y="52"/>
                    <a:pt x="46" y="52"/>
                  </a:cubicBezTo>
                  <a:cubicBezTo>
                    <a:pt x="47" y="60"/>
                    <a:pt x="47" y="81"/>
                    <a:pt x="46" y="82"/>
                  </a:cubicBezTo>
                  <a:cubicBezTo>
                    <a:pt x="44" y="83"/>
                    <a:pt x="43" y="89"/>
                    <a:pt x="42" y="91"/>
                  </a:cubicBezTo>
                  <a:cubicBezTo>
                    <a:pt x="41" y="92"/>
                    <a:pt x="39" y="96"/>
                    <a:pt x="35" y="96"/>
                  </a:cubicBezTo>
                  <a:cubicBezTo>
                    <a:pt x="31" y="96"/>
                    <a:pt x="21" y="98"/>
                    <a:pt x="17" y="97"/>
                  </a:cubicBezTo>
                  <a:cubicBezTo>
                    <a:pt x="13" y="97"/>
                    <a:pt x="10" y="100"/>
                    <a:pt x="8" y="100"/>
                  </a:cubicBezTo>
                  <a:cubicBezTo>
                    <a:pt x="8" y="101"/>
                    <a:pt x="4" y="101"/>
                    <a:pt x="1" y="101"/>
                  </a:cubicBezTo>
                  <a:cubicBezTo>
                    <a:pt x="1" y="103"/>
                    <a:pt x="0" y="106"/>
                    <a:pt x="1" y="107"/>
                  </a:cubicBezTo>
                  <a:cubicBezTo>
                    <a:pt x="2" y="108"/>
                    <a:pt x="3" y="112"/>
                    <a:pt x="5" y="113"/>
                  </a:cubicBezTo>
                  <a:cubicBezTo>
                    <a:pt x="7" y="115"/>
                    <a:pt x="10" y="117"/>
                    <a:pt x="10" y="119"/>
                  </a:cubicBezTo>
                  <a:cubicBezTo>
                    <a:pt x="10" y="122"/>
                    <a:pt x="10" y="124"/>
                    <a:pt x="12" y="124"/>
                  </a:cubicBezTo>
                  <a:cubicBezTo>
                    <a:pt x="14" y="124"/>
                    <a:pt x="15" y="127"/>
                    <a:pt x="17" y="128"/>
                  </a:cubicBezTo>
                  <a:cubicBezTo>
                    <a:pt x="19" y="128"/>
                    <a:pt x="22" y="126"/>
                    <a:pt x="22" y="127"/>
                  </a:cubicBezTo>
                  <a:cubicBezTo>
                    <a:pt x="23" y="128"/>
                    <a:pt x="22" y="133"/>
                    <a:pt x="23" y="133"/>
                  </a:cubicBezTo>
                  <a:cubicBezTo>
                    <a:pt x="24" y="133"/>
                    <a:pt x="26" y="133"/>
                    <a:pt x="28" y="135"/>
                  </a:cubicBezTo>
                  <a:cubicBezTo>
                    <a:pt x="27" y="132"/>
                    <a:pt x="28" y="129"/>
                    <a:pt x="32" y="130"/>
                  </a:cubicBezTo>
                  <a:cubicBezTo>
                    <a:pt x="35" y="131"/>
                    <a:pt x="32" y="134"/>
                    <a:pt x="35" y="135"/>
                  </a:cubicBezTo>
                  <a:cubicBezTo>
                    <a:pt x="38" y="137"/>
                    <a:pt x="40" y="136"/>
                    <a:pt x="40" y="133"/>
                  </a:cubicBezTo>
                  <a:cubicBezTo>
                    <a:pt x="40" y="131"/>
                    <a:pt x="44" y="126"/>
                    <a:pt x="45" y="125"/>
                  </a:cubicBezTo>
                  <a:cubicBezTo>
                    <a:pt x="46" y="124"/>
                    <a:pt x="46" y="118"/>
                    <a:pt x="48" y="116"/>
                  </a:cubicBezTo>
                  <a:cubicBezTo>
                    <a:pt x="50" y="115"/>
                    <a:pt x="56" y="116"/>
                    <a:pt x="58" y="116"/>
                  </a:cubicBezTo>
                  <a:cubicBezTo>
                    <a:pt x="60" y="117"/>
                    <a:pt x="62" y="112"/>
                    <a:pt x="65" y="114"/>
                  </a:cubicBezTo>
                  <a:cubicBezTo>
                    <a:pt x="67" y="116"/>
                    <a:pt x="72" y="114"/>
                    <a:pt x="74" y="117"/>
                  </a:cubicBezTo>
                  <a:cubicBezTo>
                    <a:pt x="76" y="119"/>
                    <a:pt x="77" y="125"/>
                    <a:pt x="80" y="123"/>
                  </a:cubicBezTo>
                  <a:cubicBezTo>
                    <a:pt x="83" y="121"/>
                    <a:pt x="87" y="120"/>
                    <a:pt x="89" y="120"/>
                  </a:cubicBezTo>
                  <a:cubicBezTo>
                    <a:pt x="91" y="120"/>
                    <a:pt x="96" y="124"/>
                    <a:pt x="98" y="125"/>
                  </a:cubicBezTo>
                  <a:cubicBezTo>
                    <a:pt x="100" y="125"/>
                    <a:pt x="107" y="126"/>
                    <a:pt x="109" y="125"/>
                  </a:cubicBezTo>
                  <a:cubicBezTo>
                    <a:pt x="111" y="123"/>
                    <a:pt x="114" y="119"/>
                    <a:pt x="117" y="119"/>
                  </a:cubicBezTo>
                  <a:cubicBezTo>
                    <a:pt x="120" y="120"/>
                    <a:pt x="130" y="119"/>
                    <a:pt x="132" y="120"/>
                  </a:cubicBezTo>
                  <a:cubicBezTo>
                    <a:pt x="134" y="121"/>
                    <a:pt x="138" y="123"/>
                    <a:pt x="141" y="122"/>
                  </a:cubicBezTo>
                  <a:cubicBezTo>
                    <a:pt x="144" y="121"/>
                    <a:pt x="147" y="115"/>
                    <a:pt x="149" y="115"/>
                  </a:cubicBezTo>
                  <a:cubicBezTo>
                    <a:pt x="150" y="114"/>
                    <a:pt x="150" y="114"/>
                    <a:pt x="151" y="114"/>
                  </a:cubicBezTo>
                  <a:cubicBezTo>
                    <a:pt x="151" y="113"/>
                    <a:pt x="151" y="112"/>
                    <a:pt x="151" y="111"/>
                  </a:cubicBezTo>
                  <a:cubicBezTo>
                    <a:pt x="151" y="105"/>
                    <a:pt x="152" y="107"/>
                    <a:pt x="153" y="101"/>
                  </a:cubicBezTo>
                  <a:cubicBezTo>
                    <a:pt x="154" y="95"/>
                    <a:pt x="170" y="80"/>
                    <a:pt x="171" y="79"/>
                  </a:cubicBezTo>
                  <a:cubicBezTo>
                    <a:pt x="172" y="78"/>
                    <a:pt x="172" y="54"/>
                    <a:pt x="172" y="51"/>
                  </a:cubicBezTo>
                  <a:cubicBezTo>
                    <a:pt x="172" y="47"/>
                    <a:pt x="173" y="43"/>
                    <a:pt x="174" y="39"/>
                  </a:cubicBezTo>
                  <a:cubicBezTo>
                    <a:pt x="176" y="34"/>
                    <a:pt x="172" y="34"/>
                    <a:pt x="172" y="30"/>
                  </a:cubicBezTo>
                  <a:cubicBezTo>
                    <a:pt x="173" y="26"/>
                    <a:pt x="168" y="22"/>
                    <a:pt x="168" y="2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0" name="Freeform 36"/>
            <p:cNvSpPr>
              <a:spLocks noChangeArrowheads="1"/>
            </p:cNvSpPr>
            <p:nvPr/>
          </p:nvSpPr>
          <p:spPr bwMode="auto">
            <a:xfrm>
              <a:off x="3940188" y="1952627"/>
              <a:ext cx="215901" cy="357188"/>
            </a:xfrm>
            <a:custGeom>
              <a:avLst/>
              <a:gdLst>
                <a:gd name="T0" fmla="*/ 112 w 113"/>
                <a:gd name="T1" fmla="*/ 46 h 187"/>
                <a:gd name="T2" fmla="*/ 26 w 113"/>
                <a:gd name="T3" fmla="*/ 0 h 187"/>
                <a:gd name="T4" fmla="*/ 16 w 113"/>
                <a:gd name="T5" fmla="*/ 5 h 187"/>
                <a:gd name="T6" fmla="*/ 17 w 113"/>
                <a:gd name="T7" fmla="*/ 20 h 187"/>
                <a:gd name="T8" fmla="*/ 21 w 113"/>
                <a:gd name="T9" fmla="*/ 30 h 187"/>
                <a:gd name="T10" fmla="*/ 23 w 113"/>
                <a:gd name="T11" fmla="*/ 39 h 187"/>
                <a:gd name="T12" fmla="*/ 21 w 113"/>
                <a:gd name="T13" fmla="*/ 51 h 187"/>
                <a:gd name="T14" fmla="*/ 20 w 113"/>
                <a:gd name="T15" fmla="*/ 79 h 187"/>
                <a:gd name="T16" fmla="*/ 2 w 113"/>
                <a:gd name="T17" fmla="*/ 101 h 187"/>
                <a:gd name="T18" fmla="*/ 0 w 113"/>
                <a:gd name="T19" fmla="*/ 111 h 187"/>
                <a:gd name="T20" fmla="*/ 0 w 113"/>
                <a:gd name="T21" fmla="*/ 114 h 187"/>
                <a:gd name="T22" fmla="*/ 2 w 113"/>
                <a:gd name="T23" fmla="*/ 117 h 187"/>
                <a:gd name="T24" fmla="*/ 7 w 113"/>
                <a:gd name="T25" fmla="*/ 122 h 187"/>
                <a:gd name="T26" fmla="*/ 14 w 113"/>
                <a:gd name="T27" fmla="*/ 132 h 187"/>
                <a:gd name="T28" fmla="*/ 15 w 113"/>
                <a:gd name="T29" fmla="*/ 142 h 187"/>
                <a:gd name="T30" fmla="*/ 20 w 113"/>
                <a:gd name="T31" fmla="*/ 156 h 187"/>
                <a:gd name="T32" fmla="*/ 15 w 113"/>
                <a:gd name="T33" fmla="*/ 158 h 187"/>
                <a:gd name="T34" fmla="*/ 6 w 113"/>
                <a:gd name="T35" fmla="*/ 159 h 187"/>
                <a:gd name="T36" fmla="*/ 8 w 113"/>
                <a:gd name="T37" fmla="*/ 167 h 187"/>
                <a:gd name="T38" fmla="*/ 18 w 113"/>
                <a:gd name="T39" fmla="*/ 177 h 187"/>
                <a:gd name="T40" fmla="*/ 22 w 113"/>
                <a:gd name="T41" fmla="*/ 186 h 187"/>
                <a:gd name="T42" fmla="*/ 28 w 113"/>
                <a:gd name="T43" fmla="*/ 184 h 187"/>
                <a:gd name="T44" fmla="*/ 36 w 113"/>
                <a:gd name="T45" fmla="*/ 184 h 187"/>
                <a:gd name="T46" fmla="*/ 48 w 113"/>
                <a:gd name="T47" fmla="*/ 180 h 187"/>
                <a:gd name="T48" fmla="*/ 58 w 113"/>
                <a:gd name="T49" fmla="*/ 175 h 187"/>
                <a:gd name="T50" fmla="*/ 59 w 113"/>
                <a:gd name="T51" fmla="*/ 169 h 187"/>
                <a:gd name="T52" fmla="*/ 75 w 113"/>
                <a:gd name="T53" fmla="*/ 165 h 187"/>
                <a:gd name="T54" fmla="*/ 86 w 113"/>
                <a:gd name="T55" fmla="*/ 154 h 187"/>
                <a:gd name="T56" fmla="*/ 88 w 113"/>
                <a:gd name="T57" fmla="*/ 149 h 187"/>
                <a:gd name="T58" fmla="*/ 97 w 113"/>
                <a:gd name="T59" fmla="*/ 145 h 187"/>
                <a:gd name="T60" fmla="*/ 99 w 113"/>
                <a:gd name="T61" fmla="*/ 145 h 187"/>
                <a:gd name="T62" fmla="*/ 99 w 113"/>
                <a:gd name="T63" fmla="*/ 145 h 187"/>
                <a:gd name="T64" fmla="*/ 100 w 113"/>
                <a:gd name="T65" fmla="*/ 140 h 187"/>
                <a:gd name="T66" fmla="*/ 95 w 113"/>
                <a:gd name="T67" fmla="*/ 133 h 187"/>
                <a:gd name="T68" fmla="*/ 93 w 113"/>
                <a:gd name="T69" fmla="*/ 125 h 187"/>
                <a:gd name="T70" fmla="*/ 91 w 113"/>
                <a:gd name="T71" fmla="*/ 118 h 187"/>
                <a:gd name="T72" fmla="*/ 92 w 113"/>
                <a:gd name="T73" fmla="*/ 110 h 187"/>
                <a:gd name="T74" fmla="*/ 97 w 113"/>
                <a:gd name="T75" fmla="*/ 102 h 187"/>
                <a:gd name="T76" fmla="*/ 101 w 113"/>
                <a:gd name="T77" fmla="*/ 95 h 187"/>
                <a:gd name="T78" fmla="*/ 111 w 113"/>
                <a:gd name="T79" fmla="*/ 89 h 187"/>
                <a:gd name="T80" fmla="*/ 112 w 113"/>
                <a:gd name="T81" fmla="*/ 77 h 187"/>
                <a:gd name="T82" fmla="*/ 112 w 113"/>
                <a:gd name="T83" fmla="*/ 46 h 18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13"/>
                <a:gd name="T127" fmla="*/ 0 h 187"/>
                <a:gd name="T128" fmla="*/ 113 w 113"/>
                <a:gd name="T129" fmla="*/ 187 h 18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13" h="187">
                  <a:moveTo>
                    <a:pt x="112" y="46"/>
                  </a:moveTo>
                  <a:cubicBezTo>
                    <a:pt x="26" y="0"/>
                    <a:pt x="26" y="0"/>
                    <a:pt x="26" y="0"/>
                  </a:cubicBezTo>
                  <a:cubicBezTo>
                    <a:pt x="16" y="5"/>
                    <a:pt x="16" y="5"/>
                    <a:pt x="16" y="5"/>
                  </a:cubicBezTo>
                  <a:cubicBezTo>
                    <a:pt x="16" y="11"/>
                    <a:pt x="17" y="18"/>
                    <a:pt x="17" y="20"/>
                  </a:cubicBezTo>
                  <a:cubicBezTo>
                    <a:pt x="17" y="22"/>
                    <a:pt x="22" y="26"/>
                    <a:pt x="21" y="30"/>
                  </a:cubicBezTo>
                  <a:cubicBezTo>
                    <a:pt x="21" y="34"/>
                    <a:pt x="25" y="34"/>
                    <a:pt x="23" y="39"/>
                  </a:cubicBezTo>
                  <a:cubicBezTo>
                    <a:pt x="22" y="43"/>
                    <a:pt x="21" y="47"/>
                    <a:pt x="21" y="51"/>
                  </a:cubicBezTo>
                  <a:cubicBezTo>
                    <a:pt x="21" y="54"/>
                    <a:pt x="21" y="78"/>
                    <a:pt x="20" y="79"/>
                  </a:cubicBezTo>
                  <a:cubicBezTo>
                    <a:pt x="19" y="80"/>
                    <a:pt x="3" y="95"/>
                    <a:pt x="2" y="101"/>
                  </a:cubicBezTo>
                  <a:cubicBezTo>
                    <a:pt x="1" y="107"/>
                    <a:pt x="0" y="105"/>
                    <a:pt x="0" y="111"/>
                  </a:cubicBezTo>
                  <a:cubicBezTo>
                    <a:pt x="0" y="112"/>
                    <a:pt x="0" y="113"/>
                    <a:pt x="0" y="114"/>
                  </a:cubicBezTo>
                  <a:cubicBezTo>
                    <a:pt x="0" y="115"/>
                    <a:pt x="1" y="116"/>
                    <a:pt x="2" y="117"/>
                  </a:cubicBezTo>
                  <a:cubicBezTo>
                    <a:pt x="4" y="119"/>
                    <a:pt x="4" y="122"/>
                    <a:pt x="7" y="122"/>
                  </a:cubicBezTo>
                  <a:cubicBezTo>
                    <a:pt x="10" y="122"/>
                    <a:pt x="14" y="129"/>
                    <a:pt x="14" y="132"/>
                  </a:cubicBezTo>
                  <a:cubicBezTo>
                    <a:pt x="14" y="135"/>
                    <a:pt x="16" y="137"/>
                    <a:pt x="15" y="142"/>
                  </a:cubicBezTo>
                  <a:cubicBezTo>
                    <a:pt x="15" y="148"/>
                    <a:pt x="18" y="155"/>
                    <a:pt x="20" y="156"/>
                  </a:cubicBezTo>
                  <a:cubicBezTo>
                    <a:pt x="22" y="157"/>
                    <a:pt x="19" y="158"/>
                    <a:pt x="15" y="158"/>
                  </a:cubicBezTo>
                  <a:cubicBezTo>
                    <a:pt x="11" y="158"/>
                    <a:pt x="6" y="158"/>
                    <a:pt x="6" y="159"/>
                  </a:cubicBezTo>
                  <a:cubicBezTo>
                    <a:pt x="6" y="161"/>
                    <a:pt x="4" y="163"/>
                    <a:pt x="8" y="167"/>
                  </a:cubicBezTo>
                  <a:cubicBezTo>
                    <a:pt x="13" y="171"/>
                    <a:pt x="16" y="173"/>
                    <a:pt x="18" y="177"/>
                  </a:cubicBezTo>
                  <a:cubicBezTo>
                    <a:pt x="19" y="181"/>
                    <a:pt x="21" y="185"/>
                    <a:pt x="22" y="186"/>
                  </a:cubicBezTo>
                  <a:cubicBezTo>
                    <a:pt x="23" y="187"/>
                    <a:pt x="26" y="187"/>
                    <a:pt x="28" y="184"/>
                  </a:cubicBezTo>
                  <a:cubicBezTo>
                    <a:pt x="31" y="180"/>
                    <a:pt x="33" y="187"/>
                    <a:pt x="36" y="184"/>
                  </a:cubicBezTo>
                  <a:cubicBezTo>
                    <a:pt x="38" y="181"/>
                    <a:pt x="46" y="181"/>
                    <a:pt x="48" y="180"/>
                  </a:cubicBezTo>
                  <a:cubicBezTo>
                    <a:pt x="50" y="179"/>
                    <a:pt x="56" y="176"/>
                    <a:pt x="58" y="175"/>
                  </a:cubicBezTo>
                  <a:cubicBezTo>
                    <a:pt x="60" y="173"/>
                    <a:pt x="56" y="170"/>
                    <a:pt x="59" y="169"/>
                  </a:cubicBezTo>
                  <a:cubicBezTo>
                    <a:pt x="62" y="167"/>
                    <a:pt x="71" y="170"/>
                    <a:pt x="75" y="165"/>
                  </a:cubicBezTo>
                  <a:cubicBezTo>
                    <a:pt x="78" y="161"/>
                    <a:pt x="84" y="156"/>
                    <a:pt x="86" y="154"/>
                  </a:cubicBezTo>
                  <a:cubicBezTo>
                    <a:pt x="87" y="152"/>
                    <a:pt x="86" y="151"/>
                    <a:pt x="88" y="149"/>
                  </a:cubicBezTo>
                  <a:cubicBezTo>
                    <a:pt x="90" y="146"/>
                    <a:pt x="95" y="144"/>
                    <a:pt x="97" y="145"/>
                  </a:cubicBezTo>
                  <a:cubicBezTo>
                    <a:pt x="98" y="145"/>
                    <a:pt x="99" y="145"/>
                    <a:pt x="99" y="145"/>
                  </a:cubicBezTo>
                  <a:cubicBezTo>
                    <a:pt x="99" y="145"/>
                    <a:pt x="99" y="145"/>
                    <a:pt x="99" y="145"/>
                  </a:cubicBezTo>
                  <a:cubicBezTo>
                    <a:pt x="100" y="140"/>
                    <a:pt x="100" y="140"/>
                    <a:pt x="100" y="140"/>
                  </a:cubicBezTo>
                  <a:cubicBezTo>
                    <a:pt x="100" y="140"/>
                    <a:pt x="95" y="137"/>
                    <a:pt x="95" y="133"/>
                  </a:cubicBezTo>
                  <a:cubicBezTo>
                    <a:pt x="95" y="129"/>
                    <a:pt x="96" y="125"/>
                    <a:pt x="93" y="125"/>
                  </a:cubicBezTo>
                  <a:cubicBezTo>
                    <a:pt x="89" y="125"/>
                    <a:pt x="89" y="121"/>
                    <a:pt x="91" y="118"/>
                  </a:cubicBezTo>
                  <a:cubicBezTo>
                    <a:pt x="94" y="116"/>
                    <a:pt x="87" y="110"/>
                    <a:pt x="92" y="110"/>
                  </a:cubicBezTo>
                  <a:cubicBezTo>
                    <a:pt x="97" y="110"/>
                    <a:pt x="93" y="102"/>
                    <a:pt x="97" y="102"/>
                  </a:cubicBezTo>
                  <a:cubicBezTo>
                    <a:pt x="100" y="101"/>
                    <a:pt x="101" y="98"/>
                    <a:pt x="101" y="95"/>
                  </a:cubicBezTo>
                  <a:cubicBezTo>
                    <a:pt x="101" y="91"/>
                    <a:pt x="109" y="89"/>
                    <a:pt x="111" y="89"/>
                  </a:cubicBezTo>
                  <a:cubicBezTo>
                    <a:pt x="113" y="88"/>
                    <a:pt x="112" y="77"/>
                    <a:pt x="112" y="77"/>
                  </a:cubicBezTo>
                  <a:lnTo>
                    <a:pt x="112" y="46"/>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1" name="Freeform 37"/>
            <p:cNvSpPr>
              <a:spLocks noChangeArrowheads="1"/>
            </p:cNvSpPr>
            <p:nvPr/>
          </p:nvSpPr>
          <p:spPr bwMode="auto">
            <a:xfrm>
              <a:off x="4167202" y="1754189"/>
              <a:ext cx="236538" cy="234950"/>
            </a:xfrm>
            <a:custGeom>
              <a:avLst/>
              <a:gdLst>
                <a:gd name="T0" fmla="*/ 115 w 124"/>
                <a:gd name="T1" fmla="*/ 27 h 123"/>
                <a:gd name="T2" fmla="*/ 107 w 124"/>
                <a:gd name="T3" fmla="*/ 7 h 123"/>
                <a:gd name="T4" fmla="*/ 106 w 124"/>
                <a:gd name="T5" fmla="*/ 9 h 123"/>
                <a:gd name="T6" fmla="*/ 94 w 124"/>
                <a:gd name="T7" fmla="*/ 8 h 123"/>
                <a:gd name="T8" fmla="*/ 80 w 124"/>
                <a:gd name="T9" fmla="*/ 5 h 123"/>
                <a:gd name="T10" fmla="*/ 56 w 124"/>
                <a:gd name="T11" fmla="*/ 9 h 123"/>
                <a:gd name="T12" fmla="*/ 44 w 124"/>
                <a:gd name="T13" fmla="*/ 10 h 123"/>
                <a:gd name="T14" fmla="*/ 23 w 124"/>
                <a:gd name="T15" fmla="*/ 4 h 123"/>
                <a:gd name="T16" fmla="*/ 6 w 124"/>
                <a:gd name="T17" fmla="*/ 0 h 123"/>
                <a:gd name="T18" fmla="*/ 5 w 124"/>
                <a:gd name="T19" fmla="*/ 3 h 123"/>
                <a:gd name="T20" fmla="*/ 4 w 124"/>
                <a:gd name="T21" fmla="*/ 17 h 123"/>
                <a:gd name="T22" fmla="*/ 4 w 124"/>
                <a:gd name="T23" fmla="*/ 33 h 123"/>
                <a:gd name="T24" fmla="*/ 4 w 124"/>
                <a:gd name="T25" fmla="*/ 120 h 123"/>
                <a:gd name="T26" fmla="*/ 72 w 124"/>
                <a:gd name="T27" fmla="*/ 120 h 123"/>
                <a:gd name="T28" fmla="*/ 76 w 124"/>
                <a:gd name="T29" fmla="*/ 118 h 123"/>
                <a:gd name="T30" fmla="*/ 82 w 124"/>
                <a:gd name="T31" fmla="*/ 120 h 123"/>
                <a:gd name="T32" fmla="*/ 96 w 124"/>
                <a:gd name="T33" fmla="*/ 120 h 123"/>
                <a:gd name="T34" fmla="*/ 102 w 124"/>
                <a:gd name="T35" fmla="*/ 123 h 123"/>
                <a:gd name="T36" fmla="*/ 109 w 124"/>
                <a:gd name="T37" fmla="*/ 118 h 123"/>
                <a:gd name="T38" fmla="*/ 116 w 124"/>
                <a:gd name="T39" fmla="*/ 110 h 123"/>
                <a:gd name="T40" fmla="*/ 122 w 124"/>
                <a:gd name="T41" fmla="*/ 106 h 123"/>
                <a:gd name="T42" fmla="*/ 123 w 124"/>
                <a:gd name="T43" fmla="*/ 105 h 123"/>
                <a:gd name="T44" fmla="*/ 123 w 124"/>
                <a:gd name="T45" fmla="*/ 101 h 123"/>
                <a:gd name="T46" fmla="*/ 118 w 124"/>
                <a:gd name="T47" fmla="*/ 88 h 123"/>
                <a:gd name="T48" fmla="*/ 106 w 124"/>
                <a:gd name="T49" fmla="*/ 65 h 123"/>
                <a:gd name="T50" fmla="*/ 100 w 124"/>
                <a:gd name="T51" fmla="*/ 54 h 123"/>
                <a:gd name="T52" fmla="*/ 93 w 124"/>
                <a:gd name="T53" fmla="*/ 41 h 123"/>
                <a:gd name="T54" fmla="*/ 87 w 124"/>
                <a:gd name="T55" fmla="*/ 20 h 123"/>
                <a:gd name="T56" fmla="*/ 95 w 124"/>
                <a:gd name="T57" fmla="*/ 35 h 123"/>
                <a:gd name="T58" fmla="*/ 106 w 124"/>
                <a:gd name="T59" fmla="*/ 50 h 123"/>
                <a:gd name="T60" fmla="*/ 113 w 124"/>
                <a:gd name="T61" fmla="*/ 34 h 123"/>
                <a:gd name="T62" fmla="*/ 113 w 124"/>
                <a:gd name="T63" fmla="*/ 34 h 123"/>
                <a:gd name="T64" fmla="*/ 114 w 124"/>
                <a:gd name="T65" fmla="*/ 31 h 123"/>
                <a:gd name="T66" fmla="*/ 115 w 124"/>
                <a:gd name="T67" fmla="*/ 27 h 12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4"/>
                <a:gd name="T103" fmla="*/ 0 h 123"/>
                <a:gd name="T104" fmla="*/ 124 w 124"/>
                <a:gd name="T105" fmla="*/ 123 h 12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4" h="123">
                  <a:moveTo>
                    <a:pt x="115" y="27"/>
                  </a:moveTo>
                  <a:cubicBezTo>
                    <a:pt x="107" y="7"/>
                    <a:pt x="107" y="7"/>
                    <a:pt x="107" y="7"/>
                  </a:cubicBezTo>
                  <a:cubicBezTo>
                    <a:pt x="107" y="8"/>
                    <a:pt x="106" y="8"/>
                    <a:pt x="106" y="9"/>
                  </a:cubicBezTo>
                  <a:cubicBezTo>
                    <a:pt x="105" y="10"/>
                    <a:pt x="99" y="7"/>
                    <a:pt x="94" y="8"/>
                  </a:cubicBezTo>
                  <a:cubicBezTo>
                    <a:pt x="89" y="9"/>
                    <a:pt x="85" y="7"/>
                    <a:pt x="80" y="5"/>
                  </a:cubicBezTo>
                  <a:cubicBezTo>
                    <a:pt x="75" y="2"/>
                    <a:pt x="59" y="6"/>
                    <a:pt x="56" y="9"/>
                  </a:cubicBezTo>
                  <a:cubicBezTo>
                    <a:pt x="54" y="12"/>
                    <a:pt x="49" y="12"/>
                    <a:pt x="44" y="10"/>
                  </a:cubicBezTo>
                  <a:cubicBezTo>
                    <a:pt x="39" y="8"/>
                    <a:pt x="32" y="5"/>
                    <a:pt x="23" y="4"/>
                  </a:cubicBezTo>
                  <a:cubicBezTo>
                    <a:pt x="14" y="3"/>
                    <a:pt x="8" y="2"/>
                    <a:pt x="6" y="0"/>
                  </a:cubicBezTo>
                  <a:cubicBezTo>
                    <a:pt x="6" y="1"/>
                    <a:pt x="5" y="2"/>
                    <a:pt x="5" y="3"/>
                  </a:cubicBezTo>
                  <a:cubicBezTo>
                    <a:pt x="2" y="10"/>
                    <a:pt x="7" y="12"/>
                    <a:pt x="4" y="17"/>
                  </a:cubicBezTo>
                  <a:cubicBezTo>
                    <a:pt x="0" y="21"/>
                    <a:pt x="4" y="26"/>
                    <a:pt x="4" y="33"/>
                  </a:cubicBezTo>
                  <a:cubicBezTo>
                    <a:pt x="4" y="39"/>
                    <a:pt x="4" y="89"/>
                    <a:pt x="4" y="120"/>
                  </a:cubicBezTo>
                  <a:cubicBezTo>
                    <a:pt x="72" y="120"/>
                    <a:pt x="72" y="120"/>
                    <a:pt x="72" y="120"/>
                  </a:cubicBezTo>
                  <a:cubicBezTo>
                    <a:pt x="72" y="120"/>
                    <a:pt x="74" y="119"/>
                    <a:pt x="76" y="118"/>
                  </a:cubicBezTo>
                  <a:cubicBezTo>
                    <a:pt x="78" y="116"/>
                    <a:pt x="82" y="120"/>
                    <a:pt x="82" y="120"/>
                  </a:cubicBezTo>
                  <a:cubicBezTo>
                    <a:pt x="96" y="120"/>
                    <a:pt x="96" y="120"/>
                    <a:pt x="96" y="120"/>
                  </a:cubicBezTo>
                  <a:cubicBezTo>
                    <a:pt x="96" y="120"/>
                    <a:pt x="99" y="123"/>
                    <a:pt x="102" y="123"/>
                  </a:cubicBezTo>
                  <a:cubicBezTo>
                    <a:pt x="106" y="123"/>
                    <a:pt x="104" y="118"/>
                    <a:pt x="109" y="118"/>
                  </a:cubicBezTo>
                  <a:cubicBezTo>
                    <a:pt x="114" y="118"/>
                    <a:pt x="113" y="110"/>
                    <a:pt x="116" y="110"/>
                  </a:cubicBezTo>
                  <a:cubicBezTo>
                    <a:pt x="120" y="110"/>
                    <a:pt x="119" y="110"/>
                    <a:pt x="122" y="106"/>
                  </a:cubicBezTo>
                  <a:cubicBezTo>
                    <a:pt x="122" y="105"/>
                    <a:pt x="123" y="105"/>
                    <a:pt x="123" y="105"/>
                  </a:cubicBezTo>
                  <a:cubicBezTo>
                    <a:pt x="122" y="104"/>
                    <a:pt x="122" y="102"/>
                    <a:pt x="123" y="101"/>
                  </a:cubicBezTo>
                  <a:cubicBezTo>
                    <a:pt x="124" y="95"/>
                    <a:pt x="120" y="96"/>
                    <a:pt x="118" y="88"/>
                  </a:cubicBezTo>
                  <a:cubicBezTo>
                    <a:pt x="115" y="81"/>
                    <a:pt x="106" y="69"/>
                    <a:pt x="106" y="65"/>
                  </a:cubicBezTo>
                  <a:cubicBezTo>
                    <a:pt x="105" y="61"/>
                    <a:pt x="100" y="58"/>
                    <a:pt x="100" y="54"/>
                  </a:cubicBezTo>
                  <a:cubicBezTo>
                    <a:pt x="100" y="49"/>
                    <a:pt x="98" y="48"/>
                    <a:pt x="93" y="41"/>
                  </a:cubicBezTo>
                  <a:cubicBezTo>
                    <a:pt x="87" y="34"/>
                    <a:pt x="86" y="21"/>
                    <a:pt x="87" y="20"/>
                  </a:cubicBezTo>
                  <a:cubicBezTo>
                    <a:pt x="89" y="20"/>
                    <a:pt x="93" y="31"/>
                    <a:pt x="95" y="35"/>
                  </a:cubicBezTo>
                  <a:cubicBezTo>
                    <a:pt x="97" y="39"/>
                    <a:pt x="102" y="50"/>
                    <a:pt x="106" y="50"/>
                  </a:cubicBezTo>
                  <a:cubicBezTo>
                    <a:pt x="110" y="50"/>
                    <a:pt x="112" y="33"/>
                    <a:pt x="113" y="34"/>
                  </a:cubicBezTo>
                  <a:cubicBezTo>
                    <a:pt x="113" y="34"/>
                    <a:pt x="113" y="34"/>
                    <a:pt x="113" y="34"/>
                  </a:cubicBezTo>
                  <a:cubicBezTo>
                    <a:pt x="114" y="31"/>
                    <a:pt x="114" y="31"/>
                    <a:pt x="114" y="31"/>
                  </a:cubicBezTo>
                  <a:lnTo>
                    <a:pt x="115" y="27"/>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2" name="Freeform 38"/>
            <p:cNvSpPr>
              <a:spLocks noChangeArrowheads="1"/>
            </p:cNvSpPr>
            <p:nvPr/>
          </p:nvSpPr>
          <p:spPr bwMode="auto">
            <a:xfrm>
              <a:off x="3837001" y="2420940"/>
              <a:ext cx="122239" cy="134938"/>
            </a:xfrm>
            <a:custGeom>
              <a:avLst/>
              <a:gdLst>
                <a:gd name="T0" fmla="*/ 32 w 64"/>
                <a:gd name="T1" fmla="*/ 67 h 71"/>
                <a:gd name="T2" fmla="*/ 34 w 64"/>
                <a:gd name="T3" fmla="*/ 58 h 71"/>
                <a:gd name="T4" fmla="*/ 41 w 64"/>
                <a:gd name="T5" fmla="*/ 53 h 71"/>
                <a:gd name="T6" fmla="*/ 45 w 64"/>
                <a:gd name="T7" fmla="*/ 47 h 71"/>
                <a:gd name="T8" fmla="*/ 52 w 64"/>
                <a:gd name="T9" fmla="*/ 54 h 71"/>
                <a:gd name="T10" fmla="*/ 60 w 64"/>
                <a:gd name="T11" fmla="*/ 56 h 71"/>
                <a:gd name="T12" fmla="*/ 64 w 64"/>
                <a:gd name="T13" fmla="*/ 42 h 71"/>
                <a:gd name="T14" fmla="*/ 61 w 64"/>
                <a:gd name="T15" fmla="*/ 30 h 71"/>
                <a:gd name="T16" fmla="*/ 59 w 64"/>
                <a:gd name="T17" fmla="*/ 21 h 71"/>
                <a:gd name="T18" fmla="*/ 60 w 64"/>
                <a:gd name="T19" fmla="*/ 12 h 71"/>
                <a:gd name="T20" fmla="*/ 49 w 64"/>
                <a:gd name="T21" fmla="*/ 12 h 71"/>
                <a:gd name="T22" fmla="*/ 50 w 64"/>
                <a:gd name="T23" fmla="*/ 1 h 71"/>
                <a:gd name="T24" fmla="*/ 33 w 64"/>
                <a:gd name="T25" fmla="*/ 0 h 71"/>
                <a:gd name="T26" fmla="*/ 31 w 64"/>
                <a:gd name="T27" fmla="*/ 1 h 71"/>
                <a:gd name="T28" fmla="*/ 31 w 64"/>
                <a:gd name="T29" fmla="*/ 15 h 71"/>
                <a:gd name="T30" fmla="*/ 15 w 64"/>
                <a:gd name="T31" fmla="*/ 16 h 71"/>
                <a:gd name="T32" fmla="*/ 10 w 64"/>
                <a:gd name="T33" fmla="*/ 16 h 71"/>
                <a:gd name="T34" fmla="*/ 8 w 64"/>
                <a:gd name="T35" fmla="*/ 19 h 71"/>
                <a:gd name="T36" fmla="*/ 13 w 64"/>
                <a:gd name="T37" fmla="*/ 25 h 71"/>
                <a:gd name="T38" fmla="*/ 7 w 64"/>
                <a:gd name="T39" fmla="*/ 29 h 71"/>
                <a:gd name="T40" fmla="*/ 2 w 64"/>
                <a:gd name="T41" fmla="*/ 36 h 71"/>
                <a:gd name="T42" fmla="*/ 8 w 64"/>
                <a:gd name="T43" fmla="*/ 46 h 71"/>
                <a:gd name="T44" fmla="*/ 16 w 64"/>
                <a:gd name="T45" fmla="*/ 57 h 71"/>
                <a:gd name="T46" fmla="*/ 27 w 64"/>
                <a:gd name="T47" fmla="*/ 71 h 71"/>
                <a:gd name="T48" fmla="*/ 32 w 64"/>
                <a:gd name="T49" fmla="*/ 67 h 7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4"/>
                <a:gd name="T76" fmla="*/ 0 h 71"/>
                <a:gd name="T77" fmla="*/ 64 w 64"/>
                <a:gd name="T78" fmla="*/ 71 h 7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4" h="71">
                  <a:moveTo>
                    <a:pt x="32" y="67"/>
                  </a:moveTo>
                  <a:cubicBezTo>
                    <a:pt x="38" y="67"/>
                    <a:pt x="36" y="64"/>
                    <a:pt x="34" y="58"/>
                  </a:cubicBezTo>
                  <a:cubicBezTo>
                    <a:pt x="32" y="53"/>
                    <a:pt x="37" y="53"/>
                    <a:pt x="41" y="53"/>
                  </a:cubicBezTo>
                  <a:cubicBezTo>
                    <a:pt x="44" y="53"/>
                    <a:pt x="43" y="47"/>
                    <a:pt x="45" y="47"/>
                  </a:cubicBezTo>
                  <a:cubicBezTo>
                    <a:pt x="48" y="47"/>
                    <a:pt x="49" y="55"/>
                    <a:pt x="52" y="54"/>
                  </a:cubicBezTo>
                  <a:cubicBezTo>
                    <a:pt x="55" y="53"/>
                    <a:pt x="57" y="56"/>
                    <a:pt x="60" y="56"/>
                  </a:cubicBezTo>
                  <a:cubicBezTo>
                    <a:pt x="64" y="55"/>
                    <a:pt x="64" y="48"/>
                    <a:pt x="64" y="42"/>
                  </a:cubicBezTo>
                  <a:cubicBezTo>
                    <a:pt x="64" y="37"/>
                    <a:pt x="64" y="33"/>
                    <a:pt x="61" y="30"/>
                  </a:cubicBezTo>
                  <a:cubicBezTo>
                    <a:pt x="57" y="28"/>
                    <a:pt x="55" y="23"/>
                    <a:pt x="59" y="21"/>
                  </a:cubicBezTo>
                  <a:cubicBezTo>
                    <a:pt x="63" y="19"/>
                    <a:pt x="64" y="15"/>
                    <a:pt x="60" y="12"/>
                  </a:cubicBezTo>
                  <a:cubicBezTo>
                    <a:pt x="57" y="10"/>
                    <a:pt x="49" y="15"/>
                    <a:pt x="49" y="12"/>
                  </a:cubicBezTo>
                  <a:cubicBezTo>
                    <a:pt x="49" y="11"/>
                    <a:pt x="50" y="5"/>
                    <a:pt x="50" y="1"/>
                  </a:cubicBezTo>
                  <a:cubicBezTo>
                    <a:pt x="42" y="0"/>
                    <a:pt x="33" y="0"/>
                    <a:pt x="33" y="0"/>
                  </a:cubicBezTo>
                  <a:cubicBezTo>
                    <a:pt x="31" y="1"/>
                    <a:pt x="31" y="1"/>
                    <a:pt x="31" y="1"/>
                  </a:cubicBezTo>
                  <a:cubicBezTo>
                    <a:pt x="32" y="9"/>
                    <a:pt x="31" y="15"/>
                    <a:pt x="31" y="15"/>
                  </a:cubicBezTo>
                  <a:cubicBezTo>
                    <a:pt x="31" y="15"/>
                    <a:pt x="18" y="16"/>
                    <a:pt x="15" y="16"/>
                  </a:cubicBezTo>
                  <a:cubicBezTo>
                    <a:pt x="15" y="16"/>
                    <a:pt x="13" y="16"/>
                    <a:pt x="10" y="16"/>
                  </a:cubicBezTo>
                  <a:cubicBezTo>
                    <a:pt x="10" y="17"/>
                    <a:pt x="9" y="18"/>
                    <a:pt x="8" y="19"/>
                  </a:cubicBezTo>
                  <a:cubicBezTo>
                    <a:pt x="7" y="20"/>
                    <a:pt x="12" y="22"/>
                    <a:pt x="13" y="25"/>
                  </a:cubicBezTo>
                  <a:cubicBezTo>
                    <a:pt x="14" y="27"/>
                    <a:pt x="6" y="26"/>
                    <a:pt x="7" y="29"/>
                  </a:cubicBezTo>
                  <a:cubicBezTo>
                    <a:pt x="7" y="32"/>
                    <a:pt x="4" y="35"/>
                    <a:pt x="2" y="36"/>
                  </a:cubicBezTo>
                  <a:cubicBezTo>
                    <a:pt x="0" y="38"/>
                    <a:pt x="7" y="44"/>
                    <a:pt x="8" y="46"/>
                  </a:cubicBezTo>
                  <a:cubicBezTo>
                    <a:pt x="8" y="49"/>
                    <a:pt x="9" y="51"/>
                    <a:pt x="16" y="57"/>
                  </a:cubicBezTo>
                  <a:cubicBezTo>
                    <a:pt x="22" y="63"/>
                    <a:pt x="19" y="64"/>
                    <a:pt x="27" y="71"/>
                  </a:cubicBezTo>
                  <a:cubicBezTo>
                    <a:pt x="28" y="69"/>
                    <a:pt x="30" y="67"/>
                    <a:pt x="32" y="6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3" name="Freeform 39"/>
            <p:cNvSpPr>
              <a:spLocks noChangeArrowheads="1"/>
            </p:cNvSpPr>
            <p:nvPr/>
          </p:nvSpPr>
          <p:spPr bwMode="auto">
            <a:xfrm>
              <a:off x="3849701" y="2422528"/>
              <a:ext cx="47626" cy="28575"/>
            </a:xfrm>
            <a:custGeom>
              <a:avLst/>
              <a:gdLst>
                <a:gd name="T0" fmla="*/ 24 w 25"/>
                <a:gd name="T1" fmla="*/ 14 h 15"/>
                <a:gd name="T2" fmla="*/ 24 w 25"/>
                <a:gd name="T3" fmla="*/ 0 h 15"/>
                <a:gd name="T4" fmla="*/ 22 w 25"/>
                <a:gd name="T5" fmla="*/ 0 h 15"/>
                <a:gd name="T6" fmla="*/ 6 w 25"/>
                <a:gd name="T7" fmla="*/ 0 h 15"/>
                <a:gd name="T8" fmla="*/ 6 w 25"/>
                <a:gd name="T9" fmla="*/ 1 h 15"/>
                <a:gd name="T10" fmla="*/ 3 w 25"/>
                <a:gd name="T11" fmla="*/ 8 h 15"/>
                <a:gd name="T12" fmla="*/ 3 w 25"/>
                <a:gd name="T13" fmla="*/ 13 h 15"/>
                <a:gd name="T14" fmla="*/ 3 w 25"/>
                <a:gd name="T15" fmla="*/ 15 h 15"/>
                <a:gd name="T16" fmla="*/ 8 w 25"/>
                <a:gd name="T17" fmla="*/ 15 h 15"/>
                <a:gd name="T18" fmla="*/ 24 w 25"/>
                <a:gd name="T19" fmla="*/ 14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15"/>
                <a:gd name="T32" fmla="*/ 25 w 25"/>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15">
                  <a:moveTo>
                    <a:pt x="24" y="14"/>
                  </a:moveTo>
                  <a:cubicBezTo>
                    <a:pt x="24" y="14"/>
                    <a:pt x="25" y="8"/>
                    <a:pt x="24" y="0"/>
                  </a:cubicBezTo>
                  <a:cubicBezTo>
                    <a:pt x="22" y="0"/>
                    <a:pt x="22" y="0"/>
                    <a:pt x="22" y="0"/>
                  </a:cubicBezTo>
                  <a:cubicBezTo>
                    <a:pt x="6" y="0"/>
                    <a:pt x="6" y="0"/>
                    <a:pt x="6" y="0"/>
                  </a:cubicBezTo>
                  <a:cubicBezTo>
                    <a:pt x="6" y="0"/>
                    <a:pt x="6" y="1"/>
                    <a:pt x="6" y="1"/>
                  </a:cubicBezTo>
                  <a:cubicBezTo>
                    <a:pt x="8" y="3"/>
                    <a:pt x="7" y="7"/>
                    <a:pt x="3" y="8"/>
                  </a:cubicBezTo>
                  <a:cubicBezTo>
                    <a:pt x="0" y="9"/>
                    <a:pt x="0" y="12"/>
                    <a:pt x="3" y="13"/>
                  </a:cubicBezTo>
                  <a:cubicBezTo>
                    <a:pt x="5" y="13"/>
                    <a:pt x="4" y="14"/>
                    <a:pt x="3" y="15"/>
                  </a:cubicBezTo>
                  <a:cubicBezTo>
                    <a:pt x="6" y="15"/>
                    <a:pt x="8" y="15"/>
                    <a:pt x="8" y="15"/>
                  </a:cubicBezTo>
                  <a:cubicBezTo>
                    <a:pt x="11" y="15"/>
                    <a:pt x="24" y="14"/>
                    <a:pt x="24" y="1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4" name="Freeform 40"/>
            <p:cNvSpPr>
              <a:spLocks noChangeArrowheads="1"/>
            </p:cNvSpPr>
            <p:nvPr/>
          </p:nvSpPr>
          <p:spPr bwMode="auto">
            <a:xfrm>
              <a:off x="3887801" y="2389190"/>
              <a:ext cx="153988" cy="188914"/>
            </a:xfrm>
            <a:custGeom>
              <a:avLst/>
              <a:gdLst>
                <a:gd name="T0" fmla="*/ 21 w 80"/>
                <a:gd name="T1" fmla="*/ 94 h 99"/>
                <a:gd name="T2" fmla="*/ 29 w 80"/>
                <a:gd name="T3" fmla="*/ 95 h 99"/>
                <a:gd name="T4" fmla="*/ 38 w 80"/>
                <a:gd name="T5" fmla="*/ 95 h 99"/>
                <a:gd name="T6" fmla="*/ 43 w 80"/>
                <a:gd name="T7" fmla="*/ 95 h 99"/>
                <a:gd name="T8" fmla="*/ 50 w 80"/>
                <a:gd name="T9" fmla="*/ 88 h 99"/>
                <a:gd name="T10" fmla="*/ 54 w 80"/>
                <a:gd name="T11" fmla="*/ 80 h 99"/>
                <a:gd name="T12" fmla="*/ 55 w 80"/>
                <a:gd name="T13" fmla="*/ 61 h 99"/>
                <a:gd name="T14" fmla="*/ 64 w 80"/>
                <a:gd name="T15" fmla="*/ 49 h 99"/>
                <a:gd name="T16" fmla="*/ 73 w 80"/>
                <a:gd name="T17" fmla="*/ 25 h 99"/>
                <a:gd name="T18" fmla="*/ 77 w 80"/>
                <a:gd name="T19" fmla="*/ 13 h 99"/>
                <a:gd name="T20" fmla="*/ 79 w 80"/>
                <a:gd name="T21" fmla="*/ 1 h 99"/>
                <a:gd name="T22" fmla="*/ 79 w 80"/>
                <a:gd name="T23" fmla="*/ 1 h 99"/>
                <a:gd name="T24" fmla="*/ 69 w 80"/>
                <a:gd name="T25" fmla="*/ 0 h 99"/>
                <a:gd name="T26" fmla="*/ 64 w 80"/>
                <a:gd name="T27" fmla="*/ 1 h 99"/>
                <a:gd name="T28" fmla="*/ 58 w 80"/>
                <a:gd name="T29" fmla="*/ 3 h 99"/>
                <a:gd name="T30" fmla="*/ 56 w 80"/>
                <a:gd name="T31" fmla="*/ 11 h 99"/>
                <a:gd name="T32" fmla="*/ 52 w 80"/>
                <a:gd name="T33" fmla="*/ 22 h 99"/>
                <a:gd name="T34" fmla="*/ 36 w 80"/>
                <a:gd name="T35" fmla="*/ 17 h 99"/>
                <a:gd name="T36" fmla="*/ 23 w 80"/>
                <a:gd name="T37" fmla="*/ 17 h 99"/>
                <a:gd name="T38" fmla="*/ 22 w 80"/>
                <a:gd name="T39" fmla="*/ 28 h 99"/>
                <a:gd name="T40" fmla="*/ 33 w 80"/>
                <a:gd name="T41" fmla="*/ 28 h 99"/>
                <a:gd name="T42" fmla="*/ 32 w 80"/>
                <a:gd name="T43" fmla="*/ 37 h 99"/>
                <a:gd name="T44" fmla="*/ 34 w 80"/>
                <a:gd name="T45" fmla="*/ 46 h 99"/>
                <a:gd name="T46" fmla="*/ 37 w 80"/>
                <a:gd name="T47" fmla="*/ 58 h 99"/>
                <a:gd name="T48" fmla="*/ 33 w 80"/>
                <a:gd name="T49" fmla="*/ 72 h 99"/>
                <a:gd name="T50" fmla="*/ 25 w 80"/>
                <a:gd name="T51" fmla="*/ 70 h 99"/>
                <a:gd name="T52" fmla="*/ 18 w 80"/>
                <a:gd name="T53" fmla="*/ 63 h 99"/>
                <a:gd name="T54" fmla="*/ 14 w 80"/>
                <a:gd name="T55" fmla="*/ 69 h 99"/>
                <a:gd name="T56" fmla="*/ 7 w 80"/>
                <a:gd name="T57" fmla="*/ 74 h 99"/>
                <a:gd name="T58" fmla="*/ 5 w 80"/>
                <a:gd name="T59" fmla="*/ 83 h 99"/>
                <a:gd name="T60" fmla="*/ 0 w 80"/>
                <a:gd name="T61" fmla="*/ 87 h 99"/>
                <a:gd name="T62" fmla="*/ 1 w 80"/>
                <a:gd name="T63" fmla="*/ 88 h 99"/>
                <a:gd name="T64" fmla="*/ 11 w 80"/>
                <a:gd name="T65" fmla="*/ 99 h 99"/>
                <a:gd name="T66" fmla="*/ 21 w 80"/>
                <a:gd name="T67" fmla="*/ 94 h 9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0"/>
                <a:gd name="T103" fmla="*/ 0 h 99"/>
                <a:gd name="T104" fmla="*/ 80 w 80"/>
                <a:gd name="T105" fmla="*/ 99 h 9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0" h="99">
                  <a:moveTo>
                    <a:pt x="21" y="94"/>
                  </a:moveTo>
                  <a:cubicBezTo>
                    <a:pt x="23" y="95"/>
                    <a:pt x="25" y="98"/>
                    <a:pt x="29" y="95"/>
                  </a:cubicBezTo>
                  <a:cubicBezTo>
                    <a:pt x="33" y="91"/>
                    <a:pt x="38" y="92"/>
                    <a:pt x="38" y="95"/>
                  </a:cubicBezTo>
                  <a:cubicBezTo>
                    <a:pt x="38" y="99"/>
                    <a:pt x="39" y="98"/>
                    <a:pt x="43" y="95"/>
                  </a:cubicBezTo>
                  <a:cubicBezTo>
                    <a:pt x="46" y="91"/>
                    <a:pt x="50" y="95"/>
                    <a:pt x="50" y="88"/>
                  </a:cubicBezTo>
                  <a:cubicBezTo>
                    <a:pt x="50" y="81"/>
                    <a:pt x="54" y="88"/>
                    <a:pt x="54" y="80"/>
                  </a:cubicBezTo>
                  <a:cubicBezTo>
                    <a:pt x="54" y="72"/>
                    <a:pt x="55" y="65"/>
                    <a:pt x="55" y="61"/>
                  </a:cubicBezTo>
                  <a:cubicBezTo>
                    <a:pt x="55" y="58"/>
                    <a:pt x="64" y="54"/>
                    <a:pt x="64" y="49"/>
                  </a:cubicBezTo>
                  <a:cubicBezTo>
                    <a:pt x="64" y="43"/>
                    <a:pt x="73" y="32"/>
                    <a:pt x="73" y="25"/>
                  </a:cubicBezTo>
                  <a:cubicBezTo>
                    <a:pt x="73" y="18"/>
                    <a:pt x="75" y="16"/>
                    <a:pt x="77" y="13"/>
                  </a:cubicBezTo>
                  <a:cubicBezTo>
                    <a:pt x="78" y="11"/>
                    <a:pt x="80" y="6"/>
                    <a:pt x="79" y="1"/>
                  </a:cubicBezTo>
                  <a:cubicBezTo>
                    <a:pt x="79" y="1"/>
                    <a:pt x="79" y="1"/>
                    <a:pt x="79" y="1"/>
                  </a:cubicBezTo>
                  <a:cubicBezTo>
                    <a:pt x="69" y="0"/>
                    <a:pt x="69" y="0"/>
                    <a:pt x="69" y="0"/>
                  </a:cubicBezTo>
                  <a:cubicBezTo>
                    <a:pt x="64" y="1"/>
                    <a:pt x="64" y="1"/>
                    <a:pt x="64" y="1"/>
                  </a:cubicBezTo>
                  <a:cubicBezTo>
                    <a:pt x="58" y="3"/>
                    <a:pt x="58" y="3"/>
                    <a:pt x="58" y="3"/>
                  </a:cubicBezTo>
                  <a:cubicBezTo>
                    <a:pt x="58" y="3"/>
                    <a:pt x="59" y="8"/>
                    <a:pt x="56" y="11"/>
                  </a:cubicBezTo>
                  <a:cubicBezTo>
                    <a:pt x="53" y="15"/>
                    <a:pt x="52" y="22"/>
                    <a:pt x="52" y="22"/>
                  </a:cubicBezTo>
                  <a:cubicBezTo>
                    <a:pt x="52" y="22"/>
                    <a:pt x="40" y="16"/>
                    <a:pt x="36" y="17"/>
                  </a:cubicBezTo>
                  <a:cubicBezTo>
                    <a:pt x="35" y="17"/>
                    <a:pt x="29" y="17"/>
                    <a:pt x="23" y="17"/>
                  </a:cubicBezTo>
                  <a:cubicBezTo>
                    <a:pt x="23" y="21"/>
                    <a:pt x="22" y="27"/>
                    <a:pt x="22" y="28"/>
                  </a:cubicBezTo>
                  <a:cubicBezTo>
                    <a:pt x="22" y="31"/>
                    <a:pt x="30" y="26"/>
                    <a:pt x="33" y="28"/>
                  </a:cubicBezTo>
                  <a:cubicBezTo>
                    <a:pt x="37" y="31"/>
                    <a:pt x="36" y="35"/>
                    <a:pt x="32" y="37"/>
                  </a:cubicBezTo>
                  <a:cubicBezTo>
                    <a:pt x="28" y="39"/>
                    <a:pt x="30" y="44"/>
                    <a:pt x="34" y="46"/>
                  </a:cubicBezTo>
                  <a:cubicBezTo>
                    <a:pt x="37" y="49"/>
                    <a:pt x="37" y="53"/>
                    <a:pt x="37" y="58"/>
                  </a:cubicBezTo>
                  <a:cubicBezTo>
                    <a:pt x="37" y="64"/>
                    <a:pt x="37" y="71"/>
                    <a:pt x="33" y="72"/>
                  </a:cubicBezTo>
                  <a:cubicBezTo>
                    <a:pt x="30" y="72"/>
                    <a:pt x="28" y="69"/>
                    <a:pt x="25" y="70"/>
                  </a:cubicBezTo>
                  <a:cubicBezTo>
                    <a:pt x="22" y="71"/>
                    <a:pt x="21" y="63"/>
                    <a:pt x="18" y="63"/>
                  </a:cubicBezTo>
                  <a:cubicBezTo>
                    <a:pt x="16" y="63"/>
                    <a:pt x="17" y="69"/>
                    <a:pt x="14" y="69"/>
                  </a:cubicBezTo>
                  <a:cubicBezTo>
                    <a:pt x="10" y="69"/>
                    <a:pt x="5" y="69"/>
                    <a:pt x="7" y="74"/>
                  </a:cubicBezTo>
                  <a:cubicBezTo>
                    <a:pt x="9" y="80"/>
                    <a:pt x="11" y="83"/>
                    <a:pt x="5" y="83"/>
                  </a:cubicBezTo>
                  <a:cubicBezTo>
                    <a:pt x="3" y="83"/>
                    <a:pt x="1" y="85"/>
                    <a:pt x="0" y="87"/>
                  </a:cubicBezTo>
                  <a:cubicBezTo>
                    <a:pt x="0" y="87"/>
                    <a:pt x="1" y="87"/>
                    <a:pt x="1" y="88"/>
                  </a:cubicBezTo>
                  <a:cubicBezTo>
                    <a:pt x="6" y="91"/>
                    <a:pt x="9" y="95"/>
                    <a:pt x="11" y="99"/>
                  </a:cubicBezTo>
                  <a:cubicBezTo>
                    <a:pt x="15" y="96"/>
                    <a:pt x="20" y="93"/>
                    <a:pt x="21" y="9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5" name="Freeform 41"/>
            <p:cNvSpPr>
              <a:spLocks noChangeArrowheads="1"/>
            </p:cNvSpPr>
            <p:nvPr/>
          </p:nvSpPr>
          <p:spPr bwMode="auto">
            <a:xfrm>
              <a:off x="4105289" y="1954214"/>
              <a:ext cx="358776" cy="441326"/>
            </a:xfrm>
            <a:custGeom>
              <a:avLst/>
              <a:gdLst>
                <a:gd name="T0" fmla="*/ 141 w 187"/>
                <a:gd name="T1" fmla="*/ 13 h 231"/>
                <a:gd name="T2" fmla="*/ 128 w 187"/>
                <a:gd name="T3" fmla="*/ 15 h 231"/>
                <a:gd name="T4" fmla="*/ 108 w 187"/>
                <a:gd name="T5" fmla="*/ 13 h 231"/>
                <a:gd name="T6" fmla="*/ 36 w 187"/>
                <a:gd name="T7" fmla="*/ 15 h 231"/>
                <a:gd name="T8" fmla="*/ 25 w 187"/>
                <a:gd name="T9" fmla="*/ 39 h 231"/>
                <a:gd name="T10" fmla="*/ 24 w 187"/>
                <a:gd name="T11" fmla="*/ 88 h 231"/>
                <a:gd name="T12" fmla="*/ 10 w 187"/>
                <a:gd name="T13" fmla="*/ 101 h 231"/>
                <a:gd name="T14" fmla="*/ 4 w 187"/>
                <a:gd name="T15" fmla="*/ 117 h 231"/>
                <a:gd name="T16" fmla="*/ 8 w 187"/>
                <a:gd name="T17" fmla="*/ 132 h 231"/>
                <a:gd name="T18" fmla="*/ 12 w 187"/>
                <a:gd name="T19" fmla="*/ 144 h 231"/>
                <a:gd name="T20" fmla="*/ 21 w 187"/>
                <a:gd name="T21" fmla="*/ 165 h 231"/>
                <a:gd name="T22" fmla="*/ 24 w 187"/>
                <a:gd name="T23" fmla="*/ 170 h 231"/>
                <a:gd name="T24" fmla="*/ 35 w 187"/>
                <a:gd name="T25" fmla="*/ 177 h 231"/>
                <a:gd name="T26" fmla="*/ 47 w 187"/>
                <a:gd name="T27" fmla="*/ 190 h 231"/>
                <a:gd name="T28" fmla="*/ 59 w 187"/>
                <a:gd name="T29" fmla="*/ 204 h 231"/>
                <a:gd name="T30" fmla="*/ 64 w 187"/>
                <a:gd name="T31" fmla="*/ 213 h 231"/>
                <a:gd name="T32" fmla="*/ 76 w 187"/>
                <a:gd name="T33" fmla="*/ 219 h 231"/>
                <a:gd name="T34" fmla="*/ 88 w 187"/>
                <a:gd name="T35" fmla="*/ 218 h 231"/>
                <a:gd name="T36" fmla="*/ 109 w 187"/>
                <a:gd name="T37" fmla="*/ 227 h 231"/>
                <a:gd name="T38" fmla="*/ 124 w 187"/>
                <a:gd name="T39" fmla="*/ 226 h 231"/>
                <a:gd name="T40" fmla="*/ 135 w 187"/>
                <a:gd name="T41" fmla="*/ 222 h 231"/>
                <a:gd name="T42" fmla="*/ 146 w 187"/>
                <a:gd name="T43" fmla="*/ 214 h 231"/>
                <a:gd name="T44" fmla="*/ 155 w 187"/>
                <a:gd name="T45" fmla="*/ 217 h 231"/>
                <a:gd name="T46" fmla="*/ 145 w 187"/>
                <a:gd name="T47" fmla="*/ 198 h 231"/>
                <a:gd name="T48" fmla="*/ 125 w 187"/>
                <a:gd name="T49" fmla="*/ 180 h 231"/>
                <a:gd name="T50" fmla="*/ 136 w 187"/>
                <a:gd name="T51" fmla="*/ 172 h 231"/>
                <a:gd name="T52" fmla="*/ 141 w 187"/>
                <a:gd name="T53" fmla="*/ 149 h 231"/>
                <a:gd name="T54" fmla="*/ 149 w 187"/>
                <a:gd name="T55" fmla="*/ 133 h 231"/>
                <a:gd name="T56" fmla="*/ 161 w 187"/>
                <a:gd name="T57" fmla="*/ 119 h 231"/>
                <a:gd name="T58" fmla="*/ 166 w 187"/>
                <a:gd name="T59" fmla="*/ 90 h 231"/>
                <a:gd name="T60" fmla="*/ 176 w 187"/>
                <a:gd name="T61" fmla="*/ 73 h 231"/>
                <a:gd name="T62" fmla="*/ 180 w 187"/>
                <a:gd name="T63" fmla="*/ 57 h 231"/>
                <a:gd name="T64" fmla="*/ 171 w 187"/>
                <a:gd name="T65" fmla="*/ 20 h 231"/>
                <a:gd name="T66" fmla="*/ 155 w 187"/>
                <a:gd name="T67" fmla="*/ 0 h 231"/>
                <a:gd name="T68" fmla="*/ 148 w 187"/>
                <a:gd name="T69" fmla="*/ 5 h 23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87"/>
                <a:gd name="T106" fmla="*/ 0 h 231"/>
                <a:gd name="T107" fmla="*/ 187 w 187"/>
                <a:gd name="T108" fmla="*/ 231 h 23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87" h="231">
                  <a:moveTo>
                    <a:pt x="148" y="5"/>
                  </a:moveTo>
                  <a:cubicBezTo>
                    <a:pt x="145" y="5"/>
                    <a:pt x="146" y="13"/>
                    <a:pt x="141" y="13"/>
                  </a:cubicBezTo>
                  <a:cubicBezTo>
                    <a:pt x="136" y="13"/>
                    <a:pt x="138" y="18"/>
                    <a:pt x="134" y="18"/>
                  </a:cubicBezTo>
                  <a:cubicBezTo>
                    <a:pt x="131" y="18"/>
                    <a:pt x="128" y="15"/>
                    <a:pt x="128" y="15"/>
                  </a:cubicBezTo>
                  <a:cubicBezTo>
                    <a:pt x="114" y="15"/>
                    <a:pt x="114" y="15"/>
                    <a:pt x="114" y="15"/>
                  </a:cubicBezTo>
                  <a:cubicBezTo>
                    <a:pt x="114" y="15"/>
                    <a:pt x="110" y="11"/>
                    <a:pt x="108" y="13"/>
                  </a:cubicBezTo>
                  <a:cubicBezTo>
                    <a:pt x="106" y="14"/>
                    <a:pt x="104" y="15"/>
                    <a:pt x="104" y="15"/>
                  </a:cubicBezTo>
                  <a:cubicBezTo>
                    <a:pt x="36" y="15"/>
                    <a:pt x="36" y="15"/>
                    <a:pt x="36" y="15"/>
                  </a:cubicBezTo>
                  <a:cubicBezTo>
                    <a:pt x="36" y="29"/>
                    <a:pt x="36" y="39"/>
                    <a:pt x="36" y="39"/>
                  </a:cubicBezTo>
                  <a:cubicBezTo>
                    <a:pt x="25" y="39"/>
                    <a:pt x="25" y="39"/>
                    <a:pt x="25" y="39"/>
                  </a:cubicBezTo>
                  <a:cubicBezTo>
                    <a:pt x="25" y="76"/>
                    <a:pt x="25" y="76"/>
                    <a:pt x="25" y="76"/>
                  </a:cubicBezTo>
                  <a:cubicBezTo>
                    <a:pt x="25" y="76"/>
                    <a:pt x="26" y="87"/>
                    <a:pt x="24" y="88"/>
                  </a:cubicBezTo>
                  <a:cubicBezTo>
                    <a:pt x="22" y="88"/>
                    <a:pt x="14" y="90"/>
                    <a:pt x="14" y="94"/>
                  </a:cubicBezTo>
                  <a:cubicBezTo>
                    <a:pt x="14" y="97"/>
                    <a:pt x="13" y="100"/>
                    <a:pt x="10" y="101"/>
                  </a:cubicBezTo>
                  <a:cubicBezTo>
                    <a:pt x="6" y="101"/>
                    <a:pt x="10" y="109"/>
                    <a:pt x="5" y="109"/>
                  </a:cubicBezTo>
                  <a:cubicBezTo>
                    <a:pt x="0" y="109"/>
                    <a:pt x="7" y="115"/>
                    <a:pt x="4" y="117"/>
                  </a:cubicBezTo>
                  <a:cubicBezTo>
                    <a:pt x="2" y="120"/>
                    <a:pt x="2" y="124"/>
                    <a:pt x="6" y="124"/>
                  </a:cubicBezTo>
                  <a:cubicBezTo>
                    <a:pt x="9" y="124"/>
                    <a:pt x="8" y="128"/>
                    <a:pt x="8" y="132"/>
                  </a:cubicBezTo>
                  <a:cubicBezTo>
                    <a:pt x="8" y="136"/>
                    <a:pt x="13" y="139"/>
                    <a:pt x="13" y="139"/>
                  </a:cubicBezTo>
                  <a:cubicBezTo>
                    <a:pt x="12" y="144"/>
                    <a:pt x="12" y="144"/>
                    <a:pt x="12" y="144"/>
                  </a:cubicBezTo>
                  <a:cubicBezTo>
                    <a:pt x="12" y="144"/>
                    <a:pt x="20" y="153"/>
                    <a:pt x="20" y="155"/>
                  </a:cubicBezTo>
                  <a:cubicBezTo>
                    <a:pt x="21" y="157"/>
                    <a:pt x="25" y="163"/>
                    <a:pt x="21" y="165"/>
                  </a:cubicBezTo>
                  <a:cubicBezTo>
                    <a:pt x="17" y="167"/>
                    <a:pt x="20" y="169"/>
                    <a:pt x="20" y="169"/>
                  </a:cubicBezTo>
                  <a:cubicBezTo>
                    <a:pt x="24" y="170"/>
                    <a:pt x="24" y="170"/>
                    <a:pt x="24" y="170"/>
                  </a:cubicBezTo>
                  <a:cubicBezTo>
                    <a:pt x="26" y="173"/>
                    <a:pt x="26" y="173"/>
                    <a:pt x="26" y="173"/>
                  </a:cubicBezTo>
                  <a:cubicBezTo>
                    <a:pt x="26" y="173"/>
                    <a:pt x="31" y="173"/>
                    <a:pt x="35" y="177"/>
                  </a:cubicBezTo>
                  <a:cubicBezTo>
                    <a:pt x="38" y="181"/>
                    <a:pt x="40" y="182"/>
                    <a:pt x="40" y="184"/>
                  </a:cubicBezTo>
                  <a:cubicBezTo>
                    <a:pt x="40" y="186"/>
                    <a:pt x="43" y="187"/>
                    <a:pt x="47" y="190"/>
                  </a:cubicBezTo>
                  <a:cubicBezTo>
                    <a:pt x="51" y="194"/>
                    <a:pt x="51" y="196"/>
                    <a:pt x="51" y="198"/>
                  </a:cubicBezTo>
                  <a:cubicBezTo>
                    <a:pt x="51" y="200"/>
                    <a:pt x="59" y="204"/>
                    <a:pt x="59" y="204"/>
                  </a:cubicBezTo>
                  <a:cubicBezTo>
                    <a:pt x="61" y="210"/>
                    <a:pt x="61" y="210"/>
                    <a:pt x="61" y="210"/>
                  </a:cubicBezTo>
                  <a:cubicBezTo>
                    <a:pt x="62" y="211"/>
                    <a:pt x="63" y="212"/>
                    <a:pt x="64" y="213"/>
                  </a:cubicBezTo>
                  <a:cubicBezTo>
                    <a:pt x="65" y="217"/>
                    <a:pt x="69" y="219"/>
                    <a:pt x="69" y="219"/>
                  </a:cubicBezTo>
                  <a:cubicBezTo>
                    <a:pt x="69" y="219"/>
                    <a:pt x="73" y="221"/>
                    <a:pt x="76" y="219"/>
                  </a:cubicBezTo>
                  <a:cubicBezTo>
                    <a:pt x="79" y="216"/>
                    <a:pt x="82" y="219"/>
                    <a:pt x="82" y="219"/>
                  </a:cubicBezTo>
                  <a:cubicBezTo>
                    <a:pt x="82" y="219"/>
                    <a:pt x="86" y="217"/>
                    <a:pt x="88" y="218"/>
                  </a:cubicBezTo>
                  <a:cubicBezTo>
                    <a:pt x="89" y="219"/>
                    <a:pt x="95" y="224"/>
                    <a:pt x="101" y="229"/>
                  </a:cubicBezTo>
                  <a:cubicBezTo>
                    <a:pt x="102" y="229"/>
                    <a:pt x="107" y="227"/>
                    <a:pt x="109" y="227"/>
                  </a:cubicBezTo>
                  <a:cubicBezTo>
                    <a:pt x="112" y="226"/>
                    <a:pt x="115" y="231"/>
                    <a:pt x="116" y="229"/>
                  </a:cubicBezTo>
                  <a:cubicBezTo>
                    <a:pt x="117" y="228"/>
                    <a:pt x="122" y="225"/>
                    <a:pt x="124" y="226"/>
                  </a:cubicBezTo>
                  <a:cubicBezTo>
                    <a:pt x="126" y="227"/>
                    <a:pt x="131" y="228"/>
                    <a:pt x="131" y="226"/>
                  </a:cubicBezTo>
                  <a:cubicBezTo>
                    <a:pt x="132" y="225"/>
                    <a:pt x="134" y="223"/>
                    <a:pt x="135" y="222"/>
                  </a:cubicBezTo>
                  <a:cubicBezTo>
                    <a:pt x="136" y="222"/>
                    <a:pt x="136" y="221"/>
                    <a:pt x="137" y="220"/>
                  </a:cubicBezTo>
                  <a:cubicBezTo>
                    <a:pt x="137" y="218"/>
                    <a:pt x="143" y="215"/>
                    <a:pt x="146" y="214"/>
                  </a:cubicBezTo>
                  <a:cubicBezTo>
                    <a:pt x="148" y="214"/>
                    <a:pt x="151" y="214"/>
                    <a:pt x="152" y="215"/>
                  </a:cubicBezTo>
                  <a:cubicBezTo>
                    <a:pt x="153" y="216"/>
                    <a:pt x="154" y="216"/>
                    <a:pt x="155" y="217"/>
                  </a:cubicBezTo>
                  <a:cubicBezTo>
                    <a:pt x="156" y="210"/>
                    <a:pt x="157" y="207"/>
                    <a:pt x="155" y="207"/>
                  </a:cubicBezTo>
                  <a:cubicBezTo>
                    <a:pt x="153" y="207"/>
                    <a:pt x="147" y="204"/>
                    <a:pt x="145" y="198"/>
                  </a:cubicBezTo>
                  <a:cubicBezTo>
                    <a:pt x="143" y="193"/>
                    <a:pt x="137" y="189"/>
                    <a:pt x="135" y="186"/>
                  </a:cubicBezTo>
                  <a:cubicBezTo>
                    <a:pt x="134" y="182"/>
                    <a:pt x="126" y="183"/>
                    <a:pt x="125" y="180"/>
                  </a:cubicBezTo>
                  <a:cubicBezTo>
                    <a:pt x="123" y="178"/>
                    <a:pt x="127" y="178"/>
                    <a:pt x="127" y="174"/>
                  </a:cubicBezTo>
                  <a:cubicBezTo>
                    <a:pt x="127" y="171"/>
                    <a:pt x="135" y="173"/>
                    <a:pt x="136" y="172"/>
                  </a:cubicBezTo>
                  <a:cubicBezTo>
                    <a:pt x="137" y="171"/>
                    <a:pt x="137" y="164"/>
                    <a:pt x="137" y="159"/>
                  </a:cubicBezTo>
                  <a:cubicBezTo>
                    <a:pt x="137" y="155"/>
                    <a:pt x="143" y="151"/>
                    <a:pt x="141" y="149"/>
                  </a:cubicBezTo>
                  <a:cubicBezTo>
                    <a:pt x="139" y="147"/>
                    <a:pt x="143" y="146"/>
                    <a:pt x="146" y="144"/>
                  </a:cubicBezTo>
                  <a:cubicBezTo>
                    <a:pt x="148" y="142"/>
                    <a:pt x="146" y="136"/>
                    <a:pt x="149" y="133"/>
                  </a:cubicBezTo>
                  <a:cubicBezTo>
                    <a:pt x="152" y="130"/>
                    <a:pt x="154" y="125"/>
                    <a:pt x="156" y="125"/>
                  </a:cubicBezTo>
                  <a:cubicBezTo>
                    <a:pt x="158" y="125"/>
                    <a:pt x="161" y="122"/>
                    <a:pt x="161" y="119"/>
                  </a:cubicBezTo>
                  <a:cubicBezTo>
                    <a:pt x="161" y="116"/>
                    <a:pt x="166" y="111"/>
                    <a:pt x="165" y="106"/>
                  </a:cubicBezTo>
                  <a:cubicBezTo>
                    <a:pt x="164" y="101"/>
                    <a:pt x="162" y="95"/>
                    <a:pt x="166" y="90"/>
                  </a:cubicBezTo>
                  <a:cubicBezTo>
                    <a:pt x="169" y="86"/>
                    <a:pt x="171" y="83"/>
                    <a:pt x="170" y="79"/>
                  </a:cubicBezTo>
                  <a:cubicBezTo>
                    <a:pt x="169" y="76"/>
                    <a:pt x="174" y="75"/>
                    <a:pt x="176" y="73"/>
                  </a:cubicBezTo>
                  <a:cubicBezTo>
                    <a:pt x="178" y="72"/>
                    <a:pt x="183" y="69"/>
                    <a:pt x="187" y="63"/>
                  </a:cubicBezTo>
                  <a:cubicBezTo>
                    <a:pt x="184" y="60"/>
                    <a:pt x="182" y="57"/>
                    <a:pt x="180" y="57"/>
                  </a:cubicBezTo>
                  <a:cubicBezTo>
                    <a:pt x="176" y="55"/>
                    <a:pt x="173" y="48"/>
                    <a:pt x="173" y="39"/>
                  </a:cubicBezTo>
                  <a:cubicBezTo>
                    <a:pt x="173" y="30"/>
                    <a:pt x="171" y="23"/>
                    <a:pt x="171" y="20"/>
                  </a:cubicBezTo>
                  <a:cubicBezTo>
                    <a:pt x="171" y="17"/>
                    <a:pt x="166" y="11"/>
                    <a:pt x="161" y="9"/>
                  </a:cubicBezTo>
                  <a:cubicBezTo>
                    <a:pt x="157" y="7"/>
                    <a:pt x="155" y="4"/>
                    <a:pt x="155" y="0"/>
                  </a:cubicBezTo>
                  <a:cubicBezTo>
                    <a:pt x="155" y="0"/>
                    <a:pt x="154" y="0"/>
                    <a:pt x="154" y="1"/>
                  </a:cubicBezTo>
                  <a:cubicBezTo>
                    <a:pt x="151" y="5"/>
                    <a:pt x="152" y="5"/>
                    <a:pt x="148"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6" name="Freeform 42"/>
            <p:cNvSpPr>
              <a:spLocks noChangeArrowheads="1"/>
            </p:cNvSpPr>
            <p:nvPr/>
          </p:nvSpPr>
          <p:spPr bwMode="auto">
            <a:xfrm>
              <a:off x="4530740" y="2192339"/>
              <a:ext cx="41275" cy="41275"/>
            </a:xfrm>
            <a:custGeom>
              <a:avLst/>
              <a:gdLst>
                <a:gd name="T0" fmla="*/ 8 w 22"/>
                <a:gd name="T1" fmla="*/ 3 h 21"/>
                <a:gd name="T2" fmla="*/ 3 w 22"/>
                <a:gd name="T3" fmla="*/ 10 h 21"/>
                <a:gd name="T4" fmla="*/ 2 w 22"/>
                <a:gd name="T5" fmla="*/ 20 h 21"/>
                <a:gd name="T6" fmla="*/ 9 w 22"/>
                <a:gd name="T7" fmla="*/ 19 h 21"/>
                <a:gd name="T8" fmla="*/ 14 w 22"/>
                <a:gd name="T9" fmla="*/ 21 h 21"/>
                <a:gd name="T10" fmla="*/ 19 w 22"/>
                <a:gd name="T11" fmla="*/ 16 h 21"/>
                <a:gd name="T12" fmla="*/ 13 w 22"/>
                <a:gd name="T13" fmla="*/ 13 h 21"/>
                <a:gd name="T14" fmla="*/ 19 w 22"/>
                <a:gd name="T15" fmla="*/ 8 h 21"/>
                <a:gd name="T16" fmla="*/ 18 w 22"/>
                <a:gd name="T17" fmla="*/ 1 h 21"/>
                <a:gd name="T18" fmla="*/ 17 w 22"/>
                <a:gd name="T19" fmla="*/ 0 h 21"/>
                <a:gd name="T20" fmla="*/ 14 w 22"/>
                <a:gd name="T21" fmla="*/ 2 h 21"/>
                <a:gd name="T22" fmla="*/ 8 w 22"/>
                <a:gd name="T23" fmla="*/ 3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1"/>
                <a:gd name="T38" fmla="*/ 22 w 22"/>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1">
                  <a:moveTo>
                    <a:pt x="8" y="3"/>
                  </a:moveTo>
                  <a:cubicBezTo>
                    <a:pt x="8" y="4"/>
                    <a:pt x="5" y="8"/>
                    <a:pt x="3" y="10"/>
                  </a:cubicBezTo>
                  <a:cubicBezTo>
                    <a:pt x="0" y="13"/>
                    <a:pt x="2" y="18"/>
                    <a:pt x="2" y="20"/>
                  </a:cubicBezTo>
                  <a:cubicBezTo>
                    <a:pt x="3" y="21"/>
                    <a:pt x="7" y="21"/>
                    <a:pt x="9" y="19"/>
                  </a:cubicBezTo>
                  <a:cubicBezTo>
                    <a:pt x="10" y="18"/>
                    <a:pt x="12" y="19"/>
                    <a:pt x="14" y="21"/>
                  </a:cubicBezTo>
                  <a:cubicBezTo>
                    <a:pt x="15" y="19"/>
                    <a:pt x="17" y="17"/>
                    <a:pt x="19" y="16"/>
                  </a:cubicBezTo>
                  <a:cubicBezTo>
                    <a:pt x="16" y="14"/>
                    <a:pt x="13" y="14"/>
                    <a:pt x="13" y="13"/>
                  </a:cubicBezTo>
                  <a:cubicBezTo>
                    <a:pt x="12" y="12"/>
                    <a:pt x="16" y="9"/>
                    <a:pt x="19" y="8"/>
                  </a:cubicBezTo>
                  <a:cubicBezTo>
                    <a:pt x="22" y="7"/>
                    <a:pt x="21" y="4"/>
                    <a:pt x="18" y="1"/>
                  </a:cubicBezTo>
                  <a:cubicBezTo>
                    <a:pt x="18" y="1"/>
                    <a:pt x="17" y="0"/>
                    <a:pt x="17" y="0"/>
                  </a:cubicBezTo>
                  <a:cubicBezTo>
                    <a:pt x="15" y="1"/>
                    <a:pt x="14" y="2"/>
                    <a:pt x="14" y="2"/>
                  </a:cubicBezTo>
                  <a:cubicBezTo>
                    <a:pt x="13" y="3"/>
                    <a:pt x="11" y="3"/>
                    <a:pt x="8"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7" name="Freeform 43"/>
            <p:cNvSpPr>
              <a:spLocks noChangeArrowheads="1"/>
            </p:cNvSpPr>
            <p:nvPr/>
          </p:nvSpPr>
          <p:spPr bwMode="auto">
            <a:xfrm>
              <a:off x="4416440" y="2074864"/>
              <a:ext cx="146050" cy="123825"/>
            </a:xfrm>
            <a:custGeom>
              <a:avLst/>
              <a:gdLst>
                <a:gd name="T0" fmla="*/ 14 w 77"/>
                <a:gd name="T1" fmla="*/ 10 h 65"/>
                <a:gd name="T2" fmla="*/ 8 w 77"/>
                <a:gd name="T3" fmla="*/ 16 h 65"/>
                <a:gd name="T4" fmla="*/ 4 w 77"/>
                <a:gd name="T5" fmla="*/ 27 h 65"/>
                <a:gd name="T6" fmla="*/ 3 w 77"/>
                <a:gd name="T7" fmla="*/ 43 h 65"/>
                <a:gd name="T8" fmla="*/ 13 w 77"/>
                <a:gd name="T9" fmla="*/ 43 h 65"/>
                <a:gd name="T10" fmla="*/ 16 w 77"/>
                <a:gd name="T11" fmla="*/ 40 h 65"/>
                <a:gd name="T12" fmla="*/ 21 w 77"/>
                <a:gd name="T13" fmla="*/ 38 h 65"/>
                <a:gd name="T14" fmla="*/ 28 w 77"/>
                <a:gd name="T15" fmla="*/ 41 h 65"/>
                <a:gd name="T16" fmla="*/ 33 w 77"/>
                <a:gd name="T17" fmla="*/ 41 h 65"/>
                <a:gd name="T18" fmla="*/ 45 w 77"/>
                <a:gd name="T19" fmla="*/ 41 h 65"/>
                <a:gd name="T20" fmla="*/ 68 w 77"/>
                <a:gd name="T21" fmla="*/ 64 h 65"/>
                <a:gd name="T22" fmla="*/ 68 w 77"/>
                <a:gd name="T23" fmla="*/ 65 h 65"/>
                <a:gd name="T24" fmla="*/ 74 w 77"/>
                <a:gd name="T25" fmla="*/ 64 h 65"/>
                <a:gd name="T26" fmla="*/ 77 w 77"/>
                <a:gd name="T27" fmla="*/ 62 h 65"/>
                <a:gd name="T28" fmla="*/ 65 w 77"/>
                <a:gd name="T29" fmla="*/ 49 h 65"/>
                <a:gd name="T30" fmla="*/ 47 w 77"/>
                <a:gd name="T31" fmla="*/ 36 h 65"/>
                <a:gd name="T32" fmla="*/ 40 w 77"/>
                <a:gd name="T33" fmla="*/ 29 h 65"/>
                <a:gd name="T34" fmla="*/ 31 w 77"/>
                <a:gd name="T35" fmla="*/ 13 h 65"/>
                <a:gd name="T36" fmla="*/ 25 w 77"/>
                <a:gd name="T37" fmla="*/ 0 h 65"/>
                <a:gd name="T38" fmla="*/ 14 w 77"/>
                <a:gd name="T39" fmla="*/ 10 h 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7"/>
                <a:gd name="T61" fmla="*/ 0 h 65"/>
                <a:gd name="T62" fmla="*/ 77 w 77"/>
                <a:gd name="T63" fmla="*/ 65 h 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7" h="65">
                  <a:moveTo>
                    <a:pt x="14" y="10"/>
                  </a:moveTo>
                  <a:cubicBezTo>
                    <a:pt x="12" y="12"/>
                    <a:pt x="7" y="13"/>
                    <a:pt x="8" y="16"/>
                  </a:cubicBezTo>
                  <a:cubicBezTo>
                    <a:pt x="9" y="20"/>
                    <a:pt x="7" y="23"/>
                    <a:pt x="4" y="27"/>
                  </a:cubicBezTo>
                  <a:cubicBezTo>
                    <a:pt x="0" y="32"/>
                    <a:pt x="2" y="38"/>
                    <a:pt x="3" y="43"/>
                  </a:cubicBezTo>
                  <a:cubicBezTo>
                    <a:pt x="7" y="42"/>
                    <a:pt x="12" y="42"/>
                    <a:pt x="13" y="43"/>
                  </a:cubicBezTo>
                  <a:cubicBezTo>
                    <a:pt x="14" y="45"/>
                    <a:pt x="15" y="43"/>
                    <a:pt x="16" y="40"/>
                  </a:cubicBezTo>
                  <a:cubicBezTo>
                    <a:pt x="17" y="36"/>
                    <a:pt x="19" y="36"/>
                    <a:pt x="21" y="38"/>
                  </a:cubicBezTo>
                  <a:cubicBezTo>
                    <a:pt x="23" y="40"/>
                    <a:pt x="25" y="43"/>
                    <a:pt x="28" y="41"/>
                  </a:cubicBezTo>
                  <a:cubicBezTo>
                    <a:pt x="32" y="39"/>
                    <a:pt x="32" y="40"/>
                    <a:pt x="33" y="41"/>
                  </a:cubicBezTo>
                  <a:cubicBezTo>
                    <a:pt x="35" y="42"/>
                    <a:pt x="42" y="41"/>
                    <a:pt x="45" y="41"/>
                  </a:cubicBezTo>
                  <a:cubicBezTo>
                    <a:pt x="47" y="41"/>
                    <a:pt x="68" y="64"/>
                    <a:pt x="68" y="64"/>
                  </a:cubicBezTo>
                  <a:cubicBezTo>
                    <a:pt x="68" y="64"/>
                    <a:pt x="68" y="64"/>
                    <a:pt x="68" y="65"/>
                  </a:cubicBezTo>
                  <a:cubicBezTo>
                    <a:pt x="71" y="65"/>
                    <a:pt x="73" y="65"/>
                    <a:pt x="74" y="64"/>
                  </a:cubicBezTo>
                  <a:cubicBezTo>
                    <a:pt x="74" y="64"/>
                    <a:pt x="75" y="63"/>
                    <a:pt x="77" y="62"/>
                  </a:cubicBezTo>
                  <a:cubicBezTo>
                    <a:pt x="74" y="59"/>
                    <a:pt x="70" y="55"/>
                    <a:pt x="65" y="49"/>
                  </a:cubicBezTo>
                  <a:cubicBezTo>
                    <a:pt x="58" y="41"/>
                    <a:pt x="51" y="36"/>
                    <a:pt x="47" y="36"/>
                  </a:cubicBezTo>
                  <a:cubicBezTo>
                    <a:pt x="43" y="36"/>
                    <a:pt x="42" y="29"/>
                    <a:pt x="40" y="29"/>
                  </a:cubicBezTo>
                  <a:cubicBezTo>
                    <a:pt x="37" y="29"/>
                    <a:pt x="32" y="19"/>
                    <a:pt x="31" y="13"/>
                  </a:cubicBezTo>
                  <a:cubicBezTo>
                    <a:pt x="31" y="9"/>
                    <a:pt x="28" y="4"/>
                    <a:pt x="25" y="0"/>
                  </a:cubicBezTo>
                  <a:cubicBezTo>
                    <a:pt x="21" y="6"/>
                    <a:pt x="16" y="9"/>
                    <a:pt x="14"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8" name="Freeform 44"/>
            <p:cNvSpPr>
              <a:spLocks noChangeArrowheads="1"/>
            </p:cNvSpPr>
            <p:nvPr/>
          </p:nvSpPr>
          <p:spPr bwMode="auto">
            <a:xfrm>
              <a:off x="4341827" y="2143128"/>
              <a:ext cx="323851" cy="252413"/>
            </a:xfrm>
            <a:custGeom>
              <a:avLst/>
              <a:gdLst>
                <a:gd name="T0" fmla="*/ 12 w 170"/>
                <a:gd name="T1" fmla="*/ 87 h 132"/>
                <a:gd name="T2" fmla="*/ 22 w 170"/>
                <a:gd name="T3" fmla="*/ 99 h 132"/>
                <a:gd name="T4" fmla="*/ 32 w 170"/>
                <a:gd name="T5" fmla="*/ 108 h 132"/>
                <a:gd name="T6" fmla="*/ 32 w 170"/>
                <a:gd name="T7" fmla="*/ 118 h 132"/>
                <a:gd name="T8" fmla="*/ 36 w 170"/>
                <a:gd name="T9" fmla="*/ 119 h 132"/>
                <a:gd name="T10" fmla="*/ 47 w 170"/>
                <a:gd name="T11" fmla="*/ 122 h 132"/>
                <a:gd name="T12" fmla="*/ 60 w 170"/>
                <a:gd name="T13" fmla="*/ 129 h 132"/>
                <a:gd name="T14" fmla="*/ 73 w 170"/>
                <a:gd name="T15" fmla="*/ 131 h 132"/>
                <a:gd name="T16" fmla="*/ 81 w 170"/>
                <a:gd name="T17" fmla="*/ 125 h 132"/>
                <a:gd name="T18" fmla="*/ 91 w 170"/>
                <a:gd name="T19" fmla="*/ 123 h 132"/>
                <a:gd name="T20" fmla="*/ 96 w 170"/>
                <a:gd name="T21" fmla="*/ 126 h 132"/>
                <a:gd name="T22" fmla="*/ 102 w 170"/>
                <a:gd name="T23" fmla="*/ 124 h 132"/>
                <a:gd name="T24" fmla="*/ 111 w 170"/>
                <a:gd name="T25" fmla="*/ 123 h 132"/>
                <a:gd name="T26" fmla="*/ 126 w 170"/>
                <a:gd name="T27" fmla="*/ 115 h 132"/>
                <a:gd name="T28" fmla="*/ 138 w 170"/>
                <a:gd name="T29" fmla="*/ 113 h 132"/>
                <a:gd name="T30" fmla="*/ 168 w 170"/>
                <a:gd name="T31" fmla="*/ 83 h 132"/>
                <a:gd name="T32" fmla="*/ 164 w 170"/>
                <a:gd name="T33" fmla="*/ 80 h 132"/>
                <a:gd name="T34" fmla="*/ 149 w 170"/>
                <a:gd name="T35" fmla="*/ 77 h 132"/>
                <a:gd name="T36" fmla="*/ 126 w 170"/>
                <a:gd name="T37" fmla="*/ 69 h 132"/>
                <a:gd name="T38" fmla="*/ 118 w 170"/>
                <a:gd name="T39" fmla="*/ 62 h 132"/>
                <a:gd name="T40" fmla="*/ 111 w 170"/>
                <a:gd name="T41" fmla="*/ 52 h 132"/>
                <a:gd name="T42" fmla="*/ 113 w 170"/>
                <a:gd name="T43" fmla="*/ 47 h 132"/>
                <a:gd name="T44" fmla="*/ 108 w 170"/>
                <a:gd name="T45" fmla="*/ 45 h 132"/>
                <a:gd name="T46" fmla="*/ 101 w 170"/>
                <a:gd name="T47" fmla="*/ 46 h 132"/>
                <a:gd name="T48" fmla="*/ 102 w 170"/>
                <a:gd name="T49" fmla="*/ 36 h 132"/>
                <a:gd name="T50" fmla="*/ 107 w 170"/>
                <a:gd name="T51" fmla="*/ 28 h 132"/>
                <a:gd name="T52" fmla="*/ 84 w 170"/>
                <a:gd name="T53" fmla="*/ 5 h 132"/>
                <a:gd name="T54" fmla="*/ 72 w 170"/>
                <a:gd name="T55" fmla="*/ 5 h 132"/>
                <a:gd name="T56" fmla="*/ 67 w 170"/>
                <a:gd name="T57" fmla="*/ 5 h 132"/>
                <a:gd name="T58" fmla="*/ 60 w 170"/>
                <a:gd name="T59" fmla="*/ 2 h 132"/>
                <a:gd name="T60" fmla="*/ 55 w 170"/>
                <a:gd name="T61" fmla="*/ 4 h 132"/>
                <a:gd name="T62" fmla="*/ 52 w 170"/>
                <a:gd name="T63" fmla="*/ 7 h 132"/>
                <a:gd name="T64" fmla="*/ 42 w 170"/>
                <a:gd name="T65" fmla="*/ 7 h 132"/>
                <a:gd name="T66" fmla="*/ 42 w 170"/>
                <a:gd name="T67" fmla="*/ 7 h 132"/>
                <a:gd name="T68" fmla="*/ 38 w 170"/>
                <a:gd name="T69" fmla="*/ 20 h 132"/>
                <a:gd name="T70" fmla="*/ 33 w 170"/>
                <a:gd name="T71" fmla="*/ 26 h 132"/>
                <a:gd name="T72" fmla="*/ 26 w 170"/>
                <a:gd name="T73" fmla="*/ 34 h 132"/>
                <a:gd name="T74" fmla="*/ 23 w 170"/>
                <a:gd name="T75" fmla="*/ 45 h 132"/>
                <a:gd name="T76" fmla="*/ 18 w 170"/>
                <a:gd name="T77" fmla="*/ 50 h 132"/>
                <a:gd name="T78" fmla="*/ 14 w 170"/>
                <a:gd name="T79" fmla="*/ 60 h 132"/>
                <a:gd name="T80" fmla="*/ 13 w 170"/>
                <a:gd name="T81" fmla="*/ 73 h 132"/>
                <a:gd name="T82" fmla="*/ 4 w 170"/>
                <a:gd name="T83" fmla="*/ 75 h 132"/>
                <a:gd name="T84" fmla="*/ 2 w 170"/>
                <a:gd name="T85" fmla="*/ 81 h 132"/>
                <a:gd name="T86" fmla="*/ 12 w 170"/>
                <a:gd name="T87" fmla="*/ 87 h 1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0"/>
                <a:gd name="T133" fmla="*/ 0 h 132"/>
                <a:gd name="T134" fmla="*/ 170 w 170"/>
                <a:gd name="T135" fmla="*/ 132 h 1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0" h="132">
                  <a:moveTo>
                    <a:pt x="12" y="87"/>
                  </a:moveTo>
                  <a:cubicBezTo>
                    <a:pt x="14" y="90"/>
                    <a:pt x="20" y="94"/>
                    <a:pt x="22" y="99"/>
                  </a:cubicBezTo>
                  <a:cubicBezTo>
                    <a:pt x="24" y="105"/>
                    <a:pt x="30" y="108"/>
                    <a:pt x="32" y="108"/>
                  </a:cubicBezTo>
                  <a:cubicBezTo>
                    <a:pt x="34" y="108"/>
                    <a:pt x="33" y="111"/>
                    <a:pt x="32" y="118"/>
                  </a:cubicBezTo>
                  <a:cubicBezTo>
                    <a:pt x="33" y="118"/>
                    <a:pt x="35" y="119"/>
                    <a:pt x="36" y="119"/>
                  </a:cubicBezTo>
                  <a:cubicBezTo>
                    <a:pt x="38" y="120"/>
                    <a:pt x="45" y="119"/>
                    <a:pt x="47" y="122"/>
                  </a:cubicBezTo>
                  <a:cubicBezTo>
                    <a:pt x="50" y="124"/>
                    <a:pt x="58" y="129"/>
                    <a:pt x="60" y="129"/>
                  </a:cubicBezTo>
                  <a:cubicBezTo>
                    <a:pt x="63" y="129"/>
                    <a:pt x="72" y="130"/>
                    <a:pt x="73" y="131"/>
                  </a:cubicBezTo>
                  <a:cubicBezTo>
                    <a:pt x="75" y="132"/>
                    <a:pt x="77" y="128"/>
                    <a:pt x="81" y="125"/>
                  </a:cubicBezTo>
                  <a:cubicBezTo>
                    <a:pt x="85" y="123"/>
                    <a:pt x="90" y="122"/>
                    <a:pt x="91" y="123"/>
                  </a:cubicBezTo>
                  <a:cubicBezTo>
                    <a:pt x="91" y="125"/>
                    <a:pt x="94" y="127"/>
                    <a:pt x="96" y="126"/>
                  </a:cubicBezTo>
                  <a:cubicBezTo>
                    <a:pt x="97" y="125"/>
                    <a:pt x="99" y="125"/>
                    <a:pt x="102" y="124"/>
                  </a:cubicBezTo>
                  <a:cubicBezTo>
                    <a:pt x="105" y="123"/>
                    <a:pt x="110" y="122"/>
                    <a:pt x="111" y="123"/>
                  </a:cubicBezTo>
                  <a:cubicBezTo>
                    <a:pt x="113" y="123"/>
                    <a:pt x="118" y="115"/>
                    <a:pt x="126" y="115"/>
                  </a:cubicBezTo>
                  <a:cubicBezTo>
                    <a:pt x="133" y="115"/>
                    <a:pt x="135" y="116"/>
                    <a:pt x="138" y="113"/>
                  </a:cubicBezTo>
                  <a:cubicBezTo>
                    <a:pt x="141" y="109"/>
                    <a:pt x="166" y="84"/>
                    <a:pt x="168" y="83"/>
                  </a:cubicBezTo>
                  <a:cubicBezTo>
                    <a:pt x="170" y="81"/>
                    <a:pt x="167" y="80"/>
                    <a:pt x="164" y="80"/>
                  </a:cubicBezTo>
                  <a:cubicBezTo>
                    <a:pt x="162" y="80"/>
                    <a:pt x="157" y="80"/>
                    <a:pt x="149" y="77"/>
                  </a:cubicBezTo>
                  <a:cubicBezTo>
                    <a:pt x="141" y="73"/>
                    <a:pt x="128" y="69"/>
                    <a:pt x="126" y="69"/>
                  </a:cubicBezTo>
                  <a:cubicBezTo>
                    <a:pt x="124" y="68"/>
                    <a:pt x="120" y="63"/>
                    <a:pt x="118" y="62"/>
                  </a:cubicBezTo>
                  <a:cubicBezTo>
                    <a:pt x="116" y="61"/>
                    <a:pt x="112" y="54"/>
                    <a:pt x="111" y="52"/>
                  </a:cubicBezTo>
                  <a:cubicBezTo>
                    <a:pt x="111" y="51"/>
                    <a:pt x="112" y="49"/>
                    <a:pt x="113" y="47"/>
                  </a:cubicBezTo>
                  <a:cubicBezTo>
                    <a:pt x="111" y="45"/>
                    <a:pt x="109" y="44"/>
                    <a:pt x="108" y="45"/>
                  </a:cubicBezTo>
                  <a:cubicBezTo>
                    <a:pt x="106" y="47"/>
                    <a:pt x="102" y="47"/>
                    <a:pt x="101" y="46"/>
                  </a:cubicBezTo>
                  <a:cubicBezTo>
                    <a:pt x="101" y="44"/>
                    <a:pt x="99" y="39"/>
                    <a:pt x="102" y="36"/>
                  </a:cubicBezTo>
                  <a:cubicBezTo>
                    <a:pt x="104" y="34"/>
                    <a:pt x="107" y="28"/>
                    <a:pt x="107" y="28"/>
                  </a:cubicBezTo>
                  <a:cubicBezTo>
                    <a:pt x="107" y="28"/>
                    <a:pt x="86" y="5"/>
                    <a:pt x="84" y="5"/>
                  </a:cubicBezTo>
                  <a:cubicBezTo>
                    <a:pt x="81" y="5"/>
                    <a:pt x="74" y="6"/>
                    <a:pt x="72" y="5"/>
                  </a:cubicBezTo>
                  <a:cubicBezTo>
                    <a:pt x="71" y="4"/>
                    <a:pt x="71" y="3"/>
                    <a:pt x="67" y="5"/>
                  </a:cubicBezTo>
                  <a:cubicBezTo>
                    <a:pt x="64" y="7"/>
                    <a:pt x="62" y="4"/>
                    <a:pt x="60" y="2"/>
                  </a:cubicBezTo>
                  <a:cubicBezTo>
                    <a:pt x="58" y="0"/>
                    <a:pt x="56" y="0"/>
                    <a:pt x="55" y="4"/>
                  </a:cubicBezTo>
                  <a:cubicBezTo>
                    <a:pt x="54" y="7"/>
                    <a:pt x="53" y="9"/>
                    <a:pt x="52" y="7"/>
                  </a:cubicBezTo>
                  <a:cubicBezTo>
                    <a:pt x="51" y="6"/>
                    <a:pt x="46" y="6"/>
                    <a:pt x="42" y="7"/>
                  </a:cubicBezTo>
                  <a:cubicBezTo>
                    <a:pt x="42" y="7"/>
                    <a:pt x="42" y="7"/>
                    <a:pt x="42" y="7"/>
                  </a:cubicBezTo>
                  <a:cubicBezTo>
                    <a:pt x="43" y="12"/>
                    <a:pt x="38" y="17"/>
                    <a:pt x="38" y="20"/>
                  </a:cubicBezTo>
                  <a:cubicBezTo>
                    <a:pt x="38" y="23"/>
                    <a:pt x="35" y="26"/>
                    <a:pt x="33" y="26"/>
                  </a:cubicBezTo>
                  <a:cubicBezTo>
                    <a:pt x="31" y="26"/>
                    <a:pt x="29" y="31"/>
                    <a:pt x="26" y="34"/>
                  </a:cubicBezTo>
                  <a:cubicBezTo>
                    <a:pt x="23" y="37"/>
                    <a:pt x="25" y="43"/>
                    <a:pt x="23" y="45"/>
                  </a:cubicBezTo>
                  <a:cubicBezTo>
                    <a:pt x="20" y="47"/>
                    <a:pt x="16" y="48"/>
                    <a:pt x="18" y="50"/>
                  </a:cubicBezTo>
                  <a:cubicBezTo>
                    <a:pt x="20" y="52"/>
                    <a:pt x="14" y="56"/>
                    <a:pt x="14" y="60"/>
                  </a:cubicBezTo>
                  <a:cubicBezTo>
                    <a:pt x="14" y="65"/>
                    <a:pt x="14" y="72"/>
                    <a:pt x="13" y="73"/>
                  </a:cubicBezTo>
                  <a:cubicBezTo>
                    <a:pt x="12" y="74"/>
                    <a:pt x="4" y="72"/>
                    <a:pt x="4" y="75"/>
                  </a:cubicBezTo>
                  <a:cubicBezTo>
                    <a:pt x="4" y="79"/>
                    <a:pt x="0" y="79"/>
                    <a:pt x="2" y="81"/>
                  </a:cubicBezTo>
                  <a:cubicBezTo>
                    <a:pt x="3" y="84"/>
                    <a:pt x="11" y="83"/>
                    <a:pt x="12" y="8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9" name="Freeform 45"/>
            <p:cNvSpPr>
              <a:spLocks noChangeArrowheads="1"/>
            </p:cNvSpPr>
            <p:nvPr/>
          </p:nvSpPr>
          <p:spPr bwMode="auto">
            <a:xfrm>
              <a:off x="4392627" y="1682751"/>
              <a:ext cx="33339" cy="39688"/>
            </a:xfrm>
            <a:custGeom>
              <a:avLst/>
              <a:gdLst>
                <a:gd name="T0" fmla="*/ 14 w 17"/>
                <a:gd name="T1" fmla="*/ 9 h 21"/>
                <a:gd name="T2" fmla="*/ 8 w 17"/>
                <a:gd name="T3" fmla="*/ 0 h 21"/>
                <a:gd name="T4" fmla="*/ 8 w 17"/>
                <a:gd name="T5" fmla="*/ 2 h 21"/>
                <a:gd name="T6" fmla="*/ 0 w 17"/>
                <a:gd name="T7" fmla="*/ 18 h 21"/>
                <a:gd name="T8" fmla="*/ 5 w 17"/>
                <a:gd name="T9" fmla="*/ 21 h 21"/>
                <a:gd name="T10" fmla="*/ 14 w 17"/>
                <a:gd name="T11" fmla="*/ 9 h 21"/>
                <a:gd name="T12" fmla="*/ 0 60000 65536"/>
                <a:gd name="T13" fmla="*/ 0 60000 65536"/>
                <a:gd name="T14" fmla="*/ 0 60000 65536"/>
                <a:gd name="T15" fmla="*/ 0 60000 65536"/>
                <a:gd name="T16" fmla="*/ 0 60000 65536"/>
                <a:gd name="T17" fmla="*/ 0 60000 65536"/>
                <a:gd name="T18" fmla="*/ 0 w 17"/>
                <a:gd name="T19" fmla="*/ 0 h 21"/>
                <a:gd name="T20" fmla="*/ 17 w 17"/>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7" h="21">
                  <a:moveTo>
                    <a:pt x="14" y="9"/>
                  </a:moveTo>
                  <a:cubicBezTo>
                    <a:pt x="16" y="7"/>
                    <a:pt x="17" y="0"/>
                    <a:pt x="8" y="0"/>
                  </a:cubicBezTo>
                  <a:cubicBezTo>
                    <a:pt x="8" y="1"/>
                    <a:pt x="8" y="1"/>
                    <a:pt x="8" y="2"/>
                  </a:cubicBezTo>
                  <a:cubicBezTo>
                    <a:pt x="8" y="5"/>
                    <a:pt x="3" y="12"/>
                    <a:pt x="0" y="18"/>
                  </a:cubicBezTo>
                  <a:cubicBezTo>
                    <a:pt x="5" y="21"/>
                    <a:pt x="5" y="21"/>
                    <a:pt x="5" y="21"/>
                  </a:cubicBezTo>
                  <a:cubicBezTo>
                    <a:pt x="8" y="16"/>
                    <a:pt x="12" y="10"/>
                    <a:pt x="14" y="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0" name="Freeform 46"/>
            <p:cNvSpPr>
              <a:spLocks noChangeArrowheads="1"/>
            </p:cNvSpPr>
            <p:nvPr/>
          </p:nvSpPr>
          <p:spPr bwMode="auto">
            <a:xfrm>
              <a:off x="4402153" y="1620839"/>
              <a:ext cx="149225" cy="119063"/>
            </a:xfrm>
            <a:custGeom>
              <a:avLst/>
              <a:gdLst>
                <a:gd name="T0" fmla="*/ 9 w 78"/>
                <a:gd name="T1" fmla="*/ 41 h 62"/>
                <a:gd name="T2" fmla="*/ 0 w 78"/>
                <a:gd name="T3" fmla="*/ 53 h 62"/>
                <a:gd name="T4" fmla="*/ 1 w 78"/>
                <a:gd name="T5" fmla="*/ 53 h 62"/>
                <a:gd name="T6" fmla="*/ 2 w 78"/>
                <a:gd name="T7" fmla="*/ 57 h 62"/>
                <a:gd name="T8" fmla="*/ 12 w 78"/>
                <a:gd name="T9" fmla="*/ 62 h 62"/>
                <a:gd name="T10" fmla="*/ 23 w 78"/>
                <a:gd name="T11" fmla="*/ 56 h 62"/>
                <a:gd name="T12" fmla="*/ 61 w 78"/>
                <a:gd name="T13" fmla="*/ 37 h 62"/>
                <a:gd name="T14" fmla="*/ 64 w 78"/>
                <a:gd name="T15" fmla="*/ 30 h 62"/>
                <a:gd name="T16" fmla="*/ 65 w 78"/>
                <a:gd name="T17" fmla="*/ 21 h 62"/>
                <a:gd name="T18" fmla="*/ 64 w 78"/>
                <a:gd name="T19" fmla="*/ 12 h 62"/>
                <a:gd name="T20" fmla="*/ 71 w 78"/>
                <a:gd name="T21" fmla="*/ 7 h 62"/>
                <a:gd name="T22" fmla="*/ 78 w 78"/>
                <a:gd name="T23" fmla="*/ 2 h 62"/>
                <a:gd name="T24" fmla="*/ 73 w 78"/>
                <a:gd name="T25" fmla="*/ 0 h 62"/>
                <a:gd name="T26" fmla="*/ 61 w 78"/>
                <a:gd name="T27" fmla="*/ 2 h 62"/>
                <a:gd name="T28" fmla="*/ 46 w 78"/>
                <a:gd name="T29" fmla="*/ 7 h 62"/>
                <a:gd name="T30" fmla="*/ 33 w 78"/>
                <a:gd name="T31" fmla="*/ 6 h 62"/>
                <a:gd name="T32" fmla="*/ 26 w 78"/>
                <a:gd name="T33" fmla="*/ 8 h 62"/>
                <a:gd name="T34" fmla="*/ 16 w 78"/>
                <a:gd name="T35" fmla="*/ 8 h 62"/>
                <a:gd name="T36" fmla="*/ 11 w 78"/>
                <a:gd name="T37" fmla="*/ 10 h 62"/>
                <a:gd name="T38" fmla="*/ 4 w 78"/>
                <a:gd name="T39" fmla="*/ 18 h 62"/>
                <a:gd name="T40" fmla="*/ 4 w 78"/>
                <a:gd name="T41" fmla="*/ 24 h 62"/>
                <a:gd name="T42" fmla="*/ 3 w 78"/>
                <a:gd name="T43" fmla="*/ 32 h 62"/>
                <a:gd name="T44" fmla="*/ 9 w 78"/>
                <a:gd name="T45" fmla="*/ 41 h 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62"/>
                <a:gd name="T71" fmla="*/ 78 w 78"/>
                <a:gd name="T72" fmla="*/ 62 h 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62">
                  <a:moveTo>
                    <a:pt x="9" y="41"/>
                  </a:moveTo>
                  <a:cubicBezTo>
                    <a:pt x="7" y="42"/>
                    <a:pt x="3" y="48"/>
                    <a:pt x="0" y="53"/>
                  </a:cubicBezTo>
                  <a:cubicBezTo>
                    <a:pt x="1" y="53"/>
                    <a:pt x="1" y="53"/>
                    <a:pt x="1" y="53"/>
                  </a:cubicBezTo>
                  <a:cubicBezTo>
                    <a:pt x="2" y="57"/>
                    <a:pt x="2" y="57"/>
                    <a:pt x="2" y="57"/>
                  </a:cubicBezTo>
                  <a:cubicBezTo>
                    <a:pt x="12" y="62"/>
                    <a:pt x="12" y="62"/>
                    <a:pt x="12" y="62"/>
                  </a:cubicBezTo>
                  <a:cubicBezTo>
                    <a:pt x="12" y="62"/>
                    <a:pt x="20" y="57"/>
                    <a:pt x="23" y="56"/>
                  </a:cubicBezTo>
                  <a:cubicBezTo>
                    <a:pt x="26" y="56"/>
                    <a:pt x="61" y="37"/>
                    <a:pt x="61" y="37"/>
                  </a:cubicBezTo>
                  <a:cubicBezTo>
                    <a:pt x="61" y="37"/>
                    <a:pt x="65" y="32"/>
                    <a:pt x="64" y="30"/>
                  </a:cubicBezTo>
                  <a:cubicBezTo>
                    <a:pt x="64" y="28"/>
                    <a:pt x="63" y="24"/>
                    <a:pt x="65" y="21"/>
                  </a:cubicBezTo>
                  <a:cubicBezTo>
                    <a:pt x="67" y="19"/>
                    <a:pt x="63" y="16"/>
                    <a:pt x="64" y="12"/>
                  </a:cubicBezTo>
                  <a:cubicBezTo>
                    <a:pt x="65" y="8"/>
                    <a:pt x="71" y="7"/>
                    <a:pt x="71" y="7"/>
                  </a:cubicBezTo>
                  <a:cubicBezTo>
                    <a:pt x="78" y="2"/>
                    <a:pt x="78" y="2"/>
                    <a:pt x="78" y="2"/>
                  </a:cubicBezTo>
                  <a:cubicBezTo>
                    <a:pt x="73" y="0"/>
                    <a:pt x="73" y="0"/>
                    <a:pt x="73" y="0"/>
                  </a:cubicBezTo>
                  <a:cubicBezTo>
                    <a:pt x="73" y="0"/>
                    <a:pt x="68" y="3"/>
                    <a:pt x="61" y="2"/>
                  </a:cubicBezTo>
                  <a:cubicBezTo>
                    <a:pt x="54" y="2"/>
                    <a:pt x="53" y="7"/>
                    <a:pt x="46" y="7"/>
                  </a:cubicBezTo>
                  <a:cubicBezTo>
                    <a:pt x="39" y="7"/>
                    <a:pt x="35" y="8"/>
                    <a:pt x="33" y="6"/>
                  </a:cubicBezTo>
                  <a:cubicBezTo>
                    <a:pt x="31" y="4"/>
                    <a:pt x="31" y="5"/>
                    <a:pt x="26" y="8"/>
                  </a:cubicBezTo>
                  <a:cubicBezTo>
                    <a:pt x="21" y="10"/>
                    <a:pt x="18" y="9"/>
                    <a:pt x="16" y="8"/>
                  </a:cubicBezTo>
                  <a:cubicBezTo>
                    <a:pt x="13" y="6"/>
                    <a:pt x="12" y="8"/>
                    <a:pt x="11" y="10"/>
                  </a:cubicBezTo>
                  <a:cubicBezTo>
                    <a:pt x="11" y="12"/>
                    <a:pt x="11" y="17"/>
                    <a:pt x="4" y="18"/>
                  </a:cubicBezTo>
                  <a:cubicBezTo>
                    <a:pt x="4" y="20"/>
                    <a:pt x="3" y="22"/>
                    <a:pt x="4" y="24"/>
                  </a:cubicBezTo>
                  <a:cubicBezTo>
                    <a:pt x="6" y="26"/>
                    <a:pt x="4" y="28"/>
                    <a:pt x="3" y="32"/>
                  </a:cubicBezTo>
                  <a:cubicBezTo>
                    <a:pt x="12" y="32"/>
                    <a:pt x="11" y="39"/>
                    <a:pt x="9" y="4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1" name="Freeform 47"/>
            <p:cNvSpPr>
              <a:spLocks noChangeArrowheads="1"/>
            </p:cNvSpPr>
            <p:nvPr/>
          </p:nvSpPr>
          <p:spPr bwMode="auto">
            <a:xfrm>
              <a:off x="6343671" y="1597027"/>
              <a:ext cx="80963" cy="101600"/>
            </a:xfrm>
            <a:custGeom>
              <a:avLst/>
              <a:gdLst>
                <a:gd name="T0" fmla="*/ 10 w 43"/>
                <a:gd name="T1" fmla="*/ 4 h 53"/>
                <a:gd name="T2" fmla="*/ 4 w 43"/>
                <a:gd name="T3" fmla="*/ 9 h 53"/>
                <a:gd name="T4" fmla="*/ 7 w 43"/>
                <a:gd name="T5" fmla="*/ 15 h 53"/>
                <a:gd name="T6" fmla="*/ 7 w 43"/>
                <a:gd name="T7" fmla="*/ 20 h 53"/>
                <a:gd name="T8" fmla="*/ 6 w 43"/>
                <a:gd name="T9" fmla="*/ 30 h 53"/>
                <a:gd name="T10" fmla="*/ 3 w 43"/>
                <a:gd name="T11" fmla="*/ 44 h 53"/>
                <a:gd name="T12" fmla="*/ 4 w 43"/>
                <a:gd name="T13" fmla="*/ 51 h 53"/>
                <a:gd name="T14" fmla="*/ 26 w 43"/>
                <a:gd name="T15" fmla="*/ 44 h 53"/>
                <a:gd name="T16" fmla="*/ 37 w 43"/>
                <a:gd name="T17" fmla="*/ 40 h 53"/>
                <a:gd name="T18" fmla="*/ 41 w 43"/>
                <a:gd name="T19" fmla="*/ 35 h 53"/>
                <a:gd name="T20" fmla="*/ 38 w 43"/>
                <a:gd name="T21" fmla="*/ 19 h 53"/>
                <a:gd name="T22" fmla="*/ 27 w 43"/>
                <a:gd name="T23" fmla="*/ 0 h 53"/>
                <a:gd name="T24" fmla="*/ 21 w 43"/>
                <a:gd name="T25" fmla="*/ 2 h 53"/>
                <a:gd name="T26" fmla="*/ 10 w 43"/>
                <a:gd name="T27" fmla="*/ 4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3"/>
                <a:gd name="T43" fmla="*/ 0 h 53"/>
                <a:gd name="T44" fmla="*/ 43 w 43"/>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3" h="53">
                  <a:moveTo>
                    <a:pt x="10" y="4"/>
                  </a:moveTo>
                  <a:cubicBezTo>
                    <a:pt x="9" y="5"/>
                    <a:pt x="6" y="7"/>
                    <a:pt x="4" y="9"/>
                  </a:cubicBezTo>
                  <a:cubicBezTo>
                    <a:pt x="5" y="11"/>
                    <a:pt x="5" y="15"/>
                    <a:pt x="7" y="15"/>
                  </a:cubicBezTo>
                  <a:cubicBezTo>
                    <a:pt x="11" y="15"/>
                    <a:pt x="11" y="21"/>
                    <a:pt x="7" y="20"/>
                  </a:cubicBezTo>
                  <a:cubicBezTo>
                    <a:pt x="3" y="19"/>
                    <a:pt x="3" y="25"/>
                    <a:pt x="6" y="30"/>
                  </a:cubicBezTo>
                  <a:cubicBezTo>
                    <a:pt x="10" y="35"/>
                    <a:pt x="0" y="41"/>
                    <a:pt x="3" y="44"/>
                  </a:cubicBezTo>
                  <a:cubicBezTo>
                    <a:pt x="5" y="47"/>
                    <a:pt x="3" y="50"/>
                    <a:pt x="4" y="51"/>
                  </a:cubicBezTo>
                  <a:cubicBezTo>
                    <a:pt x="5" y="53"/>
                    <a:pt x="20" y="51"/>
                    <a:pt x="26" y="44"/>
                  </a:cubicBezTo>
                  <a:cubicBezTo>
                    <a:pt x="32" y="38"/>
                    <a:pt x="34" y="39"/>
                    <a:pt x="37" y="40"/>
                  </a:cubicBezTo>
                  <a:cubicBezTo>
                    <a:pt x="40" y="41"/>
                    <a:pt x="43" y="37"/>
                    <a:pt x="41" y="35"/>
                  </a:cubicBezTo>
                  <a:cubicBezTo>
                    <a:pt x="40" y="32"/>
                    <a:pt x="38" y="26"/>
                    <a:pt x="38" y="19"/>
                  </a:cubicBezTo>
                  <a:cubicBezTo>
                    <a:pt x="39" y="14"/>
                    <a:pt x="33" y="6"/>
                    <a:pt x="27" y="0"/>
                  </a:cubicBezTo>
                  <a:cubicBezTo>
                    <a:pt x="25" y="1"/>
                    <a:pt x="23" y="2"/>
                    <a:pt x="21" y="2"/>
                  </a:cubicBezTo>
                  <a:cubicBezTo>
                    <a:pt x="17" y="2"/>
                    <a:pt x="12" y="2"/>
                    <a:pt x="10" y="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2" name="Freeform 48"/>
            <p:cNvSpPr>
              <a:spLocks noChangeArrowheads="1"/>
            </p:cNvSpPr>
            <p:nvPr/>
          </p:nvSpPr>
          <p:spPr bwMode="auto">
            <a:xfrm>
              <a:off x="5532457" y="1882777"/>
              <a:ext cx="95250" cy="128588"/>
            </a:xfrm>
            <a:custGeom>
              <a:avLst/>
              <a:gdLst>
                <a:gd name="T0" fmla="*/ 50 w 50"/>
                <a:gd name="T1" fmla="*/ 56 h 67"/>
                <a:gd name="T2" fmla="*/ 46 w 50"/>
                <a:gd name="T3" fmla="*/ 34 h 67"/>
                <a:gd name="T4" fmla="*/ 37 w 50"/>
                <a:gd name="T5" fmla="*/ 43 h 67"/>
                <a:gd name="T6" fmla="*/ 38 w 50"/>
                <a:gd name="T7" fmla="*/ 31 h 67"/>
                <a:gd name="T8" fmla="*/ 47 w 50"/>
                <a:gd name="T9" fmla="*/ 19 h 67"/>
                <a:gd name="T10" fmla="*/ 39 w 50"/>
                <a:gd name="T11" fmla="*/ 17 h 67"/>
                <a:gd name="T12" fmla="*/ 26 w 50"/>
                <a:gd name="T13" fmla="*/ 17 h 67"/>
                <a:gd name="T14" fmla="*/ 21 w 50"/>
                <a:gd name="T15" fmla="*/ 12 h 67"/>
                <a:gd name="T16" fmla="*/ 13 w 50"/>
                <a:gd name="T17" fmla="*/ 6 h 67"/>
                <a:gd name="T18" fmla="*/ 4 w 50"/>
                <a:gd name="T19" fmla="*/ 6 h 67"/>
                <a:gd name="T20" fmla="*/ 11 w 50"/>
                <a:gd name="T21" fmla="*/ 15 h 67"/>
                <a:gd name="T22" fmla="*/ 5 w 50"/>
                <a:gd name="T23" fmla="*/ 20 h 67"/>
                <a:gd name="T24" fmla="*/ 8 w 50"/>
                <a:gd name="T25" fmla="*/ 37 h 67"/>
                <a:gd name="T26" fmla="*/ 12 w 50"/>
                <a:gd name="T27" fmla="*/ 57 h 67"/>
                <a:gd name="T28" fmla="*/ 19 w 50"/>
                <a:gd name="T29" fmla="*/ 55 h 67"/>
                <a:gd name="T30" fmla="*/ 28 w 50"/>
                <a:gd name="T31" fmla="*/ 51 h 67"/>
                <a:gd name="T32" fmla="*/ 35 w 50"/>
                <a:gd name="T33" fmla="*/ 46 h 67"/>
                <a:gd name="T34" fmla="*/ 41 w 50"/>
                <a:gd name="T35" fmla="*/ 61 h 67"/>
                <a:gd name="T36" fmla="*/ 43 w 50"/>
                <a:gd name="T37" fmla="*/ 67 h 67"/>
                <a:gd name="T38" fmla="*/ 47 w 50"/>
                <a:gd name="T39" fmla="*/ 63 h 67"/>
                <a:gd name="T40" fmla="*/ 50 w 50"/>
                <a:gd name="T41" fmla="*/ 56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0"/>
                <a:gd name="T64" fmla="*/ 0 h 67"/>
                <a:gd name="T65" fmla="*/ 50 w 5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0" h="67">
                  <a:moveTo>
                    <a:pt x="50" y="56"/>
                  </a:moveTo>
                  <a:cubicBezTo>
                    <a:pt x="48" y="45"/>
                    <a:pt x="47" y="34"/>
                    <a:pt x="46" y="34"/>
                  </a:cubicBezTo>
                  <a:cubicBezTo>
                    <a:pt x="43" y="34"/>
                    <a:pt x="41" y="44"/>
                    <a:pt x="37" y="43"/>
                  </a:cubicBezTo>
                  <a:cubicBezTo>
                    <a:pt x="34" y="42"/>
                    <a:pt x="34" y="31"/>
                    <a:pt x="38" y="31"/>
                  </a:cubicBezTo>
                  <a:cubicBezTo>
                    <a:pt x="42" y="31"/>
                    <a:pt x="47" y="22"/>
                    <a:pt x="47" y="19"/>
                  </a:cubicBezTo>
                  <a:cubicBezTo>
                    <a:pt x="47" y="17"/>
                    <a:pt x="43" y="17"/>
                    <a:pt x="39" y="17"/>
                  </a:cubicBezTo>
                  <a:cubicBezTo>
                    <a:pt x="35" y="17"/>
                    <a:pt x="26" y="17"/>
                    <a:pt x="26" y="17"/>
                  </a:cubicBezTo>
                  <a:cubicBezTo>
                    <a:pt x="26" y="17"/>
                    <a:pt x="21" y="15"/>
                    <a:pt x="21" y="12"/>
                  </a:cubicBezTo>
                  <a:cubicBezTo>
                    <a:pt x="21" y="8"/>
                    <a:pt x="18" y="6"/>
                    <a:pt x="13" y="6"/>
                  </a:cubicBezTo>
                  <a:cubicBezTo>
                    <a:pt x="8" y="6"/>
                    <a:pt x="8" y="0"/>
                    <a:pt x="4" y="6"/>
                  </a:cubicBezTo>
                  <a:cubicBezTo>
                    <a:pt x="0" y="11"/>
                    <a:pt x="12" y="11"/>
                    <a:pt x="11" y="15"/>
                  </a:cubicBezTo>
                  <a:cubicBezTo>
                    <a:pt x="10" y="19"/>
                    <a:pt x="6" y="17"/>
                    <a:pt x="5" y="20"/>
                  </a:cubicBezTo>
                  <a:cubicBezTo>
                    <a:pt x="4" y="23"/>
                    <a:pt x="6" y="32"/>
                    <a:pt x="8" y="37"/>
                  </a:cubicBezTo>
                  <a:cubicBezTo>
                    <a:pt x="9" y="40"/>
                    <a:pt x="12" y="50"/>
                    <a:pt x="12" y="57"/>
                  </a:cubicBezTo>
                  <a:cubicBezTo>
                    <a:pt x="15" y="57"/>
                    <a:pt x="16" y="55"/>
                    <a:pt x="19" y="55"/>
                  </a:cubicBezTo>
                  <a:cubicBezTo>
                    <a:pt x="23" y="55"/>
                    <a:pt x="28" y="55"/>
                    <a:pt x="28" y="51"/>
                  </a:cubicBezTo>
                  <a:cubicBezTo>
                    <a:pt x="29" y="47"/>
                    <a:pt x="33" y="44"/>
                    <a:pt x="35" y="46"/>
                  </a:cubicBezTo>
                  <a:cubicBezTo>
                    <a:pt x="37" y="47"/>
                    <a:pt x="41" y="56"/>
                    <a:pt x="41" y="61"/>
                  </a:cubicBezTo>
                  <a:cubicBezTo>
                    <a:pt x="41" y="62"/>
                    <a:pt x="42" y="64"/>
                    <a:pt x="43" y="67"/>
                  </a:cubicBezTo>
                  <a:cubicBezTo>
                    <a:pt x="45" y="65"/>
                    <a:pt x="47" y="63"/>
                    <a:pt x="47" y="63"/>
                  </a:cubicBezTo>
                  <a:cubicBezTo>
                    <a:pt x="47" y="63"/>
                    <a:pt x="48" y="58"/>
                    <a:pt x="50" y="5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3" name="Freeform 49"/>
            <p:cNvSpPr>
              <a:spLocks noChangeArrowheads="1"/>
            </p:cNvSpPr>
            <p:nvPr/>
          </p:nvSpPr>
          <p:spPr bwMode="auto">
            <a:xfrm>
              <a:off x="5118117" y="1666876"/>
              <a:ext cx="601665" cy="635001"/>
            </a:xfrm>
            <a:custGeom>
              <a:avLst/>
              <a:gdLst>
                <a:gd name="T0" fmla="*/ 222 w 315"/>
                <a:gd name="T1" fmla="*/ 133 h 332"/>
                <a:gd name="T2" fmla="*/ 221 w 315"/>
                <a:gd name="T3" fmla="*/ 119 h 332"/>
                <a:gd name="T4" fmla="*/ 238 w 315"/>
                <a:gd name="T5" fmla="*/ 125 h 332"/>
                <a:gd name="T6" fmla="*/ 256 w 315"/>
                <a:gd name="T7" fmla="*/ 130 h 332"/>
                <a:gd name="T8" fmla="*/ 255 w 315"/>
                <a:gd name="T9" fmla="*/ 144 h 332"/>
                <a:gd name="T10" fmla="*/ 263 w 315"/>
                <a:gd name="T11" fmla="*/ 147 h 332"/>
                <a:gd name="T12" fmla="*/ 269 w 315"/>
                <a:gd name="T13" fmla="*/ 168 h 332"/>
                <a:gd name="T14" fmla="*/ 274 w 315"/>
                <a:gd name="T15" fmla="*/ 145 h 332"/>
                <a:gd name="T16" fmla="*/ 287 w 315"/>
                <a:gd name="T17" fmla="*/ 131 h 332"/>
                <a:gd name="T18" fmla="*/ 298 w 315"/>
                <a:gd name="T19" fmla="*/ 109 h 332"/>
                <a:gd name="T20" fmla="*/ 312 w 315"/>
                <a:gd name="T21" fmla="*/ 105 h 332"/>
                <a:gd name="T22" fmla="*/ 314 w 315"/>
                <a:gd name="T23" fmla="*/ 92 h 332"/>
                <a:gd name="T24" fmla="*/ 303 w 315"/>
                <a:gd name="T25" fmla="*/ 81 h 332"/>
                <a:gd name="T26" fmla="*/ 283 w 315"/>
                <a:gd name="T27" fmla="*/ 82 h 332"/>
                <a:gd name="T28" fmla="*/ 269 w 315"/>
                <a:gd name="T29" fmla="*/ 93 h 332"/>
                <a:gd name="T30" fmla="*/ 258 w 315"/>
                <a:gd name="T31" fmla="*/ 100 h 332"/>
                <a:gd name="T32" fmla="*/ 248 w 315"/>
                <a:gd name="T33" fmla="*/ 111 h 332"/>
                <a:gd name="T34" fmla="*/ 230 w 315"/>
                <a:gd name="T35" fmla="*/ 108 h 332"/>
                <a:gd name="T36" fmla="*/ 223 w 315"/>
                <a:gd name="T37" fmla="*/ 95 h 332"/>
                <a:gd name="T38" fmla="*/ 218 w 315"/>
                <a:gd name="T39" fmla="*/ 112 h 332"/>
                <a:gd name="T40" fmla="*/ 184 w 315"/>
                <a:gd name="T41" fmla="*/ 108 h 332"/>
                <a:gd name="T42" fmla="*/ 167 w 315"/>
                <a:gd name="T43" fmla="*/ 103 h 332"/>
                <a:gd name="T44" fmla="*/ 149 w 315"/>
                <a:gd name="T45" fmla="*/ 93 h 332"/>
                <a:gd name="T46" fmla="*/ 134 w 315"/>
                <a:gd name="T47" fmla="*/ 85 h 332"/>
                <a:gd name="T48" fmla="*/ 141 w 315"/>
                <a:gd name="T49" fmla="*/ 69 h 332"/>
                <a:gd name="T50" fmla="*/ 130 w 315"/>
                <a:gd name="T51" fmla="*/ 58 h 332"/>
                <a:gd name="T52" fmla="*/ 116 w 315"/>
                <a:gd name="T53" fmla="*/ 43 h 332"/>
                <a:gd name="T54" fmla="*/ 126 w 315"/>
                <a:gd name="T55" fmla="*/ 34 h 332"/>
                <a:gd name="T56" fmla="*/ 119 w 315"/>
                <a:gd name="T57" fmla="*/ 13 h 332"/>
                <a:gd name="T58" fmla="*/ 108 w 315"/>
                <a:gd name="T59" fmla="*/ 0 h 332"/>
                <a:gd name="T60" fmla="*/ 99 w 315"/>
                <a:gd name="T61" fmla="*/ 9 h 332"/>
                <a:gd name="T62" fmla="*/ 71 w 315"/>
                <a:gd name="T63" fmla="*/ 10 h 332"/>
                <a:gd name="T64" fmla="*/ 67 w 315"/>
                <a:gd name="T65" fmla="*/ 27 h 332"/>
                <a:gd name="T66" fmla="*/ 79 w 315"/>
                <a:gd name="T67" fmla="*/ 43 h 332"/>
                <a:gd name="T68" fmla="*/ 71 w 315"/>
                <a:gd name="T69" fmla="*/ 60 h 332"/>
                <a:gd name="T70" fmla="*/ 59 w 315"/>
                <a:gd name="T71" fmla="*/ 71 h 332"/>
                <a:gd name="T72" fmla="*/ 45 w 315"/>
                <a:gd name="T73" fmla="*/ 89 h 332"/>
                <a:gd name="T74" fmla="*/ 31 w 315"/>
                <a:gd name="T75" fmla="*/ 98 h 332"/>
                <a:gd name="T76" fmla="*/ 15 w 315"/>
                <a:gd name="T77" fmla="*/ 108 h 332"/>
                <a:gd name="T78" fmla="*/ 27 w 315"/>
                <a:gd name="T79" fmla="*/ 127 h 332"/>
                <a:gd name="T80" fmla="*/ 22 w 315"/>
                <a:gd name="T81" fmla="*/ 140 h 332"/>
                <a:gd name="T82" fmla="*/ 1 w 315"/>
                <a:gd name="T83" fmla="*/ 147 h 332"/>
                <a:gd name="T84" fmla="*/ 11 w 315"/>
                <a:gd name="T85" fmla="*/ 158 h 332"/>
                <a:gd name="T86" fmla="*/ 8 w 315"/>
                <a:gd name="T87" fmla="*/ 164 h 332"/>
                <a:gd name="T88" fmla="*/ 43 w 315"/>
                <a:gd name="T89" fmla="*/ 172 h 332"/>
                <a:gd name="T90" fmla="*/ 50 w 315"/>
                <a:gd name="T91" fmla="*/ 177 h 332"/>
                <a:gd name="T92" fmla="*/ 52 w 315"/>
                <a:gd name="T93" fmla="*/ 207 h 332"/>
                <a:gd name="T94" fmla="*/ 68 w 315"/>
                <a:gd name="T95" fmla="*/ 257 h 332"/>
                <a:gd name="T96" fmla="*/ 89 w 315"/>
                <a:gd name="T97" fmla="*/ 310 h 332"/>
                <a:gd name="T98" fmla="*/ 111 w 315"/>
                <a:gd name="T99" fmla="*/ 323 h 332"/>
                <a:gd name="T100" fmla="*/ 126 w 315"/>
                <a:gd name="T101" fmla="*/ 305 h 332"/>
                <a:gd name="T102" fmla="*/ 132 w 315"/>
                <a:gd name="T103" fmla="*/ 283 h 332"/>
                <a:gd name="T104" fmla="*/ 134 w 315"/>
                <a:gd name="T105" fmla="*/ 250 h 332"/>
                <a:gd name="T106" fmla="*/ 150 w 315"/>
                <a:gd name="T107" fmla="*/ 233 h 332"/>
                <a:gd name="T108" fmla="*/ 185 w 315"/>
                <a:gd name="T109" fmla="*/ 201 h 332"/>
                <a:gd name="T110" fmla="*/ 206 w 315"/>
                <a:gd name="T111" fmla="*/ 178 h 332"/>
                <a:gd name="T112" fmla="*/ 229 w 315"/>
                <a:gd name="T113" fmla="*/ 170 h 3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15"/>
                <a:gd name="T172" fmla="*/ 0 h 332"/>
                <a:gd name="T173" fmla="*/ 315 w 315"/>
                <a:gd name="T174" fmla="*/ 332 h 3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15" h="332">
                  <a:moveTo>
                    <a:pt x="225" y="150"/>
                  </a:moveTo>
                  <a:cubicBezTo>
                    <a:pt x="223" y="145"/>
                    <a:pt x="221" y="136"/>
                    <a:pt x="222" y="133"/>
                  </a:cubicBezTo>
                  <a:cubicBezTo>
                    <a:pt x="223" y="130"/>
                    <a:pt x="227" y="132"/>
                    <a:pt x="228" y="128"/>
                  </a:cubicBezTo>
                  <a:cubicBezTo>
                    <a:pt x="229" y="124"/>
                    <a:pt x="217" y="124"/>
                    <a:pt x="221" y="119"/>
                  </a:cubicBezTo>
                  <a:cubicBezTo>
                    <a:pt x="225" y="113"/>
                    <a:pt x="225" y="119"/>
                    <a:pt x="230" y="119"/>
                  </a:cubicBezTo>
                  <a:cubicBezTo>
                    <a:pt x="235" y="119"/>
                    <a:pt x="238" y="121"/>
                    <a:pt x="238" y="125"/>
                  </a:cubicBezTo>
                  <a:cubicBezTo>
                    <a:pt x="238" y="128"/>
                    <a:pt x="243" y="130"/>
                    <a:pt x="243" y="130"/>
                  </a:cubicBezTo>
                  <a:cubicBezTo>
                    <a:pt x="243" y="130"/>
                    <a:pt x="252" y="130"/>
                    <a:pt x="256" y="130"/>
                  </a:cubicBezTo>
                  <a:cubicBezTo>
                    <a:pt x="260" y="130"/>
                    <a:pt x="264" y="130"/>
                    <a:pt x="264" y="132"/>
                  </a:cubicBezTo>
                  <a:cubicBezTo>
                    <a:pt x="264" y="135"/>
                    <a:pt x="259" y="144"/>
                    <a:pt x="255" y="144"/>
                  </a:cubicBezTo>
                  <a:cubicBezTo>
                    <a:pt x="251" y="144"/>
                    <a:pt x="251" y="155"/>
                    <a:pt x="254" y="156"/>
                  </a:cubicBezTo>
                  <a:cubicBezTo>
                    <a:pt x="258" y="157"/>
                    <a:pt x="260" y="147"/>
                    <a:pt x="263" y="147"/>
                  </a:cubicBezTo>
                  <a:cubicBezTo>
                    <a:pt x="264" y="147"/>
                    <a:pt x="265" y="158"/>
                    <a:pt x="267" y="169"/>
                  </a:cubicBezTo>
                  <a:cubicBezTo>
                    <a:pt x="268" y="168"/>
                    <a:pt x="268" y="168"/>
                    <a:pt x="269" y="168"/>
                  </a:cubicBezTo>
                  <a:cubicBezTo>
                    <a:pt x="271" y="168"/>
                    <a:pt x="270" y="158"/>
                    <a:pt x="272" y="156"/>
                  </a:cubicBezTo>
                  <a:cubicBezTo>
                    <a:pt x="274" y="153"/>
                    <a:pt x="273" y="145"/>
                    <a:pt x="274" y="145"/>
                  </a:cubicBezTo>
                  <a:cubicBezTo>
                    <a:pt x="275" y="145"/>
                    <a:pt x="283" y="147"/>
                    <a:pt x="283" y="145"/>
                  </a:cubicBezTo>
                  <a:cubicBezTo>
                    <a:pt x="283" y="143"/>
                    <a:pt x="288" y="135"/>
                    <a:pt x="287" y="131"/>
                  </a:cubicBezTo>
                  <a:cubicBezTo>
                    <a:pt x="286" y="127"/>
                    <a:pt x="290" y="122"/>
                    <a:pt x="290" y="117"/>
                  </a:cubicBezTo>
                  <a:cubicBezTo>
                    <a:pt x="290" y="113"/>
                    <a:pt x="295" y="111"/>
                    <a:pt x="298" y="109"/>
                  </a:cubicBezTo>
                  <a:cubicBezTo>
                    <a:pt x="301" y="106"/>
                    <a:pt x="306" y="102"/>
                    <a:pt x="307" y="105"/>
                  </a:cubicBezTo>
                  <a:cubicBezTo>
                    <a:pt x="308" y="107"/>
                    <a:pt x="315" y="109"/>
                    <a:pt x="312" y="105"/>
                  </a:cubicBezTo>
                  <a:cubicBezTo>
                    <a:pt x="309" y="101"/>
                    <a:pt x="309" y="98"/>
                    <a:pt x="311" y="97"/>
                  </a:cubicBezTo>
                  <a:cubicBezTo>
                    <a:pt x="313" y="96"/>
                    <a:pt x="314" y="92"/>
                    <a:pt x="314" y="92"/>
                  </a:cubicBezTo>
                  <a:cubicBezTo>
                    <a:pt x="314" y="92"/>
                    <a:pt x="308" y="91"/>
                    <a:pt x="307" y="88"/>
                  </a:cubicBezTo>
                  <a:cubicBezTo>
                    <a:pt x="306" y="85"/>
                    <a:pt x="303" y="83"/>
                    <a:pt x="303" y="81"/>
                  </a:cubicBezTo>
                  <a:cubicBezTo>
                    <a:pt x="303" y="78"/>
                    <a:pt x="299" y="79"/>
                    <a:pt x="297" y="81"/>
                  </a:cubicBezTo>
                  <a:cubicBezTo>
                    <a:pt x="294" y="84"/>
                    <a:pt x="289" y="79"/>
                    <a:pt x="283" y="82"/>
                  </a:cubicBezTo>
                  <a:cubicBezTo>
                    <a:pt x="278" y="85"/>
                    <a:pt x="276" y="89"/>
                    <a:pt x="274" y="88"/>
                  </a:cubicBezTo>
                  <a:cubicBezTo>
                    <a:pt x="271" y="88"/>
                    <a:pt x="271" y="90"/>
                    <a:pt x="269" y="93"/>
                  </a:cubicBezTo>
                  <a:cubicBezTo>
                    <a:pt x="267" y="95"/>
                    <a:pt x="265" y="97"/>
                    <a:pt x="264" y="97"/>
                  </a:cubicBezTo>
                  <a:cubicBezTo>
                    <a:pt x="262" y="97"/>
                    <a:pt x="258" y="100"/>
                    <a:pt x="258" y="100"/>
                  </a:cubicBezTo>
                  <a:cubicBezTo>
                    <a:pt x="258" y="100"/>
                    <a:pt x="261" y="106"/>
                    <a:pt x="259" y="109"/>
                  </a:cubicBezTo>
                  <a:cubicBezTo>
                    <a:pt x="258" y="113"/>
                    <a:pt x="253" y="109"/>
                    <a:pt x="248" y="111"/>
                  </a:cubicBezTo>
                  <a:cubicBezTo>
                    <a:pt x="243" y="112"/>
                    <a:pt x="241" y="109"/>
                    <a:pt x="238" y="110"/>
                  </a:cubicBezTo>
                  <a:cubicBezTo>
                    <a:pt x="234" y="111"/>
                    <a:pt x="232" y="108"/>
                    <a:pt x="230" y="108"/>
                  </a:cubicBezTo>
                  <a:cubicBezTo>
                    <a:pt x="228" y="109"/>
                    <a:pt x="226" y="104"/>
                    <a:pt x="226" y="101"/>
                  </a:cubicBezTo>
                  <a:cubicBezTo>
                    <a:pt x="227" y="97"/>
                    <a:pt x="225" y="92"/>
                    <a:pt x="223" y="95"/>
                  </a:cubicBezTo>
                  <a:cubicBezTo>
                    <a:pt x="221" y="97"/>
                    <a:pt x="218" y="96"/>
                    <a:pt x="218" y="100"/>
                  </a:cubicBezTo>
                  <a:cubicBezTo>
                    <a:pt x="218" y="104"/>
                    <a:pt x="221" y="109"/>
                    <a:pt x="218" y="112"/>
                  </a:cubicBezTo>
                  <a:cubicBezTo>
                    <a:pt x="215" y="114"/>
                    <a:pt x="201" y="116"/>
                    <a:pt x="198" y="113"/>
                  </a:cubicBezTo>
                  <a:cubicBezTo>
                    <a:pt x="196" y="111"/>
                    <a:pt x="184" y="110"/>
                    <a:pt x="184" y="108"/>
                  </a:cubicBezTo>
                  <a:cubicBezTo>
                    <a:pt x="183" y="105"/>
                    <a:pt x="180" y="101"/>
                    <a:pt x="177" y="101"/>
                  </a:cubicBezTo>
                  <a:cubicBezTo>
                    <a:pt x="175" y="101"/>
                    <a:pt x="169" y="105"/>
                    <a:pt x="167" y="103"/>
                  </a:cubicBezTo>
                  <a:cubicBezTo>
                    <a:pt x="165" y="102"/>
                    <a:pt x="161" y="98"/>
                    <a:pt x="157" y="98"/>
                  </a:cubicBezTo>
                  <a:cubicBezTo>
                    <a:pt x="154" y="97"/>
                    <a:pt x="149" y="95"/>
                    <a:pt x="149" y="93"/>
                  </a:cubicBezTo>
                  <a:cubicBezTo>
                    <a:pt x="149" y="92"/>
                    <a:pt x="141" y="91"/>
                    <a:pt x="140" y="89"/>
                  </a:cubicBezTo>
                  <a:cubicBezTo>
                    <a:pt x="139" y="87"/>
                    <a:pt x="134" y="87"/>
                    <a:pt x="134" y="85"/>
                  </a:cubicBezTo>
                  <a:cubicBezTo>
                    <a:pt x="134" y="82"/>
                    <a:pt x="136" y="79"/>
                    <a:pt x="136" y="76"/>
                  </a:cubicBezTo>
                  <a:cubicBezTo>
                    <a:pt x="136" y="73"/>
                    <a:pt x="141" y="71"/>
                    <a:pt x="141" y="69"/>
                  </a:cubicBezTo>
                  <a:cubicBezTo>
                    <a:pt x="141" y="67"/>
                    <a:pt x="137" y="64"/>
                    <a:pt x="137" y="64"/>
                  </a:cubicBezTo>
                  <a:cubicBezTo>
                    <a:pt x="137" y="64"/>
                    <a:pt x="133" y="58"/>
                    <a:pt x="130" y="58"/>
                  </a:cubicBezTo>
                  <a:cubicBezTo>
                    <a:pt x="126" y="58"/>
                    <a:pt x="124" y="52"/>
                    <a:pt x="120" y="52"/>
                  </a:cubicBezTo>
                  <a:cubicBezTo>
                    <a:pt x="117" y="51"/>
                    <a:pt x="118" y="45"/>
                    <a:pt x="116" y="43"/>
                  </a:cubicBezTo>
                  <a:cubicBezTo>
                    <a:pt x="115" y="40"/>
                    <a:pt x="116" y="35"/>
                    <a:pt x="119" y="38"/>
                  </a:cubicBezTo>
                  <a:cubicBezTo>
                    <a:pt x="122" y="40"/>
                    <a:pt x="128" y="38"/>
                    <a:pt x="126" y="34"/>
                  </a:cubicBezTo>
                  <a:cubicBezTo>
                    <a:pt x="124" y="30"/>
                    <a:pt x="120" y="26"/>
                    <a:pt x="120" y="24"/>
                  </a:cubicBezTo>
                  <a:cubicBezTo>
                    <a:pt x="120" y="22"/>
                    <a:pt x="122" y="15"/>
                    <a:pt x="119" y="13"/>
                  </a:cubicBezTo>
                  <a:cubicBezTo>
                    <a:pt x="116" y="12"/>
                    <a:pt x="113" y="9"/>
                    <a:pt x="112" y="6"/>
                  </a:cubicBezTo>
                  <a:cubicBezTo>
                    <a:pt x="112" y="3"/>
                    <a:pt x="108" y="0"/>
                    <a:pt x="108" y="0"/>
                  </a:cubicBezTo>
                  <a:cubicBezTo>
                    <a:pt x="104" y="1"/>
                    <a:pt x="104" y="1"/>
                    <a:pt x="104" y="1"/>
                  </a:cubicBezTo>
                  <a:cubicBezTo>
                    <a:pt x="104" y="1"/>
                    <a:pt x="101" y="8"/>
                    <a:pt x="99" y="9"/>
                  </a:cubicBezTo>
                  <a:cubicBezTo>
                    <a:pt x="97" y="10"/>
                    <a:pt x="91" y="11"/>
                    <a:pt x="88" y="13"/>
                  </a:cubicBezTo>
                  <a:cubicBezTo>
                    <a:pt x="85" y="16"/>
                    <a:pt x="76" y="10"/>
                    <a:pt x="71" y="10"/>
                  </a:cubicBezTo>
                  <a:cubicBezTo>
                    <a:pt x="66" y="10"/>
                    <a:pt x="63" y="15"/>
                    <a:pt x="65" y="16"/>
                  </a:cubicBezTo>
                  <a:cubicBezTo>
                    <a:pt x="68" y="18"/>
                    <a:pt x="67" y="27"/>
                    <a:pt x="67" y="27"/>
                  </a:cubicBezTo>
                  <a:cubicBezTo>
                    <a:pt x="67" y="27"/>
                    <a:pt x="70" y="39"/>
                    <a:pt x="74" y="38"/>
                  </a:cubicBezTo>
                  <a:cubicBezTo>
                    <a:pt x="78" y="37"/>
                    <a:pt x="83" y="42"/>
                    <a:pt x="79" y="43"/>
                  </a:cubicBezTo>
                  <a:cubicBezTo>
                    <a:pt x="76" y="44"/>
                    <a:pt x="74" y="48"/>
                    <a:pt x="73" y="51"/>
                  </a:cubicBezTo>
                  <a:cubicBezTo>
                    <a:pt x="73" y="55"/>
                    <a:pt x="74" y="59"/>
                    <a:pt x="71" y="60"/>
                  </a:cubicBezTo>
                  <a:cubicBezTo>
                    <a:pt x="68" y="60"/>
                    <a:pt x="66" y="61"/>
                    <a:pt x="66" y="66"/>
                  </a:cubicBezTo>
                  <a:cubicBezTo>
                    <a:pt x="66" y="71"/>
                    <a:pt x="60" y="69"/>
                    <a:pt x="59" y="71"/>
                  </a:cubicBezTo>
                  <a:cubicBezTo>
                    <a:pt x="58" y="73"/>
                    <a:pt x="56" y="82"/>
                    <a:pt x="55" y="83"/>
                  </a:cubicBezTo>
                  <a:cubicBezTo>
                    <a:pt x="53" y="85"/>
                    <a:pt x="46" y="85"/>
                    <a:pt x="45" y="89"/>
                  </a:cubicBezTo>
                  <a:cubicBezTo>
                    <a:pt x="45" y="93"/>
                    <a:pt x="41" y="98"/>
                    <a:pt x="39" y="97"/>
                  </a:cubicBezTo>
                  <a:cubicBezTo>
                    <a:pt x="37" y="97"/>
                    <a:pt x="33" y="95"/>
                    <a:pt x="31" y="98"/>
                  </a:cubicBezTo>
                  <a:cubicBezTo>
                    <a:pt x="30" y="101"/>
                    <a:pt x="24" y="96"/>
                    <a:pt x="23" y="97"/>
                  </a:cubicBezTo>
                  <a:cubicBezTo>
                    <a:pt x="22" y="98"/>
                    <a:pt x="15" y="104"/>
                    <a:pt x="15" y="108"/>
                  </a:cubicBezTo>
                  <a:cubicBezTo>
                    <a:pt x="15" y="111"/>
                    <a:pt x="22" y="111"/>
                    <a:pt x="22" y="116"/>
                  </a:cubicBezTo>
                  <a:cubicBezTo>
                    <a:pt x="21" y="120"/>
                    <a:pt x="24" y="125"/>
                    <a:pt x="27" y="127"/>
                  </a:cubicBezTo>
                  <a:cubicBezTo>
                    <a:pt x="29" y="130"/>
                    <a:pt x="32" y="135"/>
                    <a:pt x="31" y="138"/>
                  </a:cubicBezTo>
                  <a:cubicBezTo>
                    <a:pt x="29" y="140"/>
                    <a:pt x="26" y="141"/>
                    <a:pt x="22" y="140"/>
                  </a:cubicBezTo>
                  <a:cubicBezTo>
                    <a:pt x="18" y="139"/>
                    <a:pt x="19" y="142"/>
                    <a:pt x="11" y="140"/>
                  </a:cubicBezTo>
                  <a:cubicBezTo>
                    <a:pt x="4" y="139"/>
                    <a:pt x="4" y="144"/>
                    <a:pt x="1" y="147"/>
                  </a:cubicBezTo>
                  <a:cubicBezTo>
                    <a:pt x="1" y="148"/>
                    <a:pt x="1" y="148"/>
                    <a:pt x="0" y="148"/>
                  </a:cubicBezTo>
                  <a:cubicBezTo>
                    <a:pt x="4" y="151"/>
                    <a:pt x="5" y="156"/>
                    <a:pt x="11" y="158"/>
                  </a:cubicBezTo>
                  <a:cubicBezTo>
                    <a:pt x="17" y="160"/>
                    <a:pt x="23" y="154"/>
                    <a:pt x="23" y="158"/>
                  </a:cubicBezTo>
                  <a:cubicBezTo>
                    <a:pt x="23" y="163"/>
                    <a:pt x="8" y="162"/>
                    <a:pt x="8" y="164"/>
                  </a:cubicBezTo>
                  <a:cubicBezTo>
                    <a:pt x="7" y="165"/>
                    <a:pt x="23" y="185"/>
                    <a:pt x="32" y="183"/>
                  </a:cubicBezTo>
                  <a:cubicBezTo>
                    <a:pt x="40" y="182"/>
                    <a:pt x="46" y="173"/>
                    <a:pt x="43" y="172"/>
                  </a:cubicBezTo>
                  <a:cubicBezTo>
                    <a:pt x="41" y="170"/>
                    <a:pt x="45" y="165"/>
                    <a:pt x="47" y="166"/>
                  </a:cubicBezTo>
                  <a:cubicBezTo>
                    <a:pt x="49" y="167"/>
                    <a:pt x="47" y="175"/>
                    <a:pt x="50" y="177"/>
                  </a:cubicBezTo>
                  <a:cubicBezTo>
                    <a:pt x="52" y="179"/>
                    <a:pt x="51" y="183"/>
                    <a:pt x="50" y="188"/>
                  </a:cubicBezTo>
                  <a:cubicBezTo>
                    <a:pt x="48" y="192"/>
                    <a:pt x="51" y="202"/>
                    <a:pt x="52" y="207"/>
                  </a:cubicBezTo>
                  <a:cubicBezTo>
                    <a:pt x="52" y="212"/>
                    <a:pt x="56" y="219"/>
                    <a:pt x="57" y="227"/>
                  </a:cubicBezTo>
                  <a:cubicBezTo>
                    <a:pt x="58" y="235"/>
                    <a:pt x="63" y="249"/>
                    <a:pt x="68" y="257"/>
                  </a:cubicBezTo>
                  <a:cubicBezTo>
                    <a:pt x="72" y="266"/>
                    <a:pt x="76" y="282"/>
                    <a:pt x="79" y="286"/>
                  </a:cubicBezTo>
                  <a:cubicBezTo>
                    <a:pt x="82" y="290"/>
                    <a:pt x="89" y="303"/>
                    <a:pt x="89" y="310"/>
                  </a:cubicBezTo>
                  <a:cubicBezTo>
                    <a:pt x="89" y="318"/>
                    <a:pt x="97" y="328"/>
                    <a:pt x="100" y="330"/>
                  </a:cubicBezTo>
                  <a:cubicBezTo>
                    <a:pt x="103" y="332"/>
                    <a:pt x="109" y="328"/>
                    <a:pt x="111" y="323"/>
                  </a:cubicBezTo>
                  <a:cubicBezTo>
                    <a:pt x="112" y="318"/>
                    <a:pt x="121" y="317"/>
                    <a:pt x="121" y="313"/>
                  </a:cubicBezTo>
                  <a:cubicBezTo>
                    <a:pt x="122" y="309"/>
                    <a:pt x="123" y="305"/>
                    <a:pt x="126" y="305"/>
                  </a:cubicBezTo>
                  <a:cubicBezTo>
                    <a:pt x="129" y="304"/>
                    <a:pt x="129" y="301"/>
                    <a:pt x="129" y="297"/>
                  </a:cubicBezTo>
                  <a:cubicBezTo>
                    <a:pt x="129" y="293"/>
                    <a:pt x="129" y="286"/>
                    <a:pt x="132" y="283"/>
                  </a:cubicBezTo>
                  <a:cubicBezTo>
                    <a:pt x="135" y="279"/>
                    <a:pt x="135" y="268"/>
                    <a:pt x="134" y="264"/>
                  </a:cubicBezTo>
                  <a:cubicBezTo>
                    <a:pt x="132" y="260"/>
                    <a:pt x="133" y="254"/>
                    <a:pt x="134" y="250"/>
                  </a:cubicBezTo>
                  <a:cubicBezTo>
                    <a:pt x="136" y="246"/>
                    <a:pt x="135" y="241"/>
                    <a:pt x="139" y="241"/>
                  </a:cubicBezTo>
                  <a:cubicBezTo>
                    <a:pt x="142" y="240"/>
                    <a:pt x="146" y="238"/>
                    <a:pt x="150" y="233"/>
                  </a:cubicBezTo>
                  <a:cubicBezTo>
                    <a:pt x="153" y="229"/>
                    <a:pt x="163" y="222"/>
                    <a:pt x="167" y="219"/>
                  </a:cubicBezTo>
                  <a:cubicBezTo>
                    <a:pt x="171" y="216"/>
                    <a:pt x="182" y="207"/>
                    <a:pt x="185" y="201"/>
                  </a:cubicBezTo>
                  <a:cubicBezTo>
                    <a:pt x="188" y="196"/>
                    <a:pt x="198" y="194"/>
                    <a:pt x="202" y="189"/>
                  </a:cubicBezTo>
                  <a:cubicBezTo>
                    <a:pt x="207" y="185"/>
                    <a:pt x="205" y="182"/>
                    <a:pt x="206" y="178"/>
                  </a:cubicBezTo>
                  <a:cubicBezTo>
                    <a:pt x="207" y="173"/>
                    <a:pt x="221" y="171"/>
                    <a:pt x="226" y="171"/>
                  </a:cubicBezTo>
                  <a:cubicBezTo>
                    <a:pt x="227" y="171"/>
                    <a:pt x="228" y="171"/>
                    <a:pt x="229" y="170"/>
                  </a:cubicBezTo>
                  <a:cubicBezTo>
                    <a:pt x="229" y="163"/>
                    <a:pt x="226" y="153"/>
                    <a:pt x="225" y="15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4" name="Freeform 50"/>
            <p:cNvSpPr>
              <a:spLocks noChangeArrowheads="1"/>
            </p:cNvSpPr>
            <p:nvPr/>
          </p:nvSpPr>
          <p:spPr bwMode="auto">
            <a:xfrm>
              <a:off x="5532457" y="1225551"/>
              <a:ext cx="677865" cy="293689"/>
            </a:xfrm>
            <a:custGeom>
              <a:avLst/>
              <a:gdLst>
                <a:gd name="T0" fmla="*/ 329 w 355"/>
                <a:gd name="T1" fmla="*/ 65 h 153"/>
                <a:gd name="T2" fmla="*/ 306 w 355"/>
                <a:gd name="T3" fmla="*/ 63 h 153"/>
                <a:gd name="T4" fmla="*/ 308 w 355"/>
                <a:gd name="T5" fmla="*/ 52 h 153"/>
                <a:gd name="T6" fmla="*/ 309 w 355"/>
                <a:gd name="T7" fmla="*/ 33 h 153"/>
                <a:gd name="T8" fmla="*/ 286 w 355"/>
                <a:gd name="T9" fmla="*/ 30 h 153"/>
                <a:gd name="T10" fmla="*/ 268 w 355"/>
                <a:gd name="T11" fmla="*/ 40 h 153"/>
                <a:gd name="T12" fmla="*/ 238 w 355"/>
                <a:gd name="T13" fmla="*/ 43 h 153"/>
                <a:gd name="T14" fmla="*/ 218 w 355"/>
                <a:gd name="T15" fmla="*/ 34 h 153"/>
                <a:gd name="T16" fmla="*/ 200 w 355"/>
                <a:gd name="T17" fmla="*/ 28 h 153"/>
                <a:gd name="T18" fmla="*/ 179 w 355"/>
                <a:gd name="T19" fmla="*/ 27 h 153"/>
                <a:gd name="T20" fmla="*/ 161 w 355"/>
                <a:gd name="T21" fmla="*/ 28 h 153"/>
                <a:gd name="T22" fmla="*/ 153 w 355"/>
                <a:gd name="T23" fmla="*/ 13 h 153"/>
                <a:gd name="T24" fmla="*/ 133 w 355"/>
                <a:gd name="T25" fmla="*/ 6 h 153"/>
                <a:gd name="T26" fmla="*/ 118 w 355"/>
                <a:gd name="T27" fmla="*/ 1 h 153"/>
                <a:gd name="T28" fmla="*/ 108 w 355"/>
                <a:gd name="T29" fmla="*/ 9 h 153"/>
                <a:gd name="T30" fmla="*/ 107 w 355"/>
                <a:gd name="T31" fmla="*/ 24 h 153"/>
                <a:gd name="T32" fmla="*/ 98 w 355"/>
                <a:gd name="T33" fmla="*/ 35 h 153"/>
                <a:gd name="T34" fmla="*/ 81 w 355"/>
                <a:gd name="T35" fmla="*/ 33 h 153"/>
                <a:gd name="T36" fmla="*/ 68 w 355"/>
                <a:gd name="T37" fmla="*/ 23 h 153"/>
                <a:gd name="T38" fmla="*/ 44 w 355"/>
                <a:gd name="T39" fmla="*/ 22 h 153"/>
                <a:gd name="T40" fmla="*/ 29 w 355"/>
                <a:gd name="T41" fmla="*/ 30 h 153"/>
                <a:gd name="T42" fmla="*/ 10 w 355"/>
                <a:gd name="T43" fmla="*/ 40 h 153"/>
                <a:gd name="T44" fmla="*/ 0 w 355"/>
                <a:gd name="T45" fmla="*/ 44 h 153"/>
                <a:gd name="T46" fmla="*/ 9 w 355"/>
                <a:gd name="T47" fmla="*/ 55 h 153"/>
                <a:gd name="T48" fmla="*/ 29 w 355"/>
                <a:gd name="T49" fmla="*/ 69 h 153"/>
                <a:gd name="T50" fmla="*/ 34 w 355"/>
                <a:gd name="T51" fmla="*/ 88 h 153"/>
                <a:gd name="T52" fmla="*/ 57 w 355"/>
                <a:gd name="T53" fmla="*/ 104 h 153"/>
                <a:gd name="T54" fmla="*/ 72 w 355"/>
                <a:gd name="T55" fmla="*/ 114 h 153"/>
                <a:gd name="T56" fmla="*/ 88 w 355"/>
                <a:gd name="T57" fmla="*/ 135 h 153"/>
                <a:gd name="T58" fmla="*/ 129 w 355"/>
                <a:gd name="T59" fmla="*/ 137 h 153"/>
                <a:gd name="T60" fmla="*/ 162 w 355"/>
                <a:gd name="T61" fmla="*/ 145 h 153"/>
                <a:gd name="T62" fmla="*/ 182 w 355"/>
                <a:gd name="T63" fmla="*/ 152 h 153"/>
                <a:gd name="T64" fmla="*/ 227 w 355"/>
                <a:gd name="T65" fmla="*/ 141 h 153"/>
                <a:gd name="T66" fmla="*/ 261 w 355"/>
                <a:gd name="T67" fmla="*/ 121 h 153"/>
                <a:gd name="T68" fmla="*/ 269 w 355"/>
                <a:gd name="T69" fmla="*/ 105 h 153"/>
                <a:gd name="T70" fmla="*/ 304 w 355"/>
                <a:gd name="T71" fmla="*/ 99 h 153"/>
                <a:gd name="T72" fmla="*/ 328 w 355"/>
                <a:gd name="T73" fmla="*/ 84 h 153"/>
                <a:gd name="T74" fmla="*/ 354 w 355"/>
                <a:gd name="T75" fmla="*/ 79 h 1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55"/>
                <a:gd name="T115" fmla="*/ 0 h 153"/>
                <a:gd name="T116" fmla="*/ 355 w 355"/>
                <a:gd name="T117" fmla="*/ 153 h 1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55" h="153">
                  <a:moveTo>
                    <a:pt x="340" y="64"/>
                  </a:moveTo>
                  <a:cubicBezTo>
                    <a:pt x="336" y="60"/>
                    <a:pt x="330" y="62"/>
                    <a:pt x="329" y="65"/>
                  </a:cubicBezTo>
                  <a:cubicBezTo>
                    <a:pt x="327" y="69"/>
                    <a:pt x="324" y="64"/>
                    <a:pt x="318" y="64"/>
                  </a:cubicBezTo>
                  <a:cubicBezTo>
                    <a:pt x="311" y="64"/>
                    <a:pt x="311" y="68"/>
                    <a:pt x="306" y="63"/>
                  </a:cubicBezTo>
                  <a:cubicBezTo>
                    <a:pt x="302" y="59"/>
                    <a:pt x="308" y="57"/>
                    <a:pt x="308" y="57"/>
                  </a:cubicBezTo>
                  <a:cubicBezTo>
                    <a:pt x="308" y="52"/>
                    <a:pt x="308" y="52"/>
                    <a:pt x="308" y="52"/>
                  </a:cubicBezTo>
                  <a:cubicBezTo>
                    <a:pt x="318" y="34"/>
                    <a:pt x="318" y="34"/>
                    <a:pt x="318" y="34"/>
                  </a:cubicBezTo>
                  <a:cubicBezTo>
                    <a:pt x="315" y="33"/>
                    <a:pt x="311" y="32"/>
                    <a:pt x="309" y="33"/>
                  </a:cubicBezTo>
                  <a:cubicBezTo>
                    <a:pt x="307" y="34"/>
                    <a:pt x="300" y="33"/>
                    <a:pt x="300" y="31"/>
                  </a:cubicBezTo>
                  <a:cubicBezTo>
                    <a:pt x="299" y="29"/>
                    <a:pt x="288" y="28"/>
                    <a:pt x="286" y="30"/>
                  </a:cubicBezTo>
                  <a:cubicBezTo>
                    <a:pt x="283" y="32"/>
                    <a:pt x="277" y="34"/>
                    <a:pt x="277" y="36"/>
                  </a:cubicBezTo>
                  <a:cubicBezTo>
                    <a:pt x="276" y="39"/>
                    <a:pt x="270" y="38"/>
                    <a:pt x="268" y="40"/>
                  </a:cubicBezTo>
                  <a:cubicBezTo>
                    <a:pt x="265" y="41"/>
                    <a:pt x="253" y="42"/>
                    <a:pt x="253" y="43"/>
                  </a:cubicBezTo>
                  <a:cubicBezTo>
                    <a:pt x="253" y="45"/>
                    <a:pt x="240" y="45"/>
                    <a:pt x="238" y="43"/>
                  </a:cubicBezTo>
                  <a:cubicBezTo>
                    <a:pt x="236" y="42"/>
                    <a:pt x="225" y="43"/>
                    <a:pt x="224" y="41"/>
                  </a:cubicBezTo>
                  <a:cubicBezTo>
                    <a:pt x="222" y="38"/>
                    <a:pt x="218" y="37"/>
                    <a:pt x="218" y="34"/>
                  </a:cubicBezTo>
                  <a:cubicBezTo>
                    <a:pt x="218" y="32"/>
                    <a:pt x="209" y="32"/>
                    <a:pt x="208" y="30"/>
                  </a:cubicBezTo>
                  <a:cubicBezTo>
                    <a:pt x="207" y="28"/>
                    <a:pt x="201" y="27"/>
                    <a:pt x="200" y="28"/>
                  </a:cubicBezTo>
                  <a:cubicBezTo>
                    <a:pt x="199" y="28"/>
                    <a:pt x="191" y="26"/>
                    <a:pt x="189" y="25"/>
                  </a:cubicBezTo>
                  <a:cubicBezTo>
                    <a:pt x="187" y="25"/>
                    <a:pt x="181" y="27"/>
                    <a:pt x="179" y="27"/>
                  </a:cubicBezTo>
                  <a:cubicBezTo>
                    <a:pt x="177" y="27"/>
                    <a:pt x="173" y="30"/>
                    <a:pt x="171" y="31"/>
                  </a:cubicBezTo>
                  <a:cubicBezTo>
                    <a:pt x="169" y="31"/>
                    <a:pt x="162" y="27"/>
                    <a:pt x="161" y="28"/>
                  </a:cubicBezTo>
                  <a:cubicBezTo>
                    <a:pt x="160" y="29"/>
                    <a:pt x="156" y="24"/>
                    <a:pt x="154" y="22"/>
                  </a:cubicBezTo>
                  <a:cubicBezTo>
                    <a:pt x="152" y="20"/>
                    <a:pt x="154" y="15"/>
                    <a:pt x="153" y="13"/>
                  </a:cubicBezTo>
                  <a:cubicBezTo>
                    <a:pt x="151" y="11"/>
                    <a:pt x="144" y="11"/>
                    <a:pt x="142" y="9"/>
                  </a:cubicBezTo>
                  <a:cubicBezTo>
                    <a:pt x="139" y="8"/>
                    <a:pt x="136" y="6"/>
                    <a:pt x="133" y="6"/>
                  </a:cubicBezTo>
                  <a:cubicBezTo>
                    <a:pt x="131" y="6"/>
                    <a:pt x="127" y="5"/>
                    <a:pt x="126" y="4"/>
                  </a:cubicBezTo>
                  <a:cubicBezTo>
                    <a:pt x="125" y="3"/>
                    <a:pt x="120" y="2"/>
                    <a:pt x="118" y="1"/>
                  </a:cubicBezTo>
                  <a:cubicBezTo>
                    <a:pt x="116" y="0"/>
                    <a:pt x="115" y="3"/>
                    <a:pt x="114" y="5"/>
                  </a:cubicBezTo>
                  <a:cubicBezTo>
                    <a:pt x="113" y="6"/>
                    <a:pt x="109" y="6"/>
                    <a:pt x="108" y="9"/>
                  </a:cubicBezTo>
                  <a:cubicBezTo>
                    <a:pt x="107" y="11"/>
                    <a:pt x="103" y="12"/>
                    <a:pt x="103" y="14"/>
                  </a:cubicBezTo>
                  <a:cubicBezTo>
                    <a:pt x="104" y="17"/>
                    <a:pt x="106" y="22"/>
                    <a:pt x="107" y="24"/>
                  </a:cubicBezTo>
                  <a:cubicBezTo>
                    <a:pt x="109" y="25"/>
                    <a:pt x="108" y="29"/>
                    <a:pt x="107" y="30"/>
                  </a:cubicBezTo>
                  <a:cubicBezTo>
                    <a:pt x="106" y="32"/>
                    <a:pt x="99" y="33"/>
                    <a:pt x="98" y="35"/>
                  </a:cubicBezTo>
                  <a:cubicBezTo>
                    <a:pt x="96" y="37"/>
                    <a:pt x="93" y="35"/>
                    <a:pt x="90" y="33"/>
                  </a:cubicBezTo>
                  <a:cubicBezTo>
                    <a:pt x="86" y="31"/>
                    <a:pt x="82" y="32"/>
                    <a:pt x="81" y="33"/>
                  </a:cubicBezTo>
                  <a:cubicBezTo>
                    <a:pt x="79" y="35"/>
                    <a:pt x="73" y="30"/>
                    <a:pt x="71" y="30"/>
                  </a:cubicBezTo>
                  <a:cubicBezTo>
                    <a:pt x="70" y="29"/>
                    <a:pt x="69" y="23"/>
                    <a:pt x="68" y="23"/>
                  </a:cubicBezTo>
                  <a:cubicBezTo>
                    <a:pt x="66" y="24"/>
                    <a:pt x="54" y="21"/>
                    <a:pt x="52" y="21"/>
                  </a:cubicBezTo>
                  <a:cubicBezTo>
                    <a:pt x="50" y="20"/>
                    <a:pt x="45" y="20"/>
                    <a:pt x="44" y="22"/>
                  </a:cubicBezTo>
                  <a:cubicBezTo>
                    <a:pt x="43" y="24"/>
                    <a:pt x="37" y="23"/>
                    <a:pt x="36" y="25"/>
                  </a:cubicBezTo>
                  <a:cubicBezTo>
                    <a:pt x="35" y="27"/>
                    <a:pt x="31" y="28"/>
                    <a:pt x="29" y="30"/>
                  </a:cubicBezTo>
                  <a:cubicBezTo>
                    <a:pt x="27" y="32"/>
                    <a:pt x="22" y="32"/>
                    <a:pt x="20" y="35"/>
                  </a:cubicBezTo>
                  <a:cubicBezTo>
                    <a:pt x="19" y="38"/>
                    <a:pt x="12" y="40"/>
                    <a:pt x="10" y="40"/>
                  </a:cubicBezTo>
                  <a:cubicBezTo>
                    <a:pt x="8" y="40"/>
                    <a:pt x="3" y="41"/>
                    <a:pt x="2" y="43"/>
                  </a:cubicBezTo>
                  <a:cubicBezTo>
                    <a:pt x="2" y="44"/>
                    <a:pt x="1" y="44"/>
                    <a:pt x="0" y="44"/>
                  </a:cubicBezTo>
                  <a:cubicBezTo>
                    <a:pt x="0" y="44"/>
                    <a:pt x="1" y="44"/>
                    <a:pt x="1" y="45"/>
                  </a:cubicBezTo>
                  <a:cubicBezTo>
                    <a:pt x="2" y="52"/>
                    <a:pt x="5" y="52"/>
                    <a:pt x="9" y="55"/>
                  </a:cubicBezTo>
                  <a:cubicBezTo>
                    <a:pt x="12" y="58"/>
                    <a:pt x="15" y="61"/>
                    <a:pt x="19" y="61"/>
                  </a:cubicBezTo>
                  <a:cubicBezTo>
                    <a:pt x="23" y="61"/>
                    <a:pt x="28" y="65"/>
                    <a:pt x="29" y="69"/>
                  </a:cubicBezTo>
                  <a:cubicBezTo>
                    <a:pt x="29" y="72"/>
                    <a:pt x="33" y="76"/>
                    <a:pt x="35" y="77"/>
                  </a:cubicBezTo>
                  <a:cubicBezTo>
                    <a:pt x="37" y="79"/>
                    <a:pt x="34" y="84"/>
                    <a:pt x="34" y="88"/>
                  </a:cubicBezTo>
                  <a:cubicBezTo>
                    <a:pt x="34" y="93"/>
                    <a:pt x="29" y="94"/>
                    <a:pt x="31" y="98"/>
                  </a:cubicBezTo>
                  <a:cubicBezTo>
                    <a:pt x="34" y="102"/>
                    <a:pt x="52" y="104"/>
                    <a:pt x="57" y="104"/>
                  </a:cubicBezTo>
                  <a:cubicBezTo>
                    <a:pt x="62" y="104"/>
                    <a:pt x="64" y="109"/>
                    <a:pt x="65" y="109"/>
                  </a:cubicBezTo>
                  <a:cubicBezTo>
                    <a:pt x="68" y="110"/>
                    <a:pt x="69" y="113"/>
                    <a:pt x="72" y="114"/>
                  </a:cubicBezTo>
                  <a:cubicBezTo>
                    <a:pt x="76" y="115"/>
                    <a:pt x="80" y="117"/>
                    <a:pt x="81" y="124"/>
                  </a:cubicBezTo>
                  <a:cubicBezTo>
                    <a:pt x="83" y="130"/>
                    <a:pt x="87" y="132"/>
                    <a:pt x="88" y="135"/>
                  </a:cubicBezTo>
                  <a:cubicBezTo>
                    <a:pt x="88" y="138"/>
                    <a:pt x="96" y="136"/>
                    <a:pt x="102" y="137"/>
                  </a:cubicBezTo>
                  <a:cubicBezTo>
                    <a:pt x="108" y="137"/>
                    <a:pt x="125" y="137"/>
                    <a:pt x="129" y="137"/>
                  </a:cubicBezTo>
                  <a:cubicBezTo>
                    <a:pt x="133" y="138"/>
                    <a:pt x="144" y="137"/>
                    <a:pt x="149" y="142"/>
                  </a:cubicBezTo>
                  <a:cubicBezTo>
                    <a:pt x="155" y="146"/>
                    <a:pt x="158" y="142"/>
                    <a:pt x="162" y="145"/>
                  </a:cubicBezTo>
                  <a:cubicBezTo>
                    <a:pt x="165" y="147"/>
                    <a:pt x="168" y="148"/>
                    <a:pt x="173" y="148"/>
                  </a:cubicBezTo>
                  <a:cubicBezTo>
                    <a:pt x="179" y="147"/>
                    <a:pt x="179" y="151"/>
                    <a:pt x="182" y="152"/>
                  </a:cubicBezTo>
                  <a:cubicBezTo>
                    <a:pt x="186" y="153"/>
                    <a:pt x="192" y="146"/>
                    <a:pt x="202" y="142"/>
                  </a:cubicBezTo>
                  <a:cubicBezTo>
                    <a:pt x="211" y="137"/>
                    <a:pt x="222" y="140"/>
                    <a:pt x="227" y="141"/>
                  </a:cubicBezTo>
                  <a:cubicBezTo>
                    <a:pt x="232" y="142"/>
                    <a:pt x="242" y="139"/>
                    <a:pt x="247" y="132"/>
                  </a:cubicBezTo>
                  <a:cubicBezTo>
                    <a:pt x="253" y="126"/>
                    <a:pt x="261" y="127"/>
                    <a:pt x="261" y="121"/>
                  </a:cubicBezTo>
                  <a:cubicBezTo>
                    <a:pt x="262" y="116"/>
                    <a:pt x="255" y="113"/>
                    <a:pt x="258" y="108"/>
                  </a:cubicBezTo>
                  <a:cubicBezTo>
                    <a:pt x="261" y="103"/>
                    <a:pt x="266" y="104"/>
                    <a:pt x="269" y="105"/>
                  </a:cubicBezTo>
                  <a:cubicBezTo>
                    <a:pt x="272" y="107"/>
                    <a:pt x="280" y="109"/>
                    <a:pt x="287" y="104"/>
                  </a:cubicBezTo>
                  <a:cubicBezTo>
                    <a:pt x="295" y="99"/>
                    <a:pt x="298" y="100"/>
                    <a:pt x="304" y="99"/>
                  </a:cubicBezTo>
                  <a:cubicBezTo>
                    <a:pt x="311" y="98"/>
                    <a:pt x="310" y="94"/>
                    <a:pt x="314" y="89"/>
                  </a:cubicBezTo>
                  <a:cubicBezTo>
                    <a:pt x="319" y="85"/>
                    <a:pt x="324" y="84"/>
                    <a:pt x="328" y="84"/>
                  </a:cubicBezTo>
                  <a:cubicBezTo>
                    <a:pt x="332" y="84"/>
                    <a:pt x="338" y="79"/>
                    <a:pt x="343" y="81"/>
                  </a:cubicBezTo>
                  <a:cubicBezTo>
                    <a:pt x="347" y="82"/>
                    <a:pt x="354" y="83"/>
                    <a:pt x="354" y="79"/>
                  </a:cubicBezTo>
                  <a:cubicBezTo>
                    <a:pt x="355" y="76"/>
                    <a:pt x="343" y="68"/>
                    <a:pt x="340" y="6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5" name="Freeform 51"/>
            <p:cNvSpPr>
              <a:spLocks noChangeArrowheads="1"/>
            </p:cNvSpPr>
            <p:nvPr/>
          </p:nvSpPr>
          <p:spPr bwMode="auto">
            <a:xfrm>
              <a:off x="4391040" y="1736727"/>
              <a:ext cx="11113" cy="30163"/>
            </a:xfrm>
            <a:custGeom>
              <a:avLst/>
              <a:gdLst>
                <a:gd name="T0" fmla="*/ 2 w 6"/>
                <a:gd name="T1" fmla="*/ 0 h 16"/>
                <a:gd name="T2" fmla="*/ 0 w 6"/>
                <a:gd name="T3" fmla="*/ 9 h 16"/>
                <a:gd name="T4" fmla="*/ 4 w 6"/>
                <a:gd name="T5" fmla="*/ 16 h 16"/>
                <a:gd name="T6" fmla="*/ 5 w 6"/>
                <a:gd name="T7" fmla="*/ 3 h 16"/>
                <a:gd name="T8" fmla="*/ 6 w 6"/>
                <a:gd name="T9" fmla="*/ 0 h 16"/>
                <a:gd name="T10" fmla="*/ 2 w 6"/>
                <a:gd name="T11" fmla="*/ 0 h 16"/>
                <a:gd name="T12" fmla="*/ 0 60000 65536"/>
                <a:gd name="T13" fmla="*/ 0 60000 65536"/>
                <a:gd name="T14" fmla="*/ 0 60000 65536"/>
                <a:gd name="T15" fmla="*/ 0 60000 65536"/>
                <a:gd name="T16" fmla="*/ 0 60000 65536"/>
                <a:gd name="T17" fmla="*/ 0 60000 65536"/>
                <a:gd name="T18" fmla="*/ 0 w 6"/>
                <a:gd name="T19" fmla="*/ 0 h 16"/>
                <a:gd name="T20" fmla="*/ 6 w 6"/>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6" h="16">
                  <a:moveTo>
                    <a:pt x="2" y="0"/>
                  </a:moveTo>
                  <a:cubicBezTo>
                    <a:pt x="1" y="1"/>
                    <a:pt x="0" y="8"/>
                    <a:pt x="0" y="9"/>
                  </a:cubicBezTo>
                  <a:cubicBezTo>
                    <a:pt x="0" y="9"/>
                    <a:pt x="1" y="13"/>
                    <a:pt x="4" y="16"/>
                  </a:cubicBezTo>
                  <a:cubicBezTo>
                    <a:pt x="5" y="11"/>
                    <a:pt x="5" y="4"/>
                    <a:pt x="5" y="3"/>
                  </a:cubicBezTo>
                  <a:cubicBezTo>
                    <a:pt x="5" y="2"/>
                    <a:pt x="6" y="1"/>
                    <a:pt x="6" y="0"/>
                  </a:cubicBezTo>
                  <a:cubicBezTo>
                    <a:pt x="4" y="0"/>
                    <a:pt x="3" y="0"/>
                    <a:pt x="2"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6" name="Freeform 52"/>
            <p:cNvSpPr>
              <a:spLocks noChangeArrowheads="1"/>
            </p:cNvSpPr>
            <p:nvPr/>
          </p:nvSpPr>
          <p:spPr bwMode="auto">
            <a:xfrm>
              <a:off x="4371990" y="1717677"/>
              <a:ext cx="31750" cy="90488"/>
            </a:xfrm>
            <a:custGeom>
              <a:avLst/>
              <a:gdLst>
                <a:gd name="T0" fmla="*/ 8 w 17"/>
                <a:gd name="T1" fmla="*/ 47 h 48"/>
                <a:gd name="T2" fmla="*/ 9 w 17"/>
                <a:gd name="T3" fmla="*/ 48 h 48"/>
                <a:gd name="T4" fmla="*/ 13 w 17"/>
                <a:gd name="T5" fmla="*/ 31 h 48"/>
                <a:gd name="T6" fmla="*/ 14 w 17"/>
                <a:gd name="T7" fmla="*/ 26 h 48"/>
                <a:gd name="T8" fmla="*/ 10 w 17"/>
                <a:gd name="T9" fmla="*/ 19 h 48"/>
                <a:gd name="T10" fmla="*/ 12 w 17"/>
                <a:gd name="T11" fmla="*/ 10 h 48"/>
                <a:gd name="T12" fmla="*/ 16 w 17"/>
                <a:gd name="T13" fmla="*/ 10 h 48"/>
                <a:gd name="T14" fmla="*/ 17 w 17"/>
                <a:gd name="T15" fmla="*/ 3 h 48"/>
                <a:gd name="T16" fmla="*/ 11 w 17"/>
                <a:gd name="T17" fmla="*/ 0 h 48"/>
                <a:gd name="T18" fmla="*/ 9 w 17"/>
                <a:gd name="T19" fmla="*/ 6 h 48"/>
                <a:gd name="T20" fmla="*/ 0 w 17"/>
                <a:gd name="T21" fmla="*/ 26 h 48"/>
                <a:gd name="T22" fmla="*/ 8 w 17"/>
                <a:gd name="T23" fmla="*/ 46 h 48"/>
                <a:gd name="T24" fmla="*/ 8 w 17"/>
                <a:gd name="T25" fmla="*/ 47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48"/>
                <a:gd name="T41" fmla="*/ 17 w 17"/>
                <a:gd name="T42" fmla="*/ 48 h 4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48">
                  <a:moveTo>
                    <a:pt x="8" y="47"/>
                  </a:moveTo>
                  <a:cubicBezTo>
                    <a:pt x="8" y="47"/>
                    <a:pt x="9" y="47"/>
                    <a:pt x="9" y="48"/>
                  </a:cubicBezTo>
                  <a:cubicBezTo>
                    <a:pt x="10" y="41"/>
                    <a:pt x="11" y="33"/>
                    <a:pt x="13" y="31"/>
                  </a:cubicBezTo>
                  <a:cubicBezTo>
                    <a:pt x="13" y="30"/>
                    <a:pt x="14" y="28"/>
                    <a:pt x="14" y="26"/>
                  </a:cubicBezTo>
                  <a:cubicBezTo>
                    <a:pt x="11" y="23"/>
                    <a:pt x="10" y="19"/>
                    <a:pt x="10" y="19"/>
                  </a:cubicBezTo>
                  <a:cubicBezTo>
                    <a:pt x="10" y="18"/>
                    <a:pt x="11" y="11"/>
                    <a:pt x="12" y="10"/>
                  </a:cubicBezTo>
                  <a:cubicBezTo>
                    <a:pt x="13" y="10"/>
                    <a:pt x="14" y="10"/>
                    <a:pt x="16" y="10"/>
                  </a:cubicBezTo>
                  <a:cubicBezTo>
                    <a:pt x="16" y="8"/>
                    <a:pt x="16" y="5"/>
                    <a:pt x="17" y="3"/>
                  </a:cubicBezTo>
                  <a:cubicBezTo>
                    <a:pt x="11" y="0"/>
                    <a:pt x="11" y="0"/>
                    <a:pt x="11" y="0"/>
                  </a:cubicBezTo>
                  <a:cubicBezTo>
                    <a:pt x="10" y="2"/>
                    <a:pt x="9" y="4"/>
                    <a:pt x="9" y="6"/>
                  </a:cubicBezTo>
                  <a:cubicBezTo>
                    <a:pt x="8" y="12"/>
                    <a:pt x="3" y="22"/>
                    <a:pt x="0" y="26"/>
                  </a:cubicBezTo>
                  <a:cubicBezTo>
                    <a:pt x="8" y="46"/>
                    <a:pt x="8" y="46"/>
                    <a:pt x="8" y="46"/>
                  </a:cubicBezTo>
                  <a:lnTo>
                    <a:pt x="8" y="47"/>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7" name="Freeform 53"/>
            <p:cNvSpPr>
              <a:spLocks noChangeArrowheads="1"/>
            </p:cNvSpPr>
            <p:nvPr/>
          </p:nvSpPr>
          <p:spPr bwMode="auto">
            <a:xfrm>
              <a:off x="4389453" y="1717677"/>
              <a:ext cx="92076" cy="98425"/>
            </a:xfrm>
            <a:custGeom>
              <a:avLst/>
              <a:gdLst>
                <a:gd name="T0" fmla="*/ 44 w 48"/>
                <a:gd name="T1" fmla="*/ 0 h 52"/>
                <a:gd name="T2" fmla="*/ 30 w 48"/>
                <a:gd name="T3" fmla="*/ 6 h 52"/>
                <a:gd name="T4" fmla="*/ 19 w 48"/>
                <a:gd name="T5" fmla="*/ 12 h 52"/>
                <a:gd name="T6" fmla="*/ 9 w 48"/>
                <a:gd name="T7" fmla="*/ 7 h 52"/>
                <a:gd name="T8" fmla="*/ 8 w 48"/>
                <a:gd name="T9" fmla="*/ 3 h 52"/>
                <a:gd name="T10" fmla="*/ 8 w 48"/>
                <a:gd name="T11" fmla="*/ 3 h 52"/>
                <a:gd name="T12" fmla="*/ 6 w 48"/>
                <a:gd name="T13" fmla="*/ 13 h 52"/>
                <a:gd name="T14" fmla="*/ 4 w 48"/>
                <a:gd name="T15" fmla="*/ 31 h 52"/>
                <a:gd name="T16" fmla="*/ 0 w 48"/>
                <a:gd name="T17" fmla="*/ 48 h 52"/>
                <a:gd name="T18" fmla="*/ 10 w 48"/>
                <a:gd name="T19" fmla="*/ 52 h 52"/>
                <a:gd name="T20" fmla="*/ 19 w 48"/>
                <a:gd name="T21" fmla="*/ 45 h 52"/>
                <a:gd name="T22" fmla="*/ 26 w 48"/>
                <a:gd name="T23" fmla="*/ 42 h 52"/>
                <a:gd name="T24" fmla="*/ 33 w 48"/>
                <a:gd name="T25" fmla="*/ 37 h 52"/>
                <a:gd name="T26" fmla="*/ 24 w 48"/>
                <a:gd name="T27" fmla="*/ 27 h 52"/>
                <a:gd name="T28" fmla="*/ 35 w 48"/>
                <a:gd name="T29" fmla="*/ 20 h 52"/>
                <a:gd name="T30" fmla="*/ 47 w 48"/>
                <a:gd name="T31" fmla="*/ 16 h 52"/>
                <a:gd name="T32" fmla="*/ 48 w 48"/>
                <a:gd name="T33" fmla="*/ 16 h 52"/>
                <a:gd name="T34" fmla="*/ 45 w 48"/>
                <a:gd name="T35" fmla="*/ 5 h 52"/>
                <a:gd name="T36" fmla="*/ 44 w 48"/>
                <a:gd name="T37" fmla="*/ 0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8"/>
                <a:gd name="T58" fmla="*/ 0 h 52"/>
                <a:gd name="T59" fmla="*/ 48 w 48"/>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8" h="52">
                  <a:moveTo>
                    <a:pt x="44" y="0"/>
                  </a:moveTo>
                  <a:cubicBezTo>
                    <a:pt x="37" y="3"/>
                    <a:pt x="31" y="6"/>
                    <a:pt x="30" y="6"/>
                  </a:cubicBezTo>
                  <a:cubicBezTo>
                    <a:pt x="27" y="7"/>
                    <a:pt x="19" y="12"/>
                    <a:pt x="19" y="12"/>
                  </a:cubicBezTo>
                  <a:cubicBezTo>
                    <a:pt x="9" y="7"/>
                    <a:pt x="9" y="7"/>
                    <a:pt x="9" y="7"/>
                  </a:cubicBezTo>
                  <a:cubicBezTo>
                    <a:pt x="8" y="3"/>
                    <a:pt x="8" y="3"/>
                    <a:pt x="8" y="3"/>
                  </a:cubicBezTo>
                  <a:cubicBezTo>
                    <a:pt x="8" y="3"/>
                    <a:pt x="8" y="3"/>
                    <a:pt x="8" y="3"/>
                  </a:cubicBezTo>
                  <a:cubicBezTo>
                    <a:pt x="7" y="7"/>
                    <a:pt x="7" y="11"/>
                    <a:pt x="6" y="13"/>
                  </a:cubicBezTo>
                  <a:cubicBezTo>
                    <a:pt x="6" y="15"/>
                    <a:pt x="6" y="29"/>
                    <a:pt x="4" y="31"/>
                  </a:cubicBezTo>
                  <a:cubicBezTo>
                    <a:pt x="2" y="33"/>
                    <a:pt x="1" y="41"/>
                    <a:pt x="0" y="48"/>
                  </a:cubicBezTo>
                  <a:cubicBezTo>
                    <a:pt x="4" y="50"/>
                    <a:pt x="8" y="52"/>
                    <a:pt x="10" y="52"/>
                  </a:cubicBezTo>
                  <a:cubicBezTo>
                    <a:pt x="14" y="52"/>
                    <a:pt x="19" y="48"/>
                    <a:pt x="19" y="45"/>
                  </a:cubicBezTo>
                  <a:cubicBezTo>
                    <a:pt x="19" y="43"/>
                    <a:pt x="23" y="42"/>
                    <a:pt x="26" y="42"/>
                  </a:cubicBezTo>
                  <a:cubicBezTo>
                    <a:pt x="30" y="42"/>
                    <a:pt x="30" y="38"/>
                    <a:pt x="33" y="37"/>
                  </a:cubicBezTo>
                  <a:cubicBezTo>
                    <a:pt x="35" y="35"/>
                    <a:pt x="27" y="28"/>
                    <a:pt x="24" y="27"/>
                  </a:cubicBezTo>
                  <a:cubicBezTo>
                    <a:pt x="22" y="26"/>
                    <a:pt x="27" y="20"/>
                    <a:pt x="35" y="20"/>
                  </a:cubicBezTo>
                  <a:cubicBezTo>
                    <a:pt x="44" y="19"/>
                    <a:pt x="42" y="16"/>
                    <a:pt x="47" y="16"/>
                  </a:cubicBezTo>
                  <a:cubicBezTo>
                    <a:pt x="47" y="16"/>
                    <a:pt x="47" y="16"/>
                    <a:pt x="48" y="16"/>
                  </a:cubicBezTo>
                  <a:cubicBezTo>
                    <a:pt x="47" y="12"/>
                    <a:pt x="46" y="8"/>
                    <a:pt x="45" y="5"/>
                  </a:cubicBezTo>
                  <a:cubicBezTo>
                    <a:pt x="45" y="4"/>
                    <a:pt x="44" y="2"/>
                    <a:pt x="44"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8" name="Freeform 54"/>
            <p:cNvSpPr>
              <a:spLocks noChangeArrowheads="1"/>
            </p:cNvSpPr>
            <p:nvPr/>
          </p:nvSpPr>
          <p:spPr bwMode="auto">
            <a:xfrm>
              <a:off x="5141930" y="1470026"/>
              <a:ext cx="234951" cy="103188"/>
            </a:xfrm>
            <a:custGeom>
              <a:avLst/>
              <a:gdLst>
                <a:gd name="T0" fmla="*/ 114 w 123"/>
                <a:gd name="T1" fmla="*/ 10 h 54"/>
                <a:gd name="T2" fmla="*/ 103 w 123"/>
                <a:gd name="T3" fmla="*/ 7 h 54"/>
                <a:gd name="T4" fmla="*/ 74 w 123"/>
                <a:gd name="T5" fmla="*/ 6 h 54"/>
                <a:gd name="T6" fmla="*/ 59 w 123"/>
                <a:gd name="T7" fmla="*/ 1 h 54"/>
                <a:gd name="T8" fmla="*/ 47 w 123"/>
                <a:gd name="T9" fmla="*/ 6 h 54"/>
                <a:gd name="T10" fmla="*/ 37 w 123"/>
                <a:gd name="T11" fmla="*/ 8 h 54"/>
                <a:gd name="T12" fmla="*/ 22 w 123"/>
                <a:gd name="T13" fmla="*/ 8 h 54"/>
                <a:gd name="T14" fmla="*/ 15 w 123"/>
                <a:gd name="T15" fmla="*/ 16 h 54"/>
                <a:gd name="T16" fmla="*/ 12 w 123"/>
                <a:gd name="T17" fmla="*/ 22 h 54"/>
                <a:gd name="T18" fmla="*/ 16 w 123"/>
                <a:gd name="T19" fmla="*/ 26 h 54"/>
                <a:gd name="T20" fmla="*/ 25 w 123"/>
                <a:gd name="T21" fmla="*/ 25 h 54"/>
                <a:gd name="T22" fmla="*/ 40 w 123"/>
                <a:gd name="T23" fmla="*/ 32 h 54"/>
                <a:gd name="T24" fmla="*/ 35 w 123"/>
                <a:gd name="T25" fmla="*/ 38 h 54"/>
                <a:gd name="T26" fmla="*/ 25 w 123"/>
                <a:gd name="T27" fmla="*/ 40 h 54"/>
                <a:gd name="T28" fmla="*/ 8 w 123"/>
                <a:gd name="T29" fmla="*/ 42 h 54"/>
                <a:gd name="T30" fmla="*/ 0 w 123"/>
                <a:gd name="T31" fmla="*/ 49 h 54"/>
                <a:gd name="T32" fmla="*/ 16 w 123"/>
                <a:gd name="T33" fmla="*/ 50 h 54"/>
                <a:gd name="T34" fmla="*/ 26 w 123"/>
                <a:gd name="T35" fmla="*/ 50 h 54"/>
                <a:gd name="T36" fmla="*/ 36 w 123"/>
                <a:gd name="T37" fmla="*/ 52 h 54"/>
                <a:gd name="T38" fmla="*/ 51 w 123"/>
                <a:gd name="T39" fmla="*/ 51 h 54"/>
                <a:gd name="T40" fmla="*/ 52 w 123"/>
                <a:gd name="T41" fmla="*/ 46 h 54"/>
                <a:gd name="T42" fmla="*/ 57 w 123"/>
                <a:gd name="T43" fmla="*/ 43 h 54"/>
                <a:gd name="T44" fmla="*/ 64 w 123"/>
                <a:gd name="T45" fmla="*/ 39 h 54"/>
                <a:gd name="T46" fmla="*/ 70 w 123"/>
                <a:gd name="T47" fmla="*/ 37 h 54"/>
                <a:gd name="T48" fmla="*/ 77 w 123"/>
                <a:gd name="T49" fmla="*/ 39 h 54"/>
                <a:gd name="T50" fmla="*/ 84 w 123"/>
                <a:gd name="T51" fmla="*/ 34 h 54"/>
                <a:gd name="T52" fmla="*/ 94 w 123"/>
                <a:gd name="T53" fmla="*/ 31 h 54"/>
                <a:gd name="T54" fmla="*/ 103 w 123"/>
                <a:gd name="T55" fmla="*/ 26 h 54"/>
                <a:gd name="T56" fmla="*/ 112 w 123"/>
                <a:gd name="T57" fmla="*/ 21 h 54"/>
                <a:gd name="T58" fmla="*/ 122 w 123"/>
                <a:gd name="T59" fmla="*/ 16 h 54"/>
                <a:gd name="T60" fmla="*/ 123 w 123"/>
                <a:gd name="T61" fmla="*/ 14 h 54"/>
                <a:gd name="T62" fmla="*/ 114 w 123"/>
                <a:gd name="T63" fmla="*/ 10 h 5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23"/>
                <a:gd name="T97" fmla="*/ 0 h 54"/>
                <a:gd name="T98" fmla="*/ 123 w 123"/>
                <a:gd name="T99" fmla="*/ 54 h 5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23" h="54">
                  <a:moveTo>
                    <a:pt x="114" y="10"/>
                  </a:moveTo>
                  <a:cubicBezTo>
                    <a:pt x="109" y="5"/>
                    <a:pt x="108" y="9"/>
                    <a:pt x="103" y="7"/>
                  </a:cubicBezTo>
                  <a:cubicBezTo>
                    <a:pt x="98" y="6"/>
                    <a:pt x="78" y="4"/>
                    <a:pt x="74" y="6"/>
                  </a:cubicBezTo>
                  <a:cubicBezTo>
                    <a:pt x="70" y="7"/>
                    <a:pt x="62" y="3"/>
                    <a:pt x="59" y="1"/>
                  </a:cubicBezTo>
                  <a:cubicBezTo>
                    <a:pt x="56" y="0"/>
                    <a:pt x="48" y="1"/>
                    <a:pt x="47" y="6"/>
                  </a:cubicBezTo>
                  <a:cubicBezTo>
                    <a:pt x="47" y="11"/>
                    <a:pt x="43" y="11"/>
                    <a:pt x="37" y="8"/>
                  </a:cubicBezTo>
                  <a:cubicBezTo>
                    <a:pt x="31" y="5"/>
                    <a:pt x="22" y="5"/>
                    <a:pt x="22" y="8"/>
                  </a:cubicBezTo>
                  <a:cubicBezTo>
                    <a:pt x="22" y="11"/>
                    <a:pt x="17" y="15"/>
                    <a:pt x="15" y="16"/>
                  </a:cubicBezTo>
                  <a:cubicBezTo>
                    <a:pt x="14" y="16"/>
                    <a:pt x="13" y="19"/>
                    <a:pt x="12" y="22"/>
                  </a:cubicBezTo>
                  <a:cubicBezTo>
                    <a:pt x="13" y="22"/>
                    <a:pt x="15" y="24"/>
                    <a:pt x="16" y="26"/>
                  </a:cubicBezTo>
                  <a:cubicBezTo>
                    <a:pt x="18" y="28"/>
                    <a:pt x="24" y="28"/>
                    <a:pt x="25" y="25"/>
                  </a:cubicBezTo>
                  <a:cubicBezTo>
                    <a:pt x="26" y="22"/>
                    <a:pt x="35" y="28"/>
                    <a:pt x="40" y="32"/>
                  </a:cubicBezTo>
                  <a:cubicBezTo>
                    <a:pt x="46" y="37"/>
                    <a:pt x="38" y="34"/>
                    <a:pt x="35" y="38"/>
                  </a:cubicBezTo>
                  <a:cubicBezTo>
                    <a:pt x="33" y="42"/>
                    <a:pt x="26" y="38"/>
                    <a:pt x="25" y="40"/>
                  </a:cubicBezTo>
                  <a:cubicBezTo>
                    <a:pt x="23" y="42"/>
                    <a:pt x="11" y="42"/>
                    <a:pt x="8" y="42"/>
                  </a:cubicBezTo>
                  <a:cubicBezTo>
                    <a:pt x="5" y="42"/>
                    <a:pt x="0" y="46"/>
                    <a:pt x="0" y="49"/>
                  </a:cubicBezTo>
                  <a:cubicBezTo>
                    <a:pt x="1" y="51"/>
                    <a:pt x="12" y="47"/>
                    <a:pt x="16" y="50"/>
                  </a:cubicBezTo>
                  <a:cubicBezTo>
                    <a:pt x="20" y="53"/>
                    <a:pt x="24" y="47"/>
                    <a:pt x="26" y="50"/>
                  </a:cubicBezTo>
                  <a:cubicBezTo>
                    <a:pt x="29" y="54"/>
                    <a:pt x="34" y="51"/>
                    <a:pt x="36" y="52"/>
                  </a:cubicBezTo>
                  <a:cubicBezTo>
                    <a:pt x="38" y="53"/>
                    <a:pt x="50" y="51"/>
                    <a:pt x="51" y="51"/>
                  </a:cubicBezTo>
                  <a:cubicBezTo>
                    <a:pt x="52" y="50"/>
                    <a:pt x="52" y="48"/>
                    <a:pt x="52" y="46"/>
                  </a:cubicBezTo>
                  <a:cubicBezTo>
                    <a:pt x="52" y="43"/>
                    <a:pt x="55" y="44"/>
                    <a:pt x="57" y="43"/>
                  </a:cubicBezTo>
                  <a:cubicBezTo>
                    <a:pt x="60" y="42"/>
                    <a:pt x="62" y="39"/>
                    <a:pt x="64" y="39"/>
                  </a:cubicBezTo>
                  <a:cubicBezTo>
                    <a:pt x="66" y="39"/>
                    <a:pt x="68" y="36"/>
                    <a:pt x="70" y="37"/>
                  </a:cubicBezTo>
                  <a:cubicBezTo>
                    <a:pt x="72" y="37"/>
                    <a:pt x="75" y="41"/>
                    <a:pt x="77" y="39"/>
                  </a:cubicBezTo>
                  <a:cubicBezTo>
                    <a:pt x="80" y="37"/>
                    <a:pt x="81" y="39"/>
                    <a:pt x="84" y="34"/>
                  </a:cubicBezTo>
                  <a:cubicBezTo>
                    <a:pt x="88" y="30"/>
                    <a:pt x="90" y="31"/>
                    <a:pt x="94" y="31"/>
                  </a:cubicBezTo>
                  <a:cubicBezTo>
                    <a:pt x="100" y="32"/>
                    <a:pt x="102" y="29"/>
                    <a:pt x="103" y="26"/>
                  </a:cubicBezTo>
                  <a:cubicBezTo>
                    <a:pt x="105" y="23"/>
                    <a:pt x="109" y="23"/>
                    <a:pt x="112" y="21"/>
                  </a:cubicBezTo>
                  <a:cubicBezTo>
                    <a:pt x="115" y="19"/>
                    <a:pt x="120" y="17"/>
                    <a:pt x="122" y="16"/>
                  </a:cubicBezTo>
                  <a:cubicBezTo>
                    <a:pt x="123" y="16"/>
                    <a:pt x="123" y="15"/>
                    <a:pt x="123" y="14"/>
                  </a:cubicBezTo>
                  <a:cubicBezTo>
                    <a:pt x="119" y="11"/>
                    <a:pt x="117" y="14"/>
                    <a:pt x="114"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9" name="Freeform 55"/>
            <p:cNvSpPr>
              <a:spLocks noChangeArrowheads="1"/>
            </p:cNvSpPr>
            <p:nvPr/>
          </p:nvSpPr>
          <p:spPr bwMode="auto">
            <a:xfrm>
              <a:off x="4495815" y="1458913"/>
              <a:ext cx="149225" cy="66675"/>
            </a:xfrm>
            <a:custGeom>
              <a:avLst/>
              <a:gdLst>
                <a:gd name="T0" fmla="*/ 31 w 78"/>
                <a:gd name="T1" fmla="*/ 27 h 35"/>
                <a:gd name="T2" fmla="*/ 39 w 78"/>
                <a:gd name="T3" fmla="*/ 33 h 35"/>
                <a:gd name="T4" fmla="*/ 40 w 78"/>
                <a:gd name="T5" fmla="*/ 34 h 35"/>
                <a:gd name="T6" fmla="*/ 51 w 78"/>
                <a:gd name="T7" fmla="*/ 32 h 35"/>
                <a:gd name="T8" fmla="*/ 61 w 78"/>
                <a:gd name="T9" fmla="*/ 33 h 35"/>
                <a:gd name="T10" fmla="*/ 60 w 78"/>
                <a:gd name="T11" fmla="*/ 30 h 35"/>
                <a:gd name="T12" fmla="*/ 68 w 78"/>
                <a:gd name="T13" fmla="*/ 33 h 35"/>
                <a:gd name="T14" fmla="*/ 77 w 78"/>
                <a:gd name="T15" fmla="*/ 33 h 35"/>
                <a:gd name="T16" fmla="*/ 73 w 78"/>
                <a:gd name="T17" fmla="*/ 28 h 35"/>
                <a:gd name="T18" fmla="*/ 75 w 78"/>
                <a:gd name="T19" fmla="*/ 24 h 35"/>
                <a:gd name="T20" fmla="*/ 68 w 78"/>
                <a:gd name="T21" fmla="*/ 21 h 35"/>
                <a:gd name="T22" fmla="*/ 65 w 78"/>
                <a:gd name="T23" fmla="*/ 14 h 35"/>
                <a:gd name="T24" fmla="*/ 61 w 78"/>
                <a:gd name="T25" fmla="*/ 12 h 35"/>
                <a:gd name="T26" fmla="*/ 49 w 78"/>
                <a:gd name="T27" fmla="*/ 14 h 35"/>
                <a:gd name="T28" fmla="*/ 42 w 78"/>
                <a:gd name="T29" fmla="*/ 10 h 35"/>
                <a:gd name="T30" fmla="*/ 35 w 78"/>
                <a:gd name="T31" fmla="*/ 6 h 35"/>
                <a:gd name="T32" fmla="*/ 18 w 78"/>
                <a:gd name="T33" fmla="*/ 4 h 35"/>
                <a:gd name="T34" fmla="*/ 4 w 78"/>
                <a:gd name="T35" fmla="*/ 0 h 35"/>
                <a:gd name="T36" fmla="*/ 0 w 78"/>
                <a:gd name="T37" fmla="*/ 2 h 35"/>
                <a:gd name="T38" fmla="*/ 18 w 78"/>
                <a:gd name="T39" fmla="*/ 12 h 35"/>
                <a:gd name="T40" fmla="*/ 22 w 78"/>
                <a:gd name="T41" fmla="*/ 23 h 35"/>
                <a:gd name="T42" fmla="*/ 19 w 78"/>
                <a:gd name="T43" fmla="*/ 27 h 35"/>
                <a:gd name="T44" fmla="*/ 31 w 78"/>
                <a:gd name="T45" fmla="*/ 27 h 3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35"/>
                <a:gd name="T71" fmla="*/ 78 w 78"/>
                <a:gd name="T72" fmla="*/ 35 h 3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35">
                  <a:moveTo>
                    <a:pt x="31" y="27"/>
                  </a:moveTo>
                  <a:cubicBezTo>
                    <a:pt x="35" y="25"/>
                    <a:pt x="36" y="29"/>
                    <a:pt x="39" y="33"/>
                  </a:cubicBezTo>
                  <a:cubicBezTo>
                    <a:pt x="39" y="33"/>
                    <a:pt x="39" y="34"/>
                    <a:pt x="40" y="34"/>
                  </a:cubicBezTo>
                  <a:cubicBezTo>
                    <a:pt x="44" y="33"/>
                    <a:pt x="47" y="32"/>
                    <a:pt x="51" y="32"/>
                  </a:cubicBezTo>
                  <a:cubicBezTo>
                    <a:pt x="54" y="31"/>
                    <a:pt x="58" y="32"/>
                    <a:pt x="61" y="33"/>
                  </a:cubicBezTo>
                  <a:cubicBezTo>
                    <a:pt x="60" y="32"/>
                    <a:pt x="60" y="31"/>
                    <a:pt x="60" y="30"/>
                  </a:cubicBezTo>
                  <a:cubicBezTo>
                    <a:pt x="61" y="28"/>
                    <a:pt x="66" y="31"/>
                    <a:pt x="68" y="33"/>
                  </a:cubicBezTo>
                  <a:cubicBezTo>
                    <a:pt x="70" y="34"/>
                    <a:pt x="75" y="35"/>
                    <a:pt x="77" y="33"/>
                  </a:cubicBezTo>
                  <a:cubicBezTo>
                    <a:pt x="78" y="32"/>
                    <a:pt x="74" y="30"/>
                    <a:pt x="73" y="28"/>
                  </a:cubicBezTo>
                  <a:cubicBezTo>
                    <a:pt x="73" y="27"/>
                    <a:pt x="74" y="26"/>
                    <a:pt x="75" y="24"/>
                  </a:cubicBezTo>
                  <a:cubicBezTo>
                    <a:pt x="72" y="22"/>
                    <a:pt x="69" y="20"/>
                    <a:pt x="68" y="21"/>
                  </a:cubicBezTo>
                  <a:cubicBezTo>
                    <a:pt x="67" y="21"/>
                    <a:pt x="67" y="14"/>
                    <a:pt x="65" y="14"/>
                  </a:cubicBezTo>
                  <a:cubicBezTo>
                    <a:pt x="63" y="14"/>
                    <a:pt x="63" y="12"/>
                    <a:pt x="61" y="12"/>
                  </a:cubicBezTo>
                  <a:cubicBezTo>
                    <a:pt x="59" y="12"/>
                    <a:pt x="51" y="12"/>
                    <a:pt x="49" y="14"/>
                  </a:cubicBezTo>
                  <a:cubicBezTo>
                    <a:pt x="47" y="15"/>
                    <a:pt x="45" y="10"/>
                    <a:pt x="42" y="10"/>
                  </a:cubicBezTo>
                  <a:cubicBezTo>
                    <a:pt x="40" y="10"/>
                    <a:pt x="37" y="8"/>
                    <a:pt x="35" y="6"/>
                  </a:cubicBezTo>
                  <a:cubicBezTo>
                    <a:pt x="34" y="4"/>
                    <a:pt x="21" y="7"/>
                    <a:pt x="18" y="4"/>
                  </a:cubicBezTo>
                  <a:cubicBezTo>
                    <a:pt x="14" y="2"/>
                    <a:pt x="8" y="0"/>
                    <a:pt x="4" y="0"/>
                  </a:cubicBezTo>
                  <a:cubicBezTo>
                    <a:pt x="3" y="0"/>
                    <a:pt x="2" y="1"/>
                    <a:pt x="0" y="2"/>
                  </a:cubicBezTo>
                  <a:cubicBezTo>
                    <a:pt x="7" y="6"/>
                    <a:pt x="16" y="5"/>
                    <a:pt x="18" y="12"/>
                  </a:cubicBezTo>
                  <a:cubicBezTo>
                    <a:pt x="19" y="20"/>
                    <a:pt x="24" y="17"/>
                    <a:pt x="22" y="23"/>
                  </a:cubicBezTo>
                  <a:cubicBezTo>
                    <a:pt x="22" y="25"/>
                    <a:pt x="21" y="26"/>
                    <a:pt x="19" y="27"/>
                  </a:cubicBezTo>
                  <a:cubicBezTo>
                    <a:pt x="24" y="28"/>
                    <a:pt x="29" y="28"/>
                    <a:pt x="31" y="2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0" name="Freeform 56"/>
            <p:cNvSpPr>
              <a:spLocks noEditPoints="1" noChangeArrowheads="1"/>
            </p:cNvSpPr>
            <p:nvPr/>
          </p:nvSpPr>
          <p:spPr bwMode="auto">
            <a:xfrm>
              <a:off x="4197364" y="1495427"/>
              <a:ext cx="406402" cy="160338"/>
            </a:xfrm>
            <a:custGeom>
              <a:avLst/>
              <a:gdLst>
                <a:gd name="T0" fmla="*/ 206 w 212"/>
                <a:gd name="T1" fmla="*/ 59 h 84"/>
                <a:gd name="T2" fmla="*/ 206 w 212"/>
                <a:gd name="T3" fmla="*/ 47 h 84"/>
                <a:gd name="T4" fmla="*/ 206 w 212"/>
                <a:gd name="T5" fmla="*/ 37 h 84"/>
                <a:gd name="T6" fmla="*/ 209 w 212"/>
                <a:gd name="T7" fmla="*/ 32 h 84"/>
                <a:gd name="T8" fmla="*/ 207 w 212"/>
                <a:gd name="T9" fmla="*/ 28 h 84"/>
                <a:gd name="T10" fmla="*/ 198 w 212"/>
                <a:gd name="T11" fmla="*/ 24 h 84"/>
                <a:gd name="T12" fmla="*/ 195 w 212"/>
                <a:gd name="T13" fmla="*/ 14 h 84"/>
                <a:gd name="T14" fmla="*/ 187 w 212"/>
                <a:gd name="T15" fmla="*/ 8 h 84"/>
                <a:gd name="T16" fmla="*/ 175 w 212"/>
                <a:gd name="T17" fmla="*/ 8 h 84"/>
                <a:gd name="T18" fmla="*/ 154 w 212"/>
                <a:gd name="T19" fmla="*/ 15 h 84"/>
                <a:gd name="T20" fmla="*/ 135 w 212"/>
                <a:gd name="T21" fmla="*/ 16 h 84"/>
                <a:gd name="T22" fmla="*/ 121 w 212"/>
                <a:gd name="T23" fmla="*/ 11 h 84"/>
                <a:gd name="T24" fmla="*/ 111 w 212"/>
                <a:gd name="T25" fmla="*/ 7 h 84"/>
                <a:gd name="T26" fmla="*/ 95 w 212"/>
                <a:gd name="T27" fmla="*/ 2 h 84"/>
                <a:gd name="T28" fmla="*/ 60 w 212"/>
                <a:gd name="T29" fmla="*/ 13 h 84"/>
                <a:gd name="T30" fmla="*/ 36 w 212"/>
                <a:gd name="T31" fmla="*/ 14 h 84"/>
                <a:gd name="T32" fmla="*/ 30 w 212"/>
                <a:gd name="T33" fmla="*/ 23 h 84"/>
                <a:gd name="T34" fmla="*/ 6 w 212"/>
                <a:gd name="T35" fmla="*/ 25 h 84"/>
                <a:gd name="T36" fmla="*/ 4 w 212"/>
                <a:gd name="T37" fmla="*/ 33 h 84"/>
                <a:gd name="T38" fmla="*/ 9 w 212"/>
                <a:gd name="T39" fmla="*/ 36 h 84"/>
                <a:gd name="T40" fmla="*/ 10 w 212"/>
                <a:gd name="T41" fmla="*/ 45 h 84"/>
                <a:gd name="T42" fmla="*/ 10 w 212"/>
                <a:gd name="T43" fmla="*/ 53 h 84"/>
                <a:gd name="T44" fmla="*/ 10 w 212"/>
                <a:gd name="T45" fmla="*/ 59 h 84"/>
                <a:gd name="T46" fmla="*/ 16 w 212"/>
                <a:gd name="T47" fmla="*/ 65 h 84"/>
                <a:gd name="T48" fmla="*/ 23 w 212"/>
                <a:gd name="T49" fmla="*/ 69 h 84"/>
                <a:gd name="T50" fmla="*/ 29 w 212"/>
                <a:gd name="T51" fmla="*/ 71 h 84"/>
                <a:gd name="T52" fmla="*/ 36 w 212"/>
                <a:gd name="T53" fmla="*/ 78 h 84"/>
                <a:gd name="T54" fmla="*/ 50 w 212"/>
                <a:gd name="T55" fmla="*/ 75 h 84"/>
                <a:gd name="T56" fmla="*/ 59 w 212"/>
                <a:gd name="T57" fmla="*/ 71 h 84"/>
                <a:gd name="T58" fmla="*/ 75 w 212"/>
                <a:gd name="T59" fmla="*/ 80 h 84"/>
                <a:gd name="T60" fmla="*/ 86 w 212"/>
                <a:gd name="T61" fmla="*/ 78 h 84"/>
                <a:gd name="T62" fmla="*/ 97 w 212"/>
                <a:gd name="T63" fmla="*/ 71 h 84"/>
                <a:gd name="T64" fmla="*/ 106 w 212"/>
                <a:gd name="T65" fmla="*/ 74 h 84"/>
                <a:gd name="T66" fmla="*/ 114 w 212"/>
                <a:gd name="T67" fmla="*/ 71 h 84"/>
                <a:gd name="T68" fmla="*/ 111 w 212"/>
                <a:gd name="T69" fmla="*/ 80 h 84"/>
                <a:gd name="T70" fmla="*/ 111 w 212"/>
                <a:gd name="T71" fmla="*/ 84 h 84"/>
                <a:gd name="T72" fmla="*/ 118 w 212"/>
                <a:gd name="T73" fmla="*/ 76 h 84"/>
                <a:gd name="T74" fmla="*/ 123 w 212"/>
                <a:gd name="T75" fmla="*/ 74 h 84"/>
                <a:gd name="T76" fmla="*/ 133 w 212"/>
                <a:gd name="T77" fmla="*/ 74 h 84"/>
                <a:gd name="T78" fmla="*/ 140 w 212"/>
                <a:gd name="T79" fmla="*/ 72 h 84"/>
                <a:gd name="T80" fmla="*/ 153 w 212"/>
                <a:gd name="T81" fmla="*/ 73 h 84"/>
                <a:gd name="T82" fmla="*/ 168 w 212"/>
                <a:gd name="T83" fmla="*/ 68 h 84"/>
                <a:gd name="T84" fmla="*/ 180 w 212"/>
                <a:gd name="T85" fmla="*/ 66 h 84"/>
                <a:gd name="T86" fmla="*/ 185 w 212"/>
                <a:gd name="T87" fmla="*/ 68 h 84"/>
                <a:gd name="T88" fmla="*/ 190 w 212"/>
                <a:gd name="T89" fmla="*/ 64 h 84"/>
                <a:gd name="T90" fmla="*/ 200 w 212"/>
                <a:gd name="T91" fmla="*/ 66 h 84"/>
                <a:gd name="T92" fmla="*/ 212 w 212"/>
                <a:gd name="T93" fmla="*/ 68 h 84"/>
                <a:gd name="T94" fmla="*/ 206 w 212"/>
                <a:gd name="T95" fmla="*/ 59 h 84"/>
                <a:gd name="T96" fmla="*/ 19 w 212"/>
                <a:gd name="T97" fmla="*/ 16 h 84"/>
                <a:gd name="T98" fmla="*/ 34 w 212"/>
                <a:gd name="T99" fmla="*/ 14 h 84"/>
                <a:gd name="T100" fmla="*/ 25 w 212"/>
                <a:gd name="T101" fmla="*/ 8 h 84"/>
                <a:gd name="T102" fmla="*/ 22 w 212"/>
                <a:gd name="T103" fmla="*/ 2 h 84"/>
                <a:gd name="T104" fmla="*/ 18 w 212"/>
                <a:gd name="T105" fmla="*/ 3 h 84"/>
                <a:gd name="T106" fmla="*/ 6 w 212"/>
                <a:gd name="T107" fmla="*/ 3 h 84"/>
                <a:gd name="T108" fmla="*/ 7 w 212"/>
                <a:gd name="T109" fmla="*/ 10 h 84"/>
                <a:gd name="T110" fmla="*/ 4 w 212"/>
                <a:gd name="T111" fmla="*/ 15 h 84"/>
                <a:gd name="T112" fmla="*/ 1 w 212"/>
                <a:gd name="T113" fmla="*/ 19 h 84"/>
                <a:gd name="T114" fmla="*/ 8 w 212"/>
                <a:gd name="T115" fmla="*/ 22 h 84"/>
                <a:gd name="T116" fmla="*/ 19 w 212"/>
                <a:gd name="T117" fmla="*/ 16 h 8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12"/>
                <a:gd name="T178" fmla="*/ 0 h 84"/>
                <a:gd name="T179" fmla="*/ 212 w 212"/>
                <a:gd name="T180" fmla="*/ 84 h 8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12" h="84">
                  <a:moveTo>
                    <a:pt x="206" y="59"/>
                  </a:moveTo>
                  <a:cubicBezTo>
                    <a:pt x="204" y="58"/>
                    <a:pt x="207" y="49"/>
                    <a:pt x="206" y="47"/>
                  </a:cubicBezTo>
                  <a:cubicBezTo>
                    <a:pt x="205" y="45"/>
                    <a:pt x="203" y="37"/>
                    <a:pt x="206" y="37"/>
                  </a:cubicBezTo>
                  <a:cubicBezTo>
                    <a:pt x="208" y="37"/>
                    <a:pt x="206" y="32"/>
                    <a:pt x="209" y="32"/>
                  </a:cubicBezTo>
                  <a:cubicBezTo>
                    <a:pt x="208" y="30"/>
                    <a:pt x="207" y="28"/>
                    <a:pt x="207" y="28"/>
                  </a:cubicBezTo>
                  <a:cubicBezTo>
                    <a:pt x="205" y="26"/>
                    <a:pt x="200" y="29"/>
                    <a:pt x="198" y="24"/>
                  </a:cubicBezTo>
                  <a:cubicBezTo>
                    <a:pt x="196" y="19"/>
                    <a:pt x="198" y="18"/>
                    <a:pt x="195" y="14"/>
                  </a:cubicBezTo>
                  <a:cubicBezTo>
                    <a:pt x="192" y="10"/>
                    <a:pt x="191" y="6"/>
                    <a:pt x="187" y="8"/>
                  </a:cubicBezTo>
                  <a:cubicBezTo>
                    <a:pt x="185" y="9"/>
                    <a:pt x="180" y="9"/>
                    <a:pt x="175" y="8"/>
                  </a:cubicBezTo>
                  <a:cubicBezTo>
                    <a:pt x="170" y="13"/>
                    <a:pt x="158" y="17"/>
                    <a:pt x="154" y="15"/>
                  </a:cubicBezTo>
                  <a:cubicBezTo>
                    <a:pt x="150" y="14"/>
                    <a:pt x="141" y="16"/>
                    <a:pt x="135" y="16"/>
                  </a:cubicBezTo>
                  <a:cubicBezTo>
                    <a:pt x="128" y="16"/>
                    <a:pt x="126" y="11"/>
                    <a:pt x="121" y="11"/>
                  </a:cubicBezTo>
                  <a:cubicBezTo>
                    <a:pt x="116" y="12"/>
                    <a:pt x="116" y="7"/>
                    <a:pt x="111" y="7"/>
                  </a:cubicBezTo>
                  <a:cubicBezTo>
                    <a:pt x="106" y="7"/>
                    <a:pt x="110" y="4"/>
                    <a:pt x="95" y="2"/>
                  </a:cubicBezTo>
                  <a:cubicBezTo>
                    <a:pt x="79" y="0"/>
                    <a:pt x="65" y="9"/>
                    <a:pt x="60" y="13"/>
                  </a:cubicBezTo>
                  <a:cubicBezTo>
                    <a:pt x="55" y="17"/>
                    <a:pt x="37" y="13"/>
                    <a:pt x="36" y="14"/>
                  </a:cubicBezTo>
                  <a:cubicBezTo>
                    <a:pt x="34" y="15"/>
                    <a:pt x="36" y="21"/>
                    <a:pt x="30" y="23"/>
                  </a:cubicBezTo>
                  <a:cubicBezTo>
                    <a:pt x="24" y="25"/>
                    <a:pt x="11" y="23"/>
                    <a:pt x="6" y="25"/>
                  </a:cubicBezTo>
                  <a:cubicBezTo>
                    <a:pt x="2" y="27"/>
                    <a:pt x="0" y="34"/>
                    <a:pt x="4" y="33"/>
                  </a:cubicBezTo>
                  <a:cubicBezTo>
                    <a:pt x="8" y="33"/>
                    <a:pt x="10" y="35"/>
                    <a:pt x="9" y="36"/>
                  </a:cubicBezTo>
                  <a:cubicBezTo>
                    <a:pt x="8" y="38"/>
                    <a:pt x="12" y="43"/>
                    <a:pt x="10" y="45"/>
                  </a:cubicBezTo>
                  <a:cubicBezTo>
                    <a:pt x="8" y="47"/>
                    <a:pt x="7" y="51"/>
                    <a:pt x="10" y="53"/>
                  </a:cubicBezTo>
                  <a:cubicBezTo>
                    <a:pt x="13" y="55"/>
                    <a:pt x="13" y="58"/>
                    <a:pt x="10" y="59"/>
                  </a:cubicBezTo>
                  <a:cubicBezTo>
                    <a:pt x="7" y="59"/>
                    <a:pt x="16" y="63"/>
                    <a:pt x="16" y="65"/>
                  </a:cubicBezTo>
                  <a:cubicBezTo>
                    <a:pt x="16" y="66"/>
                    <a:pt x="23" y="67"/>
                    <a:pt x="23" y="69"/>
                  </a:cubicBezTo>
                  <a:cubicBezTo>
                    <a:pt x="23" y="71"/>
                    <a:pt x="25" y="72"/>
                    <a:pt x="29" y="71"/>
                  </a:cubicBezTo>
                  <a:cubicBezTo>
                    <a:pt x="32" y="70"/>
                    <a:pt x="34" y="75"/>
                    <a:pt x="36" y="78"/>
                  </a:cubicBezTo>
                  <a:cubicBezTo>
                    <a:pt x="38" y="81"/>
                    <a:pt x="50" y="79"/>
                    <a:pt x="50" y="75"/>
                  </a:cubicBezTo>
                  <a:cubicBezTo>
                    <a:pt x="50" y="72"/>
                    <a:pt x="54" y="71"/>
                    <a:pt x="59" y="71"/>
                  </a:cubicBezTo>
                  <a:cubicBezTo>
                    <a:pt x="65" y="72"/>
                    <a:pt x="72" y="79"/>
                    <a:pt x="75" y="80"/>
                  </a:cubicBezTo>
                  <a:cubicBezTo>
                    <a:pt x="77" y="81"/>
                    <a:pt x="83" y="78"/>
                    <a:pt x="86" y="78"/>
                  </a:cubicBezTo>
                  <a:cubicBezTo>
                    <a:pt x="90" y="78"/>
                    <a:pt x="95" y="73"/>
                    <a:pt x="97" y="71"/>
                  </a:cubicBezTo>
                  <a:cubicBezTo>
                    <a:pt x="99" y="70"/>
                    <a:pt x="102" y="75"/>
                    <a:pt x="106" y="74"/>
                  </a:cubicBezTo>
                  <a:cubicBezTo>
                    <a:pt x="109" y="72"/>
                    <a:pt x="112" y="70"/>
                    <a:pt x="114" y="71"/>
                  </a:cubicBezTo>
                  <a:cubicBezTo>
                    <a:pt x="116" y="72"/>
                    <a:pt x="109" y="78"/>
                    <a:pt x="111" y="80"/>
                  </a:cubicBezTo>
                  <a:cubicBezTo>
                    <a:pt x="112" y="81"/>
                    <a:pt x="112" y="83"/>
                    <a:pt x="111" y="84"/>
                  </a:cubicBezTo>
                  <a:cubicBezTo>
                    <a:pt x="118" y="83"/>
                    <a:pt x="118" y="78"/>
                    <a:pt x="118" y="76"/>
                  </a:cubicBezTo>
                  <a:cubicBezTo>
                    <a:pt x="119" y="74"/>
                    <a:pt x="120" y="72"/>
                    <a:pt x="123" y="74"/>
                  </a:cubicBezTo>
                  <a:cubicBezTo>
                    <a:pt x="125" y="75"/>
                    <a:pt x="128" y="76"/>
                    <a:pt x="133" y="74"/>
                  </a:cubicBezTo>
                  <a:cubicBezTo>
                    <a:pt x="138" y="71"/>
                    <a:pt x="138" y="70"/>
                    <a:pt x="140" y="72"/>
                  </a:cubicBezTo>
                  <a:cubicBezTo>
                    <a:pt x="142" y="74"/>
                    <a:pt x="146" y="73"/>
                    <a:pt x="153" y="73"/>
                  </a:cubicBezTo>
                  <a:cubicBezTo>
                    <a:pt x="160" y="73"/>
                    <a:pt x="161" y="68"/>
                    <a:pt x="168" y="68"/>
                  </a:cubicBezTo>
                  <a:cubicBezTo>
                    <a:pt x="175" y="69"/>
                    <a:pt x="180" y="66"/>
                    <a:pt x="180" y="66"/>
                  </a:cubicBezTo>
                  <a:cubicBezTo>
                    <a:pt x="185" y="68"/>
                    <a:pt x="185" y="68"/>
                    <a:pt x="185" y="68"/>
                  </a:cubicBezTo>
                  <a:cubicBezTo>
                    <a:pt x="186" y="66"/>
                    <a:pt x="186" y="64"/>
                    <a:pt x="190" y="64"/>
                  </a:cubicBezTo>
                  <a:cubicBezTo>
                    <a:pt x="195" y="63"/>
                    <a:pt x="197" y="67"/>
                    <a:pt x="200" y="66"/>
                  </a:cubicBezTo>
                  <a:cubicBezTo>
                    <a:pt x="202" y="65"/>
                    <a:pt x="211" y="74"/>
                    <a:pt x="212" y="68"/>
                  </a:cubicBezTo>
                  <a:cubicBezTo>
                    <a:pt x="212" y="66"/>
                    <a:pt x="208" y="59"/>
                    <a:pt x="206" y="59"/>
                  </a:cubicBezTo>
                  <a:close/>
                  <a:moveTo>
                    <a:pt x="19" y="16"/>
                  </a:moveTo>
                  <a:cubicBezTo>
                    <a:pt x="23" y="14"/>
                    <a:pt x="32" y="16"/>
                    <a:pt x="34" y="14"/>
                  </a:cubicBezTo>
                  <a:cubicBezTo>
                    <a:pt x="36" y="12"/>
                    <a:pt x="28" y="10"/>
                    <a:pt x="25" y="8"/>
                  </a:cubicBezTo>
                  <a:cubicBezTo>
                    <a:pt x="24" y="6"/>
                    <a:pt x="23" y="4"/>
                    <a:pt x="22" y="2"/>
                  </a:cubicBezTo>
                  <a:cubicBezTo>
                    <a:pt x="21" y="3"/>
                    <a:pt x="19" y="3"/>
                    <a:pt x="18" y="3"/>
                  </a:cubicBezTo>
                  <a:cubicBezTo>
                    <a:pt x="15" y="1"/>
                    <a:pt x="8" y="2"/>
                    <a:pt x="6" y="3"/>
                  </a:cubicBezTo>
                  <a:cubicBezTo>
                    <a:pt x="5" y="3"/>
                    <a:pt x="7" y="7"/>
                    <a:pt x="7" y="10"/>
                  </a:cubicBezTo>
                  <a:cubicBezTo>
                    <a:pt x="7" y="13"/>
                    <a:pt x="4" y="14"/>
                    <a:pt x="4" y="15"/>
                  </a:cubicBezTo>
                  <a:cubicBezTo>
                    <a:pt x="4" y="17"/>
                    <a:pt x="3" y="18"/>
                    <a:pt x="1" y="19"/>
                  </a:cubicBezTo>
                  <a:cubicBezTo>
                    <a:pt x="4" y="21"/>
                    <a:pt x="6" y="22"/>
                    <a:pt x="8" y="22"/>
                  </a:cubicBezTo>
                  <a:cubicBezTo>
                    <a:pt x="13" y="22"/>
                    <a:pt x="15" y="17"/>
                    <a:pt x="19" y="1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1" name="Freeform 57"/>
            <p:cNvSpPr>
              <a:spLocks noChangeArrowheads="1"/>
            </p:cNvSpPr>
            <p:nvPr/>
          </p:nvSpPr>
          <p:spPr bwMode="auto">
            <a:xfrm>
              <a:off x="5329256" y="1657351"/>
              <a:ext cx="50800" cy="47625"/>
            </a:xfrm>
            <a:custGeom>
              <a:avLst/>
              <a:gdLst>
                <a:gd name="T0" fmla="*/ 12 w 26"/>
                <a:gd name="T1" fmla="*/ 0 h 25"/>
                <a:gd name="T2" fmla="*/ 0 w 26"/>
                <a:gd name="T3" fmla="*/ 8 h 25"/>
                <a:gd name="T4" fmla="*/ 1 w 26"/>
                <a:gd name="T5" fmla="*/ 11 h 25"/>
                <a:gd name="T6" fmla="*/ 8 w 26"/>
                <a:gd name="T7" fmla="*/ 18 h 25"/>
                <a:gd name="T8" fmla="*/ 9 w 26"/>
                <a:gd name="T9" fmla="*/ 25 h 25"/>
                <a:gd name="T10" fmla="*/ 14 w 26"/>
                <a:gd name="T11" fmla="*/ 25 h 25"/>
                <a:gd name="T12" fmla="*/ 25 w 26"/>
                <a:gd name="T13" fmla="*/ 11 h 25"/>
                <a:gd name="T14" fmla="*/ 12 w 26"/>
                <a:gd name="T15" fmla="*/ 0 h 25"/>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25"/>
                <a:gd name="T26" fmla="*/ 26 w 26"/>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25">
                  <a:moveTo>
                    <a:pt x="12" y="0"/>
                  </a:moveTo>
                  <a:cubicBezTo>
                    <a:pt x="8" y="0"/>
                    <a:pt x="1" y="4"/>
                    <a:pt x="0" y="8"/>
                  </a:cubicBezTo>
                  <a:cubicBezTo>
                    <a:pt x="0" y="8"/>
                    <a:pt x="1" y="10"/>
                    <a:pt x="1" y="11"/>
                  </a:cubicBezTo>
                  <a:cubicBezTo>
                    <a:pt x="2" y="14"/>
                    <a:pt x="5" y="17"/>
                    <a:pt x="8" y="18"/>
                  </a:cubicBezTo>
                  <a:cubicBezTo>
                    <a:pt x="10" y="19"/>
                    <a:pt x="10" y="22"/>
                    <a:pt x="9" y="25"/>
                  </a:cubicBezTo>
                  <a:cubicBezTo>
                    <a:pt x="11" y="25"/>
                    <a:pt x="13" y="25"/>
                    <a:pt x="14" y="25"/>
                  </a:cubicBezTo>
                  <a:cubicBezTo>
                    <a:pt x="17" y="24"/>
                    <a:pt x="24" y="14"/>
                    <a:pt x="25" y="11"/>
                  </a:cubicBezTo>
                  <a:cubicBezTo>
                    <a:pt x="26" y="8"/>
                    <a:pt x="17" y="1"/>
                    <a:pt x="12"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2" name="Freeform 58"/>
            <p:cNvSpPr>
              <a:spLocks noChangeArrowheads="1"/>
            </p:cNvSpPr>
            <p:nvPr/>
          </p:nvSpPr>
          <p:spPr bwMode="auto">
            <a:xfrm>
              <a:off x="6302396" y="1477963"/>
              <a:ext cx="147638" cy="141288"/>
            </a:xfrm>
            <a:custGeom>
              <a:avLst/>
              <a:gdLst>
                <a:gd name="T0" fmla="*/ 74 w 77"/>
                <a:gd name="T1" fmla="*/ 4 h 74"/>
                <a:gd name="T2" fmla="*/ 65 w 77"/>
                <a:gd name="T3" fmla="*/ 0 h 74"/>
                <a:gd name="T4" fmla="*/ 58 w 77"/>
                <a:gd name="T5" fmla="*/ 9 h 74"/>
                <a:gd name="T6" fmla="*/ 50 w 77"/>
                <a:gd name="T7" fmla="*/ 15 h 74"/>
                <a:gd name="T8" fmla="*/ 46 w 77"/>
                <a:gd name="T9" fmla="*/ 19 h 74"/>
                <a:gd name="T10" fmla="*/ 38 w 77"/>
                <a:gd name="T11" fmla="*/ 21 h 74"/>
                <a:gd name="T12" fmla="*/ 31 w 77"/>
                <a:gd name="T13" fmla="*/ 18 h 74"/>
                <a:gd name="T14" fmla="*/ 24 w 77"/>
                <a:gd name="T15" fmla="*/ 26 h 74"/>
                <a:gd name="T16" fmla="*/ 3 w 77"/>
                <a:gd name="T17" fmla="*/ 38 h 74"/>
                <a:gd name="T18" fmla="*/ 0 w 77"/>
                <a:gd name="T19" fmla="*/ 43 h 74"/>
                <a:gd name="T20" fmla="*/ 13 w 77"/>
                <a:gd name="T21" fmla="*/ 49 h 74"/>
                <a:gd name="T22" fmla="*/ 6 w 77"/>
                <a:gd name="T23" fmla="*/ 62 h 74"/>
                <a:gd name="T24" fmla="*/ 8 w 77"/>
                <a:gd name="T25" fmla="*/ 68 h 74"/>
                <a:gd name="T26" fmla="*/ 14 w 77"/>
                <a:gd name="T27" fmla="*/ 71 h 74"/>
                <a:gd name="T28" fmla="*/ 22 w 77"/>
                <a:gd name="T29" fmla="*/ 70 h 74"/>
                <a:gd name="T30" fmla="*/ 25 w 77"/>
                <a:gd name="T31" fmla="*/ 71 h 74"/>
                <a:gd name="T32" fmla="*/ 31 w 77"/>
                <a:gd name="T33" fmla="*/ 66 h 74"/>
                <a:gd name="T34" fmla="*/ 42 w 77"/>
                <a:gd name="T35" fmla="*/ 64 h 74"/>
                <a:gd name="T36" fmla="*/ 48 w 77"/>
                <a:gd name="T37" fmla="*/ 62 h 74"/>
                <a:gd name="T38" fmla="*/ 38 w 77"/>
                <a:gd name="T39" fmla="*/ 52 h 74"/>
                <a:gd name="T40" fmla="*/ 41 w 77"/>
                <a:gd name="T41" fmla="*/ 42 h 74"/>
                <a:gd name="T42" fmla="*/ 61 w 77"/>
                <a:gd name="T43" fmla="*/ 30 h 74"/>
                <a:gd name="T44" fmla="*/ 65 w 77"/>
                <a:gd name="T45" fmla="*/ 17 h 74"/>
                <a:gd name="T46" fmla="*/ 77 w 77"/>
                <a:gd name="T47" fmla="*/ 4 h 74"/>
                <a:gd name="T48" fmla="*/ 74 w 77"/>
                <a:gd name="T49" fmla="*/ 4 h 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7"/>
                <a:gd name="T76" fmla="*/ 0 h 74"/>
                <a:gd name="T77" fmla="*/ 77 w 77"/>
                <a:gd name="T78" fmla="*/ 74 h 7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7" h="74">
                  <a:moveTo>
                    <a:pt x="74" y="4"/>
                  </a:moveTo>
                  <a:cubicBezTo>
                    <a:pt x="70" y="5"/>
                    <a:pt x="68" y="0"/>
                    <a:pt x="65" y="0"/>
                  </a:cubicBezTo>
                  <a:cubicBezTo>
                    <a:pt x="61" y="0"/>
                    <a:pt x="62" y="9"/>
                    <a:pt x="58" y="9"/>
                  </a:cubicBezTo>
                  <a:cubicBezTo>
                    <a:pt x="54" y="9"/>
                    <a:pt x="55" y="14"/>
                    <a:pt x="50" y="15"/>
                  </a:cubicBezTo>
                  <a:cubicBezTo>
                    <a:pt x="45" y="16"/>
                    <a:pt x="43" y="16"/>
                    <a:pt x="46" y="19"/>
                  </a:cubicBezTo>
                  <a:cubicBezTo>
                    <a:pt x="48" y="23"/>
                    <a:pt x="43" y="21"/>
                    <a:pt x="38" y="21"/>
                  </a:cubicBezTo>
                  <a:cubicBezTo>
                    <a:pt x="34" y="21"/>
                    <a:pt x="34" y="18"/>
                    <a:pt x="31" y="18"/>
                  </a:cubicBezTo>
                  <a:cubicBezTo>
                    <a:pt x="28" y="18"/>
                    <a:pt x="26" y="24"/>
                    <a:pt x="24" y="26"/>
                  </a:cubicBezTo>
                  <a:cubicBezTo>
                    <a:pt x="22" y="29"/>
                    <a:pt x="7" y="36"/>
                    <a:pt x="3" y="38"/>
                  </a:cubicBezTo>
                  <a:cubicBezTo>
                    <a:pt x="2" y="39"/>
                    <a:pt x="1" y="41"/>
                    <a:pt x="0" y="43"/>
                  </a:cubicBezTo>
                  <a:cubicBezTo>
                    <a:pt x="5" y="43"/>
                    <a:pt x="10" y="46"/>
                    <a:pt x="13" y="49"/>
                  </a:cubicBezTo>
                  <a:cubicBezTo>
                    <a:pt x="16" y="53"/>
                    <a:pt x="9" y="58"/>
                    <a:pt x="6" y="62"/>
                  </a:cubicBezTo>
                  <a:cubicBezTo>
                    <a:pt x="3" y="65"/>
                    <a:pt x="8" y="65"/>
                    <a:pt x="8" y="68"/>
                  </a:cubicBezTo>
                  <a:cubicBezTo>
                    <a:pt x="8" y="71"/>
                    <a:pt x="12" y="74"/>
                    <a:pt x="14" y="71"/>
                  </a:cubicBezTo>
                  <a:cubicBezTo>
                    <a:pt x="15" y="69"/>
                    <a:pt x="18" y="70"/>
                    <a:pt x="22" y="70"/>
                  </a:cubicBezTo>
                  <a:cubicBezTo>
                    <a:pt x="24" y="70"/>
                    <a:pt x="24" y="70"/>
                    <a:pt x="25" y="71"/>
                  </a:cubicBezTo>
                  <a:cubicBezTo>
                    <a:pt x="27" y="69"/>
                    <a:pt x="30" y="67"/>
                    <a:pt x="31" y="66"/>
                  </a:cubicBezTo>
                  <a:cubicBezTo>
                    <a:pt x="33" y="64"/>
                    <a:pt x="38" y="64"/>
                    <a:pt x="42" y="64"/>
                  </a:cubicBezTo>
                  <a:cubicBezTo>
                    <a:pt x="44" y="64"/>
                    <a:pt x="46" y="63"/>
                    <a:pt x="48" y="62"/>
                  </a:cubicBezTo>
                  <a:cubicBezTo>
                    <a:pt x="43" y="57"/>
                    <a:pt x="39" y="53"/>
                    <a:pt x="38" y="52"/>
                  </a:cubicBezTo>
                  <a:cubicBezTo>
                    <a:pt x="34" y="50"/>
                    <a:pt x="36" y="43"/>
                    <a:pt x="41" y="42"/>
                  </a:cubicBezTo>
                  <a:cubicBezTo>
                    <a:pt x="46" y="41"/>
                    <a:pt x="57" y="32"/>
                    <a:pt x="61" y="30"/>
                  </a:cubicBezTo>
                  <a:cubicBezTo>
                    <a:pt x="64" y="28"/>
                    <a:pt x="62" y="22"/>
                    <a:pt x="65" y="17"/>
                  </a:cubicBezTo>
                  <a:cubicBezTo>
                    <a:pt x="66" y="14"/>
                    <a:pt x="72" y="9"/>
                    <a:pt x="77" y="4"/>
                  </a:cubicBezTo>
                  <a:cubicBezTo>
                    <a:pt x="76" y="4"/>
                    <a:pt x="75" y="4"/>
                    <a:pt x="74" y="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3" name="Freeform 59"/>
            <p:cNvSpPr>
              <a:spLocks noChangeArrowheads="1"/>
            </p:cNvSpPr>
            <p:nvPr/>
          </p:nvSpPr>
          <p:spPr bwMode="auto">
            <a:xfrm>
              <a:off x="5373706" y="1793876"/>
              <a:ext cx="166689" cy="95250"/>
            </a:xfrm>
            <a:custGeom>
              <a:avLst/>
              <a:gdLst>
                <a:gd name="T0" fmla="*/ 85 w 87"/>
                <a:gd name="T1" fmla="*/ 32 h 50"/>
                <a:gd name="T2" fmla="*/ 83 w 87"/>
                <a:gd name="T3" fmla="*/ 32 h 50"/>
                <a:gd name="T4" fmla="*/ 68 w 87"/>
                <a:gd name="T5" fmla="*/ 29 h 50"/>
                <a:gd name="T6" fmla="*/ 46 w 87"/>
                <a:gd name="T7" fmla="*/ 20 h 50"/>
                <a:gd name="T8" fmla="*/ 23 w 87"/>
                <a:gd name="T9" fmla="*/ 3 h 50"/>
                <a:gd name="T10" fmla="*/ 14 w 87"/>
                <a:gd name="T11" fmla="*/ 2 h 50"/>
                <a:gd name="T12" fmla="*/ 7 w 87"/>
                <a:gd name="T13" fmla="*/ 4 h 50"/>
                <a:gd name="T14" fmla="*/ 2 w 87"/>
                <a:gd name="T15" fmla="*/ 10 h 50"/>
                <a:gd name="T16" fmla="*/ 0 w 87"/>
                <a:gd name="T17" fmla="*/ 19 h 50"/>
                <a:gd name="T18" fmla="*/ 6 w 87"/>
                <a:gd name="T19" fmla="*/ 23 h 50"/>
                <a:gd name="T20" fmla="*/ 15 w 87"/>
                <a:gd name="T21" fmla="*/ 27 h 50"/>
                <a:gd name="T22" fmla="*/ 23 w 87"/>
                <a:gd name="T23" fmla="*/ 32 h 50"/>
                <a:gd name="T24" fmla="*/ 33 w 87"/>
                <a:gd name="T25" fmla="*/ 37 h 50"/>
                <a:gd name="T26" fmla="*/ 43 w 87"/>
                <a:gd name="T27" fmla="*/ 35 h 50"/>
                <a:gd name="T28" fmla="*/ 50 w 87"/>
                <a:gd name="T29" fmla="*/ 42 h 50"/>
                <a:gd name="T30" fmla="*/ 64 w 87"/>
                <a:gd name="T31" fmla="*/ 47 h 50"/>
                <a:gd name="T32" fmla="*/ 84 w 87"/>
                <a:gd name="T33" fmla="*/ 46 h 50"/>
                <a:gd name="T34" fmla="*/ 84 w 87"/>
                <a:gd name="T35" fmla="*/ 34 h 50"/>
                <a:gd name="T36" fmla="*/ 85 w 87"/>
                <a:gd name="T37" fmla="*/ 32 h 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7"/>
                <a:gd name="T58" fmla="*/ 0 h 50"/>
                <a:gd name="T59" fmla="*/ 87 w 87"/>
                <a:gd name="T60" fmla="*/ 50 h 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7" h="50">
                  <a:moveTo>
                    <a:pt x="85" y="32"/>
                  </a:moveTo>
                  <a:cubicBezTo>
                    <a:pt x="84" y="32"/>
                    <a:pt x="84" y="31"/>
                    <a:pt x="83" y="32"/>
                  </a:cubicBezTo>
                  <a:cubicBezTo>
                    <a:pt x="76" y="32"/>
                    <a:pt x="72" y="29"/>
                    <a:pt x="68" y="29"/>
                  </a:cubicBezTo>
                  <a:cubicBezTo>
                    <a:pt x="64" y="29"/>
                    <a:pt x="51" y="24"/>
                    <a:pt x="46" y="20"/>
                  </a:cubicBezTo>
                  <a:cubicBezTo>
                    <a:pt x="41" y="16"/>
                    <a:pt x="27" y="7"/>
                    <a:pt x="23" y="3"/>
                  </a:cubicBezTo>
                  <a:cubicBezTo>
                    <a:pt x="20" y="0"/>
                    <a:pt x="15" y="0"/>
                    <a:pt x="14" y="2"/>
                  </a:cubicBezTo>
                  <a:cubicBezTo>
                    <a:pt x="14" y="3"/>
                    <a:pt x="11" y="3"/>
                    <a:pt x="7" y="4"/>
                  </a:cubicBezTo>
                  <a:cubicBezTo>
                    <a:pt x="6" y="5"/>
                    <a:pt x="2" y="8"/>
                    <a:pt x="2" y="10"/>
                  </a:cubicBezTo>
                  <a:cubicBezTo>
                    <a:pt x="2" y="13"/>
                    <a:pt x="0" y="16"/>
                    <a:pt x="0" y="19"/>
                  </a:cubicBezTo>
                  <a:cubicBezTo>
                    <a:pt x="0" y="21"/>
                    <a:pt x="5" y="21"/>
                    <a:pt x="6" y="23"/>
                  </a:cubicBezTo>
                  <a:cubicBezTo>
                    <a:pt x="7" y="25"/>
                    <a:pt x="15" y="26"/>
                    <a:pt x="15" y="27"/>
                  </a:cubicBezTo>
                  <a:cubicBezTo>
                    <a:pt x="15" y="29"/>
                    <a:pt x="20" y="31"/>
                    <a:pt x="23" y="32"/>
                  </a:cubicBezTo>
                  <a:cubicBezTo>
                    <a:pt x="27" y="32"/>
                    <a:pt x="31" y="36"/>
                    <a:pt x="33" y="37"/>
                  </a:cubicBezTo>
                  <a:cubicBezTo>
                    <a:pt x="35" y="39"/>
                    <a:pt x="41" y="35"/>
                    <a:pt x="43" y="35"/>
                  </a:cubicBezTo>
                  <a:cubicBezTo>
                    <a:pt x="46" y="35"/>
                    <a:pt x="49" y="39"/>
                    <a:pt x="50" y="42"/>
                  </a:cubicBezTo>
                  <a:cubicBezTo>
                    <a:pt x="50" y="44"/>
                    <a:pt x="62" y="45"/>
                    <a:pt x="64" y="47"/>
                  </a:cubicBezTo>
                  <a:cubicBezTo>
                    <a:pt x="67" y="50"/>
                    <a:pt x="81" y="48"/>
                    <a:pt x="84" y="46"/>
                  </a:cubicBezTo>
                  <a:cubicBezTo>
                    <a:pt x="87" y="43"/>
                    <a:pt x="84" y="38"/>
                    <a:pt x="84" y="34"/>
                  </a:cubicBezTo>
                  <a:cubicBezTo>
                    <a:pt x="84" y="33"/>
                    <a:pt x="85" y="32"/>
                    <a:pt x="85" y="3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4" name="Freeform 60"/>
            <p:cNvSpPr>
              <a:spLocks noChangeArrowheads="1"/>
            </p:cNvSpPr>
            <p:nvPr/>
          </p:nvSpPr>
          <p:spPr bwMode="auto">
            <a:xfrm>
              <a:off x="5615007" y="1836739"/>
              <a:ext cx="182564" cy="407989"/>
            </a:xfrm>
            <a:custGeom>
              <a:avLst/>
              <a:gdLst>
                <a:gd name="T0" fmla="*/ 78 w 96"/>
                <a:gd name="T1" fmla="*/ 193 h 213"/>
                <a:gd name="T2" fmla="*/ 74 w 96"/>
                <a:gd name="T3" fmla="*/ 185 h 213"/>
                <a:gd name="T4" fmla="*/ 70 w 96"/>
                <a:gd name="T5" fmla="*/ 171 h 213"/>
                <a:gd name="T6" fmla="*/ 66 w 96"/>
                <a:gd name="T7" fmla="*/ 159 h 213"/>
                <a:gd name="T8" fmla="*/ 67 w 96"/>
                <a:gd name="T9" fmla="*/ 151 h 213"/>
                <a:gd name="T10" fmla="*/ 68 w 96"/>
                <a:gd name="T11" fmla="*/ 146 h 213"/>
                <a:gd name="T12" fmla="*/ 66 w 96"/>
                <a:gd name="T13" fmla="*/ 138 h 213"/>
                <a:gd name="T14" fmla="*/ 57 w 96"/>
                <a:gd name="T15" fmla="*/ 128 h 213"/>
                <a:gd name="T16" fmla="*/ 59 w 96"/>
                <a:gd name="T17" fmla="*/ 110 h 213"/>
                <a:gd name="T18" fmla="*/ 66 w 96"/>
                <a:gd name="T19" fmla="*/ 106 h 213"/>
                <a:gd name="T20" fmla="*/ 74 w 96"/>
                <a:gd name="T21" fmla="*/ 104 h 213"/>
                <a:gd name="T22" fmla="*/ 84 w 96"/>
                <a:gd name="T23" fmla="*/ 98 h 213"/>
                <a:gd name="T24" fmla="*/ 90 w 96"/>
                <a:gd name="T25" fmla="*/ 93 h 213"/>
                <a:gd name="T26" fmla="*/ 96 w 96"/>
                <a:gd name="T27" fmla="*/ 84 h 213"/>
                <a:gd name="T28" fmla="*/ 96 w 96"/>
                <a:gd name="T29" fmla="*/ 84 h 213"/>
                <a:gd name="T30" fmla="*/ 91 w 96"/>
                <a:gd name="T31" fmla="*/ 85 h 213"/>
                <a:gd name="T32" fmla="*/ 84 w 96"/>
                <a:gd name="T33" fmla="*/ 81 h 213"/>
                <a:gd name="T34" fmla="*/ 78 w 96"/>
                <a:gd name="T35" fmla="*/ 78 h 213"/>
                <a:gd name="T36" fmla="*/ 78 w 96"/>
                <a:gd name="T37" fmla="*/ 71 h 213"/>
                <a:gd name="T38" fmla="*/ 74 w 96"/>
                <a:gd name="T39" fmla="*/ 66 h 213"/>
                <a:gd name="T40" fmla="*/ 70 w 96"/>
                <a:gd name="T41" fmla="*/ 56 h 213"/>
                <a:gd name="T42" fmla="*/ 60 w 96"/>
                <a:gd name="T43" fmla="*/ 54 h 213"/>
                <a:gd name="T44" fmla="*/ 58 w 96"/>
                <a:gd name="T45" fmla="*/ 49 h 213"/>
                <a:gd name="T46" fmla="*/ 67 w 96"/>
                <a:gd name="T47" fmla="*/ 33 h 213"/>
                <a:gd name="T48" fmla="*/ 70 w 96"/>
                <a:gd name="T49" fmla="*/ 17 h 213"/>
                <a:gd name="T50" fmla="*/ 65 w 96"/>
                <a:gd name="T51" fmla="*/ 11 h 213"/>
                <a:gd name="T52" fmla="*/ 63 w 96"/>
                <a:gd name="T53" fmla="*/ 5 h 213"/>
                <a:gd name="T54" fmla="*/ 55 w 96"/>
                <a:gd name="T55" fmla="*/ 2 h 213"/>
                <a:gd name="T56" fmla="*/ 53 w 96"/>
                <a:gd name="T57" fmla="*/ 3 h 213"/>
                <a:gd name="T58" fmla="*/ 54 w 96"/>
                <a:gd name="T59" fmla="*/ 3 h 213"/>
                <a:gd name="T60" fmla="*/ 51 w 96"/>
                <a:gd name="T61" fmla="*/ 8 h 213"/>
                <a:gd name="T62" fmla="*/ 52 w 96"/>
                <a:gd name="T63" fmla="*/ 16 h 213"/>
                <a:gd name="T64" fmla="*/ 47 w 96"/>
                <a:gd name="T65" fmla="*/ 16 h 213"/>
                <a:gd name="T66" fmla="*/ 38 w 96"/>
                <a:gd name="T67" fmla="*/ 20 h 213"/>
                <a:gd name="T68" fmla="*/ 30 w 96"/>
                <a:gd name="T69" fmla="*/ 28 h 213"/>
                <a:gd name="T70" fmla="*/ 27 w 96"/>
                <a:gd name="T71" fmla="*/ 42 h 213"/>
                <a:gd name="T72" fmla="*/ 23 w 96"/>
                <a:gd name="T73" fmla="*/ 56 h 213"/>
                <a:gd name="T74" fmla="*/ 14 w 96"/>
                <a:gd name="T75" fmla="*/ 56 h 213"/>
                <a:gd name="T76" fmla="*/ 12 w 96"/>
                <a:gd name="T77" fmla="*/ 67 h 213"/>
                <a:gd name="T78" fmla="*/ 9 w 96"/>
                <a:gd name="T79" fmla="*/ 79 h 213"/>
                <a:gd name="T80" fmla="*/ 4 w 96"/>
                <a:gd name="T81" fmla="*/ 87 h 213"/>
                <a:gd name="T82" fmla="*/ 0 w 96"/>
                <a:gd name="T83" fmla="*/ 91 h 213"/>
                <a:gd name="T84" fmla="*/ 10 w 96"/>
                <a:gd name="T85" fmla="*/ 102 h 213"/>
                <a:gd name="T86" fmla="*/ 23 w 96"/>
                <a:gd name="T87" fmla="*/ 125 h 213"/>
                <a:gd name="T88" fmla="*/ 22 w 96"/>
                <a:gd name="T89" fmla="*/ 143 h 213"/>
                <a:gd name="T90" fmla="*/ 26 w 96"/>
                <a:gd name="T91" fmla="*/ 149 h 213"/>
                <a:gd name="T92" fmla="*/ 37 w 96"/>
                <a:gd name="T93" fmla="*/ 148 h 213"/>
                <a:gd name="T94" fmla="*/ 47 w 96"/>
                <a:gd name="T95" fmla="*/ 136 h 213"/>
                <a:gd name="T96" fmla="*/ 53 w 96"/>
                <a:gd name="T97" fmla="*/ 141 h 213"/>
                <a:gd name="T98" fmla="*/ 57 w 96"/>
                <a:gd name="T99" fmla="*/ 153 h 213"/>
                <a:gd name="T100" fmla="*/ 63 w 96"/>
                <a:gd name="T101" fmla="*/ 178 h 213"/>
                <a:gd name="T102" fmla="*/ 67 w 96"/>
                <a:gd name="T103" fmla="*/ 195 h 213"/>
                <a:gd name="T104" fmla="*/ 69 w 96"/>
                <a:gd name="T105" fmla="*/ 209 h 213"/>
                <a:gd name="T106" fmla="*/ 68 w 96"/>
                <a:gd name="T107" fmla="*/ 212 h 213"/>
                <a:gd name="T108" fmla="*/ 78 w 96"/>
                <a:gd name="T109" fmla="*/ 193 h 21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6"/>
                <a:gd name="T166" fmla="*/ 0 h 213"/>
                <a:gd name="T167" fmla="*/ 96 w 96"/>
                <a:gd name="T168" fmla="*/ 213 h 21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6" h="213">
                  <a:moveTo>
                    <a:pt x="78" y="193"/>
                  </a:moveTo>
                  <a:cubicBezTo>
                    <a:pt x="78" y="189"/>
                    <a:pt x="74" y="188"/>
                    <a:pt x="74" y="185"/>
                  </a:cubicBezTo>
                  <a:cubicBezTo>
                    <a:pt x="74" y="181"/>
                    <a:pt x="74" y="175"/>
                    <a:pt x="70" y="171"/>
                  </a:cubicBezTo>
                  <a:cubicBezTo>
                    <a:pt x="65" y="167"/>
                    <a:pt x="63" y="161"/>
                    <a:pt x="66" y="159"/>
                  </a:cubicBezTo>
                  <a:cubicBezTo>
                    <a:pt x="68" y="157"/>
                    <a:pt x="66" y="150"/>
                    <a:pt x="67" y="151"/>
                  </a:cubicBezTo>
                  <a:cubicBezTo>
                    <a:pt x="69" y="151"/>
                    <a:pt x="71" y="147"/>
                    <a:pt x="68" y="146"/>
                  </a:cubicBezTo>
                  <a:cubicBezTo>
                    <a:pt x="65" y="144"/>
                    <a:pt x="68" y="139"/>
                    <a:pt x="66" y="138"/>
                  </a:cubicBezTo>
                  <a:cubicBezTo>
                    <a:pt x="63" y="137"/>
                    <a:pt x="57" y="130"/>
                    <a:pt x="57" y="128"/>
                  </a:cubicBezTo>
                  <a:cubicBezTo>
                    <a:pt x="57" y="126"/>
                    <a:pt x="59" y="113"/>
                    <a:pt x="59" y="110"/>
                  </a:cubicBezTo>
                  <a:cubicBezTo>
                    <a:pt x="60" y="107"/>
                    <a:pt x="64" y="106"/>
                    <a:pt x="66" y="106"/>
                  </a:cubicBezTo>
                  <a:cubicBezTo>
                    <a:pt x="67" y="106"/>
                    <a:pt x="72" y="107"/>
                    <a:pt x="74" y="104"/>
                  </a:cubicBezTo>
                  <a:cubicBezTo>
                    <a:pt x="76" y="101"/>
                    <a:pt x="83" y="100"/>
                    <a:pt x="84" y="98"/>
                  </a:cubicBezTo>
                  <a:cubicBezTo>
                    <a:pt x="85" y="96"/>
                    <a:pt x="90" y="96"/>
                    <a:pt x="90" y="93"/>
                  </a:cubicBezTo>
                  <a:cubicBezTo>
                    <a:pt x="90" y="90"/>
                    <a:pt x="96" y="84"/>
                    <a:pt x="96" y="84"/>
                  </a:cubicBezTo>
                  <a:cubicBezTo>
                    <a:pt x="96" y="84"/>
                    <a:pt x="96" y="84"/>
                    <a:pt x="96" y="84"/>
                  </a:cubicBezTo>
                  <a:cubicBezTo>
                    <a:pt x="96" y="83"/>
                    <a:pt x="94" y="84"/>
                    <a:pt x="91" y="85"/>
                  </a:cubicBezTo>
                  <a:cubicBezTo>
                    <a:pt x="86" y="87"/>
                    <a:pt x="84" y="84"/>
                    <a:pt x="84" y="81"/>
                  </a:cubicBezTo>
                  <a:cubicBezTo>
                    <a:pt x="85" y="78"/>
                    <a:pt x="81" y="78"/>
                    <a:pt x="78" y="78"/>
                  </a:cubicBezTo>
                  <a:cubicBezTo>
                    <a:pt x="75" y="78"/>
                    <a:pt x="77" y="74"/>
                    <a:pt x="78" y="71"/>
                  </a:cubicBezTo>
                  <a:cubicBezTo>
                    <a:pt x="79" y="68"/>
                    <a:pt x="77" y="66"/>
                    <a:pt x="74" y="66"/>
                  </a:cubicBezTo>
                  <a:cubicBezTo>
                    <a:pt x="70" y="65"/>
                    <a:pt x="69" y="58"/>
                    <a:pt x="70" y="56"/>
                  </a:cubicBezTo>
                  <a:cubicBezTo>
                    <a:pt x="71" y="54"/>
                    <a:pt x="63" y="53"/>
                    <a:pt x="60" y="54"/>
                  </a:cubicBezTo>
                  <a:cubicBezTo>
                    <a:pt x="56" y="56"/>
                    <a:pt x="59" y="51"/>
                    <a:pt x="58" y="49"/>
                  </a:cubicBezTo>
                  <a:cubicBezTo>
                    <a:pt x="57" y="46"/>
                    <a:pt x="62" y="38"/>
                    <a:pt x="67" y="33"/>
                  </a:cubicBezTo>
                  <a:cubicBezTo>
                    <a:pt x="72" y="28"/>
                    <a:pt x="70" y="22"/>
                    <a:pt x="70" y="17"/>
                  </a:cubicBezTo>
                  <a:cubicBezTo>
                    <a:pt x="70" y="11"/>
                    <a:pt x="68" y="11"/>
                    <a:pt x="65" y="11"/>
                  </a:cubicBezTo>
                  <a:cubicBezTo>
                    <a:pt x="63" y="11"/>
                    <a:pt x="63" y="8"/>
                    <a:pt x="63" y="5"/>
                  </a:cubicBezTo>
                  <a:cubicBezTo>
                    <a:pt x="63" y="2"/>
                    <a:pt x="58" y="0"/>
                    <a:pt x="55" y="2"/>
                  </a:cubicBezTo>
                  <a:cubicBezTo>
                    <a:pt x="55" y="2"/>
                    <a:pt x="54" y="2"/>
                    <a:pt x="53" y="3"/>
                  </a:cubicBezTo>
                  <a:cubicBezTo>
                    <a:pt x="54" y="3"/>
                    <a:pt x="54" y="3"/>
                    <a:pt x="54" y="3"/>
                  </a:cubicBezTo>
                  <a:cubicBezTo>
                    <a:pt x="54" y="3"/>
                    <a:pt x="53" y="7"/>
                    <a:pt x="51" y="8"/>
                  </a:cubicBezTo>
                  <a:cubicBezTo>
                    <a:pt x="49" y="9"/>
                    <a:pt x="49" y="12"/>
                    <a:pt x="52" y="16"/>
                  </a:cubicBezTo>
                  <a:cubicBezTo>
                    <a:pt x="55" y="20"/>
                    <a:pt x="48" y="18"/>
                    <a:pt x="47" y="16"/>
                  </a:cubicBezTo>
                  <a:cubicBezTo>
                    <a:pt x="46" y="13"/>
                    <a:pt x="41" y="17"/>
                    <a:pt x="38" y="20"/>
                  </a:cubicBezTo>
                  <a:cubicBezTo>
                    <a:pt x="35" y="22"/>
                    <a:pt x="30" y="24"/>
                    <a:pt x="30" y="28"/>
                  </a:cubicBezTo>
                  <a:cubicBezTo>
                    <a:pt x="30" y="33"/>
                    <a:pt x="26" y="38"/>
                    <a:pt x="27" y="42"/>
                  </a:cubicBezTo>
                  <a:cubicBezTo>
                    <a:pt x="28" y="46"/>
                    <a:pt x="23" y="54"/>
                    <a:pt x="23" y="56"/>
                  </a:cubicBezTo>
                  <a:cubicBezTo>
                    <a:pt x="23" y="58"/>
                    <a:pt x="15" y="56"/>
                    <a:pt x="14" y="56"/>
                  </a:cubicBezTo>
                  <a:cubicBezTo>
                    <a:pt x="13" y="56"/>
                    <a:pt x="14" y="64"/>
                    <a:pt x="12" y="67"/>
                  </a:cubicBezTo>
                  <a:cubicBezTo>
                    <a:pt x="10" y="69"/>
                    <a:pt x="11" y="79"/>
                    <a:pt x="9" y="79"/>
                  </a:cubicBezTo>
                  <a:cubicBezTo>
                    <a:pt x="6" y="79"/>
                    <a:pt x="4" y="87"/>
                    <a:pt x="4" y="87"/>
                  </a:cubicBezTo>
                  <a:cubicBezTo>
                    <a:pt x="4" y="87"/>
                    <a:pt x="2" y="89"/>
                    <a:pt x="0" y="91"/>
                  </a:cubicBezTo>
                  <a:cubicBezTo>
                    <a:pt x="2" y="95"/>
                    <a:pt x="6" y="100"/>
                    <a:pt x="10" y="102"/>
                  </a:cubicBezTo>
                  <a:cubicBezTo>
                    <a:pt x="17" y="104"/>
                    <a:pt x="21" y="118"/>
                    <a:pt x="23" y="125"/>
                  </a:cubicBezTo>
                  <a:cubicBezTo>
                    <a:pt x="25" y="132"/>
                    <a:pt x="24" y="139"/>
                    <a:pt x="22" y="143"/>
                  </a:cubicBezTo>
                  <a:cubicBezTo>
                    <a:pt x="19" y="147"/>
                    <a:pt x="22" y="147"/>
                    <a:pt x="26" y="149"/>
                  </a:cubicBezTo>
                  <a:cubicBezTo>
                    <a:pt x="30" y="151"/>
                    <a:pt x="34" y="152"/>
                    <a:pt x="37" y="148"/>
                  </a:cubicBezTo>
                  <a:cubicBezTo>
                    <a:pt x="40" y="144"/>
                    <a:pt x="46" y="141"/>
                    <a:pt x="47" y="136"/>
                  </a:cubicBezTo>
                  <a:cubicBezTo>
                    <a:pt x="48" y="132"/>
                    <a:pt x="50" y="138"/>
                    <a:pt x="53" y="141"/>
                  </a:cubicBezTo>
                  <a:cubicBezTo>
                    <a:pt x="55" y="143"/>
                    <a:pt x="57" y="148"/>
                    <a:pt x="57" y="153"/>
                  </a:cubicBezTo>
                  <a:cubicBezTo>
                    <a:pt x="58" y="159"/>
                    <a:pt x="58" y="173"/>
                    <a:pt x="63" y="178"/>
                  </a:cubicBezTo>
                  <a:cubicBezTo>
                    <a:pt x="68" y="182"/>
                    <a:pt x="69" y="192"/>
                    <a:pt x="67" y="195"/>
                  </a:cubicBezTo>
                  <a:cubicBezTo>
                    <a:pt x="66" y="199"/>
                    <a:pt x="70" y="205"/>
                    <a:pt x="69" y="209"/>
                  </a:cubicBezTo>
                  <a:cubicBezTo>
                    <a:pt x="68" y="209"/>
                    <a:pt x="68" y="211"/>
                    <a:pt x="68" y="212"/>
                  </a:cubicBezTo>
                  <a:cubicBezTo>
                    <a:pt x="72" y="213"/>
                    <a:pt x="78" y="193"/>
                    <a:pt x="78" y="19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5" name="Freeform 61"/>
            <p:cNvSpPr>
              <a:spLocks noChangeArrowheads="1"/>
            </p:cNvSpPr>
            <p:nvPr/>
          </p:nvSpPr>
          <p:spPr bwMode="auto">
            <a:xfrm>
              <a:off x="5551507" y="1843089"/>
              <a:ext cx="65088" cy="39688"/>
            </a:xfrm>
            <a:custGeom>
              <a:avLst/>
              <a:gdLst>
                <a:gd name="T0" fmla="*/ 33 w 34"/>
                <a:gd name="T1" fmla="*/ 7 h 21"/>
                <a:gd name="T2" fmla="*/ 20 w 34"/>
                <a:gd name="T3" fmla="*/ 3 h 21"/>
                <a:gd name="T4" fmla="*/ 11 w 34"/>
                <a:gd name="T5" fmla="*/ 2 h 21"/>
                <a:gd name="T6" fmla="*/ 3 w 34"/>
                <a:gd name="T7" fmla="*/ 9 h 21"/>
                <a:gd name="T8" fmla="*/ 0 w 34"/>
                <a:gd name="T9" fmla="*/ 14 h 21"/>
                <a:gd name="T10" fmla="*/ 3 w 34"/>
                <a:gd name="T11" fmla="*/ 16 h 21"/>
                <a:gd name="T12" fmla="*/ 11 w 34"/>
                <a:gd name="T13" fmla="*/ 18 h 21"/>
                <a:gd name="T14" fmla="*/ 21 w 34"/>
                <a:gd name="T15" fmla="*/ 19 h 21"/>
                <a:gd name="T16" fmla="*/ 32 w 34"/>
                <a:gd name="T17" fmla="*/ 17 h 21"/>
                <a:gd name="T18" fmla="*/ 31 w 34"/>
                <a:gd name="T19" fmla="*/ 8 h 21"/>
                <a:gd name="T20" fmla="*/ 33 w 34"/>
                <a:gd name="T21" fmla="*/ 7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21"/>
                <a:gd name="T35" fmla="*/ 34 w 34"/>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21">
                  <a:moveTo>
                    <a:pt x="33" y="7"/>
                  </a:moveTo>
                  <a:cubicBezTo>
                    <a:pt x="26" y="1"/>
                    <a:pt x="24" y="6"/>
                    <a:pt x="20" y="3"/>
                  </a:cubicBezTo>
                  <a:cubicBezTo>
                    <a:pt x="15" y="1"/>
                    <a:pt x="13" y="0"/>
                    <a:pt x="11" y="2"/>
                  </a:cubicBezTo>
                  <a:cubicBezTo>
                    <a:pt x="8" y="4"/>
                    <a:pt x="5" y="3"/>
                    <a:pt x="3" y="9"/>
                  </a:cubicBezTo>
                  <a:cubicBezTo>
                    <a:pt x="2" y="11"/>
                    <a:pt x="1" y="12"/>
                    <a:pt x="0" y="14"/>
                  </a:cubicBezTo>
                  <a:cubicBezTo>
                    <a:pt x="1" y="15"/>
                    <a:pt x="2" y="16"/>
                    <a:pt x="3" y="16"/>
                  </a:cubicBezTo>
                  <a:cubicBezTo>
                    <a:pt x="5" y="16"/>
                    <a:pt x="7" y="19"/>
                    <a:pt x="11" y="18"/>
                  </a:cubicBezTo>
                  <a:cubicBezTo>
                    <a:pt x="14" y="17"/>
                    <a:pt x="16" y="20"/>
                    <a:pt x="21" y="19"/>
                  </a:cubicBezTo>
                  <a:cubicBezTo>
                    <a:pt x="26" y="17"/>
                    <a:pt x="31" y="21"/>
                    <a:pt x="32" y="17"/>
                  </a:cubicBezTo>
                  <a:cubicBezTo>
                    <a:pt x="34" y="14"/>
                    <a:pt x="31" y="8"/>
                    <a:pt x="31" y="8"/>
                  </a:cubicBezTo>
                  <a:cubicBezTo>
                    <a:pt x="31" y="8"/>
                    <a:pt x="32" y="7"/>
                    <a:pt x="33" y="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6" name="Freeform 62"/>
            <p:cNvSpPr>
              <a:spLocks noChangeArrowheads="1"/>
            </p:cNvSpPr>
            <p:nvPr/>
          </p:nvSpPr>
          <p:spPr bwMode="auto">
            <a:xfrm>
              <a:off x="5821383" y="1955802"/>
              <a:ext cx="160339" cy="331788"/>
            </a:xfrm>
            <a:custGeom>
              <a:avLst/>
              <a:gdLst>
                <a:gd name="T0" fmla="*/ 62 w 84"/>
                <a:gd name="T1" fmla="*/ 22 h 174"/>
                <a:gd name="T2" fmla="*/ 51 w 84"/>
                <a:gd name="T3" fmla="*/ 13 h 174"/>
                <a:gd name="T4" fmla="*/ 48 w 84"/>
                <a:gd name="T5" fmla="*/ 7 h 174"/>
                <a:gd name="T6" fmla="*/ 38 w 84"/>
                <a:gd name="T7" fmla="*/ 2 h 174"/>
                <a:gd name="T8" fmla="*/ 29 w 84"/>
                <a:gd name="T9" fmla="*/ 7 h 174"/>
                <a:gd name="T10" fmla="*/ 22 w 84"/>
                <a:gd name="T11" fmla="*/ 9 h 174"/>
                <a:gd name="T12" fmla="*/ 12 w 84"/>
                <a:gd name="T13" fmla="*/ 9 h 174"/>
                <a:gd name="T14" fmla="*/ 4 w 84"/>
                <a:gd name="T15" fmla="*/ 10 h 174"/>
                <a:gd name="T16" fmla="*/ 0 w 84"/>
                <a:gd name="T17" fmla="*/ 12 h 174"/>
                <a:gd name="T18" fmla="*/ 5 w 84"/>
                <a:gd name="T19" fmla="*/ 18 h 174"/>
                <a:gd name="T20" fmla="*/ 10 w 84"/>
                <a:gd name="T21" fmla="*/ 27 h 174"/>
                <a:gd name="T22" fmla="*/ 20 w 84"/>
                <a:gd name="T23" fmla="*/ 32 h 174"/>
                <a:gd name="T24" fmla="*/ 27 w 84"/>
                <a:gd name="T25" fmla="*/ 34 h 174"/>
                <a:gd name="T26" fmla="*/ 31 w 84"/>
                <a:gd name="T27" fmla="*/ 42 h 174"/>
                <a:gd name="T28" fmla="*/ 22 w 84"/>
                <a:gd name="T29" fmla="*/ 47 h 174"/>
                <a:gd name="T30" fmla="*/ 35 w 84"/>
                <a:gd name="T31" fmla="*/ 58 h 174"/>
                <a:gd name="T32" fmla="*/ 40 w 84"/>
                <a:gd name="T33" fmla="*/ 68 h 174"/>
                <a:gd name="T34" fmla="*/ 50 w 84"/>
                <a:gd name="T35" fmla="*/ 80 h 174"/>
                <a:gd name="T36" fmla="*/ 59 w 84"/>
                <a:gd name="T37" fmla="*/ 89 h 174"/>
                <a:gd name="T38" fmla="*/ 61 w 84"/>
                <a:gd name="T39" fmla="*/ 100 h 174"/>
                <a:gd name="T40" fmla="*/ 65 w 84"/>
                <a:gd name="T41" fmla="*/ 119 h 174"/>
                <a:gd name="T42" fmla="*/ 57 w 84"/>
                <a:gd name="T43" fmla="*/ 132 h 174"/>
                <a:gd name="T44" fmla="*/ 47 w 84"/>
                <a:gd name="T45" fmla="*/ 138 h 174"/>
                <a:gd name="T46" fmla="*/ 47 w 84"/>
                <a:gd name="T47" fmla="*/ 148 h 174"/>
                <a:gd name="T48" fmla="*/ 34 w 84"/>
                <a:gd name="T49" fmla="*/ 148 h 174"/>
                <a:gd name="T50" fmla="*/ 27 w 84"/>
                <a:gd name="T51" fmla="*/ 153 h 174"/>
                <a:gd name="T52" fmla="*/ 32 w 84"/>
                <a:gd name="T53" fmla="*/ 157 h 174"/>
                <a:gd name="T54" fmla="*/ 29 w 84"/>
                <a:gd name="T55" fmla="*/ 167 h 174"/>
                <a:gd name="T56" fmla="*/ 34 w 84"/>
                <a:gd name="T57" fmla="*/ 172 h 174"/>
                <a:gd name="T58" fmla="*/ 45 w 84"/>
                <a:gd name="T59" fmla="*/ 164 h 174"/>
                <a:gd name="T60" fmla="*/ 47 w 84"/>
                <a:gd name="T61" fmla="*/ 159 h 174"/>
                <a:gd name="T62" fmla="*/ 50 w 84"/>
                <a:gd name="T63" fmla="*/ 153 h 174"/>
                <a:gd name="T64" fmla="*/ 57 w 84"/>
                <a:gd name="T65" fmla="*/ 152 h 174"/>
                <a:gd name="T66" fmla="*/ 73 w 84"/>
                <a:gd name="T67" fmla="*/ 145 h 174"/>
                <a:gd name="T68" fmla="*/ 81 w 84"/>
                <a:gd name="T69" fmla="*/ 130 h 174"/>
                <a:gd name="T70" fmla="*/ 79 w 84"/>
                <a:gd name="T71" fmla="*/ 104 h 174"/>
                <a:gd name="T72" fmla="*/ 68 w 84"/>
                <a:gd name="T73" fmla="*/ 86 h 174"/>
                <a:gd name="T74" fmla="*/ 50 w 84"/>
                <a:gd name="T75" fmla="*/ 71 h 174"/>
                <a:gd name="T76" fmla="*/ 45 w 84"/>
                <a:gd name="T77" fmla="*/ 62 h 174"/>
                <a:gd name="T78" fmla="*/ 42 w 84"/>
                <a:gd name="T79" fmla="*/ 47 h 174"/>
                <a:gd name="T80" fmla="*/ 50 w 84"/>
                <a:gd name="T81" fmla="*/ 37 h 174"/>
                <a:gd name="T82" fmla="*/ 54 w 84"/>
                <a:gd name="T83" fmla="*/ 30 h 174"/>
                <a:gd name="T84" fmla="*/ 63 w 84"/>
                <a:gd name="T85" fmla="*/ 24 h 174"/>
                <a:gd name="T86" fmla="*/ 64 w 84"/>
                <a:gd name="T87" fmla="*/ 24 h 174"/>
                <a:gd name="T88" fmla="*/ 62 w 84"/>
                <a:gd name="T89" fmla="*/ 22 h 17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4"/>
                <a:gd name="T136" fmla="*/ 0 h 174"/>
                <a:gd name="T137" fmla="*/ 84 w 84"/>
                <a:gd name="T138" fmla="*/ 174 h 17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4" h="174">
                  <a:moveTo>
                    <a:pt x="62" y="22"/>
                  </a:moveTo>
                  <a:cubicBezTo>
                    <a:pt x="59" y="21"/>
                    <a:pt x="51" y="15"/>
                    <a:pt x="51" y="13"/>
                  </a:cubicBezTo>
                  <a:cubicBezTo>
                    <a:pt x="51" y="11"/>
                    <a:pt x="55" y="7"/>
                    <a:pt x="48" y="7"/>
                  </a:cubicBezTo>
                  <a:cubicBezTo>
                    <a:pt x="40" y="6"/>
                    <a:pt x="40" y="3"/>
                    <a:pt x="38" y="2"/>
                  </a:cubicBezTo>
                  <a:cubicBezTo>
                    <a:pt x="37" y="0"/>
                    <a:pt x="31" y="4"/>
                    <a:pt x="29" y="7"/>
                  </a:cubicBezTo>
                  <a:cubicBezTo>
                    <a:pt x="28" y="11"/>
                    <a:pt x="26" y="7"/>
                    <a:pt x="22" y="9"/>
                  </a:cubicBezTo>
                  <a:cubicBezTo>
                    <a:pt x="18" y="11"/>
                    <a:pt x="14" y="6"/>
                    <a:pt x="12" y="9"/>
                  </a:cubicBezTo>
                  <a:cubicBezTo>
                    <a:pt x="10" y="12"/>
                    <a:pt x="6" y="7"/>
                    <a:pt x="4" y="10"/>
                  </a:cubicBezTo>
                  <a:cubicBezTo>
                    <a:pt x="3" y="11"/>
                    <a:pt x="2" y="11"/>
                    <a:pt x="0" y="12"/>
                  </a:cubicBezTo>
                  <a:cubicBezTo>
                    <a:pt x="2" y="14"/>
                    <a:pt x="5" y="16"/>
                    <a:pt x="5" y="18"/>
                  </a:cubicBezTo>
                  <a:cubicBezTo>
                    <a:pt x="5" y="21"/>
                    <a:pt x="10" y="23"/>
                    <a:pt x="10" y="27"/>
                  </a:cubicBezTo>
                  <a:cubicBezTo>
                    <a:pt x="10" y="30"/>
                    <a:pt x="17" y="33"/>
                    <a:pt x="20" y="32"/>
                  </a:cubicBezTo>
                  <a:cubicBezTo>
                    <a:pt x="22" y="30"/>
                    <a:pt x="27" y="29"/>
                    <a:pt x="27" y="34"/>
                  </a:cubicBezTo>
                  <a:cubicBezTo>
                    <a:pt x="28" y="39"/>
                    <a:pt x="31" y="39"/>
                    <a:pt x="31" y="42"/>
                  </a:cubicBezTo>
                  <a:cubicBezTo>
                    <a:pt x="31" y="46"/>
                    <a:pt x="24" y="44"/>
                    <a:pt x="22" y="47"/>
                  </a:cubicBezTo>
                  <a:cubicBezTo>
                    <a:pt x="21" y="51"/>
                    <a:pt x="35" y="55"/>
                    <a:pt x="35" y="58"/>
                  </a:cubicBezTo>
                  <a:cubicBezTo>
                    <a:pt x="35" y="61"/>
                    <a:pt x="39" y="64"/>
                    <a:pt x="40" y="68"/>
                  </a:cubicBezTo>
                  <a:cubicBezTo>
                    <a:pt x="42" y="72"/>
                    <a:pt x="48" y="76"/>
                    <a:pt x="50" y="80"/>
                  </a:cubicBezTo>
                  <a:cubicBezTo>
                    <a:pt x="51" y="84"/>
                    <a:pt x="57" y="87"/>
                    <a:pt x="59" y="89"/>
                  </a:cubicBezTo>
                  <a:cubicBezTo>
                    <a:pt x="61" y="91"/>
                    <a:pt x="62" y="96"/>
                    <a:pt x="61" y="100"/>
                  </a:cubicBezTo>
                  <a:cubicBezTo>
                    <a:pt x="60" y="104"/>
                    <a:pt x="60" y="112"/>
                    <a:pt x="65" y="119"/>
                  </a:cubicBezTo>
                  <a:cubicBezTo>
                    <a:pt x="69" y="125"/>
                    <a:pt x="60" y="128"/>
                    <a:pt x="57" y="132"/>
                  </a:cubicBezTo>
                  <a:cubicBezTo>
                    <a:pt x="54" y="135"/>
                    <a:pt x="55" y="140"/>
                    <a:pt x="47" y="138"/>
                  </a:cubicBezTo>
                  <a:cubicBezTo>
                    <a:pt x="38" y="136"/>
                    <a:pt x="48" y="145"/>
                    <a:pt x="47" y="148"/>
                  </a:cubicBezTo>
                  <a:cubicBezTo>
                    <a:pt x="45" y="151"/>
                    <a:pt x="34" y="145"/>
                    <a:pt x="34" y="148"/>
                  </a:cubicBezTo>
                  <a:cubicBezTo>
                    <a:pt x="34" y="150"/>
                    <a:pt x="30" y="152"/>
                    <a:pt x="27" y="153"/>
                  </a:cubicBezTo>
                  <a:cubicBezTo>
                    <a:pt x="28" y="155"/>
                    <a:pt x="30" y="156"/>
                    <a:pt x="32" y="157"/>
                  </a:cubicBezTo>
                  <a:cubicBezTo>
                    <a:pt x="35" y="159"/>
                    <a:pt x="29" y="162"/>
                    <a:pt x="29" y="167"/>
                  </a:cubicBezTo>
                  <a:cubicBezTo>
                    <a:pt x="29" y="172"/>
                    <a:pt x="33" y="174"/>
                    <a:pt x="34" y="172"/>
                  </a:cubicBezTo>
                  <a:cubicBezTo>
                    <a:pt x="36" y="169"/>
                    <a:pt x="42" y="165"/>
                    <a:pt x="45" y="164"/>
                  </a:cubicBezTo>
                  <a:cubicBezTo>
                    <a:pt x="47" y="163"/>
                    <a:pt x="45" y="159"/>
                    <a:pt x="47" y="159"/>
                  </a:cubicBezTo>
                  <a:cubicBezTo>
                    <a:pt x="50" y="160"/>
                    <a:pt x="49" y="156"/>
                    <a:pt x="50" y="153"/>
                  </a:cubicBezTo>
                  <a:cubicBezTo>
                    <a:pt x="51" y="151"/>
                    <a:pt x="53" y="152"/>
                    <a:pt x="57" y="152"/>
                  </a:cubicBezTo>
                  <a:cubicBezTo>
                    <a:pt x="61" y="152"/>
                    <a:pt x="67" y="149"/>
                    <a:pt x="73" y="145"/>
                  </a:cubicBezTo>
                  <a:cubicBezTo>
                    <a:pt x="78" y="141"/>
                    <a:pt x="79" y="140"/>
                    <a:pt x="81" y="130"/>
                  </a:cubicBezTo>
                  <a:cubicBezTo>
                    <a:pt x="84" y="119"/>
                    <a:pt x="79" y="107"/>
                    <a:pt x="79" y="104"/>
                  </a:cubicBezTo>
                  <a:cubicBezTo>
                    <a:pt x="79" y="101"/>
                    <a:pt x="71" y="86"/>
                    <a:pt x="68" y="86"/>
                  </a:cubicBezTo>
                  <a:cubicBezTo>
                    <a:pt x="65" y="86"/>
                    <a:pt x="52" y="73"/>
                    <a:pt x="50" y="71"/>
                  </a:cubicBezTo>
                  <a:cubicBezTo>
                    <a:pt x="48" y="69"/>
                    <a:pt x="48" y="65"/>
                    <a:pt x="45" y="62"/>
                  </a:cubicBezTo>
                  <a:cubicBezTo>
                    <a:pt x="42" y="59"/>
                    <a:pt x="41" y="52"/>
                    <a:pt x="42" y="47"/>
                  </a:cubicBezTo>
                  <a:cubicBezTo>
                    <a:pt x="43" y="42"/>
                    <a:pt x="50" y="40"/>
                    <a:pt x="50" y="37"/>
                  </a:cubicBezTo>
                  <a:cubicBezTo>
                    <a:pt x="50" y="33"/>
                    <a:pt x="51" y="30"/>
                    <a:pt x="54" y="30"/>
                  </a:cubicBezTo>
                  <a:cubicBezTo>
                    <a:pt x="58" y="30"/>
                    <a:pt x="62" y="27"/>
                    <a:pt x="63" y="24"/>
                  </a:cubicBezTo>
                  <a:cubicBezTo>
                    <a:pt x="63" y="24"/>
                    <a:pt x="64" y="24"/>
                    <a:pt x="64" y="24"/>
                  </a:cubicBezTo>
                  <a:cubicBezTo>
                    <a:pt x="63" y="22"/>
                    <a:pt x="62" y="22"/>
                    <a:pt x="62" y="2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7" name="Freeform 63"/>
            <p:cNvSpPr>
              <a:spLocks noChangeArrowheads="1"/>
            </p:cNvSpPr>
            <p:nvPr/>
          </p:nvSpPr>
          <p:spPr bwMode="auto">
            <a:xfrm>
              <a:off x="5821383" y="2154240"/>
              <a:ext cx="131763" cy="93663"/>
            </a:xfrm>
            <a:custGeom>
              <a:avLst/>
              <a:gdLst>
                <a:gd name="T0" fmla="*/ 34 w 69"/>
                <a:gd name="T1" fmla="*/ 44 h 49"/>
                <a:gd name="T2" fmla="*/ 47 w 69"/>
                <a:gd name="T3" fmla="*/ 44 h 49"/>
                <a:gd name="T4" fmla="*/ 47 w 69"/>
                <a:gd name="T5" fmla="*/ 34 h 49"/>
                <a:gd name="T6" fmla="*/ 57 w 69"/>
                <a:gd name="T7" fmla="*/ 28 h 49"/>
                <a:gd name="T8" fmla="*/ 65 w 69"/>
                <a:gd name="T9" fmla="*/ 15 h 49"/>
                <a:gd name="T10" fmla="*/ 61 w 69"/>
                <a:gd name="T11" fmla="*/ 1 h 49"/>
                <a:gd name="T12" fmla="*/ 53 w 69"/>
                <a:gd name="T13" fmla="*/ 2 h 49"/>
                <a:gd name="T14" fmla="*/ 45 w 69"/>
                <a:gd name="T15" fmla="*/ 5 h 49"/>
                <a:gd name="T16" fmla="*/ 42 w 69"/>
                <a:gd name="T17" fmla="*/ 8 h 49"/>
                <a:gd name="T18" fmla="*/ 35 w 69"/>
                <a:gd name="T19" fmla="*/ 3 h 49"/>
                <a:gd name="T20" fmla="*/ 20 w 69"/>
                <a:gd name="T21" fmla="*/ 3 h 49"/>
                <a:gd name="T22" fmla="*/ 4 w 69"/>
                <a:gd name="T23" fmla="*/ 10 h 49"/>
                <a:gd name="T24" fmla="*/ 5 w 69"/>
                <a:gd name="T25" fmla="*/ 21 h 49"/>
                <a:gd name="T26" fmla="*/ 6 w 69"/>
                <a:gd name="T27" fmla="*/ 29 h 49"/>
                <a:gd name="T28" fmla="*/ 6 w 69"/>
                <a:gd name="T29" fmla="*/ 30 h 49"/>
                <a:gd name="T30" fmla="*/ 9 w 69"/>
                <a:gd name="T31" fmla="*/ 40 h 49"/>
                <a:gd name="T32" fmla="*/ 16 w 69"/>
                <a:gd name="T33" fmla="*/ 41 h 49"/>
                <a:gd name="T34" fmla="*/ 17 w 69"/>
                <a:gd name="T35" fmla="*/ 47 h 49"/>
                <a:gd name="T36" fmla="*/ 26 w 69"/>
                <a:gd name="T37" fmla="*/ 48 h 49"/>
                <a:gd name="T38" fmla="*/ 27 w 69"/>
                <a:gd name="T39" fmla="*/ 49 h 49"/>
                <a:gd name="T40" fmla="*/ 34 w 69"/>
                <a:gd name="T41" fmla="*/ 44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9"/>
                <a:gd name="T65" fmla="*/ 69 w 69"/>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9">
                  <a:moveTo>
                    <a:pt x="34" y="44"/>
                  </a:moveTo>
                  <a:cubicBezTo>
                    <a:pt x="34" y="41"/>
                    <a:pt x="45" y="47"/>
                    <a:pt x="47" y="44"/>
                  </a:cubicBezTo>
                  <a:cubicBezTo>
                    <a:pt x="48" y="41"/>
                    <a:pt x="38" y="32"/>
                    <a:pt x="47" y="34"/>
                  </a:cubicBezTo>
                  <a:cubicBezTo>
                    <a:pt x="55" y="36"/>
                    <a:pt x="54" y="31"/>
                    <a:pt x="57" y="28"/>
                  </a:cubicBezTo>
                  <a:cubicBezTo>
                    <a:pt x="60" y="24"/>
                    <a:pt x="69" y="21"/>
                    <a:pt x="65" y="15"/>
                  </a:cubicBezTo>
                  <a:cubicBezTo>
                    <a:pt x="61" y="10"/>
                    <a:pt x="61" y="5"/>
                    <a:pt x="61" y="1"/>
                  </a:cubicBezTo>
                  <a:cubicBezTo>
                    <a:pt x="58" y="3"/>
                    <a:pt x="54" y="3"/>
                    <a:pt x="53" y="2"/>
                  </a:cubicBezTo>
                  <a:cubicBezTo>
                    <a:pt x="50" y="1"/>
                    <a:pt x="45" y="1"/>
                    <a:pt x="45" y="5"/>
                  </a:cubicBezTo>
                  <a:cubicBezTo>
                    <a:pt x="45" y="9"/>
                    <a:pt x="41" y="9"/>
                    <a:pt x="42" y="8"/>
                  </a:cubicBezTo>
                  <a:cubicBezTo>
                    <a:pt x="42" y="6"/>
                    <a:pt x="38" y="6"/>
                    <a:pt x="35" y="3"/>
                  </a:cubicBezTo>
                  <a:cubicBezTo>
                    <a:pt x="33" y="0"/>
                    <a:pt x="24" y="4"/>
                    <a:pt x="20" y="3"/>
                  </a:cubicBezTo>
                  <a:cubicBezTo>
                    <a:pt x="16" y="1"/>
                    <a:pt x="9" y="5"/>
                    <a:pt x="4" y="10"/>
                  </a:cubicBezTo>
                  <a:cubicBezTo>
                    <a:pt x="0" y="16"/>
                    <a:pt x="5" y="16"/>
                    <a:pt x="5" y="21"/>
                  </a:cubicBezTo>
                  <a:cubicBezTo>
                    <a:pt x="5" y="25"/>
                    <a:pt x="8" y="25"/>
                    <a:pt x="6" y="29"/>
                  </a:cubicBezTo>
                  <a:cubicBezTo>
                    <a:pt x="6" y="29"/>
                    <a:pt x="6" y="29"/>
                    <a:pt x="6" y="30"/>
                  </a:cubicBezTo>
                  <a:cubicBezTo>
                    <a:pt x="11" y="31"/>
                    <a:pt x="9" y="37"/>
                    <a:pt x="9" y="40"/>
                  </a:cubicBezTo>
                  <a:cubicBezTo>
                    <a:pt x="10" y="43"/>
                    <a:pt x="14" y="41"/>
                    <a:pt x="16" y="41"/>
                  </a:cubicBezTo>
                  <a:cubicBezTo>
                    <a:pt x="19" y="41"/>
                    <a:pt x="15" y="45"/>
                    <a:pt x="17" y="47"/>
                  </a:cubicBezTo>
                  <a:cubicBezTo>
                    <a:pt x="19" y="49"/>
                    <a:pt x="25" y="45"/>
                    <a:pt x="26" y="48"/>
                  </a:cubicBezTo>
                  <a:cubicBezTo>
                    <a:pt x="26" y="48"/>
                    <a:pt x="26" y="49"/>
                    <a:pt x="27" y="49"/>
                  </a:cubicBezTo>
                  <a:cubicBezTo>
                    <a:pt x="30" y="48"/>
                    <a:pt x="34" y="46"/>
                    <a:pt x="34" y="4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8" name="Freeform 64"/>
            <p:cNvSpPr>
              <a:spLocks noChangeArrowheads="1"/>
            </p:cNvSpPr>
            <p:nvPr/>
          </p:nvSpPr>
          <p:spPr bwMode="auto">
            <a:xfrm>
              <a:off x="5778520" y="1976439"/>
              <a:ext cx="160339" cy="195263"/>
            </a:xfrm>
            <a:custGeom>
              <a:avLst/>
              <a:gdLst>
                <a:gd name="T0" fmla="*/ 57 w 84"/>
                <a:gd name="T1" fmla="*/ 47 h 102"/>
                <a:gd name="T2" fmla="*/ 44 w 84"/>
                <a:gd name="T3" fmla="*/ 36 h 102"/>
                <a:gd name="T4" fmla="*/ 53 w 84"/>
                <a:gd name="T5" fmla="*/ 31 h 102"/>
                <a:gd name="T6" fmla="*/ 49 w 84"/>
                <a:gd name="T7" fmla="*/ 23 h 102"/>
                <a:gd name="T8" fmla="*/ 42 w 84"/>
                <a:gd name="T9" fmla="*/ 21 h 102"/>
                <a:gd name="T10" fmla="*/ 32 w 84"/>
                <a:gd name="T11" fmla="*/ 16 h 102"/>
                <a:gd name="T12" fmla="*/ 27 w 84"/>
                <a:gd name="T13" fmla="*/ 7 h 102"/>
                <a:gd name="T14" fmla="*/ 22 w 84"/>
                <a:gd name="T15" fmla="*/ 1 h 102"/>
                <a:gd name="T16" fmla="*/ 18 w 84"/>
                <a:gd name="T17" fmla="*/ 1 h 102"/>
                <a:gd name="T18" fmla="*/ 16 w 84"/>
                <a:gd name="T19" fmla="*/ 7 h 102"/>
                <a:gd name="T20" fmla="*/ 16 w 84"/>
                <a:gd name="T21" fmla="*/ 16 h 102"/>
                <a:gd name="T22" fmla="*/ 10 w 84"/>
                <a:gd name="T23" fmla="*/ 11 h 102"/>
                <a:gd name="T24" fmla="*/ 4 w 84"/>
                <a:gd name="T25" fmla="*/ 20 h 102"/>
                <a:gd name="T26" fmla="*/ 0 w 84"/>
                <a:gd name="T27" fmla="*/ 23 h 102"/>
                <a:gd name="T28" fmla="*/ 2 w 84"/>
                <a:gd name="T29" fmla="*/ 25 h 102"/>
                <a:gd name="T30" fmla="*/ 3 w 84"/>
                <a:gd name="T31" fmla="*/ 34 h 102"/>
                <a:gd name="T32" fmla="*/ 11 w 84"/>
                <a:gd name="T33" fmla="*/ 37 h 102"/>
                <a:gd name="T34" fmla="*/ 10 w 84"/>
                <a:gd name="T35" fmla="*/ 49 h 102"/>
                <a:gd name="T36" fmla="*/ 7 w 84"/>
                <a:gd name="T37" fmla="*/ 58 h 102"/>
                <a:gd name="T38" fmla="*/ 17 w 84"/>
                <a:gd name="T39" fmla="*/ 54 h 102"/>
                <a:gd name="T40" fmla="*/ 26 w 84"/>
                <a:gd name="T41" fmla="*/ 53 h 102"/>
                <a:gd name="T42" fmla="*/ 33 w 84"/>
                <a:gd name="T43" fmla="*/ 51 h 102"/>
                <a:gd name="T44" fmla="*/ 43 w 84"/>
                <a:gd name="T45" fmla="*/ 51 h 102"/>
                <a:gd name="T46" fmla="*/ 52 w 84"/>
                <a:gd name="T47" fmla="*/ 59 h 102"/>
                <a:gd name="T48" fmla="*/ 52 w 84"/>
                <a:gd name="T49" fmla="*/ 73 h 102"/>
                <a:gd name="T50" fmla="*/ 60 w 84"/>
                <a:gd name="T51" fmla="*/ 85 h 102"/>
                <a:gd name="T52" fmla="*/ 59 w 84"/>
                <a:gd name="T53" fmla="*/ 97 h 102"/>
                <a:gd name="T54" fmla="*/ 64 w 84"/>
                <a:gd name="T55" fmla="*/ 101 h 102"/>
                <a:gd name="T56" fmla="*/ 67 w 84"/>
                <a:gd name="T57" fmla="*/ 98 h 102"/>
                <a:gd name="T58" fmla="*/ 75 w 84"/>
                <a:gd name="T59" fmla="*/ 95 h 102"/>
                <a:gd name="T60" fmla="*/ 83 w 84"/>
                <a:gd name="T61" fmla="*/ 94 h 102"/>
                <a:gd name="T62" fmla="*/ 83 w 84"/>
                <a:gd name="T63" fmla="*/ 89 h 102"/>
                <a:gd name="T64" fmla="*/ 81 w 84"/>
                <a:gd name="T65" fmla="*/ 78 h 102"/>
                <a:gd name="T66" fmla="*/ 72 w 84"/>
                <a:gd name="T67" fmla="*/ 69 h 102"/>
                <a:gd name="T68" fmla="*/ 62 w 84"/>
                <a:gd name="T69" fmla="*/ 57 h 102"/>
                <a:gd name="T70" fmla="*/ 57 w 84"/>
                <a:gd name="T71" fmla="*/ 47 h 1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4"/>
                <a:gd name="T109" fmla="*/ 0 h 102"/>
                <a:gd name="T110" fmla="*/ 84 w 84"/>
                <a:gd name="T111" fmla="*/ 102 h 10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4" h="102">
                  <a:moveTo>
                    <a:pt x="57" y="47"/>
                  </a:moveTo>
                  <a:cubicBezTo>
                    <a:pt x="57" y="44"/>
                    <a:pt x="43" y="40"/>
                    <a:pt x="44" y="36"/>
                  </a:cubicBezTo>
                  <a:cubicBezTo>
                    <a:pt x="46" y="33"/>
                    <a:pt x="53" y="35"/>
                    <a:pt x="53" y="31"/>
                  </a:cubicBezTo>
                  <a:cubicBezTo>
                    <a:pt x="53" y="28"/>
                    <a:pt x="50" y="28"/>
                    <a:pt x="49" y="23"/>
                  </a:cubicBezTo>
                  <a:cubicBezTo>
                    <a:pt x="49" y="18"/>
                    <a:pt x="44" y="19"/>
                    <a:pt x="42" y="21"/>
                  </a:cubicBezTo>
                  <a:cubicBezTo>
                    <a:pt x="39" y="22"/>
                    <a:pt x="32" y="19"/>
                    <a:pt x="32" y="16"/>
                  </a:cubicBezTo>
                  <a:cubicBezTo>
                    <a:pt x="32" y="12"/>
                    <a:pt x="27" y="10"/>
                    <a:pt x="27" y="7"/>
                  </a:cubicBezTo>
                  <a:cubicBezTo>
                    <a:pt x="27" y="5"/>
                    <a:pt x="24" y="3"/>
                    <a:pt x="22" y="1"/>
                  </a:cubicBezTo>
                  <a:cubicBezTo>
                    <a:pt x="21" y="2"/>
                    <a:pt x="19" y="2"/>
                    <a:pt x="18" y="1"/>
                  </a:cubicBezTo>
                  <a:cubicBezTo>
                    <a:pt x="17" y="0"/>
                    <a:pt x="15" y="6"/>
                    <a:pt x="16" y="7"/>
                  </a:cubicBezTo>
                  <a:cubicBezTo>
                    <a:pt x="18" y="8"/>
                    <a:pt x="19" y="17"/>
                    <a:pt x="16" y="16"/>
                  </a:cubicBezTo>
                  <a:cubicBezTo>
                    <a:pt x="12" y="15"/>
                    <a:pt x="12" y="10"/>
                    <a:pt x="10" y="11"/>
                  </a:cubicBezTo>
                  <a:cubicBezTo>
                    <a:pt x="10" y="11"/>
                    <a:pt x="4" y="17"/>
                    <a:pt x="4" y="20"/>
                  </a:cubicBezTo>
                  <a:cubicBezTo>
                    <a:pt x="4" y="22"/>
                    <a:pt x="2" y="22"/>
                    <a:pt x="0" y="23"/>
                  </a:cubicBezTo>
                  <a:cubicBezTo>
                    <a:pt x="1" y="24"/>
                    <a:pt x="2" y="25"/>
                    <a:pt x="2" y="25"/>
                  </a:cubicBezTo>
                  <a:cubicBezTo>
                    <a:pt x="3" y="27"/>
                    <a:pt x="2" y="31"/>
                    <a:pt x="3" y="34"/>
                  </a:cubicBezTo>
                  <a:cubicBezTo>
                    <a:pt x="5" y="38"/>
                    <a:pt x="10" y="32"/>
                    <a:pt x="11" y="37"/>
                  </a:cubicBezTo>
                  <a:cubicBezTo>
                    <a:pt x="13" y="42"/>
                    <a:pt x="10" y="44"/>
                    <a:pt x="10" y="49"/>
                  </a:cubicBezTo>
                  <a:cubicBezTo>
                    <a:pt x="10" y="54"/>
                    <a:pt x="6" y="53"/>
                    <a:pt x="7" y="58"/>
                  </a:cubicBezTo>
                  <a:cubicBezTo>
                    <a:pt x="8" y="62"/>
                    <a:pt x="14" y="57"/>
                    <a:pt x="17" y="54"/>
                  </a:cubicBezTo>
                  <a:cubicBezTo>
                    <a:pt x="21" y="51"/>
                    <a:pt x="24" y="51"/>
                    <a:pt x="26" y="53"/>
                  </a:cubicBezTo>
                  <a:cubicBezTo>
                    <a:pt x="27" y="55"/>
                    <a:pt x="32" y="54"/>
                    <a:pt x="33" y="51"/>
                  </a:cubicBezTo>
                  <a:cubicBezTo>
                    <a:pt x="34" y="49"/>
                    <a:pt x="41" y="48"/>
                    <a:pt x="43" y="51"/>
                  </a:cubicBezTo>
                  <a:cubicBezTo>
                    <a:pt x="46" y="54"/>
                    <a:pt x="48" y="57"/>
                    <a:pt x="52" y="59"/>
                  </a:cubicBezTo>
                  <a:cubicBezTo>
                    <a:pt x="55" y="61"/>
                    <a:pt x="49" y="72"/>
                    <a:pt x="52" y="73"/>
                  </a:cubicBezTo>
                  <a:cubicBezTo>
                    <a:pt x="56" y="74"/>
                    <a:pt x="61" y="79"/>
                    <a:pt x="60" y="85"/>
                  </a:cubicBezTo>
                  <a:cubicBezTo>
                    <a:pt x="60" y="90"/>
                    <a:pt x="63" y="93"/>
                    <a:pt x="59" y="97"/>
                  </a:cubicBezTo>
                  <a:cubicBezTo>
                    <a:pt x="61" y="99"/>
                    <a:pt x="64" y="99"/>
                    <a:pt x="64" y="101"/>
                  </a:cubicBezTo>
                  <a:cubicBezTo>
                    <a:pt x="63" y="102"/>
                    <a:pt x="67" y="102"/>
                    <a:pt x="67" y="98"/>
                  </a:cubicBezTo>
                  <a:cubicBezTo>
                    <a:pt x="67" y="94"/>
                    <a:pt x="72" y="94"/>
                    <a:pt x="75" y="95"/>
                  </a:cubicBezTo>
                  <a:cubicBezTo>
                    <a:pt x="76" y="96"/>
                    <a:pt x="80" y="96"/>
                    <a:pt x="83" y="94"/>
                  </a:cubicBezTo>
                  <a:cubicBezTo>
                    <a:pt x="83" y="92"/>
                    <a:pt x="83" y="90"/>
                    <a:pt x="83" y="89"/>
                  </a:cubicBezTo>
                  <a:cubicBezTo>
                    <a:pt x="84" y="85"/>
                    <a:pt x="83" y="80"/>
                    <a:pt x="81" y="78"/>
                  </a:cubicBezTo>
                  <a:cubicBezTo>
                    <a:pt x="79" y="76"/>
                    <a:pt x="73" y="73"/>
                    <a:pt x="72" y="69"/>
                  </a:cubicBezTo>
                  <a:cubicBezTo>
                    <a:pt x="70" y="65"/>
                    <a:pt x="64" y="61"/>
                    <a:pt x="62" y="57"/>
                  </a:cubicBezTo>
                  <a:cubicBezTo>
                    <a:pt x="61" y="53"/>
                    <a:pt x="57" y="50"/>
                    <a:pt x="57" y="4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9" name="Freeform 65"/>
            <p:cNvSpPr>
              <a:spLocks noChangeArrowheads="1"/>
            </p:cNvSpPr>
            <p:nvPr/>
          </p:nvSpPr>
          <p:spPr bwMode="auto">
            <a:xfrm>
              <a:off x="5722957" y="2020889"/>
              <a:ext cx="176213" cy="328613"/>
            </a:xfrm>
            <a:custGeom>
              <a:avLst/>
              <a:gdLst>
                <a:gd name="T0" fmla="*/ 56 w 92"/>
                <a:gd name="T1" fmla="*/ 91 h 172"/>
                <a:gd name="T2" fmla="*/ 55 w 92"/>
                <a:gd name="T3" fmla="*/ 80 h 172"/>
                <a:gd name="T4" fmla="*/ 71 w 92"/>
                <a:gd name="T5" fmla="*/ 73 h 172"/>
                <a:gd name="T6" fmla="*/ 86 w 92"/>
                <a:gd name="T7" fmla="*/ 73 h 172"/>
                <a:gd name="T8" fmla="*/ 88 w 92"/>
                <a:gd name="T9" fmla="*/ 74 h 172"/>
                <a:gd name="T10" fmla="*/ 89 w 92"/>
                <a:gd name="T11" fmla="*/ 62 h 172"/>
                <a:gd name="T12" fmla="*/ 81 w 92"/>
                <a:gd name="T13" fmla="*/ 50 h 172"/>
                <a:gd name="T14" fmla="*/ 81 w 92"/>
                <a:gd name="T15" fmla="*/ 36 h 172"/>
                <a:gd name="T16" fmla="*/ 72 w 92"/>
                <a:gd name="T17" fmla="*/ 28 h 172"/>
                <a:gd name="T18" fmla="*/ 62 w 92"/>
                <a:gd name="T19" fmla="*/ 28 h 172"/>
                <a:gd name="T20" fmla="*/ 55 w 92"/>
                <a:gd name="T21" fmla="*/ 30 h 172"/>
                <a:gd name="T22" fmla="*/ 46 w 92"/>
                <a:gd name="T23" fmla="*/ 31 h 172"/>
                <a:gd name="T24" fmla="*/ 36 w 92"/>
                <a:gd name="T25" fmla="*/ 35 h 172"/>
                <a:gd name="T26" fmla="*/ 39 w 92"/>
                <a:gd name="T27" fmla="*/ 26 h 172"/>
                <a:gd name="T28" fmla="*/ 40 w 92"/>
                <a:gd name="T29" fmla="*/ 14 h 172"/>
                <a:gd name="T30" fmla="*/ 32 w 92"/>
                <a:gd name="T31" fmla="*/ 11 h 172"/>
                <a:gd name="T32" fmla="*/ 31 w 92"/>
                <a:gd name="T33" fmla="*/ 2 h 172"/>
                <a:gd name="T34" fmla="*/ 29 w 92"/>
                <a:gd name="T35" fmla="*/ 0 h 172"/>
                <a:gd name="T36" fmla="*/ 27 w 92"/>
                <a:gd name="T37" fmla="*/ 2 h 172"/>
                <a:gd name="T38" fmla="*/ 17 w 92"/>
                <a:gd name="T39" fmla="*/ 8 h 172"/>
                <a:gd name="T40" fmla="*/ 9 w 92"/>
                <a:gd name="T41" fmla="*/ 10 h 172"/>
                <a:gd name="T42" fmla="*/ 2 w 92"/>
                <a:gd name="T43" fmla="*/ 14 h 172"/>
                <a:gd name="T44" fmla="*/ 0 w 92"/>
                <a:gd name="T45" fmla="*/ 32 h 172"/>
                <a:gd name="T46" fmla="*/ 9 w 92"/>
                <a:gd name="T47" fmla="*/ 42 h 172"/>
                <a:gd name="T48" fmla="*/ 11 w 92"/>
                <a:gd name="T49" fmla="*/ 50 h 172"/>
                <a:gd name="T50" fmla="*/ 10 w 92"/>
                <a:gd name="T51" fmla="*/ 55 h 172"/>
                <a:gd name="T52" fmla="*/ 9 w 92"/>
                <a:gd name="T53" fmla="*/ 63 h 172"/>
                <a:gd name="T54" fmla="*/ 13 w 92"/>
                <a:gd name="T55" fmla="*/ 75 h 172"/>
                <a:gd name="T56" fmla="*/ 17 w 92"/>
                <a:gd name="T57" fmla="*/ 89 h 172"/>
                <a:gd name="T58" fmla="*/ 21 w 92"/>
                <a:gd name="T59" fmla="*/ 97 h 172"/>
                <a:gd name="T60" fmla="*/ 11 w 92"/>
                <a:gd name="T61" fmla="*/ 116 h 172"/>
                <a:gd name="T62" fmla="*/ 8 w 92"/>
                <a:gd name="T63" fmla="*/ 132 h 172"/>
                <a:gd name="T64" fmla="*/ 9 w 92"/>
                <a:gd name="T65" fmla="*/ 142 h 172"/>
                <a:gd name="T66" fmla="*/ 23 w 92"/>
                <a:gd name="T67" fmla="*/ 157 h 172"/>
                <a:gd name="T68" fmla="*/ 27 w 92"/>
                <a:gd name="T69" fmla="*/ 162 h 172"/>
                <a:gd name="T70" fmla="*/ 33 w 92"/>
                <a:gd name="T71" fmla="*/ 163 h 172"/>
                <a:gd name="T72" fmla="*/ 39 w 92"/>
                <a:gd name="T73" fmla="*/ 170 h 172"/>
                <a:gd name="T74" fmla="*/ 48 w 92"/>
                <a:gd name="T75" fmla="*/ 171 h 172"/>
                <a:gd name="T76" fmla="*/ 51 w 92"/>
                <a:gd name="T77" fmla="*/ 166 h 172"/>
                <a:gd name="T78" fmla="*/ 38 w 92"/>
                <a:gd name="T79" fmla="*/ 159 h 172"/>
                <a:gd name="T80" fmla="*/ 30 w 92"/>
                <a:gd name="T81" fmla="*/ 146 h 172"/>
                <a:gd name="T82" fmla="*/ 26 w 92"/>
                <a:gd name="T83" fmla="*/ 135 h 172"/>
                <a:gd name="T84" fmla="*/ 19 w 92"/>
                <a:gd name="T85" fmla="*/ 130 h 172"/>
                <a:gd name="T86" fmla="*/ 20 w 92"/>
                <a:gd name="T87" fmla="*/ 112 h 172"/>
                <a:gd name="T88" fmla="*/ 27 w 92"/>
                <a:gd name="T89" fmla="*/ 89 h 172"/>
                <a:gd name="T90" fmla="*/ 36 w 92"/>
                <a:gd name="T91" fmla="*/ 86 h 172"/>
                <a:gd name="T92" fmla="*/ 45 w 92"/>
                <a:gd name="T93" fmla="*/ 93 h 172"/>
                <a:gd name="T94" fmla="*/ 57 w 92"/>
                <a:gd name="T95" fmla="*/ 99 h 172"/>
                <a:gd name="T96" fmla="*/ 57 w 92"/>
                <a:gd name="T97" fmla="*/ 100 h 172"/>
                <a:gd name="T98" fmla="*/ 57 w 92"/>
                <a:gd name="T99" fmla="*/ 99 h 172"/>
                <a:gd name="T100" fmla="*/ 56 w 92"/>
                <a:gd name="T101" fmla="*/ 91 h 17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92"/>
                <a:gd name="T154" fmla="*/ 0 h 172"/>
                <a:gd name="T155" fmla="*/ 92 w 92"/>
                <a:gd name="T156" fmla="*/ 172 h 17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92" h="172">
                  <a:moveTo>
                    <a:pt x="56" y="91"/>
                  </a:moveTo>
                  <a:cubicBezTo>
                    <a:pt x="56" y="86"/>
                    <a:pt x="51" y="86"/>
                    <a:pt x="55" y="80"/>
                  </a:cubicBezTo>
                  <a:cubicBezTo>
                    <a:pt x="60" y="75"/>
                    <a:pt x="67" y="71"/>
                    <a:pt x="71" y="73"/>
                  </a:cubicBezTo>
                  <a:cubicBezTo>
                    <a:pt x="75" y="74"/>
                    <a:pt x="84" y="70"/>
                    <a:pt x="86" y="73"/>
                  </a:cubicBezTo>
                  <a:cubicBezTo>
                    <a:pt x="87" y="74"/>
                    <a:pt x="87" y="74"/>
                    <a:pt x="88" y="74"/>
                  </a:cubicBezTo>
                  <a:cubicBezTo>
                    <a:pt x="92" y="70"/>
                    <a:pt x="89" y="67"/>
                    <a:pt x="89" y="62"/>
                  </a:cubicBezTo>
                  <a:cubicBezTo>
                    <a:pt x="90" y="56"/>
                    <a:pt x="85" y="51"/>
                    <a:pt x="81" y="50"/>
                  </a:cubicBezTo>
                  <a:cubicBezTo>
                    <a:pt x="78" y="49"/>
                    <a:pt x="84" y="38"/>
                    <a:pt x="81" y="36"/>
                  </a:cubicBezTo>
                  <a:cubicBezTo>
                    <a:pt x="77" y="34"/>
                    <a:pt x="75" y="31"/>
                    <a:pt x="72" y="28"/>
                  </a:cubicBezTo>
                  <a:cubicBezTo>
                    <a:pt x="70" y="25"/>
                    <a:pt x="63" y="26"/>
                    <a:pt x="62" y="28"/>
                  </a:cubicBezTo>
                  <a:cubicBezTo>
                    <a:pt x="61" y="31"/>
                    <a:pt x="56" y="32"/>
                    <a:pt x="55" y="30"/>
                  </a:cubicBezTo>
                  <a:cubicBezTo>
                    <a:pt x="53" y="28"/>
                    <a:pt x="50" y="28"/>
                    <a:pt x="46" y="31"/>
                  </a:cubicBezTo>
                  <a:cubicBezTo>
                    <a:pt x="43" y="34"/>
                    <a:pt x="37" y="39"/>
                    <a:pt x="36" y="35"/>
                  </a:cubicBezTo>
                  <a:cubicBezTo>
                    <a:pt x="35" y="30"/>
                    <a:pt x="39" y="31"/>
                    <a:pt x="39" y="26"/>
                  </a:cubicBezTo>
                  <a:cubicBezTo>
                    <a:pt x="39" y="21"/>
                    <a:pt x="42" y="19"/>
                    <a:pt x="40" y="14"/>
                  </a:cubicBezTo>
                  <a:cubicBezTo>
                    <a:pt x="39" y="9"/>
                    <a:pt x="34" y="15"/>
                    <a:pt x="32" y="11"/>
                  </a:cubicBezTo>
                  <a:cubicBezTo>
                    <a:pt x="31" y="8"/>
                    <a:pt x="32" y="4"/>
                    <a:pt x="31" y="2"/>
                  </a:cubicBezTo>
                  <a:cubicBezTo>
                    <a:pt x="31" y="2"/>
                    <a:pt x="30" y="1"/>
                    <a:pt x="29" y="0"/>
                  </a:cubicBezTo>
                  <a:cubicBezTo>
                    <a:pt x="28" y="1"/>
                    <a:pt x="28" y="1"/>
                    <a:pt x="27" y="2"/>
                  </a:cubicBezTo>
                  <a:cubicBezTo>
                    <a:pt x="26" y="4"/>
                    <a:pt x="19" y="5"/>
                    <a:pt x="17" y="8"/>
                  </a:cubicBezTo>
                  <a:cubicBezTo>
                    <a:pt x="15" y="11"/>
                    <a:pt x="10" y="10"/>
                    <a:pt x="9" y="10"/>
                  </a:cubicBezTo>
                  <a:cubicBezTo>
                    <a:pt x="7" y="10"/>
                    <a:pt x="3" y="11"/>
                    <a:pt x="2" y="14"/>
                  </a:cubicBezTo>
                  <a:cubicBezTo>
                    <a:pt x="2" y="17"/>
                    <a:pt x="0" y="30"/>
                    <a:pt x="0" y="32"/>
                  </a:cubicBezTo>
                  <a:cubicBezTo>
                    <a:pt x="0" y="34"/>
                    <a:pt x="6" y="41"/>
                    <a:pt x="9" y="42"/>
                  </a:cubicBezTo>
                  <a:cubicBezTo>
                    <a:pt x="11" y="43"/>
                    <a:pt x="8" y="48"/>
                    <a:pt x="11" y="50"/>
                  </a:cubicBezTo>
                  <a:cubicBezTo>
                    <a:pt x="14" y="51"/>
                    <a:pt x="12" y="55"/>
                    <a:pt x="10" y="55"/>
                  </a:cubicBezTo>
                  <a:cubicBezTo>
                    <a:pt x="9" y="54"/>
                    <a:pt x="11" y="61"/>
                    <a:pt x="9" y="63"/>
                  </a:cubicBezTo>
                  <a:cubicBezTo>
                    <a:pt x="6" y="65"/>
                    <a:pt x="8" y="71"/>
                    <a:pt x="13" y="75"/>
                  </a:cubicBezTo>
                  <a:cubicBezTo>
                    <a:pt x="17" y="79"/>
                    <a:pt x="17" y="85"/>
                    <a:pt x="17" y="89"/>
                  </a:cubicBezTo>
                  <a:cubicBezTo>
                    <a:pt x="17" y="92"/>
                    <a:pt x="21" y="93"/>
                    <a:pt x="21" y="97"/>
                  </a:cubicBezTo>
                  <a:cubicBezTo>
                    <a:pt x="21" y="97"/>
                    <a:pt x="15" y="117"/>
                    <a:pt x="11" y="116"/>
                  </a:cubicBezTo>
                  <a:cubicBezTo>
                    <a:pt x="10" y="121"/>
                    <a:pt x="9" y="128"/>
                    <a:pt x="8" y="132"/>
                  </a:cubicBezTo>
                  <a:cubicBezTo>
                    <a:pt x="7" y="138"/>
                    <a:pt x="6" y="142"/>
                    <a:pt x="9" y="142"/>
                  </a:cubicBezTo>
                  <a:cubicBezTo>
                    <a:pt x="12" y="143"/>
                    <a:pt x="18" y="150"/>
                    <a:pt x="23" y="157"/>
                  </a:cubicBezTo>
                  <a:cubicBezTo>
                    <a:pt x="25" y="159"/>
                    <a:pt x="26" y="161"/>
                    <a:pt x="27" y="162"/>
                  </a:cubicBezTo>
                  <a:cubicBezTo>
                    <a:pt x="29" y="162"/>
                    <a:pt x="31" y="162"/>
                    <a:pt x="33" y="163"/>
                  </a:cubicBezTo>
                  <a:cubicBezTo>
                    <a:pt x="38" y="164"/>
                    <a:pt x="39" y="167"/>
                    <a:pt x="39" y="170"/>
                  </a:cubicBezTo>
                  <a:cubicBezTo>
                    <a:pt x="39" y="172"/>
                    <a:pt x="46" y="171"/>
                    <a:pt x="48" y="171"/>
                  </a:cubicBezTo>
                  <a:cubicBezTo>
                    <a:pt x="49" y="170"/>
                    <a:pt x="47" y="167"/>
                    <a:pt x="51" y="166"/>
                  </a:cubicBezTo>
                  <a:cubicBezTo>
                    <a:pt x="49" y="163"/>
                    <a:pt x="43" y="159"/>
                    <a:pt x="38" y="159"/>
                  </a:cubicBezTo>
                  <a:cubicBezTo>
                    <a:pt x="33" y="158"/>
                    <a:pt x="30" y="150"/>
                    <a:pt x="30" y="146"/>
                  </a:cubicBezTo>
                  <a:cubicBezTo>
                    <a:pt x="31" y="142"/>
                    <a:pt x="26" y="139"/>
                    <a:pt x="26" y="135"/>
                  </a:cubicBezTo>
                  <a:cubicBezTo>
                    <a:pt x="26" y="132"/>
                    <a:pt x="23" y="132"/>
                    <a:pt x="19" y="130"/>
                  </a:cubicBezTo>
                  <a:cubicBezTo>
                    <a:pt x="15" y="128"/>
                    <a:pt x="20" y="117"/>
                    <a:pt x="20" y="112"/>
                  </a:cubicBezTo>
                  <a:cubicBezTo>
                    <a:pt x="21" y="107"/>
                    <a:pt x="29" y="93"/>
                    <a:pt x="27" y="89"/>
                  </a:cubicBezTo>
                  <a:cubicBezTo>
                    <a:pt x="24" y="85"/>
                    <a:pt x="35" y="81"/>
                    <a:pt x="36" y="86"/>
                  </a:cubicBezTo>
                  <a:cubicBezTo>
                    <a:pt x="37" y="91"/>
                    <a:pt x="38" y="93"/>
                    <a:pt x="45" y="93"/>
                  </a:cubicBezTo>
                  <a:cubicBezTo>
                    <a:pt x="51" y="93"/>
                    <a:pt x="51" y="98"/>
                    <a:pt x="57" y="99"/>
                  </a:cubicBezTo>
                  <a:cubicBezTo>
                    <a:pt x="57" y="99"/>
                    <a:pt x="57" y="99"/>
                    <a:pt x="57" y="100"/>
                  </a:cubicBezTo>
                  <a:cubicBezTo>
                    <a:pt x="57" y="99"/>
                    <a:pt x="57" y="99"/>
                    <a:pt x="57" y="99"/>
                  </a:cubicBezTo>
                  <a:cubicBezTo>
                    <a:pt x="59" y="95"/>
                    <a:pt x="56" y="95"/>
                    <a:pt x="56" y="9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0" name="Freeform 66"/>
            <p:cNvSpPr>
              <a:spLocks noChangeArrowheads="1"/>
            </p:cNvSpPr>
            <p:nvPr/>
          </p:nvSpPr>
          <p:spPr bwMode="auto">
            <a:xfrm>
              <a:off x="3951301" y="1136650"/>
              <a:ext cx="207964" cy="169864"/>
            </a:xfrm>
            <a:custGeom>
              <a:avLst/>
              <a:gdLst>
                <a:gd name="T0" fmla="*/ 2 w 109"/>
                <a:gd name="T1" fmla="*/ 19 h 89"/>
                <a:gd name="T2" fmla="*/ 2 w 109"/>
                <a:gd name="T3" fmla="*/ 31 h 89"/>
                <a:gd name="T4" fmla="*/ 3 w 109"/>
                <a:gd name="T5" fmla="*/ 36 h 89"/>
                <a:gd name="T6" fmla="*/ 5 w 109"/>
                <a:gd name="T7" fmla="*/ 41 h 89"/>
                <a:gd name="T8" fmla="*/ 7 w 109"/>
                <a:gd name="T9" fmla="*/ 47 h 89"/>
                <a:gd name="T10" fmla="*/ 10 w 109"/>
                <a:gd name="T11" fmla="*/ 56 h 89"/>
                <a:gd name="T12" fmla="*/ 10 w 109"/>
                <a:gd name="T13" fmla="*/ 61 h 89"/>
                <a:gd name="T14" fmla="*/ 16 w 109"/>
                <a:gd name="T15" fmla="*/ 65 h 89"/>
                <a:gd name="T16" fmla="*/ 24 w 109"/>
                <a:gd name="T17" fmla="*/ 70 h 89"/>
                <a:gd name="T18" fmla="*/ 30 w 109"/>
                <a:gd name="T19" fmla="*/ 73 h 89"/>
                <a:gd name="T20" fmla="*/ 36 w 109"/>
                <a:gd name="T21" fmla="*/ 72 h 89"/>
                <a:gd name="T22" fmla="*/ 39 w 109"/>
                <a:gd name="T23" fmla="*/ 76 h 89"/>
                <a:gd name="T24" fmla="*/ 47 w 109"/>
                <a:gd name="T25" fmla="*/ 78 h 89"/>
                <a:gd name="T26" fmla="*/ 52 w 109"/>
                <a:gd name="T27" fmla="*/ 84 h 89"/>
                <a:gd name="T28" fmla="*/ 59 w 109"/>
                <a:gd name="T29" fmla="*/ 83 h 89"/>
                <a:gd name="T30" fmla="*/ 68 w 109"/>
                <a:gd name="T31" fmla="*/ 85 h 89"/>
                <a:gd name="T32" fmla="*/ 77 w 109"/>
                <a:gd name="T33" fmla="*/ 85 h 89"/>
                <a:gd name="T34" fmla="*/ 86 w 109"/>
                <a:gd name="T35" fmla="*/ 88 h 89"/>
                <a:gd name="T36" fmla="*/ 93 w 109"/>
                <a:gd name="T37" fmla="*/ 89 h 89"/>
                <a:gd name="T38" fmla="*/ 93 w 109"/>
                <a:gd name="T39" fmla="*/ 82 h 89"/>
                <a:gd name="T40" fmla="*/ 103 w 109"/>
                <a:gd name="T41" fmla="*/ 71 h 89"/>
                <a:gd name="T42" fmla="*/ 108 w 109"/>
                <a:gd name="T43" fmla="*/ 67 h 89"/>
                <a:gd name="T44" fmla="*/ 104 w 109"/>
                <a:gd name="T45" fmla="*/ 56 h 89"/>
                <a:gd name="T46" fmla="*/ 103 w 109"/>
                <a:gd name="T47" fmla="*/ 46 h 89"/>
                <a:gd name="T48" fmla="*/ 99 w 109"/>
                <a:gd name="T49" fmla="*/ 40 h 89"/>
                <a:gd name="T50" fmla="*/ 106 w 109"/>
                <a:gd name="T51" fmla="*/ 35 h 89"/>
                <a:gd name="T52" fmla="*/ 105 w 109"/>
                <a:gd name="T53" fmla="*/ 25 h 89"/>
                <a:gd name="T54" fmla="*/ 103 w 109"/>
                <a:gd name="T55" fmla="*/ 16 h 89"/>
                <a:gd name="T56" fmla="*/ 95 w 109"/>
                <a:gd name="T57" fmla="*/ 10 h 89"/>
                <a:gd name="T58" fmla="*/ 94 w 109"/>
                <a:gd name="T59" fmla="*/ 9 h 89"/>
                <a:gd name="T60" fmla="*/ 65 w 109"/>
                <a:gd name="T61" fmla="*/ 8 h 89"/>
                <a:gd name="T62" fmla="*/ 59 w 109"/>
                <a:gd name="T63" fmla="*/ 6 h 89"/>
                <a:gd name="T64" fmla="*/ 53 w 109"/>
                <a:gd name="T65" fmla="*/ 9 h 89"/>
                <a:gd name="T66" fmla="*/ 48 w 109"/>
                <a:gd name="T67" fmla="*/ 2 h 89"/>
                <a:gd name="T68" fmla="*/ 23 w 109"/>
                <a:gd name="T69" fmla="*/ 9 h 89"/>
                <a:gd name="T70" fmla="*/ 6 w 109"/>
                <a:gd name="T71" fmla="*/ 15 h 89"/>
                <a:gd name="T72" fmla="*/ 2 w 109"/>
                <a:gd name="T73" fmla="*/ 18 h 89"/>
                <a:gd name="T74" fmla="*/ 2 w 109"/>
                <a:gd name="T75" fmla="*/ 19 h 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89"/>
                <a:gd name="T116" fmla="*/ 109 w 109"/>
                <a:gd name="T117" fmla="*/ 89 h 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89">
                  <a:moveTo>
                    <a:pt x="2" y="19"/>
                  </a:moveTo>
                  <a:cubicBezTo>
                    <a:pt x="3" y="21"/>
                    <a:pt x="4" y="28"/>
                    <a:pt x="2" y="31"/>
                  </a:cubicBezTo>
                  <a:cubicBezTo>
                    <a:pt x="0" y="34"/>
                    <a:pt x="1" y="35"/>
                    <a:pt x="3" y="36"/>
                  </a:cubicBezTo>
                  <a:cubicBezTo>
                    <a:pt x="5" y="37"/>
                    <a:pt x="5" y="39"/>
                    <a:pt x="5" y="41"/>
                  </a:cubicBezTo>
                  <a:cubicBezTo>
                    <a:pt x="5" y="43"/>
                    <a:pt x="7" y="43"/>
                    <a:pt x="7" y="47"/>
                  </a:cubicBezTo>
                  <a:cubicBezTo>
                    <a:pt x="7" y="51"/>
                    <a:pt x="8" y="54"/>
                    <a:pt x="10" y="56"/>
                  </a:cubicBezTo>
                  <a:cubicBezTo>
                    <a:pt x="11" y="57"/>
                    <a:pt x="11" y="59"/>
                    <a:pt x="10" y="61"/>
                  </a:cubicBezTo>
                  <a:cubicBezTo>
                    <a:pt x="12" y="63"/>
                    <a:pt x="14" y="64"/>
                    <a:pt x="16" y="65"/>
                  </a:cubicBezTo>
                  <a:cubicBezTo>
                    <a:pt x="22" y="67"/>
                    <a:pt x="24" y="68"/>
                    <a:pt x="24" y="70"/>
                  </a:cubicBezTo>
                  <a:cubicBezTo>
                    <a:pt x="24" y="72"/>
                    <a:pt x="29" y="75"/>
                    <a:pt x="30" y="73"/>
                  </a:cubicBezTo>
                  <a:cubicBezTo>
                    <a:pt x="31" y="70"/>
                    <a:pt x="34" y="72"/>
                    <a:pt x="36" y="72"/>
                  </a:cubicBezTo>
                  <a:cubicBezTo>
                    <a:pt x="38" y="72"/>
                    <a:pt x="39" y="74"/>
                    <a:pt x="39" y="76"/>
                  </a:cubicBezTo>
                  <a:cubicBezTo>
                    <a:pt x="40" y="77"/>
                    <a:pt x="45" y="76"/>
                    <a:pt x="47" y="78"/>
                  </a:cubicBezTo>
                  <a:cubicBezTo>
                    <a:pt x="48" y="79"/>
                    <a:pt x="49" y="83"/>
                    <a:pt x="52" y="84"/>
                  </a:cubicBezTo>
                  <a:cubicBezTo>
                    <a:pt x="54" y="86"/>
                    <a:pt x="57" y="82"/>
                    <a:pt x="59" y="83"/>
                  </a:cubicBezTo>
                  <a:cubicBezTo>
                    <a:pt x="60" y="85"/>
                    <a:pt x="65" y="86"/>
                    <a:pt x="68" y="85"/>
                  </a:cubicBezTo>
                  <a:cubicBezTo>
                    <a:pt x="71" y="83"/>
                    <a:pt x="73" y="86"/>
                    <a:pt x="77" y="85"/>
                  </a:cubicBezTo>
                  <a:cubicBezTo>
                    <a:pt x="81" y="85"/>
                    <a:pt x="85" y="86"/>
                    <a:pt x="86" y="88"/>
                  </a:cubicBezTo>
                  <a:cubicBezTo>
                    <a:pt x="87" y="88"/>
                    <a:pt x="90" y="89"/>
                    <a:pt x="93" y="89"/>
                  </a:cubicBezTo>
                  <a:cubicBezTo>
                    <a:pt x="94" y="88"/>
                    <a:pt x="92" y="83"/>
                    <a:pt x="93" y="82"/>
                  </a:cubicBezTo>
                  <a:cubicBezTo>
                    <a:pt x="93" y="81"/>
                    <a:pt x="102" y="73"/>
                    <a:pt x="103" y="71"/>
                  </a:cubicBezTo>
                  <a:cubicBezTo>
                    <a:pt x="105" y="69"/>
                    <a:pt x="107" y="69"/>
                    <a:pt x="108" y="67"/>
                  </a:cubicBezTo>
                  <a:cubicBezTo>
                    <a:pt x="109" y="65"/>
                    <a:pt x="105" y="58"/>
                    <a:pt x="104" y="56"/>
                  </a:cubicBezTo>
                  <a:cubicBezTo>
                    <a:pt x="103" y="55"/>
                    <a:pt x="102" y="49"/>
                    <a:pt x="103" y="46"/>
                  </a:cubicBezTo>
                  <a:cubicBezTo>
                    <a:pt x="104" y="44"/>
                    <a:pt x="99" y="42"/>
                    <a:pt x="99" y="40"/>
                  </a:cubicBezTo>
                  <a:cubicBezTo>
                    <a:pt x="99" y="39"/>
                    <a:pt x="103" y="36"/>
                    <a:pt x="106" y="35"/>
                  </a:cubicBezTo>
                  <a:cubicBezTo>
                    <a:pt x="108" y="34"/>
                    <a:pt x="107" y="27"/>
                    <a:pt x="105" y="25"/>
                  </a:cubicBezTo>
                  <a:cubicBezTo>
                    <a:pt x="103" y="23"/>
                    <a:pt x="102" y="20"/>
                    <a:pt x="103" y="16"/>
                  </a:cubicBezTo>
                  <a:cubicBezTo>
                    <a:pt x="105" y="13"/>
                    <a:pt x="96" y="10"/>
                    <a:pt x="95" y="10"/>
                  </a:cubicBezTo>
                  <a:cubicBezTo>
                    <a:pt x="94" y="10"/>
                    <a:pt x="94" y="10"/>
                    <a:pt x="94" y="9"/>
                  </a:cubicBezTo>
                  <a:cubicBezTo>
                    <a:pt x="86" y="11"/>
                    <a:pt x="66" y="9"/>
                    <a:pt x="65" y="8"/>
                  </a:cubicBezTo>
                  <a:cubicBezTo>
                    <a:pt x="64" y="8"/>
                    <a:pt x="61" y="7"/>
                    <a:pt x="59" y="6"/>
                  </a:cubicBezTo>
                  <a:cubicBezTo>
                    <a:pt x="58" y="8"/>
                    <a:pt x="56" y="9"/>
                    <a:pt x="53" y="9"/>
                  </a:cubicBezTo>
                  <a:cubicBezTo>
                    <a:pt x="48" y="9"/>
                    <a:pt x="48" y="5"/>
                    <a:pt x="48" y="2"/>
                  </a:cubicBezTo>
                  <a:cubicBezTo>
                    <a:pt x="48" y="0"/>
                    <a:pt x="28" y="4"/>
                    <a:pt x="23" y="9"/>
                  </a:cubicBezTo>
                  <a:cubicBezTo>
                    <a:pt x="18" y="15"/>
                    <a:pt x="6" y="13"/>
                    <a:pt x="6" y="15"/>
                  </a:cubicBezTo>
                  <a:cubicBezTo>
                    <a:pt x="5" y="17"/>
                    <a:pt x="3" y="18"/>
                    <a:pt x="2" y="18"/>
                  </a:cubicBezTo>
                  <a:cubicBezTo>
                    <a:pt x="2" y="18"/>
                    <a:pt x="2" y="19"/>
                    <a:pt x="2"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1" name="Freeform 67"/>
            <p:cNvSpPr>
              <a:spLocks noChangeArrowheads="1"/>
            </p:cNvSpPr>
            <p:nvPr/>
          </p:nvSpPr>
          <p:spPr bwMode="auto">
            <a:xfrm>
              <a:off x="3981463" y="1412876"/>
              <a:ext cx="79375" cy="74613"/>
            </a:xfrm>
            <a:custGeom>
              <a:avLst/>
              <a:gdLst>
                <a:gd name="T0" fmla="*/ 31 w 41"/>
                <a:gd name="T1" fmla="*/ 35 h 39"/>
                <a:gd name="T2" fmla="*/ 39 w 41"/>
                <a:gd name="T3" fmla="*/ 23 h 39"/>
                <a:gd name="T4" fmla="*/ 40 w 41"/>
                <a:gd name="T5" fmla="*/ 8 h 39"/>
                <a:gd name="T6" fmla="*/ 30 w 41"/>
                <a:gd name="T7" fmla="*/ 2 h 39"/>
                <a:gd name="T8" fmla="*/ 13 w 41"/>
                <a:gd name="T9" fmla="*/ 1 h 39"/>
                <a:gd name="T10" fmla="*/ 6 w 41"/>
                <a:gd name="T11" fmla="*/ 2 h 39"/>
                <a:gd name="T12" fmla="*/ 1 w 41"/>
                <a:gd name="T13" fmla="*/ 5 h 39"/>
                <a:gd name="T14" fmla="*/ 6 w 41"/>
                <a:gd name="T15" fmla="*/ 13 h 39"/>
                <a:gd name="T16" fmla="*/ 15 w 41"/>
                <a:gd name="T17" fmla="*/ 24 h 39"/>
                <a:gd name="T18" fmla="*/ 24 w 41"/>
                <a:gd name="T19" fmla="*/ 34 h 39"/>
                <a:gd name="T20" fmla="*/ 30 w 41"/>
                <a:gd name="T21" fmla="*/ 39 h 39"/>
                <a:gd name="T22" fmla="*/ 31 w 41"/>
                <a:gd name="T23" fmla="*/ 35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
                <a:gd name="T37" fmla="*/ 0 h 39"/>
                <a:gd name="T38" fmla="*/ 41 w 41"/>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 h="39">
                  <a:moveTo>
                    <a:pt x="31" y="35"/>
                  </a:moveTo>
                  <a:cubicBezTo>
                    <a:pt x="30" y="33"/>
                    <a:pt x="37" y="23"/>
                    <a:pt x="39" y="23"/>
                  </a:cubicBezTo>
                  <a:cubicBezTo>
                    <a:pt x="41" y="23"/>
                    <a:pt x="41" y="13"/>
                    <a:pt x="40" y="8"/>
                  </a:cubicBezTo>
                  <a:cubicBezTo>
                    <a:pt x="35" y="4"/>
                    <a:pt x="30" y="2"/>
                    <a:pt x="30" y="2"/>
                  </a:cubicBezTo>
                  <a:cubicBezTo>
                    <a:pt x="30" y="2"/>
                    <a:pt x="15" y="2"/>
                    <a:pt x="13" y="1"/>
                  </a:cubicBezTo>
                  <a:cubicBezTo>
                    <a:pt x="10" y="0"/>
                    <a:pt x="8" y="4"/>
                    <a:pt x="6" y="2"/>
                  </a:cubicBezTo>
                  <a:cubicBezTo>
                    <a:pt x="3" y="0"/>
                    <a:pt x="0" y="3"/>
                    <a:pt x="1" y="5"/>
                  </a:cubicBezTo>
                  <a:cubicBezTo>
                    <a:pt x="1" y="8"/>
                    <a:pt x="6" y="9"/>
                    <a:pt x="6" y="13"/>
                  </a:cubicBezTo>
                  <a:cubicBezTo>
                    <a:pt x="6" y="17"/>
                    <a:pt x="15" y="22"/>
                    <a:pt x="15" y="24"/>
                  </a:cubicBezTo>
                  <a:cubicBezTo>
                    <a:pt x="15" y="25"/>
                    <a:pt x="21" y="29"/>
                    <a:pt x="24" y="34"/>
                  </a:cubicBezTo>
                  <a:cubicBezTo>
                    <a:pt x="26" y="35"/>
                    <a:pt x="28" y="37"/>
                    <a:pt x="30" y="39"/>
                  </a:cubicBezTo>
                  <a:cubicBezTo>
                    <a:pt x="30" y="37"/>
                    <a:pt x="31" y="36"/>
                    <a:pt x="31" y="3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2" name="Freeform 68"/>
            <p:cNvSpPr>
              <a:spLocks noChangeArrowheads="1"/>
            </p:cNvSpPr>
            <p:nvPr/>
          </p:nvSpPr>
          <p:spPr bwMode="auto">
            <a:xfrm>
              <a:off x="3943364" y="1379539"/>
              <a:ext cx="114301" cy="98425"/>
            </a:xfrm>
            <a:custGeom>
              <a:avLst/>
              <a:gdLst>
                <a:gd name="T0" fmla="*/ 35 w 60"/>
                <a:gd name="T1" fmla="*/ 42 h 52"/>
                <a:gd name="T2" fmla="*/ 26 w 60"/>
                <a:gd name="T3" fmla="*/ 31 h 52"/>
                <a:gd name="T4" fmla="*/ 21 w 60"/>
                <a:gd name="T5" fmla="*/ 23 h 52"/>
                <a:gd name="T6" fmla="*/ 26 w 60"/>
                <a:gd name="T7" fmla="*/ 20 h 52"/>
                <a:gd name="T8" fmla="*/ 33 w 60"/>
                <a:gd name="T9" fmla="*/ 19 h 52"/>
                <a:gd name="T10" fmla="*/ 50 w 60"/>
                <a:gd name="T11" fmla="*/ 20 h 52"/>
                <a:gd name="T12" fmla="*/ 60 w 60"/>
                <a:gd name="T13" fmla="*/ 26 h 52"/>
                <a:gd name="T14" fmla="*/ 60 w 60"/>
                <a:gd name="T15" fmla="*/ 23 h 52"/>
                <a:gd name="T16" fmla="*/ 56 w 60"/>
                <a:gd name="T17" fmla="*/ 15 h 52"/>
                <a:gd name="T18" fmla="*/ 53 w 60"/>
                <a:gd name="T19" fmla="*/ 8 h 52"/>
                <a:gd name="T20" fmla="*/ 50 w 60"/>
                <a:gd name="T21" fmla="*/ 9 h 52"/>
                <a:gd name="T22" fmla="*/ 38 w 60"/>
                <a:gd name="T23" fmla="*/ 7 h 52"/>
                <a:gd name="T24" fmla="*/ 29 w 60"/>
                <a:gd name="T25" fmla="*/ 0 h 52"/>
                <a:gd name="T26" fmla="*/ 22 w 60"/>
                <a:gd name="T27" fmla="*/ 4 h 52"/>
                <a:gd name="T28" fmla="*/ 19 w 60"/>
                <a:gd name="T29" fmla="*/ 10 h 52"/>
                <a:gd name="T30" fmla="*/ 15 w 60"/>
                <a:gd name="T31" fmla="*/ 15 h 52"/>
                <a:gd name="T32" fmla="*/ 8 w 60"/>
                <a:gd name="T33" fmla="*/ 15 h 52"/>
                <a:gd name="T34" fmla="*/ 0 w 60"/>
                <a:gd name="T35" fmla="*/ 16 h 52"/>
                <a:gd name="T36" fmla="*/ 2 w 60"/>
                <a:gd name="T37" fmla="*/ 21 h 52"/>
                <a:gd name="T38" fmla="*/ 11 w 60"/>
                <a:gd name="T39" fmla="*/ 25 h 52"/>
                <a:gd name="T40" fmla="*/ 21 w 60"/>
                <a:gd name="T41" fmla="*/ 40 h 52"/>
                <a:gd name="T42" fmla="*/ 30 w 60"/>
                <a:gd name="T43" fmla="*/ 45 h 52"/>
                <a:gd name="T44" fmla="*/ 40 w 60"/>
                <a:gd name="T45" fmla="*/ 50 h 52"/>
                <a:gd name="T46" fmla="*/ 44 w 60"/>
                <a:gd name="T47" fmla="*/ 52 h 52"/>
                <a:gd name="T48" fmla="*/ 35 w 60"/>
                <a:gd name="T49" fmla="*/ 42 h 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0"/>
                <a:gd name="T76" fmla="*/ 0 h 52"/>
                <a:gd name="T77" fmla="*/ 60 w 60"/>
                <a:gd name="T78" fmla="*/ 52 h 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0" h="52">
                  <a:moveTo>
                    <a:pt x="35" y="42"/>
                  </a:moveTo>
                  <a:cubicBezTo>
                    <a:pt x="35" y="40"/>
                    <a:pt x="26" y="35"/>
                    <a:pt x="26" y="31"/>
                  </a:cubicBezTo>
                  <a:cubicBezTo>
                    <a:pt x="26" y="27"/>
                    <a:pt x="21" y="26"/>
                    <a:pt x="21" y="23"/>
                  </a:cubicBezTo>
                  <a:cubicBezTo>
                    <a:pt x="20" y="21"/>
                    <a:pt x="23" y="18"/>
                    <a:pt x="26" y="20"/>
                  </a:cubicBezTo>
                  <a:cubicBezTo>
                    <a:pt x="28" y="22"/>
                    <a:pt x="30" y="18"/>
                    <a:pt x="33" y="19"/>
                  </a:cubicBezTo>
                  <a:cubicBezTo>
                    <a:pt x="35" y="20"/>
                    <a:pt x="50" y="20"/>
                    <a:pt x="50" y="20"/>
                  </a:cubicBezTo>
                  <a:cubicBezTo>
                    <a:pt x="50" y="20"/>
                    <a:pt x="55" y="22"/>
                    <a:pt x="60" y="26"/>
                  </a:cubicBezTo>
                  <a:cubicBezTo>
                    <a:pt x="60" y="24"/>
                    <a:pt x="60" y="24"/>
                    <a:pt x="60" y="23"/>
                  </a:cubicBezTo>
                  <a:cubicBezTo>
                    <a:pt x="59" y="20"/>
                    <a:pt x="60" y="16"/>
                    <a:pt x="56" y="15"/>
                  </a:cubicBezTo>
                  <a:cubicBezTo>
                    <a:pt x="55" y="14"/>
                    <a:pt x="54" y="11"/>
                    <a:pt x="53" y="8"/>
                  </a:cubicBezTo>
                  <a:cubicBezTo>
                    <a:pt x="52" y="9"/>
                    <a:pt x="50" y="9"/>
                    <a:pt x="50" y="9"/>
                  </a:cubicBezTo>
                  <a:cubicBezTo>
                    <a:pt x="47" y="10"/>
                    <a:pt x="40" y="10"/>
                    <a:pt x="38" y="7"/>
                  </a:cubicBezTo>
                  <a:cubicBezTo>
                    <a:pt x="36" y="5"/>
                    <a:pt x="31" y="1"/>
                    <a:pt x="29" y="0"/>
                  </a:cubicBezTo>
                  <a:cubicBezTo>
                    <a:pt x="28" y="1"/>
                    <a:pt x="24" y="4"/>
                    <a:pt x="22" y="4"/>
                  </a:cubicBezTo>
                  <a:cubicBezTo>
                    <a:pt x="20" y="5"/>
                    <a:pt x="21" y="10"/>
                    <a:pt x="19" y="10"/>
                  </a:cubicBezTo>
                  <a:cubicBezTo>
                    <a:pt x="17" y="10"/>
                    <a:pt x="16" y="13"/>
                    <a:pt x="15" y="15"/>
                  </a:cubicBezTo>
                  <a:cubicBezTo>
                    <a:pt x="15" y="16"/>
                    <a:pt x="10" y="14"/>
                    <a:pt x="8" y="15"/>
                  </a:cubicBezTo>
                  <a:cubicBezTo>
                    <a:pt x="7" y="15"/>
                    <a:pt x="2" y="16"/>
                    <a:pt x="0" y="16"/>
                  </a:cubicBezTo>
                  <a:cubicBezTo>
                    <a:pt x="1" y="18"/>
                    <a:pt x="0" y="21"/>
                    <a:pt x="2" y="21"/>
                  </a:cubicBezTo>
                  <a:cubicBezTo>
                    <a:pt x="5" y="21"/>
                    <a:pt x="11" y="21"/>
                    <a:pt x="11" y="25"/>
                  </a:cubicBezTo>
                  <a:cubicBezTo>
                    <a:pt x="11" y="29"/>
                    <a:pt x="18" y="37"/>
                    <a:pt x="21" y="40"/>
                  </a:cubicBezTo>
                  <a:cubicBezTo>
                    <a:pt x="24" y="43"/>
                    <a:pt x="30" y="43"/>
                    <a:pt x="30" y="45"/>
                  </a:cubicBezTo>
                  <a:cubicBezTo>
                    <a:pt x="30" y="48"/>
                    <a:pt x="35" y="50"/>
                    <a:pt x="40" y="50"/>
                  </a:cubicBezTo>
                  <a:cubicBezTo>
                    <a:pt x="41" y="50"/>
                    <a:pt x="43" y="51"/>
                    <a:pt x="44" y="52"/>
                  </a:cubicBezTo>
                  <a:cubicBezTo>
                    <a:pt x="41" y="47"/>
                    <a:pt x="35" y="43"/>
                    <a:pt x="35" y="4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3" name="Freeform 69"/>
            <p:cNvSpPr>
              <a:spLocks noChangeArrowheads="1"/>
            </p:cNvSpPr>
            <p:nvPr/>
          </p:nvSpPr>
          <p:spPr bwMode="auto">
            <a:xfrm>
              <a:off x="4054489" y="1484314"/>
              <a:ext cx="39688" cy="77788"/>
            </a:xfrm>
            <a:custGeom>
              <a:avLst/>
              <a:gdLst>
                <a:gd name="T0" fmla="*/ 14 w 21"/>
                <a:gd name="T1" fmla="*/ 35 h 41"/>
                <a:gd name="T2" fmla="*/ 17 w 21"/>
                <a:gd name="T3" fmla="*/ 31 h 41"/>
                <a:gd name="T4" fmla="*/ 21 w 21"/>
                <a:gd name="T5" fmla="*/ 24 h 41"/>
                <a:gd name="T6" fmla="*/ 21 w 21"/>
                <a:gd name="T7" fmla="*/ 24 h 41"/>
                <a:gd name="T8" fmla="*/ 15 w 21"/>
                <a:gd name="T9" fmla="*/ 17 h 41"/>
                <a:gd name="T10" fmla="*/ 16 w 21"/>
                <a:gd name="T11" fmla="*/ 5 h 41"/>
                <a:gd name="T12" fmla="*/ 6 w 21"/>
                <a:gd name="T13" fmla="*/ 0 h 41"/>
                <a:gd name="T14" fmla="*/ 1 w 21"/>
                <a:gd name="T15" fmla="*/ 8 h 41"/>
                <a:gd name="T16" fmla="*/ 4 w 21"/>
                <a:gd name="T17" fmla="*/ 15 h 41"/>
                <a:gd name="T18" fmla="*/ 3 w 21"/>
                <a:gd name="T19" fmla="*/ 32 h 41"/>
                <a:gd name="T20" fmla="*/ 11 w 21"/>
                <a:gd name="T21" fmla="*/ 41 h 41"/>
                <a:gd name="T22" fmla="*/ 14 w 21"/>
                <a:gd name="T23" fmla="*/ 35 h 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41"/>
                <a:gd name="T38" fmla="*/ 21 w 21"/>
                <a:gd name="T39" fmla="*/ 41 h 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41">
                  <a:moveTo>
                    <a:pt x="14" y="35"/>
                  </a:moveTo>
                  <a:cubicBezTo>
                    <a:pt x="17" y="35"/>
                    <a:pt x="15" y="33"/>
                    <a:pt x="17" y="31"/>
                  </a:cubicBezTo>
                  <a:cubicBezTo>
                    <a:pt x="19" y="29"/>
                    <a:pt x="21" y="26"/>
                    <a:pt x="21" y="24"/>
                  </a:cubicBezTo>
                  <a:cubicBezTo>
                    <a:pt x="21" y="24"/>
                    <a:pt x="21" y="24"/>
                    <a:pt x="21" y="24"/>
                  </a:cubicBezTo>
                  <a:cubicBezTo>
                    <a:pt x="18" y="21"/>
                    <a:pt x="15" y="20"/>
                    <a:pt x="15" y="17"/>
                  </a:cubicBezTo>
                  <a:cubicBezTo>
                    <a:pt x="14" y="14"/>
                    <a:pt x="15" y="9"/>
                    <a:pt x="16" y="5"/>
                  </a:cubicBezTo>
                  <a:cubicBezTo>
                    <a:pt x="14" y="4"/>
                    <a:pt x="8" y="0"/>
                    <a:pt x="6" y="0"/>
                  </a:cubicBezTo>
                  <a:cubicBezTo>
                    <a:pt x="4" y="0"/>
                    <a:pt x="1" y="4"/>
                    <a:pt x="1" y="8"/>
                  </a:cubicBezTo>
                  <a:cubicBezTo>
                    <a:pt x="5" y="10"/>
                    <a:pt x="7" y="12"/>
                    <a:pt x="4" y="15"/>
                  </a:cubicBezTo>
                  <a:cubicBezTo>
                    <a:pt x="1" y="18"/>
                    <a:pt x="0" y="29"/>
                    <a:pt x="3" y="32"/>
                  </a:cubicBezTo>
                  <a:cubicBezTo>
                    <a:pt x="7" y="34"/>
                    <a:pt x="8" y="40"/>
                    <a:pt x="11" y="41"/>
                  </a:cubicBezTo>
                  <a:cubicBezTo>
                    <a:pt x="12" y="38"/>
                    <a:pt x="12" y="35"/>
                    <a:pt x="14" y="3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4" name="Freeform 70"/>
            <p:cNvSpPr>
              <a:spLocks noChangeArrowheads="1"/>
            </p:cNvSpPr>
            <p:nvPr/>
          </p:nvSpPr>
          <p:spPr bwMode="auto">
            <a:xfrm>
              <a:off x="3856051" y="1309688"/>
              <a:ext cx="160339" cy="71438"/>
            </a:xfrm>
            <a:custGeom>
              <a:avLst/>
              <a:gdLst>
                <a:gd name="T0" fmla="*/ 71 w 84"/>
                <a:gd name="T1" fmla="*/ 3 h 37"/>
                <a:gd name="T2" fmla="*/ 60 w 84"/>
                <a:gd name="T3" fmla="*/ 0 h 37"/>
                <a:gd name="T4" fmla="*/ 58 w 84"/>
                <a:gd name="T5" fmla="*/ 5 h 37"/>
                <a:gd name="T6" fmla="*/ 48 w 84"/>
                <a:gd name="T7" fmla="*/ 5 h 37"/>
                <a:gd name="T8" fmla="*/ 42 w 84"/>
                <a:gd name="T9" fmla="*/ 10 h 37"/>
                <a:gd name="T10" fmla="*/ 38 w 84"/>
                <a:gd name="T11" fmla="*/ 17 h 37"/>
                <a:gd name="T12" fmla="*/ 33 w 84"/>
                <a:gd name="T13" fmla="*/ 20 h 37"/>
                <a:gd name="T14" fmla="*/ 22 w 84"/>
                <a:gd name="T15" fmla="*/ 22 h 37"/>
                <a:gd name="T16" fmla="*/ 15 w 84"/>
                <a:gd name="T17" fmla="*/ 23 h 37"/>
                <a:gd name="T18" fmla="*/ 9 w 84"/>
                <a:gd name="T19" fmla="*/ 24 h 37"/>
                <a:gd name="T20" fmla="*/ 2 w 84"/>
                <a:gd name="T21" fmla="*/ 22 h 37"/>
                <a:gd name="T22" fmla="*/ 1 w 84"/>
                <a:gd name="T23" fmla="*/ 28 h 37"/>
                <a:gd name="T24" fmla="*/ 7 w 84"/>
                <a:gd name="T25" fmla="*/ 31 h 37"/>
                <a:gd name="T26" fmla="*/ 14 w 84"/>
                <a:gd name="T27" fmla="*/ 32 h 37"/>
                <a:gd name="T28" fmla="*/ 21 w 84"/>
                <a:gd name="T29" fmla="*/ 30 h 37"/>
                <a:gd name="T30" fmla="*/ 30 w 84"/>
                <a:gd name="T31" fmla="*/ 29 h 37"/>
                <a:gd name="T32" fmla="*/ 32 w 84"/>
                <a:gd name="T33" fmla="*/ 34 h 37"/>
                <a:gd name="T34" fmla="*/ 42 w 84"/>
                <a:gd name="T35" fmla="*/ 35 h 37"/>
                <a:gd name="T36" fmla="*/ 55 w 84"/>
                <a:gd name="T37" fmla="*/ 37 h 37"/>
                <a:gd name="T38" fmla="*/ 64 w 84"/>
                <a:gd name="T39" fmla="*/ 34 h 37"/>
                <a:gd name="T40" fmla="*/ 72 w 84"/>
                <a:gd name="T41" fmla="*/ 31 h 37"/>
                <a:gd name="T42" fmla="*/ 72 w 84"/>
                <a:gd name="T43" fmla="*/ 31 h 37"/>
                <a:gd name="T44" fmla="*/ 74 w 84"/>
                <a:gd name="T45" fmla="*/ 29 h 37"/>
                <a:gd name="T46" fmla="*/ 76 w 84"/>
                <a:gd name="T47" fmla="*/ 24 h 37"/>
                <a:gd name="T48" fmla="*/ 77 w 84"/>
                <a:gd name="T49" fmla="*/ 19 h 37"/>
                <a:gd name="T50" fmla="*/ 82 w 84"/>
                <a:gd name="T51" fmla="*/ 16 h 37"/>
                <a:gd name="T52" fmla="*/ 84 w 84"/>
                <a:gd name="T53" fmla="*/ 13 h 37"/>
                <a:gd name="T54" fmla="*/ 79 w 84"/>
                <a:gd name="T55" fmla="*/ 4 h 37"/>
                <a:gd name="T56" fmla="*/ 71 w 84"/>
                <a:gd name="T57" fmla="*/ 3 h 3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4"/>
                <a:gd name="T88" fmla="*/ 0 h 37"/>
                <a:gd name="T89" fmla="*/ 84 w 84"/>
                <a:gd name="T90" fmla="*/ 37 h 3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4" h="37">
                  <a:moveTo>
                    <a:pt x="71" y="3"/>
                  </a:moveTo>
                  <a:cubicBezTo>
                    <a:pt x="68" y="0"/>
                    <a:pt x="60" y="0"/>
                    <a:pt x="60" y="0"/>
                  </a:cubicBezTo>
                  <a:cubicBezTo>
                    <a:pt x="60" y="0"/>
                    <a:pt x="59" y="3"/>
                    <a:pt x="58" y="5"/>
                  </a:cubicBezTo>
                  <a:cubicBezTo>
                    <a:pt x="57" y="6"/>
                    <a:pt x="52" y="6"/>
                    <a:pt x="48" y="5"/>
                  </a:cubicBezTo>
                  <a:cubicBezTo>
                    <a:pt x="47" y="7"/>
                    <a:pt x="43" y="8"/>
                    <a:pt x="42" y="10"/>
                  </a:cubicBezTo>
                  <a:cubicBezTo>
                    <a:pt x="42" y="12"/>
                    <a:pt x="36" y="11"/>
                    <a:pt x="38" y="17"/>
                  </a:cubicBezTo>
                  <a:cubicBezTo>
                    <a:pt x="40" y="23"/>
                    <a:pt x="35" y="21"/>
                    <a:pt x="33" y="20"/>
                  </a:cubicBezTo>
                  <a:cubicBezTo>
                    <a:pt x="32" y="19"/>
                    <a:pt x="24" y="20"/>
                    <a:pt x="22" y="22"/>
                  </a:cubicBezTo>
                  <a:cubicBezTo>
                    <a:pt x="20" y="24"/>
                    <a:pt x="17" y="24"/>
                    <a:pt x="15" y="23"/>
                  </a:cubicBezTo>
                  <a:cubicBezTo>
                    <a:pt x="14" y="22"/>
                    <a:pt x="10" y="21"/>
                    <a:pt x="9" y="24"/>
                  </a:cubicBezTo>
                  <a:cubicBezTo>
                    <a:pt x="7" y="26"/>
                    <a:pt x="4" y="22"/>
                    <a:pt x="2" y="22"/>
                  </a:cubicBezTo>
                  <a:cubicBezTo>
                    <a:pt x="0" y="22"/>
                    <a:pt x="1" y="27"/>
                    <a:pt x="1" y="28"/>
                  </a:cubicBezTo>
                  <a:cubicBezTo>
                    <a:pt x="1" y="29"/>
                    <a:pt x="4" y="32"/>
                    <a:pt x="7" y="31"/>
                  </a:cubicBezTo>
                  <a:cubicBezTo>
                    <a:pt x="9" y="30"/>
                    <a:pt x="12" y="31"/>
                    <a:pt x="14" y="32"/>
                  </a:cubicBezTo>
                  <a:cubicBezTo>
                    <a:pt x="16" y="34"/>
                    <a:pt x="19" y="31"/>
                    <a:pt x="21" y="30"/>
                  </a:cubicBezTo>
                  <a:cubicBezTo>
                    <a:pt x="22" y="29"/>
                    <a:pt x="29" y="29"/>
                    <a:pt x="30" y="29"/>
                  </a:cubicBezTo>
                  <a:cubicBezTo>
                    <a:pt x="30" y="29"/>
                    <a:pt x="31" y="33"/>
                    <a:pt x="32" y="34"/>
                  </a:cubicBezTo>
                  <a:cubicBezTo>
                    <a:pt x="33" y="34"/>
                    <a:pt x="38" y="35"/>
                    <a:pt x="42" y="35"/>
                  </a:cubicBezTo>
                  <a:cubicBezTo>
                    <a:pt x="46" y="35"/>
                    <a:pt x="53" y="37"/>
                    <a:pt x="55" y="37"/>
                  </a:cubicBezTo>
                  <a:cubicBezTo>
                    <a:pt x="57" y="37"/>
                    <a:pt x="60" y="34"/>
                    <a:pt x="64" y="34"/>
                  </a:cubicBezTo>
                  <a:cubicBezTo>
                    <a:pt x="69" y="34"/>
                    <a:pt x="71" y="31"/>
                    <a:pt x="72" y="31"/>
                  </a:cubicBezTo>
                  <a:cubicBezTo>
                    <a:pt x="72" y="31"/>
                    <a:pt x="72" y="31"/>
                    <a:pt x="72" y="31"/>
                  </a:cubicBezTo>
                  <a:cubicBezTo>
                    <a:pt x="72" y="30"/>
                    <a:pt x="73" y="29"/>
                    <a:pt x="74" y="29"/>
                  </a:cubicBezTo>
                  <a:cubicBezTo>
                    <a:pt x="76" y="28"/>
                    <a:pt x="74" y="25"/>
                    <a:pt x="76" y="24"/>
                  </a:cubicBezTo>
                  <a:cubicBezTo>
                    <a:pt x="77" y="22"/>
                    <a:pt x="75" y="19"/>
                    <a:pt x="77" y="19"/>
                  </a:cubicBezTo>
                  <a:cubicBezTo>
                    <a:pt x="79" y="20"/>
                    <a:pt x="82" y="20"/>
                    <a:pt x="82" y="16"/>
                  </a:cubicBezTo>
                  <a:cubicBezTo>
                    <a:pt x="82" y="15"/>
                    <a:pt x="83" y="14"/>
                    <a:pt x="84" y="13"/>
                  </a:cubicBezTo>
                  <a:cubicBezTo>
                    <a:pt x="81" y="10"/>
                    <a:pt x="79" y="4"/>
                    <a:pt x="79" y="4"/>
                  </a:cubicBezTo>
                  <a:cubicBezTo>
                    <a:pt x="79" y="4"/>
                    <a:pt x="74" y="6"/>
                    <a:pt x="71"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5" name="Freeform 71"/>
            <p:cNvSpPr>
              <a:spLocks noChangeArrowheads="1"/>
            </p:cNvSpPr>
            <p:nvPr/>
          </p:nvSpPr>
          <p:spPr bwMode="auto">
            <a:xfrm>
              <a:off x="3992576" y="1317626"/>
              <a:ext cx="142876" cy="80963"/>
            </a:xfrm>
            <a:custGeom>
              <a:avLst/>
              <a:gdLst>
                <a:gd name="T0" fmla="*/ 71 w 74"/>
                <a:gd name="T1" fmla="*/ 8 h 42"/>
                <a:gd name="T2" fmla="*/ 68 w 74"/>
                <a:gd name="T3" fmla="*/ 7 h 42"/>
                <a:gd name="T4" fmla="*/ 61 w 74"/>
                <a:gd name="T5" fmla="*/ 4 h 42"/>
                <a:gd name="T6" fmla="*/ 51 w 74"/>
                <a:gd name="T7" fmla="*/ 1 h 42"/>
                <a:gd name="T8" fmla="*/ 40 w 74"/>
                <a:gd name="T9" fmla="*/ 7 h 42"/>
                <a:gd name="T10" fmla="*/ 28 w 74"/>
                <a:gd name="T11" fmla="*/ 11 h 42"/>
                <a:gd name="T12" fmla="*/ 13 w 74"/>
                <a:gd name="T13" fmla="*/ 11 h 42"/>
                <a:gd name="T14" fmla="*/ 12 w 74"/>
                <a:gd name="T15" fmla="*/ 9 h 42"/>
                <a:gd name="T16" fmla="*/ 10 w 74"/>
                <a:gd name="T17" fmla="*/ 12 h 42"/>
                <a:gd name="T18" fmla="*/ 5 w 74"/>
                <a:gd name="T19" fmla="*/ 15 h 42"/>
                <a:gd name="T20" fmla="*/ 4 w 74"/>
                <a:gd name="T21" fmla="*/ 20 h 42"/>
                <a:gd name="T22" fmla="*/ 2 w 74"/>
                <a:gd name="T23" fmla="*/ 25 h 42"/>
                <a:gd name="T24" fmla="*/ 0 w 74"/>
                <a:gd name="T25" fmla="*/ 27 h 42"/>
                <a:gd name="T26" fmla="*/ 3 w 74"/>
                <a:gd name="T27" fmla="*/ 32 h 42"/>
                <a:gd name="T28" fmla="*/ 3 w 74"/>
                <a:gd name="T29" fmla="*/ 32 h 42"/>
                <a:gd name="T30" fmla="*/ 12 w 74"/>
                <a:gd name="T31" fmla="*/ 39 h 42"/>
                <a:gd name="T32" fmla="*/ 24 w 74"/>
                <a:gd name="T33" fmla="*/ 41 h 42"/>
                <a:gd name="T34" fmla="*/ 39 w 74"/>
                <a:gd name="T35" fmla="*/ 37 h 42"/>
                <a:gd name="T36" fmla="*/ 44 w 74"/>
                <a:gd name="T37" fmla="*/ 38 h 42"/>
                <a:gd name="T38" fmla="*/ 47 w 74"/>
                <a:gd name="T39" fmla="*/ 39 h 42"/>
                <a:gd name="T40" fmla="*/ 54 w 74"/>
                <a:gd name="T41" fmla="*/ 34 h 42"/>
                <a:gd name="T42" fmla="*/ 64 w 74"/>
                <a:gd name="T43" fmla="*/ 17 h 42"/>
                <a:gd name="T44" fmla="*/ 72 w 74"/>
                <a:gd name="T45" fmla="*/ 12 h 42"/>
                <a:gd name="T46" fmla="*/ 71 w 74"/>
                <a:gd name="T47" fmla="*/ 8 h 4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4"/>
                <a:gd name="T73" fmla="*/ 0 h 42"/>
                <a:gd name="T74" fmla="*/ 74 w 74"/>
                <a:gd name="T75" fmla="*/ 42 h 4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4" h="42">
                  <a:moveTo>
                    <a:pt x="71" y="8"/>
                  </a:moveTo>
                  <a:cubicBezTo>
                    <a:pt x="70" y="8"/>
                    <a:pt x="69" y="7"/>
                    <a:pt x="68" y="7"/>
                  </a:cubicBezTo>
                  <a:cubicBezTo>
                    <a:pt x="65" y="6"/>
                    <a:pt x="62" y="5"/>
                    <a:pt x="61" y="4"/>
                  </a:cubicBezTo>
                  <a:cubicBezTo>
                    <a:pt x="59" y="2"/>
                    <a:pt x="52" y="1"/>
                    <a:pt x="51" y="1"/>
                  </a:cubicBezTo>
                  <a:cubicBezTo>
                    <a:pt x="50" y="0"/>
                    <a:pt x="43" y="7"/>
                    <a:pt x="40" y="7"/>
                  </a:cubicBezTo>
                  <a:cubicBezTo>
                    <a:pt x="38" y="7"/>
                    <a:pt x="28" y="9"/>
                    <a:pt x="28" y="11"/>
                  </a:cubicBezTo>
                  <a:cubicBezTo>
                    <a:pt x="28" y="14"/>
                    <a:pt x="16" y="14"/>
                    <a:pt x="13" y="11"/>
                  </a:cubicBezTo>
                  <a:cubicBezTo>
                    <a:pt x="13" y="11"/>
                    <a:pt x="12" y="10"/>
                    <a:pt x="12" y="9"/>
                  </a:cubicBezTo>
                  <a:cubicBezTo>
                    <a:pt x="11" y="10"/>
                    <a:pt x="10" y="11"/>
                    <a:pt x="10" y="12"/>
                  </a:cubicBezTo>
                  <a:cubicBezTo>
                    <a:pt x="10" y="16"/>
                    <a:pt x="7" y="16"/>
                    <a:pt x="5" y="15"/>
                  </a:cubicBezTo>
                  <a:cubicBezTo>
                    <a:pt x="3" y="15"/>
                    <a:pt x="5" y="18"/>
                    <a:pt x="4" y="20"/>
                  </a:cubicBezTo>
                  <a:cubicBezTo>
                    <a:pt x="2" y="21"/>
                    <a:pt x="4" y="24"/>
                    <a:pt x="2" y="25"/>
                  </a:cubicBezTo>
                  <a:cubicBezTo>
                    <a:pt x="1" y="25"/>
                    <a:pt x="0" y="26"/>
                    <a:pt x="0" y="27"/>
                  </a:cubicBezTo>
                  <a:cubicBezTo>
                    <a:pt x="1" y="28"/>
                    <a:pt x="3" y="32"/>
                    <a:pt x="3" y="32"/>
                  </a:cubicBezTo>
                  <a:cubicBezTo>
                    <a:pt x="3" y="32"/>
                    <a:pt x="3" y="32"/>
                    <a:pt x="3" y="32"/>
                  </a:cubicBezTo>
                  <a:cubicBezTo>
                    <a:pt x="5" y="33"/>
                    <a:pt x="10" y="37"/>
                    <a:pt x="12" y="39"/>
                  </a:cubicBezTo>
                  <a:cubicBezTo>
                    <a:pt x="14" y="42"/>
                    <a:pt x="21" y="42"/>
                    <a:pt x="24" y="41"/>
                  </a:cubicBezTo>
                  <a:cubicBezTo>
                    <a:pt x="26" y="41"/>
                    <a:pt x="39" y="37"/>
                    <a:pt x="39" y="37"/>
                  </a:cubicBezTo>
                  <a:cubicBezTo>
                    <a:pt x="39" y="37"/>
                    <a:pt x="42" y="38"/>
                    <a:pt x="44" y="38"/>
                  </a:cubicBezTo>
                  <a:cubicBezTo>
                    <a:pt x="44" y="38"/>
                    <a:pt x="46" y="38"/>
                    <a:pt x="47" y="39"/>
                  </a:cubicBezTo>
                  <a:cubicBezTo>
                    <a:pt x="48" y="38"/>
                    <a:pt x="51" y="37"/>
                    <a:pt x="54" y="34"/>
                  </a:cubicBezTo>
                  <a:cubicBezTo>
                    <a:pt x="57" y="30"/>
                    <a:pt x="63" y="18"/>
                    <a:pt x="64" y="17"/>
                  </a:cubicBezTo>
                  <a:cubicBezTo>
                    <a:pt x="66" y="16"/>
                    <a:pt x="70" y="14"/>
                    <a:pt x="72" y="12"/>
                  </a:cubicBezTo>
                  <a:cubicBezTo>
                    <a:pt x="74" y="11"/>
                    <a:pt x="73" y="9"/>
                    <a:pt x="71" y="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6" name="Freeform 72"/>
            <p:cNvSpPr>
              <a:spLocks noChangeArrowheads="1"/>
            </p:cNvSpPr>
            <p:nvPr/>
          </p:nvSpPr>
          <p:spPr bwMode="auto">
            <a:xfrm>
              <a:off x="3911613" y="1252538"/>
              <a:ext cx="134938" cy="69850"/>
            </a:xfrm>
            <a:custGeom>
              <a:avLst/>
              <a:gdLst>
                <a:gd name="T0" fmla="*/ 68 w 71"/>
                <a:gd name="T1" fmla="*/ 17 h 36"/>
                <a:gd name="T2" fmla="*/ 60 w 71"/>
                <a:gd name="T3" fmla="*/ 15 h 36"/>
                <a:gd name="T4" fmla="*/ 57 w 71"/>
                <a:gd name="T5" fmla="*/ 11 h 36"/>
                <a:gd name="T6" fmla="*/ 51 w 71"/>
                <a:gd name="T7" fmla="*/ 12 h 36"/>
                <a:gd name="T8" fmla="*/ 45 w 71"/>
                <a:gd name="T9" fmla="*/ 9 h 36"/>
                <a:gd name="T10" fmla="*/ 37 w 71"/>
                <a:gd name="T11" fmla="*/ 4 h 36"/>
                <a:gd name="T12" fmla="*/ 31 w 71"/>
                <a:gd name="T13" fmla="*/ 0 h 36"/>
                <a:gd name="T14" fmla="*/ 30 w 71"/>
                <a:gd name="T15" fmla="*/ 1 h 36"/>
                <a:gd name="T16" fmla="*/ 24 w 71"/>
                <a:gd name="T17" fmla="*/ 2 h 36"/>
                <a:gd name="T18" fmla="*/ 15 w 71"/>
                <a:gd name="T19" fmla="*/ 6 h 36"/>
                <a:gd name="T20" fmla="*/ 3 w 71"/>
                <a:gd name="T21" fmla="*/ 10 h 36"/>
                <a:gd name="T22" fmla="*/ 4 w 71"/>
                <a:gd name="T23" fmla="*/ 16 h 36"/>
                <a:gd name="T24" fmla="*/ 8 w 71"/>
                <a:gd name="T25" fmla="*/ 26 h 36"/>
                <a:gd name="T26" fmla="*/ 20 w 71"/>
                <a:gd name="T27" fmla="*/ 35 h 36"/>
                <a:gd name="T28" fmla="*/ 19 w 71"/>
                <a:gd name="T29" fmla="*/ 35 h 36"/>
                <a:gd name="T30" fmla="*/ 29 w 71"/>
                <a:gd name="T31" fmla="*/ 35 h 36"/>
                <a:gd name="T32" fmla="*/ 31 w 71"/>
                <a:gd name="T33" fmla="*/ 30 h 36"/>
                <a:gd name="T34" fmla="*/ 42 w 71"/>
                <a:gd name="T35" fmla="*/ 33 h 36"/>
                <a:gd name="T36" fmla="*/ 50 w 71"/>
                <a:gd name="T37" fmla="*/ 34 h 36"/>
                <a:gd name="T38" fmla="*/ 51 w 71"/>
                <a:gd name="T39" fmla="*/ 36 h 36"/>
                <a:gd name="T40" fmla="*/ 54 w 71"/>
                <a:gd name="T41" fmla="*/ 33 h 36"/>
                <a:gd name="T42" fmla="*/ 65 w 71"/>
                <a:gd name="T43" fmla="*/ 27 h 36"/>
                <a:gd name="T44" fmla="*/ 71 w 71"/>
                <a:gd name="T45" fmla="*/ 22 h 36"/>
                <a:gd name="T46" fmla="*/ 68 w 71"/>
                <a:gd name="T47" fmla="*/ 17 h 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1"/>
                <a:gd name="T73" fmla="*/ 0 h 36"/>
                <a:gd name="T74" fmla="*/ 71 w 71"/>
                <a:gd name="T75" fmla="*/ 36 h 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1" h="36">
                  <a:moveTo>
                    <a:pt x="68" y="17"/>
                  </a:moveTo>
                  <a:cubicBezTo>
                    <a:pt x="66" y="15"/>
                    <a:pt x="61" y="16"/>
                    <a:pt x="60" y="15"/>
                  </a:cubicBezTo>
                  <a:cubicBezTo>
                    <a:pt x="60" y="13"/>
                    <a:pt x="59" y="11"/>
                    <a:pt x="57" y="11"/>
                  </a:cubicBezTo>
                  <a:cubicBezTo>
                    <a:pt x="55" y="11"/>
                    <a:pt x="52" y="9"/>
                    <a:pt x="51" y="12"/>
                  </a:cubicBezTo>
                  <a:cubicBezTo>
                    <a:pt x="50" y="14"/>
                    <a:pt x="45" y="11"/>
                    <a:pt x="45" y="9"/>
                  </a:cubicBezTo>
                  <a:cubicBezTo>
                    <a:pt x="45" y="7"/>
                    <a:pt x="43" y="6"/>
                    <a:pt x="37" y="4"/>
                  </a:cubicBezTo>
                  <a:cubicBezTo>
                    <a:pt x="35" y="3"/>
                    <a:pt x="33" y="2"/>
                    <a:pt x="31" y="0"/>
                  </a:cubicBezTo>
                  <a:cubicBezTo>
                    <a:pt x="31" y="1"/>
                    <a:pt x="31" y="1"/>
                    <a:pt x="30" y="1"/>
                  </a:cubicBezTo>
                  <a:cubicBezTo>
                    <a:pt x="29" y="3"/>
                    <a:pt x="26" y="0"/>
                    <a:pt x="24" y="2"/>
                  </a:cubicBezTo>
                  <a:cubicBezTo>
                    <a:pt x="23" y="3"/>
                    <a:pt x="18" y="3"/>
                    <a:pt x="15" y="6"/>
                  </a:cubicBezTo>
                  <a:cubicBezTo>
                    <a:pt x="12" y="8"/>
                    <a:pt x="7" y="10"/>
                    <a:pt x="3" y="10"/>
                  </a:cubicBezTo>
                  <a:cubicBezTo>
                    <a:pt x="0" y="11"/>
                    <a:pt x="3" y="14"/>
                    <a:pt x="4" y="16"/>
                  </a:cubicBezTo>
                  <a:cubicBezTo>
                    <a:pt x="5" y="19"/>
                    <a:pt x="5" y="24"/>
                    <a:pt x="8" y="26"/>
                  </a:cubicBezTo>
                  <a:cubicBezTo>
                    <a:pt x="10" y="28"/>
                    <a:pt x="19" y="33"/>
                    <a:pt x="20" y="35"/>
                  </a:cubicBezTo>
                  <a:cubicBezTo>
                    <a:pt x="20" y="35"/>
                    <a:pt x="20" y="35"/>
                    <a:pt x="19" y="35"/>
                  </a:cubicBezTo>
                  <a:cubicBezTo>
                    <a:pt x="23" y="36"/>
                    <a:pt x="28" y="36"/>
                    <a:pt x="29" y="35"/>
                  </a:cubicBezTo>
                  <a:cubicBezTo>
                    <a:pt x="30" y="33"/>
                    <a:pt x="31" y="30"/>
                    <a:pt x="31" y="30"/>
                  </a:cubicBezTo>
                  <a:cubicBezTo>
                    <a:pt x="31" y="30"/>
                    <a:pt x="39" y="30"/>
                    <a:pt x="42" y="33"/>
                  </a:cubicBezTo>
                  <a:cubicBezTo>
                    <a:pt x="45" y="36"/>
                    <a:pt x="50" y="34"/>
                    <a:pt x="50" y="34"/>
                  </a:cubicBezTo>
                  <a:cubicBezTo>
                    <a:pt x="50" y="34"/>
                    <a:pt x="50" y="35"/>
                    <a:pt x="51" y="36"/>
                  </a:cubicBezTo>
                  <a:cubicBezTo>
                    <a:pt x="52" y="34"/>
                    <a:pt x="53" y="33"/>
                    <a:pt x="54" y="33"/>
                  </a:cubicBezTo>
                  <a:cubicBezTo>
                    <a:pt x="57" y="32"/>
                    <a:pt x="62" y="32"/>
                    <a:pt x="65" y="27"/>
                  </a:cubicBezTo>
                  <a:cubicBezTo>
                    <a:pt x="66" y="25"/>
                    <a:pt x="69" y="23"/>
                    <a:pt x="71" y="22"/>
                  </a:cubicBezTo>
                  <a:cubicBezTo>
                    <a:pt x="70" y="20"/>
                    <a:pt x="69" y="17"/>
                    <a:pt x="68" y="1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7" name="Freeform 73"/>
            <p:cNvSpPr>
              <a:spLocks noChangeArrowheads="1"/>
            </p:cNvSpPr>
            <p:nvPr/>
          </p:nvSpPr>
          <p:spPr bwMode="auto">
            <a:xfrm>
              <a:off x="4008452" y="1293813"/>
              <a:ext cx="120651" cy="50800"/>
            </a:xfrm>
            <a:custGeom>
              <a:avLst/>
              <a:gdLst>
                <a:gd name="T0" fmla="*/ 47 w 63"/>
                <a:gd name="T1" fmla="*/ 3 h 27"/>
                <a:gd name="T2" fmla="*/ 38 w 63"/>
                <a:gd name="T3" fmla="*/ 3 h 27"/>
                <a:gd name="T4" fmla="*/ 29 w 63"/>
                <a:gd name="T5" fmla="*/ 1 h 27"/>
                <a:gd name="T6" fmla="*/ 22 w 63"/>
                <a:gd name="T7" fmla="*/ 2 h 27"/>
                <a:gd name="T8" fmla="*/ 20 w 63"/>
                <a:gd name="T9" fmla="*/ 1 h 27"/>
                <a:gd name="T10" fmla="*/ 14 w 63"/>
                <a:gd name="T11" fmla="*/ 6 h 27"/>
                <a:gd name="T12" fmla="*/ 3 w 63"/>
                <a:gd name="T13" fmla="*/ 12 h 27"/>
                <a:gd name="T14" fmla="*/ 0 w 63"/>
                <a:gd name="T15" fmla="*/ 15 h 27"/>
                <a:gd name="T16" fmla="*/ 5 w 63"/>
                <a:gd name="T17" fmla="*/ 24 h 27"/>
                <a:gd name="T18" fmla="*/ 20 w 63"/>
                <a:gd name="T19" fmla="*/ 24 h 27"/>
                <a:gd name="T20" fmla="*/ 32 w 63"/>
                <a:gd name="T21" fmla="*/ 20 h 27"/>
                <a:gd name="T22" fmla="*/ 43 w 63"/>
                <a:gd name="T23" fmla="*/ 14 h 27"/>
                <a:gd name="T24" fmla="*/ 53 w 63"/>
                <a:gd name="T25" fmla="*/ 17 h 27"/>
                <a:gd name="T26" fmla="*/ 60 w 63"/>
                <a:gd name="T27" fmla="*/ 20 h 27"/>
                <a:gd name="T28" fmla="*/ 58 w 63"/>
                <a:gd name="T29" fmla="*/ 16 h 27"/>
                <a:gd name="T30" fmla="*/ 63 w 63"/>
                <a:gd name="T31" fmla="*/ 8 h 27"/>
                <a:gd name="T32" fmla="*/ 63 w 63"/>
                <a:gd name="T33" fmla="*/ 7 h 27"/>
                <a:gd name="T34" fmla="*/ 56 w 63"/>
                <a:gd name="T35" fmla="*/ 6 h 27"/>
                <a:gd name="T36" fmla="*/ 47 w 63"/>
                <a:gd name="T37" fmla="*/ 3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3"/>
                <a:gd name="T58" fmla="*/ 0 h 27"/>
                <a:gd name="T59" fmla="*/ 63 w 63"/>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3" h="27">
                  <a:moveTo>
                    <a:pt x="47" y="3"/>
                  </a:moveTo>
                  <a:cubicBezTo>
                    <a:pt x="43" y="4"/>
                    <a:pt x="41" y="1"/>
                    <a:pt x="38" y="3"/>
                  </a:cubicBezTo>
                  <a:cubicBezTo>
                    <a:pt x="35" y="4"/>
                    <a:pt x="30" y="3"/>
                    <a:pt x="29" y="1"/>
                  </a:cubicBezTo>
                  <a:cubicBezTo>
                    <a:pt x="27" y="0"/>
                    <a:pt x="24" y="4"/>
                    <a:pt x="22" y="2"/>
                  </a:cubicBezTo>
                  <a:cubicBezTo>
                    <a:pt x="21" y="2"/>
                    <a:pt x="21" y="1"/>
                    <a:pt x="20" y="1"/>
                  </a:cubicBezTo>
                  <a:cubicBezTo>
                    <a:pt x="18" y="2"/>
                    <a:pt x="15" y="4"/>
                    <a:pt x="14" y="6"/>
                  </a:cubicBezTo>
                  <a:cubicBezTo>
                    <a:pt x="11" y="11"/>
                    <a:pt x="6" y="11"/>
                    <a:pt x="3" y="12"/>
                  </a:cubicBezTo>
                  <a:cubicBezTo>
                    <a:pt x="2" y="12"/>
                    <a:pt x="1" y="13"/>
                    <a:pt x="0" y="15"/>
                  </a:cubicBezTo>
                  <a:cubicBezTo>
                    <a:pt x="1" y="18"/>
                    <a:pt x="3" y="22"/>
                    <a:pt x="5" y="24"/>
                  </a:cubicBezTo>
                  <a:cubicBezTo>
                    <a:pt x="8" y="27"/>
                    <a:pt x="20" y="27"/>
                    <a:pt x="20" y="24"/>
                  </a:cubicBezTo>
                  <a:cubicBezTo>
                    <a:pt x="20" y="22"/>
                    <a:pt x="30" y="20"/>
                    <a:pt x="32" y="20"/>
                  </a:cubicBezTo>
                  <a:cubicBezTo>
                    <a:pt x="35" y="20"/>
                    <a:pt x="42" y="13"/>
                    <a:pt x="43" y="14"/>
                  </a:cubicBezTo>
                  <a:cubicBezTo>
                    <a:pt x="44" y="14"/>
                    <a:pt x="51" y="15"/>
                    <a:pt x="53" y="17"/>
                  </a:cubicBezTo>
                  <a:cubicBezTo>
                    <a:pt x="54" y="18"/>
                    <a:pt x="57" y="19"/>
                    <a:pt x="60" y="20"/>
                  </a:cubicBezTo>
                  <a:cubicBezTo>
                    <a:pt x="59" y="18"/>
                    <a:pt x="58" y="17"/>
                    <a:pt x="58" y="16"/>
                  </a:cubicBezTo>
                  <a:cubicBezTo>
                    <a:pt x="58" y="14"/>
                    <a:pt x="62" y="9"/>
                    <a:pt x="63" y="8"/>
                  </a:cubicBezTo>
                  <a:cubicBezTo>
                    <a:pt x="63" y="7"/>
                    <a:pt x="63" y="7"/>
                    <a:pt x="63" y="7"/>
                  </a:cubicBezTo>
                  <a:cubicBezTo>
                    <a:pt x="60" y="7"/>
                    <a:pt x="57" y="6"/>
                    <a:pt x="56" y="6"/>
                  </a:cubicBezTo>
                  <a:cubicBezTo>
                    <a:pt x="55" y="4"/>
                    <a:pt x="51" y="3"/>
                    <a:pt x="47"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8" name="Freeform 74"/>
            <p:cNvSpPr>
              <a:spLocks noChangeArrowheads="1"/>
            </p:cNvSpPr>
            <p:nvPr/>
          </p:nvSpPr>
          <p:spPr bwMode="auto">
            <a:xfrm>
              <a:off x="3436949" y="1495427"/>
              <a:ext cx="80963" cy="133350"/>
            </a:xfrm>
            <a:custGeom>
              <a:avLst/>
              <a:gdLst>
                <a:gd name="T0" fmla="*/ 30 w 42"/>
                <a:gd name="T1" fmla="*/ 57 h 70"/>
                <a:gd name="T2" fmla="*/ 28 w 42"/>
                <a:gd name="T3" fmla="*/ 52 h 70"/>
                <a:gd name="T4" fmla="*/ 31 w 42"/>
                <a:gd name="T5" fmla="*/ 45 h 70"/>
                <a:gd name="T6" fmla="*/ 27 w 42"/>
                <a:gd name="T7" fmla="*/ 39 h 70"/>
                <a:gd name="T8" fmla="*/ 30 w 42"/>
                <a:gd name="T9" fmla="*/ 35 h 70"/>
                <a:gd name="T10" fmla="*/ 32 w 42"/>
                <a:gd name="T11" fmla="*/ 27 h 70"/>
                <a:gd name="T12" fmla="*/ 31 w 42"/>
                <a:gd name="T13" fmla="*/ 17 h 70"/>
                <a:gd name="T14" fmla="*/ 39 w 42"/>
                <a:gd name="T15" fmla="*/ 10 h 70"/>
                <a:gd name="T16" fmla="*/ 36 w 42"/>
                <a:gd name="T17" fmla="*/ 6 h 70"/>
                <a:gd name="T18" fmla="*/ 29 w 42"/>
                <a:gd name="T19" fmla="*/ 4 h 70"/>
                <a:gd name="T20" fmla="*/ 25 w 42"/>
                <a:gd name="T21" fmla="*/ 4 h 70"/>
                <a:gd name="T22" fmla="*/ 18 w 42"/>
                <a:gd name="T23" fmla="*/ 3 h 70"/>
                <a:gd name="T24" fmla="*/ 14 w 42"/>
                <a:gd name="T25" fmla="*/ 2 h 70"/>
                <a:gd name="T26" fmla="*/ 11 w 42"/>
                <a:gd name="T27" fmla="*/ 4 h 70"/>
                <a:gd name="T28" fmla="*/ 11 w 42"/>
                <a:gd name="T29" fmla="*/ 11 h 70"/>
                <a:gd name="T30" fmla="*/ 4 w 42"/>
                <a:gd name="T31" fmla="*/ 38 h 70"/>
                <a:gd name="T32" fmla="*/ 8 w 42"/>
                <a:gd name="T33" fmla="*/ 48 h 70"/>
                <a:gd name="T34" fmla="*/ 10 w 42"/>
                <a:gd name="T35" fmla="*/ 67 h 70"/>
                <a:gd name="T36" fmla="*/ 18 w 42"/>
                <a:gd name="T37" fmla="*/ 70 h 70"/>
                <a:gd name="T38" fmla="*/ 27 w 42"/>
                <a:gd name="T39" fmla="*/ 68 h 70"/>
                <a:gd name="T40" fmla="*/ 26 w 42"/>
                <a:gd name="T41" fmla="*/ 64 h 70"/>
                <a:gd name="T42" fmla="*/ 30 w 42"/>
                <a:gd name="T43" fmla="*/ 57 h 7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2"/>
                <a:gd name="T67" fmla="*/ 0 h 70"/>
                <a:gd name="T68" fmla="*/ 42 w 42"/>
                <a:gd name="T69" fmla="*/ 70 h 7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2" h="70">
                  <a:moveTo>
                    <a:pt x="30" y="57"/>
                  </a:moveTo>
                  <a:cubicBezTo>
                    <a:pt x="35" y="56"/>
                    <a:pt x="29" y="53"/>
                    <a:pt x="28" y="52"/>
                  </a:cubicBezTo>
                  <a:cubicBezTo>
                    <a:pt x="27" y="50"/>
                    <a:pt x="28" y="45"/>
                    <a:pt x="31" y="45"/>
                  </a:cubicBezTo>
                  <a:cubicBezTo>
                    <a:pt x="33" y="45"/>
                    <a:pt x="31" y="43"/>
                    <a:pt x="27" y="39"/>
                  </a:cubicBezTo>
                  <a:cubicBezTo>
                    <a:pt x="24" y="36"/>
                    <a:pt x="27" y="35"/>
                    <a:pt x="30" y="35"/>
                  </a:cubicBezTo>
                  <a:cubicBezTo>
                    <a:pt x="33" y="35"/>
                    <a:pt x="29" y="30"/>
                    <a:pt x="32" y="27"/>
                  </a:cubicBezTo>
                  <a:cubicBezTo>
                    <a:pt x="35" y="24"/>
                    <a:pt x="31" y="19"/>
                    <a:pt x="31" y="17"/>
                  </a:cubicBezTo>
                  <a:cubicBezTo>
                    <a:pt x="31" y="14"/>
                    <a:pt x="35" y="13"/>
                    <a:pt x="39" y="10"/>
                  </a:cubicBezTo>
                  <a:cubicBezTo>
                    <a:pt x="42" y="7"/>
                    <a:pt x="36" y="8"/>
                    <a:pt x="36" y="6"/>
                  </a:cubicBezTo>
                  <a:cubicBezTo>
                    <a:pt x="36" y="3"/>
                    <a:pt x="32" y="2"/>
                    <a:pt x="29" y="4"/>
                  </a:cubicBezTo>
                  <a:cubicBezTo>
                    <a:pt x="26" y="6"/>
                    <a:pt x="27" y="4"/>
                    <a:pt x="25" y="4"/>
                  </a:cubicBezTo>
                  <a:cubicBezTo>
                    <a:pt x="22" y="4"/>
                    <a:pt x="18" y="5"/>
                    <a:pt x="18" y="3"/>
                  </a:cubicBezTo>
                  <a:cubicBezTo>
                    <a:pt x="18" y="0"/>
                    <a:pt x="16" y="0"/>
                    <a:pt x="14" y="2"/>
                  </a:cubicBezTo>
                  <a:cubicBezTo>
                    <a:pt x="13" y="3"/>
                    <a:pt x="12" y="4"/>
                    <a:pt x="11" y="4"/>
                  </a:cubicBezTo>
                  <a:cubicBezTo>
                    <a:pt x="10" y="7"/>
                    <a:pt x="10" y="10"/>
                    <a:pt x="11" y="11"/>
                  </a:cubicBezTo>
                  <a:cubicBezTo>
                    <a:pt x="13" y="15"/>
                    <a:pt x="8" y="33"/>
                    <a:pt x="4" y="38"/>
                  </a:cubicBezTo>
                  <a:cubicBezTo>
                    <a:pt x="0" y="43"/>
                    <a:pt x="4" y="45"/>
                    <a:pt x="8" y="48"/>
                  </a:cubicBezTo>
                  <a:cubicBezTo>
                    <a:pt x="13" y="52"/>
                    <a:pt x="10" y="64"/>
                    <a:pt x="10" y="67"/>
                  </a:cubicBezTo>
                  <a:cubicBezTo>
                    <a:pt x="10" y="70"/>
                    <a:pt x="14" y="70"/>
                    <a:pt x="18" y="70"/>
                  </a:cubicBezTo>
                  <a:cubicBezTo>
                    <a:pt x="21" y="70"/>
                    <a:pt x="24" y="68"/>
                    <a:pt x="27" y="68"/>
                  </a:cubicBezTo>
                  <a:cubicBezTo>
                    <a:pt x="26" y="66"/>
                    <a:pt x="26" y="65"/>
                    <a:pt x="26" y="64"/>
                  </a:cubicBezTo>
                  <a:cubicBezTo>
                    <a:pt x="26" y="62"/>
                    <a:pt x="26" y="58"/>
                    <a:pt x="30" y="5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9" name="Freeform 75"/>
            <p:cNvSpPr>
              <a:spLocks noChangeArrowheads="1"/>
            </p:cNvSpPr>
            <p:nvPr/>
          </p:nvSpPr>
          <p:spPr bwMode="auto">
            <a:xfrm>
              <a:off x="3716350" y="1182688"/>
              <a:ext cx="88900" cy="76200"/>
            </a:xfrm>
            <a:custGeom>
              <a:avLst/>
              <a:gdLst>
                <a:gd name="T0" fmla="*/ 15 w 47"/>
                <a:gd name="T1" fmla="*/ 31 h 40"/>
                <a:gd name="T2" fmla="*/ 23 w 47"/>
                <a:gd name="T3" fmla="*/ 32 h 40"/>
                <a:gd name="T4" fmla="*/ 31 w 47"/>
                <a:gd name="T5" fmla="*/ 38 h 40"/>
                <a:gd name="T6" fmla="*/ 33 w 47"/>
                <a:gd name="T7" fmla="*/ 40 h 40"/>
                <a:gd name="T8" fmla="*/ 35 w 47"/>
                <a:gd name="T9" fmla="*/ 32 h 40"/>
                <a:gd name="T10" fmla="*/ 35 w 47"/>
                <a:gd name="T11" fmla="*/ 26 h 40"/>
                <a:gd name="T12" fmla="*/ 42 w 47"/>
                <a:gd name="T13" fmla="*/ 23 h 40"/>
                <a:gd name="T14" fmla="*/ 44 w 47"/>
                <a:gd name="T15" fmla="*/ 20 h 40"/>
                <a:gd name="T16" fmla="*/ 40 w 47"/>
                <a:gd name="T17" fmla="*/ 14 h 40"/>
                <a:gd name="T18" fmla="*/ 46 w 47"/>
                <a:gd name="T19" fmla="*/ 8 h 40"/>
                <a:gd name="T20" fmla="*/ 46 w 47"/>
                <a:gd name="T21" fmla="*/ 1 h 40"/>
                <a:gd name="T22" fmla="*/ 43 w 47"/>
                <a:gd name="T23" fmla="*/ 2 h 40"/>
                <a:gd name="T24" fmla="*/ 32 w 47"/>
                <a:gd name="T25" fmla="*/ 2 h 40"/>
                <a:gd name="T26" fmla="*/ 27 w 47"/>
                <a:gd name="T27" fmla="*/ 10 h 40"/>
                <a:gd name="T28" fmla="*/ 22 w 47"/>
                <a:gd name="T29" fmla="*/ 10 h 40"/>
                <a:gd name="T30" fmla="*/ 16 w 47"/>
                <a:gd name="T31" fmla="*/ 13 h 40"/>
                <a:gd name="T32" fmla="*/ 11 w 47"/>
                <a:gd name="T33" fmla="*/ 22 h 40"/>
                <a:gd name="T34" fmla="*/ 2 w 47"/>
                <a:gd name="T35" fmla="*/ 33 h 40"/>
                <a:gd name="T36" fmla="*/ 0 w 47"/>
                <a:gd name="T37" fmla="*/ 34 h 40"/>
                <a:gd name="T38" fmla="*/ 4 w 47"/>
                <a:gd name="T39" fmla="*/ 35 h 40"/>
                <a:gd name="T40" fmla="*/ 15 w 47"/>
                <a:gd name="T41" fmla="*/ 31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40"/>
                <a:gd name="T65" fmla="*/ 47 w 47"/>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40">
                  <a:moveTo>
                    <a:pt x="15" y="31"/>
                  </a:moveTo>
                  <a:cubicBezTo>
                    <a:pt x="17" y="29"/>
                    <a:pt x="21" y="30"/>
                    <a:pt x="23" y="32"/>
                  </a:cubicBezTo>
                  <a:cubicBezTo>
                    <a:pt x="25" y="34"/>
                    <a:pt x="28" y="35"/>
                    <a:pt x="31" y="38"/>
                  </a:cubicBezTo>
                  <a:cubicBezTo>
                    <a:pt x="32" y="39"/>
                    <a:pt x="33" y="40"/>
                    <a:pt x="33" y="40"/>
                  </a:cubicBezTo>
                  <a:cubicBezTo>
                    <a:pt x="34" y="38"/>
                    <a:pt x="34" y="34"/>
                    <a:pt x="35" y="32"/>
                  </a:cubicBezTo>
                  <a:cubicBezTo>
                    <a:pt x="36" y="29"/>
                    <a:pt x="34" y="26"/>
                    <a:pt x="35" y="26"/>
                  </a:cubicBezTo>
                  <a:cubicBezTo>
                    <a:pt x="37" y="26"/>
                    <a:pt x="42" y="26"/>
                    <a:pt x="42" y="23"/>
                  </a:cubicBezTo>
                  <a:cubicBezTo>
                    <a:pt x="42" y="20"/>
                    <a:pt x="43" y="21"/>
                    <a:pt x="44" y="20"/>
                  </a:cubicBezTo>
                  <a:cubicBezTo>
                    <a:pt x="45" y="18"/>
                    <a:pt x="41" y="15"/>
                    <a:pt x="40" y="14"/>
                  </a:cubicBezTo>
                  <a:cubicBezTo>
                    <a:pt x="40" y="13"/>
                    <a:pt x="43" y="12"/>
                    <a:pt x="46" y="8"/>
                  </a:cubicBezTo>
                  <a:cubicBezTo>
                    <a:pt x="47" y="7"/>
                    <a:pt x="47" y="4"/>
                    <a:pt x="46" y="1"/>
                  </a:cubicBezTo>
                  <a:cubicBezTo>
                    <a:pt x="45" y="2"/>
                    <a:pt x="44" y="3"/>
                    <a:pt x="43" y="2"/>
                  </a:cubicBezTo>
                  <a:cubicBezTo>
                    <a:pt x="40" y="0"/>
                    <a:pt x="37" y="1"/>
                    <a:pt x="32" y="2"/>
                  </a:cubicBezTo>
                  <a:cubicBezTo>
                    <a:pt x="27" y="3"/>
                    <a:pt x="25" y="8"/>
                    <a:pt x="27" y="10"/>
                  </a:cubicBezTo>
                  <a:cubicBezTo>
                    <a:pt x="29" y="12"/>
                    <a:pt x="22" y="13"/>
                    <a:pt x="22" y="10"/>
                  </a:cubicBezTo>
                  <a:cubicBezTo>
                    <a:pt x="21" y="8"/>
                    <a:pt x="16" y="9"/>
                    <a:pt x="16" y="13"/>
                  </a:cubicBezTo>
                  <a:cubicBezTo>
                    <a:pt x="17" y="16"/>
                    <a:pt x="11" y="18"/>
                    <a:pt x="11" y="22"/>
                  </a:cubicBezTo>
                  <a:cubicBezTo>
                    <a:pt x="12" y="26"/>
                    <a:pt x="6" y="30"/>
                    <a:pt x="2" y="33"/>
                  </a:cubicBezTo>
                  <a:cubicBezTo>
                    <a:pt x="2" y="33"/>
                    <a:pt x="1" y="33"/>
                    <a:pt x="0" y="34"/>
                  </a:cubicBezTo>
                  <a:cubicBezTo>
                    <a:pt x="2" y="34"/>
                    <a:pt x="4" y="35"/>
                    <a:pt x="4" y="35"/>
                  </a:cubicBezTo>
                  <a:cubicBezTo>
                    <a:pt x="8" y="35"/>
                    <a:pt x="13" y="33"/>
                    <a:pt x="15" y="3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0" name="Freeform 76"/>
            <p:cNvSpPr>
              <a:spLocks noChangeArrowheads="1"/>
            </p:cNvSpPr>
            <p:nvPr/>
          </p:nvSpPr>
          <p:spPr bwMode="auto">
            <a:xfrm>
              <a:off x="3773500" y="1279526"/>
              <a:ext cx="15875" cy="19050"/>
            </a:xfrm>
            <a:custGeom>
              <a:avLst/>
              <a:gdLst>
                <a:gd name="T0" fmla="*/ 4 w 8"/>
                <a:gd name="T1" fmla="*/ 0 h 10"/>
                <a:gd name="T2" fmla="*/ 0 w 8"/>
                <a:gd name="T3" fmla="*/ 9 h 10"/>
                <a:gd name="T4" fmla="*/ 8 w 8"/>
                <a:gd name="T5" fmla="*/ 10 h 10"/>
                <a:gd name="T6" fmla="*/ 4 w 8"/>
                <a:gd name="T7" fmla="*/ 1 h 10"/>
                <a:gd name="T8" fmla="*/ 4 w 8"/>
                <a:gd name="T9" fmla="*/ 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4" y="0"/>
                  </a:moveTo>
                  <a:cubicBezTo>
                    <a:pt x="2" y="1"/>
                    <a:pt x="0" y="4"/>
                    <a:pt x="0" y="9"/>
                  </a:cubicBezTo>
                  <a:cubicBezTo>
                    <a:pt x="2" y="9"/>
                    <a:pt x="5" y="10"/>
                    <a:pt x="8" y="10"/>
                  </a:cubicBezTo>
                  <a:cubicBezTo>
                    <a:pt x="7" y="4"/>
                    <a:pt x="5" y="2"/>
                    <a:pt x="4" y="1"/>
                  </a:cubicBezTo>
                  <a:cubicBezTo>
                    <a:pt x="4" y="0"/>
                    <a:pt x="4" y="0"/>
                    <a:pt x="4"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1" name="Freeform 77"/>
            <p:cNvSpPr>
              <a:spLocks noChangeArrowheads="1"/>
            </p:cNvSpPr>
            <p:nvPr/>
          </p:nvSpPr>
          <p:spPr bwMode="auto">
            <a:xfrm>
              <a:off x="3702063" y="1238251"/>
              <a:ext cx="84139" cy="60326"/>
            </a:xfrm>
            <a:custGeom>
              <a:avLst/>
              <a:gdLst>
                <a:gd name="T0" fmla="*/ 1 w 44"/>
                <a:gd name="T1" fmla="*/ 9 h 32"/>
                <a:gd name="T2" fmla="*/ 5 w 44"/>
                <a:gd name="T3" fmla="*/ 14 h 32"/>
                <a:gd name="T4" fmla="*/ 11 w 44"/>
                <a:gd name="T5" fmla="*/ 17 h 32"/>
                <a:gd name="T6" fmla="*/ 18 w 44"/>
                <a:gd name="T7" fmla="*/ 21 h 32"/>
                <a:gd name="T8" fmla="*/ 21 w 44"/>
                <a:gd name="T9" fmla="*/ 25 h 32"/>
                <a:gd name="T10" fmla="*/ 26 w 44"/>
                <a:gd name="T11" fmla="*/ 23 h 32"/>
                <a:gd name="T12" fmla="*/ 30 w 44"/>
                <a:gd name="T13" fmla="*/ 28 h 32"/>
                <a:gd name="T14" fmla="*/ 35 w 44"/>
                <a:gd name="T15" fmla="*/ 32 h 32"/>
                <a:gd name="T16" fmla="*/ 37 w 44"/>
                <a:gd name="T17" fmla="*/ 31 h 32"/>
                <a:gd name="T18" fmla="*/ 41 w 44"/>
                <a:gd name="T19" fmla="*/ 22 h 32"/>
                <a:gd name="T20" fmla="*/ 43 w 44"/>
                <a:gd name="T21" fmla="*/ 19 h 32"/>
                <a:gd name="T22" fmla="*/ 40 w 44"/>
                <a:gd name="T23" fmla="*/ 12 h 32"/>
                <a:gd name="T24" fmla="*/ 40 w 44"/>
                <a:gd name="T25" fmla="*/ 11 h 32"/>
                <a:gd name="T26" fmla="*/ 38 w 44"/>
                <a:gd name="T27" fmla="*/ 9 h 32"/>
                <a:gd name="T28" fmla="*/ 30 w 44"/>
                <a:gd name="T29" fmla="*/ 3 h 32"/>
                <a:gd name="T30" fmla="*/ 22 w 44"/>
                <a:gd name="T31" fmla="*/ 2 h 32"/>
                <a:gd name="T32" fmla="*/ 11 w 44"/>
                <a:gd name="T33" fmla="*/ 6 h 32"/>
                <a:gd name="T34" fmla="*/ 7 w 44"/>
                <a:gd name="T35" fmla="*/ 5 h 32"/>
                <a:gd name="T36" fmla="*/ 0 w 44"/>
                <a:gd name="T37" fmla="*/ 8 h 32"/>
                <a:gd name="T38" fmla="*/ 1 w 44"/>
                <a:gd name="T39" fmla="*/ 9 h 3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4"/>
                <a:gd name="T61" fmla="*/ 0 h 32"/>
                <a:gd name="T62" fmla="*/ 44 w 44"/>
                <a:gd name="T63" fmla="*/ 32 h 3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4" h="32">
                  <a:moveTo>
                    <a:pt x="1" y="9"/>
                  </a:moveTo>
                  <a:cubicBezTo>
                    <a:pt x="2" y="11"/>
                    <a:pt x="4" y="15"/>
                    <a:pt x="5" y="14"/>
                  </a:cubicBezTo>
                  <a:cubicBezTo>
                    <a:pt x="6" y="12"/>
                    <a:pt x="9" y="16"/>
                    <a:pt x="11" y="17"/>
                  </a:cubicBezTo>
                  <a:cubicBezTo>
                    <a:pt x="13" y="18"/>
                    <a:pt x="18" y="20"/>
                    <a:pt x="18" y="21"/>
                  </a:cubicBezTo>
                  <a:cubicBezTo>
                    <a:pt x="18" y="23"/>
                    <a:pt x="19" y="26"/>
                    <a:pt x="21" y="25"/>
                  </a:cubicBezTo>
                  <a:cubicBezTo>
                    <a:pt x="24" y="24"/>
                    <a:pt x="26" y="21"/>
                    <a:pt x="26" y="23"/>
                  </a:cubicBezTo>
                  <a:cubicBezTo>
                    <a:pt x="26" y="25"/>
                    <a:pt x="27" y="28"/>
                    <a:pt x="30" y="28"/>
                  </a:cubicBezTo>
                  <a:cubicBezTo>
                    <a:pt x="32" y="27"/>
                    <a:pt x="33" y="32"/>
                    <a:pt x="35" y="32"/>
                  </a:cubicBezTo>
                  <a:cubicBezTo>
                    <a:pt x="36" y="31"/>
                    <a:pt x="36" y="31"/>
                    <a:pt x="37" y="31"/>
                  </a:cubicBezTo>
                  <a:cubicBezTo>
                    <a:pt x="37" y="26"/>
                    <a:pt x="39" y="23"/>
                    <a:pt x="41" y="22"/>
                  </a:cubicBezTo>
                  <a:cubicBezTo>
                    <a:pt x="42" y="21"/>
                    <a:pt x="43" y="20"/>
                    <a:pt x="43" y="19"/>
                  </a:cubicBezTo>
                  <a:cubicBezTo>
                    <a:pt x="44" y="17"/>
                    <a:pt x="40" y="14"/>
                    <a:pt x="40" y="12"/>
                  </a:cubicBezTo>
                  <a:cubicBezTo>
                    <a:pt x="40" y="11"/>
                    <a:pt x="40" y="11"/>
                    <a:pt x="40" y="11"/>
                  </a:cubicBezTo>
                  <a:cubicBezTo>
                    <a:pt x="40" y="11"/>
                    <a:pt x="39" y="10"/>
                    <a:pt x="38" y="9"/>
                  </a:cubicBezTo>
                  <a:cubicBezTo>
                    <a:pt x="35" y="6"/>
                    <a:pt x="32" y="5"/>
                    <a:pt x="30" y="3"/>
                  </a:cubicBezTo>
                  <a:cubicBezTo>
                    <a:pt x="28" y="1"/>
                    <a:pt x="24" y="0"/>
                    <a:pt x="22" y="2"/>
                  </a:cubicBezTo>
                  <a:cubicBezTo>
                    <a:pt x="20" y="4"/>
                    <a:pt x="15" y="6"/>
                    <a:pt x="11" y="6"/>
                  </a:cubicBezTo>
                  <a:cubicBezTo>
                    <a:pt x="11" y="6"/>
                    <a:pt x="9" y="5"/>
                    <a:pt x="7" y="5"/>
                  </a:cubicBezTo>
                  <a:cubicBezTo>
                    <a:pt x="5" y="6"/>
                    <a:pt x="2" y="7"/>
                    <a:pt x="0" y="8"/>
                  </a:cubicBezTo>
                  <a:cubicBezTo>
                    <a:pt x="0" y="8"/>
                    <a:pt x="1" y="8"/>
                    <a:pt x="1" y="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2" name="Freeform 78"/>
            <p:cNvSpPr>
              <a:spLocks noChangeArrowheads="1"/>
            </p:cNvSpPr>
            <p:nvPr/>
          </p:nvSpPr>
          <p:spPr bwMode="auto">
            <a:xfrm>
              <a:off x="4083064" y="1327151"/>
              <a:ext cx="195264" cy="128588"/>
            </a:xfrm>
            <a:custGeom>
              <a:avLst/>
              <a:gdLst>
                <a:gd name="T0" fmla="*/ 91 w 102"/>
                <a:gd name="T1" fmla="*/ 45 h 67"/>
                <a:gd name="T2" fmla="*/ 87 w 102"/>
                <a:gd name="T3" fmla="*/ 42 h 67"/>
                <a:gd name="T4" fmla="*/ 87 w 102"/>
                <a:gd name="T5" fmla="*/ 41 h 67"/>
                <a:gd name="T6" fmla="*/ 85 w 102"/>
                <a:gd name="T7" fmla="*/ 29 h 67"/>
                <a:gd name="T8" fmla="*/ 78 w 102"/>
                <a:gd name="T9" fmla="*/ 13 h 67"/>
                <a:gd name="T10" fmla="*/ 70 w 102"/>
                <a:gd name="T11" fmla="*/ 0 h 67"/>
                <a:gd name="T12" fmla="*/ 65 w 102"/>
                <a:gd name="T13" fmla="*/ 3 h 67"/>
                <a:gd name="T14" fmla="*/ 59 w 102"/>
                <a:gd name="T15" fmla="*/ 6 h 67"/>
                <a:gd name="T16" fmla="*/ 53 w 102"/>
                <a:gd name="T17" fmla="*/ 7 h 67"/>
                <a:gd name="T18" fmla="*/ 48 w 102"/>
                <a:gd name="T19" fmla="*/ 8 h 67"/>
                <a:gd name="T20" fmla="*/ 41 w 102"/>
                <a:gd name="T21" fmla="*/ 6 h 67"/>
                <a:gd name="T22" fmla="*/ 30 w 102"/>
                <a:gd name="T23" fmla="*/ 4 h 67"/>
                <a:gd name="T24" fmla="*/ 26 w 102"/>
                <a:gd name="T25" fmla="*/ 5 h 67"/>
                <a:gd name="T26" fmla="*/ 25 w 102"/>
                <a:gd name="T27" fmla="*/ 7 h 67"/>
                <a:gd name="T28" fmla="*/ 17 w 102"/>
                <a:gd name="T29" fmla="*/ 12 h 67"/>
                <a:gd name="T30" fmla="*/ 7 w 102"/>
                <a:gd name="T31" fmla="*/ 29 h 67"/>
                <a:gd name="T32" fmla="*/ 0 w 102"/>
                <a:gd name="T33" fmla="*/ 34 h 67"/>
                <a:gd name="T34" fmla="*/ 4 w 102"/>
                <a:gd name="T35" fmla="*/ 41 h 67"/>
                <a:gd name="T36" fmla="*/ 8 w 102"/>
                <a:gd name="T37" fmla="*/ 45 h 67"/>
                <a:gd name="T38" fmla="*/ 9 w 102"/>
                <a:gd name="T39" fmla="*/ 52 h 67"/>
                <a:gd name="T40" fmla="*/ 22 w 102"/>
                <a:gd name="T41" fmla="*/ 55 h 67"/>
                <a:gd name="T42" fmla="*/ 22 w 102"/>
                <a:gd name="T43" fmla="*/ 60 h 67"/>
                <a:gd name="T44" fmla="*/ 29 w 102"/>
                <a:gd name="T45" fmla="*/ 65 h 67"/>
                <a:gd name="T46" fmla="*/ 41 w 102"/>
                <a:gd name="T47" fmla="*/ 66 h 67"/>
                <a:gd name="T48" fmla="*/ 53 w 102"/>
                <a:gd name="T49" fmla="*/ 66 h 67"/>
                <a:gd name="T50" fmla="*/ 61 w 102"/>
                <a:gd name="T51" fmla="*/ 63 h 67"/>
                <a:gd name="T52" fmla="*/ 74 w 102"/>
                <a:gd name="T53" fmla="*/ 61 h 67"/>
                <a:gd name="T54" fmla="*/ 83 w 102"/>
                <a:gd name="T55" fmla="*/ 63 h 67"/>
                <a:gd name="T56" fmla="*/ 90 w 102"/>
                <a:gd name="T57" fmla="*/ 66 h 67"/>
                <a:gd name="T58" fmla="*/ 90 w 102"/>
                <a:gd name="T59" fmla="*/ 61 h 67"/>
                <a:gd name="T60" fmla="*/ 96 w 102"/>
                <a:gd name="T61" fmla="*/ 51 h 67"/>
                <a:gd name="T62" fmla="*/ 101 w 102"/>
                <a:gd name="T63" fmla="*/ 45 h 67"/>
                <a:gd name="T64" fmla="*/ 101 w 102"/>
                <a:gd name="T65" fmla="*/ 45 h 67"/>
                <a:gd name="T66" fmla="*/ 97 w 102"/>
                <a:gd name="T67" fmla="*/ 42 h 67"/>
                <a:gd name="T68" fmla="*/ 91 w 102"/>
                <a:gd name="T69" fmla="*/ 45 h 6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2"/>
                <a:gd name="T106" fmla="*/ 0 h 67"/>
                <a:gd name="T107" fmla="*/ 102 w 102"/>
                <a:gd name="T108" fmla="*/ 67 h 6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2" h="67">
                  <a:moveTo>
                    <a:pt x="91" y="45"/>
                  </a:moveTo>
                  <a:cubicBezTo>
                    <a:pt x="89" y="44"/>
                    <a:pt x="86" y="43"/>
                    <a:pt x="87" y="42"/>
                  </a:cubicBezTo>
                  <a:cubicBezTo>
                    <a:pt x="87" y="42"/>
                    <a:pt x="87" y="42"/>
                    <a:pt x="87" y="41"/>
                  </a:cubicBezTo>
                  <a:cubicBezTo>
                    <a:pt x="84" y="39"/>
                    <a:pt x="83" y="31"/>
                    <a:pt x="85" y="29"/>
                  </a:cubicBezTo>
                  <a:cubicBezTo>
                    <a:pt x="88" y="26"/>
                    <a:pt x="81" y="17"/>
                    <a:pt x="78" y="13"/>
                  </a:cubicBezTo>
                  <a:cubicBezTo>
                    <a:pt x="76" y="11"/>
                    <a:pt x="73" y="6"/>
                    <a:pt x="70" y="0"/>
                  </a:cubicBezTo>
                  <a:cubicBezTo>
                    <a:pt x="68" y="1"/>
                    <a:pt x="65" y="2"/>
                    <a:pt x="65" y="3"/>
                  </a:cubicBezTo>
                  <a:cubicBezTo>
                    <a:pt x="64" y="5"/>
                    <a:pt x="61" y="6"/>
                    <a:pt x="59" y="6"/>
                  </a:cubicBezTo>
                  <a:cubicBezTo>
                    <a:pt x="57" y="6"/>
                    <a:pt x="55" y="5"/>
                    <a:pt x="53" y="7"/>
                  </a:cubicBezTo>
                  <a:cubicBezTo>
                    <a:pt x="51" y="9"/>
                    <a:pt x="49" y="9"/>
                    <a:pt x="48" y="8"/>
                  </a:cubicBezTo>
                  <a:cubicBezTo>
                    <a:pt x="47" y="7"/>
                    <a:pt x="44" y="6"/>
                    <a:pt x="41" y="6"/>
                  </a:cubicBezTo>
                  <a:cubicBezTo>
                    <a:pt x="39" y="6"/>
                    <a:pt x="32" y="4"/>
                    <a:pt x="30" y="4"/>
                  </a:cubicBezTo>
                  <a:cubicBezTo>
                    <a:pt x="29" y="4"/>
                    <a:pt x="27" y="4"/>
                    <a:pt x="26" y="5"/>
                  </a:cubicBezTo>
                  <a:cubicBezTo>
                    <a:pt x="26" y="5"/>
                    <a:pt x="26" y="6"/>
                    <a:pt x="25" y="7"/>
                  </a:cubicBezTo>
                  <a:cubicBezTo>
                    <a:pt x="23" y="9"/>
                    <a:pt x="19" y="11"/>
                    <a:pt x="17" y="12"/>
                  </a:cubicBezTo>
                  <a:cubicBezTo>
                    <a:pt x="16" y="13"/>
                    <a:pt x="10" y="25"/>
                    <a:pt x="7" y="29"/>
                  </a:cubicBezTo>
                  <a:cubicBezTo>
                    <a:pt x="3" y="32"/>
                    <a:pt x="0" y="33"/>
                    <a:pt x="0" y="34"/>
                  </a:cubicBezTo>
                  <a:cubicBezTo>
                    <a:pt x="0" y="35"/>
                    <a:pt x="4" y="39"/>
                    <a:pt x="4" y="41"/>
                  </a:cubicBezTo>
                  <a:cubicBezTo>
                    <a:pt x="4" y="43"/>
                    <a:pt x="5" y="45"/>
                    <a:pt x="8" y="45"/>
                  </a:cubicBezTo>
                  <a:cubicBezTo>
                    <a:pt x="10" y="45"/>
                    <a:pt x="7" y="51"/>
                    <a:pt x="9" y="52"/>
                  </a:cubicBezTo>
                  <a:cubicBezTo>
                    <a:pt x="11" y="52"/>
                    <a:pt x="22" y="53"/>
                    <a:pt x="22" y="55"/>
                  </a:cubicBezTo>
                  <a:cubicBezTo>
                    <a:pt x="22" y="57"/>
                    <a:pt x="23" y="59"/>
                    <a:pt x="22" y="60"/>
                  </a:cubicBezTo>
                  <a:cubicBezTo>
                    <a:pt x="25" y="61"/>
                    <a:pt x="28" y="65"/>
                    <a:pt x="29" y="65"/>
                  </a:cubicBezTo>
                  <a:cubicBezTo>
                    <a:pt x="30" y="64"/>
                    <a:pt x="39" y="66"/>
                    <a:pt x="41" y="66"/>
                  </a:cubicBezTo>
                  <a:cubicBezTo>
                    <a:pt x="42" y="66"/>
                    <a:pt x="50" y="66"/>
                    <a:pt x="53" y="66"/>
                  </a:cubicBezTo>
                  <a:cubicBezTo>
                    <a:pt x="55" y="67"/>
                    <a:pt x="58" y="65"/>
                    <a:pt x="61" y="63"/>
                  </a:cubicBezTo>
                  <a:cubicBezTo>
                    <a:pt x="63" y="61"/>
                    <a:pt x="71" y="60"/>
                    <a:pt x="74" y="61"/>
                  </a:cubicBezTo>
                  <a:cubicBezTo>
                    <a:pt x="77" y="61"/>
                    <a:pt x="82" y="62"/>
                    <a:pt x="83" y="63"/>
                  </a:cubicBezTo>
                  <a:cubicBezTo>
                    <a:pt x="84" y="64"/>
                    <a:pt x="87" y="65"/>
                    <a:pt x="90" y="66"/>
                  </a:cubicBezTo>
                  <a:cubicBezTo>
                    <a:pt x="90" y="65"/>
                    <a:pt x="90" y="63"/>
                    <a:pt x="90" y="61"/>
                  </a:cubicBezTo>
                  <a:cubicBezTo>
                    <a:pt x="90" y="57"/>
                    <a:pt x="92" y="52"/>
                    <a:pt x="96" y="51"/>
                  </a:cubicBezTo>
                  <a:cubicBezTo>
                    <a:pt x="99" y="51"/>
                    <a:pt x="102" y="51"/>
                    <a:pt x="101" y="45"/>
                  </a:cubicBezTo>
                  <a:cubicBezTo>
                    <a:pt x="101" y="45"/>
                    <a:pt x="101" y="45"/>
                    <a:pt x="101" y="45"/>
                  </a:cubicBezTo>
                  <a:cubicBezTo>
                    <a:pt x="100" y="43"/>
                    <a:pt x="98" y="42"/>
                    <a:pt x="97" y="42"/>
                  </a:cubicBezTo>
                  <a:cubicBezTo>
                    <a:pt x="96" y="42"/>
                    <a:pt x="92" y="45"/>
                    <a:pt x="91" y="4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3" name="Freeform 79"/>
            <p:cNvSpPr>
              <a:spLocks noChangeArrowheads="1"/>
            </p:cNvSpPr>
            <p:nvPr/>
          </p:nvSpPr>
          <p:spPr bwMode="auto">
            <a:xfrm>
              <a:off x="4216414" y="1323976"/>
              <a:ext cx="66675" cy="82550"/>
            </a:xfrm>
            <a:custGeom>
              <a:avLst/>
              <a:gdLst>
                <a:gd name="T0" fmla="*/ 26 w 35"/>
                <a:gd name="T1" fmla="*/ 11 h 43"/>
                <a:gd name="T2" fmla="*/ 18 w 35"/>
                <a:gd name="T3" fmla="*/ 5 h 43"/>
                <a:gd name="T4" fmla="*/ 9 w 35"/>
                <a:gd name="T5" fmla="*/ 0 h 43"/>
                <a:gd name="T6" fmla="*/ 0 w 35"/>
                <a:gd name="T7" fmla="*/ 2 h 43"/>
                <a:gd name="T8" fmla="*/ 8 w 35"/>
                <a:gd name="T9" fmla="*/ 15 h 43"/>
                <a:gd name="T10" fmla="*/ 15 w 35"/>
                <a:gd name="T11" fmla="*/ 31 h 43"/>
                <a:gd name="T12" fmla="*/ 17 w 35"/>
                <a:gd name="T13" fmla="*/ 43 h 43"/>
                <a:gd name="T14" fmla="*/ 23 w 35"/>
                <a:gd name="T15" fmla="*/ 34 h 43"/>
                <a:gd name="T16" fmla="*/ 28 w 35"/>
                <a:gd name="T17" fmla="*/ 29 h 43"/>
                <a:gd name="T18" fmla="*/ 35 w 35"/>
                <a:gd name="T19" fmla="*/ 30 h 43"/>
                <a:gd name="T20" fmla="*/ 33 w 35"/>
                <a:gd name="T21" fmla="*/ 23 h 43"/>
                <a:gd name="T22" fmla="*/ 26 w 35"/>
                <a:gd name="T23" fmla="*/ 11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
                <a:gd name="T37" fmla="*/ 0 h 43"/>
                <a:gd name="T38" fmla="*/ 35 w 35"/>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 h="43">
                  <a:moveTo>
                    <a:pt x="26" y="11"/>
                  </a:moveTo>
                  <a:cubicBezTo>
                    <a:pt x="24" y="7"/>
                    <a:pt x="20" y="5"/>
                    <a:pt x="18" y="5"/>
                  </a:cubicBezTo>
                  <a:cubicBezTo>
                    <a:pt x="15" y="5"/>
                    <a:pt x="11" y="0"/>
                    <a:pt x="9" y="0"/>
                  </a:cubicBezTo>
                  <a:cubicBezTo>
                    <a:pt x="7" y="0"/>
                    <a:pt x="4" y="1"/>
                    <a:pt x="0" y="2"/>
                  </a:cubicBezTo>
                  <a:cubicBezTo>
                    <a:pt x="3" y="8"/>
                    <a:pt x="6" y="13"/>
                    <a:pt x="8" y="15"/>
                  </a:cubicBezTo>
                  <a:cubicBezTo>
                    <a:pt x="11" y="19"/>
                    <a:pt x="18" y="28"/>
                    <a:pt x="15" y="31"/>
                  </a:cubicBezTo>
                  <a:cubicBezTo>
                    <a:pt x="13" y="33"/>
                    <a:pt x="14" y="41"/>
                    <a:pt x="17" y="43"/>
                  </a:cubicBezTo>
                  <a:cubicBezTo>
                    <a:pt x="18" y="42"/>
                    <a:pt x="23" y="35"/>
                    <a:pt x="23" y="34"/>
                  </a:cubicBezTo>
                  <a:cubicBezTo>
                    <a:pt x="23" y="32"/>
                    <a:pt x="24" y="28"/>
                    <a:pt x="28" y="29"/>
                  </a:cubicBezTo>
                  <a:cubicBezTo>
                    <a:pt x="32" y="30"/>
                    <a:pt x="35" y="31"/>
                    <a:pt x="35" y="30"/>
                  </a:cubicBezTo>
                  <a:cubicBezTo>
                    <a:pt x="35" y="29"/>
                    <a:pt x="34" y="24"/>
                    <a:pt x="33" y="23"/>
                  </a:cubicBezTo>
                  <a:cubicBezTo>
                    <a:pt x="31" y="21"/>
                    <a:pt x="27" y="16"/>
                    <a:pt x="26" y="1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4" name="Freeform 80"/>
            <p:cNvSpPr>
              <a:spLocks noChangeArrowheads="1"/>
            </p:cNvSpPr>
            <p:nvPr/>
          </p:nvSpPr>
          <p:spPr bwMode="auto">
            <a:xfrm>
              <a:off x="4119577" y="1441451"/>
              <a:ext cx="134938" cy="74613"/>
            </a:xfrm>
            <a:custGeom>
              <a:avLst/>
              <a:gdLst>
                <a:gd name="T0" fmla="*/ 55 w 71"/>
                <a:gd name="T1" fmla="*/ 1 h 39"/>
                <a:gd name="T2" fmla="*/ 42 w 71"/>
                <a:gd name="T3" fmla="*/ 3 h 39"/>
                <a:gd name="T4" fmla="*/ 34 w 71"/>
                <a:gd name="T5" fmla="*/ 6 h 39"/>
                <a:gd name="T6" fmla="*/ 22 w 71"/>
                <a:gd name="T7" fmla="*/ 6 h 39"/>
                <a:gd name="T8" fmla="*/ 10 w 71"/>
                <a:gd name="T9" fmla="*/ 5 h 39"/>
                <a:gd name="T10" fmla="*/ 3 w 71"/>
                <a:gd name="T11" fmla="*/ 0 h 39"/>
                <a:gd name="T12" fmla="*/ 2 w 71"/>
                <a:gd name="T13" fmla="*/ 1 h 39"/>
                <a:gd name="T14" fmla="*/ 2 w 71"/>
                <a:gd name="T15" fmla="*/ 9 h 39"/>
                <a:gd name="T16" fmla="*/ 6 w 71"/>
                <a:gd name="T17" fmla="*/ 16 h 39"/>
                <a:gd name="T18" fmla="*/ 2 w 71"/>
                <a:gd name="T19" fmla="*/ 21 h 39"/>
                <a:gd name="T20" fmla="*/ 2 w 71"/>
                <a:gd name="T21" fmla="*/ 26 h 39"/>
                <a:gd name="T22" fmla="*/ 8 w 71"/>
                <a:gd name="T23" fmla="*/ 34 h 39"/>
                <a:gd name="T24" fmla="*/ 11 w 71"/>
                <a:gd name="T25" fmla="*/ 37 h 39"/>
                <a:gd name="T26" fmla="*/ 26 w 71"/>
                <a:gd name="T27" fmla="*/ 37 h 39"/>
                <a:gd name="T28" fmla="*/ 38 w 71"/>
                <a:gd name="T29" fmla="*/ 39 h 39"/>
                <a:gd name="T30" fmla="*/ 42 w 71"/>
                <a:gd name="T31" fmla="*/ 36 h 39"/>
                <a:gd name="T32" fmla="*/ 47 w 71"/>
                <a:gd name="T33" fmla="*/ 34 h 39"/>
                <a:gd name="T34" fmla="*/ 47 w 71"/>
                <a:gd name="T35" fmla="*/ 31 h 39"/>
                <a:gd name="T36" fmla="*/ 59 w 71"/>
                <a:gd name="T37" fmla="*/ 31 h 39"/>
                <a:gd name="T38" fmla="*/ 63 w 71"/>
                <a:gd name="T39" fmla="*/ 30 h 39"/>
                <a:gd name="T40" fmla="*/ 62 w 71"/>
                <a:gd name="T41" fmla="*/ 27 h 39"/>
                <a:gd name="T42" fmla="*/ 60 w 71"/>
                <a:gd name="T43" fmla="*/ 19 h 39"/>
                <a:gd name="T44" fmla="*/ 69 w 71"/>
                <a:gd name="T45" fmla="*/ 9 h 39"/>
                <a:gd name="T46" fmla="*/ 71 w 71"/>
                <a:gd name="T47" fmla="*/ 6 h 39"/>
                <a:gd name="T48" fmla="*/ 64 w 71"/>
                <a:gd name="T49" fmla="*/ 3 h 39"/>
                <a:gd name="T50" fmla="*/ 55 w 71"/>
                <a:gd name="T51" fmla="*/ 1 h 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1"/>
                <a:gd name="T79" fmla="*/ 0 h 39"/>
                <a:gd name="T80" fmla="*/ 71 w 71"/>
                <a:gd name="T81" fmla="*/ 39 h 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1" h="39">
                  <a:moveTo>
                    <a:pt x="55" y="1"/>
                  </a:moveTo>
                  <a:cubicBezTo>
                    <a:pt x="52" y="0"/>
                    <a:pt x="44" y="1"/>
                    <a:pt x="42" y="3"/>
                  </a:cubicBezTo>
                  <a:cubicBezTo>
                    <a:pt x="39" y="5"/>
                    <a:pt x="36" y="7"/>
                    <a:pt x="34" y="6"/>
                  </a:cubicBezTo>
                  <a:cubicBezTo>
                    <a:pt x="31" y="6"/>
                    <a:pt x="23" y="6"/>
                    <a:pt x="22" y="6"/>
                  </a:cubicBezTo>
                  <a:cubicBezTo>
                    <a:pt x="20" y="6"/>
                    <a:pt x="11" y="4"/>
                    <a:pt x="10" y="5"/>
                  </a:cubicBezTo>
                  <a:cubicBezTo>
                    <a:pt x="9" y="5"/>
                    <a:pt x="6" y="1"/>
                    <a:pt x="3" y="0"/>
                  </a:cubicBezTo>
                  <a:cubicBezTo>
                    <a:pt x="3" y="1"/>
                    <a:pt x="3" y="1"/>
                    <a:pt x="2" y="1"/>
                  </a:cubicBezTo>
                  <a:cubicBezTo>
                    <a:pt x="0" y="3"/>
                    <a:pt x="0" y="7"/>
                    <a:pt x="2" y="9"/>
                  </a:cubicBezTo>
                  <a:cubicBezTo>
                    <a:pt x="5" y="11"/>
                    <a:pt x="8" y="16"/>
                    <a:pt x="6" y="16"/>
                  </a:cubicBezTo>
                  <a:cubicBezTo>
                    <a:pt x="4" y="16"/>
                    <a:pt x="2" y="19"/>
                    <a:pt x="2" y="21"/>
                  </a:cubicBezTo>
                  <a:cubicBezTo>
                    <a:pt x="2" y="22"/>
                    <a:pt x="1" y="26"/>
                    <a:pt x="2" y="26"/>
                  </a:cubicBezTo>
                  <a:cubicBezTo>
                    <a:pt x="3" y="27"/>
                    <a:pt x="8" y="32"/>
                    <a:pt x="8" y="34"/>
                  </a:cubicBezTo>
                  <a:cubicBezTo>
                    <a:pt x="9" y="35"/>
                    <a:pt x="11" y="36"/>
                    <a:pt x="11" y="37"/>
                  </a:cubicBezTo>
                  <a:cubicBezTo>
                    <a:pt x="15" y="36"/>
                    <a:pt x="24" y="36"/>
                    <a:pt x="26" y="37"/>
                  </a:cubicBezTo>
                  <a:cubicBezTo>
                    <a:pt x="28" y="38"/>
                    <a:pt x="38" y="39"/>
                    <a:pt x="38" y="39"/>
                  </a:cubicBezTo>
                  <a:cubicBezTo>
                    <a:pt x="40" y="39"/>
                    <a:pt x="43" y="38"/>
                    <a:pt x="42" y="36"/>
                  </a:cubicBezTo>
                  <a:cubicBezTo>
                    <a:pt x="41" y="35"/>
                    <a:pt x="45" y="34"/>
                    <a:pt x="47" y="34"/>
                  </a:cubicBezTo>
                  <a:cubicBezTo>
                    <a:pt x="47" y="32"/>
                    <a:pt x="47" y="31"/>
                    <a:pt x="47" y="31"/>
                  </a:cubicBezTo>
                  <a:cubicBezTo>
                    <a:pt x="49" y="30"/>
                    <a:pt x="56" y="29"/>
                    <a:pt x="59" y="31"/>
                  </a:cubicBezTo>
                  <a:cubicBezTo>
                    <a:pt x="60" y="31"/>
                    <a:pt x="62" y="31"/>
                    <a:pt x="63" y="30"/>
                  </a:cubicBezTo>
                  <a:cubicBezTo>
                    <a:pt x="63" y="28"/>
                    <a:pt x="63" y="27"/>
                    <a:pt x="62" y="27"/>
                  </a:cubicBezTo>
                  <a:cubicBezTo>
                    <a:pt x="60" y="27"/>
                    <a:pt x="57" y="19"/>
                    <a:pt x="60" y="19"/>
                  </a:cubicBezTo>
                  <a:cubicBezTo>
                    <a:pt x="62" y="18"/>
                    <a:pt x="65" y="10"/>
                    <a:pt x="69" y="9"/>
                  </a:cubicBezTo>
                  <a:cubicBezTo>
                    <a:pt x="70" y="8"/>
                    <a:pt x="71" y="8"/>
                    <a:pt x="71" y="6"/>
                  </a:cubicBezTo>
                  <a:cubicBezTo>
                    <a:pt x="68" y="5"/>
                    <a:pt x="65" y="4"/>
                    <a:pt x="64" y="3"/>
                  </a:cubicBezTo>
                  <a:cubicBezTo>
                    <a:pt x="63" y="2"/>
                    <a:pt x="58" y="1"/>
                    <a:pt x="55" y="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5" name="Freeform 81"/>
            <p:cNvSpPr>
              <a:spLocks noChangeArrowheads="1"/>
            </p:cNvSpPr>
            <p:nvPr/>
          </p:nvSpPr>
          <p:spPr bwMode="auto">
            <a:xfrm>
              <a:off x="4081477" y="1487489"/>
              <a:ext cx="58738" cy="42863"/>
            </a:xfrm>
            <a:custGeom>
              <a:avLst/>
              <a:gdLst>
                <a:gd name="T0" fmla="*/ 7 w 31"/>
                <a:gd name="T1" fmla="*/ 22 h 22"/>
                <a:gd name="T2" fmla="*/ 7 w 31"/>
                <a:gd name="T3" fmla="*/ 22 h 22"/>
                <a:gd name="T4" fmla="*/ 8 w 31"/>
                <a:gd name="T5" fmla="*/ 22 h 22"/>
                <a:gd name="T6" fmla="*/ 8 w 31"/>
                <a:gd name="T7" fmla="*/ 22 h 22"/>
                <a:gd name="T8" fmla="*/ 8 w 31"/>
                <a:gd name="T9" fmla="*/ 22 h 22"/>
                <a:gd name="T10" fmla="*/ 8 w 31"/>
                <a:gd name="T11" fmla="*/ 22 h 22"/>
                <a:gd name="T12" fmla="*/ 12 w 31"/>
                <a:gd name="T13" fmla="*/ 22 h 22"/>
                <a:gd name="T14" fmla="*/ 12 w 31"/>
                <a:gd name="T15" fmla="*/ 22 h 22"/>
                <a:gd name="T16" fmla="*/ 13 w 31"/>
                <a:gd name="T17" fmla="*/ 21 h 22"/>
                <a:gd name="T18" fmla="*/ 13 w 31"/>
                <a:gd name="T19" fmla="*/ 21 h 22"/>
                <a:gd name="T20" fmla="*/ 15 w 31"/>
                <a:gd name="T21" fmla="*/ 21 h 22"/>
                <a:gd name="T22" fmla="*/ 20 w 31"/>
                <a:gd name="T23" fmla="*/ 18 h 22"/>
                <a:gd name="T24" fmla="*/ 30 w 31"/>
                <a:gd name="T25" fmla="*/ 13 h 22"/>
                <a:gd name="T26" fmla="*/ 31 w 31"/>
                <a:gd name="T27" fmla="*/ 13 h 22"/>
                <a:gd name="T28" fmla="*/ 28 w 31"/>
                <a:gd name="T29" fmla="*/ 10 h 22"/>
                <a:gd name="T30" fmla="*/ 22 w 31"/>
                <a:gd name="T31" fmla="*/ 2 h 22"/>
                <a:gd name="T32" fmla="*/ 22 w 31"/>
                <a:gd name="T33" fmla="*/ 1 h 22"/>
                <a:gd name="T34" fmla="*/ 22 w 31"/>
                <a:gd name="T35" fmla="*/ 1 h 22"/>
                <a:gd name="T36" fmla="*/ 22 w 31"/>
                <a:gd name="T37" fmla="*/ 0 h 22"/>
                <a:gd name="T38" fmla="*/ 2 w 31"/>
                <a:gd name="T39" fmla="*/ 4 h 22"/>
                <a:gd name="T40" fmla="*/ 2 w 31"/>
                <a:gd name="T41" fmla="*/ 3 h 22"/>
                <a:gd name="T42" fmla="*/ 1 w 31"/>
                <a:gd name="T43" fmla="*/ 15 h 22"/>
                <a:gd name="T44" fmla="*/ 7 w 31"/>
                <a:gd name="T45" fmla="*/ 22 h 2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1"/>
                <a:gd name="T70" fmla="*/ 0 h 22"/>
                <a:gd name="T71" fmla="*/ 31 w 31"/>
                <a:gd name="T72" fmla="*/ 22 h 2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1" h="22">
                  <a:moveTo>
                    <a:pt x="7" y="22"/>
                  </a:moveTo>
                  <a:cubicBezTo>
                    <a:pt x="7" y="22"/>
                    <a:pt x="7" y="22"/>
                    <a:pt x="7" y="22"/>
                  </a:cubicBezTo>
                  <a:cubicBezTo>
                    <a:pt x="7" y="22"/>
                    <a:pt x="7" y="22"/>
                    <a:pt x="8" y="22"/>
                  </a:cubicBezTo>
                  <a:cubicBezTo>
                    <a:pt x="8" y="22"/>
                    <a:pt x="8" y="22"/>
                    <a:pt x="8" y="22"/>
                  </a:cubicBezTo>
                  <a:cubicBezTo>
                    <a:pt x="8" y="22"/>
                    <a:pt x="8" y="22"/>
                    <a:pt x="8" y="22"/>
                  </a:cubicBezTo>
                  <a:cubicBezTo>
                    <a:pt x="8" y="22"/>
                    <a:pt x="8" y="22"/>
                    <a:pt x="8" y="22"/>
                  </a:cubicBezTo>
                  <a:cubicBezTo>
                    <a:pt x="9" y="22"/>
                    <a:pt x="11" y="22"/>
                    <a:pt x="12" y="22"/>
                  </a:cubicBezTo>
                  <a:cubicBezTo>
                    <a:pt x="12" y="22"/>
                    <a:pt x="12" y="22"/>
                    <a:pt x="12" y="22"/>
                  </a:cubicBezTo>
                  <a:cubicBezTo>
                    <a:pt x="13" y="22"/>
                    <a:pt x="13" y="22"/>
                    <a:pt x="13" y="21"/>
                  </a:cubicBezTo>
                  <a:cubicBezTo>
                    <a:pt x="13" y="21"/>
                    <a:pt x="13" y="21"/>
                    <a:pt x="13" y="21"/>
                  </a:cubicBezTo>
                  <a:cubicBezTo>
                    <a:pt x="14" y="21"/>
                    <a:pt x="14" y="21"/>
                    <a:pt x="15" y="21"/>
                  </a:cubicBezTo>
                  <a:cubicBezTo>
                    <a:pt x="18" y="21"/>
                    <a:pt x="18" y="17"/>
                    <a:pt x="20" y="18"/>
                  </a:cubicBezTo>
                  <a:cubicBezTo>
                    <a:pt x="21" y="19"/>
                    <a:pt x="29" y="15"/>
                    <a:pt x="30" y="13"/>
                  </a:cubicBezTo>
                  <a:cubicBezTo>
                    <a:pt x="30" y="13"/>
                    <a:pt x="31" y="13"/>
                    <a:pt x="31" y="13"/>
                  </a:cubicBezTo>
                  <a:cubicBezTo>
                    <a:pt x="31" y="12"/>
                    <a:pt x="29" y="11"/>
                    <a:pt x="28" y="10"/>
                  </a:cubicBezTo>
                  <a:cubicBezTo>
                    <a:pt x="28" y="8"/>
                    <a:pt x="23" y="3"/>
                    <a:pt x="22" y="2"/>
                  </a:cubicBezTo>
                  <a:cubicBezTo>
                    <a:pt x="22" y="2"/>
                    <a:pt x="22" y="2"/>
                    <a:pt x="22" y="1"/>
                  </a:cubicBezTo>
                  <a:cubicBezTo>
                    <a:pt x="22" y="1"/>
                    <a:pt x="22" y="1"/>
                    <a:pt x="22" y="1"/>
                  </a:cubicBezTo>
                  <a:cubicBezTo>
                    <a:pt x="22" y="1"/>
                    <a:pt x="22" y="1"/>
                    <a:pt x="22" y="0"/>
                  </a:cubicBezTo>
                  <a:cubicBezTo>
                    <a:pt x="14" y="1"/>
                    <a:pt x="2" y="4"/>
                    <a:pt x="2" y="4"/>
                  </a:cubicBezTo>
                  <a:cubicBezTo>
                    <a:pt x="2" y="4"/>
                    <a:pt x="2" y="4"/>
                    <a:pt x="2" y="3"/>
                  </a:cubicBezTo>
                  <a:cubicBezTo>
                    <a:pt x="1" y="7"/>
                    <a:pt x="0" y="12"/>
                    <a:pt x="1" y="15"/>
                  </a:cubicBezTo>
                  <a:cubicBezTo>
                    <a:pt x="1" y="18"/>
                    <a:pt x="4" y="19"/>
                    <a:pt x="7" y="2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6" name="Freeform 82"/>
            <p:cNvSpPr>
              <a:spLocks noChangeArrowheads="1"/>
            </p:cNvSpPr>
            <p:nvPr/>
          </p:nvSpPr>
          <p:spPr bwMode="auto">
            <a:xfrm>
              <a:off x="4119577" y="1212851"/>
              <a:ext cx="384177" cy="223838"/>
            </a:xfrm>
            <a:custGeom>
              <a:avLst/>
              <a:gdLst>
                <a:gd name="T0" fmla="*/ 187 w 201"/>
                <a:gd name="T1" fmla="*/ 67 h 117"/>
                <a:gd name="T2" fmla="*/ 199 w 201"/>
                <a:gd name="T3" fmla="*/ 60 h 117"/>
                <a:gd name="T4" fmla="*/ 200 w 201"/>
                <a:gd name="T5" fmla="*/ 53 h 117"/>
                <a:gd name="T6" fmla="*/ 201 w 201"/>
                <a:gd name="T7" fmla="*/ 45 h 117"/>
                <a:gd name="T8" fmla="*/ 185 w 201"/>
                <a:gd name="T9" fmla="*/ 39 h 117"/>
                <a:gd name="T10" fmla="*/ 170 w 201"/>
                <a:gd name="T11" fmla="*/ 31 h 117"/>
                <a:gd name="T12" fmla="*/ 158 w 201"/>
                <a:gd name="T13" fmla="*/ 32 h 117"/>
                <a:gd name="T14" fmla="*/ 149 w 201"/>
                <a:gd name="T15" fmla="*/ 28 h 117"/>
                <a:gd name="T16" fmla="*/ 135 w 201"/>
                <a:gd name="T17" fmla="*/ 17 h 117"/>
                <a:gd name="T18" fmla="*/ 131 w 201"/>
                <a:gd name="T19" fmla="*/ 2 h 117"/>
                <a:gd name="T20" fmla="*/ 115 w 201"/>
                <a:gd name="T21" fmla="*/ 1 h 117"/>
                <a:gd name="T22" fmla="*/ 106 w 201"/>
                <a:gd name="T23" fmla="*/ 3 h 117"/>
                <a:gd name="T24" fmla="*/ 92 w 201"/>
                <a:gd name="T25" fmla="*/ 12 h 117"/>
                <a:gd name="T26" fmla="*/ 80 w 201"/>
                <a:gd name="T27" fmla="*/ 15 h 117"/>
                <a:gd name="T28" fmla="*/ 65 w 201"/>
                <a:gd name="T29" fmla="*/ 12 h 117"/>
                <a:gd name="T30" fmla="*/ 47 w 201"/>
                <a:gd name="T31" fmla="*/ 9 h 117"/>
                <a:gd name="T32" fmla="*/ 21 w 201"/>
                <a:gd name="T33" fmla="*/ 11 h 117"/>
                <a:gd name="T34" fmla="*/ 16 w 201"/>
                <a:gd name="T35" fmla="*/ 16 h 117"/>
                <a:gd name="T36" fmla="*/ 15 w 201"/>
                <a:gd name="T37" fmla="*/ 31 h 117"/>
                <a:gd name="T38" fmla="*/ 5 w 201"/>
                <a:gd name="T39" fmla="*/ 50 h 117"/>
                <a:gd name="T40" fmla="*/ 5 w 201"/>
                <a:gd name="T41" fmla="*/ 63 h 117"/>
                <a:gd name="T42" fmla="*/ 11 w 201"/>
                <a:gd name="T43" fmla="*/ 64 h 117"/>
                <a:gd name="T44" fmla="*/ 29 w 201"/>
                <a:gd name="T45" fmla="*/ 68 h 117"/>
                <a:gd name="T46" fmla="*/ 40 w 201"/>
                <a:gd name="T47" fmla="*/ 66 h 117"/>
                <a:gd name="T48" fmla="*/ 60 w 201"/>
                <a:gd name="T49" fmla="*/ 58 h 117"/>
                <a:gd name="T50" fmla="*/ 77 w 201"/>
                <a:gd name="T51" fmla="*/ 69 h 117"/>
                <a:gd name="T52" fmla="*/ 86 w 201"/>
                <a:gd name="T53" fmla="*/ 88 h 117"/>
                <a:gd name="T54" fmla="*/ 74 w 201"/>
                <a:gd name="T55" fmla="*/ 92 h 117"/>
                <a:gd name="T56" fmla="*/ 72 w 201"/>
                <a:gd name="T57" fmla="*/ 105 h 117"/>
                <a:gd name="T58" fmla="*/ 82 w 201"/>
                <a:gd name="T59" fmla="*/ 105 h 117"/>
                <a:gd name="T60" fmla="*/ 97 w 201"/>
                <a:gd name="T61" fmla="*/ 85 h 117"/>
                <a:gd name="T62" fmla="*/ 111 w 201"/>
                <a:gd name="T63" fmla="*/ 90 h 117"/>
                <a:gd name="T64" fmla="*/ 114 w 201"/>
                <a:gd name="T65" fmla="*/ 101 h 117"/>
                <a:gd name="T66" fmla="*/ 126 w 201"/>
                <a:gd name="T67" fmla="*/ 115 h 117"/>
                <a:gd name="T68" fmla="*/ 146 w 201"/>
                <a:gd name="T69" fmla="*/ 108 h 117"/>
                <a:gd name="T70" fmla="*/ 150 w 201"/>
                <a:gd name="T71" fmla="*/ 103 h 117"/>
                <a:gd name="T72" fmla="*/ 155 w 201"/>
                <a:gd name="T73" fmla="*/ 85 h 117"/>
                <a:gd name="T74" fmla="*/ 178 w 201"/>
                <a:gd name="T75" fmla="*/ 78 h 11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1"/>
                <a:gd name="T115" fmla="*/ 0 h 117"/>
                <a:gd name="T116" fmla="*/ 201 w 201"/>
                <a:gd name="T117" fmla="*/ 117 h 11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1" h="117">
                  <a:moveTo>
                    <a:pt x="179" y="73"/>
                  </a:moveTo>
                  <a:cubicBezTo>
                    <a:pt x="180" y="73"/>
                    <a:pt x="186" y="67"/>
                    <a:pt x="187" y="67"/>
                  </a:cubicBezTo>
                  <a:cubicBezTo>
                    <a:pt x="189" y="67"/>
                    <a:pt x="197" y="68"/>
                    <a:pt x="197" y="67"/>
                  </a:cubicBezTo>
                  <a:cubicBezTo>
                    <a:pt x="197" y="66"/>
                    <a:pt x="199" y="62"/>
                    <a:pt x="199" y="60"/>
                  </a:cubicBezTo>
                  <a:cubicBezTo>
                    <a:pt x="198" y="59"/>
                    <a:pt x="196" y="57"/>
                    <a:pt x="196" y="56"/>
                  </a:cubicBezTo>
                  <a:cubicBezTo>
                    <a:pt x="197" y="55"/>
                    <a:pt x="200" y="55"/>
                    <a:pt x="200" y="53"/>
                  </a:cubicBezTo>
                  <a:cubicBezTo>
                    <a:pt x="200" y="52"/>
                    <a:pt x="197" y="51"/>
                    <a:pt x="197" y="50"/>
                  </a:cubicBezTo>
                  <a:cubicBezTo>
                    <a:pt x="197" y="49"/>
                    <a:pt x="201" y="47"/>
                    <a:pt x="201" y="45"/>
                  </a:cubicBezTo>
                  <a:cubicBezTo>
                    <a:pt x="200" y="43"/>
                    <a:pt x="197" y="43"/>
                    <a:pt x="194" y="41"/>
                  </a:cubicBezTo>
                  <a:cubicBezTo>
                    <a:pt x="191" y="40"/>
                    <a:pt x="188" y="40"/>
                    <a:pt x="185" y="39"/>
                  </a:cubicBezTo>
                  <a:cubicBezTo>
                    <a:pt x="182" y="37"/>
                    <a:pt x="175" y="38"/>
                    <a:pt x="175" y="37"/>
                  </a:cubicBezTo>
                  <a:cubicBezTo>
                    <a:pt x="175" y="36"/>
                    <a:pt x="171" y="33"/>
                    <a:pt x="170" y="31"/>
                  </a:cubicBezTo>
                  <a:cubicBezTo>
                    <a:pt x="169" y="30"/>
                    <a:pt x="166" y="31"/>
                    <a:pt x="164" y="32"/>
                  </a:cubicBezTo>
                  <a:cubicBezTo>
                    <a:pt x="162" y="33"/>
                    <a:pt x="160" y="34"/>
                    <a:pt x="158" y="32"/>
                  </a:cubicBezTo>
                  <a:cubicBezTo>
                    <a:pt x="156" y="31"/>
                    <a:pt x="155" y="29"/>
                    <a:pt x="153" y="30"/>
                  </a:cubicBezTo>
                  <a:cubicBezTo>
                    <a:pt x="151" y="31"/>
                    <a:pt x="148" y="30"/>
                    <a:pt x="149" y="28"/>
                  </a:cubicBezTo>
                  <a:cubicBezTo>
                    <a:pt x="149" y="25"/>
                    <a:pt x="145" y="20"/>
                    <a:pt x="144" y="19"/>
                  </a:cubicBezTo>
                  <a:cubicBezTo>
                    <a:pt x="142" y="18"/>
                    <a:pt x="137" y="19"/>
                    <a:pt x="135" y="17"/>
                  </a:cubicBezTo>
                  <a:cubicBezTo>
                    <a:pt x="134" y="14"/>
                    <a:pt x="132" y="12"/>
                    <a:pt x="133" y="11"/>
                  </a:cubicBezTo>
                  <a:cubicBezTo>
                    <a:pt x="134" y="9"/>
                    <a:pt x="133" y="4"/>
                    <a:pt x="131" y="2"/>
                  </a:cubicBezTo>
                  <a:cubicBezTo>
                    <a:pt x="130" y="0"/>
                    <a:pt x="124" y="0"/>
                    <a:pt x="122" y="1"/>
                  </a:cubicBezTo>
                  <a:cubicBezTo>
                    <a:pt x="120" y="2"/>
                    <a:pt x="116" y="0"/>
                    <a:pt x="115" y="1"/>
                  </a:cubicBezTo>
                  <a:cubicBezTo>
                    <a:pt x="113" y="2"/>
                    <a:pt x="112" y="4"/>
                    <a:pt x="109" y="4"/>
                  </a:cubicBezTo>
                  <a:cubicBezTo>
                    <a:pt x="108" y="4"/>
                    <a:pt x="107" y="4"/>
                    <a:pt x="106" y="3"/>
                  </a:cubicBezTo>
                  <a:cubicBezTo>
                    <a:pt x="104" y="4"/>
                    <a:pt x="99" y="4"/>
                    <a:pt x="99" y="4"/>
                  </a:cubicBezTo>
                  <a:cubicBezTo>
                    <a:pt x="99" y="4"/>
                    <a:pt x="92" y="10"/>
                    <a:pt x="92" y="12"/>
                  </a:cubicBezTo>
                  <a:cubicBezTo>
                    <a:pt x="92" y="14"/>
                    <a:pt x="92" y="17"/>
                    <a:pt x="90" y="15"/>
                  </a:cubicBezTo>
                  <a:cubicBezTo>
                    <a:pt x="89" y="14"/>
                    <a:pt x="82" y="14"/>
                    <a:pt x="80" y="15"/>
                  </a:cubicBezTo>
                  <a:cubicBezTo>
                    <a:pt x="78" y="16"/>
                    <a:pt x="76" y="11"/>
                    <a:pt x="73" y="12"/>
                  </a:cubicBezTo>
                  <a:cubicBezTo>
                    <a:pt x="70" y="14"/>
                    <a:pt x="66" y="10"/>
                    <a:pt x="65" y="12"/>
                  </a:cubicBezTo>
                  <a:cubicBezTo>
                    <a:pt x="65" y="13"/>
                    <a:pt x="61" y="12"/>
                    <a:pt x="58" y="11"/>
                  </a:cubicBezTo>
                  <a:cubicBezTo>
                    <a:pt x="55" y="9"/>
                    <a:pt x="49" y="11"/>
                    <a:pt x="47" y="9"/>
                  </a:cubicBezTo>
                  <a:cubicBezTo>
                    <a:pt x="45" y="7"/>
                    <a:pt x="32" y="7"/>
                    <a:pt x="28" y="7"/>
                  </a:cubicBezTo>
                  <a:cubicBezTo>
                    <a:pt x="24" y="7"/>
                    <a:pt x="23" y="9"/>
                    <a:pt x="21" y="11"/>
                  </a:cubicBezTo>
                  <a:cubicBezTo>
                    <a:pt x="19" y="13"/>
                    <a:pt x="17" y="12"/>
                    <a:pt x="15" y="12"/>
                  </a:cubicBezTo>
                  <a:cubicBezTo>
                    <a:pt x="15" y="14"/>
                    <a:pt x="15" y="15"/>
                    <a:pt x="16" y="16"/>
                  </a:cubicBezTo>
                  <a:cubicBezTo>
                    <a:pt x="17" y="18"/>
                    <a:pt x="21" y="25"/>
                    <a:pt x="20" y="27"/>
                  </a:cubicBezTo>
                  <a:cubicBezTo>
                    <a:pt x="19" y="29"/>
                    <a:pt x="17" y="29"/>
                    <a:pt x="15" y="31"/>
                  </a:cubicBezTo>
                  <a:cubicBezTo>
                    <a:pt x="14" y="33"/>
                    <a:pt x="5" y="41"/>
                    <a:pt x="5" y="42"/>
                  </a:cubicBezTo>
                  <a:cubicBezTo>
                    <a:pt x="4" y="43"/>
                    <a:pt x="6" y="49"/>
                    <a:pt x="5" y="50"/>
                  </a:cubicBezTo>
                  <a:cubicBezTo>
                    <a:pt x="4" y="51"/>
                    <a:pt x="0" y="56"/>
                    <a:pt x="0" y="58"/>
                  </a:cubicBezTo>
                  <a:cubicBezTo>
                    <a:pt x="0" y="60"/>
                    <a:pt x="3" y="63"/>
                    <a:pt x="5" y="63"/>
                  </a:cubicBezTo>
                  <a:cubicBezTo>
                    <a:pt x="6" y="64"/>
                    <a:pt x="6" y="64"/>
                    <a:pt x="7" y="65"/>
                  </a:cubicBezTo>
                  <a:cubicBezTo>
                    <a:pt x="8" y="64"/>
                    <a:pt x="10" y="64"/>
                    <a:pt x="11" y="64"/>
                  </a:cubicBezTo>
                  <a:cubicBezTo>
                    <a:pt x="13" y="64"/>
                    <a:pt x="20" y="66"/>
                    <a:pt x="22" y="66"/>
                  </a:cubicBezTo>
                  <a:cubicBezTo>
                    <a:pt x="25" y="66"/>
                    <a:pt x="28" y="67"/>
                    <a:pt x="29" y="68"/>
                  </a:cubicBezTo>
                  <a:cubicBezTo>
                    <a:pt x="30" y="69"/>
                    <a:pt x="32" y="69"/>
                    <a:pt x="34" y="67"/>
                  </a:cubicBezTo>
                  <a:cubicBezTo>
                    <a:pt x="36" y="65"/>
                    <a:pt x="38" y="66"/>
                    <a:pt x="40" y="66"/>
                  </a:cubicBezTo>
                  <a:cubicBezTo>
                    <a:pt x="42" y="66"/>
                    <a:pt x="45" y="65"/>
                    <a:pt x="46" y="63"/>
                  </a:cubicBezTo>
                  <a:cubicBezTo>
                    <a:pt x="47" y="61"/>
                    <a:pt x="57" y="59"/>
                    <a:pt x="60" y="58"/>
                  </a:cubicBezTo>
                  <a:cubicBezTo>
                    <a:pt x="62" y="58"/>
                    <a:pt x="66" y="63"/>
                    <a:pt x="69" y="63"/>
                  </a:cubicBezTo>
                  <a:cubicBezTo>
                    <a:pt x="71" y="63"/>
                    <a:pt x="75" y="65"/>
                    <a:pt x="77" y="69"/>
                  </a:cubicBezTo>
                  <a:cubicBezTo>
                    <a:pt x="78" y="74"/>
                    <a:pt x="82" y="79"/>
                    <a:pt x="84" y="81"/>
                  </a:cubicBezTo>
                  <a:cubicBezTo>
                    <a:pt x="85" y="82"/>
                    <a:pt x="86" y="87"/>
                    <a:pt x="86" y="88"/>
                  </a:cubicBezTo>
                  <a:cubicBezTo>
                    <a:pt x="86" y="89"/>
                    <a:pt x="83" y="88"/>
                    <a:pt x="79" y="87"/>
                  </a:cubicBezTo>
                  <a:cubicBezTo>
                    <a:pt x="75" y="86"/>
                    <a:pt x="74" y="90"/>
                    <a:pt x="74" y="92"/>
                  </a:cubicBezTo>
                  <a:cubicBezTo>
                    <a:pt x="74" y="94"/>
                    <a:pt x="69" y="101"/>
                    <a:pt x="68" y="102"/>
                  </a:cubicBezTo>
                  <a:cubicBezTo>
                    <a:pt x="67" y="103"/>
                    <a:pt x="70" y="104"/>
                    <a:pt x="72" y="105"/>
                  </a:cubicBezTo>
                  <a:cubicBezTo>
                    <a:pt x="73" y="105"/>
                    <a:pt x="77" y="102"/>
                    <a:pt x="78" y="102"/>
                  </a:cubicBezTo>
                  <a:cubicBezTo>
                    <a:pt x="79" y="102"/>
                    <a:pt x="81" y="103"/>
                    <a:pt x="82" y="105"/>
                  </a:cubicBezTo>
                  <a:cubicBezTo>
                    <a:pt x="82" y="99"/>
                    <a:pt x="83" y="100"/>
                    <a:pt x="88" y="96"/>
                  </a:cubicBezTo>
                  <a:cubicBezTo>
                    <a:pt x="93" y="93"/>
                    <a:pt x="93" y="86"/>
                    <a:pt x="97" y="85"/>
                  </a:cubicBezTo>
                  <a:cubicBezTo>
                    <a:pt x="102" y="84"/>
                    <a:pt x="104" y="82"/>
                    <a:pt x="110" y="83"/>
                  </a:cubicBezTo>
                  <a:cubicBezTo>
                    <a:pt x="116" y="84"/>
                    <a:pt x="107" y="88"/>
                    <a:pt x="111" y="90"/>
                  </a:cubicBezTo>
                  <a:cubicBezTo>
                    <a:pt x="115" y="93"/>
                    <a:pt x="129" y="90"/>
                    <a:pt x="129" y="93"/>
                  </a:cubicBezTo>
                  <a:cubicBezTo>
                    <a:pt x="130" y="96"/>
                    <a:pt x="114" y="100"/>
                    <a:pt x="114" y="101"/>
                  </a:cubicBezTo>
                  <a:cubicBezTo>
                    <a:pt x="115" y="103"/>
                    <a:pt x="123" y="105"/>
                    <a:pt x="126" y="107"/>
                  </a:cubicBezTo>
                  <a:cubicBezTo>
                    <a:pt x="129" y="108"/>
                    <a:pt x="125" y="114"/>
                    <a:pt x="126" y="115"/>
                  </a:cubicBezTo>
                  <a:cubicBezTo>
                    <a:pt x="128" y="117"/>
                    <a:pt x="132" y="116"/>
                    <a:pt x="135" y="113"/>
                  </a:cubicBezTo>
                  <a:cubicBezTo>
                    <a:pt x="139" y="111"/>
                    <a:pt x="142" y="111"/>
                    <a:pt x="146" y="108"/>
                  </a:cubicBezTo>
                  <a:cubicBezTo>
                    <a:pt x="151" y="105"/>
                    <a:pt x="160" y="108"/>
                    <a:pt x="161" y="106"/>
                  </a:cubicBezTo>
                  <a:cubicBezTo>
                    <a:pt x="162" y="104"/>
                    <a:pt x="159" y="103"/>
                    <a:pt x="150" y="103"/>
                  </a:cubicBezTo>
                  <a:cubicBezTo>
                    <a:pt x="141" y="104"/>
                    <a:pt x="141" y="96"/>
                    <a:pt x="141" y="94"/>
                  </a:cubicBezTo>
                  <a:cubicBezTo>
                    <a:pt x="141" y="92"/>
                    <a:pt x="150" y="86"/>
                    <a:pt x="155" y="85"/>
                  </a:cubicBezTo>
                  <a:cubicBezTo>
                    <a:pt x="160" y="85"/>
                    <a:pt x="164" y="83"/>
                    <a:pt x="169" y="81"/>
                  </a:cubicBezTo>
                  <a:cubicBezTo>
                    <a:pt x="171" y="80"/>
                    <a:pt x="175" y="79"/>
                    <a:pt x="178" y="78"/>
                  </a:cubicBezTo>
                  <a:cubicBezTo>
                    <a:pt x="178" y="76"/>
                    <a:pt x="177" y="73"/>
                    <a:pt x="179" y="7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7" name="Freeform 83"/>
            <p:cNvSpPr>
              <a:spLocks noChangeArrowheads="1"/>
            </p:cNvSpPr>
            <p:nvPr/>
          </p:nvSpPr>
          <p:spPr bwMode="auto">
            <a:xfrm>
              <a:off x="4140214" y="1098551"/>
              <a:ext cx="203201" cy="146050"/>
            </a:xfrm>
            <a:custGeom>
              <a:avLst/>
              <a:gdLst>
                <a:gd name="T0" fmla="*/ 99 w 106"/>
                <a:gd name="T1" fmla="*/ 38 h 77"/>
                <a:gd name="T2" fmla="*/ 93 w 106"/>
                <a:gd name="T3" fmla="*/ 32 h 77"/>
                <a:gd name="T4" fmla="*/ 88 w 106"/>
                <a:gd name="T5" fmla="*/ 25 h 77"/>
                <a:gd name="T6" fmla="*/ 86 w 106"/>
                <a:gd name="T7" fmla="*/ 17 h 77"/>
                <a:gd name="T8" fmla="*/ 85 w 106"/>
                <a:gd name="T9" fmla="*/ 9 h 77"/>
                <a:gd name="T10" fmla="*/ 75 w 106"/>
                <a:gd name="T11" fmla="*/ 6 h 77"/>
                <a:gd name="T12" fmla="*/ 69 w 106"/>
                <a:gd name="T13" fmla="*/ 6 h 77"/>
                <a:gd name="T14" fmla="*/ 63 w 106"/>
                <a:gd name="T15" fmla="*/ 3 h 77"/>
                <a:gd name="T16" fmla="*/ 57 w 106"/>
                <a:gd name="T17" fmla="*/ 1 h 77"/>
                <a:gd name="T18" fmla="*/ 57 w 106"/>
                <a:gd name="T19" fmla="*/ 0 h 77"/>
                <a:gd name="T20" fmla="*/ 53 w 106"/>
                <a:gd name="T21" fmla="*/ 2 h 77"/>
                <a:gd name="T22" fmla="*/ 49 w 106"/>
                <a:gd name="T23" fmla="*/ 6 h 77"/>
                <a:gd name="T24" fmla="*/ 41 w 106"/>
                <a:gd name="T25" fmla="*/ 7 h 77"/>
                <a:gd name="T26" fmla="*/ 38 w 106"/>
                <a:gd name="T27" fmla="*/ 13 h 77"/>
                <a:gd name="T28" fmla="*/ 37 w 106"/>
                <a:gd name="T29" fmla="*/ 17 h 77"/>
                <a:gd name="T30" fmla="*/ 33 w 106"/>
                <a:gd name="T31" fmla="*/ 20 h 77"/>
                <a:gd name="T32" fmla="*/ 27 w 106"/>
                <a:gd name="T33" fmla="*/ 26 h 77"/>
                <a:gd name="T34" fmla="*/ 26 w 106"/>
                <a:gd name="T35" fmla="*/ 31 h 77"/>
                <a:gd name="T36" fmla="*/ 18 w 106"/>
                <a:gd name="T37" fmla="*/ 33 h 77"/>
                <a:gd name="T38" fmla="*/ 13 w 106"/>
                <a:gd name="T39" fmla="*/ 36 h 77"/>
                <a:gd name="T40" fmla="*/ 4 w 106"/>
                <a:gd name="T41" fmla="*/ 35 h 77"/>
                <a:gd name="T42" fmla="*/ 4 w 106"/>
                <a:gd name="T43" fmla="*/ 36 h 77"/>
                <a:gd name="T44" fmla="*/ 6 w 106"/>
                <a:gd name="T45" fmla="*/ 45 h 77"/>
                <a:gd name="T46" fmla="*/ 7 w 106"/>
                <a:gd name="T47" fmla="*/ 55 h 77"/>
                <a:gd name="T48" fmla="*/ 0 w 106"/>
                <a:gd name="T49" fmla="*/ 60 h 77"/>
                <a:gd name="T50" fmla="*/ 4 w 106"/>
                <a:gd name="T51" fmla="*/ 66 h 77"/>
                <a:gd name="T52" fmla="*/ 4 w 106"/>
                <a:gd name="T53" fmla="*/ 72 h 77"/>
                <a:gd name="T54" fmla="*/ 10 w 106"/>
                <a:gd name="T55" fmla="*/ 71 h 77"/>
                <a:gd name="T56" fmla="*/ 17 w 106"/>
                <a:gd name="T57" fmla="*/ 67 h 77"/>
                <a:gd name="T58" fmla="*/ 36 w 106"/>
                <a:gd name="T59" fmla="*/ 69 h 77"/>
                <a:gd name="T60" fmla="*/ 47 w 106"/>
                <a:gd name="T61" fmla="*/ 71 h 77"/>
                <a:gd name="T62" fmla="*/ 54 w 106"/>
                <a:gd name="T63" fmla="*/ 72 h 77"/>
                <a:gd name="T64" fmla="*/ 62 w 106"/>
                <a:gd name="T65" fmla="*/ 72 h 77"/>
                <a:gd name="T66" fmla="*/ 69 w 106"/>
                <a:gd name="T67" fmla="*/ 75 h 77"/>
                <a:gd name="T68" fmla="*/ 79 w 106"/>
                <a:gd name="T69" fmla="*/ 75 h 77"/>
                <a:gd name="T70" fmla="*/ 81 w 106"/>
                <a:gd name="T71" fmla="*/ 72 h 77"/>
                <a:gd name="T72" fmla="*/ 88 w 106"/>
                <a:gd name="T73" fmla="*/ 64 h 77"/>
                <a:gd name="T74" fmla="*/ 95 w 106"/>
                <a:gd name="T75" fmla="*/ 63 h 77"/>
                <a:gd name="T76" fmla="*/ 94 w 106"/>
                <a:gd name="T77" fmla="*/ 58 h 77"/>
                <a:gd name="T78" fmla="*/ 92 w 106"/>
                <a:gd name="T79" fmla="*/ 48 h 77"/>
                <a:gd name="T80" fmla="*/ 100 w 106"/>
                <a:gd name="T81" fmla="*/ 49 h 77"/>
                <a:gd name="T82" fmla="*/ 106 w 106"/>
                <a:gd name="T83" fmla="*/ 44 h 77"/>
                <a:gd name="T84" fmla="*/ 99 w 106"/>
                <a:gd name="T85" fmla="*/ 38 h 7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6"/>
                <a:gd name="T130" fmla="*/ 0 h 77"/>
                <a:gd name="T131" fmla="*/ 106 w 106"/>
                <a:gd name="T132" fmla="*/ 77 h 7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6" h="77">
                  <a:moveTo>
                    <a:pt x="99" y="38"/>
                  </a:moveTo>
                  <a:cubicBezTo>
                    <a:pt x="97" y="37"/>
                    <a:pt x="96" y="33"/>
                    <a:pt x="93" y="32"/>
                  </a:cubicBezTo>
                  <a:cubicBezTo>
                    <a:pt x="90" y="30"/>
                    <a:pt x="90" y="26"/>
                    <a:pt x="88" y="25"/>
                  </a:cubicBezTo>
                  <a:cubicBezTo>
                    <a:pt x="85" y="23"/>
                    <a:pt x="87" y="19"/>
                    <a:pt x="86" y="17"/>
                  </a:cubicBezTo>
                  <a:cubicBezTo>
                    <a:pt x="86" y="14"/>
                    <a:pt x="87" y="10"/>
                    <a:pt x="85" y="9"/>
                  </a:cubicBezTo>
                  <a:cubicBezTo>
                    <a:pt x="84" y="8"/>
                    <a:pt x="78" y="5"/>
                    <a:pt x="75" y="6"/>
                  </a:cubicBezTo>
                  <a:cubicBezTo>
                    <a:pt x="72" y="7"/>
                    <a:pt x="70" y="8"/>
                    <a:pt x="69" y="6"/>
                  </a:cubicBezTo>
                  <a:cubicBezTo>
                    <a:pt x="68" y="4"/>
                    <a:pt x="66" y="2"/>
                    <a:pt x="63" y="3"/>
                  </a:cubicBezTo>
                  <a:cubicBezTo>
                    <a:pt x="60" y="4"/>
                    <a:pt x="59" y="3"/>
                    <a:pt x="57" y="1"/>
                  </a:cubicBezTo>
                  <a:cubicBezTo>
                    <a:pt x="57" y="1"/>
                    <a:pt x="57" y="1"/>
                    <a:pt x="57" y="0"/>
                  </a:cubicBezTo>
                  <a:cubicBezTo>
                    <a:pt x="55" y="1"/>
                    <a:pt x="54" y="1"/>
                    <a:pt x="53" y="2"/>
                  </a:cubicBezTo>
                  <a:cubicBezTo>
                    <a:pt x="51" y="3"/>
                    <a:pt x="51" y="6"/>
                    <a:pt x="49" y="6"/>
                  </a:cubicBezTo>
                  <a:cubicBezTo>
                    <a:pt x="46" y="6"/>
                    <a:pt x="44" y="5"/>
                    <a:pt x="41" y="7"/>
                  </a:cubicBezTo>
                  <a:cubicBezTo>
                    <a:pt x="38" y="9"/>
                    <a:pt x="38" y="11"/>
                    <a:pt x="38" y="13"/>
                  </a:cubicBezTo>
                  <a:cubicBezTo>
                    <a:pt x="38" y="15"/>
                    <a:pt x="39" y="17"/>
                    <a:pt x="37" y="17"/>
                  </a:cubicBezTo>
                  <a:cubicBezTo>
                    <a:pt x="35" y="17"/>
                    <a:pt x="35" y="20"/>
                    <a:pt x="33" y="20"/>
                  </a:cubicBezTo>
                  <a:cubicBezTo>
                    <a:pt x="31" y="21"/>
                    <a:pt x="28" y="24"/>
                    <a:pt x="27" y="26"/>
                  </a:cubicBezTo>
                  <a:cubicBezTo>
                    <a:pt x="27" y="27"/>
                    <a:pt x="27" y="31"/>
                    <a:pt x="26" y="31"/>
                  </a:cubicBezTo>
                  <a:cubicBezTo>
                    <a:pt x="24" y="31"/>
                    <a:pt x="20" y="32"/>
                    <a:pt x="18" y="33"/>
                  </a:cubicBezTo>
                  <a:cubicBezTo>
                    <a:pt x="17" y="35"/>
                    <a:pt x="15" y="37"/>
                    <a:pt x="13" y="36"/>
                  </a:cubicBezTo>
                  <a:cubicBezTo>
                    <a:pt x="11" y="36"/>
                    <a:pt x="8" y="35"/>
                    <a:pt x="4" y="35"/>
                  </a:cubicBezTo>
                  <a:cubicBezTo>
                    <a:pt x="4" y="36"/>
                    <a:pt x="4" y="36"/>
                    <a:pt x="4" y="36"/>
                  </a:cubicBezTo>
                  <a:cubicBezTo>
                    <a:pt x="3" y="40"/>
                    <a:pt x="4" y="43"/>
                    <a:pt x="6" y="45"/>
                  </a:cubicBezTo>
                  <a:cubicBezTo>
                    <a:pt x="8" y="47"/>
                    <a:pt x="9" y="54"/>
                    <a:pt x="7" y="55"/>
                  </a:cubicBezTo>
                  <a:cubicBezTo>
                    <a:pt x="4" y="56"/>
                    <a:pt x="0" y="59"/>
                    <a:pt x="0" y="60"/>
                  </a:cubicBezTo>
                  <a:cubicBezTo>
                    <a:pt x="0" y="62"/>
                    <a:pt x="5" y="64"/>
                    <a:pt x="4" y="66"/>
                  </a:cubicBezTo>
                  <a:cubicBezTo>
                    <a:pt x="3" y="67"/>
                    <a:pt x="3" y="70"/>
                    <a:pt x="4" y="72"/>
                  </a:cubicBezTo>
                  <a:cubicBezTo>
                    <a:pt x="6" y="72"/>
                    <a:pt x="8" y="73"/>
                    <a:pt x="10" y="71"/>
                  </a:cubicBezTo>
                  <a:cubicBezTo>
                    <a:pt x="12" y="69"/>
                    <a:pt x="13" y="67"/>
                    <a:pt x="17" y="67"/>
                  </a:cubicBezTo>
                  <a:cubicBezTo>
                    <a:pt x="21" y="67"/>
                    <a:pt x="34" y="67"/>
                    <a:pt x="36" y="69"/>
                  </a:cubicBezTo>
                  <a:cubicBezTo>
                    <a:pt x="38" y="71"/>
                    <a:pt x="44" y="69"/>
                    <a:pt x="47" y="71"/>
                  </a:cubicBezTo>
                  <a:cubicBezTo>
                    <a:pt x="50" y="72"/>
                    <a:pt x="54" y="73"/>
                    <a:pt x="54" y="72"/>
                  </a:cubicBezTo>
                  <a:cubicBezTo>
                    <a:pt x="55" y="70"/>
                    <a:pt x="59" y="74"/>
                    <a:pt x="62" y="72"/>
                  </a:cubicBezTo>
                  <a:cubicBezTo>
                    <a:pt x="65" y="71"/>
                    <a:pt x="67" y="76"/>
                    <a:pt x="69" y="75"/>
                  </a:cubicBezTo>
                  <a:cubicBezTo>
                    <a:pt x="71" y="74"/>
                    <a:pt x="78" y="74"/>
                    <a:pt x="79" y="75"/>
                  </a:cubicBezTo>
                  <a:cubicBezTo>
                    <a:pt x="81" y="77"/>
                    <a:pt x="81" y="74"/>
                    <a:pt x="81" y="72"/>
                  </a:cubicBezTo>
                  <a:cubicBezTo>
                    <a:pt x="81" y="70"/>
                    <a:pt x="88" y="64"/>
                    <a:pt x="88" y="64"/>
                  </a:cubicBezTo>
                  <a:cubicBezTo>
                    <a:pt x="88" y="64"/>
                    <a:pt x="93" y="64"/>
                    <a:pt x="95" y="63"/>
                  </a:cubicBezTo>
                  <a:cubicBezTo>
                    <a:pt x="95" y="62"/>
                    <a:pt x="94" y="60"/>
                    <a:pt x="94" y="58"/>
                  </a:cubicBezTo>
                  <a:cubicBezTo>
                    <a:pt x="92" y="53"/>
                    <a:pt x="90" y="49"/>
                    <a:pt x="92" y="48"/>
                  </a:cubicBezTo>
                  <a:cubicBezTo>
                    <a:pt x="93" y="46"/>
                    <a:pt x="98" y="50"/>
                    <a:pt x="100" y="49"/>
                  </a:cubicBezTo>
                  <a:cubicBezTo>
                    <a:pt x="102" y="48"/>
                    <a:pt x="106" y="46"/>
                    <a:pt x="106" y="44"/>
                  </a:cubicBezTo>
                  <a:cubicBezTo>
                    <a:pt x="105" y="41"/>
                    <a:pt x="101" y="38"/>
                    <a:pt x="99" y="3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8" name="Freeform 84"/>
            <p:cNvSpPr>
              <a:spLocks noChangeArrowheads="1"/>
            </p:cNvSpPr>
            <p:nvPr/>
          </p:nvSpPr>
          <p:spPr bwMode="auto">
            <a:xfrm>
              <a:off x="4089414" y="1041401"/>
              <a:ext cx="160339" cy="74613"/>
            </a:xfrm>
            <a:custGeom>
              <a:avLst/>
              <a:gdLst>
                <a:gd name="T0" fmla="*/ 29 w 84"/>
                <a:gd name="T1" fmla="*/ 27 h 39"/>
                <a:gd name="T2" fmla="*/ 43 w 84"/>
                <a:gd name="T3" fmla="*/ 27 h 39"/>
                <a:gd name="T4" fmla="*/ 49 w 84"/>
                <a:gd name="T5" fmla="*/ 30 h 39"/>
                <a:gd name="T6" fmla="*/ 60 w 84"/>
                <a:gd name="T7" fmla="*/ 36 h 39"/>
                <a:gd name="T8" fmla="*/ 66 w 84"/>
                <a:gd name="T9" fmla="*/ 39 h 39"/>
                <a:gd name="T10" fmla="*/ 68 w 84"/>
                <a:gd name="T11" fmla="*/ 37 h 39"/>
                <a:gd name="T12" fmla="*/ 76 w 84"/>
                <a:gd name="T13" fmla="*/ 36 h 39"/>
                <a:gd name="T14" fmla="*/ 80 w 84"/>
                <a:gd name="T15" fmla="*/ 32 h 39"/>
                <a:gd name="T16" fmla="*/ 84 w 84"/>
                <a:gd name="T17" fmla="*/ 30 h 39"/>
                <a:gd name="T18" fmla="*/ 81 w 84"/>
                <a:gd name="T19" fmla="*/ 24 h 39"/>
                <a:gd name="T20" fmla="*/ 78 w 84"/>
                <a:gd name="T21" fmla="*/ 17 h 39"/>
                <a:gd name="T22" fmla="*/ 76 w 84"/>
                <a:gd name="T23" fmla="*/ 11 h 39"/>
                <a:gd name="T24" fmla="*/ 74 w 84"/>
                <a:gd name="T25" fmla="*/ 8 h 39"/>
                <a:gd name="T26" fmla="*/ 64 w 84"/>
                <a:gd name="T27" fmla="*/ 7 h 39"/>
                <a:gd name="T28" fmla="*/ 52 w 84"/>
                <a:gd name="T29" fmla="*/ 1 h 39"/>
                <a:gd name="T30" fmla="*/ 40 w 84"/>
                <a:gd name="T31" fmla="*/ 1 h 39"/>
                <a:gd name="T32" fmla="*/ 39 w 84"/>
                <a:gd name="T33" fmla="*/ 12 h 39"/>
                <a:gd name="T34" fmla="*/ 30 w 84"/>
                <a:gd name="T35" fmla="*/ 16 h 39"/>
                <a:gd name="T36" fmla="*/ 20 w 84"/>
                <a:gd name="T37" fmla="*/ 5 h 39"/>
                <a:gd name="T38" fmla="*/ 9 w 84"/>
                <a:gd name="T39" fmla="*/ 10 h 39"/>
                <a:gd name="T40" fmla="*/ 5 w 84"/>
                <a:gd name="T41" fmla="*/ 19 h 39"/>
                <a:gd name="T42" fmla="*/ 3 w 84"/>
                <a:gd name="T43" fmla="*/ 29 h 39"/>
                <a:gd name="T44" fmla="*/ 3 w 84"/>
                <a:gd name="T45" fmla="*/ 30 h 39"/>
                <a:gd name="T46" fmla="*/ 12 w 84"/>
                <a:gd name="T47" fmla="*/ 27 h 39"/>
                <a:gd name="T48" fmla="*/ 29 w 84"/>
                <a:gd name="T49" fmla="*/ 27 h 3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4"/>
                <a:gd name="T76" fmla="*/ 0 h 39"/>
                <a:gd name="T77" fmla="*/ 84 w 84"/>
                <a:gd name="T78" fmla="*/ 39 h 3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4" h="39">
                  <a:moveTo>
                    <a:pt x="29" y="27"/>
                  </a:moveTo>
                  <a:cubicBezTo>
                    <a:pt x="32" y="27"/>
                    <a:pt x="39" y="29"/>
                    <a:pt x="43" y="27"/>
                  </a:cubicBezTo>
                  <a:cubicBezTo>
                    <a:pt x="47" y="26"/>
                    <a:pt x="47" y="31"/>
                    <a:pt x="49" y="30"/>
                  </a:cubicBezTo>
                  <a:cubicBezTo>
                    <a:pt x="52" y="29"/>
                    <a:pt x="57" y="33"/>
                    <a:pt x="60" y="36"/>
                  </a:cubicBezTo>
                  <a:cubicBezTo>
                    <a:pt x="62" y="37"/>
                    <a:pt x="64" y="38"/>
                    <a:pt x="66" y="39"/>
                  </a:cubicBezTo>
                  <a:cubicBezTo>
                    <a:pt x="66" y="38"/>
                    <a:pt x="67" y="38"/>
                    <a:pt x="68" y="37"/>
                  </a:cubicBezTo>
                  <a:cubicBezTo>
                    <a:pt x="71" y="35"/>
                    <a:pt x="73" y="36"/>
                    <a:pt x="76" y="36"/>
                  </a:cubicBezTo>
                  <a:cubicBezTo>
                    <a:pt x="78" y="36"/>
                    <a:pt x="78" y="33"/>
                    <a:pt x="80" y="32"/>
                  </a:cubicBezTo>
                  <a:cubicBezTo>
                    <a:pt x="81" y="31"/>
                    <a:pt x="82" y="31"/>
                    <a:pt x="84" y="30"/>
                  </a:cubicBezTo>
                  <a:cubicBezTo>
                    <a:pt x="83" y="29"/>
                    <a:pt x="83" y="25"/>
                    <a:pt x="81" y="24"/>
                  </a:cubicBezTo>
                  <a:cubicBezTo>
                    <a:pt x="79" y="22"/>
                    <a:pt x="77" y="19"/>
                    <a:pt x="78" y="17"/>
                  </a:cubicBezTo>
                  <a:cubicBezTo>
                    <a:pt x="78" y="15"/>
                    <a:pt x="78" y="13"/>
                    <a:pt x="76" y="11"/>
                  </a:cubicBezTo>
                  <a:cubicBezTo>
                    <a:pt x="75" y="10"/>
                    <a:pt x="75" y="9"/>
                    <a:pt x="74" y="8"/>
                  </a:cubicBezTo>
                  <a:cubicBezTo>
                    <a:pt x="70" y="7"/>
                    <a:pt x="65" y="7"/>
                    <a:pt x="64" y="7"/>
                  </a:cubicBezTo>
                  <a:cubicBezTo>
                    <a:pt x="62" y="8"/>
                    <a:pt x="54" y="2"/>
                    <a:pt x="52" y="1"/>
                  </a:cubicBezTo>
                  <a:cubicBezTo>
                    <a:pt x="51" y="0"/>
                    <a:pt x="46" y="0"/>
                    <a:pt x="40" y="1"/>
                  </a:cubicBezTo>
                  <a:cubicBezTo>
                    <a:pt x="37" y="4"/>
                    <a:pt x="39" y="7"/>
                    <a:pt x="39" y="12"/>
                  </a:cubicBezTo>
                  <a:cubicBezTo>
                    <a:pt x="39" y="17"/>
                    <a:pt x="33" y="16"/>
                    <a:pt x="30" y="16"/>
                  </a:cubicBezTo>
                  <a:cubicBezTo>
                    <a:pt x="27" y="16"/>
                    <a:pt x="22" y="7"/>
                    <a:pt x="20" y="5"/>
                  </a:cubicBezTo>
                  <a:cubicBezTo>
                    <a:pt x="18" y="2"/>
                    <a:pt x="13" y="7"/>
                    <a:pt x="9" y="10"/>
                  </a:cubicBezTo>
                  <a:cubicBezTo>
                    <a:pt x="5" y="12"/>
                    <a:pt x="7" y="16"/>
                    <a:pt x="5" y="19"/>
                  </a:cubicBezTo>
                  <a:cubicBezTo>
                    <a:pt x="2" y="21"/>
                    <a:pt x="0" y="24"/>
                    <a:pt x="3" y="29"/>
                  </a:cubicBezTo>
                  <a:cubicBezTo>
                    <a:pt x="3" y="29"/>
                    <a:pt x="3" y="30"/>
                    <a:pt x="3" y="30"/>
                  </a:cubicBezTo>
                  <a:cubicBezTo>
                    <a:pt x="7" y="30"/>
                    <a:pt x="10" y="29"/>
                    <a:pt x="12" y="27"/>
                  </a:cubicBezTo>
                  <a:cubicBezTo>
                    <a:pt x="16" y="25"/>
                    <a:pt x="25" y="27"/>
                    <a:pt x="29" y="2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9" name="Freeform 85"/>
            <p:cNvSpPr>
              <a:spLocks noChangeArrowheads="1"/>
            </p:cNvSpPr>
            <p:nvPr/>
          </p:nvSpPr>
          <p:spPr bwMode="auto">
            <a:xfrm>
              <a:off x="4089414" y="1089026"/>
              <a:ext cx="125413" cy="79375"/>
            </a:xfrm>
            <a:custGeom>
              <a:avLst/>
              <a:gdLst>
                <a:gd name="T0" fmla="*/ 10 w 66"/>
                <a:gd name="T1" fmla="*/ 21 h 42"/>
                <a:gd name="T2" fmla="*/ 16 w 66"/>
                <a:gd name="T3" fmla="*/ 23 h 42"/>
                <a:gd name="T4" fmla="*/ 23 w 66"/>
                <a:gd name="T5" fmla="*/ 27 h 42"/>
                <a:gd name="T6" fmla="*/ 23 w 66"/>
                <a:gd name="T7" fmla="*/ 35 h 42"/>
                <a:gd name="T8" fmla="*/ 31 w 66"/>
                <a:gd name="T9" fmla="*/ 40 h 42"/>
                <a:gd name="T10" fmla="*/ 40 w 66"/>
                <a:gd name="T11" fmla="*/ 41 h 42"/>
                <a:gd name="T12" fmla="*/ 45 w 66"/>
                <a:gd name="T13" fmla="*/ 38 h 42"/>
                <a:gd name="T14" fmla="*/ 53 w 66"/>
                <a:gd name="T15" fmla="*/ 36 h 42"/>
                <a:gd name="T16" fmla="*/ 54 w 66"/>
                <a:gd name="T17" fmla="*/ 31 h 42"/>
                <a:gd name="T18" fmla="*/ 60 w 66"/>
                <a:gd name="T19" fmla="*/ 25 h 42"/>
                <a:gd name="T20" fmla="*/ 64 w 66"/>
                <a:gd name="T21" fmla="*/ 22 h 42"/>
                <a:gd name="T22" fmla="*/ 65 w 66"/>
                <a:gd name="T23" fmla="*/ 18 h 42"/>
                <a:gd name="T24" fmla="*/ 66 w 66"/>
                <a:gd name="T25" fmla="*/ 14 h 42"/>
                <a:gd name="T26" fmla="*/ 60 w 66"/>
                <a:gd name="T27" fmla="*/ 11 h 42"/>
                <a:gd name="T28" fmla="*/ 49 w 66"/>
                <a:gd name="T29" fmla="*/ 5 h 42"/>
                <a:gd name="T30" fmla="*/ 43 w 66"/>
                <a:gd name="T31" fmla="*/ 2 h 42"/>
                <a:gd name="T32" fmla="*/ 29 w 66"/>
                <a:gd name="T33" fmla="*/ 2 h 42"/>
                <a:gd name="T34" fmla="*/ 12 w 66"/>
                <a:gd name="T35" fmla="*/ 2 h 42"/>
                <a:gd name="T36" fmla="*/ 3 w 66"/>
                <a:gd name="T37" fmla="*/ 5 h 42"/>
                <a:gd name="T38" fmla="*/ 2 w 66"/>
                <a:gd name="T39" fmla="*/ 17 h 42"/>
                <a:gd name="T40" fmla="*/ 3 w 66"/>
                <a:gd name="T41" fmla="*/ 20 h 42"/>
                <a:gd name="T42" fmla="*/ 10 w 66"/>
                <a:gd name="T43" fmla="*/ 21 h 4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6"/>
                <a:gd name="T67" fmla="*/ 0 h 42"/>
                <a:gd name="T68" fmla="*/ 66 w 66"/>
                <a:gd name="T69" fmla="*/ 42 h 4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6" h="42">
                  <a:moveTo>
                    <a:pt x="10" y="21"/>
                  </a:moveTo>
                  <a:cubicBezTo>
                    <a:pt x="11" y="23"/>
                    <a:pt x="15" y="24"/>
                    <a:pt x="16" y="23"/>
                  </a:cubicBezTo>
                  <a:cubicBezTo>
                    <a:pt x="18" y="23"/>
                    <a:pt x="23" y="25"/>
                    <a:pt x="23" y="27"/>
                  </a:cubicBezTo>
                  <a:cubicBezTo>
                    <a:pt x="23" y="29"/>
                    <a:pt x="21" y="35"/>
                    <a:pt x="23" y="35"/>
                  </a:cubicBezTo>
                  <a:cubicBezTo>
                    <a:pt x="24" y="35"/>
                    <a:pt x="31" y="37"/>
                    <a:pt x="31" y="40"/>
                  </a:cubicBezTo>
                  <a:cubicBezTo>
                    <a:pt x="35" y="40"/>
                    <a:pt x="38" y="41"/>
                    <a:pt x="40" y="41"/>
                  </a:cubicBezTo>
                  <a:cubicBezTo>
                    <a:pt x="42" y="42"/>
                    <a:pt x="44" y="40"/>
                    <a:pt x="45" y="38"/>
                  </a:cubicBezTo>
                  <a:cubicBezTo>
                    <a:pt x="47" y="37"/>
                    <a:pt x="51" y="36"/>
                    <a:pt x="53" y="36"/>
                  </a:cubicBezTo>
                  <a:cubicBezTo>
                    <a:pt x="54" y="36"/>
                    <a:pt x="54" y="32"/>
                    <a:pt x="54" y="31"/>
                  </a:cubicBezTo>
                  <a:cubicBezTo>
                    <a:pt x="55" y="29"/>
                    <a:pt x="58" y="26"/>
                    <a:pt x="60" y="25"/>
                  </a:cubicBezTo>
                  <a:cubicBezTo>
                    <a:pt x="62" y="25"/>
                    <a:pt x="62" y="22"/>
                    <a:pt x="64" y="22"/>
                  </a:cubicBezTo>
                  <a:cubicBezTo>
                    <a:pt x="66" y="22"/>
                    <a:pt x="65" y="20"/>
                    <a:pt x="65" y="18"/>
                  </a:cubicBezTo>
                  <a:cubicBezTo>
                    <a:pt x="65" y="17"/>
                    <a:pt x="65" y="16"/>
                    <a:pt x="66" y="14"/>
                  </a:cubicBezTo>
                  <a:cubicBezTo>
                    <a:pt x="64" y="13"/>
                    <a:pt x="62" y="12"/>
                    <a:pt x="60" y="11"/>
                  </a:cubicBezTo>
                  <a:cubicBezTo>
                    <a:pt x="57" y="8"/>
                    <a:pt x="52" y="4"/>
                    <a:pt x="49" y="5"/>
                  </a:cubicBezTo>
                  <a:cubicBezTo>
                    <a:pt x="47" y="6"/>
                    <a:pt x="47" y="1"/>
                    <a:pt x="43" y="2"/>
                  </a:cubicBezTo>
                  <a:cubicBezTo>
                    <a:pt x="39" y="4"/>
                    <a:pt x="32" y="2"/>
                    <a:pt x="29" y="2"/>
                  </a:cubicBezTo>
                  <a:cubicBezTo>
                    <a:pt x="25" y="2"/>
                    <a:pt x="16" y="0"/>
                    <a:pt x="12" y="2"/>
                  </a:cubicBezTo>
                  <a:cubicBezTo>
                    <a:pt x="10" y="4"/>
                    <a:pt x="7" y="5"/>
                    <a:pt x="3" y="5"/>
                  </a:cubicBezTo>
                  <a:cubicBezTo>
                    <a:pt x="6" y="9"/>
                    <a:pt x="5" y="14"/>
                    <a:pt x="2" y="17"/>
                  </a:cubicBezTo>
                  <a:cubicBezTo>
                    <a:pt x="0" y="19"/>
                    <a:pt x="1" y="19"/>
                    <a:pt x="3" y="20"/>
                  </a:cubicBezTo>
                  <a:cubicBezTo>
                    <a:pt x="5" y="20"/>
                    <a:pt x="9" y="19"/>
                    <a:pt x="10" y="2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0" name="Freeform 86"/>
            <p:cNvSpPr>
              <a:spLocks noChangeArrowheads="1"/>
            </p:cNvSpPr>
            <p:nvPr/>
          </p:nvSpPr>
          <p:spPr bwMode="auto">
            <a:xfrm>
              <a:off x="3781437" y="1346201"/>
              <a:ext cx="96838" cy="55564"/>
            </a:xfrm>
            <a:custGeom>
              <a:avLst/>
              <a:gdLst>
                <a:gd name="T0" fmla="*/ 46 w 51"/>
                <a:gd name="T1" fmla="*/ 12 h 29"/>
                <a:gd name="T2" fmla="*/ 40 w 51"/>
                <a:gd name="T3" fmla="*/ 9 h 29"/>
                <a:gd name="T4" fmla="*/ 40 w 51"/>
                <a:gd name="T5" fmla="*/ 4 h 29"/>
                <a:gd name="T6" fmla="*/ 33 w 51"/>
                <a:gd name="T7" fmla="*/ 1 h 29"/>
                <a:gd name="T8" fmla="*/ 26 w 51"/>
                <a:gd name="T9" fmla="*/ 2 h 29"/>
                <a:gd name="T10" fmla="*/ 16 w 51"/>
                <a:gd name="T11" fmla="*/ 2 h 29"/>
                <a:gd name="T12" fmla="*/ 15 w 51"/>
                <a:gd name="T13" fmla="*/ 4 h 29"/>
                <a:gd name="T14" fmla="*/ 9 w 51"/>
                <a:gd name="T15" fmla="*/ 8 h 29"/>
                <a:gd name="T16" fmla="*/ 2 w 51"/>
                <a:gd name="T17" fmla="*/ 17 h 29"/>
                <a:gd name="T18" fmla="*/ 3 w 51"/>
                <a:gd name="T19" fmla="*/ 21 h 29"/>
                <a:gd name="T20" fmla="*/ 8 w 51"/>
                <a:gd name="T21" fmla="*/ 22 h 29"/>
                <a:gd name="T22" fmla="*/ 10 w 51"/>
                <a:gd name="T23" fmla="*/ 27 h 29"/>
                <a:gd name="T24" fmla="*/ 10 w 51"/>
                <a:gd name="T25" fmla="*/ 27 h 29"/>
                <a:gd name="T26" fmla="*/ 20 w 51"/>
                <a:gd name="T27" fmla="*/ 27 h 29"/>
                <a:gd name="T28" fmla="*/ 25 w 51"/>
                <a:gd name="T29" fmla="*/ 19 h 29"/>
                <a:gd name="T30" fmla="*/ 32 w 51"/>
                <a:gd name="T31" fmla="*/ 26 h 29"/>
                <a:gd name="T32" fmla="*/ 35 w 51"/>
                <a:gd name="T33" fmla="*/ 22 h 29"/>
                <a:gd name="T34" fmla="*/ 39 w 51"/>
                <a:gd name="T35" fmla="*/ 20 h 29"/>
                <a:gd name="T36" fmla="*/ 44 w 51"/>
                <a:gd name="T37" fmla="*/ 19 h 29"/>
                <a:gd name="T38" fmla="*/ 47 w 51"/>
                <a:gd name="T39" fmla="*/ 17 h 29"/>
                <a:gd name="T40" fmla="*/ 49 w 51"/>
                <a:gd name="T41" fmla="*/ 15 h 29"/>
                <a:gd name="T42" fmla="*/ 51 w 51"/>
                <a:gd name="T43" fmla="*/ 12 h 29"/>
                <a:gd name="T44" fmla="*/ 46 w 51"/>
                <a:gd name="T45" fmla="*/ 12 h 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1"/>
                <a:gd name="T70" fmla="*/ 0 h 29"/>
                <a:gd name="T71" fmla="*/ 51 w 51"/>
                <a:gd name="T72" fmla="*/ 29 h 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1" h="29">
                  <a:moveTo>
                    <a:pt x="46" y="12"/>
                  </a:moveTo>
                  <a:cubicBezTo>
                    <a:pt x="43" y="13"/>
                    <a:pt x="40" y="10"/>
                    <a:pt x="40" y="9"/>
                  </a:cubicBezTo>
                  <a:cubicBezTo>
                    <a:pt x="40" y="8"/>
                    <a:pt x="39" y="6"/>
                    <a:pt x="40" y="4"/>
                  </a:cubicBezTo>
                  <a:cubicBezTo>
                    <a:pt x="38" y="3"/>
                    <a:pt x="35" y="2"/>
                    <a:pt x="33" y="1"/>
                  </a:cubicBezTo>
                  <a:cubicBezTo>
                    <a:pt x="30" y="0"/>
                    <a:pt x="28" y="0"/>
                    <a:pt x="26" y="2"/>
                  </a:cubicBezTo>
                  <a:cubicBezTo>
                    <a:pt x="24" y="2"/>
                    <a:pt x="19" y="2"/>
                    <a:pt x="16" y="2"/>
                  </a:cubicBezTo>
                  <a:cubicBezTo>
                    <a:pt x="16" y="3"/>
                    <a:pt x="15" y="4"/>
                    <a:pt x="15" y="4"/>
                  </a:cubicBezTo>
                  <a:cubicBezTo>
                    <a:pt x="12" y="4"/>
                    <a:pt x="9" y="6"/>
                    <a:pt x="9" y="8"/>
                  </a:cubicBezTo>
                  <a:cubicBezTo>
                    <a:pt x="8" y="11"/>
                    <a:pt x="3" y="13"/>
                    <a:pt x="2" y="17"/>
                  </a:cubicBezTo>
                  <a:cubicBezTo>
                    <a:pt x="0" y="22"/>
                    <a:pt x="1" y="24"/>
                    <a:pt x="3" y="21"/>
                  </a:cubicBezTo>
                  <a:cubicBezTo>
                    <a:pt x="5" y="18"/>
                    <a:pt x="8" y="19"/>
                    <a:pt x="8" y="22"/>
                  </a:cubicBezTo>
                  <a:cubicBezTo>
                    <a:pt x="8" y="24"/>
                    <a:pt x="11" y="24"/>
                    <a:pt x="10" y="27"/>
                  </a:cubicBezTo>
                  <a:cubicBezTo>
                    <a:pt x="10" y="27"/>
                    <a:pt x="10" y="27"/>
                    <a:pt x="10" y="27"/>
                  </a:cubicBezTo>
                  <a:cubicBezTo>
                    <a:pt x="13" y="27"/>
                    <a:pt x="18" y="27"/>
                    <a:pt x="20" y="27"/>
                  </a:cubicBezTo>
                  <a:cubicBezTo>
                    <a:pt x="22" y="27"/>
                    <a:pt x="24" y="19"/>
                    <a:pt x="25" y="19"/>
                  </a:cubicBezTo>
                  <a:cubicBezTo>
                    <a:pt x="26" y="18"/>
                    <a:pt x="29" y="24"/>
                    <a:pt x="32" y="26"/>
                  </a:cubicBezTo>
                  <a:cubicBezTo>
                    <a:pt x="34" y="29"/>
                    <a:pt x="35" y="24"/>
                    <a:pt x="35" y="22"/>
                  </a:cubicBezTo>
                  <a:cubicBezTo>
                    <a:pt x="35" y="20"/>
                    <a:pt x="37" y="20"/>
                    <a:pt x="39" y="20"/>
                  </a:cubicBezTo>
                  <a:cubicBezTo>
                    <a:pt x="40" y="20"/>
                    <a:pt x="44" y="21"/>
                    <a:pt x="44" y="19"/>
                  </a:cubicBezTo>
                  <a:cubicBezTo>
                    <a:pt x="44" y="16"/>
                    <a:pt x="46" y="17"/>
                    <a:pt x="47" y="17"/>
                  </a:cubicBezTo>
                  <a:cubicBezTo>
                    <a:pt x="49" y="17"/>
                    <a:pt x="49" y="15"/>
                    <a:pt x="49" y="15"/>
                  </a:cubicBezTo>
                  <a:cubicBezTo>
                    <a:pt x="51" y="12"/>
                    <a:pt x="51" y="12"/>
                    <a:pt x="51" y="12"/>
                  </a:cubicBezTo>
                  <a:cubicBezTo>
                    <a:pt x="49" y="12"/>
                    <a:pt x="47" y="11"/>
                    <a:pt x="46" y="1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1" name="Freeform 87"/>
            <p:cNvSpPr>
              <a:spLocks noChangeArrowheads="1"/>
            </p:cNvSpPr>
            <p:nvPr/>
          </p:nvSpPr>
          <p:spPr bwMode="auto">
            <a:xfrm>
              <a:off x="3779850" y="1141412"/>
              <a:ext cx="192088" cy="219075"/>
            </a:xfrm>
            <a:custGeom>
              <a:avLst/>
              <a:gdLst>
                <a:gd name="T0" fmla="*/ 13 w 101"/>
                <a:gd name="T1" fmla="*/ 29 h 114"/>
                <a:gd name="T2" fmla="*/ 7 w 101"/>
                <a:gd name="T3" fmla="*/ 35 h 114"/>
                <a:gd name="T4" fmla="*/ 11 w 101"/>
                <a:gd name="T5" fmla="*/ 41 h 114"/>
                <a:gd name="T6" fmla="*/ 9 w 101"/>
                <a:gd name="T7" fmla="*/ 44 h 114"/>
                <a:gd name="T8" fmla="*/ 2 w 101"/>
                <a:gd name="T9" fmla="*/ 47 h 114"/>
                <a:gd name="T10" fmla="*/ 2 w 101"/>
                <a:gd name="T11" fmla="*/ 53 h 114"/>
                <a:gd name="T12" fmla="*/ 0 w 101"/>
                <a:gd name="T13" fmla="*/ 62 h 114"/>
                <a:gd name="T14" fmla="*/ 3 w 101"/>
                <a:gd name="T15" fmla="*/ 69 h 114"/>
                <a:gd name="T16" fmla="*/ 1 w 101"/>
                <a:gd name="T17" fmla="*/ 73 h 114"/>
                <a:gd name="T18" fmla="*/ 5 w 101"/>
                <a:gd name="T19" fmla="*/ 82 h 114"/>
                <a:gd name="T20" fmla="*/ 7 w 101"/>
                <a:gd name="T21" fmla="*/ 84 h 114"/>
                <a:gd name="T22" fmla="*/ 14 w 101"/>
                <a:gd name="T23" fmla="*/ 87 h 114"/>
                <a:gd name="T24" fmla="*/ 20 w 101"/>
                <a:gd name="T25" fmla="*/ 89 h 114"/>
                <a:gd name="T26" fmla="*/ 23 w 101"/>
                <a:gd name="T27" fmla="*/ 93 h 114"/>
                <a:gd name="T28" fmla="*/ 18 w 101"/>
                <a:gd name="T29" fmla="*/ 102 h 114"/>
                <a:gd name="T30" fmla="*/ 17 w 101"/>
                <a:gd name="T31" fmla="*/ 109 h 114"/>
                <a:gd name="T32" fmla="*/ 27 w 101"/>
                <a:gd name="T33" fmla="*/ 109 h 114"/>
                <a:gd name="T34" fmla="*/ 34 w 101"/>
                <a:gd name="T35" fmla="*/ 108 h 114"/>
                <a:gd name="T36" fmla="*/ 41 w 101"/>
                <a:gd name="T37" fmla="*/ 111 h 114"/>
                <a:gd name="T38" fmla="*/ 42 w 101"/>
                <a:gd name="T39" fmla="*/ 110 h 114"/>
                <a:gd name="T40" fmla="*/ 49 w 101"/>
                <a:gd name="T41" fmla="*/ 112 h 114"/>
                <a:gd name="T42" fmla="*/ 55 w 101"/>
                <a:gd name="T43" fmla="*/ 111 h 114"/>
                <a:gd name="T44" fmla="*/ 62 w 101"/>
                <a:gd name="T45" fmla="*/ 110 h 114"/>
                <a:gd name="T46" fmla="*/ 73 w 101"/>
                <a:gd name="T47" fmla="*/ 108 h 114"/>
                <a:gd name="T48" fmla="*/ 78 w 101"/>
                <a:gd name="T49" fmla="*/ 105 h 114"/>
                <a:gd name="T50" fmla="*/ 82 w 101"/>
                <a:gd name="T51" fmla="*/ 98 h 114"/>
                <a:gd name="T52" fmla="*/ 89 w 101"/>
                <a:gd name="T53" fmla="*/ 93 h 114"/>
                <a:gd name="T54" fmla="*/ 77 w 101"/>
                <a:gd name="T55" fmla="*/ 84 h 114"/>
                <a:gd name="T56" fmla="*/ 73 w 101"/>
                <a:gd name="T57" fmla="*/ 74 h 114"/>
                <a:gd name="T58" fmla="*/ 72 w 101"/>
                <a:gd name="T59" fmla="*/ 68 h 114"/>
                <a:gd name="T60" fmla="*/ 84 w 101"/>
                <a:gd name="T61" fmla="*/ 64 h 114"/>
                <a:gd name="T62" fmla="*/ 93 w 101"/>
                <a:gd name="T63" fmla="*/ 60 h 114"/>
                <a:gd name="T64" fmla="*/ 99 w 101"/>
                <a:gd name="T65" fmla="*/ 59 h 114"/>
                <a:gd name="T66" fmla="*/ 100 w 101"/>
                <a:gd name="T67" fmla="*/ 53 h 114"/>
                <a:gd name="T68" fmla="*/ 97 w 101"/>
                <a:gd name="T69" fmla="*/ 44 h 114"/>
                <a:gd name="T70" fmla="*/ 95 w 101"/>
                <a:gd name="T71" fmla="*/ 38 h 114"/>
                <a:gd name="T72" fmla="*/ 93 w 101"/>
                <a:gd name="T73" fmla="*/ 33 h 114"/>
                <a:gd name="T74" fmla="*/ 92 w 101"/>
                <a:gd name="T75" fmla="*/ 28 h 114"/>
                <a:gd name="T76" fmla="*/ 92 w 101"/>
                <a:gd name="T77" fmla="*/ 16 h 114"/>
                <a:gd name="T78" fmla="*/ 92 w 101"/>
                <a:gd name="T79" fmla="*/ 15 h 114"/>
                <a:gd name="T80" fmla="*/ 91 w 101"/>
                <a:gd name="T81" fmla="*/ 14 h 114"/>
                <a:gd name="T82" fmla="*/ 85 w 101"/>
                <a:gd name="T83" fmla="*/ 10 h 114"/>
                <a:gd name="T84" fmla="*/ 86 w 101"/>
                <a:gd name="T85" fmla="*/ 3 h 114"/>
                <a:gd name="T86" fmla="*/ 76 w 101"/>
                <a:gd name="T87" fmla="*/ 6 h 114"/>
                <a:gd name="T88" fmla="*/ 63 w 101"/>
                <a:gd name="T89" fmla="*/ 13 h 114"/>
                <a:gd name="T90" fmla="*/ 57 w 101"/>
                <a:gd name="T91" fmla="*/ 9 h 114"/>
                <a:gd name="T92" fmla="*/ 53 w 101"/>
                <a:gd name="T93" fmla="*/ 7 h 114"/>
                <a:gd name="T94" fmla="*/ 45 w 101"/>
                <a:gd name="T95" fmla="*/ 3 h 114"/>
                <a:gd name="T96" fmla="*/ 44 w 101"/>
                <a:gd name="T97" fmla="*/ 0 h 114"/>
                <a:gd name="T98" fmla="*/ 40 w 101"/>
                <a:gd name="T99" fmla="*/ 1 h 114"/>
                <a:gd name="T100" fmla="*/ 30 w 101"/>
                <a:gd name="T101" fmla="*/ 0 h 114"/>
                <a:gd name="T102" fmla="*/ 32 w 101"/>
                <a:gd name="T103" fmla="*/ 5 h 114"/>
                <a:gd name="T104" fmla="*/ 35 w 101"/>
                <a:gd name="T105" fmla="*/ 15 h 114"/>
                <a:gd name="T106" fmla="*/ 30 w 101"/>
                <a:gd name="T107" fmla="*/ 19 h 114"/>
                <a:gd name="T108" fmla="*/ 22 w 101"/>
                <a:gd name="T109" fmla="*/ 18 h 114"/>
                <a:gd name="T110" fmla="*/ 13 w 101"/>
                <a:gd name="T111" fmla="*/ 19 h 114"/>
                <a:gd name="T112" fmla="*/ 13 w 101"/>
                <a:gd name="T113" fmla="*/ 22 h 114"/>
                <a:gd name="T114" fmla="*/ 13 w 101"/>
                <a:gd name="T115" fmla="*/ 29 h 11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01"/>
                <a:gd name="T175" fmla="*/ 0 h 114"/>
                <a:gd name="T176" fmla="*/ 101 w 101"/>
                <a:gd name="T177" fmla="*/ 114 h 11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01" h="114">
                  <a:moveTo>
                    <a:pt x="13" y="29"/>
                  </a:moveTo>
                  <a:cubicBezTo>
                    <a:pt x="10" y="33"/>
                    <a:pt x="7" y="34"/>
                    <a:pt x="7" y="35"/>
                  </a:cubicBezTo>
                  <a:cubicBezTo>
                    <a:pt x="8" y="36"/>
                    <a:pt x="12" y="39"/>
                    <a:pt x="11" y="41"/>
                  </a:cubicBezTo>
                  <a:cubicBezTo>
                    <a:pt x="10" y="42"/>
                    <a:pt x="9" y="41"/>
                    <a:pt x="9" y="44"/>
                  </a:cubicBezTo>
                  <a:cubicBezTo>
                    <a:pt x="9" y="47"/>
                    <a:pt x="4" y="47"/>
                    <a:pt x="2" y="47"/>
                  </a:cubicBezTo>
                  <a:cubicBezTo>
                    <a:pt x="1" y="47"/>
                    <a:pt x="3" y="50"/>
                    <a:pt x="2" y="53"/>
                  </a:cubicBezTo>
                  <a:cubicBezTo>
                    <a:pt x="1" y="55"/>
                    <a:pt x="1" y="60"/>
                    <a:pt x="0" y="62"/>
                  </a:cubicBezTo>
                  <a:cubicBezTo>
                    <a:pt x="0" y="64"/>
                    <a:pt x="4" y="67"/>
                    <a:pt x="3" y="69"/>
                  </a:cubicBezTo>
                  <a:cubicBezTo>
                    <a:pt x="3" y="70"/>
                    <a:pt x="0" y="72"/>
                    <a:pt x="1" y="73"/>
                  </a:cubicBezTo>
                  <a:cubicBezTo>
                    <a:pt x="2" y="74"/>
                    <a:pt x="4" y="76"/>
                    <a:pt x="5" y="82"/>
                  </a:cubicBezTo>
                  <a:cubicBezTo>
                    <a:pt x="6" y="83"/>
                    <a:pt x="7" y="83"/>
                    <a:pt x="7" y="84"/>
                  </a:cubicBezTo>
                  <a:cubicBezTo>
                    <a:pt x="9" y="86"/>
                    <a:pt x="11" y="87"/>
                    <a:pt x="14" y="87"/>
                  </a:cubicBezTo>
                  <a:cubicBezTo>
                    <a:pt x="18" y="87"/>
                    <a:pt x="19" y="89"/>
                    <a:pt x="20" y="89"/>
                  </a:cubicBezTo>
                  <a:cubicBezTo>
                    <a:pt x="22" y="89"/>
                    <a:pt x="26" y="90"/>
                    <a:pt x="23" y="93"/>
                  </a:cubicBezTo>
                  <a:cubicBezTo>
                    <a:pt x="19" y="96"/>
                    <a:pt x="19" y="99"/>
                    <a:pt x="18" y="102"/>
                  </a:cubicBezTo>
                  <a:cubicBezTo>
                    <a:pt x="18" y="104"/>
                    <a:pt x="18" y="107"/>
                    <a:pt x="17" y="109"/>
                  </a:cubicBezTo>
                  <a:cubicBezTo>
                    <a:pt x="20" y="109"/>
                    <a:pt x="25" y="109"/>
                    <a:pt x="27" y="109"/>
                  </a:cubicBezTo>
                  <a:cubicBezTo>
                    <a:pt x="29" y="107"/>
                    <a:pt x="31" y="107"/>
                    <a:pt x="34" y="108"/>
                  </a:cubicBezTo>
                  <a:cubicBezTo>
                    <a:pt x="36" y="109"/>
                    <a:pt x="39" y="110"/>
                    <a:pt x="41" y="111"/>
                  </a:cubicBezTo>
                  <a:cubicBezTo>
                    <a:pt x="41" y="110"/>
                    <a:pt x="41" y="110"/>
                    <a:pt x="42" y="110"/>
                  </a:cubicBezTo>
                  <a:cubicBezTo>
                    <a:pt x="44" y="110"/>
                    <a:pt x="47" y="114"/>
                    <a:pt x="49" y="112"/>
                  </a:cubicBezTo>
                  <a:cubicBezTo>
                    <a:pt x="50" y="109"/>
                    <a:pt x="54" y="110"/>
                    <a:pt x="55" y="111"/>
                  </a:cubicBezTo>
                  <a:cubicBezTo>
                    <a:pt x="57" y="112"/>
                    <a:pt x="60" y="112"/>
                    <a:pt x="62" y="110"/>
                  </a:cubicBezTo>
                  <a:cubicBezTo>
                    <a:pt x="64" y="108"/>
                    <a:pt x="72" y="107"/>
                    <a:pt x="73" y="108"/>
                  </a:cubicBezTo>
                  <a:cubicBezTo>
                    <a:pt x="75" y="109"/>
                    <a:pt x="80" y="111"/>
                    <a:pt x="78" y="105"/>
                  </a:cubicBezTo>
                  <a:cubicBezTo>
                    <a:pt x="76" y="99"/>
                    <a:pt x="82" y="100"/>
                    <a:pt x="82" y="98"/>
                  </a:cubicBezTo>
                  <a:cubicBezTo>
                    <a:pt x="83" y="95"/>
                    <a:pt x="90" y="94"/>
                    <a:pt x="89" y="93"/>
                  </a:cubicBezTo>
                  <a:cubicBezTo>
                    <a:pt x="88" y="91"/>
                    <a:pt x="79" y="86"/>
                    <a:pt x="77" y="84"/>
                  </a:cubicBezTo>
                  <a:cubicBezTo>
                    <a:pt x="74" y="82"/>
                    <a:pt x="74" y="77"/>
                    <a:pt x="73" y="74"/>
                  </a:cubicBezTo>
                  <a:cubicBezTo>
                    <a:pt x="72" y="72"/>
                    <a:pt x="69" y="69"/>
                    <a:pt x="72" y="68"/>
                  </a:cubicBezTo>
                  <a:cubicBezTo>
                    <a:pt x="76" y="68"/>
                    <a:pt x="81" y="66"/>
                    <a:pt x="84" y="64"/>
                  </a:cubicBezTo>
                  <a:cubicBezTo>
                    <a:pt x="87" y="61"/>
                    <a:pt x="92" y="61"/>
                    <a:pt x="93" y="60"/>
                  </a:cubicBezTo>
                  <a:cubicBezTo>
                    <a:pt x="95" y="58"/>
                    <a:pt x="98" y="61"/>
                    <a:pt x="99" y="59"/>
                  </a:cubicBezTo>
                  <a:cubicBezTo>
                    <a:pt x="100" y="58"/>
                    <a:pt x="101" y="55"/>
                    <a:pt x="100" y="53"/>
                  </a:cubicBezTo>
                  <a:cubicBezTo>
                    <a:pt x="98" y="51"/>
                    <a:pt x="97" y="48"/>
                    <a:pt x="97" y="44"/>
                  </a:cubicBezTo>
                  <a:cubicBezTo>
                    <a:pt x="97" y="40"/>
                    <a:pt x="95" y="40"/>
                    <a:pt x="95" y="38"/>
                  </a:cubicBezTo>
                  <a:cubicBezTo>
                    <a:pt x="95" y="36"/>
                    <a:pt x="95" y="34"/>
                    <a:pt x="93" y="33"/>
                  </a:cubicBezTo>
                  <a:cubicBezTo>
                    <a:pt x="91" y="32"/>
                    <a:pt x="90" y="31"/>
                    <a:pt x="92" y="28"/>
                  </a:cubicBezTo>
                  <a:cubicBezTo>
                    <a:pt x="94" y="25"/>
                    <a:pt x="93" y="18"/>
                    <a:pt x="92" y="16"/>
                  </a:cubicBezTo>
                  <a:cubicBezTo>
                    <a:pt x="92" y="16"/>
                    <a:pt x="92" y="15"/>
                    <a:pt x="92" y="15"/>
                  </a:cubicBezTo>
                  <a:cubicBezTo>
                    <a:pt x="92" y="15"/>
                    <a:pt x="91" y="14"/>
                    <a:pt x="91" y="14"/>
                  </a:cubicBezTo>
                  <a:cubicBezTo>
                    <a:pt x="91" y="11"/>
                    <a:pt x="89" y="10"/>
                    <a:pt x="85" y="10"/>
                  </a:cubicBezTo>
                  <a:cubicBezTo>
                    <a:pt x="80" y="10"/>
                    <a:pt x="87" y="6"/>
                    <a:pt x="86" y="3"/>
                  </a:cubicBezTo>
                  <a:cubicBezTo>
                    <a:pt x="84" y="1"/>
                    <a:pt x="80" y="7"/>
                    <a:pt x="76" y="6"/>
                  </a:cubicBezTo>
                  <a:cubicBezTo>
                    <a:pt x="72" y="5"/>
                    <a:pt x="67" y="11"/>
                    <a:pt x="63" y="13"/>
                  </a:cubicBezTo>
                  <a:cubicBezTo>
                    <a:pt x="60" y="16"/>
                    <a:pt x="55" y="13"/>
                    <a:pt x="57" y="9"/>
                  </a:cubicBezTo>
                  <a:cubicBezTo>
                    <a:pt x="60" y="5"/>
                    <a:pt x="57" y="6"/>
                    <a:pt x="53" y="7"/>
                  </a:cubicBezTo>
                  <a:cubicBezTo>
                    <a:pt x="49" y="9"/>
                    <a:pt x="44" y="7"/>
                    <a:pt x="45" y="3"/>
                  </a:cubicBezTo>
                  <a:cubicBezTo>
                    <a:pt x="45" y="2"/>
                    <a:pt x="45" y="1"/>
                    <a:pt x="44" y="0"/>
                  </a:cubicBezTo>
                  <a:cubicBezTo>
                    <a:pt x="42" y="1"/>
                    <a:pt x="41" y="1"/>
                    <a:pt x="40" y="1"/>
                  </a:cubicBezTo>
                  <a:cubicBezTo>
                    <a:pt x="38" y="0"/>
                    <a:pt x="34" y="0"/>
                    <a:pt x="30" y="0"/>
                  </a:cubicBezTo>
                  <a:cubicBezTo>
                    <a:pt x="31" y="1"/>
                    <a:pt x="32" y="3"/>
                    <a:pt x="32" y="5"/>
                  </a:cubicBezTo>
                  <a:cubicBezTo>
                    <a:pt x="30" y="8"/>
                    <a:pt x="33" y="10"/>
                    <a:pt x="35" y="15"/>
                  </a:cubicBezTo>
                  <a:cubicBezTo>
                    <a:pt x="37" y="19"/>
                    <a:pt x="30" y="16"/>
                    <a:pt x="30" y="19"/>
                  </a:cubicBezTo>
                  <a:cubicBezTo>
                    <a:pt x="30" y="22"/>
                    <a:pt x="24" y="19"/>
                    <a:pt x="22" y="18"/>
                  </a:cubicBezTo>
                  <a:cubicBezTo>
                    <a:pt x="20" y="17"/>
                    <a:pt x="13" y="18"/>
                    <a:pt x="13" y="19"/>
                  </a:cubicBezTo>
                  <a:cubicBezTo>
                    <a:pt x="13" y="20"/>
                    <a:pt x="13" y="21"/>
                    <a:pt x="13" y="22"/>
                  </a:cubicBezTo>
                  <a:cubicBezTo>
                    <a:pt x="14" y="25"/>
                    <a:pt x="14" y="28"/>
                    <a:pt x="13" y="2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2" name="Freeform 88"/>
            <p:cNvSpPr>
              <a:spLocks noChangeArrowheads="1"/>
            </p:cNvSpPr>
            <p:nvPr/>
          </p:nvSpPr>
          <p:spPr bwMode="auto">
            <a:xfrm>
              <a:off x="4094176" y="619125"/>
              <a:ext cx="225426" cy="360363"/>
            </a:xfrm>
            <a:custGeom>
              <a:avLst/>
              <a:gdLst>
                <a:gd name="T0" fmla="*/ 100 w 118"/>
                <a:gd name="T1" fmla="*/ 158 h 189"/>
                <a:gd name="T2" fmla="*/ 117 w 118"/>
                <a:gd name="T3" fmla="*/ 142 h 189"/>
                <a:gd name="T4" fmla="*/ 114 w 118"/>
                <a:gd name="T5" fmla="*/ 133 h 189"/>
                <a:gd name="T6" fmla="*/ 100 w 118"/>
                <a:gd name="T7" fmla="*/ 122 h 189"/>
                <a:gd name="T8" fmla="*/ 107 w 118"/>
                <a:gd name="T9" fmla="*/ 116 h 189"/>
                <a:gd name="T10" fmla="*/ 101 w 118"/>
                <a:gd name="T11" fmla="*/ 110 h 189"/>
                <a:gd name="T12" fmla="*/ 102 w 118"/>
                <a:gd name="T13" fmla="*/ 104 h 189"/>
                <a:gd name="T14" fmla="*/ 97 w 118"/>
                <a:gd name="T15" fmla="*/ 101 h 189"/>
                <a:gd name="T16" fmla="*/ 99 w 118"/>
                <a:gd name="T17" fmla="*/ 97 h 189"/>
                <a:gd name="T18" fmla="*/ 98 w 118"/>
                <a:gd name="T19" fmla="*/ 89 h 189"/>
                <a:gd name="T20" fmla="*/ 101 w 118"/>
                <a:gd name="T21" fmla="*/ 82 h 189"/>
                <a:gd name="T22" fmla="*/ 91 w 118"/>
                <a:gd name="T23" fmla="*/ 65 h 189"/>
                <a:gd name="T24" fmla="*/ 94 w 118"/>
                <a:gd name="T25" fmla="*/ 58 h 189"/>
                <a:gd name="T26" fmla="*/ 101 w 118"/>
                <a:gd name="T27" fmla="*/ 50 h 189"/>
                <a:gd name="T28" fmla="*/ 93 w 118"/>
                <a:gd name="T29" fmla="*/ 42 h 189"/>
                <a:gd name="T30" fmla="*/ 86 w 118"/>
                <a:gd name="T31" fmla="*/ 38 h 189"/>
                <a:gd name="T32" fmla="*/ 84 w 118"/>
                <a:gd name="T33" fmla="*/ 31 h 189"/>
                <a:gd name="T34" fmla="*/ 86 w 118"/>
                <a:gd name="T35" fmla="*/ 25 h 189"/>
                <a:gd name="T36" fmla="*/ 90 w 118"/>
                <a:gd name="T37" fmla="*/ 22 h 189"/>
                <a:gd name="T38" fmla="*/ 93 w 118"/>
                <a:gd name="T39" fmla="*/ 18 h 189"/>
                <a:gd name="T40" fmla="*/ 93 w 118"/>
                <a:gd name="T41" fmla="*/ 11 h 189"/>
                <a:gd name="T42" fmla="*/ 81 w 118"/>
                <a:gd name="T43" fmla="*/ 3 h 189"/>
                <a:gd name="T44" fmla="*/ 72 w 118"/>
                <a:gd name="T45" fmla="*/ 3 h 189"/>
                <a:gd name="T46" fmla="*/ 61 w 118"/>
                <a:gd name="T47" fmla="*/ 6 h 189"/>
                <a:gd name="T48" fmla="*/ 54 w 118"/>
                <a:gd name="T49" fmla="*/ 14 h 189"/>
                <a:gd name="T50" fmla="*/ 52 w 118"/>
                <a:gd name="T51" fmla="*/ 23 h 189"/>
                <a:gd name="T52" fmla="*/ 47 w 118"/>
                <a:gd name="T53" fmla="*/ 30 h 189"/>
                <a:gd name="T54" fmla="*/ 40 w 118"/>
                <a:gd name="T55" fmla="*/ 28 h 189"/>
                <a:gd name="T56" fmla="*/ 32 w 118"/>
                <a:gd name="T57" fmla="*/ 28 h 189"/>
                <a:gd name="T58" fmla="*/ 19 w 118"/>
                <a:gd name="T59" fmla="*/ 27 h 189"/>
                <a:gd name="T60" fmla="*/ 7 w 118"/>
                <a:gd name="T61" fmla="*/ 18 h 189"/>
                <a:gd name="T62" fmla="*/ 0 w 118"/>
                <a:gd name="T63" fmla="*/ 23 h 189"/>
                <a:gd name="T64" fmla="*/ 12 w 118"/>
                <a:gd name="T65" fmla="*/ 32 h 189"/>
                <a:gd name="T66" fmla="*/ 28 w 118"/>
                <a:gd name="T67" fmla="*/ 42 h 189"/>
                <a:gd name="T68" fmla="*/ 29 w 118"/>
                <a:gd name="T69" fmla="*/ 53 h 189"/>
                <a:gd name="T70" fmla="*/ 31 w 118"/>
                <a:gd name="T71" fmla="*/ 63 h 189"/>
                <a:gd name="T72" fmla="*/ 31 w 118"/>
                <a:gd name="T73" fmla="*/ 73 h 189"/>
                <a:gd name="T74" fmla="*/ 33 w 118"/>
                <a:gd name="T75" fmla="*/ 78 h 189"/>
                <a:gd name="T76" fmla="*/ 34 w 118"/>
                <a:gd name="T77" fmla="*/ 84 h 189"/>
                <a:gd name="T78" fmla="*/ 44 w 118"/>
                <a:gd name="T79" fmla="*/ 88 h 189"/>
                <a:gd name="T80" fmla="*/ 48 w 118"/>
                <a:gd name="T81" fmla="*/ 96 h 189"/>
                <a:gd name="T82" fmla="*/ 46 w 118"/>
                <a:gd name="T83" fmla="*/ 100 h 189"/>
                <a:gd name="T84" fmla="*/ 39 w 118"/>
                <a:gd name="T85" fmla="*/ 105 h 189"/>
                <a:gd name="T86" fmla="*/ 28 w 118"/>
                <a:gd name="T87" fmla="*/ 117 h 189"/>
                <a:gd name="T88" fmla="*/ 21 w 118"/>
                <a:gd name="T89" fmla="*/ 122 h 189"/>
                <a:gd name="T90" fmla="*/ 15 w 118"/>
                <a:gd name="T91" fmla="*/ 128 h 189"/>
                <a:gd name="T92" fmla="*/ 7 w 118"/>
                <a:gd name="T93" fmla="*/ 132 h 189"/>
                <a:gd name="T94" fmla="*/ 2 w 118"/>
                <a:gd name="T95" fmla="*/ 139 h 189"/>
                <a:gd name="T96" fmla="*/ 3 w 118"/>
                <a:gd name="T97" fmla="*/ 146 h 189"/>
                <a:gd name="T98" fmla="*/ 4 w 118"/>
                <a:gd name="T99" fmla="*/ 153 h 189"/>
                <a:gd name="T100" fmla="*/ 6 w 118"/>
                <a:gd name="T101" fmla="*/ 166 h 189"/>
                <a:gd name="T102" fmla="*/ 3 w 118"/>
                <a:gd name="T103" fmla="*/ 178 h 189"/>
                <a:gd name="T104" fmla="*/ 13 w 118"/>
                <a:gd name="T105" fmla="*/ 182 h 189"/>
                <a:gd name="T106" fmla="*/ 20 w 118"/>
                <a:gd name="T107" fmla="*/ 186 h 189"/>
                <a:gd name="T108" fmla="*/ 33 w 118"/>
                <a:gd name="T109" fmla="*/ 188 h 189"/>
                <a:gd name="T110" fmla="*/ 68 w 118"/>
                <a:gd name="T111" fmla="*/ 180 h 189"/>
                <a:gd name="T112" fmla="*/ 78 w 118"/>
                <a:gd name="T113" fmla="*/ 179 h 189"/>
                <a:gd name="T114" fmla="*/ 83 w 118"/>
                <a:gd name="T115" fmla="*/ 172 h 189"/>
                <a:gd name="T116" fmla="*/ 100 w 118"/>
                <a:gd name="T117" fmla="*/ 158 h 18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8"/>
                <a:gd name="T178" fmla="*/ 0 h 189"/>
                <a:gd name="T179" fmla="*/ 118 w 118"/>
                <a:gd name="T180" fmla="*/ 189 h 18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8" h="189">
                  <a:moveTo>
                    <a:pt x="100" y="158"/>
                  </a:moveTo>
                  <a:cubicBezTo>
                    <a:pt x="103" y="152"/>
                    <a:pt x="115" y="148"/>
                    <a:pt x="117" y="142"/>
                  </a:cubicBezTo>
                  <a:cubicBezTo>
                    <a:pt x="118" y="140"/>
                    <a:pt x="118" y="138"/>
                    <a:pt x="114" y="133"/>
                  </a:cubicBezTo>
                  <a:cubicBezTo>
                    <a:pt x="110" y="128"/>
                    <a:pt x="100" y="125"/>
                    <a:pt x="100" y="122"/>
                  </a:cubicBezTo>
                  <a:cubicBezTo>
                    <a:pt x="99" y="120"/>
                    <a:pt x="107" y="119"/>
                    <a:pt x="107" y="116"/>
                  </a:cubicBezTo>
                  <a:cubicBezTo>
                    <a:pt x="106" y="113"/>
                    <a:pt x="102" y="113"/>
                    <a:pt x="101" y="110"/>
                  </a:cubicBezTo>
                  <a:cubicBezTo>
                    <a:pt x="99" y="107"/>
                    <a:pt x="103" y="106"/>
                    <a:pt x="102" y="104"/>
                  </a:cubicBezTo>
                  <a:cubicBezTo>
                    <a:pt x="102" y="103"/>
                    <a:pt x="97" y="102"/>
                    <a:pt x="97" y="101"/>
                  </a:cubicBezTo>
                  <a:cubicBezTo>
                    <a:pt x="96" y="99"/>
                    <a:pt x="100" y="99"/>
                    <a:pt x="99" y="97"/>
                  </a:cubicBezTo>
                  <a:cubicBezTo>
                    <a:pt x="99" y="95"/>
                    <a:pt x="95" y="92"/>
                    <a:pt x="98" y="89"/>
                  </a:cubicBezTo>
                  <a:cubicBezTo>
                    <a:pt x="100" y="86"/>
                    <a:pt x="105" y="89"/>
                    <a:pt x="101" y="82"/>
                  </a:cubicBezTo>
                  <a:cubicBezTo>
                    <a:pt x="98" y="75"/>
                    <a:pt x="92" y="67"/>
                    <a:pt x="91" y="65"/>
                  </a:cubicBezTo>
                  <a:cubicBezTo>
                    <a:pt x="89" y="63"/>
                    <a:pt x="92" y="60"/>
                    <a:pt x="94" y="58"/>
                  </a:cubicBezTo>
                  <a:cubicBezTo>
                    <a:pt x="96" y="57"/>
                    <a:pt x="101" y="52"/>
                    <a:pt x="101" y="50"/>
                  </a:cubicBezTo>
                  <a:cubicBezTo>
                    <a:pt x="101" y="48"/>
                    <a:pt x="95" y="43"/>
                    <a:pt x="93" y="42"/>
                  </a:cubicBezTo>
                  <a:cubicBezTo>
                    <a:pt x="91" y="41"/>
                    <a:pt x="88" y="41"/>
                    <a:pt x="86" y="38"/>
                  </a:cubicBezTo>
                  <a:cubicBezTo>
                    <a:pt x="84" y="34"/>
                    <a:pt x="83" y="33"/>
                    <a:pt x="84" y="31"/>
                  </a:cubicBezTo>
                  <a:cubicBezTo>
                    <a:pt x="86" y="29"/>
                    <a:pt x="86" y="27"/>
                    <a:pt x="86" y="25"/>
                  </a:cubicBezTo>
                  <a:cubicBezTo>
                    <a:pt x="86" y="23"/>
                    <a:pt x="90" y="25"/>
                    <a:pt x="90" y="22"/>
                  </a:cubicBezTo>
                  <a:cubicBezTo>
                    <a:pt x="91" y="20"/>
                    <a:pt x="92" y="19"/>
                    <a:pt x="93" y="18"/>
                  </a:cubicBezTo>
                  <a:cubicBezTo>
                    <a:pt x="93" y="15"/>
                    <a:pt x="93" y="13"/>
                    <a:pt x="93" y="11"/>
                  </a:cubicBezTo>
                  <a:cubicBezTo>
                    <a:pt x="92" y="8"/>
                    <a:pt x="83" y="7"/>
                    <a:pt x="81" y="3"/>
                  </a:cubicBezTo>
                  <a:cubicBezTo>
                    <a:pt x="79" y="0"/>
                    <a:pt x="74" y="1"/>
                    <a:pt x="72" y="3"/>
                  </a:cubicBezTo>
                  <a:cubicBezTo>
                    <a:pt x="70" y="6"/>
                    <a:pt x="61" y="3"/>
                    <a:pt x="61" y="6"/>
                  </a:cubicBezTo>
                  <a:cubicBezTo>
                    <a:pt x="61" y="9"/>
                    <a:pt x="54" y="10"/>
                    <a:pt x="54" y="14"/>
                  </a:cubicBezTo>
                  <a:cubicBezTo>
                    <a:pt x="54" y="17"/>
                    <a:pt x="57" y="24"/>
                    <a:pt x="52" y="23"/>
                  </a:cubicBezTo>
                  <a:cubicBezTo>
                    <a:pt x="46" y="23"/>
                    <a:pt x="50" y="25"/>
                    <a:pt x="47" y="30"/>
                  </a:cubicBezTo>
                  <a:cubicBezTo>
                    <a:pt x="44" y="34"/>
                    <a:pt x="44" y="27"/>
                    <a:pt x="40" y="28"/>
                  </a:cubicBezTo>
                  <a:cubicBezTo>
                    <a:pt x="37" y="29"/>
                    <a:pt x="33" y="25"/>
                    <a:pt x="32" y="28"/>
                  </a:cubicBezTo>
                  <a:cubicBezTo>
                    <a:pt x="30" y="30"/>
                    <a:pt x="25" y="28"/>
                    <a:pt x="19" y="27"/>
                  </a:cubicBezTo>
                  <a:cubicBezTo>
                    <a:pt x="14" y="26"/>
                    <a:pt x="11" y="18"/>
                    <a:pt x="7" y="18"/>
                  </a:cubicBezTo>
                  <a:cubicBezTo>
                    <a:pt x="4" y="18"/>
                    <a:pt x="1" y="20"/>
                    <a:pt x="0" y="23"/>
                  </a:cubicBezTo>
                  <a:cubicBezTo>
                    <a:pt x="4" y="26"/>
                    <a:pt x="7" y="30"/>
                    <a:pt x="12" y="32"/>
                  </a:cubicBezTo>
                  <a:cubicBezTo>
                    <a:pt x="18" y="35"/>
                    <a:pt x="29" y="38"/>
                    <a:pt x="28" y="42"/>
                  </a:cubicBezTo>
                  <a:cubicBezTo>
                    <a:pt x="28" y="46"/>
                    <a:pt x="26" y="51"/>
                    <a:pt x="29" y="53"/>
                  </a:cubicBezTo>
                  <a:cubicBezTo>
                    <a:pt x="31" y="54"/>
                    <a:pt x="28" y="61"/>
                    <a:pt x="31" y="63"/>
                  </a:cubicBezTo>
                  <a:cubicBezTo>
                    <a:pt x="34" y="64"/>
                    <a:pt x="33" y="73"/>
                    <a:pt x="31" y="73"/>
                  </a:cubicBezTo>
                  <a:cubicBezTo>
                    <a:pt x="28" y="73"/>
                    <a:pt x="31" y="77"/>
                    <a:pt x="33" y="78"/>
                  </a:cubicBezTo>
                  <a:cubicBezTo>
                    <a:pt x="34" y="79"/>
                    <a:pt x="34" y="81"/>
                    <a:pt x="34" y="84"/>
                  </a:cubicBezTo>
                  <a:cubicBezTo>
                    <a:pt x="38" y="85"/>
                    <a:pt x="41" y="86"/>
                    <a:pt x="44" y="88"/>
                  </a:cubicBezTo>
                  <a:cubicBezTo>
                    <a:pt x="48" y="90"/>
                    <a:pt x="47" y="93"/>
                    <a:pt x="48" y="96"/>
                  </a:cubicBezTo>
                  <a:cubicBezTo>
                    <a:pt x="48" y="100"/>
                    <a:pt x="48" y="102"/>
                    <a:pt x="46" y="100"/>
                  </a:cubicBezTo>
                  <a:cubicBezTo>
                    <a:pt x="43" y="99"/>
                    <a:pt x="41" y="100"/>
                    <a:pt x="39" y="105"/>
                  </a:cubicBezTo>
                  <a:cubicBezTo>
                    <a:pt x="38" y="110"/>
                    <a:pt x="32" y="116"/>
                    <a:pt x="28" y="117"/>
                  </a:cubicBezTo>
                  <a:cubicBezTo>
                    <a:pt x="24" y="117"/>
                    <a:pt x="24" y="121"/>
                    <a:pt x="21" y="122"/>
                  </a:cubicBezTo>
                  <a:cubicBezTo>
                    <a:pt x="18" y="123"/>
                    <a:pt x="15" y="125"/>
                    <a:pt x="15" y="128"/>
                  </a:cubicBezTo>
                  <a:cubicBezTo>
                    <a:pt x="15" y="132"/>
                    <a:pt x="11" y="132"/>
                    <a:pt x="7" y="132"/>
                  </a:cubicBezTo>
                  <a:cubicBezTo>
                    <a:pt x="4" y="132"/>
                    <a:pt x="5" y="138"/>
                    <a:pt x="2" y="139"/>
                  </a:cubicBezTo>
                  <a:cubicBezTo>
                    <a:pt x="0" y="141"/>
                    <a:pt x="0" y="143"/>
                    <a:pt x="3" y="146"/>
                  </a:cubicBezTo>
                  <a:cubicBezTo>
                    <a:pt x="5" y="149"/>
                    <a:pt x="3" y="151"/>
                    <a:pt x="4" y="153"/>
                  </a:cubicBezTo>
                  <a:cubicBezTo>
                    <a:pt x="5" y="156"/>
                    <a:pt x="8" y="161"/>
                    <a:pt x="6" y="166"/>
                  </a:cubicBezTo>
                  <a:cubicBezTo>
                    <a:pt x="3" y="172"/>
                    <a:pt x="1" y="178"/>
                    <a:pt x="3" y="178"/>
                  </a:cubicBezTo>
                  <a:cubicBezTo>
                    <a:pt x="5" y="177"/>
                    <a:pt x="10" y="182"/>
                    <a:pt x="13" y="182"/>
                  </a:cubicBezTo>
                  <a:cubicBezTo>
                    <a:pt x="17" y="182"/>
                    <a:pt x="17" y="187"/>
                    <a:pt x="20" y="186"/>
                  </a:cubicBezTo>
                  <a:cubicBezTo>
                    <a:pt x="23" y="185"/>
                    <a:pt x="23" y="189"/>
                    <a:pt x="33" y="188"/>
                  </a:cubicBezTo>
                  <a:cubicBezTo>
                    <a:pt x="42" y="188"/>
                    <a:pt x="60" y="180"/>
                    <a:pt x="68" y="180"/>
                  </a:cubicBezTo>
                  <a:cubicBezTo>
                    <a:pt x="72" y="180"/>
                    <a:pt x="75" y="180"/>
                    <a:pt x="78" y="179"/>
                  </a:cubicBezTo>
                  <a:cubicBezTo>
                    <a:pt x="79" y="177"/>
                    <a:pt x="81" y="174"/>
                    <a:pt x="83" y="172"/>
                  </a:cubicBezTo>
                  <a:cubicBezTo>
                    <a:pt x="88" y="168"/>
                    <a:pt x="98" y="164"/>
                    <a:pt x="100" y="15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3" name="Freeform 89"/>
            <p:cNvSpPr>
              <a:spLocks noChangeArrowheads="1"/>
            </p:cNvSpPr>
            <p:nvPr/>
          </p:nvSpPr>
          <p:spPr bwMode="auto">
            <a:xfrm>
              <a:off x="4383103" y="1747839"/>
              <a:ext cx="455615" cy="363538"/>
            </a:xfrm>
            <a:custGeom>
              <a:avLst/>
              <a:gdLst>
                <a:gd name="T0" fmla="*/ 142 w 238"/>
                <a:gd name="T1" fmla="*/ 40 h 190"/>
                <a:gd name="T2" fmla="*/ 122 w 238"/>
                <a:gd name="T3" fmla="*/ 38 h 190"/>
                <a:gd name="T4" fmla="*/ 109 w 238"/>
                <a:gd name="T5" fmla="*/ 33 h 190"/>
                <a:gd name="T6" fmla="*/ 82 w 238"/>
                <a:gd name="T7" fmla="*/ 13 h 190"/>
                <a:gd name="T8" fmla="*/ 59 w 238"/>
                <a:gd name="T9" fmla="*/ 0 h 190"/>
                <a:gd name="T10" fmla="*/ 50 w 238"/>
                <a:gd name="T11" fmla="*/ 0 h 190"/>
                <a:gd name="T12" fmla="*/ 38 w 238"/>
                <a:gd name="T13" fmla="*/ 4 h 190"/>
                <a:gd name="T14" fmla="*/ 27 w 238"/>
                <a:gd name="T15" fmla="*/ 11 h 190"/>
                <a:gd name="T16" fmla="*/ 36 w 238"/>
                <a:gd name="T17" fmla="*/ 21 h 190"/>
                <a:gd name="T18" fmla="*/ 29 w 238"/>
                <a:gd name="T19" fmla="*/ 26 h 190"/>
                <a:gd name="T20" fmla="*/ 22 w 238"/>
                <a:gd name="T21" fmla="*/ 29 h 190"/>
                <a:gd name="T22" fmla="*/ 13 w 238"/>
                <a:gd name="T23" fmla="*/ 36 h 190"/>
                <a:gd name="T24" fmla="*/ 2 w 238"/>
                <a:gd name="T25" fmla="*/ 31 h 190"/>
                <a:gd name="T26" fmla="*/ 1 w 238"/>
                <a:gd name="T27" fmla="*/ 34 h 190"/>
                <a:gd name="T28" fmla="*/ 0 w 238"/>
                <a:gd name="T29" fmla="*/ 37 h 190"/>
                <a:gd name="T30" fmla="*/ 2 w 238"/>
                <a:gd name="T31" fmla="*/ 50 h 190"/>
                <a:gd name="T32" fmla="*/ 11 w 238"/>
                <a:gd name="T33" fmla="*/ 61 h 190"/>
                <a:gd name="T34" fmla="*/ 28 w 238"/>
                <a:gd name="T35" fmla="*/ 87 h 190"/>
                <a:gd name="T36" fmla="*/ 36 w 238"/>
                <a:gd name="T37" fmla="*/ 99 h 190"/>
                <a:gd name="T38" fmla="*/ 47 w 238"/>
                <a:gd name="T39" fmla="*/ 112 h 190"/>
                <a:gd name="T40" fmla="*/ 49 w 238"/>
                <a:gd name="T41" fmla="*/ 124 h 190"/>
                <a:gd name="T42" fmla="*/ 59 w 238"/>
                <a:gd name="T43" fmla="*/ 143 h 190"/>
                <a:gd name="T44" fmla="*/ 72 w 238"/>
                <a:gd name="T45" fmla="*/ 158 h 190"/>
                <a:gd name="T46" fmla="*/ 82 w 238"/>
                <a:gd name="T47" fmla="*/ 175 h 190"/>
                <a:gd name="T48" fmla="*/ 86 w 238"/>
                <a:gd name="T49" fmla="*/ 184 h 190"/>
                <a:gd name="T50" fmla="*/ 89 w 238"/>
                <a:gd name="T51" fmla="*/ 190 h 190"/>
                <a:gd name="T52" fmla="*/ 95 w 238"/>
                <a:gd name="T53" fmla="*/ 188 h 190"/>
                <a:gd name="T54" fmla="*/ 94 w 238"/>
                <a:gd name="T55" fmla="*/ 181 h 190"/>
                <a:gd name="T56" fmla="*/ 99 w 238"/>
                <a:gd name="T57" fmla="*/ 177 h 190"/>
                <a:gd name="T58" fmla="*/ 107 w 238"/>
                <a:gd name="T59" fmla="*/ 179 h 190"/>
                <a:gd name="T60" fmla="*/ 121 w 238"/>
                <a:gd name="T61" fmla="*/ 180 h 190"/>
                <a:gd name="T62" fmla="*/ 137 w 238"/>
                <a:gd name="T63" fmla="*/ 182 h 190"/>
                <a:gd name="T64" fmla="*/ 145 w 238"/>
                <a:gd name="T65" fmla="*/ 179 h 190"/>
                <a:gd name="T66" fmla="*/ 162 w 238"/>
                <a:gd name="T67" fmla="*/ 164 h 190"/>
                <a:gd name="T68" fmla="*/ 184 w 238"/>
                <a:gd name="T69" fmla="*/ 163 h 190"/>
                <a:gd name="T70" fmla="*/ 230 w 238"/>
                <a:gd name="T71" fmla="*/ 148 h 190"/>
                <a:gd name="T72" fmla="*/ 238 w 238"/>
                <a:gd name="T73" fmla="*/ 125 h 190"/>
                <a:gd name="T74" fmla="*/ 232 w 238"/>
                <a:gd name="T75" fmla="*/ 117 h 190"/>
                <a:gd name="T76" fmla="*/ 203 w 238"/>
                <a:gd name="T77" fmla="*/ 113 h 190"/>
                <a:gd name="T78" fmla="*/ 195 w 238"/>
                <a:gd name="T79" fmla="*/ 101 h 190"/>
                <a:gd name="T80" fmla="*/ 190 w 238"/>
                <a:gd name="T81" fmla="*/ 94 h 190"/>
                <a:gd name="T82" fmla="*/ 181 w 238"/>
                <a:gd name="T83" fmla="*/ 88 h 190"/>
                <a:gd name="T84" fmla="*/ 175 w 238"/>
                <a:gd name="T85" fmla="*/ 76 h 190"/>
                <a:gd name="T86" fmla="*/ 170 w 238"/>
                <a:gd name="T87" fmla="*/ 63 h 190"/>
                <a:gd name="T88" fmla="*/ 158 w 238"/>
                <a:gd name="T89" fmla="*/ 50 h 190"/>
                <a:gd name="T90" fmla="*/ 157 w 238"/>
                <a:gd name="T91" fmla="*/ 45 h 190"/>
                <a:gd name="T92" fmla="*/ 148 w 238"/>
                <a:gd name="T93" fmla="*/ 45 h 190"/>
                <a:gd name="T94" fmla="*/ 142 w 238"/>
                <a:gd name="T95" fmla="*/ 40 h 19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8"/>
                <a:gd name="T145" fmla="*/ 0 h 190"/>
                <a:gd name="T146" fmla="*/ 238 w 238"/>
                <a:gd name="T147" fmla="*/ 190 h 19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8" h="190">
                  <a:moveTo>
                    <a:pt x="142" y="40"/>
                  </a:moveTo>
                  <a:cubicBezTo>
                    <a:pt x="142" y="40"/>
                    <a:pt x="125" y="38"/>
                    <a:pt x="122" y="38"/>
                  </a:cubicBezTo>
                  <a:cubicBezTo>
                    <a:pt x="119" y="38"/>
                    <a:pt x="113" y="37"/>
                    <a:pt x="109" y="33"/>
                  </a:cubicBezTo>
                  <a:cubicBezTo>
                    <a:pt x="105" y="30"/>
                    <a:pt x="85" y="15"/>
                    <a:pt x="82" y="13"/>
                  </a:cubicBezTo>
                  <a:cubicBezTo>
                    <a:pt x="78" y="11"/>
                    <a:pt x="63" y="1"/>
                    <a:pt x="59" y="0"/>
                  </a:cubicBezTo>
                  <a:cubicBezTo>
                    <a:pt x="55" y="0"/>
                    <a:pt x="55" y="0"/>
                    <a:pt x="50" y="0"/>
                  </a:cubicBezTo>
                  <a:cubicBezTo>
                    <a:pt x="45" y="0"/>
                    <a:pt x="47" y="3"/>
                    <a:pt x="38" y="4"/>
                  </a:cubicBezTo>
                  <a:cubicBezTo>
                    <a:pt x="30" y="4"/>
                    <a:pt x="25" y="10"/>
                    <a:pt x="27" y="11"/>
                  </a:cubicBezTo>
                  <a:cubicBezTo>
                    <a:pt x="30" y="12"/>
                    <a:pt x="38" y="19"/>
                    <a:pt x="36" y="21"/>
                  </a:cubicBezTo>
                  <a:cubicBezTo>
                    <a:pt x="33" y="22"/>
                    <a:pt x="33" y="26"/>
                    <a:pt x="29" y="26"/>
                  </a:cubicBezTo>
                  <a:cubicBezTo>
                    <a:pt x="26" y="26"/>
                    <a:pt x="22" y="27"/>
                    <a:pt x="22" y="29"/>
                  </a:cubicBezTo>
                  <a:cubicBezTo>
                    <a:pt x="22" y="32"/>
                    <a:pt x="17" y="36"/>
                    <a:pt x="13" y="36"/>
                  </a:cubicBezTo>
                  <a:cubicBezTo>
                    <a:pt x="11" y="36"/>
                    <a:pt x="6" y="33"/>
                    <a:pt x="2" y="31"/>
                  </a:cubicBezTo>
                  <a:cubicBezTo>
                    <a:pt x="1" y="34"/>
                    <a:pt x="1" y="34"/>
                    <a:pt x="1" y="34"/>
                  </a:cubicBezTo>
                  <a:cubicBezTo>
                    <a:pt x="0" y="37"/>
                    <a:pt x="0" y="37"/>
                    <a:pt x="0" y="37"/>
                  </a:cubicBezTo>
                  <a:cubicBezTo>
                    <a:pt x="1" y="40"/>
                    <a:pt x="0" y="49"/>
                    <a:pt x="2" y="50"/>
                  </a:cubicBezTo>
                  <a:cubicBezTo>
                    <a:pt x="5" y="51"/>
                    <a:pt x="6" y="55"/>
                    <a:pt x="11" y="61"/>
                  </a:cubicBezTo>
                  <a:cubicBezTo>
                    <a:pt x="17" y="67"/>
                    <a:pt x="28" y="83"/>
                    <a:pt x="28" y="87"/>
                  </a:cubicBezTo>
                  <a:cubicBezTo>
                    <a:pt x="28" y="90"/>
                    <a:pt x="30" y="95"/>
                    <a:pt x="36" y="99"/>
                  </a:cubicBezTo>
                  <a:cubicBezTo>
                    <a:pt x="43" y="104"/>
                    <a:pt x="43" y="109"/>
                    <a:pt x="47" y="112"/>
                  </a:cubicBezTo>
                  <a:cubicBezTo>
                    <a:pt x="50" y="114"/>
                    <a:pt x="49" y="118"/>
                    <a:pt x="49" y="124"/>
                  </a:cubicBezTo>
                  <a:cubicBezTo>
                    <a:pt x="50" y="131"/>
                    <a:pt x="53" y="140"/>
                    <a:pt x="59" y="143"/>
                  </a:cubicBezTo>
                  <a:cubicBezTo>
                    <a:pt x="65" y="147"/>
                    <a:pt x="69" y="151"/>
                    <a:pt x="72" y="158"/>
                  </a:cubicBezTo>
                  <a:cubicBezTo>
                    <a:pt x="74" y="165"/>
                    <a:pt x="78" y="171"/>
                    <a:pt x="82" y="175"/>
                  </a:cubicBezTo>
                  <a:cubicBezTo>
                    <a:pt x="86" y="179"/>
                    <a:pt x="84" y="181"/>
                    <a:pt x="86" y="184"/>
                  </a:cubicBezTo>
                  <a:cubicBezTo>
                    <a:pt x="87" y="185"/>
                    <a:pt x="88" y="188"/>
                    <a:pt x="89" y="190"/>
                  </a:cubicBezTo>
                  <a:cubicBezTo>
                    <a:pt x="92" y="189"/>
                    <a:pt x="94" y="188"/>
                    <a:pt x="95" y="188"/>
                  </a:cubicBezTo>
                  <a:cubicBezTo>
                    <a:pt x="95" y="186"/>
                    <a:pt x="93" y="183"/>
                    <a:pt x="94" y="181"/>
                  </a:cubicBezTo>
                  <a:cubicBezTo>
                    <a:pt x="95" y="180"/>
                    <a:pt x="97" y="178"/>
                    <a:pt x="99" y="177"/>
                  </a:cubicBezTo>
                  <a:cubicBezTo>
                    <a:pt x="101" y="177"/>
                    <a:pt x="103" y="179"/>
                    <a:pt x="107" y="179"/>
                  </a:cubicBezTo>
                  <a:cubicBezTo>
                    <a:pt x="112" y="178"/>
                    <a:pt x="120" y="179"/>
                    <a:pt x="121" y="180"/>
                  </a:cubicBezTo>
                  <a:cubicBezTo>
                    <a:pt x="122" y="181"/>
                    <a:pt x="134" y="180"/>
                    <a:pt x="137" y="182"/>
                  </a:cubicBezTo>
                  <a:cubicBezTo>
                    <a:pt x="140" y="185"/>
                    <a:pt x="143" y="184"/>
                    <a:pt x="145" y="179"/>
                  </a:cubicBezTo>
                  <a:cubicBezTo>
                    <a:pt x="147" y="175"/>
                    <a:pt x="160" y="165"/>
                    <a:pt x="162" y="164"/>
                  </a:cubicBezTo>
                  <a:cubicBezTo>
                    <a:pt x="164" y="163"/>
                    <a:pt x="179" y="164"/>
                    <a:pt x="184" y="163"/>
                  </a:cubicBezTo>
                  <a:cubicBezTo>
                    <a:pt x="190" y="162"/>
                    <a:pt x="228" y="150"/>
                    <a:pt x="230" y="148"/>
                  </a:cubicBezTo>
                  <a:cubicBezTo>
                    <a:pt x="231" y="147"/>
                    <a:pt x="238" y="127"/>
                    <a:pt x="238" y="125"/>
                  </a:cubicBezTo>
                  <a:cubicBezTo>
                    <a:pt x="238" y="122"/>
                    <a:pt x="235" y="116"/>
                    <a:pt x="232" y="117"/>
                  </a:cubicBezTo>
                  <a:cubicBezTo>
                    <a:pt x="229" y="117"/>
                    <a:pt x="205" y="114"/>
                    <a:pt x="203" y="113"/>
                  </a:cubicBezTo>
                  <a:cubicBezTo>
                    <a:pt x="202" y="113"/>
                    <a:pt x="196" y="108"/>
                    <a:pt x="195" y="101"/>
                  </a:cubicBezTo>
                  <a:cubicBezTo>
                    <a:pt x="193" y="100"/>
                    <a:pt x="191" y="97"/>
                    <a:pt x="190" y="94"/>
                  </a:cubicBezTo>
                  <a:cubicBezTo>
                    <a:pt x="188" y="95"/>
                    <a:pt x="183" y="94"/>
                    <a:pt x="181" y="88"/>
                  </a:cubicBezTo>
                  <a:cubicBezTo>
                    <a:pt x="179" y="86"/>
                    <a:pt x="173" y="78"/>
                    <a:pt x="175" y="76"/>
                  </a:cubicBezTo>
                  <a:cubicBezTo>
                    <a:pt x="177" y="73"/>
                    <a:pt x="174" y="67"/>
                    <a:pt x="170" y="63"/>
                  </a:cubicBezTo>
                  <a:cubicBezTo>
                    <a:pt x="166" y="60"/>
                    <a:pt x="159" y="54"/>
                    <a:pt x="158" y="50"/>
                  </a:cubicBezTo>
                  <a:cubicBezTo>
                    <a:pt x="158" y="49"/>
                    <a:pt x="158" y="47"/>
                    <a:pt x="157" y="45"/>
                  </a:cubicBezTo>
                  <a:cubicBezTo>
                    <a:pt x="148" y="45"/>
                    <a:pt x="148" y="45"/>
                    <a:pt x="148" y="45"/>
                  </a:cubicBezTo>
                  <a:lnTo>
                    <a:pt x="142" y="40"/>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4" name="Freeform 90"/>
            <p:cNvSpPr>
              <a:spLocks noChangeArrowheads="1"/>
            </p:cNvSpPr>
            <p:nvPr/>
          </p:nvSpPr>
          <p:spPr bwMode="auto">
            <a:xfrm>
              <a:off x="4756166" y="1914527"/>
              <a:ext cx="174626" cy="192089"/>
            </a:xfrm>
            <a:custGeom>
              <a:avLst/>
              <a:gdLst>
                <a:gd name="T0" fmla="*/ 45 w 91"/>
                <a:gd name="T1" fmla="*/ 3 h 101"/>
                <a:gd name="T2" fmla="*/ 45 w 91"/>
                <a:gd name="T3" fmla="*/ 11 h 101"/>
                <a:gd name="T4" fmla="*/ 38 w 91"/>
                <a:gd name="T5" fmla="*/ 20 h 101"/>
                <a:gd name="T6" fmla="*/ 35 w 91"/>
                <a:gd name="T7" fmla="*/ 30 h 101"/>
                <a:gd name="T8" fmla="*/ 37 w 91"/>
                <a:gd name="T9" fmla="*/ 30 h 101"/>
                <a:gd name="T10" fmla="*/ 43 w 91"/>
                <a:gd name="T11" fmla="*/ 38 h 101"/>
                <a:gd name="T12" fmla="*/ 35 w 91"/>
                <a:gd name="T13" fmla="*/ 61 h 101"/>
                <a:gd name="T14" fmla="*/ 0 w 91"/>
                <a:gd name="T15" fmla="*/ 73 h 101"/>
                <a:gd name="T16" fmla="*/ 14 w 91"/>
                <a:gd name="T17" fmla="*/ 101 h 101"/>
                <a:gd name="T18" fmla="*/ 17 w 91"/>
                <a:gd name="T19" fmla="*/ 100 h 101"/>
                <a:gd name="T20" fmla="*/ 35 w 91"/>
                <a:gd name="T21" fmla="*/ 97 h 101"/>
                <a:gd name="T22" fmla="*/ 40 w 91"/>
                <a:gd name="T23" fmla="*/ 88 h 101"/>
                <a:gd name="T24" fmla="*/ 52 w 91"/>
                <a:gd name="T25" fmla="*/ 86 h 101"/>
                <a:gd name="T26" fmla="*/ 59 w 91"/>
                <a:gd name="T27" fmla="*/ 76 h 101"/>
                <a:gd name="T28" fmla="*/ 67 w 91"/>
                <a:gd name="T29" fmla="*/ 72 h 101"/>
                <a:gd name="T30" fmla="*/ 70 w 91"/>
                <a:gd name="T31" fmla="*/ 57 h 101"/>
                <a:gd name="T32" fmla="*/ 80 w 91"/>
                <a:gd name="T33" fmla="*/ 51 h 101"/>
                <a:gd name="T34" fmla="*/ 89 w 91"/>
                <a:gd name="T35" fmla="*/ 37 h 101"/>
                <a:gd name="T36" fmla="*/ 88 w 91"/>
                <a:gd name="T37" fmla="*/ 31 h 101"/>
                <a:gd name="T38" fmla="*/ 79 w 91"/>
                <a:gd name="T39" fmla="*/ 19 h 101"/>
                <a:gd name="T40" fmla="*/ 60 w 91"/>
                <a:gd name="T41" fmla="*/ 12 h 101"/>
                <a:gd name="T42" fmla="*/ 54 w 91"/>
                <a:gd name="T43" fmla="*/ 0 h 101"/>
                <a:gd name="T44" fmla="*/ 50 w 91"/>
                <a:gd name="T45" fmla="*/ 3 h 101"/>
                <a:gd name="T46" fmla="*/ 45 w 91"/>
                <a:gd name="T47" fmla="*/ 3 h 1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1"/>
                <a:gd name="T73" fmla="*/ 0 h 101"/>
                <a:gd name="T74" fmla="*/ 91 w 91"/>
                <a:gd name="T75" fmla="*/ 101 h 1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1" h="101">
                  <a:moveTo>
                    <a:pt x="45" y="3"/>
                  </a:moveTo>
                  <a:cubicBezTo>
                    <a:pt x="45" y="11"/>
                    <a:pt x="45" y="11"/>
                    <a:pt x="45" y="11"/>
                  </a:cubicBezTo>
                  <a:cubicBezTo>
                    <a:pt x="38" y="20"/>
                    <a:pt x="38" y="20"/>
                    <a:pt x="38" y="20"/>
                  </a:cubicBezTo>
                  <a:cubicBezTo>
                    <a:pt x="35" y="30"/>
                    <a:pt x="35" y="30"/>
                    <a:pt x="35" y="30"/>
                  </a:cubicBezTo>
                  <a:cubicBezTo>
                    <a:pt x="36" y="30"/>
                    <a:pt x="36" y="30"/>
                    <a:pt x="37" y="30"/>
                  </a:cubicBezTo>
                  <a:cubicBezTo>
                    <a:pt x="40" y="29"/>
                    <a:pt x="43" y="35"/>
                    <a:pt x="43" y="38"/>
                  </a:cubicBezTo>
                  <a:cubicBezTo>
                    <a:pt x="43" y="40"/>
                    <a:pt x="36" y="60"/>
                    <a:pt x="35" y="61"/>
                  </a:cubicBezTo>
                  <a:cubicBezTo>
                    <a:pt x="34" y="62"/>
                    <a:pt x="14" y="69"/>
                    <a:pt x="0" y="73"/>
                  </a:cubicBezTo>
                  <a:cubicBezTo>
                    <a:pt x="3" y="79"/>
                    <a:pt x="9" y="91"/>
                    <a:pt x="14" y="101"/>
                  </a:cubicBezTo>
                  <a:cubicBezTo>
                    <a:pt x="15" y="101"/>
                    <a:pt x="16" y="101"/>
                    <a:pt x="17" y="100"/>
                  </a:cubicBezTo>
                  <a:cubicBezTo>
                    <a:pt x="23" y="96"/>
                    <a:pt x="31" y="98"/>
                    <a:pt x="35" y="97"/>
                  </a:cubicBezTo>
                  <a:cubicBezTo>
                    <a:pt x="40" y="96"/>
                    <a:pt x="36" y="92"/>
                    <a:pt x="40" y="88"/>
                  </a:cubicBezTo>
                  <a:cubicBezTo>
                    <a:pt x="44" y="85"/>
                    <a:pt x="50" y="87"/>
                    <a:pt x="52" y="86"/>
                  </a:cubicBezTo>
                  <a:cubicBezTo>
                    <a:pt x="54" y="85"/>
                    <a:pt x="56" y="77"/>
                    <a:pt x="59" y="76"/>
                  </a:cubicBezTo>
                  <a:cubicBezTo>
                    <a:pt x="63" y="74"/>
                    <a:pt x="67" y="75"/>
                    <a:pt x="67" y="72"/>
                  </a:cubicBezTo>
                  <a:cubicBezTo>
                    <a:pt x="66" y="69"/>
                    <a:pt x="67" y="58"/>
                    <a:pt x="70" y="57"/>
                  </a:cubicBezTo>
                  <a:cubicBezTo>
                    <a:pt x="74" y="56"/>
                    <a:pt x="79" y="53"/>
                    <a:pt x="80" y="51"/>
                  </a:cubicBezTo>
                  <a:cubicBezTo>
                    <a:pt x="80" y="49"/>
                    <a:pt x="87" y="41"/>
                    <a:pt x="89" y="37"/>
                  </a:cubicBezTo>
                  <a:cubicBezTo>
                    <a:pt x="91" y="34"/>
                    <a:pt x="91" y="32"/>
                    <a:pt x="88" y="31"/>
                  </a:cubicBezTo>
                  <a:cubicBezTo>
                    <a:pt x="85" y="31"/>
                    <a:pt x="80" y="22"/>
                    <a:pt x="79" y="19"/>
                  </a:cubicBezTo>
                  <a:cubicBezTo>
                    <a:pt x="77" y="17"/>
                    <a:pt x="68" y="19"/>
                    <a:pt x="60" y="12"/>
                  </a:cubicBezTo>
                  <a:cubicBezTo>
                    <a:pt x="57" y="10"/>
                    <a:pt x="55" y="5"/>
                    <a:pt x="54" y="0"/>
                  </a:cubicBezTo>
                  <a:cubicBezTo>
                    <a:pt x="50" y="3"/>
                    <a:pt x="50" y="3"/>
                    <a:pt x="50" y="3"/>
                  </a:cubicBezTo>
                  <a:lnTo>
                    <a:pt x="45" y="3"/>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5" name="Freeform 91"/>
            <p:cNvSpPr>
              <a:spLocks noChangeArrowheads="1"/>
            </p:cNvSpPr>
            <p:nvPr/>
          </p:nvSpPr>
          <p:spPr bwMode="auto">
            <a:xfrm>
              <a:off x="4729179" y="1890714"/>
              <a:ext cx="25400" cy="38100"/>
            </a:xfrm>
            <a:custGeom>
              <a:avLst/>
              <a:gdLst>
                <a:gd name="T0" fmla="*/ 9 w 13"/>
                <a:gd name="T1" fmla="*/ 19 h 20"/>
                <a:gd name="T2" fmla="*/ 10 w 13"/>
                <a:gd name="T3" fmla="*/ 16 h 20"/>
                <a:gd name="T4" fmla="*/ 8 w 13"/>
                <a:gd name="T5" fmla="*/ 2 h 20"/>
                <a:gd name="T6" fmla="*/ 1 w 13"/>
                <a:gd name="T7" fmla="*/ 13 h 20"/>
                <a:gd name="T8" fmla="*/ 0 w 13"/>
                <a:gd name="T9" fmla="*/ 13 h 20"/>
                <a:gd name="T10" fmla="*/ 9 w 13"/>
                <a:gd name="T11" fmla="*/ 19 h 20"/>
                <a:gd name="T12" fmla="*/ 0 60000 65536"/>
                <a:gd name="T13" fmla="*/ 0 60000 65536"/>
                <a:gd name="T14" fmla="*/ 0 60000 65536"/>
                <a:gd name="T15" fmla="*/ 0 60000 65536"/>
                <a:gd name="T16" fmla="*/ 0 60000 65536"/>
                <a:gd name="T17" fmla="*/ 0 60000 65536"/>
                <a:gd name="T18" fmla="*/ 0 w 13"/>
                <a:gd name="T19" fmla="*/ 0 h 20"/>
                <a:gd name="T20" fmla="*/ 13 w 13"/>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3" h="20">
                  <a:moveTo>
                    <a:pt x="9" y="19"/>
                  </a:moveTo>
                  <a:cubicBezTo>
                    <a:pt x="9" y="18"/>
                    <a:pt x="9" y="17"/>
                    <a:pt x="10" y="16"/>
                  </a:cubicBezTo>
                  <a:cubicBezTo>
                    <a:pt x="12" y="12"/>
                    <a:pt x="13" y="3"/>
                    <a:pt x="8" y="2"/>
                  </a:cubicBezTo>
                  <a:cubicBezTo>
                    <a:pt x="3" y="0"/>
                    <a:pt x="1" y="10"/>
                    <a:pt x="1" y="13"/>
                  </a:cubicBezTo>
                  <a:cubicBezTo>
                    <a:pt x="1" y="13"/>
                    <a:pt x="0" y="13"/>
                    <a:pt x="0" y="13"/>
                  </a:cubicBezTo>
                  <a:cubicBezTo>
                    <a:pt x="2" y="19"/>
                    <a:pt x="7" y="20"/>
                    <a:pt x="9"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6" name="Freeform 92"/>
            <p:cNvSpPr>
              <a:spLocks noChangeArrowheads="1"/>
            </p:cNvSpPr>
            <p:nvPr/>
          </p:nvSpPr>
          <p:spPr bwMode="auto">
            <a:xfrm>
              <a:off x="4756166" y="1887539"/>
              <a:ext cx="103188" cy="84138"/>
            </a:xfrm>
            <a:custGeom>
              <a:avLst/>
              <a:gdLst>
                <a:gd name="T0" fmla="*/ 8 w 54"/>
                <a:gd name="T1" fmla="*/ 40 h 44"/>
                <a:gd name="T2" fmla="*/ 35 w 54"/>
                <a:gd name="T3" fmla="*/ 44 h 44"/>
                <a:gd name="T4" fmla="*/ 38 w 54"/>
                <a:gd name="T5" fmla="*/ 34 h 44"/>
                <a:gd name="T6" fmla="*/ 45 w 54"/>
                <a:gd name="T7" fmla="*/ 25 h 44"/>
                <a:gd name="T8" fmla="*/ 45 w 54"/>
                <a:gd name="T9" fmla="*/ 17 h 44"/>
                <a:gd name="T10" fmla="*/ 50 w 54"/>
                <a:gd name="T11" fmla="*/ 17 h 44"/>
                <a:gd name="T12" fmla="*/ 54 w 54"/>
                <a:gd name="T13" fmla="*/ 14 h 44"/>
                <a:gd name="T14" fmla="*/ 51 w 54"/>
                <a:gd name="T15" fmla="*/ 0 h 44"/>
                <a:gd name="T16" fmla="*/ 37 w 54"/>
                <a:gd name="T17" fmla="*/ 16 h 44"/>
                <a:gd name="T18" fmla="*/ 16 w 54"/>
                <a:gd name="T19" fmla="*/ 26 h 44"/>
                <a:gd name="T20" fmla="*/ 2 w 54"/>
                <a:gd name="T21" fmla="*/ 29 h 44"/>
                <a:gd name="T22" fmla="*/ 0 w 54"/>
                <a:gd name="T23" fmla="*/ 28 h 44"/>
                <a:gd name="T24" fmla="*/ 8 w 54"/>
                <a:gd name="T25" fmla="*/ 4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4"/>
                <a:gd name="T40" fmla="*/ 0 h 44"/>
                <a:gd name="T41" fmla="*/ 54 w 54"/>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4" h="44">
                  <a:moveTo>
                    <a:pt x="8" y="40"/>
                  </a:moveTo>
                  <a:cubicBezTo>
                    <a:pt x="10" y="41"/>
                    <a:pt x="28" y="43"/>
                    <a:pt x="35" y="44"/>
                  </a:cubicBezTo>
                  <a:cubicBezTo>
                    <a:pt x="38" y="34"/>
                    <a:pt x="38" y="34"/>
                    <a:pt x="38" y="34"/>
                  </a:cubicBezTo>
                  <a:cubicBezTo>
                    <a:pt x="45" y="25"/>
                    <a:pt x="45" y="25"/>
                    <a:pt x="45" y="25"/>
                  </a:cubicBezTo>
                  <a:cubicBezTo>
                    <a:pt x="45" y="17"/>
                    <a:pt x="45" y="17"/>
                    <a:pt x="45" y="17"/>
                  </a:cubicBezTo>
                  <a:cubicBezTo>
                    <a:pt x="50" y="17"/>
                    <a:pt x="50" y="17"/>
                    <a:pt x="50" y="17"/>
                  </a:cubicBezTo>
                  <a:cubicBezTo>
                    <a:pt x="54" y="14"/>
                    <a:pt x="54" y="14"/>
                    <a:pt x="54" y="14"/>
                  </a:cubicBezTo>
                  <a:cubicBezTo>
                    <a:pt x="52" y="7"/>
                    <a:pt x="52" y="0"/>
                    <a:pt x="51" y="0"/>
                  </a:cubicBezTo>
                  <a:cubicBezTo>
                    <a:pt x="49" y="0"/>
                    <a:pt x="40" y="9"/>
                    <a:pt x="37" y="16"/>
                  </a:cubicBezTo>
                  <a:cubicBezTo>
                    <a:pt x="34" y="22"/>
                    <a:pt x="24" y="27"/>
                    <a:pt x="16" y="26"/>
                  </a:cubicBezTo>
                  <a:cubicBezTo>
                    <a:pt x="7" y="24"/>
                    <a:pt x="5" y="28"/>
                    <a:pt x="2" y="29"/>
                  </a:cubicBezTo>
                  <a:cubicBezTo>
                    <a:pt x="2" y="29"/>
                    <a:pt x="1" y="29"/>
                    <a:pt x="0" y="28"/>
                  </a:cubicBezTo>
                  <a:cubicBezTo>
                    <a:pt x="1" y="35"/>
                    <a:pt x="7" y="40"/>
                    <a:pt x="8" y="4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7" name="Freeform 93"/>
            <p:cNvSpPr>
              <a:spLocks noEditPoints="1" noChangeArrowheads="1"/>
            </p:cNvSpPr>
            <p:nvPr/>
          </p:nvSpPr>
          <p:spPr bwMode="auto">
            <a:xfrm>
              <a:off x="5775344" y="2328864"/>
              <a:ext cx="419102" cy="130175"/>
            </a:xfrm>
            <a:custGeom>
              <a:avLst/>
              <a:gdLst>
                <a:gd name="T0" fmla="*/ 39 w 219"/>
                <a:gd name="T1" fmla="*/ 24 h 68"/>
                <a:gd name="T2" fmla="*/ 31 w 219"/>
                <a:gd name="T3" fmla="*/ 12 h 68"/>
                <a:gd name="T4" fmla="*/ 25 w 219"/>
                <a:gd name="T5" fmla="*/ 7 h 68"/>
                <a:gd name="T6" fmla="*/ 24 w 219"/>
                <a:gd name="T7" fmla="*/ 5 h 68"/>
                <a:gd name="T8" fmla="*/ 21 w 219"/>
                <a:gd name="T9" fmla="*/ 10 h 68"/>
                <a:gd name="T10" fmla="*/ 12 w 219"/>
                <a:gd name="T11" fmla="*/ 9 h 68"/>
                <a:gd name="T12" fmla="*/ 6 w 219"/>
                <a:gd name="T13" fmla="*/ 2 h 68"/>
                <a:gd name="T14" fmla="*/ 0 w 219"/>
                <a:gd name="T15" fmla="*/ 1 h 68"/>
                <a:gd name="T16" fmla="*/ 3 w 219"/>
                <a:gd name="T17" fmla="*/ 19 h 68"/>
                <a:gd name="T18" fmla="*/ 14 w 219"/>
                <a:gd name="T19" fmla="*/ 40 h 68"/>
                <a:gd name="T20" fmla="*/ 25 w 219"/>
                <a:gd name="T21" fmla="*/ 51 h 68"/>
                <a:gd name="T22" fmla="*/ 47 w 219"/>
                <a:gd name="T23" fmla="*/ 62 h 68"/>
                <a:gd name="T24" fmla="*/ 39 w 219"/>
                <a:gd name="T25" fmla="*/ 46 h 68"/>
                <a:gd name="T26" fmla="*/ 39 w 219"/>
                <a:gd name="T27" fmla="*/ 24 h 68"/>
                <a:gd name="T28" fmla="*/ 210 w 219"/>
                <a:gd name="T29" fmla="*/ 11 h 68"/>
                <a:gd name="T30" fmla="*/ 200 w 219"/>
                <a:gd name="T31" fmla="*/ 9 h 68"/>
                <a:gd name="T32" fmla="*/ 189 w 219"/>
                <a:gd name="T33" fmla="*/ 0 h 68"/>
                <a:gd name="T34" fmla="*/ 180 w 219"/>
                <a:gd name="T35" fmla="*/ 11 h 68"/>
                <a:gd name="T36" fmla="*/ 174 w 219"/>
                <a:gd name="T37" fmla="*/ 19 h 68"/>
                <a:gd name="T38" fmla="*/ 172 w 219"/>
                <a:gd name="T39" fmla="*/ 22 h 68"/>
                <a:gd name="T40" fmla="*/ 172 w 219"/>
                <a:gd name="T41" fmla="*/ 29 h 68"/>
                <a:gd name="T42" fmla="*/ 165 w 219"/>
                <a:gd name="T43" fmla="*/ 31 h 68"/>
                <a:gd name="T44" fmla="*/ 159 w 219"/>
                <a:gd name="T45" fmla="*/ 23 h 68"/>
                <a:gd name="T46" fmla="*/ 158 w 219"/>
                <a:gd name="T47" fmla="*/ 23 h 68"/>
                <a:gd name="T48" fmla="*/ 148 w 219"/>
                <a:gd name="T49" fmla="*/ 39 h 68"/>
                <a:gd name="T50" fmla="*/ 132 w 219"/>
                <a:gd name="T51" fmla="*/ 44 h 68"/>
                <a:gd name="T52" fmla="*/ 125 w 219"/>
                <a:gd name="T53" fmla="*/ 58 h 68"/>
                <a:gd name="T54" fmla="*/ 108 w 219"/>
                <a:gd name="T55" fmla="*/ 54 h 68"/>
                <a:gd name="T56" fmla="*/ 111 w 219"/>
                <a:gd name="T57" fmla="*/ 61 h 68"/>
                <a:gd name="T58" fmla="*/ 121 w 219"/>
                <a:gd name="T59" fmla="*/ 66 h 68"/>
                <a:gd name="T60" fmla="*/ 135 w 219"/>
                <a:gd name="T61" fmla="*/ 65 h 68"/>
                <a:gd name="T62" fmla="*/ 147 w 219"/>
                <a:gd name="T63" fmla="*/ 60 h 68"/>
                <a:gd name="T64" fmla="*/ 157 w 219"/>
                <a:gd name="T65" fmla="*/ 62 h 68"/>
                <a:gd name="T66" fmla="*/ 167 w 219"/>
                <a:gd name="T67" fmla="*/ 55 h 68"/>
                <a:gd name="T68" fmla="*/ 171 w 219"/>
                <a:gd name="T69" fmla="*/ 45 h 68"/>
                <a:gd name="T70" fmla="*/ 177 w 219"/>
                <a:gd name="T71" fmla="*/ 35 h 68"/>
                <a:gd name="T72" fmla="*/ 195 w 219"/>
                <a:gd name="T73" fmla="*/ 27 h 68"/>
                <a:gd name="T74" fmla="*/ 200 w 219"/>
                <a:gd name="T75" fmla="*/ 29 h 68"/>
                <a:gd name="T76" fmla="*/ 207 w 219"/>
                <a:gd name="T77" fmla="*/ 22 h 68"/>
                <a:gd name="T78" fmla="*/ 217 w 219"/>
                <a:gd name="T79" fmla="*/ 18 h 68"/>
                <a:gd name="T80" fmla="*/ 210 w 219"/>
                <a:gd name="T81" fmla="*/ 11 h 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19"/>
                <a:gd name="T124" fmla="*/ 0 h 68"/>
                <a:gd name="T125" fmla="*/ 219 w 219"/>
                <a:gd name="T126" fmla="*/ 68 h 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19" h="68">
                  <a:moveTo>
                    <a:pt x="39" y="24"/>
                  </a:moveTo>
                  <a:cubicBezTo>
                    <a:pt x="39" y="17"/>
                    <a:pt x="32" y="17"/>
                    <a:pt x="31" y="12"/>
                  </a:cubicBezTo>
                  <a:cubicBezTo>
                    <a:pt x="29" y="7"/>
                    <a:pt x="26" y="10"/>
                    <a:pt x="25" y="7"/>
                  </a:cubicBezTo>
                  <a:cubicBezTo>
                    <a:pt x="25" y="6"/>
                    <a:pt x="25" y="6"/>
                    <a:pt x="24" y="5"/>
                  </a:cubicBezTo>
                  <a:cubicBezTo>
                    <a:pt x="20" y="6"/>
                    <a:pt x="22" y="9"/>
                    <a:pt x="21" y="10"/>
                  </a:cubicBezTo>
                  <a:cubicBezTo>
                    <a:pt x="19" y="10"/>
                    <a:pt x="12" y="11"/>
                    <a:pt x="12" y="9"/>
                  </a:cubicBezTo>
                  <a:cubicBezTo>
                    <a:pt x="12" y="6"/>
                    <a:pt x="11" y="3"/>
                    <a:pt x="6" y="2"/>
                  </a:cubicBezTo>
                  <a:cubicBezTo>
                    <a:pt x="4" y="1"/>
                    <a:pt x="2" y="1"/>
                    <a:pt x="0" y="1"/>
                  </a:cubicBezTo>
                  <a:cubicBezTo>
                    <a:pt x="2" y="7"/>
                    <a:pt x="3" y="14"/>
                    <a:pt x="3" y="19"/>
                  </a:cubicBezTo>
                  <a:cubicBezTo>
                    <a:pt x="3" y="25"/>
                    <a:pt x="13" y="36"/>
                    <a:pt x="14" y="40"/>
                  </a:cubicBezTo>
                  <a:cubicBezTo>
                    <a:pt x="16" y="45"/>
                    <a:pt x="19" y="46"/>
                    <a:pt x="25" y="51"/>
                  </a:cubicBezTo>
                  <a:cubicBezTo>
                    <a:pt x="32" y="55"/>
                    <a:pt x="44" y="63"/>
                    <a:pt x="47" y="62"/>
                  </a:cubicBezTo>
                  <a:cubicBezTo>
                    <a:pt x="49" y="61"/>
                    <a:pt x="43" y="50"/>
                    <a:pt x="39" y="46"/>
                  </a:cubicBezTo>
                  <a:cubicBezTo>
                    <a:pt x="36" y="42"/>
                    <a:pt x="39" y="32"/>
                    <a:pt x="39" y="24"/>
                  </a:cubicBezTo>
                  <a:close/>
                  <a:moveTo>
                    <a:pt x="210" y="11"/>
                  </a:moveTo>
                  <a:cubicBezTo>
                    <a:pt x="207" y="12"/>
                    <a:pt x="200" y="12"/>
                    <a:pt x="200" y="9"/>
                  </a:cubicBezTo>
                  <a:cubicBezTo>
                    <a:pt x="200" y="6"/>
                    <a:pt x="193" y="0"/>
                    <a:pt x="189" y="0"/>
                  </a:cubicBezTo>
                  <a:cubicBezTo>
                    <a:pt x="185" y="0"/>
                    <a:pt x="181" y="8"/>
                    <a:pt x="180" y="11"/>
                  </a:cubicBezTo>
                  <a:cubicBezTo>
                    <a:pt x="180" y="15"/>
                    <a:pt x="174" y="14"/>
                    <a:pt x="174" y="19"/>
                  </a:cubicBezTo>
                  <a:cubicBezTo>
                    <a:pt x="175" y="21"/>
                    <a:pt x="173" y="21"/>
                    <a:pt x="172" y="22"/>
                  </a:cubicBezTo>
                  <a:cubicBezTo>
                    <a:pt x="173" y="26"/>
                    <a:pt x="174" y="29"/>
                    <a:pt x="172" y="29"/>
                  </a:cubicBezTo>
                  <a:cubicBezTo>
                    <a:pt x="169" y="28"/>
                    <a:pt x="169" y="31"/>
                    <a:pt x="165" y="31"/>
                  </a:cubicBezTo>
                  <a:cubicBezTo>
                    <a:pt x="163" y="31"/>
                    <a:pt x="161" y="28"/>
                    <a:pt x="159" y="23"/>
                  </a:cubicBezTo>
                  <a:cubicBezTo>
                    <a:pt x="159" y="23"/>
                    <a:pt x="158" y="23"/>
                    <a:pt x="158" y="23"/>
                  </a:cubicBezTo>
                  <a:cubicBezTo>
                    <a:pt x="156" y="23"/>
                    <a:pt x="150" y="33"/>
                    <a:pt x="148" y="39"/>
                  </a:cubicBezTo>
                  <a:cubicBezTo>
                    <a:pt x="147" y="45"/>
                    <a:pt x="141" y="43"/>
                    <a:pt x="132" y="44"/>
                  </a:cubicBezTo>
                  <a:cubicBezTo>
                    <a:pt x="123" y="45"/>
                    <a:pt x="127" y="54"/>
                    <a:pt x="125" y="58"/>
                  </a:cubicBezTo>
                  <a:cubicBezTo>
                    <a:pt x="123" y="62"/>
                    <a:pt x="113" y="55"/>
                    <a:pt x="108" y="54"/>
                  </a:cubicBezTo>
                  <a:cubicBezTo>
                    <a:pt x="109" y="58"/>
                    <a:pt x="110" y="61"/>
                    <a:pt x="111" y="61"/>
                  </a:cubicBezTo>
                  <a:cubicBezTo>
                    <a:pt x="114" y="61"/>
                    <a:pt x="118" y="68"/>
                    <a:pt x="121" y="66"/>
                  </a:cubicBezTo>
                  <a:cubicBezTo>
                    <a:pt x="123" y="64"/>
                    <a:pt x="131" y="66"/>
                    <a:pt x="135" y="65"/>
                  </a:cubicBezTo>
                  <a:cubicBezTo>
                    <a:pt x="139" y="63"/>
                    <a:pt x="140" y="60"/>
                    <a:pt x="147" y="60"/>
                  </a:cubicBezTo>
                  <a:cubicBezTo>
                    <a:pt x="153" y="60"/>
                    <a:pt x="151" y="65"/>
                    <a:pt x="157" y="62"/>
                  </a:cubicBezTo>
                  <a:cubicBezTo>
                    <a:pt x="164" y="59"/>
                    <a:pt x="168" y="61"/>
                    <a:pt x="167" y="55"/>
                  </a:cubicBezTo>
                  <a:cubicBezTo>
                    <a:pt x="167" y="49"/>
                    <a:pt x="171" y="49"/>
                    <a:pt x="171" y="45"/>
                  </a:cubicBezTo>
                  <a:cubicBezTo>
                    <a:pt x="170" y="40"/>
                    <a:pt x="178" y="43"/>
                    <a:pt x="177" y="35"/>
                  </a:cubicBezTo>
                  <a:cubicBezTo>
                    <a:pt x="177" y="26"/>
                    <a:pt x="189" y="27"/>
                    <a:pt x="195" y="27"/>
                  </a:cubicBezTo>
                  <a:cubicBezTo>
                    <a:pt x="196" y="27"/>
                    <a:pt x="198" y="28"/>
                    <a:pt x="200" y="29"/>
                  </a:cubicBezTo>
                  <a:cubicBezTo>
                    <a:pt x="204" y="27"/>
                    <a:pt x="210" y="24"/>
                    <a:pt x="207" y="22"/>
                  </a:cubicBezTo>
                  <a:cubicBezTo>
                    <a:pt x="204" y="20"/>
                    <a:pt x="216" y="22"/>
                    <a:pt x="217" y="18"/>
                  </a:cubicBezTo>
                  <a:cubicBezTo>
                    <a:pt x="219" y="14"/>
                    <a:pt x="213" y="11"/>
                    <a:pt x="210" y="1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8" name="Freeform 94"/>
            <p:cNvSpPr>
              <a:spLocks noChangeArrowheads="1"/>
            </p:cNvSpPr>
            <p:nvPr/>
          </p:nvSpPr>
          <p:spPr bwMode="auto">
            <a:xfrm>
              <a:off x="6078558" y="2370140"/>
              <a:ext cx="28575" cy="17463"/>
            </a:xfrm>
            <a:custGeom>
              <a:avLst/>
              <a:gdLst>
                <a:gd name="T0" fmla="*/ 6 w 15"/>
                <a:gd name="T1" fmla="*/ 9 h 9"/>
                <a:gd name="T2" fmla="*/ 13 w 15"/>
                <a:gd name="T3" fmla="*/ 7 h 9"/>
                <a:gd name="T4" fmla="*/ 13 w 15"/>
                <a:gd name="T5" fmla="*/ 0 h 9"/>
                <a:gd name="T6" fmla="*/ 7 w 15"/>
                <a:gd name="T7" fmla="*/ 3 h 9"/>
                <a:gd name="T8" fmla="*/ 0 w 15"/>
                <a:gd name="T9" fmla="*/ 1 h 9"/>
                <a:gd name="T10" fmla="*/ 6 w 15"/>
                <a:gd name="T11" fmla="*/ 9 h 9"/>
                <a:gd name="T12" fmla="*/ 0 60000 65536"/>
                <a:gd name="T13" fmla="*/ 0 60000 65536"/>
                <a:gd name="T14" fmla="*/ 0 60000 65536"/>
                <a:gd name="T15" fmla="*/ 0 60000 65536"/>
                <a:gd name="T16" fmla="*/ 0 60000 65536"/>
                <a:gd name="T17" fmla="*/ 0 60000 65536"/>
                <a:gd name="T18" fmla="*/ 0 w 15"/>
                <a:gd name="T19" fmla="*/ 0 h 9"/>
                <a:gd name="T20" fmla="*/ 15 w 15"/>
                <a:gd name="T21" fmla="*/ 9 h 9"/>
              </a:gdLst>
              <a:ahLst/>
              <a:cxnLst>
                <a:cxn ang="T12">
                  <a:pos x="T0" y="T1"/>
                </a:cxn>
                <a:cxn ang="T13">
                  <a:pos x="T2" y="T3"/>
                </a:cxn>
                <a:cxn ang="T14">
                  <a:pos x="T4" y="T5"/>
                </a:cxn>
                <a:cxn ang="T15">
                  <a:pos x="T6" y="T7"/>
                </a:cxn>
                <a:cxn ang="T16">
                  <a:pos x="T8" y="T9"/>
                </a:cxn>
                <a:cxn ang="T17">
                  <a:pos x="T10" y="T11"/>
                </a:cxn>
              </a:cxnLst>
              <a:rect l="T18" t="T19" r="T20" b="T21"/>
              <a:pathLst>
                <a:path w="15" h="9">
                  <a:moveTo>
                    <a:pt x="6" y="9"/>
                  </a:moveTo>
                  <a:cubicBezTo>
                    <a:pt x="10" y="9"/>
                    <a:pt x="10" y="6"/>
                    <a:pt x="13" y="7"/>
                  </a:cubicBezTo>
                  <a:cubicBezTo>
                    <a:pt x="15" y="7"/>
                    <a:pt x="14" y="4"/>
                    <a:pt x="13" y="0"/>
                  </a:cubicBezTo>
                  <a:cubicBezTo>
                    <a:pt x="11" y="1"/>
                    <a:pt x="7" y="1"/>
                    <a:pt x="7" y="3"/>
                  </a:cubicBezTo>
                  <a:cubicBezTo>
                    <a:pt x="7" y="5"/>
                    <a:pt x="2" y="1"/>
                    <a:pt x="0" y="1"/>
                  </a:cubicBezTo>
                  <a:cubicBezTo>
                    <a:pt x="2" y="6"/>
                    <a:pt x="4" y="9"/>
                    <a:pt x="6" y="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9" name="Freeform 95"/>
            <p:cNvSpPr>
              <a:spLocks noChangeArrowheads="1"/>
            </p:cNvSpPr>
            <p:nvPr/>
          </p:nvSpPr>
          <p:spPr bwMode="auto">
            <a:xfrm>
              <a:off x="4473590" y="1616077"/>
              <a:ext cx="209551" cy="206375"/>
            </a:xfrm>
            <a:custGeom>
              <a:avLst/>
              <a:gdLst>
                <a:gd name="T0" fmla="*/ 93 w 110"/>
                <a:gd name="T1" fmla="*/ 98 h 108"/>
                <a:gd name="T2" fmla="*/ 98 w 110"/>
                <a:gd name="T3" fmla="*/ 94 h 108"/>
                <a:gd name="T4" fmla="*/ 106 w 110"/>
                <a:gd name="T5" fmla="*/ 98 h 108"/>
                <a:gd name="T6" fmla="*/ 110 w 110"/>
                <a:gd name="T7" fmla="*/ 95 h 108"/>
                <a:gd name="T8" fmla="*/ 104 w 110"/>
                <a:gd name="T9" fmla="*/ 87 h 108"/>
                <a:gd name="T10" fmla="*/ 100 w 110"/>
                <a:gd name="T11" fmla="*/ 79 h 108"/>
                <a:gd name="T12" fmla="*/ 101 w 110"/>
                <a:gd name="T13" fmla="*/ 71 h 108"/>
                <a:gd name="T14" fmla="*/ 96 w 110"/>
                <a:gd name="T15" fmla="*/ 65 h 108"/>
                <a:gd name="T16" fmla="*/ 83 w 110"/>
                <a:gd name="T17" fmla="*/ 56 h 108"/>
                <a:gd name="T18" fmla="*/ 78 w 110"/>
                <a:gd name="T19" fmla="*/ 50 h 108"/>
                <a:gd name="T20" fmla="*/ 76 w 110"/>
                <a:gd name="T21" fmla="*/ 40 h 108"/>
                <a:gd name="T22" fmla="*/ 81 w 110"/>
                <a:gd name="T23" fmla="*/ 31 h 108"/>
                <a:gd name="T24" fmla="*/ 82 w 110"/>
                <a:gd name="T25" fmla="*/ 24 h 108"/>
                <a:gd name="T26" fmla="*/ 78 w 110"/>
                <a:gd name="T27" fmla="*/ 20 h 108"/>
                <a:gd name="T28" fmla="*/ 72 w 110"/>
                <a:gd name="T29" fmla="*/ 14 h 108"/>
                <a:gd name="T30" fmla="*/ 68 w 110"/>
                <a:gd name="T31" fmla="*/ 5 h 108"/>
                <a:gd name="T32" fmla="*/ 56 w 110"/>
                <a:gd name="T33" fmla="*/ 3 h 108"/>
                <a:gd name="T34" fmla="*/ 46 w 110"/>
                <a:gd name="T35" fmla="*/ 1 h 108"/>
                <a:gd name="T36" fmla="*/ 41 w 110"/>
                <a:gd name="T37" fmla="*/ 5 h 108"/>
                <a:gd name="T38" fmla="*/ 41 w 110"/>
                <a:gd name="T39" fmla="*/ 5 h 108"/>
                <a:gd name="T40" fmla="*/ 34 w 110"/>
                <a:gd name="T41" fmla="*/ 10 h 108"/>
                <a:gd name="T42" fmla="*/ 27 w 110"/>
                <a:gd name="T43" fmla="*/ 15 h 108"/>
                <a:gd name="T44" fmla="*/ 28 w 110"/>
                <a:gd name="T45" fmla="*/ 24 h 108"/>
                <a:gd name="T46" fmla="*/ 27 w 110"/>
                <a:gd name="T47" fmla="*/ 33 h 108"/>
                <a:gd name="T48" fmla="*/ 24 w 110"/>
                <a:gd name="T49" fmla="*/ 40 h 108"/>
                <a:gd name="T50" fmla="*/ 0 w 110"/>
                <a:gd name="T51" fmla="*/ 53 h 108"/>
                <a:gd name="T52" fmla="*/ 1 w 110"/>
                <a:gd name="T53" fmla="*/ 58 h 108"/>
                <a:gd name="T54" fmla="*/ 4 w 110"/>
                <a:gd name="T55" fmla="*/ 69 h 108"/>
                <a:gd name="T56" fmla="*/ 12 w 110"/>
                <a:gd name="T57" fmla="*/ 69 h 108"/>
                <a:gd name="T58" fmla="*/ 35 w 110"/>
                <a:gd name="T59" fmla="*/ 82 h 108"/>
                <a:gd name="T60" fmla="*/ 62 w 110"/>
                <a:gd name="T61" fmla="*/ 102 h 108"/>
                <a:gd name="T62" fmla="*/ 75 w 110"/>
                <a:gd name="T63" fmla="*/ 107 h 108"/>
                <a:gd name="T64" fmla="*/ 88 w 110"/>
                <a:gd name="T65" fmla="*/ 108 h 108"/>
                <a:gd name="T66" fmla="*/ 93 w 110"/>
                <a:gd name="T67" fmla="*/ 98 h 10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0"/>
                <a:gd name="T103" fmla="*/ 0 h 108"/>
                <a:gd name="T104" fmla="*/ 110 w 110"/>
                <a:gd name="T105" fmla="*/ 108 h 10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0" h="108">
                  <a:moveTo>
                    <a:pt x="93" y="98"/>
                  </a:moveTo>
                  <a:cubicBezTo>
                    <a:pt x="94" y="97"/>
                    <a:pt x="95" y="94"/>
                    <a:pt x="98" y="94"/>
                  </a:cubicBezTo>
                  <a:cubicBezTo>
                    <a:pt x="101" y="94"/>
                    <a:pt x="103" y="95"/>
                    <a:pt x="106" y="98"/>
                  </a:cubicBezTo>
                  <a:cubicBezTo>
                    <a:pt x="107" y="97"/>
                    <a:pt x="109" y="96"/>
                    <a:pt x="110" y="95"/>
                  </a:cubicBezTo>
                  <a:cubicBezTo>
                    <a:pt x="107" y="92"/>
                    <a:pt x="104" y="89"/>
                    <a:pt x="104" y="87"/>
                  </a:cubicBezTo>
                  <a:cubicBezTo>
                    <a:pt x="105" y="83"/>
                    <a:pt x="101" y="81"/>
                    <a:pt x="100" y="79"/>
                  </a:cubicBezTo>
                  <a:cubicBezTo>
                    <a:pt x="100" y="77"/>
                    <a:pt x="103" y="73"/>
                    <a:pt x="101" y="71"/>
                  </a:cubicBezTo>
                  <a:cubicBezTo>
                    <a:pt x="99" y="70"/>
                    <a:pt x="99" y="65"/>
                    <a:pt x="96" y="65"/>
                  </a:cubicBezTo>
                  <a:cubicBezTo>
                    <a:pt x="93" y="64"/>
                    <a:pt x="83" y="59"/>
                    <a:pt x="83" y="56"/>
                  </a:cubicBezTo>
                  <a:cubicBezTo>
                    <a:pt x="84" y="53"/>
                    <a:pt x="80" y="51"/>
                    <a:pt x="78" y="50"/>
                  </a:cubicBezTo>
                  <a:cubicBezTo>
                    <a:pt x="76" y="49"/>
                    <a:pt x="74" y="41"/>
                    <a:pt x="76" y="40"/>
                  </a:cubicBezTo>
                  <a:cubicBezTo>
                    <a:pt x="79" y="39"/>
                    <a:pt x="78" y="31"/>
                    <a:pt x="81" y="31"/>
                  </a:cubicBezTo>
                  <a:cubicBezTo>
                    <a:pt x="84" y="31"/>
                    <a:pt x="81" y="27"/>
                    <a:pt x="82" y="24"/>
                  </a:cubicBezTo>
                  <a:cubicBezTo>
                    <a:pt x="83" y="22"/>
                    <a:pt x="80" y="20"/>
                    <a:pt x="78" y="20"/>
                  </a:cubicBezTo>
                  <a:cubicBezTo>
                    <a:pt x="76" y="20"/>
                    <a:pt x="72" y="17"/>
                    <a:pt x="72" y="14"/>
                  </a:cubicBezTo>
                  <a:cubicBezTo>
                    <a:pt x="72" y="11"/>
                    <a:pt x="67" y="6"/>
                    <a:pt x="68" y="5"/>
                  </a:cubicBezTo>
                  <a:cubicBezTo>
                    <a:pt x="67" y="11"/>
                    <a:pt x="58" y="2"/>
                    <a:pt x="56" y="3"/>
                  </a:cubicBezTo>
                  <a:cubicBezTo>
                    <a:pt x="53" y="4"/>
                    <a:pt x="51" y="0"/>
                    <a:pt x="46" y="1"/>
                  </a:cubicBezTo>
                  <a:cubicBezTo>
                    <a:pt x="42" y="1"/>
                    <a:pt x="42" y="3"/>
                    <a:pt x="41" y="5"/>
                  </a:cubicBezTo>
                  <a:cubicBezTo>
                    <a:pt x="41" y="5"/>
                    <a:pt x="41" y="5"/>
                    <a:pt x="41" y="5"/>
                  </a:cubicBezTo>
                  <a:cubicBezTo>
                    <a:pt x="34" y="10"/>
                    <a:pt x="34" y="10"/>
                    <a:pt x="34" y="10"/>
                  </a:cubicBezTo>
                  <a:cubicBezTo>
                    <a:pt x="34" y="10"/>
                    <a:pt x="28" y="11"/>
                    <a:pt x="27" y="15"/>
                  </a:cubicBezTo>
                  <a:cubicBezTo>
                    <a:pt x="26" y="19"/>
                    <a:pt x="30" y="22"/>
                    <a:pt x="28" y="24"/>
                  </a:cubicBezTo>
                  <a:cubicBezTo>
                    <a:pt x="26" y="27"/>
                    <a:pt x="27" y="31"/>
                    <a:pt x="27" y="33"/>
                  </a:cubicBezTo>
                  <a:cubicBezTo>
                    <a:pt x="28" y="35"/>
                    <a:pt x="24" y="40"/>
                    <a:pt x="24" y="40"/>
                  </a:cubicBezTo>
                  <a:cubicBezTo>
                    <a:pt x="24" y="40"/>
                    <a:pt x="11" y="47"/>
                    <a:pt x="0" y="53"/>
                  </a:cubicBezTo>
                  <a:cubicBezTo>
                    <a:pt x="0" y="55"/>
                    <a:pt x="1" y="57"/>
                    <a:pt x="1" y="58"/>
                  </a:cubicBezTo>
                  <a:cubicBezTo>
                    <a:pt x="2" y="61"/>
                    <a:pt x="3" y="65"/>
                    <a:pt x="4" y="69"/>
                  </a:cubicBezTo>
                  <a:cubicBezTo>
                    <a:pt x="8" y="69"/>
                    <a:pt x="9" y="69"/>
                    <a:pt x="12" y="69"/>
                  </a:cubicBezTo>
                  <a:cubicBezTo>
                    <a:pt x="16" y="70"/>
                    <a:pt x="31" y="80"/>
                    <a:pt x="35" y="82"/>
                  </a:cubicBezTo>
                  <a:cubicBezTo>
                    <a:pt x="38" y="84"/>
                    <a:pt x="58" y="99"/>
                    <a:pt x="62" y="102"/>
                  </a:cubicBezTo>
                  <a:cubicBezTo>
                    <a:pt x="66" y="106"/>
                    <a:pt x="72" y="107"/>
                    <a:pt x="75" y="107"/>
                  </a:cubicBezTo>
                  <a:cubicBezTo>
                    <a:pt x="77" y="107"/>
                    <a:pt x="83" y="107"/>
                    <a:pt x="88" y="108"/>
                  </a:cubicBezTo>
                  <a:cubicBezTo>
                    <a:pt x="90" y="104"/>
                    <a:pt x="92" y="99"/>
                    <a:pt x="93" y="9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0" name="Freeform 96"/>
            <p:cNvSpPr>
              <a:spLocks noChangeArrowheads="1"/>
            </p:cNvSpPr>
            <p:nvPr/>
          </p:nvSpPr>
          <p:spPr bwMode="auto">
            <a:xfrm>
              <a:off x="4641866" y="1795464"/>
              <a:ext cx="41275" cy="38100"/>
            </a:xfrm>
            <a:custGeom>
              <a:avLst/>
              <a:gdLst>
                <a:gd name="T0" fmla="*/ 7 w 22"/>
                <a:gd name="T1" fmla="*/ 15 h 20"/>
                <a:gd name="T2" fmla="*/ 13 w 22"/>
                <a:gd name="T3" fmla="*/ 20 h 20"/>
                <a:gd name="T4" fmla="*/ 22 w 22"/>
                <a:gd name="T5" fmla="*/ 20 h 20"/>
                <a:gd name="T6" fmla="*/ 17 w 22"/>
                <a:gd name="T7" fmla="*/ 6 h 20"/>
                <a:gd name="T8" fmla="*/ 18 w 22"/>
                <a:gd name="T9" fmla="*/ 4 h 20"/>
                <a:gd name="T10" fmla="*/ 10 w 22"/>
                <a:gd name="T11" fmla="*/ 0 h 20"/>
                <a:gd name="T12" fmla="*/ 5 w 22"/>
                <a:gd name="T13" fmla="*/ 4 h 20"/>
                <a:gd name="T14" fmla="*/ 0 w 22"/>
                <a:gd name="T15" fmla="*/ 14 h 20"/>
                <a:gd name="T16" fmla="*/ 7 w 22"/>
                <a:gd name="T17" fmla="*/ 15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0"/>
                <a:gd name="T29" fmla="*/ 22 w 22"/>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0">
                  <a:moveTo>
                    <a:pt x="7" y="15"/>
                  </a:moveTo>
                  <a:cubicBezTo>
                    <a:pt x="13" y="20"/>
                    <a:pt x="13" y="20"/>
                    <a:pt x="13" y="20"/>
                  </a:cubicBezTo>
                  <a:cubicBezTo>
                    <a:pt x="22" y="20"/>
                    <a:pt x="22" y="20"/>
                    <a:pt x="22" y="20"/>
                  </a:cubicBezTo>
                  <a:cubicBezTo>
                    <a:pt x="20" y="15"/>
                    <a:pt x="17" y="8"/>
                    <a:pt x="17" y="6"/>
                  </a:cubicBezTo>
                  <a:cubicBezTo>
                    <a:pt x="17" y="5"/>
                    <a:pt x="17" y="5"/>
                    <a:pt x="18" y="4"/>
                  </a:cubicBezTo>
                  <a:cubicBezTo>
                    <a:pt x="15" y="1"/>
                    <a:pt x="13" y="0"/>
                    <a:pt x="10" y="0"/>
                  </a:cubicBezTo>
                  <a:cubicBezTo>
                    <a:pt x="7" y="0"/>
                    <a:pt x="6" y="3"/>
                    <a:pt x="5" y="4"/>
                  </a:cubicBezTo>
                  <a:cubicBezTo>
                    <a:pt x="4" y="5"/>
                    <a:pt x="2" y="10"/>
                    <a:pt x="0" y="14"/>
                  </a:cubicBezTo>
                  <a:cubicBezTo>
                    <a:pt x="4" y="14"/>
                    <a:pt x="7" y="15"/>
                    <a:pt x="7" y="1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1" name="Freeform 97"/>
            <p:cNvSpPr>
              <a:spLocks noEditPoints="1" noChangeArrowheads="1"/>
            </p:cNvSpPr>
            <p:nvPr/>
          </p:nvSpPr>
          <p:spPr bwMode="auto">
            <a:xfrm>
              <a:off x="3541725" y="1252538"/>
              <a:ext cx="315914" cy="261938"/>
            </a:xfrm>
            <a:custGeom>
              <a:avLst/>
              <a:gdLst>
                <a:gd name="T0" fmla="*/ 144 w 165"/>
                <a:gd name="T1" fmla="*/ 31 h 137"/>
                <a:gd name="T2" fmla="*/ 138 w 165"/>
                <a:gd name="T3" fmla="*/ 29 h 137"/>
                <a:gd name="T4" fmla="*/ 131 w 165"/>
                <a:gd name="T5" fmla="*/ 26 h 137"/>
                <a:gd name="T6" fmla="*/ 119 w 165"/>
                <a:gd name="T7" fmla="*/ 24 h 137"/>
                <a:gd name="T8" fmla="*/ 114 w 165"/>
                <a:gd name="T9" fmla="*/ 20 h 137"/>
                <a:gd name="T10" fmla="*/ 110 w 165"/>
                <a:gd name="T11" fmla="*/ 15 h 137"/>
                <a:gd name="T12" fmla="*/ 105 w 165"/>
                <a:gd name="T13" fmla="*/ 17 h 137"/>
                <a:gd name="T14" fmla="*/ 102 w 165"/>
                <a:gd name="T15" fmla="*/ 13 h 137"/>
                <a:gd name="T16" fmla="*/ 95 w 165"/>
                <a:gd name="T17" fmla="*/ 9 h 137"/>
                <a:gd name="T18" fmla="*/ 89 w 165"/>
                <a:gd name="T19" fmla="*/ 6 h 137"/>
                <a:gd name="T20" fmla="*/ 85 w 165"/>
                <a:gd name="T21" fmla="*/ 1 h 137"/>
                <a:gd name="T22" fmla="*/ 84 w 165"/>
                <a:gd name="T23" fmla="*/ 0 h 137"/>
                <a:gd name="T24" fmla="*/ 81 w 165"/>
                <a:gd name="T25" fmla="*/ 0 h 137"/>
                <a:gd name="T26" fmla="*/ 75 w 165"/>
                <a:gd name="T27" fmla="*/ 10 h 137"/>
                <a:gd name="T28" fmla="*/ 63 w 165"/>
                <a:gd name="T29" fmla="*/ 18 h 137"/>
                <a:gd name="T30" fmla="*/ 56 w 165"/>
                <a:gd name="T31" fmla="*/ 26 h 137"/>
                <a:gd name="T32" fmla="*/ 41 w 165"/>
                <a:gd name="T33" fmla="*/ 21 h 137"/>
                <a:gd name="T34" fmla="*/ 35 w 165"/>
                <a:gd name="T35" fmla="*/ 25 h 137"/>
                <a:gd name="T36" fmla="*/ 36 w 165"/>
                <a:gd name="T37" fmla="*/ 37 h 137"/>
                <a:gd name="T38" fmla="*/ 27 w 165"/>
                <a:gd name="T39" fmla="*/ 37 h 137"/>
                <a:gd name="T40" fmla="*/ 20 w 165"/>
                <a:gd name="T41" fmla="*/ 33 h 137"/>
                <a:gd name="T42" fmla="*/ 9 w 165"/>
                <a:gd name="T43" fmla="*/ 34 h 137"/>
                <a:gd name="T44" fmla="*/ 2 w 165"/>
                <a:gd name="T45" fmla="*/ 40 h 137"/>
                <a:gd name="T46" fmla="*/ 3 w 165"/>
                <a:gd name="T47" fmla="*/ 47 h 137"/>
                <a:gd name="T48" fmla="*/ 18 w 165"/>
                <a:gd name="T49" fmla="*/ 52 h 137"/>
                <a:gd name="T50" fmla="*/ 28 w 165"/>
                <a:gd name="T51" fmla="*/ 54 h 137"/>
                <a:gd name="T52" fmla="*/ 32 w 165"/>
                <a:gd name="T53" fmla="*/ 59 h 137"/>
                <a:gd name="T54" fmla="*/ 40 w 165"/>
                <a:gd name="T55" fmla="*/ 69 h 137"/>
                <a:gd name="T56" fmla="*/ 43 w 165"/>
                <a:gd name="T57" fmla="*/ 78 h 137"/>
                <a:gd name="T58" fmla="*/ 42 w 165"/>
                <a:gd name="T59" fmla="*/ 91 h 137"/>
                <a:gd name="T60" fmla="*/ 36 w 165"/>
                <a:gd name="T61" fmla="*/ 112 h 137"/>
                <a:gd name="T62" fmla="*/ 36 w 165"/>
                <a:gd name="T63" fmla="*/ 112 h 137"/>
                <a:gd name="T64" fmla="*/ 42 w 165"/>
                <a:gd name="T65" fmla="*/ 115 h 137"/>
                <a:gd name="T66" fmla="*/ 53 w 165"/>
                <a:gd name="T67" fmla="*/ 120 h 137"/>
                <a:gd name="T68" fmla="*/ 62 w 165"/>
                <a:gd name="T69" fmla="*/ 119 h 137"/>
                <a:gd name="T70" fmla="*/ 67 w 165"/>
                <a:gd name="T71" fmla="*/ 121 h 137"/>
                <a:gd name="T72" fmla="*/ 81 w 165"/>
                <a:gd name="T73" fmla="*/ 124 h 137"/>
                <a:gd name="T74" fmla="*/ 92 w 165"/>
                <a:gd name="T75" fmla="*/ 124 h 137"/>
                <a:gd name="T76" fmla="*/ 92 w 165"/>
                <a:gd name="T77" fmla="*/ 121 h 137"/>
                <a:gd name="T78" fmla="*/ 101 w 165"/>
                <a:gd name="T79" fmla="*/ 110 h 137"/>
                <a:gd name="T80" fmla="*/ 122 w 165"/>
                <a:gd name="T81" fmla="*/ 115 h 137"/>
                <a:gd name="T82" fmla="*/ 135 w 165"/>
                <a:gd name="T83" fmla="*/ 110 h 137"/>
                <a:gd name="T84" fmla="*/ 142 w 165"/>
                <a:gd name="T85" fmla="*/ 106 h 137"/>
                <a:gd name="T86" fmla="*/ 143 w 165"/>
                <a:gd name="T87" fmla="*/ 102 h 137"/>
                <a:gd name="T88" fmla="*/ 138 w 165"/>
                <a:gd name="T89" fmla="*/ 100 h 137"/>
                <a:gd name="T90" fmla="*/ 135 w 165"/>
                <a:gd name="T91" fmla="*/ 95 h 137"/>
                <a:gd name="T92" fmla="*/ 132 w 165"/>
                <a:gd name="T93" fmla="*/ 89 h 137"/>
                <a:gd name="T94" fmla="*/ 134 w 165"/>
                <a:gd name="T95" fmla="*/ 86 h 137"/>
                <a:gd name="T96" fmla="*/ 136 w 165"/>
                <a:gd name="T97" fmla="*/ 82 h 137"/>
                <a:gd name="T98" fmla="*/ 135 w 165"/>
                <a:gd name="T99" fmla="*/ 76 h 137"/>
                <a:gd name="T100" fmla="*/ 133 w 165"/>
                <a:gd name="T101" fmla="*/ 71 h 137"/>
                <a:gd name="T102" fmla="*/ 128 w 165"/>
                <a:gd name="T103" fmla="*/ 70 h 137"/>
                <a:gd name="T104" fmla="*/ 127 w 165"/>
                <a:gd name="T105" fmla="*/ 66 h 137"/>
                <a:gd name="T106" fmla="*/ 134 w 165"/>
                <a:gd name="T107" fmla="*/ 57 h 137"/>
                <a:gd name="T108" fmla="*/ 140 w 165"/>
                <a:gd name="T109" fmla="*/ 53 h 137"/>
                <a:gd name="T110" fmla="*/ 142 w 165"/>
                <a:gd name="T111" fmla="*/ 44 h 137"/>
                <a:gd name="T112" fmla="*/ 147 w 165"/>
                <a:gd name="T113" fmla="*/ 35 h 137"/>
                <a:gd name="T114" fmla="*/ 144 w 165"/>
                <a:gd name="T115" fmla="*/ 31 h 137"/>
                <a:gd name="T116" fmla="*/ 162 w 165"/>
                <a:gd name="T117" fmla="*/ 116 h 137"/>
                <a:gd name="T118" fmla="*/ 155 w 165"/>
                <a:gd name="T119" fmla="*/ 122 h 137"/>
                <a:gd name="T120" fmla="*/ 160 w 165"/>
                <a:gd name="T121" fmla="*/ 137 h 137"/>
                <a:gd name="T122" fmla="*/ 162 w 165"/>
                <a:gd name="T123" fmla="*/ 116 h 13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65"/>
                <a:gd name="T187" fmla="*/ 0 h 137"/>
                <a:gd name="T188" fmla="*/ 165 w 165"/>
                <a:gd name="T189" fmla="*/ 137 h 13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65" h="137">
                  <a:moveTo>
                    <a:pt x="144" y="31"/>
                  </a:moveTo>
                  <a:cubicBezTo>
                    <a:pt x="143" y="31"/>
                    <a:pt x="142" y="29"/>
                    <a:pt x="138" y="29"/>
                  </a:cubicBezTo>
                  <a:cubicBezTo>
                    <a:pt x="135" y="29"/>
                    <a:pt x="133" y="28"/>
                    <a:pt x="131" y="26"/>
                  </a:cubicBezTo>
                  <a:cubicBezTo>
                    <a:pt x="130" y="24"/>
                    <a:pt x="122" y="23"/>
                    <a:pt x="119" y="24"/>
                  </a:cubicBezTo>
                  <a:cubicBezTo>
                    <a:pt x="117" y="24"/>
                    <a:pt x="116" y="19"/>
                    <a:pt x="114" y="20"/>
                  </a:cubicBezTo>
                  <a:cubicBezTo>
                    <a:pt x="111" y="20"/>
                    <a:pt x="110" y="17"/>
                    <a:pt x="110" y="15"/>
                  </a:cubicBezTo>
                  <a:cubicBezTo>
                    <a:pt x="110" y="13"/>
                    <a:pt x="108" y="16"/>
                    <a:pt x="105" y="17"/>
                  </a:cubicBezTo>
                  <a:cubicBezTo>
                    <a:pt x="103" y="18"/>
                    <a:pt x="102" y="15"/>
                    <a:pt x="102" y="13"/>
                  </a:cubicBezTo>
                  <a:cubicBezTo>
                    <a:pt x="102" y="12"/>
                    <a:pt x="97" y="10"/>
                    <a:pt x="95" y="9"/>
                  </a:cubicBezTo>
                  <a:cubicBezTo>
                    <a:pt x="93" y="8"/>
                    <a:pt x="90" y="4"/>
                    <a:pt x="89" y="6"/>
                  </a:cubicBezTo>
                  <a:cubicBezTo>
                    <a:pt x="88" y="7"/>
                    <a:pt x="86" y="3"/>
                    <a:pt x="85" y="1"/>
                  </a:cubicBezTo>
                  <a:cubicBezTo>
                    <a:pt x="85" y="0"/>
                    <a:pt x="84" y="0"/>
                    <a:pt x="84" y="0"/>
                  </a:cubicBezTo>
                  <a:cubicBezTo>
                    <a:pt x="83" y="0"/>
                    <a:pt x="82" y="0"/>
                    <a:pt x="81" y="0"/>
                  </a:cubicBezTo>
                  <a:cubicBezTo>
                    <a:pt x="77" y="0"/>
                    <a:pt x="74" y="3"/>
                    <a:pt x="75" y="10"/>
                  </a:cubicBezTo>
                  <a:cubicBezTo>
                    <a:pt x="75" y="16"/>
                    <a:pt x="70" y="17"/>
                    <a:pt x="63" y="18"/>
                  </a:cubicBezTo>
                  <a:cubicBezTo>
                    <a:pt x="56" y="18"/>
                    <a:pt x="58" y="23"/>
                    <a:pt x="56" y="26"/>
                  </a:cubicBezTo>
                  <a:cubicBezTo>
                    <a:pt x="53" y="28"/>
                    <a:pt x="43" y="24"/>
                    <a:pt x="41" y="21"/>
                  </a:cubicBezTo>
                  <a:cubicBezTo>
                    <a:pt x="40" y="17"/>
                    <a:pt x="31" y="21"/>
                    <a:pt x="35" y="25"/>
                  </a:cubicBezTo>
                  <a:cubicBezTo>
                    <a:pt x="39" y="29"/>
                    <a:pt x="39" y="35"/>
                    <a:pt x="36" y="37"/>
                  </a:cubicBezTo>
                  <a:cubicBezTo>
                    <a:pt x="34" y="39"/>
                    <a:pt x="30" y="34"/>
                    <a:pt x="27" y="37"/>
                  </a:cubicBezTo>
                  <a:cubicBezTo>
                    <a:pt x="24" y="39"/>
                    <a:pt x="23" y="35"/>
                    <a:pt x="20" y="33"/>
                  </a:cubicBezTo>
                  <a:cubicBezTo>
                    <a:pt x="16" y="32"/>
                    <a:pt x="15" y="35"/>
                    <a:pt x="9" y="34"/>
                  </a:cubicBezTo>
                  <a:cubicBezTo>
                    <a:pt x="3" y="34"/>
                    <a:pt x="0" y="37"/>
                    <a:pt x="2" y="40"/>
                  </a:cubicBezTo>
                  <a:cubicBezTo>
                    <a:pt x="4" y="42"/>
                    <a:pt x="1" y="45"/>
                    <a:pt x="3" y="47"/>
                  </a:cubicBezTo>
                  <a:cubicBezTo>
                    <a:pt x="5" y="49"/>
                    <a:pt x="12" y="49"/>
                    <a:pt x="18" y="52"/>
                  </a:cubicBezTo>
                  <a:cubicBezTo>
                    <a:pt x="24" y="55"/>
                    <a:pt x="25" y="52"/>
                    <a:pt x="28" y="54"/>
                  </a:cubicBezTo>
                  <a:cubicBezTo>
                    <a:pt x="31" y="56"/>
                    <a:pt x="31" y="55"/>
                    <a:pt x="32" y="59"/>
                  </a:cubicBezTo>
                  <a:cubicBezTo>
                    <a:pt x="32" y="63"/>
                    <a:pt x="35" y="67"/>
                    <a:pt x="40" y="69"/>
                  </a:cubicBezTo>
                  <a:cubicBezTo>
                    <a:pt x="46" y="70"/>
                    <a:pt x="42" y="74"/>
                    <a:pt x="43" y="78"/>
                  </a:cubicBezTo>
                  <a:cubicBezTo>
                    <a:pt x="45" y="81"/>
                    <a:pt x="41" y="87"/>
                    <a:pt x="42" y="91"/>
                  </a:cubicBezTo>
                  <a:cubicBezTo>
                    <a:pt x="43" y="96"/>
                    <a:pt x="39" y="110"/>
                    <a:pt x="36" y="112"/>
                  </a:cubicBezTo>
                  <a:cubicBezTo>
                    <a:pt x="36" y="112"/>
                    <a:pt x="36" y="112"/>
                    <a:pt x="36" y="112"/>
                  </a:cubicBezTo>
                  <a:cubicBezTo>
                    <a:pt x="38" y="113"/>
                    <a:pt x="41" y="114"/>
                    <a:pt x="42" y="115"/>
                  </a:cubicBezTo>
                  <a:cubicBezTo>
                    <a:pt x="45" y="116"/>
                    <a:pt x="50" y="118"/>
                    <a:pt x="53" y="120"/>
                  </a:cubicBezTo>
                  <a:cubicBezTo>
                    <a:pt x="56" y="122"/>
                    <a:pt x="62" y="122"/>
                    <a:pt x="62" y="119"/>
                  </a:cubicBezTo>
                  <a:cubicBezTo>
                    <a:pt x="62" y="117"/>
                    <a:pt x="65" y="118"/>
                    <a:pt x="67" y="121"/>
                  </a:cubicBezTo>
                  <a:cubicBezTo>
                    <a:pt x="69" y="123"/>
                    <a:pt x="77" y="123"/>
                    <a:pt x="81" y="124"/>
                  </a:cubicBezTo>
                  <a:cubicBezTo>
                    <a:pt x="84" y="124"/>
                    <a:pt x="88" y="124"/>
                    <a:pt x="92" y="124"/>
                  </a:cubicBezTo>
                  <a:cubicBezTo>
                    <a:pt x="92" y="123"/>
                    <a:pt x="92" y="122"/>
                    <a:pt x="92" y="121"/>
                  </a:cubicBezTo>
                  <a:cubicBezTo>
                    <a:pt x="90" y="115"/>
                    <a:pt x="95" y="111"/>
                    <a:pt x="101" y="110"/>
                  </a:cubicBezTo>
                  <a:cubicBezTo>
                    <a:pt x="106" y="109"/>
                    <a:pt x="118" y="113"/>
                    <a:pt x="122" y="115"/>
                  </a:cubicBezTo>
                  <a:cubicBezTo>
                    <a:pt x="125" y="117"/>
                    <a:pt x="129" y="116"/>
                    <a:pt x="135" y="110"/>
                  </a:cubicBezTo>
                  <a:cubicBezTo>
                    <a:pt x="137" y="107"/>
                    <a:pt x="140" y="106"/>
                    <a:pt x="142" y="106"/>
                  </a:cubicBezTo>
                  <a:cubicBezTo>
                    <a:pt x="142" y="104"/>
                    <a:pt x="142" y="103"/>
                    <a:pt x="143" y="102"/>
                  </a:cubicBezTo>
                  <a:cubicBezTo>
                    <a:pt x="144" y="100"/>
                    <a:pt x="140" y="100"/>
                    <a:pt x="138" y="100"/>
                  </a:cubicBezTo>
                  <a:cubicBezTo>
                    <a:pt x="135" y="100"/>
                    <a:pt x="133" y="97"/>
                    <a:pt x="135" y="95"/>
                  </a:cubicBezTo>
                  <a:cubicBezTo>
                    <a:pt x="137" y="92"/>
                    <a:pt x="134" y="92"/>
                    <a:pt x="132" y="89"/>
                  </a:cubicBezTo>
                  <a:cubicBezTo>
                    <a:pt x="130" y="86"/>
                    <a:pt x="133" y="87"/>
                    <a:pt x="134" y="86"/>
                  </a:cubicBezTo>
                  <a:cubicBezTo>
                    <a:pt x="136" y="85"/>
                    <a:pt x="138" y="82"/>
                    <a:pt x="136" y="82"/>
                  </a:cubicBezTo>
                  <a:cubicBezTo>
                    <a:pt x="135" y="81"/>
                    <a:pt x="134" y="79"/>
                    <a:pt x="135" y="76"/>
                  </a:cubicBezTo>
                  <a:cubicBezTo>
                    <a:pt x="136" y="73"/>
                    <a:pt x="133" y="73"/>
                    <a:pt x="133" y="71"/>
                  </a:cubicBezTo>
                  <a:cubicBezTo>
                    <a:pt x="133" y="68"/>
                    <a:pt x="130" y="67"/>
                    <a:pt x="128" y="70"/>
                  </a:cubicBezTo>
                  <a:cubicBezTo>
                    <a:pt x="126" y="73"/>
                    <a:pt x="125" y="71"/>
                    <a:pt x="127" y="66"/>
                  </a:cubicBezTo>
                  <a:cubicBezTo>
                    <a:pt x="128" y="62"/>
                    <a:pt x="133" y="60"/>
                    <a:pt x="134" y="57"/>
                  </a:cubicBezTo>
                  <a:cubicBezTo>
                    <a:pt x="134" y="55"/>
                    <a:pt x="137" y="53"/>
                    <a:pt x="140" y="53"/>
                  </a:cubicBezTo>
                  <a:cubicBezTo>
                    <a:pt x="142" y="53"/>
                    <a:pt x="141" y="47"/>
                    <a:pt x="142" y="44"/>
                  </a:cubicBezTo>
                  <a:cubicBezTo>
                    <a:pt x="143" y="41"/>
                    <a:pt x="143" y="38"/>
                    <a:pt x="147" y="35"/>
                  </a:cubicBezTo>
                  <a:cubicBezTo>
                    <a:pt x="150" y="32"/>
                    <a:pt x="146" y="31"/>
                    <a:pt x="144" y="31"/>
                  </a:cubicBezTo>
                  <a:close/>
                  <a:moveTo>
                    <a:pt x="162" y="116"/>
                  </a:moveTo>
                  <a:cubicBezTo>
                    <a:pt x="160" y="116"/>
                    <a:pt x="160" y="119"/>
                    <a:pt x="155" y="122"/>
                  </a:cubicBezTo>
                  <a:cubicBezTo>
                    <a:pt x="151" y="125"/>
                    <a:pt x="155" y="137"/>
                    <a:pt x="160" y="137"/>
                  </a:cubicBezTo>
                  <a:cubicBezTo>
                    <a:pt x="165" y="136"/>
                    <a:pt x="164" y="116"/>
                    <a:pt x="162" y="11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2" name="Freeform 98"/>
            <p:cNvSpPr>
              <a:spLocks noChangeArrowheads="1"/>
            </p:cNvSpPr>
            <p:nvPr/>
          </p:nvSpPr>
          <p:spPr bwMode="auto">
            <a:xfrm>
              <a:off x="1689106" y="2155828"/>
              <a:ext cx="50800" cy="26988"/>
            </a:xfrm>
            <a:custGeom>
              <a:avLst/>
              <a:gdLst>
                <a:gd name="T0" fmla="*/ 26 w 26"/>
                <a:gd name="T1" fmla="*/ 5 h 14"/>
                <a:gd name="T2" fmla="*/ 14 w 26"/>
                <a:gd name="T3" fmla="*/ 2 h 14"/>
                <a:gd name="T4" fmla="*/ 9 w 26"/>
                <a:gd name="T5" fmla="*/ 0 h 14"/>
                <a:gd name="T6" fmla="*/ 8 w 26"/>
                <a:gd name="T7" fmla="*/ 0 h 14"/>
                <a:gd name="T8" fmla="*/ 0 w 26"/>
                <a:gd name="T9" fmla="*/ 7 h 14"/>
                <a:gd name="T10" fmla="*/ 22 w 26"/>
                <a:gd name="T11" fmla="*/ 14 h 14"/>
                <a:gd name="T12" fmla="*/ 26 w 26"/>
                <a:gd name="T13" fmla="*/ 13 h 14"/>
                <a:gd name="T14" fmla="*/ 26 w 26"/>
                <a:gd name="T15" fmla="*/ 5 h 14"/>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4"/>
                <a:gd name="T26" fmla="*/ 26 w 26"/>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4">
                  <a:moveTo>
                    <a:pt x="26" y="5"/>
                  </a:moveTo>
                  <a:cubicBezTo>
                    <a:pt x="24" y="3"/>
                    <a:pt x="19" y="6"/>
                    <a:pt x="14" y="2"/>
                  </a:cubicBezTo>
                  <a:cubicBezTo>
                    <a:pt x="12" y="1"/>
                    <a:pt x="10" y="1"/>
                    <a:pt x="9" y="0"/>
                  </a:cubicBezTo>
                  <a:cubicBezTo>
                    <a:pt x="9" y="0"/>
                    <a:pt x="8" y="0"/>
                    <a:pt x="8" y="0"/>
                  </a:cubicBezTo>
                  <a:cubicBezTo>
                    <a:pt x="7" y="0"/>
                    <a:pt x="4" y="4"/>
                    <a:pt x="0" y="7"/>
                  </a:cubicBezTo>
                  <a:cubicBezTo>
                    <a:pt x="4" y="10"/>
                    <a:pt x="18" y="14"/>
                    <a:pt x="22" y="14"/>
                  </a:cubicBezTo>
                  <a:cubicBezTo>
                    <a:pt x="24" y="14"/>
                    <a:pt x="25" y="13"/>
                    <a:pt x="26" y="13"/>
                  </a:cubicBezTo>
                  <a:cubicBezTo>
                    <a:pt x="26" y="9"/>
                    <a:pt x="26" y="6"/>
                    <a:pt x="26"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3" name="Freeform 99"/>
            <p:cNvSpPr>
              <a:spLocks noChangeArrowheads="1"/>
            </p:cNvSpPr>
            <p:nvPr/>
          </p:nvSpPr>
          <p:spPr bwMode="auto">
            <a:xfrm>
              <a:off x="1706568" y="2116139"/>
              <a:ext cx="131763" cy="73025"/>
            </a:xfrm>
            <a:custGeom>
              <a:avLst/>
              <a:gdLst>
                <a:gd name="T0" fmla="*/ 29 w 69"/>
                <a:gd name="T1" fmla="*/ 34 h 38"/>
                <a:gd name="T2" fmla="*/ 32 w 69"/>
                <a:gd name="T3" fmla="*/ 27 h 38"/>
                <a:gd name="T4" fmla="*/ 45 w 69"/>
                <a:gd name="T5" fmla="*/ 22 h 38"/>
                <a:gd name="T6" fmla="*/ 55 w 69"/>
                <a:gd name="T7" fmla="*/ 19 h 38"/>
                <a:gd name="T8" fmla="*/ 69 w 69"/>
                <a:gd name="T9" fmla="*/ 14 h 38"/>
                <a:gd name="T10" fmla="*/ 56 w 69"/>
                <a:gd name="T11" fmla="*/ 5 h 38"/>
                <a:gd name="T12" fmla="*/ 32 w 69"/>
                <a:gd name="T13" fmla="*/ 5 h 38"/>
                <a:gd name="T14" fmla="*/ 11 w 69"/>
                <a:gd name="T15" fmla="*/ 6 h 38"/>
                <a:gd name="T16" fmla="*/ 11 w 69"/>
                <a:gd name="T17" fmla="*/ 6 h 38"/>
                <a:gd name="T18" fmla="*/ 5 w 69"/>
                <a:gd name="T19" fmla="*/ 12 h 38"/>
                <a:gd name="T20" fmla="*/ 0 w 69"/>
                <a:gd name="T21" fmla="*/ 21 h 38"/>
                <a:gd name="T22" fmla="*/ 5 w 69"/>
                <a:gd name="T23" fmla="*/ 23 h 38"/>
                <a:gd name="T24" fmla="*/ 17 w 69"/>
                <a:gd name="T25" fmla="*/ 26 h 38"/>
                <a:gd name="T26" fmla="*/ 17 w 69"/>
                <a:gd name="T27" fmla="*/ 34 h 38"/>
                <a:gd name="T28" fmla="*/ 20 w 69"/>
                <a:gd name="T29" fmla="*/ 34 h 38"/>
                <a:gd name="T30" fmla="*/ 21 w 69"/>
                <a:gd name="T31" fmla="*/ 38 h 38"/>
                <a:gd name="T32" fmla="*/ 25 w 69"/>
                <a:gd name="T33" fmla="*/ 37 h 38"/>
                <a:gd name="T34" fmla="*/ 29 w 69"/>
                <a:gd name="T35" fmla="*/ 34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9"/>
                <a:gd name="T55" fmla="*/ 0 h 38"/>
                <a:gd name="T56" fmla="*/ 69 w 69"/>
                <a:gd name="T57" fmla="*/ 38 h 3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9" h="38">
                  <a:moveTo>
                    <a:pt x="29" y="34"/>
                  </a:moveTo>
                  <a:cubicBezTo>
                    <a:pt x="29" y="33"/>
                    <a:pt x="26" y="27"/>
                    <a:pt x="32" y="27"/>
                  </a:cubicBezTo>
                  <a:cubicBezTo>
                    <a:pt x="39" y="26"/>
                    <a:pt x="44" y="26"/>
                    <a:pt x="45" y="22"/>
                  </a:cubicBezTo>
                  <a:cubicBezTo>
                    <a:pt x="46" y="17"/>
                    <a:pt x="53" y="19"/>
                    <a:pt x="55" y="19"/>
                  </a:cubicBezTo>
                  <a:cubicBezTo>
                    <a:pt x="57" y="19"/>
                    <a:pt x="63" y="14"/>
                    <a:pt x="69" y="14"/>
                  </a:cubicBezTo>
                  <a:cubicBezTo>
                    <a:pt x="69" y="8"/>
                    <a:pt x="61" y="10"/>
                    <a:pt x="56" y="5"/>
                  </a:cubicBezTo>
                  <a:cubicBezTo>
                    <a:pt x="51" y="0"/>
                    <a:pt x="39" y="2"/>
                    <a:pt x="32" y="5"/>
                  </a:cubicBezTo>
                  <a:cubicBezTo>
                    <a:pt x="26" y="7"/>
                    <a:pt x="18" y="2"/>
                    <a:pt x="11" y="6"/>
                  </a:cubicBezTo>
                  <a:cubicBezTo>
                    <a:pt x="11" y="6"/>
                    <a:pt x="11" y="6"/>
                    <a:pt x="11" y="6"/>
                  </a:cubicBezTo>
                  <a:cubicBezTo>
                    <a:pt x="9" y="8"/>
                    <a:pt x="7" y="10"/>
                    <a:pt x="5" y="12"/>
                  </a:cubicBezTo>
                  <a:cubicBezTo>
                    <a:pt x="0" y="16"/>
                    <a:pt x="1" y="20"/>
                    <a:pt x="0" y="21"/>
                  </a:cubicBezTo>
                  <a:cubicBezTo>
                    <a:pt x="1" y="22"/>
                    <a:pt x="3" y="22"/>
                    <a:pt x="5" y="23"/>
                  </a:cubicBezTo>
                  <a:cubicBezTo>
                    <a:pt x="10" y="27"/>
                    <a:pt x="15" y="24"/>
                    <a:pt x="17" y="26"/>
                  </a:cubicBezTo>
                  <a:cubicBezTo>
                    <a:pt x="17" y="27"/>
                    <a:pt x="17" y="30"/>
                    <a:pt x="17" y="34"/>
                  </a:cubicBezTo>
                  <a:cubicBezTo>
                    <a:pt x="18" y="33"/>
                    <a:pt x="18" y="32"/>
                    <a:pt x="20" y="34"/>
                  </a:cubicBezTo>
                  <a:cubicBezTo>
                    <a:pt x="22" y="35"/>
                    <a:pt x="21" y="37"/>
                    <a:pt x="21" y="38"/>
                  </a:cubicBezTo>
                  <a:cubicBezTo>
                    <a:pt x="25" y="37"/>
                    <a:pt x="25" y="37"/>
                    <a:pt x="25" y="37"/>
                  </a:cubicBezTo>
                  <a:cubicBezTo>
                    <a:pt x="25" y="37"/>
                    <a:pt x="28" y="35"/>
                    <a:pt x="29" y="3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4" name="Freeform 100"/>
            <p:cNvSpPr>
              <a:spLocks noChangeArrowheads="1"/>
            </p:cNvSpPr>
            <p:nvPr/>
          </p:nvSpPr>
          <p:spPr bwMode="auto">
            <a:xfrm>
              <a:off x="1106492" y="1736727"/>
              <a:ext cx="657227" cy="406401"/>
            </a:xfrm>
            <a:custGeom>
              <a:avLst/>
              <a:gdLst>
                <a:gd name="T0" fmla="*/ 301 w 344"/>
                <a:gd name="T1" fmla="*/ 199 h 213"/>
                <a:gd name="T2" fmla="*/ 296 w 344"/>
                <a:gd name="T3" fmla="*/ 180 h 213"/>
                <a:gd name="T4" fmla="*/ 324 w 344"/>
                <a:gd name="T5" fmla="*/ 173 h 213"/>
                <a:gd name="T6" fmla="*/ 334 w 344"/>
                <a:gd name="T7" fmla="*/ 161 h 213"/>
                <a:gd name="T8" fmla="*/ 343 w 344"/>
                <a:gd name="T9" fmla="*/ 139 h 213"/>
                <a:gd name="T10" fmla="*/ 315 w 344"/>
                <a:gd name="T11" fmla="*/ 137 h 213"/>
                <a:gd name="T12" fmla="*/ 297 w 344"/>
                <a:gd name="T13" fmla="*/ 161 h 213"/>
                <a:gd name="T14" fmla="*/ 281 w 344"/>
                <a:gd name="T15" fmla="*/ 170 h 213"/>
                <a:gd name="T16" fmla="*/ 242 w 344"/>
                <a:gd name="T17" fmla="*/ 169 h 213"/>
                <a:gd name="T18" fmla="*/ 224 w 344"/>
                <a:gd name="T19" fmla="*/ 143 h 213"/>
                <a:gd name="T20" fmla="*/ 223 w 344"/>
                <a:gd name="T21" fmla="*/ 90 h 213"/>
                <a:gd name="T22" fmla="*/ 219 w 344"/>
                <a:gd name="T23" fmla="*/ 83 h 213"/>
                <a:gd name="T24" fmla="*/ 200 w 344"/>
                <a:gd name="T25" fmla="*/ 71 h 213"/>
                <a:gd name="T26" fmla="*/ 187 w 344"/>
                <a:gd name="T27" fmla="*/ 47 h 213"/>
                <a:gd name="T28" fmla="*/ 158 w 344"/>
                <a:gd name="T29" fmla="*/ 46 h 213"/>
                <a:gd name="T30" fmla="*/ 141 w 344"/>
                <a:gd name="T31" fmla="*/ 32 h 213"/>
                <a:gd name="T32" fmla="*/ 121 w 344"/>
                <a:gd name="T33" fmla="*/ 11 h 213"/>
                <a:gd name="T34" fmla="*/ 100 w 344"/>
                <a:gd name="T35" fmla="*/ 16 h 213"/>
                <a:gd name="T36" fmla="*/ 39 w 344"/>
                <a:gd name="T37" fmla="*/ 6 h 213"/>
                <a:gd name="T38" fmla="*/ 0 w 344"/>
                <a:gd name="T39" fmla="*/ 3 h 213"/>
                <a:gd name="T40" fmla="*/ 16 w 344"/>
                <a:gd name="T41" fmla="*/ 35 h 213"/>
                <a:gd name="T42" fmla="*/ 35 w 344"/>
                <a:gd name="T43" fmla="*/ 61 h 213"/>
                <a:gd name="T44" fmla="*/ 40 w 344"/>
                <a:gd name="T45" fmla="*/ 72 h 213"/>
                <a:gd name="T46" fmla="*/ 56 w 344"/>
                <a:gd name="T47" fmla="*/ 94 h 213"/>
                <a:gd name="T48" fmla="*/ 81 w 344"/>
                <a:gd name="T49" fmla="*/ 120 h 213"/>
                <a:gd name="T50" fmla="*/ 84 w 344"/>
                <a:gd name="T51" fmla="*/ 107 h 213"/>
                <a:gd name="T52" fmla="*/ 71 w 344"/>
                <a:gd name="T53" fmla="*/ 93 h 213"/>
                <a:gd name="T54" fmla="*/ 52 w 344"/>
                <a:gd name="T55" fmla="*/ 60 h 213"/>
                <a:gd name="T56" fmla="*/ 44 w 344"/>
                <a:gd name="T57" fmla="*/ 42 h 213"/>
                <a:gd name="T58" fmla="*/ 29 w 344"/>
                <a:gd name="T59" fmla="*/ 29 h 213"/>
                <a:gd name="T60" fmla="*/ 29 w 344"/>
                <a:gd name="T61" fmla="*/ 11 h 213"/>
                <a:gd name="T62" fmla="*/ 39 w 344"/>
                <a:gd name="T63" fmla="*/ 16 h 213"/>
                <a:gd name="T64" fmla="*/ 49 w 344"/>
                <a:gd name="T65" fmla="*/ 32 h 213"/>
                <a:gd name="T66" fmla="*/ 56 w 344"/>
                <a:gd name="T67" fmla="*/ 47 h 213"/>
                <a:gd name="T68" fmla="*/ 73 w 344"/>
                <a:gd name="T69" fmla="*/ 60 h 213"/>
                <a:gd name="T70" fmla="*/ 87 w 344"/>
                <a:gd name="T71" fmla="*/ 74 h 213"/>
                <a:gd name="T72" fmla="*/ 95 w 344"/>
                <a:gd name="T73" fmla="*/ 89 h 213"/>
                <a:gd name="T74" fmla="*/ 129 w 344"/>
                <a:gd name="T75" fmla="*/ 125 h 213"/>
                <a:gd name="T76" fmla="*/ 134 w 344"/>
                <a:gd name="T77" fmla="*/ 145 h 213"/>
                <a:gd name="T78" fmla="*/ 139 w 344"/>
                <a:gd name="T79" fmla="*/ 163 h 213"/>
                <a:gd name="T80" fmla="*/ 174 w 344"/>
                <a:gd name="T81" fmla="*/ 180 h 213"/>
                <a:gd name="T82" fmla="*/ 221 w 344"/>
                <a:gd name="T83" fmla="*/ 202 h 213"/>
                <a:gd name="T84" fmla="*/ 265 w 344"/>
                <a:gd name="T85" fmla="*/ 204 h 213"/>
                <a:gd name="T86" fmla="*/ 286 w 344"/>
                <a:gd name="T87" fmla="*/ 201 h 21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44"/>
                <a:gd name="T133" fmla="*/ 0 h 213"/>
                <a:gd name="T134" fmla="*/ 344 w 344"/>
                <a:gd name="T135" fmla="*/ 213 h 21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44" h="213">
                  <a:moveTo>
                    <a:pt x="286" y="201"/>
                  </a:moveTo>
                  <a:cubicBezTo>
                    <a:pt x="287" y="201"/>
                    <a:pt x="300" y="202"/>
                    <a:pt x="301" y="199"/>
                  </a:cubicBezTo>
                  <a:cubicBezTo>
                    <a:pt x="302" y="196"/>
                    <a:pt x="292" y="189"/>
                    <a:pt x="293" y="188"/>
                  </a:cubicBezTo>
                  <a:cubicBezTo>
                    <a:pt x="294" y="188"/>
                    <a:pt x="294" y="180"/>
                    <a:pt x="296" y="180"/>
                  </a:cubicBezTo>
                  <a:cubicBezTo>
                    <a:pt x="298" y="180"/>
                    <a:pt x="316" y="181"/>
                    <a:pt x="317" y="180"/>
                  </a:cubicBezTo>
                  <a:cubicBezTo>
                    <a:pt x="318" y="180"/>
                    <a:pt x="321" y="173"/>
                    <a:pt x="324" y="173"/>
                  </a:cubicBezTo>
                  <a:cubicBezTo>
                    <a:pt x="325" y="173"/>
                    <a:pt x="327" y="175"/>
                    <a:pt x="329" y="176"/>
                  </a:cubicBezTo>
                  <a:cubicBezTo>
                    <a:pt x="333" y="173"/>
                    <a:pt x="334" y="167"/>
                    <a:pt x="334" y="161"/>
                  </a:cubicBezTo>
                  <a:cubicBezTo>
                    <a:pt x="335" y="154"/>
                    <a:pt x="333" y="152"/>
                    <a:pt x="336" y="148"/>
                  </a:cubicBezTo>
                  <a:cubicBezTo>
                    <a:pt x="340" y="145"/>
                    <a:pt x="344" y="144"/>
                    <a:pt x="343" y="139"/>
                  </a:cubicBezTo>
                  <a:cubicBezTo>
                    <a:pt x="342" y="134"/>
                    <a:pt x="337" y="139"/>
                    <a:pt x="333" y="137"/>
                  </a:cubicBezTo>
                  <a:cubicBezTo>
                    <a:pt x="329" y="134"/>
                    <a:pt x="325" y="136"/>
                    <a:pt x="315" y="137"/>
                  </a:cubicBezTo>
                  <a:cubicBezTo>
                    <a:pt x="305" y="139"/>
                    <a:pt x="300" y="143"/>
                    <a:pt x="301" y="150"/>
                  </a:cubicBezTo>
                  <a:cubicBezTo>
                    <a:pt x="301" y="158"/>
                    <a:pt x="297" y="154"/>
                    <a:pt x="297" y="161"/>
                  </a:cubicBezTo>
                  <a:cubicBezTo>
                    <a:pt x="298" y="167"/>
                    <a:pt x="289" y="167"/>
                    <a:pt x="290" y="171"/>
                  </a:cubicBezTo>
                  <a:cubicBezTo>
                    <a:pt x="290" y="175"/>
                    <a:pt x="283" y="171"/>
                    <a:pt x="281" y="170"/>
                  </a:cubicBezTo>
                  <a:cubicBezTo>
                    <a:pt x="279" y="168"/>
                    <a:pt x="258" y="175"/>
                    <a:pt x="255" y="175"/>
                  </a:cubicBezTo>
                  <a:cubicBezTo>
                    <a:pt x="252" y="176"/>
                    <a:pt x="246" y="169"/>
                    <a:pt x="242" y="169"/>
                  </a:cubicBezTo>
                  <a:cubicBezTo>
                    <a:pt x="238" y="170"/>
                    <a:pt x="236" y="163"/>
                    <a:pt x="236" y="158"/>
                  </a:cubicBezTo>
                  <a:cubicBezTo>
                    <a:pt x="235" y="153"/>
                    <a:pt x="227" y="148"/>
                    <a:pt x="224" y="143"/>
                  </a:cubicBezTo>
                  <a:cubicBezTo>
                    <a:pt x="220" y="138"/>
                    <a:pt x="220" y="128"/>
                    <a:pt x="219" y="121"/>
                  </a:cubicBezTo>
                  <a:cubicBezTo>
                    <a:pt x="219" y="114"/>
                    <a:pt x="218" y="103"/>
                    <a:pt x="223" y="90"/>
                  </a:cubicBezTo>
                  <a:cubicBezTo>
                    <a:pt x="224" y="88"/>
                    <a:pt x="224" y="86"/>
                    <a:pt x="224" y="85"/>
                  </a:cubicBezTo>
                  <a:cubicBezTo>
                    <a:pt x="222" y="84"/>
                    <a:pt x="221" y="83"/>
                    <a:pt x="219" y="83"/>
                  </a:cubicBezTo>
                  <a:cubicBezTo>
                    <a:pt x="215" y="83"/>
                    <a:pt x="206" y="77"/>
                    <a:pt x="204" y="77"/>
                  </a:cubicBezTo>
                  <a:cubicBezTo>
                    <a:pt x="202" y="77"/>
                    <a:pt x="202" y="73"/>
                    <a:pt x="200" y="71"/>
                  </a:cubicBezTo>
                  <a:cubicBezTo>
                    <a:pt x="199" y="68"/>
                    <a:pt x="200" y="64"/>
                    <a:pt x="198" y="62"/>
                  </a:cubicBezTo>
                  <a:cubicBezTo>
                    <a:pt x="196" y="60"/>
                    <a:pt x="189" y="54"/>
                    <a:pt x="187" y="47"/>
                  </a:cubicBezTo>
                  <a:cubicBezTo>
                    <a:pt x="185" y="39"/>
                    <a:pt x="172" y="36"/>
                    <a:pt x="167" y="35"/>
                  </a:cubicBezTo>
                  <a:cubicBezTo>
                    <a:pt x="162" y="35"/>
                    <a:pt x="160" y="45"/>
                    <a:pt x="158" y="46"/>
                  </a:cubicBezTo>
                  <a:cubicBezTo>
                    <a:pt x="157" y="46"/>
                    <a:pt x="148" y="40"/>
                    <a:pt x="145" y="39"/>
                  </a:cubicBezTo>
                  <a:cubicBezTo>
                    <a:pt x="143" y="38"/>
                    <a:pt x="141" y="35"/>
                    <a:pt x="141" y="32"/>
                  </a:cubicBezTo>
                  <a:cubicBezTo>
                    <a:pt x="141" y="29"/>
                    <a:pt x="136" y="24"/>
                    <a:pt x="134" y="23"/>
                  </a:cubicBezTo>
                  <a:cubicBezTo>
                    <a:pt x="132" y="22"/>
                    <a:pt x="121" y="11"/>
                    <a:pt x="121" y="11"/>
                  </a:cubicBezTo>
                  <a:cubicBezTo>
                    <a:pt x="104" y="11"/>
                    <a:pt x="104" y="11"/>
                    <a:pt x="104" y="11"/>
                  </a:cubicBezTo>
                  <a:cubicBezTo>
                    <a:pt x="100" y="16"/>
                    <a:pt x="100" y="16"/>
                    <a:pt x="100" y="16"/>
                  </a:cubicBezTo>
                  <a:cubicBezTo>
                    <a:pt x="68" y="17"/>
                    <a:pt x="68" y="17"/>
                    <a:pt x="68" y="17"/>
                  </a:cubicBezTo>
                  <a:cubicBezTo>
                    <a:pt x="68" y="17"/>
                    <a:pt x="43" y="7"/>
                    <a:pt x="39" y="6"/>
                  </a:cubicBezTo>
                  <a:cubicBezTo>
                    <a:pt x="34" y="5"/>
                    <a:pt x="26" y="0"/>
                    <a:pt x="26" y="0"/>
                  </a:cubicBezTo>
                  <a:cubicBezTo>
                    <a:pt x="0" y="3"/>
                    <a:pt x="0" y="3"/>
                    <a:pt x="0" y="3"/>
                  </a:cubicBezTo>
                  <a:cubicBezTo>
                    <a:pt x="1" y="6"/>
                    <a:pt x="3" y="9"/>
                    <a:pt x="6" y="13"/>
                  </a:cubicBezTo>
                  <a:cubicBezTo>
                    <a:pt x="11" y="19"/>
                    <a:pt x="15" y="31"/>
                    <a:pt x="16" y="35"/>
                  </a:cubicBezTo>
                  <a:cubicBezTo>
                    <a:pt x="16" y="39"/>
                    <a:pt x="23" y="42"/>
                    <a:pt x="30" y="46"/>
                  </a:cubicBezTo>
                  <a:cubicBezTo>
                    <a:pt x="36" y="50"/>
                    <a:pt x="36" y="59"/>
                    <a:pt x="35" y="61"/>
                  </a:cubicBezTo>
                  <a:cubicBezTo>
                    <a:pt x="34" y="63"/>
                    <a:pt x="27" y="59"/>
                    <a:pt x="26" y="62"/>
                  </a:cubicBezTo>
                  <a:cubicBezTo>
                    <a:pt x="26" y="64"/>
                    <a:pt x="36" y="73"/>
                    <a:pt x="40" y="72"/>
                  </a:cubicBezTo>
                  <a:cubicBezTo>
                    <a:pt x="44" y="72"/>
                    <a:pt x="46" y="74"/>
                    <a:pt x="52" y="80"/>
                  </a:cubicBezTo>
                  <a:cubicBezTo>
                    <a:pt x="59" y="85"/>
                    <a:pt x="58" y="92"/>
                    <a:pt x="56" y="94"/>
                  </a:cubicBezTo>
                  <a:cubicBezTo>
                    <a:pt x="53" y="96"/>
                    <a:pt x="61" y="100"/>
                    <a:pt x="69" y="105"/>
                  </a:cubicBezTo>
                  <a:cubicBezTo>
                    <a:pt x="77" y="110"/>
                    <a:pt x="80" y="117"/>
                    <a:pt x="81" y="120"/>
                  </a:cubicBezTo>
                  <a:cubicBezTo>
                    <a:pt x="81" y="122"/>
                    <a:pt x="85" y="120"/>
                    <a:pt x="86" y="116"/>
                  </a:cubicBezTo>
                  <a:cubicBezTo>
                    <a:pt x="87" y="112"/>
                    <a:pt x="84" y="111"/>
                    <a:pt x="84" y="107"/>
                  </a:cubicBezTo>
                  <a:cubicBezTo>
                    <a:pt x="84" y="103"/>
                    <a:pt x="77" y="104"/>
                    <a:pt x="74" y="103"/>
                  </a:cubicBezTo>
                  <a:cubicBezTo>
                    <a:pt x="71" y="103"/>
                    <a:pt x="74" y="96"/>
                    <a:pt x="71" y="93"/>
                  </a:cubicBezTo>
                  <a:cubicBezTo>
                    <a:pt x="68" y="90"/>
                    <a:pt x="66" y="83"/>
                    <a:pt x="64" y="77"/>
                  </a:cubicBezTo>
                  <a:cubicBezTo>
                    <a:pt x="63" y="72"/>
                    <a:pt x="55" y="66"/>
                    <a:pt x="52" y="60"/>
                  </a:cubicBezTo>
                  <a:cubicBezTo>
                    <a:pt x="48" y="54"/>
                    <a:pt x="45" y="49"/>
                    <a:pt x="43" y="48"/>
                  </a:cubicBezTo>
                  <a:cubicBezTo>
                    <a:pt x="40" y="46"/>
                    <a:pt x="46" y="44"/>
                    <a:pt x="44" y="42"/>
                  </a:cubicBezTo>
                  <a:cubicBezTo>
                    <a:pt x="42" y="40"/>
                    <a:pt x="39" y="40"/>
                    <a:pt x="35" y="38"/>
                  </a:cubicBezTo>
                  <a:cubicBezTo>
                    <a:pt x="31" y="36"/>
                    <a:pt x="29" y="33"/>
                    <a:pt x="29" y="29"/>
                  </a:cubicBezTo>
                  <a:cubicBezTo>
                    <a:pt x="29" y="25"/>
                    <a:pt x="26" y="16"/>
                    <a:pt x="25" y="13"/>
                  </a:cubicBezTo>
                  <a:cubicBezTo>
                    <a:pt x="24" y="9"/>
                    <a:pt x="28" y="10"/>
                    <a:pt x="29" y="11"/>
                  </a:cubicBezTo>
                  <a:cubicBezTo>
                    <a:pt x="30" y="13"/>
                    <a:pt x="31" y="14"/>
                    <a:pt x="33" y="13"/>
                  </a:cubicBezTo>
                  <a:cubicBezTo>
                    <a:pt x="35" y="12"/>
                    <a:pt x="38" y="13"/>
                    <a:pt x="39" y="16"/>
                  </a:cubicBezTo>
                  <a:cubicBezTo>
                    <a:pt x="40" y="19"/>
                    <a:pt x="45" y="16"/>
                    <a:pt x="47" y="17"/>
                  </a:cubicBezTo>
                  <a:cubicBezTo>
                    <a:pt x="49" y="19"/>
                    <a:pt x="42" y="20"/>
                    <a:pt x="49" y="32"/>
                  </a:cubicBezTo>
                  <a:cubicBezTo>
                    <a:pt x="55" y="43"/>
                    <a:pt x="51" y="37"/>
                    <a:pt x="51" y="44"/>
                  </a:cubicBezTo>
                  <a:cubicBezTo>
                    <a:pt x="51" y="52"/>
                    <a:pt x="55" y="49"/>
                    <a:pt x="56" y="47"/>
                  </a:cubicBezTo>
                  <a:cubicBezTo>
                    <a:pt x="57" y="46"/>
                    <a:pt x="61" y="50"/>
                    <a:pt x="64" y="54"/>
                  </a:cubicBezTo>
                  <a:cubicBezTo>
                    <a:pt x="67" y="58"/>
                    <a:pt x="73" y="58"/>
                    <a:pt x="73" y="60"/>
                  </a:cubicBezTo>
                  <a:cubicBezTo>
                    <a:pt x="73" y="63"/>
                    <a:pt x="75" y="67"/>
                    <a:pt x="79" y="68"/>
                  </a:cubicBezTo>
                  <a:cubicBezTo>
                    <a:pt x="83" y="69"/>
                    <a:pt x="84" y="73"/>
                    <a:pt x="87" y="74"/>
                  </a:cubicBezTo>
                  <a:cubicBezTo>
                    <a:pt x="89" y="74"/>
                    <a:pt x="90" y="77"/>
                    <a:pt x="88" y="81"/>
                  </a:cubicBezTo>
                  <a:cubicBezTo>
                    <a:pt x="87" y="84"/>
                    <a:pt x="88" y="87"/>
                    <a:pt x="95" y="89"/>
                  </a:cubicBezTo>
                  <a:cubicBezTo>
                    <a:pt x="102" y="92"/>
                    <a:pt x="99" y="93"/>
                    <a:pt x="105" y="98"/>
                  </a:cubicBezTo>
                  <a:cubicBezTo>
                    <a:pt x="110" y="103"/>
                    <a:pt x="126" y="120"/>
                    <a:pt x="129" y="125"/>
                  </a:cubicBezTo>
                  <a:cubicBezTo>
                    <a:pt x="132" y="130"/>
                    <a:pt x="133" y="134"/>
                    <a:pt x="134" y="137"/>
                  </a:cubicBezTo>
                  <a:cubicBezTo>
                    <a:pt x="136" y="141"/>
                    <a:pt x="132" y="142"/>
                    <a:pt x="134" y="145"/>
                  </a:cubicBezTo>
                  <a:cubicBezTo>
                    <a:pt x="136" y="148"/>
                    <a:pt x="130" y="147"/>
                    <a:pt x="130" y="149"/>
                  </a:cubicBezTo>
                  <a:cubicBezTo>
                    <a:pt x="131" y="152"/>
                    <a:pt x="134" y="163"/>
                    <a:pt x="139" y="163"/>
                  </a:cubicBezTo>
                  <a:cubicBezTo>
                    <a:pt x="145" y="164"/>
                    <a:pt x="151" y="171"/>
                    <a:pt x="156" y="174"/>
                  </a:cubicBezTo>
                  <a:cubicBezTo>
                    <a:pt x="160" y="178"/>
                    <a:pt x="167" y="177"/>
                    <a:pt x="174" y="180"/>
                  </a:cubicBezTo>
                  <a:cubicBezTo>
                    <a:pt x="180" y="182"/>
                    <a:pt x="186" y="188"/>
                    <a:pt x="196" y="191"/>
                  </a:cubicBezTo>
                  <a:cubicBezTo>
                    <a:pt x="206" y="194"/>
                    <a:pt x="215" y="198"/>
                    <a:pt x="221" y="202"/>
                  </a:cubicBezTo>
                  <a:cubicBezTo>
                    <a:pt x="228" y="206"/>
                    <a:pt x="235" y="204"/>
                    <a:pt x="244" y="201"/>
                  </a:cubicBezTo>
                  <a:cubicBezTo>
                    <a:pt x="253" y="197"/>
                    <a:pt x="260" y="202"/>
                    <a:pt x="265" y="204"/>
                  </a:cubicBezTo>
                  <a:cubicBezTo>
                    <a:pt x="267" y="205"/>
                    <a:pt x="272" y="209"/>
                    <a:pt x="277" y="213"/>
                  </a:cubicBezTo>
                  <a:cubicBezTo>
                    <a:pt x="281" y="207"/>
                    <a:pt x="285" y="201"/>
                    <a:pt x="286" y="20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5" name="Freeform 101"/>
            <p:cNvSpPr>
              <a:spLocks noChangeArrowheads="1"/>
            </p:cNvSpPr>
            <p:nvPr/>
          </p:nvSpPr>
          <p:spPr bwMode="auto">
            <a:xfrm>
              <a:off x="1635131" y="2079627"/>
              <a:ext cx="92076" cy="90488"/>
            </a:xfrm>
            <a:custGeom>
              <a:avLst/>
              <a:gdLst>
                <a:gd name="T0" fmla="*/ 42 w 48"/>
                <a:gd name="T1" fmla="*/ 31 h 47"/>
                <a:gd name="T2" fmla="*/ 48 w 48"/>
                <a:gd name="T3" fmla="*/ 25 h 47"/>
                <a:gd name="T4" fmla="*/ 43 w 48"/>
                <a:gd name="T5" fmla="*/ 22 h 47"/>
                <a:gd name="T6" fmla="*/ 38 w 48"/>
                <a:gd name="T7" fmla="*/ 23 h 47"/>
                <a:gd name="T8" fmla="*/ 38 w 48"/>
                <a:gd name="T9" fmla="*/ 0 h 47"/>
                <a:gd name="T10" fmla="*/ 19 w 48"/>
                <a:gd name="T11" fmla="*/ 0 h 47"/>
                <a:gd name="T12" fmla="*/ 16 w 48"/>
                <a:gd name="T13" fmla="*/ 8 h 47"/>
                <a:gd name="T14" fmla="*/ 24 w 48"/>
                <a:gd name="T15" fmla="*/ 19 h 47"/>
                <a:gd name="T16" fmla="*/ 9 w 48"/>
                <a:gd name="T17" fmla="*/ 21 h 47"/>
                <a:gd name="T18" fmla="*/ 0 w 48"/>
                <a:gd name="T19" fmla="*/ 33 h 47"/>
                <a:gd name="T20" fmla="*/ 12 w 48"/>
                <a:gd name="T21" fmla="*/ 44 h 47"/>
                <a:gd name="T22" fmla="*/ 28 w 48"/>
                <a:gd name="T23" fmla="*/ 47 h 47"/>
                <a:gd name="T24" fmla="*/ 28 w 48"/>
                <a:gd name="T25" fmla="*/ 47 h 47"/>
                <a:gd name="T26" fmla="*/ 36 w 48"/>
                <a:gd name="T27" fmla="*/ 40 h 47"/>
                <a:gd name="T28" fmla="*/ 42 w 48"/>
                <a:gd name="T29" fmla="*/ 31 h 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47"/>
                <a:gd name="T47" fmla="*/ 48 w 48"/>
                <a:gd name="T48" fmla="*/ 47 h 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47">
                  <a:moveTo>
                    <a:pt x="42" y="31"/>
                  </a:moveTo>
                  <a:cubicBezTo>
                    <a:pt x="44" y="29"/>
                    <a:pt x="46" y="27"/>
                    <a:pt x="48" y="25"/>
                  </a:cubicBezTo>
                  <a:cubicBezTo>
                    <a:pt x="44" y="27"/>
                    <a:pt x="43" y="25"/>
                    <a:pt x="43" y="22"/>
                  </a:cubicBezTo>
                  <a:cubicBezTo>
                    <a:pt x="38" y="23"/>
                    <a:pt x="38" y="23"/>
                    <a:pt x="38" y="23"/>
                  </a:cubicBezTo>
                  <a:cubicBezTo>
                    <a:pt x="38" y="0"/>
                    <a:pt x="38" y="0"/>
                    <a:pt x="38" y="0"/>
                  </a:cubicBezTo>
                  <a:cubicBezTo>
                    <a:pt x="34" y="0"/>
                    <a:pt x="21" y="0"/>
                    <a:pt x="19" y="0"/>
                  </a:cubicBezTo>
                  <a:cubicBezTo>
                    <a:pt x="17" y="0"/>
                    <a:pt x="17" y="8"/>
                    <a:pt x="16" y="8"/>
                  </a:cubicBezTo>
                  <a:cubicBezTo>
                    <a:pt x="15" y="9"/>
                    <a:pt x="25" y="16"/>
                    <a:pt x="24" y="19"/>
                  </a:cubicBezTo>
                  <a:cubicBezTo>
                    <a:pt x="23" y="22"/>
                    <a:pt x="10" y="21"/>
                    <a:pt x="9" y="21"/>
                  </a:cubicBezTo>
                  <a:cubicBezTo>
                    <a:pt x="8" y="21"/>
                    <a:pt x="4" y="27"/>
                    <a:pt x="0" y="33"/>
                  </a:cubicBezTo>
                  <a:cubicBezTo>
                    <a:pt x="5" y="38"/>
                    <a:pt x="10" y="42"/>
                    <a:pt x="12" y="44"/>
                  </a:cubicBezTo>
                  <a:cubicBezTo>
                    <a:pt x="17" y="47"/>
                    <a:pt x="25" y="44"/>
                    <a:pt x="28" y="47"/>
                  </a:cubicBezTo>
                  <a:cubicBezTo>
                    <a:pt x="28" y="47"/>
                    <a:pt x="28" y="47"/>
                    <a:pt x="28" y="47"/>
                  </a:cubicBezTo>
                  <a:cubicBezTo>
                    <a:pt x="32" y="44"/>
                    <a:pt x="35" y="40"/>
                    <a:pt x="36" y="40"/>
                  </a:cubicBezTo>
                  <a:cubicBezTo>
                    <a:pt x="39" y="39"/>
                    <a:pt x="37" y="35"/>
                    <a:pt x="42" y="3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6" name="Freeform 102"/>
            <p:cNvSpPr>
              <a:spLocks noChangeArrowheads="1"/>
            </p:cNvSpPr>
            <p:nvPr/>
          </p:nvSpPr>
          <p:spPr bwMode="auto">
            <a:xfrm>
              <a:off x="1708156" y="2066927"/>
              <a:ext cx="26988" cy="57151"/>
            </a:xfrm>
            <a:custGeom>
              <a:avLst/>
              <a:gdLst>
                <a:gd name="T0" fmla="*/ 2 w 14"/>
                <a:gd name="T1" fmla="*/ 7 h 30"/>
                <a:gd name="T2" fmla="*/ 0 w 14"/>
                <a:gd name="T3" fmla="*/ 7 h 30"/>
                <a:gd name="T4" fmla="*/ 0 w 14"/>
                <a:gd name="T5" fmla="*/ 30 h 30"/>
                <a:gd name="T6" fmla="*/ 5 w 14"/>
                <a:gd name="T7" fmla="*/ 29 h 30"/>
                <a:gd name="T8" fmla="*/ 9 w 14"/>
                <a:gd name="T9" fmla="*/ 24 h 30"/>
                <a:gd name="T10" fmla="*/ 12 w 14"/>
                <a:gd name="T11" fmla="*/ 5 h 30"/>
                <a:gd name="T12" fmla="*/ 14 w 14"/>
                <a:gd name="T13" fmla="*/ 3 h 30"/>
                <a:gd name="T14" fmla="*/ 9 w 14"/>
                <a:gd name="T15" fmla="*/ 0 h 30"/>
                <a:gd name="T16" fmla="*/ 2 w 14"/>
                <a:gd name="T17" fmla="*/ 7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30"/>
                <a:gd name="T29" fmla="*/ 14 w 1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30">
                  <a:moveTo>
                    <a:pt x="2" y="7"/>
                  </a:moveTo>
                  <a:cubicBezTo>
                    <a:pt x="2" y="7"/>
                    <a:pt x="1" y="7"/>
                    <a:pt x="0" y="7"/>
                  </a:cubicBezTo>
                  <a:cubicBezTo>
                    <a:pt x="0" y="30"/>
                    <a:pt x="0" y="30"/>
                    <a:pt x="0" y="30"/>
                  </a:cubicBezTo>
                  <a:cubicBezTo>
                    <a:pt x="5" y="29"/>
                    <a:pt x="5" y="29"/>
                    <a:pt x="5" y="29"/>
                  </a:cubicBezTo>
                  <a:cubicBezTo>
                    <a:pt x="6" y="27"/>
                    <a:pt x="7" y="25"/>
                    <a:pt x="9" y="24"/>
                  </a:cubicBezTo>
                  <a:cubicBezTo>
                    <a:pt x="13" y="20"/>
                    <a:pt x="7" y="6"/>
                    <a:pt x="12" y="5"/>
                  </a:cubicBezTo>
                  <a:cubicBezTo>
                    <a:pt x="13" y="5"/>
                    <a:pt x="14" y="4"/>
                    <a:pt x="14" y="3"/>
                  </a:cubicBezTo>
                  <a:cubicBezTo>
                    <a:pt x="12" y="2"/>
                    <a:pt x="10" y="0"/>
                    <a:pt x="9" y="0"/>
                  </a:cubicBezTo>
                  <a:cubicBezTo>
                    <a:pt x="6" y="0"/>
                    <a:pt x="3" y="7"/>
                    <a:pt x="2" y="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7" name="Freeform 103"/>
            <p:cNvSpPr>
              <a:spLocks noChangeArrowheads="1"/>
            </p:cNvSpPr>
            <p:nvPr/>
          </p:nvSpPr>
          <p:spPr bwMode="auto">
            <a:xfrm>
              <a:off x="2024070" y="2024064"/>
              <a:ext cx="65088" cy="55564"/>
            </a:xfrm>
            <a:custGeom>
              <a:avLst/>
              <a:gdLst>
                <a:gd name="T0" fmla="*/ 16 w 34"/>
                <a:gd name="T1" fmla="*/ 3 h 29"/>
                <a:gd name="T2" fmla="*/ 23 w 34"/>
                <a:gd name="T3" fmla="*/ 19 h 29"/>
                <a:gd name="T4" fmla="*/ 1 w 34"/>
                <a:gd name="T5" fmla="*/ 23 h 29"/>
                <a:gd name="T6" fmla="*/ 16 w 34"/>
                <a:gd name="T7" fmla="*/ 26 h 29"/>
                <a:gd name="T8" fmla="*/ 31 w 34"/>
                <a:gd name="T9" fmla="*/ 28 h 29"/>
                <a:gd name="T10" fmla="*/ 34 w 34"/>
                <a:gd name="T11" fmla="*/ 6 h 29"/>
                <a:gd name="T12" fmla="*/ 16 w 34"/>
                <a:gd name="T13" fmla="*/ 3 h 29"/>
                <a:gd name="T14" fmla="*/ 0 60000 65536"/>
                <a:gd name="T15" fmla="*/ 0 60000 65536"/>
                <a:gd name="T16" fmla="*/ 0 60000 65536"/>
                <a:gd name="T17" fmla="*/ 0 60000 65536"/>
                <a:gd name="T18" fmla="*/ 0 60000 65536"/>
                <a:gd name="T19" fmla="*/ 0 60000 65536"/>
                <a:gd name="T20" fmla="*/ 0 60000 65536"/>
                <a:gd name="T21" fmla="*/ 0 w 34"/>
                <a:gd name="T22" fmla="*/ 0 h 29"/>
                <a:gd name="T23" fmla="*/ 34 w 34"/>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29">
                  <a:moveTo>
                    <a:pt x="16" y="3"/>
                  </a:moveTo>
                  <a:cubicBezTo>
                    <a:pt x="11" y="7"/>
                    <a:pt x="23" y="14"/>
                    <a:pt x="23" y="19"/>
                  </a:cubicBezTo>
                  <a:cubicBezTo>
                    <a:pt x="23" y="23"/>
                    <a:pt x="3" y="18"/>
                    <a:pt x="1" y="23"/>
                  </a:cubicBezTo>
                  <a:cubicBezTo>
                    <a:pt x="0" y="25"/>
                    <a:pt x="8" y="29"/>
                    <a:pt x="16" y="26"/>
                  </a:cubicBezTo>
                  <a:cubicBezTo>
                    <a:pt x="23" y="24"/>
                    <a:pt x="28" y="26"/>
                    <a:pt x="31" y="28"/>
                  </a:cubicBezTo>
                  <a:cubicBezTo>
                    <a:pt x="32" y="21"/>
                    <a:pt x="33" y="12"/>
                    <a:pt x="34" y="6"/>
                  </a:cubicBezTo>
                  <a:cubicBezTo>
                    <a:pt x="27" y="5"/>
                    <a:pt x="19" y="0"/>
                    <a:pt x="16"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8" name="Freeform 104"/>
            <p:cNvSpPr>
              <a:spLocks noChangeArrowheads="1"/>
            </p:cNvSpPr>
            <p:nvPr/>
          </p:nvSpPr>
          <p:spPr bwMode="auto">
            <a:xfrm>
              <a:off x="2082807" y="2033590"/>
              <a:ext cx="74613" cy="50800"/>
            </a:xfrm>
            <a:custGeom>
              <a:avLst/>
              <a:gdLst>
                <a:gd name="T0" fmla="*/ 15 w 39"/>
                <a:gd name="T1" fmla="*/ 19 h 26"/>
                <a:gd name="T2" fmla="*/ 39 w 39"/>
                <a:gd name="T3" fmla="*/ 14 h 26"/>
                <a:gd name="T4" fmla="*/ 9 w 39"/>
                <a:gd name="T5" fmla="*/ 2 h 26"/>
                <a:gd name="T6" fmla="*/ 3 w 39"/>
                <a:gd name="T7" fmla="*/ 1 h 26"/>
                <a:gd name="T8" fmla="*/ 0 w 39"/>
                <a:gd name="T9" fmla="*/ 23 h 26"/>
                <a:gd name="T10" fmla="*/ 1 w 39"/>
                <a:gd name="T11" fmla="*/ 24 h 26"/>
                <a:gd name="T12" fmla="*/ 15 w 39"/>
                <a:gd name="T13" fmla="*/ 19 h 26"/>
                <a:gd name="T14" fmla="*/ 0 60000 65536"/>
                <a:gd name="T15" fmla="*/ 0 60000 65536"/>
                <a:gd name="T16" fmla="*/ 0 60000 65536"/>
                <a:gd name="T17" fmla="*/ 0 60000 65536"/>
                <a:gd name="T18" fmla="*/ 0 60000 65536"/>
                <a:gd name="T19" fmla="*/ 0 60000 65536"/>
                <a:gd name="T20" fmla="*/ 0 60000 65536"/>
                <a:gd name="T21" fmla="*/ 0 w 39"/>
                <a:gd name="T22" fmla="*/ 0 h 26"/>
                <a:gd name="T23" fmla="*/ 39 w 39"/>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26">
                  <a:moveTo>
                    <a:pt x="15" y="19"/>
                  </a:moveTo>
                  <a:cubicBezTo>
                    <a:pt x="24" y="16"/>
                    <a:pt x="39" y="21"/>
                    <a:pt x="39" y="14"/>
                  </a:cubicBezTo>
                  <a:cubicBezTo>
                    <a:pt x="39" y="7"/>
                    <a:pt x="15" y="0"/>
                    <a:pt x="9" y="2"/>
                  </a:cubicBezTo>
                  <a:cubicBezTo>
                    <a:pt x="7" y="2"/>
                    <a:pt x="5" y="2"/>
                    <a:pt x="3" y="1"/>
                  </a:cubicBezTo>
                  <a:cubicBezTo>
                    <a:pt x="2" y="7"/>
                    <a:pt x="1" y="16"/>
                    <a:pt x="0" y="23"/>
                  </a:cubicBezTo>
                  <a:cubicBezTo>
                    <a:pt x="1" y="23"/>
                    <a:pt x="1" y="23"/>
                    <a:pt x="1" y="24"/>
                  </a:cubicBezTo>
                  <a:cubicBezTo>
                    <a:pt x="5" y="26"/>
                    <a:pt x="6" y="22"/>
                    <a:pt x="15"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9" name="Freeform 105"/>
            <p:cNvSpPr>
              <a:spLocks noChangeArrowheads="1"/>
            </p:cNvSpPr>
            <p:nvPr/>
          </p:nvSpPr>
          <p:spPr bwMode="auto">
            <a:xfrm>
              <a:off x="1746256" y="2143128"/>
              <a:ext cx="92076" cy="93663"/>
            </a:xfrm>
            <a:custGeom>
              <a:avLst/>
              <a:gdLst>
                <a:gd name="T0" fmla="*/ 26 w 48"/>
                <a:gd name="T1" fmla="*/ 46 h 49"/>
                <a:gd name="T2" fmla="*/ 37 w 48"/>
                <a:gd name="T3" fmla="*/ 48 h 49"/>
                <a:gd name="T4" fmla="*/ 42 w 48"/>
                <a:gd name="T5" fmla="*/ 49 h 49"/>
                <a:gd name="T6" fmla="*/ 41 w 48"/>
                <a:gd name="T7" fmla="*/ 47 h 49"/>
                <a:gd name="T8" fmla="*/ 44 w 48"/>
                <a:gd name="T9" fmla="*/ 32 h 49"/>
                <a:gd name="T10" fmla="*/ 45 w 48"/>
                <a:gd name="T11" fmla="*/ 13 h 49"/>
                <a:gd name="T12" fmla="*/ 48 w 48"/>
                <a:gd name="T13" fmla="*/ 1 h 49"/>
                <a:gd name="T14" fmla="*/ 48 w 48"/>
                <a:gd name="T15" fmla="*/ 0 h 49"/>
                <a:gd name="T16" fmla="*/ 34 w 48"/>
                <a:gd name="T17" fmla="*/ 5 h 49"/>
                <a:gd name="T18" fmla="*/ 24 w 48"/>
                <a:gd name="T19" fmla="*/ 8 h 49"/>
                <a:gd name="T20" fmla="*/ 11 w 48"/>
                <a:gd name="T21" fmla="*/ 13 h 49"/>
                <a:gd name="T22" fmla="*/ 8 w 48"/>
                <a:gd name="T23" fmla="*/ 20 h 49"/>
                <a:gd name="T24" fmla="*/ 4 w 48"/>
                <a:gd name="T25" fmla="*/ 23 h 49"/>
                <a:gd name="T26" fmla="*/ 0 w 48"/>
                <a:gd name="T27" fmla="*/ 24 h 49"/>
                <a:gd name="T28" fmla="*/ 2 w 48"/>
                <a:gd name="T29" fmla="*/ 28 h 49"/>
                <a:gd name="T30" fmla="*/ 16 w 48"/>
                <a:gd name="T31" fmla="*/ 42 h 49"/>
                <a:gd name="T32" fmla="*/ 19 w 48"/>
                <a:gd name="T33" fmla="*/ 46 h 49"/>
                <a:gd name="T34" fmla="*/ 26 w 48"/>
                <a:gd name="T35" fmla="*/ 46 h 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49"/>
                <a:gd name="T56" fmla="*/ 48 w 48"/>
                <a:gd name="T57" fmla="*/ 49 h 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49">
                  <a:moveTo>
                    <a:pt x="26" y="46"/>
                  </a:moveTo>
                  <a:cubicBezTo>
                    <a:pt x="28" y="48"/>
                    <a:pt x="34" y="46"/>
                    <a:pt x="37" y="48"/>
                  </a:cubicBezTo>
                  <a:cubicBezTo>
                    <a:pt x="38" y="49"/>
                    <a:pt x="40" y="49"/>
                    <a:pt x="42" y="49"/>
                  </a:cubicBezTo>
                  <a:cubicBezTo>
                    <a:pt x="42" y="48"/>
                    <a:pt x="41" y="47"/>
                    <a:pt x="41" y="47"/>
                  </a:cubicBezTo>
                  <a:cubicBezTo>
                    <a:pt x="39" y="43"/>
                    <a:pt x="42" y="37"/>
                    <a:pt x="44" y="32"/>
                  </a:cubicBezTo>
                  <a:cubicBezTo>
                    <a:pt x="45" y="27"/>
                    <a:pt x="42" y="16"/>
                    <a:pt x="45" y="13"/>
                  </a:cubicBezTo>
                  <a:cubicBezTo>
                    <a:pt x="48" y="10"/>
                    <a:pt x="46" y="8"/>
                    <a:pt x="48" y="1"/>
                  </a:cubicBezTo>
                  <a:cubicBezTo>
                    <a:pt x="48" y="1"/>
                    <a:pt x="48" y="0"/>
                    <a:pt x="48" y="0"/>
                  </a:cubicBezTo>
                  <a:cubicBezTo>
                    <a:pt x="42" y="0"/>
                    <a:pt x="36" y="5"/>
                    <a:pt x="34" y="5"/>
                  </a:cubicBezTo>
                  <a:cubicBezTo>
                    <a:pt x="32" y="5"/>
                    <a:pt x="25" y="3"/>
                    <a:pt x="24" y="8"/>
                  </a:cubicBezTo>
                  <a:cubicBezTo>
                    <a:pt x="23" y="12"/>
                    <a:pt x="18" y="12"/>
                    <a:pt x="11" y="13"/>
                  </a:cubicBezTo>
                  <a:cubicBezTo>
                    <a:pt x="5" y="13"/>
                    <a:pt x="8" y="19"/>
                    <a:pt x="8" y="20"/>
                  </a:cubicBezTo>
                  <a:cubicBezTo>
                    <a:pt x="7" y="21"/>
                    <a:pt x="4" y="23"/>
                    <a:pt x="4" y="23"/>
                  </a:cubicBezTo>
                  <a:cubicBezTo>
                    <a:pt x="0" y="24"/>
                    <a:pt x="0" y="24"/>
                    <a:pt x="0" y="24"/>
                  </a:cubicBezTo>
                  <a:cubicBezTo>
                    <a:pt x="0" y="26"/>
                    <a:pt x="0" y="27"/>
                    <a:pt x="2" y="28"/>
                  </a:cubicBezTo>
                  <a:cubicBezTo>
                    <a:pt x="6" y="31"/>
                    <a:pt x="11" y="39"/>
                    <a:pt x="16" y="42"/>
                  </a:cubicBezTo>
                  <a:cubicBezTo>
                    <a:pt x="18" y="43"/>
                    <a:pt x="19" y="44"/>
                    <a:pt x="19" y="46"/>
                  </a:cubicBezTo>
                  <a:cubicBezTo>
                    <a:pt x="22" y="46"/>
                    <a:pt x="24" y="46"/>
                    <a:pt x="26" y="4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0" name="Freeform 106"/>
            <p:cNvSpPr>
              <a:spLocks noChangeArrowheads="1"/>
            </p:cNvSpPr>
            <p:nvPr/>
          </p:nvSpPr>
          <p:spPr bwMode="auto">
            <a:xfrm>
              <a:off x="2036770" y="2357440"/>
              <a:ext cx="860428" cy="877889"/>
            </a:xfrm>
            <a:custGeom>
              <a:avLst/>
              <a:gdLst>
                <a:gd name="T0" fmla="*/ 253 w 450"/>
                <a:gd name="T1" fmla="*/ 427 h 460"/>
                <a:gd name="T2" fmla="*/ 260 w 450"/>
                <a:gd name="T3" fmla="*/ 429 h 460"/>
                <a:gd name="T4" fmla="*/ 289 w 450"/>
                <a:gd name="T5" fmla="*/ 379 h 460"/>
                <a:gd name="T6" fmla="*/ 307 w 450"/>
                <a:gd name="T7" fmla="*/ 343 h 460"/>
                <a:gd name="T8" fmla="*/ 337 w 450"/>
                <a:gd name="T9" fmla="*/ 326 h 460"/>
                <a:gd name="T10" fmla="*/ 372 w 450"/>
                <a:gd name="T11" fmla="*/ 316 h 460"/>
                <a:gd name="T12" fmla="*/ 386 w 450"/>
                <a:gd name="T13" fmla="*/ 290 h 460"/>
                <a:gd name="T14" fmla="*/ 397 w 450"/>
                <a:gd name="T15" fmla="*/ 264 h 460"/>
                <a:gd name="T16" fmla="*/ 401 w 450"/>
                <a:gd name="T17" fmla="*/ 211 h 460"/>
                <a:gd name="T18" fmla="*/ 409 w 450"/>
                <a:gd name="T19" fmla="*/ 206 h 460"/>
                <a:gd name="T20" fmla="*/ 445 w 450"/>
                <a:gd name="T21" fmla="*/ 158 h 460"/>
                <a:gd name="T22" fmla="*/ 406 w 450"/>
                <a:gd name="T23" fmla="*/ 104 h 460"/>
                <a:gd name="T24" fmla="*/ 336 w 450"/>
                <a:gd name="T25" fmla="*/ 96 h 460"/>
                <a:gd name="T26" fmla="*/ 295 w 450"/>
                <a:gd name="T27" fmla="*/ 74 h 460"/>
                <a:gd name="T28" fmla="*/ 291 w 450"/>
                <a:gd name="T29" fmla="*/ 67 h 460"/>
                <a:gd name="T30" fmla="*/ 264 w 450"/>
                <a:gd name="T31" fmla="*/ 60 h 460"/>
                <a:gd name="T32" fmla="*/ 258 w 450"/>
                <a:gd name="T33" fmla="*/ 13 h 460"/>
                <a:gd name="T34" fmla="*/ 222 w 450"/>
                <a:gd name="T35" fmla="*/ 32 h 460"/>
                <a:gd name="T36" fmla="*/ 191 w 450"/>
                <a:gd name="T37" fmla="*/ 39 h 460"/>
                <a:gd name="T38" fmla="*/ 165 w 450"/>
                <a:gd name="T39" fmla="*/ 40 h 460"/>
                <a:gd name="T40" fmla="*/ 157 w 450"/>
                <a:gd name="T41" fmla="*/ 1 h 460"/>
                <a:gd name="T42" fmla="*/ 129 w 450"/>
                <a:gd name="T43" fmla="*/ 17 h 460"/>
                <a:gd name="T44" fmla="*/ 107 w 450"/>
                <a:gd name="T45" fmla="*/ 15 h 460"/>
                <a:gd name="T46" fmla="*/ 120 w 450"/>
                <a:gd name="T47" fmla="*/ 32 h 460"/>
                <a:gd name="T48" fmla="*/ 105 w 450"/>
                <a:gd name="T49" fmla="*/ 46 h 460"/>
                <a:gd name="T50" fmla="*/ 84 w 450"/>
                <a:gd name="T51" fmla="*/ 49 h 460"/>
                <a:gd name="T52" fmla="*/ 48 w 450"/>
                <a:gd name="T53" fmla="*/ 42 h 460"/>
                <a:gd name="T54" fmla="*/ 45 w 450"/>
                <a:gd name="T55" fmla="*/ 59 h 460"/>
                <a:gd name="T56" fmla="*/ 46 w 450"/>
                <a:gd name="T57" fmla="*/ 108 h 460"/>
                <a:gd name="T58" fmla="*/ 12 w 450"/>
                <a:gd name="T59" fmla="*/ 120 h 460"/>
                <a:gd name="T60" fmla="*/ 2 w 450"/>
                <a:gd name="T61" fmla="*/ 144 h 460"/>
                <a:gd name="T62" fmla="*/ 15 w 450"/>
                <a:gd name="T63" fmla="*/ 168 h 460"/>
                <a:gd name="T64" fmla="*/ 38 w 450"/>
                <a:gd name="T65" fmla="*/ 172 h 460"/>
                <a:gd name="T66" fmla="*/ 65 w 450"/>
                <a:gd name="T67" fmla="*/ 184 h 460"/>
                <a:gd name="T68" fmla="*/ 99 w 450"/>
                <a:gd name="T69" fmla="*/ 174 h 460"/>
                <a:gd name="T70" fmla="*/ 124 w 450"/>
                <a:gd name="T71" fmla="*/ 206 h 460"/>
                <a:gd name="T72" fmla="*/ 150 w 450"/>
                <a:gd name="T73" fmla="*/ 217 h 460"/>
                <a:gd name="T74" fmla="*/ 158 w 450"/>
                <a:gd name="T75" fmla="*/ 242 h 460"/>
                <a:gd name="T76" fmla="*/ 186 w 450"/>
                <a:gd name="T77" fmla="*/ 265 h 460"/>
                <a:gd name="T78" fmla="*/ 182 w 450"/>
                <a:gd name="T79" fmla="*/ 293 h 460"/>
                <a:gd name="T80" fmla="*/ 199 w 450"/>
                <a:gd name="T81" fmla="*/ 317 h 460"/>
                <a:gd name="T82" fmla="*/ 222 w 450"/>
                <a:gd name="T83" fmla="*/ 337 h 460"/>
                <a:gd name="T84" fmla="*/ 230 w 450"/>
                <a:gd name="T85" fmla="*/ 375 h 460"/>
                <a:gd name="T86" fmla="*/ 187 w 450"/>
                <a:gd name="T87" fmla="*/ 415 h 460"/>
                <a:gd name="T88" fmla="*/ 205 w 450"/>
                <a:gd name="T89" fmla="*/ 426 h 460"/>
                <a:gd name="T90" fmla="*/ 232 w 450"/>
                <a:gd name="T91" fmla="*/ 443 h 46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50"/>
                <a:gd name="T139" fmla="*/ 0 h 460"/>
                <a:gd name="T140" fmla="*/ 450 w 450"/>
                <a:gd name="T141" fmla="*/ 460 h 46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50" h="460">
                  <a:moveTo>
                    <a:pt x="238" y="455"/>
                  </a:moveTo>
                  <a:cubicBezTo>
                    <a:pt x="245" y="450"/>
                    <a:pt x="244" y="447"/>
                    <a:pt x="247" y="441"/>
                  </a:cubicBezTo>
                  <a:cubicBezTo>
                    <a:pt x="250" y="435"/>
                    <a:pt x="247" y="432"/>
                    <a:pt x="253" y="427"/>
                  </a:cubicBezTo>
                  <a:cubicBezTo>
                    <a:pt x="258" y="422"/>
                    <a:pt x="252" y="418"/>
                    <a:pt x="259" y="415"/>
                  </a:cubicBezTo>
                  <a:cubicBezTo>
                    <a:pt x="266" y="412"/>
                    <a:pt x="265" y="418"/>
                    <a:pt x="259" y="425"/>
                  </a:cubicBezTo>
                  <a:cubicBezTo>
                    <a:pt x="253" y="432"/>
                    <a:pt x="252" y="434"/>
                    <a:pt x="260" y="429"/>
                  </a:cubicBezTo>
                  <a:cubicBezTo>
                    <a:pt x="267" y="423"/>
                    <a:pt x="270" y="416"/>
                    <a:pt x="274" y="407"/>
                  </a:cubicBezTo>
                  <a:cubicBezTo>
                    <a:pt x="279" y="398"/>
                    <a:pt x="282" y="395"/>
                    <a:pt x="286" y="395"/>
                  </a:cubicBezTo>
                  <a:cubicBezTo>
                    <a:pt x="289" y="394"/>
                    <a:pt x="289" y="385"/>
                    <a:pt x="289" y="379"/>
                  </a:cubicBezTo>
                  <a:cubicBezTo>
                    <a:pt x="288" y="372"/>
                    <a:pt x="286" y="366"/>
                    <a:pt x="289" y="362"/>
                  </a:cubicBezTo>
                  <a:cubicBezTo>
                    <a:pt x="292" y="358"/>
                    <a:pt x="289" y="354"/>
                    <a:pt x="293" y="354"/>
                  </a:cubicBezTo>
                  <a:cubicBezTo>
                    <a:pt x="296" y="354"/>
                    <a:pt x="301" y="348"/>
                    <a:pt x="307" y="343"/>
                  </a:cubicBezTo>
                  <a:cubicBezTo>
                    <a:pt x="312" y="337"/>
                    <a:pt x="316" y="337"/>
                    <a:pt x="322" y="336"/>
                  </a:cubicBezTo>
                  <a:cubicBezTo>
                    <a:pt x="327" y="336"/>
                    <a:pt x="324" y="334"/>
                    <a:pt x="328" y="333"/>
                  </a:cubicBezTo>
                  <a:cubicBezTo>
                    <a:pt x="332" y="332"/>
                    <a:pt x="334" y="328"/>
                    <a:pt x="337" y="326"/>
                  </a:cubicBezTo>
                  <a:cubicBezTo>
                    <a:pt x="339" y="324"/>
                    <a:pt x="349" y="326"/>
                    <a:pt x="355" y="326"/>
                  </a:cubicBezTo>
                  <a:cubicBezTo>
                    <a:pt x="361" y="326"/>
                    <a:pt x="365" y="327"/>
                    <a:pt x="365" y="323"/>
                  </a:cubicBezTo>
                  <a:cubicBezTo>
                    <a:pt x="365" y="319"/>
                    <a:pt x="368" y="316"/>
                    <a:pt x="372" y="316"/>
                  </a:cubicBezTo>
                  <a:cubicBezTo>
                    <a:pt x="375" y="316"/>
                    <a:pt x="377" y="315"/>
                    <a:pt x="377" y="310"/>
                  </a:cubicBezTo>
                  <a:cubicBezTo>
                    <a:pt x="377" y="305"/>
                    <a:pt x="378" y="302"/>
                    <a:pt x="381" y="300"/>
                  </a:cubicBezTo>
                  <a:cubicBezTo>
                    <a:pt x="384" y="298"/>
                    <a:pt x="385" y="293"/>
                    <a:pt x="386" y="290"/>
                  </a:cubicBezTo>
                  <a:cubicBezTo>
                    <a:pt x="387" y="286"/>
                    <a:pt x="390" y="288"/>
                    <a:pt x="390" y="284"/>
                  </a:cubicBezTo>
                  <a:cubicBezTo>
                    <a:pt x="390" y="279"/>
                    <a:pt x="392" y="274"/>
                    <a:pt x="392" y="270"/>
                  </a:cubicBezTo>
                  <a:cubicBezTo>
                    <a:pt x="392" y="266"/>
                    <a:pt x="396" y="267"/>
                    <a:pt x="397" y="264"/>
                  </a:cubicBezTo>
                  <a:cubicBezTo>
                    <a:pt x="399" y="261"/>
                    <a:pt x="396" y="258"/>
                    <a:pt x="399" y="250"/>
                  </a:cubicBezTo>
                  <a:cubicBezTo>
                    <a:pt x="401" y="242"/>
                    <a:pt x="399" y="235"/>
                    <a:pt x="399" y="228"/>
                  </a:cubicBezTo>
                  <a:cubicBezTo>
                    <a:pt x="399" y="221"/>
                    <a:pt x="399" y="214"/>
                    <a:pt x="401" y="211"/>
                  </a:cubicBezTo>
                  <a:cubicBezTo>
                    <a:pt x="404" y="209"/>
                    <a:pt x="402" y="208"/>
                    <a:pt x="400" y="207"/>
                  </a:cubicBezTo>
                  <a:cubicBezTo>
                    <a:pt x="398" y="206"/>
                    <a:pt x="401" y="203"/>
                    <a:pt x="402" y="204"/>
                  </a:cubicBezTo>
                  <a:cubicBezTo>
                    <a:pt x="404" y="204"/>
                    <a:pt x="406" y="208"/>
                    <a:pt x="409" y="206"/>
                  </a:cubicBezTo>
                  <a:cubicBezTo>
                    <a:pt x="413" y="204"/>
                    <a:pt x="416" y="195"/>
                    <a:pt x="418" y="188"/>
                  </a:cubicBezTo>
                  <a:cubicBezTo>
                    <a:pt x="421" y="181"/>
                    <a:pt x="426" y="182"/>
                    <a:pt x="429" y="180"/>
                  </a:cubicBezTo>
                  <a:cubicBezTo>
                    <a:pt x="433" y="179"/>
                    <a:pt x="440" y="170"/>
                    <a:pt x="445" y="158"/>
                  </a:cubicBezTo>
                  <a:cubicBezTo>
                    <a:pt x="450" y="146"/>
                    <a:pt x="445" y="134"/>
                    <a:pt x="443" y="125"/>
                  </a:cubicBezTo>
                  <a:cubicBezTo>
                    <a:pt x="441" y="117"/>
                    <a:pt x="438" y="118"/>
                    <a:pt x="433" y="119"/>
                  </a:cubicBezTo>
                  <a:cubicBezTo>
                    <a:pt x="428" y="119"/>
                    <a:pt x="418" y="118"/>
                    <a:pt x="406" y="104"/>
                  </a:cubicBezTo>
                  <a:cubicBezTo>
                    <a:pt x="393" y="91"/>
                    <a:pt x="381" y="92"/>
                    <a:pt x="373" y="94"/>
                  </a:cubicBezTo>
                  <a:cubicBezTo>
                    <a:pt x="365" y="96"/>
                    <a:pt x="356" y="90"/>
                    <a:pt x="351" y="89"/>
                  </a:cubicBezTo>
                  <a:cubicBezTo>
                    <a:pt x="345" y="87"/>
                    <a:pt x="340" y="94"/>
                    <a:pt x="336" y="96"/>
                  </a:cubicBezTo>
                  <a:cubicBezTo>
                    <a:pt x="332" y="97"/>
                    <a:pt x="338" y="90"/>
                    <a:pt x="338" y="85"/>
                  </a:cubicBezTo>
                  <a:cubicBezTo>
                    <a:pt x="338" y="80"/>
                    <a:pt x="323" y="74"/>
                    <a:pt x="312" y="69"/>
                  </a:cubicBezTo>
                  <a:cubicBezTo>
                    <a:pt x="300" y="65"/>
                    <a:pt x="295" y="67"/>
                    <a:pt x="295" y="74"/>
                  </a:cubicBezTo>
                  <a:cubicBezTo>
                    <a:pt x="295" y="81"/>
                    <a:pt x="291" y="72"/>
                    <a:pt x="287" y="80"/>
                  </a:cubicBezTo>
                  <a:cubicBezTo>
                    <a:pt x="284" y="87"/>
                    <a:pt x="277" y="82"/>
                    <a:pt x="281" y="80"/>
                  </a:cubicBezTo>
                  <a:cubicBezTo>
                    <a:pt x="286" y="77"/>
                    <a:pt x="290" y="72"/>
                    <a:pt x="291" y="67"/>
                  </a:cubicBezTo>
                  <a:cubicBezTo>
                    <a:pt x="293" y="62"/>
                    <a:pt x="275" y="58"/>
                    <a:pt x="268" y="61"/>
                  </a:cubicBezTo>
                  <a:cubicBezTo>
                    <a:pt x="262" y="63"/>
                    <a:pt x="266" y="72"/>
                    <a:pt x="261" y="70"/>
                  </a:cubicBezTo>
                  <a:cubicBezTo>
                    <a:pt x="256" y="67"/>
                    <a:pt x="260" y="60"/>
                    <a:pt x="264" y="60"/>
                  </a:cubicBezTo>
                  <a:cubicBezTo>
                    <a:pt x="268" y="61"/>
                    <a:pt x="273" y="52"/>
                    <a:pt x="275" y="46"/>
                  </a:cubicBezTo>
                  <a:cubicBezTo>
                    <a:pt x="278" y="40"/>
                    <a:pt x="271" y="39"/>
                    <a:pt x="266" y="34"/>
                  </a:cubicBezTo>
                  <a:cubicBezTo>
                    <a:pt x="262" y="29"/>
                    <a:pt x="263" y="15"/>
                    <a:pt x="258" y="13"/>
                  </a:cubicBezTo>
                  <a:cubicBezTo>
                    <a:pt x="253" y="17"/>
                    <a:pt x="247" y="25"/>
                    <a:pt x="245" y="31"/>
                  </a:cubicBezTo>
                  <a:cubicBezTo>
                    <a:pt x="242" y="38"/>
                    <a:pt x="239" y="34"/>
                    <a:pt x="233" y="36"/>
                  </a:cubicBezTo>
                  <a:cubicBezTo>
                    <a:pt x="226" y="38"/>
                    <a:pt x="223" y="35"/>
                    <a:pt x="222" y="32"/>
                  </a:cubicBezTo>
                  <a:cubicBezTo>
                    <a:pt x="220" y="30"/>
                    <a:pt x="214" y="32"/>
                    <a:pt x="209" y="32"/>
                  </a:cubicBezTo>
                  <a:cubicBezTo>
                    <a:pt x="205" y="32"/>
                    <a:pt x="207" y="37"/>
                    <a:pt x="204" y="39"/>
                  </a:cubicBezTo>
                  <a:cubicBezTo>
                    <a:pt x="201" y="41"/>
                    <a:pt x="194" y="36"/>
                    <a:pt x="191" y="39"/>
                  </a:cubicBezTo>
                  <a:cubicBezTo>
                    <a:pt x="188" y="42"/>
                    <a:pt x="186" y="39"/>
                    <a:pt x="185" y="41"/>
                  </a:cubicBezTo>
                  <a:cubicBezTo>
                    <a:pt x="184" y="44"/>
                    <a:pt x="179" y="42"/>
                    <a:pt x="178" y="44"/>
                  </a:cubicBezTo>
                  <a:cubicBezTo>
                    <a:pt x="176" y="46"/>
                    <a:pt x="172" y="47"/>
                    <a:pt x="165" y="40"/>
                  </a:cubicBezTo>
                  <a:cubicBezTo>
                    <a:pt x="159" y="33"/>
                    <a:pt x="160" y="22"/>
                    <a:pt x="163" y="20"/>
                  </a:cubicBezTo>
                  <a:cubicBezTo>
                    <a:pt x="166" y="18"/>
                    <a:pt x="166" y="12"/>
                    <a:pt x="162" y="11"/>
                  </a:cubicBezTo>
                  <a:cubicBezTo>
                    <a:pt x="158" y="9"/>
                    <a:pt x="162" y="2"/>
                    <a:pt x="157" y="1"/>
                  </a:cubicBezTo>
                  <a:cubicBezTo>
                    <a:pt x="153" y="0"/>
                    <a:pt x="153" y="7"/>
                    <a:pt x="150" y="8"/>
                  </a:cubicBezTo>
                  <a:cubicBezTo>
                    <a:pt x="147" y="9"/>
                    <a:pt x="140" y="14"/>
                    <a:pt x="136" y="13"/>
                  </a:cubicBezTo>
                  <a:cubicBezTo>
                    <a:pt x="133" y="12"/>
                    <a:pt x="129" y="14"/>
                    <a:pt x="129" y="17"/>
                  </a:cubicBezTo>
                  <a:cubicBezTo>
                    <a:pt x="129" y="21"/>
                    <a:pt x="125" y="20"/>
                    <a:pt x="124" y="17"/>
                  </a:cubicBezTo>
                  <a:cubicBezTo>
                    <a:pt x="124" y="14"/>
                    <a:pt x="116" y="16"/>
                    <a:pt x="114" y="14"/>
                  </a:cubicBezTo>
                  <a:cubicBezTo>
                    <a:pt x="112" y="12"/>
                    <a:pt x="103" y="13"/>
                    <a:pt x="107" y="15"/>
                  </a:cubicBezTo>
                  <a:cubicBezTo>
                    <a:pt x="111" y="17"/>
                    <a:pt x="111" y="20"/>
                    <a:pt x="111" y="23"/>
                  </a:cubicBezTo>
                  <a:cubicBezTo>
                    <a:pt x="111" y="27"/>
                    <a:pt x="114" y="26"/>
                    <a:pt x="114" y="31"/>
                  </a:cubicBezTo>
                  <a:cubicBezTo>
                    <a:pt x="114" y="35"/>
                    <a:pt x="118" y="32"/>
                    <a:pt x="120" y="32"/>
                  </a:cubicBezTo>
                  <a:cubicBezTo>
                    <a:pt x="123" y="32"/>
                    <a:pt x="123" y="36"/>
                    <a:pt x="119" y="37"/>
                  </a:cubicBezTo>
                  <a:cubicBezTo>
                    <a:pt x="115" y="37"/>
                    <a:pt x="113" y="39"/>
                    <a:pt x="112" y="43"/>
                  </a:cubicBezTo>
                  <a:cubicBezTo>
                    <a:pt x="111" y="46"/>
                    <a:pt x="108" y="44"/>
                    <a:pt x="105" y="46"/>
                  </a:cubicBezTo>
                  <a:cubicBezTo>
                    <a:pt x="102" y="49"/>
                    <a:pt x="99" y="52"/>
                    <a:pt x="97" y="51"/>
                  </a:cubicBezTo>
                  <a:cubicBezTo>
                    <a:pt x="95" y="49"/>
                    <a:pt x="93" y="50"/>
                    <a:pt x="91" y="52"/>
                  </a:cubicBezTo>
                  <a:cubicBezTo>
                    <a:pt x="89" y="53"/>
                    <a:pt x="88" y="52"/>
                    <a:pt x="84" y="49"/>
                  </a:cubicBezTo>
                  <a:cubicBezTo>
                    <a:pt x="82" y="47"/>
                    <a:pt x="80" y="42"/>
                    <a:pt x="76" y="37"/>
                  </a:cubicBezTo>
                  <a:cubicBezTo>
                    <a:pt x="73" y="39"/>
                    <a:pt x="68" y="41"/>
                    <a:pt x="65" y="41"/>
                  </a:cubicBezTo>
                  <a:cubicBezTo>
                    <a:pt x="61" y="41"/>
                    <a:pt x="48" y="40"/>
                    <a:pt x="48" y="42"/>
                  </a:cubicBezTo>
                  <a:cubicBezTo>
                    <a:pt x="47" y="44"/>
                    <a:pt x="49" y="48"/>
                    <a:pt x="51" y="48"/>
                  </a:cubicBezTo>
                  <a:cubicBezTo>
                    <a:pt x="53" y="49"/>
                    <a:pt x="57" y="50"/>
                    <a:pt x="53" y="53"/>
                  </a:cubicBezTo>
                  <a:cubicBezTo>
                    <a:pt x="49" y="56"/>
                    <a:pt x="45" y="52"/>
                    <a:pt x="45" y="59"/>
                  </a:cubicBezTo>
                  <a:cubicBezTo>
                    <a:pt x="45" y="66"/>
                    <a:pt x="54" y="71"/>
                    <a:pt x="52" y="77"/>
                  </a:cubicBezTo>
                  <a:cubicBezTo>
                    <a:pt x="51" y="81"/>
                    <a:pt x="50" y="89"/>
                    <a:pt x="50" y="93"/>
                  </a:cubicBezTo>
                  <a:cubicBezTo>
                    <a:pt x="50" y="96"/>
                    <a:pt x="49" y="107"/>
                    <a:pt x="46" y="108"/>
                  </a:cubicBezTo>
                  <a:cubicBezTo>
                    <a:pt x="43" y="109"/>
                    <a:pt x="40" y="105"/>
                    <a:pt x="36" y="109"/>
                  </a:cubicBezTo>
                  <a:cubicBezTo>
                    <a:pt x="32" y="112"/>
                    <a:pt x="27" y="110"/>
                    <a:pt x="22" y="114"/>
                  </a:cubicBezTo>
                  <a:cubicBezTo>
                    <a:pt x="18" y="117"/>
                    <a:pt x="13" y="116"/>
                    <a:pt x="12" y="120"/>
                  </a:cubicBezTo>
                  <a:cubicBezTo>
                    <a:pt x="12" y="125"/>
                    <a:pt x="8" y="127"/>
                    <a:pt x="9" y="131"/>
                  </a:cubicBezTo>
                  <a:cubicBezTo>
                    <a:pt x="10" y="135"/>
                    <a:pt x="7" y="134"/>
                    <a:pt x="4" y="137"/>
                  </a:cubicBezTo>
                  <a:cubicBezTo>
                    <a:pt x="1" y="140"/>
                    <a:pt x="4" y="142"/>
                    <a:pt x="2" y="144"/>
                  </a:cubicBezTo>
                  <a:cubicBezTo>
                    <a:pt x="0" y="147"/>
                    <a:pt x="3" y="150"/>
                    <a:pt x="5" y="154"/>
                  </a:cubicBezTo>
                  <a:cubicBezTo>
                    <a:pt x="7" y="158"/>
                    <a:pt x="10" y="160"/>
                    <a:pt x="10" y="164"/>
                  </a:cubicBezTo>
                  <a:cubicBezTo>
                    <a:pt x="9" y="167"/>
                    <a:pt x="12" y="168"/>
                    <a:pt x="15" y="168"/>
                  </a:cubicBezTo>
                  <a:cubicBezTo>
                    <a:pt x="19" y="168"/>
                    <a:pt x="16" y="174"/>
                    <a:pt x="21" y="174"/>
                  </a:cubicBezTo>
                  <a:cubicBezTo>
                    <a:pt x="27" y="174"/>
                    <a:pt x="32" y="176"/>
                    <a:pt x="33" y="173"/>
                  </a:cubicBezTo>
                  <a:cubicBezTo>
                    <a:pt x="35" y="170"/>
                    <a:pt x="38" y="167"/>
                    <a:pt x="38" y="172"/>
                  </a:cubicBezTo>
                  <a:cubicBezTo>
                    <a:pt x="38" y="176"/>
                    <a:pt x="37" y="188"/>
                    <a:pt x="41" y="186"/>
                  </a:cubicBezTo>
                  <a:cubicBezTo>
                    <a:pt x="45" y="185"/>
                    <a:pt x="52" y="185"/>
                    <a:pt x="56" y="187"/>
                  </a:cubicBezTo>
                  <a:cubicBezTo>
                    <a:pt x="59" y="188"/>
                    <a:pt x="63" y="187"/>
                    <a:pt x="65" y="184"/>
                  </a:cubicBezTo>
                  <a:cubicBezTo>
                    <a:pt x="68" y="182"/>
                    <a:pt x="70" y="182"/>
                    <a:pt x="75" y="179"/>
                  </a:cubicBezTo>
                  <a:cubicBezTo>
                    <a:pt x="80" y="177"/>
                    <a:pt x="84" y="173"/>
                    <a:pt x="88" y="173"/>
                  </a:cubicBezTo>
                  <a:cubicBezTo>
                    <a:pt x="93" y="173"/>
                    <a:pt x="100" y="171"/>
                    <a:pt x="99" y="174"/>
                  </a:cubicBezTo>
                  <a:cubicBezTo>
                    <a:pt x="98" y="177"/>
                    <a:pt x="97" y="190"/>
                    <a:pt x="103" y="196"/>
                  </a:cubicBezTo>
                  <a:cubicBezTo>
                    <a:pt x="108" y="202"/>
                    <a:pt x="111" y="205"/>
                    <a:pt x="116" y="204"/>
                  </a:cubicBezTo>
                  <a:cubicBezTo>
                    <a:pt x="121" y="203"/>
                    <a:pt x="120" y="206"/>
                    <a:pt x="124" y="206"/>
                  </a:cubicBezTo>
                  <a:cubicBezTo>
                    <a:pt x="128" y="205"/>
                    <a:pt x="125" y="210"/>
                    <a:pt x="129" y="210"/>
                  </a:cubicBezTo>
                  <a:cubicBezTo>
                    <a:pt x="132" y="210"/>
                    <a:pt x="138" y="210"/>
                    <a:pt x="138" y="214"/>
                  </a:cubicBezTo>
                  <a:cubicBezTo>
                    <a:pt x="138" y="218"/>
                    <a:pt x="148" y="215"/>
                    <a:pt x="150" y="217"/>
                  </a:cubicBezTo>
                  <a:cubicBezTo>
                    <a:pt x="153" y="219"/>
                    <a:pt x="155" y="220"/>
                    <a:pt x="155" y="224"/>
                  </a:cubicBezTo>
                  <a:cubicBezTo>
                    <a:pt x="154" y="228"/>
                    <a:pt x="160" y="231"/>
                    <a:pt x="156" y="233"/>
                  </a:cubicBezTo>
                  <a:cubicBezTo>
                    <a:pt x="153" y="235"/>
                    <a:pt x="157" y="238"/>
                    <a:pt x="158" y="242"/>
                  </a:cubicBezTo>
                  <a:cubicBezTo>
                    <a:pt x="158" y="247"/>
                    <a:pt x="163" y="248"/>
                    <a:pt x="170" y="248"/>
                  </a:cubicBezTo>
                  <a:cubicBezTo>
                    <a:pt x="177" y="248"/>
                    <a:pt x="179" y="248"/>
                    <a:pt x="179" y="254"/>
                  </a:cubicBezTo>
                  <a:cubicBezTo>
                    <a:pt x="179" y="259"/>
                    <a:pt x="184" y="260"/>
                    <a:pt x="186" y="265"/>
                  </a:cubicBezTo>
                  <a:cubicBezTo>
                    <a:pt x="188" y="270"/>
                    <a:pt x="184" y="275"/>
                    <a:pt x="185" y="279"/>
                  </a:cubicBezTo>
                  <a:cubicBezTo>
                    <a:pt x="185" y="282"/>
                    <a:pt x="183" y="286"/>
                    <a:pt x="181" y="287"/>
                  </a:cubicBezTo>
                  <a:cubicBezTo>
                    <a:pt x="184" y="290"/>
                    <a:pt x="184" y="292"/>
                    <a:pt x="182" y="293"/>
                  </a:cubicBezTo>
                  <a:cubicBezTo>
                    <a:pt x="179" y="295"/>
                    <a:pt x="185" y="299"/>
                    <a:pt x="184" y="307"/>
                  </a:cubicBezTo>
                  <a:cubicBezTo>
                    <a:pt x="182" y="314"/>
                    <a:pt x="182" y="316"/>
                    <a:pt x="190" y="316"/>
                  </a:cubicBezTo>
                  <a:cubicBezTo>
                    <a:pt x="197" y="316"/>
                    <a:pt x="197" y="319"/>
                    <a:pt x="199" y="317"/>
                  </a:cubicBezTo>
                  <a:cubicBezTo>
                    <a:pt x="202" y="315"/>
                    <a:pt x="206" y="323"/>
                    <a:pt x="207" y="326"/>
                  </a:cubicBezTo>
                  <a:cubicBezTo>
                    <a:pt x="208" y="330"/>
                    <a:pt x="211" y="339"/>
                    <a:pt x="213" y="339"/>
                  </a:cubicBezTo>
                  <a:cubicBezTo>
                    <a:pt x="214" y="339"/>
                    <a:pt x="218" y="335"/>
                    <a:pt x="222" y="337"/>
                  </a:cubicBezTo>
                  <a:cubicBezTo>
                    <a:pt x="226" y="339"/>
                    <a:pt x="221" y="351"/>
                    <a:pt x="221" y="357"/>
                  </a:cubicBezTo>
                  <a:cubicBezTo>
                    <a:pt x="224" y="357"/>
                    <a:pt x="227" y="357"/>
                    <a:pt x="228" y="358"/>
                  </a:cubicBezTo>
                  <a:cubicBezTo>
                    <a:pt x="230" y="359"/>
                    <a:pt x="231" y="372"/>
                    <a:pt x="230" y="375"/>
                  </a:cubicBezTo>
                  <a:cubicBezTo>
                    <a:pt x="229" y="377"/>
                    <a:pt x="221" y="380"/>
                    <a:pt x="217" y="382"/>
                  </a:cubicBezTo>
                  <a:cubicBezTo>
                    <a:pt x="212" y="385"/>
                    <a:pt x="202" y="395"/>
                    <a:pt x="197" y="403"/>
                  </a:cubicBezTo>
                  <a:cubicBezTo>
                    <a:pt x="194" y="408"/>
                    <a:pt x="190" y="411"/>
                    <a:pt x="187" y="415"/>
                  </a:cubicBezTo>
                  <a:cubicBezTo>
                    <a:pt x="189" y="415"/>
                    <a:pt x="190" y="415"/>
                    <a:pt x="191" y="415"/>
                  </a:cubicBezTo>
                  <a:cubicBezTo>
                    <a:pt x="193" y="413"/>
                    <a:pt x="196" y="413"/>
                    <a:pt x="200" y="418"/>
                  </a:cubicBezTo>
                  <a:cubicBezTo>
                    <a:pt x="204" y="423"/>
                    <a:pt x="204" y="426"/>
                    <a:pt x="205" y="426"/>
                  </a:cubicBezTo>
                  <a:cubicBezTo>
                    <a:pt x="207" y="426"/>
                    <a:pt x="209" y="420"/>
                    <a:pt x="212" y="424"/>
                  </a:cubicBezTo>
                  <a:cubicBezTo>
                    <a:pt x="215" y="428"/>
                    <a:pt x="223" y="432"/>
                    <a:pt x="224" y="434"/>
                  </a:cubicBezTo>
                  <a:cubicBezTo>
                    <a:pt x="226" y="436"/>
                    <a:pt x="232" y="437"/>
                    <a:pt x="232" y="443"/>
                  </a:cubicBezTo>
                  <a:cubicBezTo>
                    <a:pt x="232" y="446"/>
                    <a:pt x="230" y="454"/>
                    <a:pt x="233" y="460"/>
                  </a:cubicBezTo>
                  <a:cubicBezTo>
                    <a:pt x="235" y="458"/>
                    <a:pt x="236" y="456"/>
                    <a:pt x="238" y="45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1" name="Freeform 107"/>
            <p:cNvSpPr>
              <a:spLocks noChangeArrowheads="1"/>
            </p:cNvSpPr>
            <p:nvPr/>
          </p:nvSpPr>
          <p:spPr bwMode="auto">
            <a:xfrm>
              <a:off x="2376496" y="3146429"/>
              <a:ext cx="106364" cy="117475"/>
            </a:xfrm>
            <a:custGeom>
              <a:avLst/>
              <a:gdLst>
                <a:gd name="T0" fmla="*/ 55 w 56"/>
                <a:gd name="T1" fmla="*/ 30 h 62"/>
                <a:gd name="T2" fmla="*/ 47 w 56"/>
                <a:gd name="T3" fmla="*/ 21 h 62"/>
                <a:gd name="T4" fmla="*/ 35 w 56"/>
                <a:gd name="T5" fmla="*/ 11 h 62"/>
                <a:gd name="T6" fmla="*/ 28 w 56"/>
                <a:gd name="T7" fmla="*/ 13 h 62"/>
                <a:gd name="T8" fmla="*/ 23 w 56"/>
                <a:gd name="T9" fmla="*/ 5 h 62"/>
                <a:gd name="T10" fmla="*/ 14 w 56"/>
                <a:gd name="T11" fmla="*/ 2 h 62"/>
                <a:gd name="T12" fmla="*/ 10 w 56"/>
                <a:gd name="T13" fmla="*/ 2 h 62"/>
                <a:gd name="T14" fmla="*/ 7 w 56"/>
                <a:gd name="T15" fmla="*/ 8 h 62"/>
                <a:gd name="T16" fmla="*/ 3 w 56"/>
                <a:gd name="T17" fmla="*/ 27 h 62"/>
                <a:gd name="T18" fmla="*/ 0 w 56"/>
                <a:gd name="T19" fmla="*/ 42 h 62"/>
                <a:gd name="T20" fmla="*/ 3 w 56"/>
                <a:gd name="T21" fmla="*/ 49 h 62"/>
                <a:gd name="T22" fmla="*/ 2 w 56"/>
                <a:gd name="T23" fmla="*/ 54 h 62"/>
                <a:gd name="T24" fmla="*/ 7 w 56"/>
                <a:gd name="T25" fmla="*/ 56 h 62"/>
                <a:gd name="T26" fmla="*/ 21 w 56"/>
                <a:gd name="T27" fmla="*/ 60 h 62"/>
                <a:gd name="T28" fmla="*/ 30 w 56"/>
                <a:gd name="T29" fmla="*/ 60 h 62"/>
                <a:gd name="T30" fmla="*/ 47 w 56"/>
                <a:gd name="T31" fmla="*/ 57 h 62"/>
                <a:gd name="T32" fmla="*/ 56 w 56"/>
                <a:gd name="T33" fmla="*/ 47 h 62"/>
                <a:gd name="T34" fmla="*/ 55 w 56"/>
                <a:gd name="T35" fmla="*/ 30 h 6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6"/>
                <a:gd name="T55" fmla="*/ 0 h 62"/>
                <a:gd name="T56" fmla="*/ 56 w 56"/>
                <a:gd name="T57" fmla="*/ 62 h 6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6" h="62">
                  <a:moveTo>
                    <a:pt x="55" y="30"/>
                  </a:moveTo>
                  <a:cubicBezTo>
                    <a:pt x="55" y="24"/>
                    <a:pt x="49" y="23"/>
                    <a:pt x="47" y="21"/>
                  </a:cubicBezTo>
                  <a:cubicBezTo>
                    <a:pt x="46" y="19"/>
                    <a:pt x="38" y="15"/>
                    <a:pt x="35" y="11"/>
                  </a:cubicBezTo>
                  <a:cubicBezTo>
                    <a:pt x="32" y="7"/>
                    <a:pt x="30" y="13"/>
                    <a:pt x="28" y="13"/>
                  </a:cubicBezTo>
                  <a:cubicBezTo>
                    <a:pt x="27" y="13"/>
                    <a:pt x="27" y="10"/>
                    <a:pt x="23" y="5"/>
                  </a:cubicBezTo>
                  <a:cubicBezTo>
                    <a:pt x="19" y="0"/>
                    <a:pt x="16" y="0"/>
                    <a:pt x="14" y="2"/>
                  </a:cubicBezTo>
                  <a:cubicBezTo>
                    <a:pt x="13" y="2"/>
                    <a:pt x="12" y="2"/>
                    <a:pt x="10" y="2"/>
                  </a:cubicBezTo>
                  <a:cubicBezTo>
                    <a:pt x="8" y="4"/>
                    <a:pt x="7" y="6"/>
                    <a:pt x="7" y="8"/>
                  </a:cubicBezTo>
                  <a:cubicBezTo>
                    <a:pt x="7" y="13"/>
                    <a:pt x="3" y="18"/>
                    <a:pt x="3" y="27"/>
                  </a:cubicBezTo>
                  <a:cubicBezTo>
                    <a:pt x="3" y="36"/>
                    <a:pt x="0" y="35"/>
                    <a:pt x="0" y="42"/>
                  </a:cubicBezTo>
                  <a:cubicBezTo>
                    <a:pt x="0" y="49"/>
                    <a:pt x="2" y="48"/>
                    <a:pt x="3" y="49"/>
                  </a:cubicBezTo>
                  <a:cubicBezTo>
                    <a:pt x="4" y="49"/>
                    <a:pt x="3" y="52"/>
                    <a:pt x="2" y="54"/>
                  </a:cubicBezTo>
                  <a:cubicBezTo>
                    <a:pt x="3" y="55"/>
                    <a:pt x="5" y="56"/>
                    <a:pt x="7" y="56"/>
                  </a:cubicBezTo>
                  <a:cubicBezTo>
                    <a:pt x="11" y="55"/>
                    <a:pt x="16" y="57"/>
                    <a:pt x="21" y="60"/>
                  </a:cubicBezTo>
                  <a:cubicBezTo>
                    <a:pt x="27" y="62"/>
                    <a:pt x="25" y="59"/>
                    <a:pt x="30" y="60"/>
                  </a:cubicBezTo>
                  <a:cubicBezTo>
                    <a:pt x="35" y="60"/>
                    <a:pt x="41" y="61"/>
                    <a:pt x="47" y="57"/>
                  </a:cubicBezTo>
                  <a:cubicBezTo>
                    <a:pt x="51" y="55"/>
                    <a:pt x="53" y="51"/>
                    <a:pt x="56" y="47"/>
                  </a:cubicBezTo>
                  <a:cubicBezTo>
                    <a:pt x="53" y="41"/>
                    <a:pt x="55" y="33"/>
                    <a:pt x="55" y="3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2" name="Freeform 108"/>
            <p:cNvSpPr>
              <a:spLocks noEditPoints="1" noChangeArrowheads="1"/>
            </p:cNvSpPr>
            <p:nvPr/>
          </p:nvSpPr>
          <p:spPr bwMode="auto">
            <a:xfrm>
              <a:off x="2043120" y="2951166"/>
              <a:ext cx="436565" cy="860426"/>
            </a:xfrm>
            <a:custGeom>
              <a:avLst/>
              <a:gdLst>
                <a:gd name="T0" fmla="*/ 65 w 228"/>
                <a:gd name="T1" fmla="*/ 427 h 450"/>
                <a:gd name="T2" fmla="*/ 60 w 228"/>
                <a:gd name="T3" fmla="*/ 417 h 450"/>
                <a:gd name="T4" fmla="*/ 56 w 228"/>
                <a:gd name="T5" fmla="*/ 448 h 450"/>
                <a:gd name="T6" fmla="*/ 80 w 228"/>
                <a:gd name="T7" fmla="*/ 449 h 450"/>
                <a:gd name="T8" fmla="*/ 87 w 228"/>
                <a:gd name="T9" fmla="*/ 441 h 450"/>
                <a:gd name="T10" fmla="*/ 218 w 228"/>
                <a:gd name="T11" fmla="*/ 46 h 450"/>
                <a:gd name="T12" fmla="*/ 212 w 228"/>
                <a:gd name="T13" fmla="*/ 64 h 450"/>
                <a:gd name="T14" fmla="*/ 194 w 228"/>
                <a:gd name="T15" fmla="*/ 70 h 450"/>
                <a:gd name="T16" fmla="*/ 172 w 228"/>
                <a:gd name="T17" fmla="*/ 67 h 450"/>
                <a:gd name="T18" fmla="*/ 185 w 228"/>
                <a:gd name="T19" fmla="*/ 44 h 450"/>
                <a:gd name="T20" fmla="*/ 151 w 228"/>
                <a:gd name="T21" fmla="*/ 27 h 450"/>
                <a:gd name="T22" fmla="*/ 123 w 228"/>
                <a:gd name="T23" fmla="*/ 3 h 450"/>
                <a:gd name="T24" fmla="*/ 105 w 228"/>
                <a:gd name="T25" fmla="*/ 10 h 450"/>
                <a:gd name="T26" fmla="*/ 82 w 228"/>
                <a:gd name="T27" fmla="*/ 5 h 450"/>
                <a:gd name="T28" fmla="*/ 72 w 228"/>
                <a:gd name="T29" fmla="*/ 25 h 450"/>
                <a:gd name="T30" fmla="*/ 58 w 228"/>
                <a:gd name="T31" fmla="*/ 43 h 450"/>
                <a:gd name="T32" fmla="*/ 60 w 228"/>
                <a:gd name="T33" fmla="*/ 63 h 450"/>
                <a:gd name="T34" fmla="*/ 49 w 228"/>
                <a:gd name="T35" fmla="*/ 78 h 450"/>
                <a:gd name="T36" fmla="*/ 41 w 228"/>
                <a:gd name="T37" fmla="*/ 94 h 450"/>
                <a:gd name="T38" fmla="*/ 37 w 228"/>
                <a:gd name="T39" fmla="*/ 115 h 450"/>
                <a:gd name="T40" fmla="*/ 40 w 228"/>
                <a:gd name="T41" fmla="*/ 138 h 450"/>
                <a:gd name="T42" fmla="*/ 40 w 228"/>
                <a:gd name="T43" fmla="*/ 157 h 450"/>
                <a:gd name="T44" fmla="*/ 37 w 228"/>
                <a:gd name="T45" fmla="*/ 180 h 450"/>
                <a:gd name="T46" fmla="*/ 28 w 228"/>
                <a:gd name="T47" fmla="*/ 206 h 450"/>
                <a:gd name="T48" fmla="*/ 25 w 228"/>
                <a:gd name="T49" fmla="*/ 216 h 450"/>
                <a:gd name="T50" fmla="*/ 21 w 228"/>
                <a:gd name="T51" fmla="*/ 232 h 450"/>
                <a:gd name="T52" fmla="*/ 20 w 228"/>
                <a:gd name="T53" fmla="*/ 248 h 450"/>
                <a:gd name="T54" fmla="*/ 18 w 228"/>
                <a:gd name="T55" fmla="*/ 272 h 450"/>
                <a:gd name="T56" fmla="*/ 21 w 228"/>
                <a:gd name="T57" fmla="*/ 285 h 450"/>
                <a:gd name="T58" fmla="*/ 26 w 228"/>
                <a:gd name="T59" fmla="*/ 296 h 450"/>
                <a:gd name="T60" fmla="*/ 23 w 228"/>
                <a:gd name="T61" fmla="*/ 305 h 450"/>
                <a:gd name="T62" fmla="*/ 21 w 228"/>
                <a:gd name="T63" fmla="*/ 323 h 450"/>
                <a:gd name="T64" fmla="*/ 13 w 228"/>
                <a:gd name="T65" fmla="*/ 338 h 450"/>
                <a:gd name="T66" fmla="*/ 9 w 228"/>
                <a:gd name="T67" fmla="*/ 355 h 450"/>
                <a:gd name="T68" fmla="*/ 3 w 228"/>
                <a:gd name="T69" fmla="*/ 373 h 450"/>
                <a:gd name="T70" fmla="*/ 15 w 228"/>
                <a:gd name="T71" fmla="*/ 384 h 450"/>
                <a:gd name="T72" fmla="*/ 21 w 228"/>
                <a:gd name="T73" fmla="*/ 401 h 450"/>
                <a:gd name="T74" fmla="*/ 47 w 228"/>
                <a:gd name="T75" fmla="*/ 404 h 450"/>
                <a:gd name="T76" fmla="*/ 52 w 228"/>
                <a:gd name="T77" fmla="*/ 395 h 450"/>
                <a:gd name="T78" fmla="*/ 53 w 228"/>
                <a:gd name="T79" fmla="*/ 376 h 450"/>
                <a:gd name="T80" fmla="*/ 66 w 228"/>
                <a:gd name="T81" fmla="*/ 364 h 450"/>
                <a:gd name="T82" fmla="*/ 87 w 228"/>
                <a:gd name="T83" fmla="*/ 340 h 450"/>
                <a:gd name="T84" fmla="*/ 78 w 228"/>
                <a:gd name="T85" fmla="*/ 326 h 450"/>
                <a:gd name="T86" fmla="*/ 89 w 228"/>
                <a:gd name="T87" fmla="*/ 299 h 450"/>
                <a:gd name="T88" fmla="*/ 95 w 228"/>
                <a:gd name="T89" fmla="*/ 285 h 450"/>
                <a:gd name="T90" fmla="*/ 102 w 228"/>
                <a:gd name="T91" fmla="*/ 270 h 450"/>
                <a:gd name="T92" fmla="*/ 109 w 228"/>
                <a:gd name="T93" fmla="*/ 269 h 450"/>
                <a:gd name="T94" fmla="*/ 106 w 228"/>
                <a:gd name="T95" fmla="*/ 262 h 450"/>
                <a:gd name="T96" fmla="*/ 98 w 228"/>
                <a:gd name="T97" fmla="*/ 251 h 450"/>
                <a:gd name="T98" fmla="*/ 115 w 228"/>
                <a:gd name="T99" fmla="*/ 245 h 450"/>
                <a:gd name="T100" fmla="*/ 129 w 228"/>
                <a:gd name="T101" fmla="*/ 228 h 450"/>
                <a:gd name="T102" fmla="*/ 133 w 228"/>
                <a:gd name="T103" fmla="*/ 215 h 450"/>
                <a:gd name="T104" fmla="*/ 183 w 228"/>
                <a:gd name="T105" fmla="*/ 203 h 450"/>
                <a:gd name="T106" fmla="*/ 189 w 228"/>
                <a:gd name="T107" fmla="*/ 181 h 450"/>
                <a:gd name="T108" fmla="*/ 180 w 228"/>
                <a:gd name="T109" fmla="*/ 164 h 450"/>
                <a:gd name="T110" fmla="*/ 176 w 228"/>
                <a:gd name="T111" fmla="*/ 156 h 450"/>
                <a:gd name="T112" fmla="*/ 174 w 228"/>
                <a:gd name="T113" fmla="*/ 144 h 450"/>
                <a:gd name="T114" fmla="*/ 181 w 228"/>
                <a:gd name="T115" fmla="*/ 110 h 450"/>
                <a:gd name="T116" fmla="*/ 214 w 228"/>
                <a:gd name="T117" fmla="*/ 71 h 450"/>
                <a:gd name="T118" fmla="*/ 225 w 228"/>
                <a:gd name="T119" fmla="*/ 47 h 45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28"/>
                <a:gd name="T181" fmla="*/ 0 h 450"/>
                <a:gd name="T182" fmla="*/ 228 w 228"/>
                <a:gd name="T183" fmla="*/ 450 h 45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28" h="450">
                  <a:moveTo>
                    <a:pt x="87" y="441"/>
                  </a:moveTo>
                  <a:cubicBezTo>
                    <a:pt x="81" y="441"/>
                    <a:pt x="68" y="430"/>
                    <a:pt x="65" y="427"/>
                  </a:cubicBezTo>
                  <a:cubicBezTo>
                    <a:pt x="61" y="424"/>
                    <a:pt x="64" y="421"/>
                    <a:pt x="59" y="421"/>
                  </a:cubicBezTo>
                  <a:cubicBezTo>
                    <a:pt x="55" y="422"/>
                    <a:pt x="58" y="418"/>
                    <a:pt x="60" y="417"/>
                  </a:cubicBezTo>
                  <a:cubicBezTo>
                    <a:pt x="62" y="415"/>
                    <a:pt x="59" y="411"/>
                    <a:pt x="56" y="410"/>
                  </a:cubicBezTo>
                  <a:cubicBezTo>
                    <a:pt x="56" y="417"/>
                    <a:pt x="54" y="447"/>
                    <a:pt x="56" y="448"/>
                  </a:cubicBezTo>
                  <a:cubicBezTo>
                    <a:pt x="58" y="448"/>
                    <a:pt x="71" y="446"/>
                    <a:pt x="75" y="449"/>
                  </a:cubicBezTo>
                  <a:cubicBezTo>
                    <a:pt x="77" y="449"/>
                    <a:pt x="79" y="450"/>
                    <a:pt x="80" y="449"/>
                  </a:cubicBezTo>
                  <a:cubicBezTo>
                    <a:pt x="83" y="446"/>
                    <a:pt x="90" y="447"/>
                    <a:pt x="94" y="445"/>
                  </a:cubicBezTo>
                  <a:cubicBezTo>
                    <a:pt x="98" y="442"/>
                    <a:pt x="93" y="442"/>
                    <a:pt x="87" y="441"/>
                  </a:cubicBezTo>
                  <a:close/>
                  <a:moveTo>
                    <a:pt x="225" y="47"/>
                  </a:moveTo>
                  <a:cubicBezTo>
                    <a:pt x="224" y="46"/>
                    <a:pt x="221" y="46"/>
                    <a:pt x="218" y="46"/>
                  </a:cubicBezTo>
                  <a:cubicBezTo>
                    <a:pt x="218" y="46"/>
                    <a:pt x="218" y="47"/>
                    <a:pt x="218" y="47"/>
                  </a:cubicBezTo>
                  <a:cubicBezTo>
                    <a:pt x="219" y="52"/>
                    <a:pt x="216" y="64"/>
                    <a:pt x="212" y="64"/>
                  </a:cubicBezTo>
                  <a:cubicBezTo>
                    <a:pt x="209" y="63"/>
                    <a:pt x="206" y="69"/>
                    <a:pt x="203" y="68"/>
                  </a:cubicBezTo>
                  <a:cubicBezTo>
                    <a:pt x="201" y="67"/>
                    <a:pt x="197" y="72"/>
                    <a:pt x="194" y="70"/>
                  </a:cubicBezTo>
                  <a:cubicBezTo>
                    <a:pt x="190" y="68"/>
                    <a:pt x="186" y="71"/>
                    <a:pt x="183" y="69"/>
                  </a:cubicBezTo>
                  <a:cubicBezTo>
                    <a:pt x="180" y="67"/>
                    <a:pt x="172" y="69"/>
                    <a:pt x="172" y="67"/>
                  </a:cubicBezTo>
                  <a:cubicBezTo>
                    <a:pt x="172" y="65"/>
                    <a:pt x="176" y="65"/>
                    <a:pt x="176" y="59"/>
                  </a:cubicBezTo>
                  <a:cubicBezTo>
                    <a:pt x="176" y="53"/>
                    <a:pt x="186" y="47"/>
                    <a:pt x="185" y="44"/>
                  </a:cubicBezTo>
                  <a:cubicBezTo>
                    <a:pt x="183" y="42"/>
                    <a:pt x="166" y="37"/>
                    <a:pt x="164" y="34"/>
                  </a:cubicBezTo>
                  <a:cubicBezTo>
                    <a:pt x="161" y="31"/>
                    <a:pt x="158" y="28"/>
                    <a:pt x="151" y="27"/>
                  </a:cubicBezTo>
                  <a:cubicBezTo>
                    <a:pt x="145" y="27"/>
                    <a:pt x="145" y="23"/>
                    <a:pt x="139" y="19"/>
                  </a:cubicBezTo>
                  <a:cubicBezTo>
                    <a:pt x="134" y="16"/>
                    <a:pt x="126" y="8"/>
                    <a:pt x="123" y="3"/>
                  </a:cubicBezTo>
                  <a:cubicBezTo>
                    <a:pt x="119" y="3"/>
                    <a:pt x="113" y="2"/>
                    <a:pt x="112" y="4"/>
                  </a:cubicBezTo>
                  <a:cubicBezTo>
                    <a:pt x="110" y="6"/>
                    <a:pt x="108" y="15"/>
                    <a:pt x="105" y="10"/>
                  </a:cubicBezTo>
                  <a:cubicBezTo>
                    <a:pt x="103" y="6"/>
                    <a:pt x="97" y="6"/>
                    <a:pt x="92" y="5"/>
                  </a:cubicBezTo>
                  <a:cubicBezTo>
                    <a:pt x="87" y="4"/>
                    <a:pt x="88" y="0"/>
                    <a:pt x="82" y="5"/>
                  </a:cubicBezTo>
                  <a:cubicBezTo>
                    <a:pt x="80" y="8"/>
                    <a:pt x="77" y="10"/>
                    <a:pt x="74" y="12"/>
                  </a:cubicBezTo>
                  <a:cubicBezTo>
                    <a:pt x="74" y="17"/>
                    <a:pt x="73" y="23"/>
                    <a:pt x="72" y="25"/>
                  </a:cubicBezTo>
                  <a:cubicBezTo>
                    <a:pt x="70" y="28"/>
                    <a:pt x="59" y="33"/>
                    <a:pt x="59" y="35"/>
                  </a:cubicBezTo>
                  <a:cubicBezTo>
                    <a:pt x="59" y="38"/>
                    <a:pt x="60" y="42"/>
                    <a:pt x="58" y="43"/>
                  </a:cubicBezTo>
                  <a:cubicBezTo>
                    <a:pt x="56" y="45"/>
                    <a:pt x="63" y="54"/>
                    <a:pt x="59" y="56"/>
                  </a:cubicBezTo>
                  <a:cubicBezTo>
                    <a:pt x="56" y="58"/>
                    <a:pt x="62" y="61"/>
                    <a:pt x="60" y="63"/>
                  </a:cubicBezTo>
                  <a:cubicBezTo>
                    <a:pt x="57" y="65"/>
                    <a:pt x="53" y="66"/>
                    <a:pt x="53" y="69"/>
                  </a:cubicBezTo>
                  <a:cubicBezTo>
                    <a:pt x="53" y="71"/>
                    <a:pt x="53" y="77"/>
                    <a:pt x="49" y="78"/>
                  </a:cubicBezTo>
                  <a:cubicBezTo>
                    <a:pt x="46" y="79"/>
                    <a:pt x="44" y="84"/>
                    <a:pt x="44" y="88"/>
                  </a:cubicBezTo>
                  <a:cubicBezTo>
                    <a:pt x="44" y="92"/>
                    <a:pt x="40" y="89"/>
                    <a:pt x="41" y="94"/>
                  </a:cubicBezTo>
                  <a:cubicBezTo>
                    <a:pt x="43" y="99"/>
                    <a:pt x="45" y="105"/>
                    <a:pt x="41" y="106"/>
                  </a:cubicBezTo>
                  <a:cubicBezTo>
                    <a:pt x="38" y="107"/>
                    <a:pt x="39" y="115"/>
                    <a:pt x="37" y="115"/>
                  </a:cubicBezTo>
                  <a:cubicBezTo>
                    <a:pt x="35" y="115"/>
                    <a:pt x="34" y="123"/>
                    <a:pt x="37" y="127"/>
                  </a:cubicBezTo>
                  <a:cubicBezTo>
                    <a:pt x="40" y="131"/>
                    <a:pt x="40" y="134"/>
                    <a:pt x="40" y="138"/>
                  </a:cubicBezTo>
                  <a:cubicBezTo>
                    <a:pt x="40" y="142"/>
                    <a:pt x="44" y="144"/>
                    <a:pt x="43" y="148"/>
                  </a:cubicBezTo>
                  <a:cubicBezTo>
                    <a:pt x="42" y="152"/>
                    <a:pt x="42" y="155"/>
                    <a:pt x="40" y="157"/>
                  </a:cubicBezTo>
                  <a:cubicBezTo>
                    <a:pt x="38" y="159"/>
                    <a:pt x="40" y="164"/>
                    <a:pt x="37" y="165"/>
                  </a:cubicBezTo>
                  <a:cubicBezTo>
                    <a:pt x="34" y="167"/>
                    <a:pt x="39" y="177"/>
                    <a:pt x="37" y="180"/>
                  </a:cubicBezTo>
                  <a:cubicBezTo>
                    <a:pt x="34" y="182"/>
                    <a:pt x="28" y="183"/>
                    <a:pt x="28" y="191"/>
                  </a:cubicBezTo>
                  <a:cubicBezTo>
                    <a:pt x="28" y="198"/>
                    <a:pt x="29" y="202"/>
                    <a:pt x="28" y="206"/>
                  </a:cubicBezTo>
                  <a:cubicBezTo>
                    <a:pt x="28" y="208"/>
                    <a:pt x="32" y="208"/>
                    <a:pt x="31" y="212"/>
                  </a:cubicBezTo>
                  <a:cubicBezTo>
                    <a:pt x="31" y="216"/>
                    <a:pt x="25" y="214"/>
                    <a:pt x="25" y="216"/>
                  </a:cubicBezTo>
                  <a:cubicBezTo>
                    <a:pt x="24" y="219"/>
                    <a:pt x="26" y="225"/>
                    <a:pt x="24" y="225"/>
                  </a:cubicBezTo>
                  <a:cubicBezTo>
                    <a:pt x="22" y="225"/>
                    <a:pt x="21" y="227"/>
                    <a:pt x="21" y="232"/>
                  </a:cubicBezTo>
                  <a:cubicBezTo>
                    <a:pt x="21" y="237"/>
                    <a:pt x="18" y="237"/>
                    <a:pt x="18" y="240"/>
                  </a:cubicBezTo>
                  <a:cubicBezTo>
                    <a:pt x="18" y="242"/>
                    <a:pt x="20" y="245"/>
                    <a:pt x="20" y="248"/>
                  </a:cubicBezTo>
                  <a:cubicBezTo>
                    <a:pt x="20" y="250"/>
                    <a:pt x="22" y="259"/>
                    <a:pt x="20" y="260"/>
                  </a:cubicBezTo>
                  <a:cubicBezTo>
                    <a:pt x="17" y="260"/>
                    <a:pt x="16" y="270"/>
                    <a:pt x="18" y="272"/>
                  </a:cubicBezTo>
                  <a:cubicBezTo>
                    <a:pt x="20" y="273"/>
                    <a:pt x="20" y="276"/>
                    <a:pt x="19" y="278"/>
                  </a:cubicBezTo>
                  <a:cubicBezTo>
                    <a:pt x="18" y="280"/>
                    <a:pt x="24" y="282"/>
                    <a:pt x="21" y="285"/>
                  </a:cubicBezTo>
                  <a:cubicBezTo>
                    <a:pt x="18" y="288"/>
                    <a:pt x="20" y="292"/>
                    <a:pt x="24" y="291"/>
                  </a:cubicBezTo>
                  <a:cubicBezTo>
                    <a:pt x="27" y="290"/>
                    <a:pt x="29" y="296"/>
                    <a:pt x="26" y="296"/>
                  </a:cubicBezTo>
                  <a:cubicBezTo>
                    <a:pt x="22" y="296"/>
                    <a:pt x="18" y="296"/>
                    <a:pt x="21" y="298"/>
                  </a:cubicBezTo>
                  <a:cubicBezTo>
                    <a:pt x="24" y="300"/>
                    <a:pt x="27" y="304"/>
                    <a:pt x="23" y="305"/>
                  </a:cubicBezTo>
                  <a:cubicBezTo>
                    <a:pt x="19" y="307"/>
                    <a:pt x="22" y="310"/>
                    <a:pt x="21" y="314"/>
                  </a:cubicBezTo>
                  <a:cubicBezTo>
                    <a:pt x="20" y="318"/>
                    <a:pt x="24" y="322"/>
                    <a:pt x="21" y="323"/>
                  </a:cubicBezTo>
                  <a:cubicBezTo>
                    <a:pt x="18" y="324"/>
                    <a:pt x="22" y="330"/>
                    <a:pt x="18" y="331"/>
                  </a:cubicBezTo>
                  <a:cubicBezTo>
                    <a:pt x="13" y="331"/>
                    <a:pt x="16" y="336"/>
                    <a:pt x="13" y="338"/>
                  </a:cubicBezTo>
                  <a:cubicBezTo>
                    <a:pt x="10" y="341"/>
                    <a:pt x="17" y="345"/>
                    <a:pt x="13" y="347"/>
                  </a:cubicBezTo>
                  <a:cubicBezTo>
                    <a:pt x="10" y="349"/>
                    <a:pt x="12" y="355"/>
                    <a:pt x="9" y="355"/>
                  </a:cubicBezTo>
                  <a:cubicBezTo>
                    <a:pt x="5" y="355"/>
                    <a:pt x="3" y="360"/>
                    <a:pt x="2" y="362"/>
                  </a:cubicBezTo>
                  <a:cubicBezTo>
                    <a:pt x="2" y="365"/>
                    <a:pt x="0" y="369"/>
                    <a:pt x="3" y="373"/>
                  </a:cubicBezTo>
                  <a:cubicBezTo>
                    <a:pt x="6" y="376"/>
                    <a:pt x="2" y="379"/>
                    <a:pt x="5" y="380"/>
                  </a:cubicBezTo>
                  <a:cubicBezTo>
                    <a:pt x="7" y="382"/>
                    <a:pt x="17" y="380"/>
                    <a:pt x="15" y="384"/>
                  </a:cubicBezTo>
                  <a:cubicBezTo>
                    <a:pt x="14" y="388"/>
                    <a:pt x="14" y="396"/>
                    <a:pt x="16" y="396"/>
                  </a:cubicBezTo>
                  <a:cubicBezTo>
                    <a:pt x="18" y="396"/>
                    <a:pt x="19" y="402"/>
                    <a:pt x="21" y="401"/>
                  </a:cubicBezTo>
                  <a:cubicBezTo>
                    <a:pt x="24" y="401"/>
                    <a:pt x="36" y="399"/>
                    <a:pt x="41" y="401"/>
                  </a:cubicBezTo>
                  <a:cubicBezTo>
                    <a:pt x="44" y="402"/>
                    <a:pt x="46" y="403"/>
                    <a:pt x="47" y="404"/>
                  </a:cubicBezTo>
                  <a:cubicBezTo>
                    <a:pt x="50" y="403"/>
                    <a:pt x="57" y="407"/>
                    <a:pt x="58" y="406"/>
                  </a:cubicBezTo>
                  <a:cubicBezTo>
                    <a:pt x="60" y="404"/>
                    <a:pt x="52" y="398"/>
                    <a:pt x="52" y="395"/>
                  </a:cubicBezTo>
                  <a:cubicBezTo>
                    <a:pt x="52" y="393"/>
                    <a:pt x="51" y="389"/>
                    <a:pt x="51" y="387"/>
                  </a:cubicBezTo>
                  <a:cubicBezTo>
                    <a:pt x="51" y="384"/>
                    <a:pt x="50" y="379"/>
                    <a:pt x="53" y="376"/>
                  </a:cubicBezTo>
                  <a:cubicBezTo>
                    <a:pt x="57" y="374"/>
                    <a:pt x="57" y="371"/>
                    <a:pt x="59" y="372"/>
                  </a:cubicBezTo>
                  <a:cubicBezTo>
                    <a:pt x="61" y="372"/>
                    <a:pt x="66" y="370"/>
                    <a:pt x="66" y="364"/>
                  </a:cubicBezTo>
                  <a:cubicBezTo>
                    <a:pt x="66" y="358"/>
                    <a:pt x="69" y="356"/>
                    <a:pt x="74" y="351"/>
                  </a:cubicBezTo>
                  <a:cubicBezTo>
                    <a:pt x="80" y="347"/>
                    <a:pt x="89" y="342"/>
                    <a:pt x="87" y="340"/>
                  </a:cubicBezTo>
                  <a:cubicBezTo>
                    <a:pt x="86" y="338"/>
                    <a:pt x="89" y="332"/>
                    <a:pt x="89" y="329"/>
                  </a:cubicBezTo>
                  <a:cubicBezTo>
                    <a:pt x="89" y="327"/>
                    <a:pt x="81" y="327"/>
                    <a:pt x="78" y="326"/>
                  </a:cubicBezTo>
                  <a:cubicBezTo>
                    <a:pt x="75" y="325"/>
                    <a:pt x="65" y="318"/>
                    <a:pt x="70" y="309"/>
                  </a:cubicBezTo>
                  <a:cubicBezTo>
                    <a:pt x="75" y="300"/>
                    <a:pt x="86" y="299"/>
                    <a:pt x="89" y="299"/>
                  </a:cubicBezTo>
                  <a:cubicBezTo>
                    <a:pt x="92" y="298"/>
                    <a:pt x="89" y="294"/>
                    <a:pt x="92" y="293"/>
                  </a:cubicBezTo>
                  <a:cubicBezTo>
                    <a:pt x="94" y="291"/>
                    <a:pt x="95" y="289"/>
                    <a:pt x="95" y="285"/>
                  </a:cubicBezTo>
                  <a:cubicBezTo>
                    <a:pt x="95" y="281"/>
                    <a:pt x="95" y="274"/>
                    <a:pt x="99" y="273"/>
                  </a:cubicBezTo>
                  <a:cubicBezTo>
                    <a:pt x="104" y="273"/>
                    <a:pt x="105" y="270"/>
                    <a:pt x="102" y="270"/>
                  </a:cubicBezTo>
                  <a:cubicBezTo>
                    <a:pt x="99" y="269"/>
                    <a:pt x="98" y="266"/>
                    <a:pt x="103" y="265"/>
                  </a:cubicBezTo>
                  <a:cubicBezTo>
                    <a:pt x="107" y="265"/>
                    <a:pt x="106" y="269"/>
                    <a:pt x="109" y="269"/>
                  </a:cubicBezTo>
                  <a:cubicBezTo>
                    <a:pt x="112" y="269"/>
                    <a:pt x="118" y="263"/>
                    <a:pt x="113" y="260"/>
                  </a:cubicBezTo>
                  <a:cubicBezTo>
                    <a:pt x="109" y="257"/>
                    <a:pt x="108" y="262"/>
                    <a:pt x="106" y="262"/>
                  </a:cubicBezTo>
                  <a:cubicBezTo>
                    <a:pt x="103" y="263"/>
                    <a:pt x="102" y="259"/>
                    <a:pt x="99" y="259"/>
                  </a:cubicBezTo>
                  <a:cubicBezTo>
                    <a:pt x="97" y="259"/>
                    <a:pt x="99" y="253"/>
                    <a:pt x="98" y="251"/>
                  </a:cubicBezTo>
                  <a:cubicBezTo>
                    <a:pt x="97" y="248"/>
                    <a:pt x="95" y="243"/>
                    <a:pt x="97" y="240"/>
                  </a:cubicBezTo>
                  <a:cubicBezTo>
                    <a:pt x="99" y="237"/>
                    <a:pt x="108" y="244"/>
                    <a:pt x="115" y="245"/>
                  </a:cubicBezTo>
                  <a:cubicBezTo>
                    <a:pt x="123" y="245"/>
                    <a:pt x="128" y="241"/>
                    <a:pt x="128" y="238"/>
                  </a:cubicBezTo>
                  <a:cubicBezTo>
                    <a:pt x="128" y="236"/>
                    <a:pt x="125" y="231"/>
                    <a:pt x="129" y="228"/>
                  </a:cubicBezTo>
                  <a:cubicBezTo>
                    <a:pt x="134" y="225"/>
                    <a:pt x="130" y="224"/>
                    <a:pt x="129" y="220"/>
                  </a:cubicBezTo>
                  <a:cubicBezTo>
                    <a:pt x="127" y="216"/>
                    <a:pt x="131" y="213"/>
                    <a:pt x="133" y="215"/>
                  </a:cubicBezTo>
                  <a:cubicBezTo>
                    <a:pt x="135" y="217"/>
                    <a:pt x="149" y="216"/>
                    <a:pt x="162" y="213"/>
                  </a:cubicBezTo>
                  <a:cubicBezTo>
                    <a:pt x="174" y="211"/>
                    <a:pt x="182" y="206"/>
                    <a:pt x="183" y="203"/>
                  </a:cubicBezTo>
                  <a:cubicBezTo>
                    <a:pt x="184" y="199"/>
                    <a:pt x="192" y="191"/>
                    <a:pt x="193" y="188"/>
                  </a:cubicBezTo>
                  <a:cubicBezTo>
                    <a:pt x="195" y="185"/>
                    <a:pt x="194" y="181"/>
                    <a:pt x="189" y="181"/>
                  </a:cubicBezTo>
                  <a:cubicBezTo>
                    <a:pt x="184" y="180"/>
                    <a:pt x="184" y="174"/>
                    <a:pt x="187" y="171"/>
                  </a:cubicBezTo>
                  <a:cubicBezTo>
                    <a:pt x="189" y="168"/>
                    <a:pt x="185" y="165"/>
                    <a:pt x="180" y="164"/>
                  </a:cubicBezTo>
                  <a:cubicBezTo>
                    <a:pt x="176" y="164"/>
                    <a:pt x="168" y="160"/>
                    <a:pt x="172" y="156"/>
                  </a:cubicBezTo>
                  <a:cubicBezTo>
                    <a:pt x="174" y="154"/>
                    <a:pt x="175" y="155"/>
                    <a:pt x="176" y="156"/>
                  </a:cubicBezTo>
                  <a:cubicBezTo>
                    <a:pt x="177" y="154"/>
                    <a:pt x="178" y="151"/>
                    <a:pt x="177" y="151"/>
                  </a:cubicBezTo>
                  <a:cubicBezTo>
                    <a:pt x="176" y="150"/>
                    <a:pt x="174" y="151"/>
                    <a:pt x="174" y="144"/>
                  </a:cubicBezTo>
                  <a:cubicBezTo>
                    <a:pt x="174" y="137"/>
                    <a:pt x="177" y="138"/>
                    <a:pt x="177" y="129"/>
                  </a:cubicBezTo>
                  <a:cubicBezTo>
                    <a:pt x="177" y="120"/>
                    <a:pt x="181" y="115"/>
                    <a:pt x="181" y="110"/>
                  </a:cubicBezTo>
                  <a:cubicBezTo>
                    <a:pt x="181" y="105"/>
                    <a:pt x="189" y="100"/>
                    <a:pt x="194" y="92"/>
                  </a:cubicBezTo>
                  <a:cubicBezTo>
                    <a:pt x="199" y="84"/>
                    <a:pt x="209" y="74"/>
                    <a:pt x="214" y="71"/>
                  </a:cubicBezTo>
                  <a:cubicBezTo>
                    <a:pt x="218" y="69"/>
                    <a:pt x="226" y="66"/>
                    <a:pt x="227" y="64"/>
                  </a:cubicBezTo>
                  <a:cubicBezTo>
                    <a:pt x="228" y="61"/>
                    <a:pt x="227" y="48"/>
                    <a:pt x="225" y="4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3" name="Freeform 109"/>
            <p:cNvSpPr>
              <a:spLocks noChangeArrowheads="1"/>
            </p:cNvSpPr>
            <p:nvPr/>
          </p:nvSpPr>
          <p:spPr bwMode="auto">
            <a:xfrm>
              <a:off x="1995495" y="2854329"/>
              <a:ext cx="190500" cy="973140"/>
            </a:xfrm>
            <a:custGeom>
              <a:avLst/>
              <a:gdLst>
                <a:gd name="T0" fmla="*/ 40 w 100"/>
                <a:gd name="T1" fmla="*/ 435 h 510"/>
                <a:gd name="T2" fmla="*/ 27 w 100"/>
                <a:gd name="T3" fmla="*/ 413 h 510"/>
                <a:gd name="T4" fmla="*/ 38 w 100"/>
                <a:gd name="T5" fmla="*/ 389 h 510"/>
                <a:gd name="T6" fmla="*/ 46 w 100"/>
                <a:gd name="T7" fmla="*/ 365 h 510"/>
                <a:gd name="T8" fmla="*/ 51 w 100"/>
                <a:gd name="T9" fmla="*/ 347 h 510"/>
                <a:gd name="T10" fmla="*/ 44 w 100"/>
                <a:gd name="T11" fmla="*/ 329 h 510"/>
                <a:gd name="T12" fmla="*/ 45 w 100"/>
                <a:gd name="T13" fmla="*/ 299 h 510"/>
                <a:gd name="T14" fmla="*/ 49 w 100"/>
                <a:gd name="T15" fmla="*/ 276 h 510"/>
                <a:gd name="T16" fmla="*/ 53 w 100"/>
                <a:gd name="T17" fmla="*/ 257 h 510"/>
                <a:gd name="T18" fmla="*/ 62 w 100"/>
                <a:gd name="T19" fmla="*/ 216 h 510"/>
                <a:gd name="T20" fmla="*/ 65 w 100"/>
                <a:gd name="T21" fmla="*/ 189 h 510"/>
                <a:gd name="T22" fmla="*/ 66 w 100"/>
                <a:gd name="T23" fmla="*/ 157 h 510"/>
                <a:gd name="T24" fmla="*/ 74 w 100"/>
                <a:gd name="T25" fmla="*/ 129 h 510"/>
                <a:gd name="T26" fmla="*/ 84 w 100"/>
                <a:gd name="T27" fmla="*/ 107 h 510"/>
                <a:gd name="T28" fmla="*/ 97 w 100"/>
                <a:gd name="T29" fmla="*/ 76 h 510"/>
                <a:gd name="T30" fmla="*/ 89 w 100"/>
                <a:gd name="T31" fmla="*/ 53 h 510"/>
                <a:gd name="T32" fmla="*/ 84 w 100"/>
                <a:gd name="T33" fmla="*/ 25 h 510"/>
                <a:gd name="T34" fmla="*/ 71 w 100"/>
                <a:gd name="T35" fmla="*/ 2 h 510"/>
                <a:gd name="T36" fmla="*/ 64 w 100"/>
                <a:gd name="T37" fmla="*/ 23 h 510"/>
                <a:gd name="T38" fmla="*/ 62 w 100"/>
                <a:gd name="T39" fmla="*/ 75 h 510"/>
                <a:gd name="T40" fmla="*/ 53 w 100"/>
                <a:gd name="T41" fmla="*/ 128 h 510"/>
                <a:gd name="T42" fmla="*/ 48 w 100"/>
                <a:gd name="T43" fmla="*/ 163 h 510"/>
                <a:gd name="T44" fmla="*/ 41 w 100"/>
                <a:gd name="T45" fmla="*/ 210 h 510"/>
                <a:gd name="T46" fmla="*/ 26 w 100"/>
                <a:gd name="T47" fmla="*/ 251 h 510"/>
                <a:gd name="T48" fmla="*/ 24 w 100"/>
                <a:gd name="T49" fmla="*/ 286 h 510"/>
                <a:gd name="T50" fmla="*/ 17 w 100"/>
                <a:gd name="T51" fmla="*/ 319 h 510"/>
                <a:gd name="T52" fmla="*/ 32 w 100"/>
                <a:gd name="T53" fmla="*/ 302 h 510"/>
                <a:gd name="T54" fmla="*/ 34 w 100"/>
                <a:gd name="T55" fmla="*/ 320 h 510"/>
                <a:gd name="T56" fmla="*/ 30 w 100"/>
                <a:gd name="T57" fmla="*/ 342 h 510"/>
                <a:gd name="T58" fmla="*/ 25 w 100"/>
                <a:gd name="T59" fmla="*/ 357 h 510"/>
                <a:gd name="T60" fmla="*/ 23 w 100"/>
                <a:gd name="T61" fmla="*/ 354 h 510"/>
                <a:gd name="T62" fmla="*/ 15 w 100"/>
                <a:gd name="T63" fmla="*/ 357 h 510"/>
                <a:gd name="T64" fmla="*/ 2 w 100"/>
                <a:gd name="T65" fmla="*/ 374 h 510"/>
                <a:gd name="T66" fmla="*/ 17 w 100"/>
                <a:gd name="T67" fmla="*/ 376 h 510"/>
                <a:gd name="T68" fmla="*/ 25 w 100"/>
                <a:gd name="T69" fmla="*/ 389 h 510"/>
                <a:gd name="T70" fmla="*/ 11 w 100"/>
                <a:gd name="T71" fmla="*/ 393 h 510"/>
                <a:gd name="T72" fmla="*/ 13 w 100"/>
                <a:gd name="T73" fmla="*/ 400 h 510"/>
                <a:gd name="T74" fmla="*/ 6 w 100"/>
                <a:gd name="T75" fmla="*/ 412 h 510"/>
                <a:gd name="T76" fmla="*/ 15 w 100"/>
                <a:gd name="T77" fmla="*/ 416 h 510"/>
                <a:gd name="T78" fmla="*/ 16 w 100"/>
                <a:gd name="T79" fmla="*/ 427 h 510"/>
                <a:gd name="T80" fmla="*/ 9 w 100"/>
                <a:gd name="T81" fmla="*/ 441 h 510"/>
                <a:gd name="T82" fmla="*/ 23 w 100"/>
                <a:gd name="T83" fmla="*/ 444 h 510"/>
                <a:gd name="T84" fmla="*/ 28 w 100"/>
                <a:gd name="T85" fmla="*/ 448 h 510"/>
                <a:gd name="T86" fmla="*/ 22 w 100"/>
                <a:gd name="T87" fmla="*/ 462 h 510"/>
                <a:gd name="T88" fmla="*/ 41 w 100"/>
                <a:gd name="T89" fmla="*/ 462 h 510"/>
                <a:gd name="T90" fmla="*/ 28 w 100"/>
                <a:gd name="T91" fmla="*/ 472 h 510"/>
                <a:gd name="T92" fmla="*/ 42 w 100"/>
                <a:gd name="T93" fmla="*/ 470 h 510"/>
                <a:gd name="T94" fmla="*/ 26 w 100"/>
                <a:gd name="T95" fmla="*/ 481 h 510"/>
                <a:gd name="T96" fmla="*/ 41 w 100"/>
                <a:gd name="T97" fmla="*/ 483 h 510"/>
                <a:gd name="T98" fmla="*/ 64 w 100"/>
                <a:gd name="T99" fmla="*/ 461 h 510"/>
                <a:gd name="T100" fmla="*/ 71 w 100"/>
                <a:gd name="T101" fmla="*/ 473 h 510"/>
                <a:gd name="T102" fmla="*/ 61 w 100"/>
                <a:gd name="T103" fmla="*/ 477 h 510"/>
                <a:gd name="T104" fmla="*/ 50 w 100"/>
                <a:gd name="T105" fmla="*/ 486 h 510"/>
                <a:gd name="T106" fmla="*/ 58 w 100"/>
                <a:gd name="T107" fmla="*/ 503 h 510"/>
                <a:gd name="T108" fmla="*/ 74 w 100"/>
                <a:gd name="T109" fmla="*/ 500 h 510"/>
                <a:gd name="T110" fmla="*/ 91 w 100"/>
                <a:gd name="T111" fmla="*/ 501 h 510"/>
                <a:gd name="T112" fmla="*/ 81 w 100"/>
                <a:gd name="T113" fmla="*/ 499 h 510"/>
                <a:gd name="T114" fmla="*/ 71 w 100"/>
                <a:gd name="T115" fmla="*/ 457 h 510"/>
                <a:gd name="T116" fmla="*/ 46 w 100"/>
                <a:gd name="T117" fmla="*/ 452 h 51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0"/>
                <a:gd name="T178" fmla="*/ 0 h 510"/>
                <a:gd name="T179" fmla="*/ 100 w 100"/>
                <a:gd name="T180" fmla="*/ 510 h 51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0" h="510">
                  <a:moveTo>
                    <a:pt x="46" y="452"/>
                  </a:moveTo>
                  <a:cubicBezTo>
                    <a:pt x="44" y="453"/>
                    <a:pt x="43" y="447"/>
                    <a:pt x="41" y="447"/>
                  </a:cubicBezTo>
                  <a:cubicBezTo>
                    <a:pt x="39" y="447"/>
                    <a:pt x="39" y="439"/>
                    <a:pt x="40" y="435"/>
                  </a:cubicBezTo>
                  <a:cubicBezTo>
                    <a:pt x="42" y="431"/>
                    <a:pt x="32" y="433"/>
                    <a:pt x="30" y="431"/>
                  </a:cubicBezTo>
                  <a:cubicBezTo>
                    <a:pt x="27" y="430"/>
                    <a:pt x="31" y="427"/>
                    <a:pt x="28" y="424"/>
                  </a:cubicBezTo>
                  <a:cubicBezTo>
                    <a:pt x="25" y="420"/>
                    <a:pt x="27" y="416"/>
                    <a:pt x="27" y="413"/>
                  </a:cubicBezTo>
                  <a:cubicBezTo>
                    <a:pt x="28" y="411"/>
                    <a:pt x="30" y="406"/>
                    <a:pt x="34" y="406"/>
                  </a:cubicBezTo>
                  <a:cubicBezTo>
                    <a:pt x="37" y="406"/>
                    <a:pt x="35" y="400"/>
                    <a:pt x="38" y="398"/>
                  </a:cubicBezTo>
                  <a:cubicBezTo>
                    <a:pt x="42" y="396"/>
                    <a:pt x="35" y="392"/>
                    <a:pt x="38" y="389"/>
                  </a:cubicBezTo>
                  <a:cubicBezTo>
                    <a:pt x="41" y="387"/>
                    <a:pt x="38" y="382"/>
                    <a:pt x="43" y="382"/>
                  </a:cubicBezTo>
                  <a:cubicBezTo>
                    <a:pt x="47" y="381"/>
                    <a:pt x="43" y="375"/>
                    <a:pt x="46" y="374"/>
                  </a:cubicBezTo>
                  <a:cubicBezTo>
                    <a:pt x="49" y="373"/>
                    <a:pt x="45" y="369"/>
                    <a:pt x="46" y="365"/>
                  </a:cubicBezTo>
                  <a:cubicBezTo>
                    <a:pt x="47" y="361"/>
                    <a:pt x="44" y="358"/>
                    <a:pt x="48" y="356"/>
                  </a:cubicBezTo>
                  <a:cubicBezTo>
                    <a:pt x="52" y="355"/>
                    <a:pt x="49" y="351"/>
                    <a:pt x="46" y="349"/>
                  </a:cubicBezTo>
                  <a:cubicBezTo>
                    <a:pt x="43" y="347"/>
                    <a:pt x="47" y="347"/>
                    <a:pt x="51" y="347"/>
                  </a:cubicBezTo>
                  <a:cubicBezTo>
                    <a:pt x="54" y="347"/>
                    <a:pt x="52" y="341"/>
                    <a:pt x="49" y="342"/>
                  </a:cubicBezTo>
                  <a:cubicBezTo>
                    <a:pt x="45" y="343"/>
                    <a:pt x="43" y="339"/>
                    <a:pt x="46" y="336"/>
                  </a:cubicBezTo>
                  <a:cubicBezTo>
                    <a:pt x="49" y="333"/>
                    <a:pt x="43" y="331"/>
                    <a:pt x="44" y="329"/>
                  </a:cubicBezTo>
                  <a:cubicBezTo>
                    <a:pt x="45" y="327"/>
                    <a:pt x="45" y="324"/>
                    <a:pt x="43" y="323"/>
                  </a:cubicBezTo>
                  <a:cubicBezTo>
                    <a:pt x="41" y="321"/>
                    <a:pt x="42" y="311"/>
                    <a:pt x="45" y="311"/>
                  </a:cubicBezTo>
                  <a:cubicBezTo>
                    <a:pt x="47" y="310"/>
                    <a:pt x="45" y="301"/>
                    <a:pt x="45" y="299"/>
                  </a:cubicBezTo>
                  <a:cubicBezTo>
                    <a:pt x="45" y="296"/>
                    <a:pt x="43" y="293"/>
                    <a:pt x="43" y="291"/>
                  </a:cubicBezTo>
                  <a:cubicBezTo>
                    <a:pt x="43" y="288"/>
                    <a:pt x="46" y="288"/>
                    <a:pt x="46" y="283"/>
                  </a:cubicBezTo>
                  <a:cubicBezTo>
                    <a:pt x="46" y="278"/>
                    <a:pt x="47" y="276"/>
                    <a:pt x="49" y="276"/>
                  </a:cubicBezTo>
                  <a:cubicBezTo>
                    <a:pt x="51" y="276"/>
                    <a:pt x="49" y="270"/>
                    <a:pt x="50" y="267"/>
                  </a:cubicBezTo>
                  <a:cubicBezTo>
                    <a:pt x="50" y="265"/>
                    <a:pt x="56" y="267"/>
                    <a:pt x="56" y="263"/>
                  </a:cubicBezTo>
                  <a:cubicBezTo>
                    <a:pt x="57" y="259"/>
                    <a:pt x="53" y="259"/>
                    <a:pt x="53" y="257"/>
                  </a:cubicBezTo>
                  <a:cubicBezTo>
                    <a:pt x="54" y="253"/>
                    <a:pt x="53" y="249"/>
                    <a:pt x="53" y="242"/>
                  </a:cubicBezTo>
                  <a:cubicBezTo>
                    <a:pt x="53" y="234"/>
                    <a:pt x="59" y="233"/>
                    <a:pt x="62" y="231"/>
                  </a:cubicBezTo>
                  <a:cubicBezTo>
                    <a:pt x="64" y="228"/>
                    <a:pt x="59" y="218"/>
                    <a:pt x="62" y="216"/>
                  </a:cubicBezTo>
                  <a:cubicBezTo>
                    <a:pt x="65" y="215"/>
                    <a:pt x="63" y="210"/>
                    <a:pt x="65" y="208"/>
                  </a:cubicBezTo>
                  <a:cubicBezTo>
                    <a:pt x="67" y="206"/>
                    <a:pt x="67" y="203"/>
                    <a:pt x="68" y="199"/>
                  </a:cubicBezTo>
                  <a:cubicBezTo>
                    <a:pt x="69" y="195"/>
                    <a:pt x="65" y="193"/>
                    <a:pt x="65" y="189"/>
                  </a:cubicBezTo>
                  <a:cubicBezTo>
                    <a:pt x="65" y="185"/>
                    <a:pt x="65" y="182"/>
                    <a:pt x="62" y="178"/>
                  </a:cubicBezTo>
                  <a:cubicBezTo>
                    <a:pt x="59" y="174"/>
                    <a:pt x="60" y="166"/>
                    <a:pt x="62" y="166"/>
                  </a:cubicBezTo>
                  <a:cubicBezTo>
                    <a:pt x="64" y="166"/>
                    <a:pt x="63" y="158"/>
                    <a:pt x="66" y="157"/>
                  </a:cubicBezTo>
                  <a:cubicBezTo>
                    <a:pt x="70" y="156"/>
                    <a:pt x="68" y="150"/>
                    <a:pt x="66" y="145"/>
                  </a:cubicBezTo>
                  <a:cubicBezTo>
                    <a:pt x="65" y="140"/>
                    <a:pt x="69" y="143"/>
                    <a:pt x="69" y="139"/>
                  </a:cubicBezTo>
                  <a:cubicBezTo>
                    <a:pt x="69" y="135"/>
                    <a:pt x="71" y="130"/>
                    <a:pt x="74" y="129"/>
                  </a:cubicBezTo>
                  <a:cubicBezTo>
                    <a:pt x="78" y="128"/>
                    <a:pt x="78" y="122"/>
                    <a:pt x="78" y="120"/>
                  </a:cubicBezTo>
                  <a:cubicBezTo>
                    <a:pt x="78" y="117"/>
                    <a:pt x="82" y="116"/>
                    <a:pt x="85" y="114"/>
                  </a:cubicBezTo>
                  <a:cubicBezTo>
                    <a:pt x="87" y="112"/>
                    <a:pt x="81" y="109"/>
                    <a:pt x="84" y="107"/>
                  </a:cubicBezTo>
                  <a:cubicBezTo>
                    <a:pt x="88" y="105"/>
                    <a:pt x="81" y="96"/>
                    <a:pt x="83" y="94"/>
                  </a:cubicBezTo>
                  <a:cubicBezTo>
                    <a:pt x="85" y="93"/>
                    <a:pt x="84" y="89"/>
                    <a:pt x="84" y="86"/>
                  </a:cubicBezTo>
                  <a:cubicBezTo>
                    <a:pt x="84" y="84"/>
                    <a:pt x="95" y="79"/>
                    <a:pt x="97" y="76"/>
                  </a:cubicBezTo>
                  <a:cubicBezTo>
                    <a:pt x="98" y="74"/>
                    <a:pt x="99" y="68"/>
                    <a:pt x="99" y="63"/>
                  </a:cubicBezTo>
                  <a:cubicBezTo>
                    <a:pt x="96" y="65"/>
                    <a:pt x="93" y="66"/>
                    <a:pt x="92" y="65"/>
                  </a:cubicBezTo>
                  <a:cubicBezTo>
                    <a:pt x="91" y="63"/>
                    <a:pt x="92" y="56"/>
                    <a:pt x="89" y="53"/>
                  </a:cubicBezTo>
                  <a:cubicBezTo>
                    <a:pt x="86" y="50"/>
                    <a:pt x="88" y="44"/>
                    <a:pt x="85" y="43"/>
                  </a:cubicBezTo>
                  <a:cubicBezTo>
                    <a:pt x="82" y="41"/>
                    <a:pt x="79" y="35"/>
                    <a:pt x="81" y="33"/>
                  </a:cubicBezTo>
                  <a:cubicBezTo>
                    <a:pt x="84" y="31"/>
                    <a:pt x="81" y="27"/>
                    <a:pt x="84" y="25"/>
                  </a:cubicBezTo>
                  <a:cubicBezTo>
                    <a:pt x="86" y="23"/>
                    <a:pt x="82" y="23"/>
                    <a:pt x="79" y="19"/>
                  </a:cubicBezTo>
                  <a:cubicBezTo>
                    <a:pt x="76" y="15"/>
                    <a:pt x="80" y="10"/>
                    <a:pt x="76" y="7"/>
                  </a:cubicBezTo>
                  <a:cubicBezTo>
                    <a:pt x="72" y="4"/>
                    <a:pt x="72" y="0"/>
                    <a:pt x="71" y="2"/>
                  </a:cubicBezTo>
                  <a:cubicBezTo>
                    <a:pt x="70" y="4"/>
                    <a:pt x="70" y="9"/>
                    <a:pt x="67" y="11"/>
                  </a:cubicBezTo>
                  <a:cubicBezTo>
                    <a:pt x="66" y="11"/>
                    <a:pt x="65" y="12"/>
                    <a:pt x="64" y="13"/>
                  </a:cubicBezTo>
                  <a:cubicBezTo>
                    <a:pt x="64" y="15"/>
                    <a:pt x="63" y="20"/>
                    <a:pt x="64" y="23"/>
                  </a:cubicBezTo>
                  <a:cubicBezTo>
                    <a:pt x="66" y="27"/>
                    <a:pt x="67" y="45"/>
                    <a:pt x="65" y="52"/>
                  </a:cubicBezTo>
                  <a:cubicBezTo>
                    <a:pt x="64" y="59"/>
                    <a:pt x="62" y="65"/>
                    <a:pt x="61" y="69"/>
                  </a:cubicBezTo>
                  <a:cubicBezTo>
                    <a:pt x="59" y="73"/>
                    <a:pt x="64" y="73"/>
                    <a:pt x="62" y="75"/>
                  </a:cubicBezTo>
                  <a:cubicBezTo>
                    <a:pt x="60" y="77"/>
                    <a:pt x="61" y="82"/>
                    <a:pt x="61" y="90"/>
                  </a:cubicBezTo>
                  <a:cubicBezTo>
                    <a:pt x="61" y="98"/>
                    <a:pt x="56" y="112"/>
                    <a:pt x="56" y="116"/>
                  </a:cubicBezTo>
                  <a:cubicBezTo>
                    <a:pt x="56" y="120"/>
                    <a:pt x="52" y="123"/>
                    <a:pt x="53" y="128"/>
                  </a:cubicBezTo>
                  <a:cubicBezTo>
                    <a:pt x="53" y="133"/>
                    <a:pt x="51" y="135"/>
                    <a:pt x="48" y="138"/>
                  </a:cubicBezTo>
                  <a:cubicBezTo>
                    <a:pt x="45" y="140"/>
                    <a:pt x="52" y="147"/>
                    <a:pt x="52" y="151"/>
                  </a:cubicBezTo>
                  <a:cubicBezTo>
                    <a:pt x="52" y="155"/>
                    <a:pt x="47" y="157"/>
                    <a:pt x="48" y="163"/>
                  </a:cubicBezTo>
                  <a:cubicBezTo>
                    <a:pt x="49" y="171"/>
                    <a:pt x="48" y="185"/>
                    <a:pt x="48" y="188"/>
                  </a:cubicBezTo>
                  <a:cubicBezTo>
                    <a:pt x="48" y="191"/>
                    <a:pt x="45" y="191"/>
                    <a:pt x="45" y="196"/>
                  </a:cubicBezTo>
                  <a:cubicBezTo>
                    <a:pt x="46" y="201"/>
                    <a:pt x="42" y="202"/>
                    <a:pt x="41" y="210"/>
                  </a:cubicBezTo>
                  <a:cubicBezTo>
                    <a:pt x="41" y="217"/>
                    <a:pt x="35" y="228"/>
                    <a:pt x="33" y="234"/>
                  </a:cubicBezTo>
                  <a:cubicBezTo>
                    <a:pt x="30" y="240"/>
                    <a:pt x="30" y="243"/>
                    <a:pt x="27" y="243"/>
                  </a:cubicBezTo>
                  <a:cubicBezTo>
                    <a:pt x="24" y="243"/>
                    <a:pt x="24" y="246"/>
                    <a:pt x="26" y="251"/>
                  </a:cubicBezTo>
                  <a:cubicBezTo>
                    <a:pt x="28" y="256"/>
                    <a:pt x="24" y="260"/>
                    <a:pt x="27" y="265"/>
                  </a:cubicBezTo>
                  <a:cubicBezTo>
                    <a:pt x="30" y="270"/>
                    <a:pt x="29" y="272"/>
                    <a:pt x="28" y="277"/>
                  </a:cubicBezTo>
                  <a:cubicBezTo>
                    <a:pt x="26" y="282"/>
                    <a:pt x="24" y="282"/>
                    <a:pt x="24" y="286"/>
                  </a:cubicBezTo>
                  <a:cubicBezTo>
                    <a:pt x="24" y="291"/>
                    <a:pt x="21" y="295"/>
                    <a:pt x="23" y="300"/>
                  </a:cubicBezTo>
                  <a:cubicBezTo>
                    <a:pt x="25" y="305"/>
                    <a:pt x="24" y="306"/>
                    <a:pt x="22" y="306"/>
                  </a:cubicBezTo>
                  <a:cubicBezTo>
                    <a:pt x="19" y="306"/>
                    <a:pt x="18" y="310"/>
                    <a:pt x="17" y="319"/>
                  </a:cubicBezTo>
                  <a:cubicBezTo>
                    <a:pt x="16" y="327"/>
                    <a:pt x="16" y="327"/>
                    <a:pt x="22" y="326"/>
                  </a:cubicBezTo>
                  <a:cubicBezTo>
                    <a:pt x="28" y="326"/>
                    <a:pt x="24" y="306"/>
                    <a:pt x="27" y="306"/>
                  </a:cubicBezTo>
                  <a:cubicBezTo>
                    <a:pt x="31" y="306"/>
                    <a:pt x="28" y="303"/>
                    <a:pt x="32" y="302"/>
                  </a:cubicBezTo>
                  <a:cubicBezTo>
                    <a:pt x="35" y="301"/>
                    <a:pt x="32" y="305"/>
                    <a:pt x="35" y="306"/>
                  </a:cubicBezTo>
                  <a:cubicBezTo>
                    <a:pt x="37" y="307"/>
                    <a:pt x="39" y="309"/>
                    <a:pt x="35" y="311"/>
                  </a:cubicBezTo>
                  <a:cubicBezTo>
                    <a:pt x="32" y="313"/>
                    <a:pt x="36" y="318"/>
                    <a:pt x="34" y="320"/>
                  </a:cubicBezTo>
                  <a:cubicBezTo>
                    <a:pt x="33" y="323"/>
                    <a:pt x="30" y="326"/>
                    <a:pt x="32" y="329"/>
                  </a:cubicBezTo>
                  <a:cubicBezTo>
                    <a:pt x="33" y="333"/>
                    <a:pt x="30" y="332"/>
                    <a:pt x="30" y="337"/>
                  </a:cubicBezTo>
                  <a:cubicBezTo>
                    <a:pt x="29" y="341"/>
                    <a:pt x="32" y="341"/>
                    <a:pt x="30" y="342"/>
                  </a:cubicBezTo>
                  <a:cubicBezTo>
                    <a:pt x="28" y="343"/>
                    <a:pt x="32" y="346"/>
                    <a:pt x="30" y="347"/>
                  </a:cubicBezTo>
                  <a:cubicBezTo>
                    <a:pt x="27" y="347"/>
                    <a:pt x="29" y="351"/>
                    <a:pt x="30" y="354"/>
                  </a:cubicBezTo>
                  <a:cubicBezTo>
                    <a:pt x="32" y="357"/>
                    <a:pt x="27" y="355"/>
                    <a:pt x="25" y="357"/>
                  </a:cubicBezTo>
                  <a:cubicBezTo>
                    <a:pt x="22" y="359"/>
                    <a:pt x="27" y="362"/>
                    <a:pt x="26" y="364"/>
                  </a:cubicBezTo>
                  <a:cubicBezTo>
                    <a:pt x="24" y="367"/>
                    <a:pt x="20" y="363"/>
                    <a:pt x="18" y="361"/>
                  </a:cubicBezTo>
                  <a:cubicBezTo>
                    <a:pt x="17" y="360"/>
                    <a:pt x="21" y="357"/>
                    <a:pt x="23" y="354"/>
                  </a:cubicBezTo>
                  <a:cubicBezTo>
                    <a:pt x="26" y="351"/>
                    <a:pt x="21" y="344"/>
                    <a:pt x="17" y="346"/>
                  </a:cubicBezTo>
                  <a:cubicBezTo>
                    <a:pt x="14" y="347"/>
                    <a:pt x="21" y="351"/>
                    <a:pt x="21" y="355"/>
                  </a:cubicBezTo>
                  <a:cubicBezTo>
                    <a:pt x="21" y="358"/>
                    <a:pt x="15" y="354"/>
                    <a:pt x="15" y="357"/>
                  </a:cubicBezTo>
                  <a:cubicBezTo>
                    <a:pt x="15" y="361"/>
                    <a:pt x="11" y="360"/>
                    <a:pt x="9" y="362"/>
                  </a:cubicBezTo>
                  <a:cubicBezTo>
                    <a:pt x="6" y="365"/>
                    <a:pt x="12" y="367"/>
                    <a:pt x="9" y="368"/>
                  </a:cubicBezTo>
                  <a:cubicBezTo>
                    <a:pt x="7" y="368"/>
                    <a:pt x="2" y="372"/>
                    <a:pt x="2" y="374"/>
                  </a:cubicBezTo>
                  <a:cubicBezTo>
                    <a:pt x="2" y="377"/>
                    <a:pt x="5" y="377"/>
                    <a:pt x="5" y="375"/>
                  </a:cubicBezTo>
                  <a:cubicBezTo>
                    <a:pt x="5" y="372"/>
                    <a:pt x="9" y="372"/>
                    <a:pt x="10" y="375"/>
                  </a:cubicBezTo>
                  <a:cubicBezTo>
                    <a:pt x="11" y="378"/>
                    <a:pt x="13" y="375"/>
                    <a:pt x="17" y="376"/>
                  </a:cubicBezTo>
                  <a:cubicBezTo>
                    <a:pt x="20" y="376"/>
                    <a:pt x="20" y="382"/>
                    <a:pt x="18" y="381"/>
                  </a:cubicBezTo>
                  <a:cubicBezTo>
                    <a:pt x="16" y="381"/>
                    <a:pt x="14" y="385"/>
                    <a:pt x="14" y="388"/>
                  </a:cubicBezTo>
                  <a:cubicBezTo>
                    <a:pt x="15" y="392"/>
                    <a:pt x="22" y="388"/>
                    <a:pt x="25" y="389"/>
                  </a:cubicBezTo>
                  <a:cubicBezTo>
                    <a:pt x="28" y="390"/>
                    <a:pt x="27" y="396"/>
                    <a:pt x="25" y="394"/>
                  </a:cubicBezTo>
                  <a:cubicBezTo>
                    <a:pt x="23" y="392"/>
                    <a:pt x="19" y="389"/>
                    <a:pt x="17" y="392"/>
                  </a:cubicBezTo>
                  <a:cubicBezTo>
                    <a:pt x="16" y="395"/>
                    <a:pt x="13" y="394"/>
                    <a:pt x="11" y="393"/>
                  </a:cubicBezTo>
                  <a:cubicBezTo>
                    <a:pt x="8" y="392"/>
                    <a:pt x="0" y="397"/>
                    <a:pt x="3" y="399"/>
                  </a:cubicBezTo>
                  <a:cubicBezTo>
                    <a:pt x="6" y="401"/>
                    <a:pt x="6" y="404"/>
                    <a:pt x="7" y="404"/>
                  </a:cubicBezTo>
                  <a:cubicBezTo>
                    <a:pt x="9" y="404"/>
                    <a:pt x="12" y="402"/>
                    <a:pt x="13" y="400"/>
                  </a:cubicBezTo>
                  <a:cubicBezTo>
                    <a:pt x="14" y="398"/>
                    <a:pt x="17" y="396"/>
                    <a:pt x="18" y="401"/>
                  </a:cubicBezTo>
                  <a:cubicBezTo>
                    <a:pt x="18" y="405"/>
                    <a:pt x="13" y="403"/>
                    <a:pt x="12" y="406"/>
                  </a:cubicBezTo>
                  <a:cubicBezTo>
                    <a:pt x="11" y="408"/>
                    <a:pt x="9" y="410"/>
                    <a:pt x="6" y="412"/>
                  </a:cubicBezTo>
                  <a:cubicBezTo>
                    <a:pt x="3" y="415"/>
                    <a:pt x="6" y="418"/>
                    <a:pt x="8" y="417"/>
                  </a:cubicBezTo>
                  <a:cubicBezTo>
                    <a:pt x="11" y="416"/>
                    <a:pt x="8" y="420"/>
                    <a:pt x="11" y="421"/>
                  </a:cubicBezTo>
                  <a:cubicBezTo>
                    <a:pt x="14" y="421"/>
                    <a:pt x="15" y="419"/>
                    <a:pt x="15" y="416"/>
                  </a:cubicBezTo>
                  <a:cubicBezTo>
                    <a:pt x="14" y="414"/>
                    <a:pt x="16" y="408"/>
                    <a:pt x="19" y="411"/>
                  </a:cubicBezTo>
                  <a:cubicBezTo>
                    <a:pt x="22" y="414"/>
                    <a:pt x="18" y="416"/>
                    <a:pt x="18" y="419"/>
                  </a:cubicBezTo>
                  <a:cubicBezTo>
                    <a:pt x="18" y="421"/>
                    <a:pt x="16" y="425"/>
                    <a:pt x="16" y="427"/>
                  </a:cubicBezTo>
                  <a:cubicBezTo>
                    <a:pt x="16" y="430"/>
                    <a:pt x="13" y="429"/>
                    <a:pt x="13" y="432"/>
                  </a:cubicBezTo>
                  <a:cubicBezTo>
                    <a:pt x="13" y="435"/>
                    <a:pt x="6" y="433"/>
                    <a:pt x="9" y="435"/>
                  </a:cubicBezTo>
                  <a:cubicBezTo>
                    <a:pt x="13" y="437"/>
                    <a:pt x="7" y="439"/>
                    <a:pt x="9" y="441"/>
                  </a:cubicBezTo>
                  <a:cubicBezTo>
                    <a:pt x="11" y="443"/>
                    <a:pt x="12" y="439"/>
                    <a:pt x="15" y="440"/>
                  </a:cubicBezTo>
                  <a:cubicBezTo>
                    <a:pt x="18" y="441"/>
                    <a:pt x="17" y="441"/>
                    <a:pt x="21" y="440"/>
                  </a:cubicBezTo>
                  <a:cubicBezTo>
                    <a:pt x="24" y="438"/>
                    <a:pt x="26" y="443"/>
                    <a:pt x="23" y="444"/>
                  </a:cubicBezTo>
                  <a:cubicBezTo>
                    <a:pt x="20" y="445"/>
                    <a:pt x="16" y="448"/>
                    <a:pt x="18" y="449"/>
                  </a:cubicBezTo>
                  <a:cubicBezTo>
                    <a:pt x="19" y="449"/>
                    <a:pt x="24" y="446"/>
                    <a:pt x="25" y="450"/>
                  </a:cubicBezTo>
                  <a:cubicBezTo>
                    <a:pt x="26" y="453"/>
                    <a:pt x="28" y="452"/>
                    <a:pt x="28" y="448"/>
                  </a:cubicBezTo>
                  <a:cubicBezTo>
                    <a:pt x="29" y="445"/>
                    <a:pt x="35" y="448"/>
                    <a:pt x="36" y="451"/>
                  </a:cubicBezTo>
                  <a:cubicBezTo>
                    <a:pt x="37" y="454"/>
                    <a:pt x="29" y="456"/>
                    <a:pt x="26" y="455"/>
                  </a:cubicBezTo>
                  <a:cubicBezTo>
                    <a:pt x="22" y="454"/>
                    <a:pt x="20" y="458"/>
                    <a:pt x="22" y="462"/>
                  </a:cubicBezTo>
                  <a:cubicBezTo>
                    <a:pt x="25" y="465"/>
                    <a:pt x="28" y="462"/>
                    <a:pt x="31" y="459"/>
                  </a:cubicBezTo>
                  <a:cubicBezTo>
                    <a:pt x="33" y="456"/>
                    <a:pt x="47" y="457"/>
                    <a:pt x="48" y="460"/>
                  </a:cubicBezTo>
                  <a:cubicBezTo>
                    <a:pt x="49" y="463"/>
                    <a:pt x="42" y="460"/>
                    <a:pt x="41" y="462"/>
                  </a:cubicBezTo>
                  <a:cubicBezTo>
                    <a:pt x="40" y="464"/>
                    <a:pt x="35" y="465"/>
                    <a:pt x="34" y="463"/>
                  </a:cubicBezTo>
                  <a:cubicBezTo>
                    <a:pt x="33" y="461"/>
                    <a:pt x="28" y="464"/>
                    <a:pt x="28" y="467"/>
                  </a:cubicBezTo>
                  <a:cubicBezTo>
                    <a:pt x="27" y="471"/>
                    <a:pt x="23" y="471"/>
                    <a:pt x="28" y="472"/>
                  </a:cubicBezTo>
                  <a:cubicBezTo>
                    <a:pt x="32" y="473"/>
                    <a:pt x="31" y="467"/>
                    <a:pt x="38" y="468"/>
                  </a:cubicBezTo>
                  <a:cubicBezTo>
                    <a:pt x="45" y="468"/>
                    <a:pt x="49" y="461"/>
                    <a:pt x="51" y="465"/>
                  </a:cubicBezTo>
                  <a:cubicBezTo>
                    <a:pt x="53" y="469"/>
                    <a:pt x="45" y="472"/>
                    <a:pt x="42" y="470"/>
                  </a:cubicBezTo>
                  <a:cubicBezTo>
                    <a:pt x="40" y="467"/>
                    <a:pt x="36" y="472"/>
                    <a:pt x="37" y="475"/>
                  </a:cubicBezTo>
                  <a:cubicBezTo>
                    <a:pt x="37" y="479"/>
                    <a:pt x="29" y="474"/>
                    <a:pt x="25" y="474"/>
                  </a:cubicBezTo>
                  <a:cubicBezTo>
                    <a:pt x="21" y="473"/>
                    <a:pt x="22" y="478"/>
                    <a:pt x="26" y="481"/>
                  </a:cubicBezTo>
                  <a:cubicBezTo>
                    <a:pt x="29" y="485"/>
                    <a:pt x="31" y="481"/>
                    <a:pt x="36" y="484"/>
                  </a:cubicBezTo>
                  <a:cubicBezTo>
                    <a:pt x="40" y="486"/>
                    <a:pt x="40" y="489"/>
                    <a:pt x="43" y="487"/>
                  </a:cubicBezTo>
                  <a:cubicBezTo>
                    <a:pt x="46" y="484"/>
                    <a:pt x="43" y="484"/>
                    <a:pt x="41" y="483"/>
                  </a:cubicBezTo>
                  <a:cubicBezTo>
                    <a:pt x="39" y="482"/>
                    <a:pt x="41" y="477"/>
                    <a:pt x="45" y="480"/>
                  </a:cubicBezTo>
                  <a:cubicBezTo>
                    <a:pt x="50" y="482"/>
                    <a:pt x="56" y="478"/>
                    <a:pt x="54" y="472"/>
                  </a:cubicBezTo>
                  <a:cubicBezTo>
                    <a:pt x="53" y="466"/>
                    <a:pt x="58" y="463"/>
                    <a:pt x="64" y="461"/>
                  </a:cubicBezTo>
                  <a:cubicBezTo>
                    <a:pt x="70" y="459"/>
                    <a:pt x="67" y="465"/>
                    <a:pt x="63" y="466"/>
                  </a:cubicBezTo>
                  <a:cubicBezTo>
                    <a:pt x="58" y="468"/>
                    <a:pt x="58" y="469"/>
                    <a:pt x="61" y="473"/>
                  </a:cubicBezTo>
                  <a:cubicBezTo>
                    <a:pt x="64" y="476"/>
                    <a:pt x="68" y="471"/>
                    <a:pt x="71" y="473"/>
                  </a:cubicBezTo>
                  <a:cubicBezTo>
                    <a:pt x="74" y="476"/>
                    <a:pt x="66" y="476"/>
                    <a:pt x="65" y="478"/>
                  </a:cubicBezTo>
                  <a:cubicBezTo>
                    <a:pt x="64" y="481"/>
                    <a:pt x="70" y="484"/>
                    <a:pt x="65" y="486"/>
                  </a:cubicBezTo>
                  <a:cubicBezTo>
                    <a:pt x="61" y="488"/>
                    <a:pt x="63" y="478"/>
                    <a:pt x="61" y="477"/>
                  </a:cubicBezTo>
                  <a:cubicBezTo>
                    <a:pt x="58" y="476"/>
                    <a:pt x="56" y="478"/>
                    <a:pt x="58" y="484"/>
                  </a:cubicBezTo>
                  <a:cubicBezTo>
                    <a:pt x="61" y="490"/>
                    <a:pt x="55" y="485"/>
                    <a:pt x="53" y="482"/>
                  </a:cubicBezTo>
                  <a:cubicBezTo>
                    <a:pt x="50" y="479"/>
                    <a:pt x="47" y="483"/>
                    <a:pt x="50" y="486"/>
                  </a:cubicBezTo>
                  <a:cubicBezTo>
                    <a:pt x="53" y="489"/>
                    <a:pt x="44" y="486"/>
                    <a:pt x="44" y="491"/>
                  </a:cubicBezTo>
                  <a:cubicBezTo>
                    <a:pt x="44" y="496"/>
                    <a:pt x="48" y="492"/>
                    <a:pt x="52" y="493"/>
                  </a:cubicBezTo>
                  <a:cubicBezTo>
                    <a:pt x="57" y="494"/>
                    <a:pt x="55" y="500"/>
                    <a:pt x="58" y="503"/>
                  </a:cubicBezTo>
                  <a:cubicBezTo>
                    <a:pt x="61" y="505"/>
                    <a:pt x="59" y="495"/>
                    <a:pt x="62" y="494"/>
                  </a:cubicBezTo>
                  <a:cubicBezTo>
                    <a:pt x="66" y="493"/>
                    <a:pt x="62" y="502"/>
                    <a:pt x="70" y="504"/>
                  </a:cubicBezTo>
                  <a:cubicBezTo>
                    <a:pt x="78" y="507"/>
                    <a:pt x="71" y="503"/>
                    <a:pt x="74" y="500"/>
                  </a:cubicBezTo>
                  <a:cubicBezTo>
                    <a:pt x="78" y="498"/>
                    <a:pt x="82" y="508"/>
                    <a:pt x="86" y="509"/>
                  </a:cubicBezTo>
                  <a:cubicBezTo>
                    <a:pt x="90" y="510"/>
                    <a:pt x="87" y="504"/>
                    <a:pt x="84" y="501"/>
                  </a:cubicBezTo>
                  <a:cubicBezTo>
                    <a:pt x="82" y="498"/>
                    <a:pt x="87" y="500"/>
                    <a:pt x="91" y="501"/>
                  </a:cubicBezTo>
                  <a:cubicBezTo>
                    <a:pt x="95" y="503"/>
                    <a:pt x="98" y="503"/>
                    <a:pt x="98" y="500"/>
                  </a:cubicBezTo>
                  <a:cubicBezTo>
                    <a:pt x="99" y="499"/>
                    <a:pt x="99" y="499"/>
                    <a:pt x="100" y="500"/>
                  </a:cubicBezTo>
                  <a:cubicBezTo>
                    <a:pt x="96" y="497"/>
                    <a:pt x="83" y="499"/>
                    <a:pt x="81" y="499"/>
                  </a:cubicBezTo>
                  <a:cubicBezTo>
                    <a:pt x="79" y="498"/>
                    <a:pt x="81" y="468"/>
                    <a:pt x="81" y="461"/>
                  </a:cubicBezTo>
                  <a:cubicBezTo>
                    <a:pt x="81" y="461"/>
                    <a:pt x="81" y="461"/>
                    <a:pt x="80" y="461"/>
                  </a:cubicBezTo>
                  <a:cubicBezTo>
                    <a:pt x="77" y="461"/>
                    <a:pt x="70" y="462"/>
                    <a:pt x="71" y="457"/>
                  </a:cubicBezTo>
                  <a:cubicBezTo>
                    <a:pt x="71" y="456"/>
                    <a:pt x="72" y="456"/>
                    <a:pt x="72" y="455"/>
                  </a:cubicBezTo>
                  <a:cubicBezTo>
                    <a:pt x="71" y="454"/>
                    <a:pt x="69" y="453"/>
                    <a:pt x="66" y="452"/>
                  </a:cubicBezTo>
                  <a:cubicBezTo>
                    <a:pt x="61" y="450"/>
                    <a:pt x="49" y="452"/>
                    <a:pt x="46" y="45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4" name="Freeform 110"/>
            <p:cNvSpPr>
              <a:spLocks noChangeArrowheads="1"/>
            </p:cNvSpPr>
            <p:nvPr/>
          </p:nvSpPr>
          <p:spPr bwMode="auto">
            <a:xfrm>
              <a:off x="2278071" y="2897190"/>
              <a:ext cx="192088" cy="192089"/>
            </a:xfrm>
            <a:custGeom>
              <a:avLst/>
              <a:gdLst>
                <a:gd name="T0" fmla="*/ 96 w 100"/>
                <a:gd name="T1" fmla="*/ 54 h 100"/>
                <a:gd name="T2" fmla="*/ 87 w 100"/>
                <a:gd name="T3" fmla="*/ 56 h 100"/>
                <a:gd name="T4" fmla="*/ 81 w 100"/>
                <a:gd name="T5" fmla="*/ 43 h 100"/>
                <a:gd name="T6" fmla="*/ 73 w 100"/>
                <a:gd name="T7" fmla="*/ 34 h 100"/>
                <a:gd name="T8" fmla="*/ 64 w 100"/>
                <a:gd name="T9" fmla="*/ 33 h 100"/>
                <a:gd name="T10" fmla="*/ 58 w 100"/>
                <a:gd name="T11" fmla="*/ 24 h 100"/>
                <a:gd name="T12" fmla="*/ 56 w 100"/>
                <a:gd name="T13" fmla="*/ 10 h 100"/>
                <a:gd name="T14" fmla="*/ 55 w 100"/>
                <a:gd name="T15" fmla="*/ 4 h 100"/>
                <a:gd name="T16" fmla="*/ 53 w 100"/>
                <a:gd name="T17" fmla="*/ 5 h 100"/>
                <a:gd name="T18" fmla="*/ 43 w 100"/>
                <a:gd name="T19" fmla="*/ 0 h 100"/>
                <a:gd name="T20" fmla="*/ 30 w 100"/>
                <a:gd name="T21" fmla="*/ 1 h 100"/>
                <a:gd name="T22" fmla="*/ 16 w 100"/>
                <a:gd name="T23" fmla="*/ 4 h 100"/>
                <a:gd name="T24" fmla="*/ 7 w 100"/>
                <a:gd name="T25" fmla="*/ 14 h 100"/>
                <a:gd name="T26" fmla="*/ 4 w 100"/>
                <a:gd name="T27" fmla="*/ 32 h 100"/>
                <a:gd name="T28" fmla="*/ 0 w 100"/>
                <a:gd name="T29" fmla="*/ 31 h 100"/>
                <a:gd name="T30" fmla="*/ 16 w 100"/>
                <a:gd name="T31" fmla="*/ 47 h 100"/>
                <a:gd name="T32" fmla="*/ 28 w 100"/>
                <a:gd name="T33" fmla="*/ 55 h 100"/>
                <a:gd name="T34" fmla="*/ 41 w 100"/>
                <a:gd name="T35" fmla="*/ 62 h 100"/>
                <a:gd name="T36" fmla="*/ 62 w 100"/>
                <a:gd name="T37" fmla="*/ 72 h 100"/>
                <a:gd name="T38" fmla="*/ 53 w 100"/>
                <a:gd name="T39" fmla="*/ 87 h 100"/>
                <a:gd name="T40" fmla="*/ 49 w 100"/>
                <a:gd name="T41" fmla="*/ 95 h 100"/>
                <a:gd name="T42" fmla="*/ 60 w 100"/>
                <a:gd name="T43" fmla="*/ 97 h 100"/>
                <a:gd name="T44" fmla="*/ 71 w 100"/>
                <a:gd name="T45" fmla="*/ 98 h 100"/>
                <a:gd name="T46" fmla="*/ 80 w 100"/>
                <a:gd name="T47" fmla="*/ 96 h 100"/>
                <a:gd name="T48" fmla="*/ 89 w 100"/>
                <a:gd name="T49" fmla="*/ 92 h 100"/>
                <a:gd name="T50" fmla="*/ 95 w 100"/>
                <a:gd name="T51" fmla="*/ 75 h 100"/>
                <a:gd name="T52" fmla="*/ 96 w 100"/>
                <a:gd name="T53" fmla="*/ 54 h 10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0"/>
                <a:gd name="T82" fmla="*/ 0 h 100"/>
                <a:gd name="T83" fmla="*/ 100 w 100"/>
                <a:gd name="T84" fmla="*/ 100 h 10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0" h="100">
                  <a:moveTo>
                    <a:pt x="96" y="54"/>
                  </a:moveTo>
                  <a:cubicBezTo>
                    <a:pt x="92" y="52"/>
                    <a:pt x="88" y="56"/>
                    <a:pt x="87" y="56"/>
                  </a:cubicBezTo>
                  <a:cubicBezTo>
                    <a:pt x="85" y="56"/>
                    <a:pt x="82" y="47"/>
                    <a:pt x="81" y="43"/>
                  </a:cubicBezTo>
                  <a:cubicBezTo>
                    <a:pt x="80" y="40"/>
                    <a:pt x="76" y="32"/>
                    <a:pt x="73" y="34"/>
                  </a:cubicBezTo>
                  <a:cubicBezTo>
                    <a:pt x="71" y="36"/>
                    <a:pt x="71" y="33"/>
                    <a:pt x="64" y="33"/>
                  </a:cubicBezTo>
                  <a:cubicBezTo>
                    <a:pt x="56" y="33"/>
                    <a:pt x="56" y="31"/>
                    <a:pt x="58" y="24"/>
                  </a:cubicBezTo>
                  <a:cubicBezTo>
                    <a:pt x="59" y="16"/>
                    <a:pt x="53" y="12"/>
                    <a:pt x="56" y="10"/>
                  </a:cubicBezTo>
                  <a:cubicBezTo>
                    <a:pt x="58" y="9"/>
                    <a:pt x="58" y="7"/>
                    <a:pt x="55" y="4"/>
                  </a:cubicBezTo>
                  <a:cubicBezTo>
                    <a:pt x="55" y="4"/>
                    <a:pt x="54" y="5"/>
                    <a:pt x="53" y="5"/>
                  </a:cubicBezTo>
                  <a:cubicBezTo>
                    <a:pt x="51" y="5"/>
                    <a:pt x="47" y="0"/>
                    <a:pt x="43" y="0"/>
                  </a:cubicBezTo>
                  <a:cubicBezTo>
                    <a:pt x="38" y="0"/>
                    <a:pt x="33" y="0"/>
                    <a:pt x="30" y="1"/>
                  </a:cubicBezTo>
                  <a:cubicBezTo>
                    <a:pt x="26" y="3"/>
                    <a:pt x="20" y="1"/>
                    <a:pt x="16" y="4"/>
                  </a:cubicBezTo>
                  <a:cubicBezTo>
                    <a:pt x="12" y="6"/>
                    <a:pt x="7" y="12"/>
                    <a:pt x="7" y="14"/>
                  </a:cubicBezTo>
                  <a:cubicBezTo>
                    <a:pt x="8" y="17"/>
                    <a:pt x="6" y="31"/>
                    <a:pt x="4" y="32"/>
                  </a:cubicBezTo>
                  <a:cubicBezTo>
                    <a:pt x="3" y="32"/>
                    <a:pt x="2" y="32"/>
                    <a:pt x="0" y="31"/>
                  </a:cubicBezTo>
                  <a:cubicBezTo>
                    <a:pt x="3" y="36"/>
                    <a:pt x="11" y="44"/>
                    <a:pt x="16" y="47"/>
                  </a:cubicBezTo>
                  <a:cubicBezTo>
                    <a:pt x="22" y="51"/>
                    <a:pt x="22" y="55"/>
                    <a:pt x="28" y="55"/>
                  </a:cubicBezTo>
                  <a:cubicBezTo>
                    <a:pt x="35" y="56"/>
                    <a:pt x="38" y="59"/>
                    <a:pt x="41" y="62"/>
                  </a:cubicBezTo>
                  <a:cubicBezTo>
                    <a:pt x="43" y="65"/>
                    <a:pt x="60" y="70"/>
                    <a:pt x="62" y="72"/>
                  </a:cubicBezTo>
                  <a:cubicBezTo>
                    <a:pt x="63" y="75"/>
                    <a:pt x="53" y="81"/>
                    <a:pt x="53" y="87"/>
                  </a:cubicBezTo>
                  <a:cubicBezTo>
                    <a:pt x="53" y="93"/>
                    <a:pt x="49" y="93"/>
                    <a:pt x="49" y="95"/>
                  </a:cubicBezTo>
                  <a:cubicBezTo>
                    <a:pt x="49" y="97"/>
                    <a:pt x="57" y="95"/>
                    <a:pt x="60" y="97"/>
                  </a:cubicBezTo>
                  <a:cubicBezTo>
                    <a:pt x="63" y="99"/>
                    <a:pt x="67" y="96"/>
                    <a:pt x="71" y="98"/>
                  </a:cubicBezTo>
                  <a:cubicBezTo>
                    <a:pt x="74" y="100"/>
                    <a:pt x="78" y="95"/>
                    <a:pt x="80" y="96"/>
                  </a:cubicBezTo>
                  <a:cubicBezTo>
                    <a:pt x="83" y="97"/>
                    <a:pt x="86" y="91"/>
                    <a:pt x="89" y="92"/>
                  </a:cubicBezTo>
                  <a:cubicBezTo>
                    <a:pt x="93" y="92"/>
                    <a:pt x="96" y="80"/>
                    <a:pt x="95" y="75"/>
                  </a:cubicBezTo>
                  <a:cubicBezTo>
                    <a:pt x="94" y="70"/>
                    <a:pt x="100" y="56"/>
                    <a:pt x="96" y="5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5" name="Freeform 111"/>
            <p:cNvSpPr>
              <a:spLocks noChangeArrowheads="1"/>
            </p:cNvSpPr>
            <p:nvPr/>
          </p:nvSpPr>
          <p:spPr bwMode="auto">
            <a:xfrm>
              <a:off x="1778006" y="2230439"/>
              <a:ext cx="71438" cy="57151"/>
            </a:xfrm>
            <a:custGeom>
              <a:avLst/>
              <a:gdLst>
                <a:gd name="T0" fmla="*/ 36 w 38"/>
                <a:gd name="T1" fmla="*/ 24 h 30"/>
                <a:gd name="T2" fmla="*/ 38 w 38"/>
                <a:gd name="T3" fmla="*/ 17 h 30"/>
                <a:gd name="T4" fmla="*/ 26 w 38"/>
                <a:gd name="T5" fmla="*/ 3 h 30"/>
                <a:gd name="T6" fmla="*/ 21 w 38"/>
                <a:gd name="T7" fmla="*/ 2 h 30"/>
                <a:gd name="T8" fmla="*/ 10 w 38"/>
                <a:gd name="T9" fmla="*/ 0 h 30"/>
                <a:gd name="T10" fmla="*/ 3 w 38"/>
                <a:gd name="T11" fmla="*/ 0 h 30"/>
                <a:gd name="T12" fmla="*/ 3 w 38"/>
                <a:gd name="T13" fmla="*/ 5 h 30"/>
                <a:gd name="T14" fmla="*/ 6 w 38"/>
                <a:gd name="T15" fmla="*/ 14 h 30"/>
                <a:gd name="T16" fmla="*/ 12 w 38"/>
                <a:gd name="T17" fmla="*/ 13 h 30"/>
                <a:gd name="T18" fmla="*/ 17 w 38"/>
                <a:gd name="T19" fmla="*/ 17 h 30"/>
                <a:gd name="T20" fmla="*/ 25 w 38"/>
                <a:gd name="T21" fmla="*/ 24 h 30"/>
                <a:gd name="T22" fmla="*/ 32 w 38"/>
                <a:gd name="T23" fmla="*/ 30 h 30"/>
                <a:gd name="T24" fmla="*/ 34 w 38"/>
                <a:gd name="T25" fmla="*/ 30 h 30"/>
                <a:gd name="T26" fmla="*/ 36 w 38"/>
                <a:gd name="T27" fmla="*/ 24 h 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30"/>
                <a:gd name="T44" fmla="*/ 38 w 38"/>
                <a:gd name="T45" fmla="*/ 30 h 3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30">
                  <a:moveTo>
                    <a:pt x="36" y="24"/>
                  </a:moveTo>
                  <a:cubicBezTo>
                    <a:pt x="35" y="23"/>
                    <a:pt x="36" y="19"/>
                    <a:pt x="38" y="17"/>
                  </a:cubicBezTo>
                  <a:cubicBezTo>
                    <a:pt x="33" y="12"/>
                    <a:pt x="29" y="6"/>
                    <a:pt x="26" y="3"/>
                  </a:cubicBezTo>
                  <a:cubicBezTo>
                    <a:pt x="24" y="3"/>
                    <a:pt x="22" y="3"/>
                    <a:pt x="21" y="2"/>
                  </a:cubicBezTo>
                  <a:cubicBezTo>
                    <a:pt x="18" y="0"/>
                    <a:pt x="12" y="2"/>
                    <a:pt x="10" y="0"/>
                  </a:cubicBezTo>
                  <a:cubicBezTo>
                    <a:pt x="8" y="0"/>
                    <a:pt x="6" y="0"/>
                    <a:pt x="3" y="0"/>
                  </a:cubicBezTo>
                  <a:cubicBezTo>
                    <a:pt x="4" y="2"/>
                    <a:pt x="4" y="4"/>
                    <a:pt x="3" y="5"/>
                  </a:cubicBezTo>
                  <a:cubicBezTo>
                    <a:pt x="0" y="6"/>
                    <a:pt x="0" y="12"/>
                    <a:pt x="6" y="14"/>
                  </a:cubicBezTo>
                  <a:cubicBezTo>
                    <a:pt x="11" y="17"/>
                    <a:pt x="9" y="13"/>
                    <a:pt x="12" y="13"/>
                  </a:cubicBezTo>
                  <a:cubicBezTo>
                    <a:pt x="15" y="13"/>
                    <a:pt x="15" y="17"/>
                    <a:pt x="17" y="17"/>
                  </a:cubicBezTo>
                  <a:cubicBezTo>
                    <a:pt x="20" y="17"/>
                    <a:pt x="25" y="20"/>
                    <a:pt x="25" y="24"/>
                  </a:cubicBezTo>
                  <a:cubicBezTo>
                    <a:pt x="25" y="28"/>
                    <a:pt x="27" y="30"/>
                    <a:pt x="32" y="30"/>
                  </a:cubicBezTo>
                  <a:cubicBezTo>
                    <a:pt x="32" y="30"/>
                    <a:pt x="33" y="30"/>
                    <a:pt x="34" y="30"/>
                  </a:cubicBezTo>
                  <a:cubicBezTo>
                    <a:pt x="35" y="28"/>
                    <a:pt x="36" y="25"/>
                    <a:pt x="36" y="2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6" name="Freeform 112"/>
            <p:cNvSpPr>
              <a:spLocks noChangeArrowheads="1"/>
            </p:cNvSpPr>
            <p:nvPr/>
          </p:nvSpPr>
          <p:spPr bwMode="auto">
            <a:xfrm>
              <a:off x="1843094" y="2259015"/>
              <a:ext cx="125413" cy="60326"/>
            </a:xfrm>
            <a:custGeom>
              <a:avLst/>
              <a:gdLst>
                <a:gd name="T0" fmla="*/ 59 w 66"/>
                <a:gd name="T1" fmla="*/ 9 h 31"/>
                <a:gd name="T2" fmla="*/ 43 w 66"/>
                <a:gd name="T3" fmla="*/ 2 h 31"/>
                <a:gd name="T4" fmla="*/ 27 w 66"/>
                <a:gd name="T5" fmla="*/ 8 h 31"/>
                <a:gd name="T6" fmla="*/ 9 w 66"/>
                <a:gd name="T7" fmla="*/ 7 h 31"/>
                <a:gd name="T8" fmla="*/ 4 w 66"/>
                <a:gd name="T9" fmla="*/ 2 h 31"/>
                <a:gd name="T10" fmla="*/ 2 w 66"/>
                <a:gd name="T11" fmla="*/ 9 h 31"/>
                <a:gd name="T12" fmla="*/ 0 w 66"/>
                <a:gd name="T13" fmla="*/ 15 h 31"/>
                <a:gd name="T14" fmla="*/ 15 w 66"/>
                <a:gd name="T15" fmla="*/ 22 h 31"/>
                <a:gd name="T16" fmla="*/ 23 w 66"/>
                <a:gd name="T17" fmla="*/ 27 h 31"/>
                <a:gd name="T18" fmla="*/ 32 w 66"/>
                <a:gd name="T19" fmla="*/ 25 h 31"/>
                <a:gd name="T20" fmla="*/ 29 w 66"/>
                <a:gd name="T21" fmla="*/ 19 h 31"/>
                <a:gd name="T22" fmla="*/ 35 w 66"/>
                <a:gd name="T23" fmla="*/ 13 h 31"/>
                <a:gd name="T24" fmla="*/ 47 w 66"/>
                <a:gd name="T25" fmla="*/ 9 h 31"/>
                <a:gd name="T26" fmla="*/ 50 w 66"/>
                <a:gd name="T27" fmla="*/ 17 h 31"/>
                <a:gd name="T28" fmla="*/ 57 w 66"/>
                <a:gd name="T29" fmla="*/ 29 h 31"/>
                <a:gd name="T30" fmla="*/ 65 w 66"/>
                <a:gd name="T31" fmla="*/ 21 h 31"/>
                <a:gd name="T32" fmla="*/ 66 w 66"/>
                <a:gd name="T33" fmla="*/ 18 h 31"/>
                <a:gd name="T34" fmla="*/ 59 w 66"/>
                <a:gd name="T35" fmla="*/ 9 h 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6"/>
                <a:gd name="T55" fmla="*/ 0 h 31"/>
                <a:gd name="T56" fmla="*/ 66 w 66"/>
                <a:gd name="T57" fmla="*/ 31 h 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6" h="31">
                  <a:moveTo>
                    <a:pt x="59" y="9"/>
                  </a:moveTo>
                  <a:cubicBezTo>
                    <a:pt x="55" y="3"/>
                    <a:pt x="48" y="4"/>
                    <a:pt x="43" y="2"/>
                  </a:cubicBezTo>
                  <a:cubicBezTo>
                    <a:pt x="39" y="0"/>
                    <a:pt x="33" y="2"/>
                    <a:pt x="27" y="8"/>
                  </a:cubicBezTo>
                  <a:cubicBezTo>
                    <a:pt x="22" y="13"/>
                    <a:pt x="14" y="10"/>
                    <a:pt x="9" y="7"/>
                  </a:cubicBezTo>
                  <a:cubicBezTo>
                    <a:pt x="8" y="6"/>
                    <a:pt x="6" y="4"/>
                    <a:pt x="4" y="2"/>
                  </a:cubicBezTo>
                  <a:cubicBezTo>
                    <a:pt x="2" y="4"/>
                    <a:pt x="1" y="8"/>
                    <a:pt x="2" y="9"/>
                  </a:cubicBezTo>
                  <a:cubicBezTo>
                    <a:pt x="2" y="10"/>
                    <a:pt x="1" y="13"/>
                    <a:pt x="0" y="15"/>
                  </a:cubicBezTo>
                  <a:cubicBezTo>
                    <a:pt x="5" y="16"/>
                    <a:pt x="12" y="18"/>
                    <a:pt x="15" y="22"/>
                  </a:cubicBezTo>
                  <a:cubicBezTo>
                    <a:pt x="19" y="26"/>
                    <a:pt x="21" y="23"/>
                    <a:pt x="23" y="27"/>
                  </a:cubicBezTo>
                  <a:cubicBezTo>
                    <a:pt x="25" y="31"/>
                    <a:pt x="31" y="28"/>
                    <a:pt x="32" y="25"/>
                  </a:cubicBezTo>
                  <a:cubicBezTo>
                    <a:pt x="33" y="23"/>
                    <a:pt x="29" y="22"/>
                    <a:pt x="29" y="19"/>
                  </a:cubicBezTo>
                  <a:cubicBezTo>
                    <a:pt x="28" y="16"/>
                    <a:pt x="34" y="17"/>
                    <a:pt x="35" y="13"/>
                  </a:cubicBezTo>
                  <a:cubicBezTo>
                    <a:pt x="36" y="10"/>
                    <a:pt x="44" y="8"/>
                    <a:pt x="47" y="9"/>
                  </a:cubicBezTo>
                  <a:cubicBezTo>
                    <a:pt x="51" y="11"/>
                    <a:pt x="54" y="13"/>
                    <a:pt x="50" y="17"/>
                  </a:cubicBezTo>
                  <a:cubicBezTo>
                    <a:pt x="48" y="20"/>
                    <a:pt x="53" y="25"/>
                    <a:pt x="57" y="29"/>
                  </a:cubicBezTo>
                  <a:cubicBezTo>
                    <a:pt x="60" y="26"/>
                    <a:pt x="63" y="22"/>
                    <a:pt x="65" y="21"/>
                  </a:cubicBezTo>
                  <a:cubicBezTo>
                    <a:pt x="65" y="21"/>
                    <a:pt x="66" y="19"/>
                    <a:pt x="66" y="18"/>
                  </a:cubicBezTo>
                  <a:cubicBezTo>
                    <a:pt x="64" y="17"/>
                    <a:pt x="62" y="13"/>
                    <a:pt x="59" y="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7" name="Freeform 113"/>
            <p:cNvSpPr>
              <a:spLocks noChangeArrowheads="1"/>
            </p:cNvSpPr>
            <p:nvPr/>
          </p:nvSpPr>
          <p:spPr bwMode="auto">
            <a:xfrm>
              <a:off x="1928820" y="2197103"/>
              <a:ext cx="257176" cy="366713"/>
            </a:xfrm>
            <a:custGeom>
              <a:avLst/>
              <a:gdLst>
                <a:gd name="T0" fmla="*/ 21 w 135"/>
                <a:gd name="T1" fmla="*/ 140 h 192"/>
                <a:gd name="T2" fmla="*/ 30 w 135"/>
                <a:gd name="T3" fmla="*/ 140 h 192"/>
                <a:gd name="T4" fmla="*/ 38 w 135"/>
                <a:gd name="T5" fmla="*/ 146 h 192"/>
                <a:gd name="T6" fmla="*/ 38 w 135"/>
                <a:gd name="T7" fmla="*/ 147 h 192"/>
                <a:gd name="T8" fmla="*/ 48 w 135"/>
                <a:gd name="T9" fmla="*/ 147 h 192"/>
                <a:gd name="T10" fmla="*/ 55 w 135"/>
                <a:gd name="T11" fmla="*/ 156 h 192"/>
                <a:gd name="T12" fmla="*/ 62 w 135"/>
                <a:gd name="T13" fmla="*/ 163 h 192"/>
                <a:gd name="T14" fmla="*/ 66 w 135"/>
                <a:gd name="T15" fmla="*/ 170 h 192"/>
                <a:gd name="T16" fmla="*/ 79 w 135"/>
                <a:gd name="T17" fmla="*/ 172 h 192"/>
                <a:gd name="T18" fmla="*/ 86 w 135"/>
                <a:gd name="T19" fmla="*/ 171 h 192"/>
                <a:gd name="T20" fmla="*/ 93 w 135"/>
                <a:gd name="T21" fmla="*/ 170 h 192"/>
                <a:gd name="T22" fmla="*/ 101 w 135"/>
                <a:gd name="T23" fmla="*/ 177 h 192"/>
                <a:gd name="T24" fmla="*/ 95 w 135"/>
                <a:gd name="T25" fmla="*/ 187 h 192"/>
                <a:gd name="T26" fmla="*/ 102 w 135"/>
                <a:gd name="T27" fmla="*/ 192 h 192"/>
                <a:gd name="T28" fmla="*/ 103 w 135"/>
                <a:gd name="T29" fmla="*/ 192 h 192"/>
                <a:gd name="T30" fmla="*/ 107 w 135"/>
                <a:gd name="T31" fmla="*/ 177 h 192"/>
                <a:gd name="T32" fmla="*/ 109 w 135"/>
                <a:gd name="T33" fmla="*/ 161 h 192"/>
                <a:gd name="T34" fmla="*/ 102 w 135"/>
                <a:gd name="T35" fmla="*/ 143 h 192"/>
                <a:gd name="T36" fmla="*/ 110 w 135"/>
                <a:gd name="T37" fmla="*/ 137 h 192"/>
                <a:gd name="T38" fmla="*/ 108 w 135"/>
                <a:gd name="T39" fmla="*/ 132 h 192"/>
                <a:gd name="T40" fmla="*/ 105 w 135"/>
                <a:gd name="T41" fmla="*/ 126 h 192"/>
                <a:gd name="T42" fmla="*/ 122 w 135"/>
                <a:gd name="T43" fmla="*/ 125 h 192"/>
                <a:gd name="T44" fmla="*/ 134 w 135"/>
                <a:gd name="T45" fmla="*/ 121 h 192"/>
                <a:gd name="T46" fmla="*/ 132 w 135"/>
                <a:gd name="T47" fmla="*/ 115 h 192"/>
                <a:gd name="T48" fmla="*/ 133 w 135"/>
                <a:gd name="T49" fmla="*/ 106 h 192"/>
                <a:gd name="T50" fmla="*/ 128 w 135"/>
                <a:gd name="T51" fmla="*/ 98 h 192"/>
                <a:gd name="T52" fmla="*/ 131 w 135"/>
                <a:gd name="T53" fmla="*/ 77 h 192"/>
                <a:gd name="T54" fmla="*/ 118 w 135"/>
                <a:gd name="T55" fmla="*/ 74 h 192"/>
                <a:gd name="T56" fmla="*/ 102 w 135"/>
                <a:gd name="T57" fmla="*/ 67 h 192"/>
                <a:gd name="T58" fmla="*/ 83 w 135"/>
                <a:gd name="T59" fmla="*/ 65 h 192"/>
                <a:gd name="T60" fmla="*/ 75 w 135"/>
                <a:gd name="T61" fmla="*/ 50 h 192"/>
                <a:gd name="T62" fmla="*/ 70 w 135"/>
                <a:gd name="T63" fmla="*/ 43 h 192"/>
                <a:gd name="T64" fmla="*/ 65 w 135"/>
                <a:gd name="T65" fmla="*/ 40 h 192"/>
                <a:gd name="T66" fmla="*/ 67 w 135"/>
                <a:gd name="T67" fmla="*/ 35 h 192"/>
                <a:gd name="T68" fmla="*/ 69 w 135"/>
                <a:gd name="T69" fmla="*/ 27 h 192"/>
                <a:gd name="T70" fmla="*/ 78 w 135"/>
                <a:gd name="T71" fmla="*/ 14 h 192"/>
                <a:gd name="T72" fmla="*/ 82 w 135"/>
                <a:gd name="T73" fmla="*/ 12 h 192"/>
                <a:gd name="T74" fmla="*/ 85 w 135"/>
                <a:gd name="T75" fmla="*/ 10 h 192"/>
                <a:gd name="T76" fmla="*/ 87 w 135"/>
                <a:gd name="T77" fmla="*/ 3 h 192"/>
                <a:gd name="T78" fmla="*/ 75 w 135"/>
                <a:gd name="T79" fmla="*/ 9 h 192"/>
                <a:gd name="T80" fmla="*/ 65 w 135"/>
                <a:gd name="T81" fmla="*/ 14 h 192"/>
                <a:gd name="T82" fmla="*/ 55 w 135"/>
                <a:gd name="T83" fmla="*/ 18 h 192"/>
                <a:gd name="T84" fmla="*/ 49 w 135"/>
                <a:gd name="T85" fmla="*/ 17 h 192"/>
                <a:gd name="T86" fmla="*/ 39 w 135"/>
                <a:gd name="T87" fmla="*/ 27 h 192"/>
                <a:gd name="T88" fmla="*/ 35 w 135"/>
                <a:gd name="T89" fmla="*/ 37 h 192"/>
                <a:gd name="T90" fmla="*/ 24 w 135"/>
                <a:gd name="T91" fmla="*/ 50 h 192"/>
                <a:gd name="T92" fmla="*/ 21 w 135"/>
                <a:gd name="T93" fmla="*/ 51 h 192"/>
                <a:gd name="T94" fmla="*/ 20 w 135"/>
                <a:gd name="T95" fmla="*/ 54 h 192"/>
                <a:gd name="T96" fmla="*/ 12 w 135"/>
                <a:gd name="T97" fmla="*/ 62 h 192"/>
                <a:gd name="T98" fmla="*/ 16 w 135"/>
                <a:gd name="T99" fmla="*/ 65 h 192"/>
                <a:gd name="T100" fmla="*/ 18 w 135"/>
                <a:gd name="T101" fmla="*/ 74 h 192"/>
                <a:gd name="T102" fmla="*/ 18 w 135"/>
                <a:gd name="T103" fmla="*/ 80 h 192"/>
                <a:gd name="T104" fmla="*/ 20 w 135"/>
                <a:gd name="T105" fmla="*/ 98 h 192"/>
                <a:gd name="T106" fmla="*/ 17 w 135"/>
                <a:gd name="T107" fmla="*/ 108 h 192"/>
                <a:gd name="T108" fmla="*/ 8 w 135"/>
                <a:gd name="T109" fmla="*/ 115 h 192"/>
                <a:gd name="T110" fmla="*/ 2 w 135"/>
                <a:gd name="T111" fmla="*/ 122 h 192"/>
                <a:gd name="T112" fmla="*/ 0 w 135"/>
                <a:gd name="T113" fmla="*/ 127 h 192"/>
                <a:gd name="T114" fmla="*/ 14 w 135"/>
                <a:gd name="T115" fmla="*/ 135 h 192"/>
                <a:gd name="T116" fmla="*/ 21 w 135"/>
                <a:gd name="T117" fmla="*/ 140 h 19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35"/>
                <a:gd name="T178" fmla="*/ 0 h 192"/>
                <a:gd name="T179" fmla="*/ 135 w 135"/>
                <a:gd name="T180" fmla="*/ 192 h 192"/>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35" h="192">
                  <a:moveTo>
                    <a:pt x="21" y="140"/>
                  </a:moveTo>
                  <a:cubicBezTo>
                    <a:pt x="24" y="142"/>
                    <a:pt x="29" y="141"/>
                    <a:pt x="30" y="140"/>
                  </a:cubicBezTo>
                  <a:cubicBezTo>
                    <a:pt x="31" y="139"/>
                    <a:pt x="34" y="142"/>
                    <a:pt x="38" y="146"/>
                  </a:cubicBezTo>
                  <a:cubicBezTo>
                    <a:pt x="38" y="146"/>
                    <a:pt x="38" y="147"/>
                    <a:pt x="38" y="147"/>
                  </a:cubicBezTo>
                  <a:cubicBezTo>
                    <a:pt x="42" y="146"/>
                    <a:pt x="46" y="145"/>
                    <a:pt x="48" y="147"/>
                  </a:cubicBezTo>
                  <a:cubicBezTo>
                    <a:pt x="51" y="148"/>
                    <a:pt x="50" y="156"/>
                    <a:pt x="55" y="156"/>
                  </a:cubicBezTo>
                  <a:cubicBezTo>
                    <a:pt x="59" y="156"/>
                    <a:pt x="62" y="161"/>
                    <a:pt x="62" y="163"/>
                  </a:cubicBezTo>
                  <a:cubicBezTo>
                    <a:pt x="61" y="165"/>
                    <a:pt x="66" y="167"/>
                    <a:pt x="66" y="170"/>
                  </a:cubicBezTo>
                  <a:cubicBezTo>
                    <a:pt x="66" y="174"/>
                    <a:pt x="77" y="173"/>
                    <a:pt x="79" y="172"/>
                  </a:cubicBezTo>
                  <a:cubicBezTo>
                    <a:pt x="81" y="170"/>
                    <a:pt x="84" y="170"/>
                    <a:pt x="86" y="171"/>
                  </a:cubicBezTo>
                  <a:cubicBezTo>
                    <a:pt x="88" y="172"/>
                    <a:pt x="91" y="170"/>
                    <a:pt x="93" y="170"/>
                  </a:cubicBezTo>
                  <a:cubicBezTo>
                    <a:pt x="95" y="171"/>
                    <a:pt x="103" y="174"/>
                    <a:pt x="101" y="177"/>
                  </a:cubicBezTo>
                  <a:cubicBezTo>
                    <a:pt x="100" y="180"/>
                    <a:pt x="94" y="184"/>
                    <a:pt x="95" y="187"/>
                  </a:cubicBezTo>
                  <a:cubicBezTo>
                    <a:pt x="96" y="188"/>
                    <a:pt x="100" y="190"/>
                    <a:pt x="102" y="192"/>
                  </a:cubicBezTo>
                  <a:cubicBezTo>
                    <a:pt x="102" y="192"/>
                    <a:pt x="103" y="192"/>
                    <a:pt x="103" y="192"/>
                  </a:cubicBezTo>
                  <a:cubicBezTo>
                    <a:pt x="106" y="191"/>
                    <a:pt x="107" y="180"/>
                    <a:pt x="107" y="177"/>
                  </a:cubicBezTo>
                  <a:cubicBezTo>
                    <a:pt x="107" y="173"/>
                    <a:pt x="108" y="165"/>
                    <a:pt x="109" y="161"/>
                  </a:cubicBezTo>
                  <a:cubicBezTo>
                    <a:pt x="111" y="155"/>
                    <a:pt x="102" y="150"/>
                    <a:pt x="102" y="143"/>
                  </a:cubicBezTo>
                  <a:cubicBezTo>
                    <a:pt x="102" y="136"/>
                    <a:pt x="106" y="140"/>
                    <a:pt x="110" y="137"/>
                  </a:cubicBezTo>
                  <a:cubicBezTo>
                    <a:pt x="114" y="134"/>
                    <a:pt x="110" y="133"/>
                    <a:pt x="108" y="132"/>
                  </a:cubicBezTo>
                  <a:cubicBezTo>
                    <a:pt x="106" y="132"/>
                    <a:pt x="104" y="128"/>
                    <a:pt x="105" y="126"/>
                  </a:cubicBezTo>
                  <a:cubicBezTo>
                    <a:pt x="105" y="124"/>
                    <a:pt x="118" y="125"/>
                    <a:pt x="122" y="125"/>
                  </a:cubicBezTo>
                  <a:cubicBezTo>
                    <a:pt x="126" y="125"/>
                    <a:pt x="134" y="121"/>
                    <a:pt x="134" y="121"/>
                  </a:cubicBezTo>
                  <a:cubicBezTo>
                    <a:pt x="134" y="120"/>
                    <a:pt x="135" y="117"/>
                    <a:pt x="132" y="115"/>
                  </a:cubicBezTo>
                  <a:cubicBezTo>
                    <a:pt x="129" y="112"/>
                    <a:pt x="130" y="109"/>
                    <a:pt x="133" y="106"/>
                  </a:cubicBezTo>
                  <a:cubicBezTo>
                    <a:pt x="135" y="104"/>
                    <a:pt x="131" y="101"/>
                    <a:pt x="128" y="98"/>
                  </a:cubicBezTo>
                  <a:cubicBezTo>
                    <a:pt x="125" y="94"/>
                    <a:pt x="128" y="83"/>
                    <a:pt x="131" y="77"/>
                  </a:cubicBezTo>
                  <a:cubicBezTo>
                    <a:pt x="134" y="72"/>
                    <a:pt x="124" y="73"/>
                    <a:pt x="118" y="74"/>
                  </a:cubicBezTo>
                  <a:cubicBezTo>
                    <a:pt x="111" y="74"/>
                    <a:pt x="106" y="72"/>
                    <a:pt x="102" y="67"/>
                  </a:cubicBezTo>
                  <a:cubicBezTo>
                    <a:pt x="98" y="61"/>
                    <a:pt x="92" y="65"/>
                    <a:pt x="83" y="65"/>
                  </a:cubicBezTo>
                  <a:cubicBezTo>
                    <a:pt x="73" y="65"/>
                    <a:pt x="75" y="54"/>
                    <a:pt x="75" y="50"/>
                  </a:cubicBezTo>
                  <a:cubicBezTo>
                    <a:pt x="76" y="46"/>
                    <a:pt x="70" y="45"/>
                    <a:pt x="70" y="43"/>
                  </a:cubicBezTo>
                  <a:cubicBezTo>
                    <a:pt x="70" y="40"/>
                    <a:pt x="68" y="40"/>
                    <a:pt x="65" y="40"/>
                  </a:cubicBezTo>
                  <a:cubicBezTo>
                    <a:pt x="63" y="40"/>
                    <a:pt x="65" y="37"/>
                    <a:pt x="67" y="35"/>
                  </a:cubicBezTo>
                  <a:cubicBezTo>
                    <a:pt x="69" y="33"/>
                    <a:pt x="68" y="31"/>
                    <a:pt x="69" y="27"/>
                  </a:cubicBezTo>
                  <a:cubicBezTo>
                    <a:pt x="69" y="22"/>
                    <a:pt x="75" y="18"/>
                    <a:pt x="78" y="14"/>
                  </a:cubicBezTo>
                  <a:cubicBezTo>
                    <a:pt x="79" y="13"/>
                    <a:pt x="80" y="12"/>
                    <a:pt x="82" y="12"/>
                  </a:cubicBezTo>
                  <a:cubicBezTo>
                    <a:pt x="82" y="11"/>
                    <a:pt x="83" y="10"/>
                    <a:pt x="85" y="10"/>
                  </a:cubicBezTo>
                  <a:cubicBezTo>
                    <a:pt x="90" y="9"/>
                    <a:pt x="92" y="5"/>
                    <a:pt x="87" y="3"/>
                  </a:cubicBezTo>
                  <a:cubicBezTo>
                    <a:pt x="83" y="0"/>
                    <a:pt x="80" y="8"/>
                    <a:pt x="75" y="9"/>
                  </a:cubicBezTo>
                  <a:cubicBezTo>
                    <a:pt x="69" y="9"/>
                    <a:pt x="68" y="13"/>
                    <a:pt x="65" y="14"/>
                  </a:cubicBezTo>
                  <a:cubicBezTo>
                    <a:pt x="61" y="16"/>
                    <a:pt x="55" y="15"/>
                    <a:pt x="55" y="18"/>
                  </a:cubicBezTo>
                  <a:cubicBezTo>
                    <a:pt x="54" y="21"/>
                    <a:pt x="52" y="18"/>
                    <a:pt x="49" y="17"/>
                  </a:cubicBezTo>
                  <a:cubicBezTo>
                    <a:pt x="46" y="16"/>
                    <a:pt x="39" y="23"/>
                    <a:pt x="39" y="27"/>
                  </a:cubicBezTo>
                  <a:cubicBezTo>
                    <a:pt x="39" y="30"/>
                    <a:pt x="40" y="34"/>
                    <a:pt x="35" y="37"/>
                  </a:cubicBezTo>
                  <a:cubicBezTo>
                    <a:pt x="29" y="41"/>
                    <a:pt x="26" y="47"/>
                    <a:pt x="24" y="50"/>
                  </a:cubicBezTo>
                  <a:cubicBezTo>
                    <a:pt x="23" y="51"/>
                    <a:pt x="22" y="51"/>
                    <a:pt x="21" y="51"/>
                  </a:cubicBezTo>
                  <a:cubicBezTo>
                    <a:pt x="21" y="52"/>
                    <a:pt x="20" y="54"/>
                    <a:pt x="20" y="54"/>
                  </a:cubicBezTo>
                  <a:cubicBezTo>
                    <a:pt x="18" y="55"/>
                    <a:pt x="15" y="59"/>
                    <a:pt x="12" y="62"/>
                  </a:cubicBezTo>
                  <a:cubicBezTo>
                    <a:pt x="13" y="63"/>
                    <a:pt x="15" y="64"/>
                    <a:pt x="16" y="65"/>
                  </a:cubicBezTo>
                  <a:cubicBezTo>
                    <a:pt x="19" y="69"/>
                    <a:pt x="17" y="72"/>
                    <a:pt x="18" y="74"/>
                  </a:cubicBezTo>
                  <a:cubicBezTo>
                    <a:pt x="19" y="76"/>
                    <a:pt x="20" y="79"/>
                    <a:pt x="18" y="80"/>
                  </a:cubicBezTo>
                  <a:cubicBezTo>
                    <a:pt x="16" y="82"/>
                    <a:pt x="18" y="95"/>
                    <a:pt x="20" y="98"/>
                  </a:cubicBezTo>
                  <a:cubicBezTo>
                    <a:pt x="22" y="100"/>
                    <a:pt x="20" y="103"/>
                    <a:pt x="17" y="108"/>
                  </a:cubicBezTo>
                  <a:cubicBezTo>
                    <a:pt x="15" y="113"/>
                    <a:pt x="13" y="115"/>
                    <a:pt x="8" y="115"/>
                  </a:cubicBezTo>
                  <a:cubicBezTo>
                    <a:pt x="4" y="115"/>
                    <a:pt x="4" y="122"/>
                    <a:pt x="2" y="122"/>
                  </a:cubicBezTo>
                  <a:cubicBezTo>
                    <a:pt x="1" y="122"/>
                    <a:pt x="0" y="125"/>
                    <a:pt x="0" y="127"/>
                  </a:cubicBezTo>
                  <a:cubicBezTo>
                    <a:pt x="4" y="131"/>
                    <a:pt x="12" y="135"/>
                    <a:pt x="14" y="135"/>
                  </a:cubicBezTo>
                  <a:cubicBezTo>
                    <a:pt x="16" y="135"/>
                    <a:pt x="18" y="138"/>
                    <a:pt x="21" y="14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8" name="Freeform 114"/>
            <p:cNvSpPr>
              <a:spLocks noChangeArrowheads="1"/>
            </p:cNvSpPr>
            <p:nvPr/>
          </p:nvSpPr>
          <p:spPr bwMode="auto">
            <a:xfrm>
              <a:off x="2130432" y="2684465"/>
              <a:ext cx="266701" cy="300039"/>
            </a:xfrm>
            <a:custGeom>
              <a:avLst/>
              <a:gdLst>
                <a:gd name="T0" fmla="*/ 137 w 139"/>
                <a:gd name="T1" fmla="*/ 94 h 157"/>
                <a:gd name="T2" fmla="*/ 130 w 139"/>
                <a:gd name="T3" fmla="*/ 83 h 157"/>
                <a:gd name="T4" fmla="*/ 121 w 139"/>
                <a:gd name="T5" fmla="*/ 77 h 157"/>
                <a:gd name="T6" fmla="*/ 109 w 139"/>
                <a:gd name="T7" fmla="*/ 71 h 157"/>
                <a:gd name="T8" fmla="*/ 107 w 139"/>
                <a:gd name="T9" fmla="*/ 62 h 157"/>
                <a:gd name="T10" fmla="*/ 106 w 139"/>
                <a:gd name="T11" fmla="*/ 53 h 157"/>
                <a:gd name="T12" fmla="*/ 101 w 139"/>
                <a:gd name="T13" fmla="*/ 46 h 157"/>
                <a:gd name="T14" fmla="*/ 89 w 139"/>
                <a:gd name="T15" fmla="*/ 43 h 157"/>
                <a:gd name="T16" fmla="*/ 80 w 139"/>
                <a:gd name="T17" fmla="*/ 39 h 157"/>
                <a:gd name="T18" fmla="*/ 75 w 139"/>
                <a:gd name="T19" fmla="*/ 35 h 157"/>
                <a:gd name="T20" fmla="*/ 67 w 139"/>
                <a:gd name="T21" fmla="*/ 33 h 157"/>
                <a:gd name="T22" fmla="*/ 54 w 139"/>
                <a:gd name="T23" fmla="*/ 25 h 157"/>
                <a:gd name="T24" fmla="*/ 50 w 139"/>
                <a:gd name="T25" fmla="*/ 3 h 157"/>
                <a:gd name="T26" fmla="*/ 39 w 139"/>
                <a:gd name="T27" fmla="*/ 2 h 157"/>
                <a:gd name="T28" fmla="*/ 26 w 139"/>
                <a:gd name="T29" fmla="*/ 8 h 157"/>
                <a:gd name="T30" fmla="*/ 16 w 139"/>
                <a:gd name="T31" fmla="*/ 13 h 157"/>
                <a:gd name="T32" fmla="*/ 7 w 139"/>
                <a:gd name="T33" fmla="*/ 16 h 157"/>
                <a:gd name="T34" fmla="*/ 3 w 139"/>
                <a:gd name="T35" fmla="*/ 15 h 157"/>
                <a:gd name="T36" fmla="*/ 11 w 139"/>
                <a:gd name="T37" fmla="*/ 31 h 157"/>
                <a:gd name="T38" fmla="*/ 8 w 139"/>
                <a:gd name="T39" fmla="*/ 37 h 157"/>
                <a:gd name="T40" fmla="*/ 9 w 139"/>
                <a:gd name="T41" fmla="*/ 53 h 157"/>
                <a:gd name="T42" fmla="*/ 6 w 139"/>
                <a:gd name="T43" fmla="*/ 62 h 157"/>
                <a:gd name="T44" fmla="*/ 3 w 139"/>
                <a:gd name="T45" fmla="*/ 72 h 157"/>
                <a:gd name="T46" fmla="*/ 8 w 139"/>
                <a:gd name="T47" fmla="*/ 77 h 157"/>
                <a:gd name="T48" fmla="*/ 2 w 139"/>
                <a:gd name="T49" fmla="*/ 86 h 157"/>
                <a:gd name="T50" fmla="*/ 1 w 139"/>
                <a:gd name="T51" fmla="*/ 90 h 157"/>
                <a:gd name="T52" fmla="*/ 5 w 139"/>
                <a:gd name="T53" fmla="*/ 96 h 157"/>
                <a:gd name="T54" fmla="*/ 8 w 139"/>
                <a:gd name="T55" fmla="*/ 108 h 157"/>
                <a:gd name="T56" fmla="*/ 13 w 139"/>
                <a:gd name="T57" fmla="*/ 114 h 157"/>
                <a:gd name="T58" fmla="*/ 10 w 139"/>
                <a:gd name="T59" fmla="*/ 122 h 157"/>
                <a:gd name="T60" fmla="*/ 14 w 139"/>
                <a:gd name="T61" fmla="*/ 132 h 157"/>
                <a:gd name="T62" fmla="*/ 18 w 139"/>
                <a:gd name="T63" fmla="*/ 142 h 157"/>
                <a:gd name="T64" fmla="*/ 21 w 139"/>
                <a:gd name="T65" fmla="*/ 154 h 157"/>
                <a:gd name="T66" fmla="*/ 36 w 139"/>
                <a:gd name="T67" fmla="*/ 145 h 157"/>
                <a:gd name="T68" fmla="*/ 46 w 139"/>
                <a:gd name="T69" fmla="*/ 145 h 157"/>
                <a:gd name="T70" fmla="*/ 59 w 139"/>
                <a:gd name="T71" fmla="*/ 150 h 157"/>
                <a:gd name="T72" fmla="*/ 66 w 139"/>
                <a:gd name="T73" fmla="*/ 144 h 157"/>
                <a:gd name="T74" fmla="*/ 81 w 139"/>
                <a:gd name="T75" fmla="*/ 144 h 157"/>
                <a:gd name="T76" fmla="*/ 84 w 139"/>
                <a:gd name="T77" fmla="*/ 126 h 157"/>
                <a:gd name="T78" fmla="*/ 93 w 139"/>
                <a:gd name="T79" fmla="*/ 116 h 157"/>
                <a:gd name="T80" fmla="*/ 107 w 139"/>
                <a:gd name="T81" fmla="*/ 113 h 157"/>
                <a:gd name="T82" fmla="*/ 120 w 139"/>
                <a:gd name="T83" fmla="*/ 112 h 157"/>
                <a:gd name="T84" fmla="*/ 130 w 139"/>
                <a:gd name="T85" fmla="*/ 117 h 157"/>
                <a:gd name="T86" fmla="*/ 136 w 139"/>
                <a:gd name="T87" fmla="*/ 108 h 157"/>
                <a:gd name="T88" fmla="*/ 137 w 139"/>
                <a:gd name="T89" fmla="*/ 94 h 15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9"/>
                <a:gd name="T136" fmla="*/ 0 h 157"/>
                <a:gd name="T137" fmla="*/ 139 w 139"/>
                <a:gd name="T138" fmla="*/ 157 h 15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9" h="157">
                  <a:moveTo>
                    <a:pt x="137" y="94"/>
                  </a:moveTo>
                  <a:cubicBezTo>
                    <a:pt x="135" y="89"/>
                    <a:pt x="130" y="88"/>
                    <a:pt x="130" y="83"/>
                  </a:cubicBezTo>
                  <a:cubicBezTo>
                    <a:pt x="130" y="77"/>
                    <a:pt x="128" y="77"/>
                    <a:pt x="121" y="77"/>
                  </a:cubicBezTo>
                  <a:cubicBezTo>
                    <a:pt x="114" y="77"/>
                    <a:pt x="109" y="76"/>
                    <a:pt x="109" y="71"/>
                  </a:cubicBezTo>
                  <a:cubicBezTo>
                    <a:pt x="108" y="67"/>
                    <a:pt x="104" y="64"/>
                    <a:pt x="107" y="62"/>
                  </a:cubicBezTo>
                  <a:cubicBezTo>
                    <a:pt x="111" y="60"/>
                    <a:pt x="105" y="57"/>
                    <a:pt x="106" y="53"/>
                  </a:cubicBezTo>
                  <a:cubicBezTo>
                    <a:pt x="106" y="49"/>
                    <a:pt x="104" y="48"/>
                    <a:pt x="101" y="46"/>
                  </a:cubicBezTo>
                  <a:cubicBezTo>
                    <a:pt x="99" y="44"/>
                    <a:pt x="89" y="47"/>
                    <a:pt x="89" y="43"/>
                  </a:cubicBezTo>
                  <a:cubicBezTo>
                    <a:pt x="89" y="39"/>
                    <a:pt x="83" y="39"/>
                    <a:pt x="80" y="39"/>
                  </a:cubicBezTo>
                  <a:cubicBezTo>
                    <a:pt x="76" y="39"/>
                    <a:pt x="79" y="34"/>
                    <a:pt x="75" y="35"/>
                  </a:cubicBezTo>
                  <a:cubicBezTo>
                    <a:pt x="71" y="35"/>
                    <a:pt x="72" y="32"/>
                    <a:pt x="67" y="33"/>
                  </a:cubicBezTo>
                  <a:cubicBezTo>
                    <a:pt x="62" y="34"/>
                    <a:pt x="59" y="31"/>
                    <a:pt x="54" y="25"/>
                  </a:cubicBezTo>
                  <a:cubicBezTo>
                    <a:pt x="48" y="19"/>
                    <a:pt x="49" y="6"/>
                    <a:pt x="50" y="3"/>
                  </a:cubicBezTo>
                  <a:cubicBezTo>
                    <a:pt x="51" y="0"/>
                    <a:pt x="44" y="2"/>
                    <a:pt x="39" y="2"/>
                  </a:cubicBezTo>
                  <a:cubicBezTo>
                    <a:pt x="35" y="2"/>
                    <a:pt x="31" y="6"/>
                    <a:pt x="26" y="8"/>
                  </a:cubicBezTo>
                  <a:cubicBezTo>
                    <a:pt x="21" y="11"/>
                    <a:pt x="19" y="11"/>
                    <a:pt x="16" y="13"/>
                  </a:cubicBezTo>
                  <a:cubicBezTo>
                    <a:pt x="14" y="16"/>
                    <a:pt x="10" y="17"/>
                    <a:pt x="7" y="16"/>
                  </a:cubicBezTo>
                  <a:cubicBezTo>
                    <a:pt x="6" y="15"/>
                    <a:pt x="4" y="15"/>
                    <a:pt x="3" y="15"/>
                  </a:cubicBezTo>
                  <a:cubicBezTo>
                    <a:pt x="5" y="20"/>
                    <a:pt x="10" y="28"/>
                    <a:pt x="11" y="31"/>
                  </a:cubicBezTo>
                  <a:cubicBezTo>
                    <a:pt x="12" y="34"/>
                    <a:pt x="9" y="35"/>
                    <a:pt x="8" y="37"/>
                  </a:cubicBezTo>
                  <a:cubicBezTo>
                    <a:pt x="6" y="38"/>
                    <a:pt x="8" y="50"/>
                    <a:pt x="9" y="53"/>
                  </a:cubicBezTo>
                  <a:cubicBezTo>
                    <a:pt x="9" y="55"/>
                    <a:pt x="4" y="60"/>
                    <a:pt x="6" y="62"/>
                  </a:cubicBezTo>
                  <a:cubicBezTo>
                    <a:pt x="8" y="64"/>
                    <a:pt x="3" y="69"/>
                    <a:pt x="3" y="72"/>
                  </a:cubicBezTo>
                  <a:cubicBezTo>
                    <a:pt x="3" y="75"/>
                    <a:pt x="8" y="75"/>
                    <a:pt x="8" y="77"/>
                  </a:cubicBezTo>
                  <a:cubicBezTo>
                    <a:pt x="8" y="79"/>
                    <a:pt x="4" y="85"/>
                    <a:pt x="2" y="86"/>
                  </a:cubicBezTo>
                  <a:cubicBezTo>
                    <a:pt x="0" y="87"/>
                    <a:pt x="0" y="88"/>
                    <a:pt x="1" y="90"/>
                  </a:cubicBezTo>
                  <a:cubicBezTo>
                    <a:pt x="1" y="90"/>
                    <a:pt x="2" y="93"/>
                    <a:pt x="5" y="96"/>
                  </a:cubicBezTo>
                  <a:cubicBezTo>
                    <a:pt x="9" y="99"/>
                    <a:pt x="5" y="104"/>
                    <a:pt x="8" y="108"/>
                  </a:cubicBezTo>
                  <a:cubicBezTo>
                    <a:pt x="11" y="112"/>
                    <a:pt x="15" y="112"/>
                    <a:pt x="13" y="114"/>
                  </a:cubicBezTo>
                  <a:cubicBezTo>
                    <a:pt x="10" y="116"/>
                    <a:pt x="13" y="120"/>
                    <a:pt x="10" y="122"/>
                  </a:cubicBezTo>
                  <a:cubicBezTo>
                    <a:pt x="8" y="124"/>
                    <a:pt x="11" y="130"/>
                    <a:pt x="14" y="132"/>
                  </a:cubicBezTo>
                  <a:cubicBezTo>
                    <a:pt x="17" y="133"/>
                    <a:pt x="15" y="139"/>
                    <a:pt x="18" y="142"/>
                  </a:cubicBezTo>
                  <a:cubicBezTo>
                    <a:pt x="21" y="145"/>
                    <a:pt x="20" y="152"/>
                    <a:pt x="21" y="154"/>
                  </a:cubicBezTo>
                  <a:cubicBezTo>
                    <a:pt x="22" y="157"/>
                    <a:pt x="31" y="151"/>
                    <a:pt x="36" y="145"/>
                  </a:cubicBezTo>
                  <a:cubicBezTo>
                    <a:pt x="42" y="140"/>
                    <a:pt x="41" y="144"/>
                    <a:pt x="46" y="145"/>
                  </a:cubicBezTo>
                  <a:cubicBezTo>
                    <a:pt x="51" y="146"/>
                    <a:pt x="57" y="146"/>
                    <a:pt x="59" y="150"/>
                  </a:cubicBezTo>
                  <a:cubicBezTo>
                    <a:pt x="62" y="155"/>
                    <a:pt x="64" y="146"/>
                    <a:pt x="66" y="144"/>
                  </a:cubicBezTo>
                  <a:cubicBezTo>
                    <a:pt x="68" y="142"/>
                    <a:pt x="79" y="144"/>
                    <a:pt x="81" y="144"/>
                  </a:cubicBezTo>
                  <a:cubicBezTo>
                    <a:pt x="83" y="143"/>
                    <a:pt x="85" y="129"/>
                    <a:pt x="84" y="126"/>
                  </a:cubicBezTo>
                  <a:cubicBezTo>
                    <a:pt x="84" y="124"/>
                    <a:pt x="89" y="118"/>
                    <a:pt x="93" y="116"/>
                  </a:cubicBezTo>
                  <a:cubicBezTo>
                    <a:pt x="97" y="113"/>
                    <a:pt x="103" y="115"/>
                    <a:pt x="107" y="113"/>
                  </a:cubicBezTo>
                  <a:cubicBezTo>
                    <a:pt x="110" y="112"/>
                    <a:pt x="115" y="112"/>
                    <a:pt x="120" y="112"/>
                  </a:cubicBezTo>
                  <a:cubicBezTo>
                    <a:pt x="124" y="112"/>
                    <a:pt x="128" y="117"/>
                    <a:pt x="130" y="117"/>
                  </a:cubicBezTo>
                  <a:cubicBezTo>
                    <a:pt x="133" y="117"/>
                    <a:pt x="136" y="112"/>
                    <a:pt x="136" y="108"/>
                  </a:cubicBezTo>
                  <a:cubicBezTo>
                    <a:pt x="135" y="104"/>
                    <a:pt x="139" y="99"/>
                    <a:pt x="137" y="9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9" name="Freeform 115"/>
            <p:cNvSpPr>
              <a:spLocks noChangeArrowheads="1"/>
            </p:cNvSpPr>
            <p:nvPr/>
          </p:nvSpPr>
          <p:spPr bwMode="auto">
            <a:xfrm>
              <a:off x="1874844" y="2473328"/>
              <a:ext cx="279401" cy="404814"/>
            </a:xfrm>
            <a:custGeom>
              <a:avLst/>
              <a:gdLst>
                <a:gd name="T0" fmla="*/ 134 w 146"/>
                <a:gd name="T1" fmla="*/ 201 h 212"/>
                <a:gd name="T2" fmla="*/ 135 w 146"/>
                <a:gd name="T3" fmla="*/ 200 h 212"/>
                <a:gd name="T4" fmla="*/ 136 w 146"/>
                <a:gd name="T5" fmla="*/ 196 h 212"/>
                <a:gd name="T6" fmla="*/ 142 w 146"/>
                <a:gd name="T7" fmla="*/ 187 h 212"/>
                <a:gd name="T8" fmla="*/ 137 w 146"/>
                <a:gd name="T9" fmla="*/ 182 h 212"/>
                <a:gd name="T10" fmla="*/ 140 w 146"/>
                <a:gd name="T11" fmla="*/ 172 h 212"/>
                <a:gd name="T12" fmla="*/ 143 w 146"/>
                <a:gd name="T13" fmla="*/ 163 h 212"/>
                <a:gd name="T14" fmla="*/ 142 w 146"/>
                <a:gd name="T15" fmla="*/ 147 h 212"/>
                <a:gd name="T16" fmla="*/ 145 w 146"/>
                <a:gd name="T17" fmla="*/ 141 h 212"/>
                <a:gd name="T18" fmla="*/ 137 w 146"/>
                <a:gd name="T19" fmla="*/ 125 h 212"/>
                <a:gd name="T20" fmla="*/ 126 w 146"/>
                <a:gd name="T21" fmla="*/ 125 h 212"/>
                <a:gd name="T22" fmla="*/ 123 w 146"/>
                <a:gd name="T23" fmla="*/ 111 h 212"/>
                <a:gd name="T24" fmla="*/ 118 w 146"/>
                <a:gd name="T25" fmla="*/ 112 h 212"/>
                <a:gd name="T26" fmla="*/ 106 w 146"/>
                <a:gd name="T27" fmla="*/ 113 h 212"/>
                <a:gd name="T28" fmla="*/ 100 w 146"/>
                <a:gd name="T29" fmla="*/ 107 h 212"/>
                <a:gd name="T30" fmla="*/ 95 w 146"/>
                <a:gd name="T31" fmla="*/ 103 h 212"/>
                <a:gd name="T32" fmla="*/ 90 w 146"/>
                <a:gd name="T33" fmla="*/ 93 h 212"/>
                <a:gd name="T34" fmla="*/ 87 w 146"/>
                <a:gd name="T35" fmla="*/ 83 h 212"/>
                <a:gd name="T36" fmla="*/ 89 w 146"/>
                <a:gd name="T37" fmla="*/ 76 h 212"/>
                <a:gd name="T38" fmla="*/ 94 w 146"/>
                <a:gd name="T39" fmla="*/ 70 h 212"/>
                <a:gd name="T40" fmla="*/ 97 w 146"/>
                <a:gd name="T41" fmla="*/ 59 h 212"/>
                <a:gd name="T42" fmla="*/ 107 w 146"/>
                <a:gd name="T43" fmla="*/ 53 h 212"/>
                <a:gd name="T44" fmla="*/ 121 w 146"/>
                <a:gd name="T45" fmla="*/ 48 h 212"/>
                <a:gd name="T46" fmla="*/ 130 w 146"/>
                <a:gd name="T47" fmla="*/ 47 h 212"/>
                <a:gd name="T48" fmla="*/ 123 w 146"/>
                <a:gd name="T49" fmla="*/ 42 h 212"/>
                <a:gd name="T50" fmla="*/ 129 w 146"/>
                <a:gd name="T51" fmla="*/ 32 h 212"/>
                <a:gd name="T52" fmla="*/ 121 w 146"/>
                <a:gd name="T53" fmla="*/ 25 h 212"/>
                <a:gd name="T54" fmla="*/ 114 w 146"/>
                <a:gd name="T55" fmla="*/ 26 h 212"/>
                <a:gd name="T56" fmla="*/ 107 w 146"/>
                <a:gd name="T57" fmla="*/ 27 h 212"/>
                <a:gd name="T58" fmla="*/ 94 w 146"/>
                <a:gd name="T59" fmla="*/ 25 h 212"/>
                <a:gd name="T60" fmla="*/ 90 w 146"/>
                <a:gd name="T61" fmla="*/ 18 h 212"/>
                <a:gd name="T62" fmla="*/ 83 w 146"/>
                <a:gd name="T63" fmla="*/ 11 h 212"/>
                <a:gd name="T64" fmla="*/ 76 w 146"/>
                <a:gd name="T65" fmla="*/ 2 h 212"/>
                <a:gd name="T66" fmla="*/ 66 w 146"/>
                <a:gd name="T67" fmla="*/ 2 h 212"/>
                <a:gd name="T68" fmla="*/ 69 w 146"/>
                <a:gd name="T69" fmla="*/ 10 h 212"/>
                <a:gd name="T70" fmla="*/ 63 w 146"/>
                <a:gd name="T71" fmla="*/ 21 h 212"/>
                <a:gd name="T72" fmla="*/ 40 w 146"/>
                <a:gd name="T73" fmla="*/ 33 h 212"/>
                <a:gd name="T74" fmla="*/ 30 w 146"/>
                <a:gd name="T75" fmla="*/ 51 h 212"/>
                <a:gd name="T76" fmla="*/ 22 w 146"/>
                <a:gd name="T77" fmla="*/ 52 h 212"/>
                <a:gd name="T78" fmla="*/ 14 w 146"/>
                <a:gd name="T79" fmla="*/ 49 h 212"/>
                <a:gd name="T80" fmla="*/ 14 w 146"/>
                <a:gd name="T81" fmla="*/ 44 h 212"/>
                <a:gd name="T82" fmla="*/ 11 w 146"/>
                <a:gd name="T83" fmla="*/ 38 h 212"/>
                <a:gd name="T84" fmla="*/ 2 w 146"/>
                <a:gd name="T85" fmla="*/ 48 h 212"/>
                <a:gd name="T86" fmla="*/ 6 w 146"/>
                <a:gd name="T87" fmla="*/ 63 h 212"/>
                <a:gd name="T88" fmla="*/ 3 w 146"/>
                <a:gd name="T89" fmla="*/ 66 h 212"/>
                <a:gd name="T90" fmla="*/ 15 w 146"/>
                <a:gd name="T91" fmla="*/ 76 h 212"/>
                <a:gd name="T92" fmla="*/ 26 w 146"/>
                <a:gd name="T93" fmla="*/ 92 h 212"/>
                <a:gd name="T94" fmla="*/ 34 w 146"/>
                <a:gd name="T95" fmla="*/ 109 h 212"/>
                <a:gd name="T96" fmla="*/ 52 w 146"/>
                <a:gd name="T97" fmla="*/ 142 h 212"/>
                <a:gd name="T98" fmla="*/ 59 w 146"/>
                <a:gd name="T99" fmla="*/ 157 h 212"/>
                <a:gd name="T100" fmla="*/ 63 w 146"/>
                <a:gd name="T101" fmla="*/ 167 h 212"/>
                <a:gd name="T102" fmla="*/ 81 w 146"/>
                <a:gd name="T103" fmla="*/ 179 h 212"/>
                <a:gd name="T104" fmla="*/ 113 w 146"/>
                <a:gd name="T105" fmla="*/ 199 h 212"/>
                <a:gd name="T106" fmla="*/ 127 w 146"/>
                <a:gd name="T107" fmla="*/ 210 h 212"/>
                <a:gd name="T108" fmla="*/ 127 w 146"/>
                <a:gd name="T109" fmla="*/ 212 h 212"/>
                <a:gd name="T110" fmla="*/ 130 w 146"/>
                <a:gd name="T111" fmla="*/ 210 h 212"/>
                <a:gd name="T112" fmla="*/ 134 w 146"/>
                <a:gd name="T113" fmla="*/ 201 h 21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6"/>
                <a:gd name="T172" fmla="*/ 0 h 212"/>
                <a:gd name="T173" fmla="*/ 146 w 146"/>
                <a:gd name="T174" fmla="*/ 212 h 21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6" h="212">
                  <a:moveTo>
                    <a:pt x="134" y="201"/>
                  </a:moveTo>
                  <a:cubicBezTo>
                    <a:pt x="134" y="201"/>
                    <a:pt x="135" y="201"/>
                    <a:pt x="135" y="200"/>
                  </a:cubicBezTo>
                  <a:cubicBezTo>
                    <a:pt x="134" y="198"/>
                    <a:pt x="134" y="197"/>
                    <a:pt x="136" y="196"/>
                  </a:cubicBezTo>
                  <a:cubicBezTo>
                    <a:pt x="138" y="195"/>
                    <a:pt x="142" y="189"/>
                    <a:pt x="142" y="187"/>
                  </a:cubicBezTo>
                  <a:cubicBezTo>
                    <a:pt x="142" y="185"/>
                    <a:pt x="137" y="185"/>
                    <a:pt x="137" y="182"/>
                  </a:cubicBezTo>
                  <a:cubicBezTo>
                    <a:pt x="137" y="179"/>
                    <a:pt x="142" y="174"/>
                    <a:pt x="140" y="172"/>
                  </a:cubicBezTo>
                  <a:cubicBezTo>
                    <a:pt x="138" y="170"/>
                    <a:pt x="143" y="165"/>
                    <a:pt x="143" y="163"/>
                  </a:cubicBezTo>
                  <a:cubicBezTo>
                    <a:pt x="142" y="160"/>
                    <a:pt x="140" y="148"/>
                    <a:pt x="142" y="147"/>
                  </a:cubicBezTo>
                  <a:cubicBezTo>
                    <a:pt x="143" y="145"/>
                    <a:pt x="146" y="144"/>
                    <a:pt x="145" y="141"/>
                  </a:cubicBezTo>
                  <a:cubicBezTo>
                    <a:pt x="144" y="138"/>
                    <a:pt x="139" y="130"/>
                    <a:pt x="137" y="125"/>
                  </a:cubicBezTo>
                  <a:cubicBezTo>
                    <a:pt x="133" y="124"/>
                    <a:pt x="129" y="124"/>
                    <a:pt x="126" y="125"/>
                  </a:cubicBezTo>
                  <a:cubicBezTo>
                    <a:pt x="122" y="127"/>
                    <a:pt x="123" y="115"/>
                    <a:pt x="123" y="111"/>
                  </a:cubicBezTo>
                  <a:cubicBezTo>
                    <a:pt x="123" y="106"/>
                    <a:pt x="120" y="109"/>
                    <a:pt x="118" y="112"/>
                  </a:cubicBezTo>
                  <a:cubicBezTo>
                    <a:pt x="117" y="115"/>
                    <a:pt x="112" y="113"/>
                    <a:pt x="106" y="113"/>
                  </a:cubicBezTo>
                  <a:cubicBezTo>
                    <a:pt x="101" y="113"/>
                    <a:pt x="104" y="107"/>
                    <a:pt x="100" y="107"/>
                  </a:cubicBezTo>
                  <a:cubicBezTo>
                    <a:pt x="97" y="107"/>
                    <a:pt x="94" y="106"/>
                    <a:pt x="95" y="103"/>
                  </a:cubicBezTo>
                  <a:cubicBezTo>
                    <a:pt x="95" y="99"/>
                    <a:pt x="92" y="97"/>
                    <a:pt x="90" y="93"/>
                  </a:cubicBezTo>
                  <a:cubicBezTo>
                    <a:pt x="88" y="89"/>
                    <a:pt x="85" y="86"/>
                    <a:pt x="87" y="83"/>
                  </a:cubicBezTo>
                  <a:cubicBezTo>
                    <a:pt x="89" y="81"/>
                    <a:pt x="86" y="79"/>
                    <a:pt x="89" y="76"/>
                  </a:cubicBezTo>
                  <a:cubicBezTo>
                    <a:pt x="92" y="73"/>
                    <a:pt x="95" y="74"/>
                    <a:pt x="94" y="70"/>
                  </a:cubicBezTo>
                  <a:cubicBezTo>
                    <a:pt x="93" y="66"/>
                    <a:pt x="97" y="64"/>
                    <a:pt x="97" y="59"/>
                  </a:cubicBezTo>
                  <a:cubicBezTo>
                    <a:pt x="98" y="55"/>
                    <a:pt x="103" y="56"/>
                    <a:pt x="107" y="53"/>
                  </a:cubicBezTo>
                  <a:cubicBezTo>
                    <a:pt x="112" y="49"/>
                    <a:pt x="117" y="51"/>
                    <a:pt x="121" y="48"/>
                  </a:cubicBezTo>
                  <a:cubicBezTo>
                    <a:pt x="125" y="44"/>
                    <a:pt x="127" y="47"/>
                    <a:pt x="130" y="47"/>
                  </a:cubicBezTo>
                  <a:cubicBezTo>
                    <a:pt x="128" y="45"/>
                    <a:pt x="124" y="43"/>
                    <a:pt x="123" y="42"/>
                  </a:cubicBezTo>
                  <a:cubicBezTo>
                    <a:pt x="122" y="39"/>
                    <a:pt x="128" y="35"/>
                    <a:pt x="129" y="32"/>
                  </a:cubicBezTo>
                  <a:cubicBezTo>
                    <a:pt x="131" y="29"/>
                    <a:pt x="123" y="26"/>
                    <a:pt x="121" y="25"/>
                  </a:cubicBezTo>
                  <a:cubicBezTo>
                    <a:pt x="119" y="25"/>
                    <a:pt x="116" y="27"/>
                    <a:pt x="114" y="26"/>
                  </a:cubicBezTo>
                  <a:cubicBezTo>
                    <a:pt x="112" y="25"/>
                    <a:pt x="109" y="25"/>
                    <a:pt x="107" y="27"/>
                  </a:cubicBezTo>
                  <a:cubicBezTo>
                    <a:pt x="105" y="28"/>
                    <a:pt x="94" y="29"/>
                    <a:pt x="94" y="25"/>
                  </a:cubicBezTo>
                  <a:cubicBezTo>
                    <a:pt x="94" y="22"/>
                    <a:pt x="89" y="20"/>
                    <a:pt x="90" y="18"/>
                  </a:cubicBezTo>
                  <a:cubicBezTo>
                    <a:pt x="90" y="16"/>
                    <a:pt x="87" y="11"/>
                    <a:pt x="83" y="11"/>
                  </a:cubicBezTo>
                  <a:cubicBezTo>
                    <a:pt x="78" y="11"/>
                    <a:pt x="79" y="3"/>
                    <a:pt x="76" y="2"/>
                  </a:cubicBezTo>
                  <a:cubicBezTo>
                    <a:pt x="74" y="0"/>
                    <a:pt x="70" y="1"/>
                    <a:pt x="66" y="2"/>
                  </a:cubicBezTo>
                  <a:cubicBezTo>
                    <a:pt x="70" y="6"/>
                    <a:pt x="71" y="8"/>
                    <a:pt x="69" y="10"/>
                  </a:cubicBezTo>
                  <a:cubicBezTo>
                    <a:pt x="66" y="12"/>
                    <a:pt x="69" y="13"/>
                    <a:pt x="63" y="21"/>
                  </a:cubicBezTo>
                  <a:cubicBezTo>
                    <a:pt x="56" y="30"/>
                    <a:pt x="46" y="32"/>
                    <a:pt x="40" y="33"/>
                  </a:cubicBezTo>
                  <a:cubicBezTo>
                    <a:pt x="35" y="35"/>
                    <a:pt x="33" y="45"/>
                    <a:pt x="30" y="51"/>
                  </a:cubicBezTo>
                  <a:cubicBezTo>
                    <a:pt x="27" y="58"/>
                    <a:pt x="25" y="56"/>
                    <a:pt x="22" y="52"/>
                  </a:cubicBezTo>
                  <a:cubicBezTo>
                    <a:pt x="19" y="48"/>
                    <a:pt x="17" y="53"/>
                    <a:pt x="14" y="49"/>
                  </a:cubicBezTo>
                  <a:cubicBezTo>
                    <a:pt x="10" y="46"/>
                    <a:pt x="12" y="46"/>
                    <a:pt x="14" y="44"/>
                  </a:cubicBezTo>
                  <a:cubicBezTo>
                    <a:pt x="15" y="42"/>
                    <a:pt x="14" y="40"/>
                    <a:pt x="11" y="38"/>
                  </a:cubicBezTo>
                  <a:cubicBezTo>
                    <a:pt x="8" y="39"/>
                    <a:pt x="4" y="44"/>
                    <a:pt x="2" y="48"/>
                  </a:cubicBezTo>
                  <a:cubicBezTo>
                    <a:pt x="0" y="52"/>
                    <a:pt x="6" y="60"/>
                    <a:pt x="6" y="63"/>
                  </a:cubicBezTo>
                  <a:cubicBezTo>
                    <a:pt x="7" y="66"/>
                    <a:pt x="3" y="64"/>
                    <a:pt x="3" y="66"/>
                  </a:cubicBezTo>
                  <a:cubicBezTo>
                    <a:pt x="2" y="69"/>
                    <a:pt x="11" y="73"/>
                    <a:pt x="15" y="76"/>
                  </a:cubicBezTo>
                  <a:cubicBezTo>
                    <a:pt x="19" y="79"/>
                    <a:pt x="23" y="88"/>
                    <a:pt x="26" y="92"/>
                  </a:cubicBezTo>
                  <a:cubicBezTo>
                    <a:pt x="30" y="96"/>
                    <a:pt x="30" y="99"/>
                    <a:pt x="34" y="109"/>
                  </a:cubicBezTo>
                  <a:cubicBezTo>
                    <a:pt x="38" y="119"/>
                    <a:pt x="46" y="135"/>
                    <a:pt x="52" y="142"/>
                  </a:cubicBezTo>
                  <a:cubicBezTo>
                    <a:pt x="57" y="149"/>
                    <a:pt x="60" y="155"/>
                    <a:pt x="59" y="157"/>
                  </a:cubicBezTo>
                  <a:cubicBezTo>
                    <a:pt x="57" y="159"/>
                    <a:pt x="59" y="164"/>
                    <a:pt x="63" y="167"/>
                  </a:cubicBezTo>
                  <a:cubicBezTo>
                    <a:pt x="67" y="170"/>
                    <a:pt x="70" y="174"/>
                    <a:pt x="81" y="179"/>
                  </a:cubicBezTo>
                  <a:cubicBezTo>
                    <a:pt x="91" y="185"/>
                    <a:pt x="110" y="195"/>
                    <a:pt x="113" y="199"/>
                  </a:cubicBezTo>
                  <a:cubicBezTo>
                    <a:pt x="116" y="204"/>
                    <a:pt x="125" y="209"/>
                    <a:pt x="127" y="210"/>
                  </a:cubicBezTo>
                  <a:cubicBezTo>
                    <a:pt x="127" y="210"/>
                    <a:pt x="127" y="211"/>
                    <a:pt x="127" y="212"/>
                  </a:cubicBezTo>
                  <a:cubicBezTo>
                    <a:pt x="128" y="211"/>
                    <a:pt x="129" y="210"/>
                    <a:pt x="130" y="210"/>
                  </a:cubicBezTo>
                  <a:cubicBezTo>
                    <a:pt x="133" y="208"/>
                    <a:pt x="133" y="203"/>
                    <a:pt x="134" y="20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0" name="Freeform 116"/>
            <p:cNvSpPr>
              <a:spLocks noChangeArrowheads="1"/>
            </p:cNvSpPr>
            <p:nvPr/>
          </p:nvSpPr>
          <p:spPr bwMode="auto">
            <a:xfrm>
              <a:off x="2049470" y="2208214"/>
              <a:ext cx="296864" cy="250825"/>
            </a:xfrm>
            <a:custGeom>
              <a:avLst/>
              <a:gdLst>
                <a:gd name="T0" fmla="*/ 15 w 156"/>
                <a:gd name="T1" fmla="*/ 8 h 131"/>
                <a:gd name="T2" fmla="*/ 6 w 156"/>
                <a:gd name="T3" fmla="*/ 21 h 131"/>
                <a:gd name="T4" fmla="*/ 4 w 156"/>
                <a:gd name="T5" fmla="*/ 29 h 131"/>
                <a:gd name="T6" fmla="*/ 2 w 156"/>
                <a:gd name="T7" fmla="*/ 34 h 131"/>
                <a:gd name="T8" fmla="*/ 7 w 156"/>
                <a:gd name="T9" fmla="*/ 37 h 131"/>
                <a:gd name="T10" fmla="*/ 12 w 156"/>
                <a:gd name="T11" fmla="*/ 44 h 131"/>
                <a:gd name="T12" fmla="*/ 20 w 156"/>
                <a:gd name="T13" fmla="*/ 59 h 131"/>
                <a:gd name="T14" fmla="*/ 39 w 156"/>
                <a:gd name="T15" fmla="*/ 61 h 131"/>
                <a:gd name="T16" fmla="*/ 55 w 156"/>
                <a:gd name="T17" fmla="*/ 68 h 131"/>
                <a:gd name="T18" fmla="*/ 68 w 156"/>
                <a:gd name="T19" fmla="*/ 71 h 131"/>
                <a:gd name="T20" fmla="*/ 65 w 156"/>
                <a:gd name="T21" fmla="*/ 92 h 131"/>
                <a:gd name="T22" fmla="*/ 70 w 156"/>
                <a:gd name="T23" fmla="*/ 100 h 131"/>
                <a:gd name="T24" fmla="*/ 69 w 156"/>
                <a:gd name="T25" fmla="*/ 109 h 131"/>
                <a:gd name="T26" fmla="*/ 71 w 156"/>
                <a:gd name="T27" fmla="*/ 115 h 131"/>
                <a:gd name="T28" fmla="*/ 70 w 156"/>
                <a:gd name="T29" fmla="*/ 115 h 131"/>
                <a:gd name="T30" fmla="*/ 78 w 156"/>
                <a:gd name="T31" fmla="*/ 127 h 131"/>
                <a:gd name="T32" fmla="*/ 85 w 156"/>
                <a:gd name="T33" fmla="*/ 130 h 131"/>
                <a:gd name="T34" fmla="*/ 91 w 156"/>
                <a:gd name="T35" fmla="*/ 129 h 131"/>
                <a:gd name="T36" fmla="*/ 99 w 156"/>
                <a:gd name="T37" fmla="*/ 124 h 131"/>
                <a:gd name="T38" fmla="*/ 106 w 156"/>
                <a:gd name="T39" fmla="*/ 121 h 131"/>
                <a:gd name="T40" fmla="*/ 113 w 156"/>
                <a:gd name="T41" fmla="*/ 115 h 131"/>
                <a:gd name="T42" fmla="*/ 114 w 156"/>
                <a:gd name="T43" fmla="*/ 110 h 131"/>
                <a:gd name="T44" fmla="*/ 108 w 156"/>
                <a:gd name="T45" fmla="*/ 109 h 131"/>
                <a:gd name="T46" fmla="*/ 105 w 156"/>
                <a:gd name="T47" fmla="*/ 101 h 131"/>
                <a:gd name="T48" fmla="*/ 101 w 156"/>
                <a:gd name="T49" fmla="*/ 93 h 131"/>
                <a:gd name="T50" fmla="*/ 108 w 156"/>
                <a:gd name="T51" fmla="*/ 92 h 131"/>
                <a:gd name="T52" fmla="*/ 118 w 156"/>
                <a:gd name="T53" fmla="*/ 95 h 131"/>
                <a:gd name="T54" fmla="*/ 123 w 156"/>
                <a:gd name="T55" fmla="*/ 95 h 131"/>
                <a:gd name="T56" fmla="*/ 130 w 156"/>
                <a:gd name="T57" fmla="*/ 91 h 131"/>
                <a:gd name="T58" fmla="*/ 144 w 156"/>
                <a:gd name="T59" fmla="*/ 86 h 131"/>
                <a:gd name="T60" fmla="*/ 147 w 156"/>
                <a:gd name="T61" fmla="*/ 82 h 131"/>
                <a:gd name="T62" fmla="*/ 140 w 156"/>
                <a:gd name="T63" fmla="*/ 72 h 131"/>
                <a:gd name="T64" fmla="*/ 141 w 156"/>
                <a:gd name="T65" fmla="*/ 66 h 131"/>
                <a:gd name="T66" fmla="*/ 146 w 156"/>
                <a:gd name="T67" fmla="*/ 61 h 131"/>
                <a:gd name="T68" fmla="*/ 148 w 156"/>
                <a:gd name="T69" fmla="*/ 55 h 131"/>
                <a:gd name="T70" fmla="*/ 152 w 156"/>
                <a:gd name="T71" fmla="*/ 47 h 131"/>
                <a:gd name="T72" fmla="*/ 156 w 156"/>
                <a:gd name="T73" fmla="*/ 42 h 131"/>
                <a:gd name="T74" fmla="*/ 140 w 156"/>
                <a:gd name="T75" fmla="*/ 40 h 131"/>
                <a:gd name="T76" fmla="*/ 143 w 156"/>
                <a:gd name="T77" fmla="*/ 31 h 131"/>
                <a:gd name="T78" fmla="*/ 126 w 156"/>
                <a:gd name="T79" fmla="*/ 25 h 131"/>
                <a:gd name="T80" fmla="*/ 128 w 156"/>
                <a:gd name="T81" fmla="*/ 19 h 131"/>
                <a:gd name="T82" fmla="*/ 118 w 156"/>
                <a:gd name="T83" fmla="*/ 16 h 131"/>
                <a:gd name="T84" fmla="*/ 96 w 156"/>
                <a:gd name="T85" fmla="*/ 24 h 131"/>
                <a:gd name="T86" fmla="*/ 75 w 156"/>
                <a:gd name="T87" fmla="*/ 17 h 131"/>
                <a:gd name="T88" fmla="*/ 60 w 156"/>
                <a:gd name="T89" fmla="*/ 15 h 131"/>
                <a:gd name="T90" fmla="*/ 52 w 156"/>
                <a:gd name="T91" fmla="*/ 6 h 131"/>
                <a:gd name="T92" fmla="*/ 42 w 156"/>
                <a:gd name="T93" fmla="*/ 0 h 131"/>
                <a:gd name="T94" fmla="*/ 39 w 156"/>
                <a:gd name="T95" fmla="*/ 7 h 131"/>
                <a:gd name="T96" fmla="*/ 24 w 156"/>
                <a:gd name="T97" fmla="*/ 16 h 131"/>
                <a:gd name="T98" fmla="*/ 27 w 156"/>
                <a:gd name="T99" fmla="*/ 32 h 131"/>
                <a:gd name="T100" fmla="*/ 15 w 156"/>
                <a:gd name="T101" fmla="*/ 28 h 131"/>
                <a:gd name="T102" fmla="*/ 20 w 156"/>
                <a:gd name="T103" fmla="*/ 14 h 131"/>
                <a:gd name="T104" fmla="*/ 19 w 156"/>
                <a:gd name="T105" fmla="*/ 6 h 131"/>
                <a:gd name="T106" fmla="*/ 15 w 156"/>
                <a:gd name="T107" fmla="*/ 8 h 13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56"/>
                <a:gd name="T163" fmla="*/ 0 h 131"/>
                <a:gd name="T164" fmla="*/ 156 w 156"/>
                <a:gd name="T165" fmla="*/ 131 h 131"/>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56" h="131">
                  <a:moveTo>
                    <a:pt x="15" y="8"/>
                  </a:moveTo>
                  <a:cubicBezTo>
                    <a:pt x="12" y="12"/>
                    <a:pt x="6" y="16"/>
                    <a:pt x="6" y="21"/>
                  </a:cubicBezTo>
                  <a:cubicBezTo>
                    <a:pt x="5" y="25"/>
                    <a:pt x="6" y="27"/>
                    <a:pt x="4" y="29"/>
                  </a:cubicBezTo>
                  <a:cubicBezTo>
                    <a:pt x="2" y="31"/>
                    <a:pt x="0" y="34"/>
                    <a:pt x="2" y="34"/>
                  </a:cubicBezTo>
                  <a:cubicBezTo>
                    <a:pt x="5" y="34"/>
                    <a:pt x="7" y="34"/>
                    <a:pt x="7" y="37"/>
                  </a:cubicBezTo>
                  <a:cubicBezTo>
                    <a:pt x="7" y="39"/>
                    <a:pt x="13" y="40"/>
                    <a:pt x="12" y="44"/>
                  </a:cubicBezTo>
                  <a:cubicBezTo>
                    <a:pt x="12" y="48"/>
                    <a:pt x="10" y="59"/>
                    <a:pt x="20" y="59"/>
                  </a:cubicBezTo>
                  <a:cubicBezTo>
                    <a:pt x="29" y="59"/>
                    <a:pt x="35" y="55"/>
                    <a:pt x="39" y="61"/>
                  </a:cubicBezTo>
                  <a:cubicBezTo>
                    <a:pt x="43" y="66"/>
                    <a:pt x="48" y="68"/>
                    <a:pt x="55" y="68"/>
                  </a:cubicBezTo>
                  <a:cubicBezTo>
                    <a:pt x="61" y="67"/>
                    <a:pt x="71" y="66"/>
                    <a:pt x="68" y="71"/>
                  </a:cubicBezTo>
                  <a:cubicBezTo>
                    <a:pt x="65" y="77"/>
                    <a:pt x="62" y="88"/>
                    <a:pt x="65" y="92"/>
                  </a:cubicBezTo>
                  <a:cubicBezTo>
                    <a:pt x="68" y="95"/>
                    <a:pt x="72" y="98"/>
                    <a:pt x="70" y="100"/>
                  </a:cubicBezTo>
                  <a:cubicBezTo>
                    <a:pt x="67" y="103"/>
                    <a:pt x="66" y="106"/>
                    <a:pt x="69" y="109"/>
                  </a:cubicBezTo>
                  <a:cubicBezTo>
                    <a:pt x="72" y="111"/>
                    <a:pt x="71" y="114"/>
                    <a:pt x="71" y="115"/>
                  </a:cubicBezTo>
                  <a:cubicBezTo>
                    <a:pt x="71" y="115"/>
                    <a:pt x="71" y="115"/>
                    <a:pt x="70" y="115"/>
                  </a:cubicBezTo>
                  <a:cubicBezTo>
                    <a:pt x="74" y="120"/>
                    <a:pt x="76" y="125"/>
                    <a:pt x="78" y="127"/>
                  </a:cubicBezTo>
                  <a:cubicBezTo>
                    <a:pt x="82" y="130"/>
                    <a:pt x="83" y="131"/>
                    <a:pt x="85" y="130"/>
                  </a:cubicBezTo>
                  <a:cubicBezTo>
                    <a:pt x="87" y="128"/>
                    <a:pt x="89" y="127"/>
                    <a:pt x="91" y="129"/>
                  </a:cubicBezTo>
                  <a:cubicBezTo>
                    <a:pt x="93" y="130"/>
                    <a:pt x="96" y="127"/>
                    <a:pt x="99" y="124"/>
                  </a:cubicBezTo>
                  <a:cubicBezTo>
                    <a:pt x="102" y="122"/>
                    <a:pt x="105" y="124"/>
                    <a:pt x="106" y="121"/>
                  </a:cubicBezTo>
                  <a:cubicBezTo>
                    <a:pt x="107" y="117"/>
                    <a:pt x="109" y="115"/>
                    <a:pt x="113" y="115"/>
                  </a:cubicBezTo>
                  <a:cubicBezTo>
                    <a:pt x="117" y="114"/>
                    <a:pt x="117" y="110"/>
                    <a:pt x="114" y="110"/>
                  </a:cubicBezTo>
                  <a:cubicBezTo>
                    <a:pt x="112" y="110"/>
                    <a:pt x="108" y="113"/>
                    <a:pt x="108" y="109"/>
                  </a:cubicBezTo>
                  <a:cubicBezTo>
                    <a:pt x="108" y="104"/>
                    <a:pt x="105" y="105"/>
                    <a:pt x="105" y="101"/>
                  </a:cubicBezTo>
                  <a:cubicBezTo>
                    <a:pt x="105" y="98"/>
                    <a:pt x="105" y="95"/>
                    <a:pt x="101" y="93"/>
                  </a:cubicBezTo>
                  <a:cubicBezTo>
                    <a:pt x="97" y="91"/>
                    <a:pt x="106" y="90"/>
                    <a:pt x="108" y="92"/>
                  </a:cubicBezTo>
                  <a:cubicBezTo>
                    <a:pt x="110" y="94"/>
                    <a:pt x="118" y="92"/>
                    <a:pt x="118" y="95"/>
                  </a:cubicBezTo>
                  <a:cubicBezTo>
                    <a:pt x="119" y="98"/>
                    <a:pt x="123" y="99"/>
                    <a:pt x="123" y="95"/>
                  </a:cubicBezTo>
                  <a:cubicBezTo>
                    <a:pt x="123" y="92"/>
                    <a:pt x="127" y="90"/>
                    <a:pt x="130" y="91"/>
                  </a:cubicBezTo>
                  <a:cubicBezTo>
                    <a:pt x="134" y="92"/>
                    <a:pt x="141" y="87"/>
                    <a:pt x="144" y="86"/>
                  </a:cubicBezTo>
                  <a:cubicBezTo>
                    <a:pt x="146" y="85"/>
                    <a:pt x="146" y="83"/>
                    <a:pt x="147" y="82"/>
                  </a:cubicBezTo>
                  <a:cubicBezTo>
                    <a:pt x="145" y="78"/>
                    <a:pt x="142" y="74"/>
                    <a:pt x="140" y="72"/>
                  </a:cubicBezTo>
                  <a:cubicBezTo>
                    <a:pt x="137" y="70"/>
                    <a:pt x="142" y="69"/>
                    <a:pt x="141" y="66"/>
                  </a:cubicBezTo>
                  <a:cubicBezTo>
                    <a:pt x="141" y="64"/>
                    <a:pt x="141" y="62"/>
                    <a:pt x="146" y="61"/>
                  </a:cubicBezTo>
                  <a:cubicBezTo>
                    <a:pt x="152" y="61"/>
                    <a:pt x="151" y="57"/>
                    <a:pt x="148" y="55"/>
                  </a:cubicBezTo>
                  <a:cubicBezTo>
                    <a:pt x="145" y="53"/>
                    <a:pt x="149" y="49"/>
                    <a:pt x="152" y="47"/>
                  </a:cubicBezTo>
                  <a:cubicBezTo>
                    <a:pt x="153" y="47"/>
                    <a:pt x="155" y="45"/>
                    <a:pt x="156" y="42"/>
                  </a:cubicBezTo>
                  <a:cubicBezTo>
                    <a:pt x="151" y="40"/>
                    <a:pt x="143" y="40"/>
                    <a:pt x="140" y="40"/>
                  </a:cubicBezTo>
                  <a:cubicBezTo>
                    <a:pt x="136" y="41"/>
                    <a:pt x="143" y="36"/>
                    <a:pt x="143" y="31"/>
                  </a:cubicBezTo>
                  <a:cubicBezTo>
                    <a:pt x="143" y="27"/>
                    <a:pt x="131" y="26"/>
                    <a:pt x="126" y="25"/>
                  </a:cubicBezTo>
                  <a:cubicBezTo>
                    <a:pt x="121" y="24"/>
                    <a:pt x="123" y="19"/>
                    <a:pt x="128" y="19"/>
                  </a:cubicBezTo>
                  <a:cubicBezTo>
                    <a:pt x="133" y="18"/>
                    <a:pt x="125" y="15"/>
                    <a:pt x="118" y="16"/>
                  </a:cubicBezTo>
                  <a:cubicBezTo>
                    <a:pt x="111" y="17"/>
                    <a:pt x="102" y="21"/>
                    <a:pt x="96" y="24"/>
                  </a:cubicBezTo>
                  <a:cubicBezTo>
                    <a:pt x="91" y="27"/>
                    <a:pt x="81" y="15"/>
                    <a:pt x="75" y="17"/>
                  </a:cubicBezTo>
                  <a:cubicBezTo>
                    <a:pt x="69" y="20"/>
                    <a:pt x="60" y="20"/>
                    <a:pt x="60" y="15"/>
                  </a:cubicBezTo>
                  <a:cubicBezTo>
                    <a:pt x="61" y="10"/>
                    <a:pt x="58" y="6"/>
                    <a:pt x="52" y="6"/>
                  </a:cubicBezTo>
                  <a:cubicBezTo>
                    <a:pt x="45" y="7"/>
                    <a:pt x="47" y="0"/>
                    <a:pt x="42" y="0"/>
                  </a:cubicBezTo>
                  <a:cubicBezTo>
                    <a:pt x="37" y="0"/>
                    <a:pt x="42" y="6"/>
                    <a:pt x="39" y="7"/>
                  </a:cubicBezTo>
                  <a:cubicBezTo>
                    <a:pt x="36" y="9"/>
                    <a:pt x="24" y="11"/>
                    <a:pt x="24" y="16"/>
                  </a:cubicBezTo>
                  <a:cubicBezTo>
                    <a:pt x="23" y="20"/>
                    <a:pt x="30" y="28"/>
                    <a:pt x="27" y="32"/>
                  </a:cubicBezTo>
                  <a:cubicBezTo>
                    <a:pt x="25" y="37"/>
                    <a:pt x="18" y="33"/>
                    <a:pt x="15" y="28"/>
                  </a:cubicBezTo>
                  <a:cubicBezTo>
                    <a:pt x="13" y="24"/>
                    <a:pt x="22" y="16"/>
                    <a:pt x="20" y="14"/>
                  </a:cubicBezTo>
                  <a:cubicBezTo>
                    <a:pt x="19" y="12"/>
                    <a:pt x="18" y="8"/>
                    <a:pt x="19" y="6"/>
                  </a:cubicBezTo>
                  <a:cubicBezTo>
                    <a:pt x="17" y="6"/>
                    <a:pt x="16" y="7"/>
                    <a:pt x="15" y="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1" name="Freeform 117"/>
            <p:cNvSpPr>
              <a:spLocks noChangeArrowheads="1"/>
            </p:cNvSpPr>
            <p:nvPr/>
          </p:nvSpPr>
          <p:spPr bwMode="auto">
            <a:xfrm>
              <a:off x="2382846" y="2336802"/>
              <a:ext cx="92076" cy="96838"/>
            </a:xfrm>
            <a:custGeom>
              <a:avLst/>
              <a:gdLst>
                <a:gd name="T0" fmla="*/ 11 w 48"/>
                <a:gd name="T1" fmla="*/ 10 h 51"/>
                <a:gd name="T2" fmla="*/ 6 w 48"/>
                <a:gd name="T3" fmla="*/ 16 h 51"/>
                <a:gd name="T4" fmla="*/ 2 w 48"/>
                <a:gd name="T5" fmla="*/ 25 h 51"/>
                <a:gd name="T6" fmla="*/ 11 w 48"/>
                <a:gd name="T7" fmla="*/ 37 h 51"/>
                <a:gd name="T8" fmla="*/ 18 w 48"/>
                <a:gd name="T9" fmla="*/ 50 h 51"/>
                <a:gd name="T10" fmla="*/ 23 w 48"/>
                <a:gd name="T11" fmla="*/ 50 h 51"/>
                <a:gd name="T12" fmla="*/ 28 w 48"/>
                <a:gd name="T13" fmla="*/ 43 h 51"/>
                <a:gd name="T14" fmla="*/ 41 w 48"/>
                <a:gd name="T15" fmla="*/ 43 h 51"/>
                <a:gd name="T16" fmla="*/ 42 w 48"/>
                <a:gd name="T17" fmla="*/ 45 h 51"/>
                <a:gd name="T18" fmla="*/ 45 w 48"/>
                <a:gd name="T19" fmla="*/ 39 h 51"/>
                <a:gd name="T20" fmla="*/ 44 w 48"/>
                <a:gd name="T21" fmla="*/ 24 h 51"/>
                <a:gd name="T22" fmla="*/ 46 w 48"/>
                <a:gd name="T23" fmla="*/ 11 h 51"/>
                <a:gd name="T24" fmla="*/ 48 w 48"/>
                <a:gd name="T25" fmla="*/ 5 h 51"/>
                <a:gd name="T26" fmla="*/ 37 w 48"/>
                <a:gd name="T27" fmla="*/ 3 h 51"/>
                <a:gd name="T28" fmla="*/ 22 w 48"/>
                <a:gd name="T29" fmla="*/ 3 h 51"/>
                <a:gd name="T30" fmla="*/ 14 w 48"/>
                <a:gd name="T31" fmla="*/ 3 h 51"/>
                <a:gd name="T32" fmla="*/ 13 w 48"/>
                <a:gd name="T33" fmla="*/ 3 h 51"/>
                <a:gd name="T34" fmla="*/ 11 w 48"/>
                <a:gd name="T35" fmla="*/ 10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51"/>
                <a:gd name="T56" fmla="*/ 48 w 48"/>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51">
                  <a:moveTo>
                    <a:pt x="11" y="10"/>
                  </a:moveTo>
                  <a:cubicBezTo>
                    <a:pt x="13" y="14"/>
                    <a:pt x="9" y="15"/>
                    <a:pt x="6" y="16"/>
                  </a:cubicBezTo>
                  <a:cubicBezTo>
                    <a:pt x="3" y="16"/>
                    <a:pt x="4" y="23"/>
                    <a:pt x="2" y="25"/>
                  </a:cubicBezTo>
                  <a:cubicBezTo>
                    <a:pt x="0" y="27"/>
                    <a:pt x="9" y="33"/>
                    <a:pt x="11" y="37"/>
                  </a:cubicBezTo>
                  <a:cubicBezTo>
                    <a:pt x="12" y="40"/>
                    <a:pt x="15" y="45"/>
                    <a:pt x="18" y="50"/>
                  </a:cubicBezTo>
                  <a:cubicBezTo>
                    <a:pt x="20" y="50"/>
                    <a:pt x="22" y="51"/>
                    <a:pt x="23" y="50"/>
                  </a:cubicBezTo>
                  <a:cubicBezTo>
                    <a:pt x="26" y="48"/>
                    <a:pt x="24" y="43"/>
                    <a:pt x="28" y="43"/>
                  </a:cubicBezTo>
                  <a:cubicBezTo>
                    <a:pt x="33" y="43"/>
                    <a:pt x="39" y="41"/>
                    <a:pt x="41" y="43"/>
                  </a:cubicBezTo>
                  <a:cubicBezTo>
                    <a:pt x="41" y="44"/>
                    <a:pt x="41" y="44"/>
                    <a:pt x="42" y="45"/>
                  </a:cubicBezTo>
                  <a:cubicBezTo>
                    <a:pt x="43" y="43"/>
                    <a:pt x="45" y="40"/>
                    <a:pt x="45" y="39"/>
                  </a:cubicBezTo>
                  <a:cubicBezTo>
                    <a:pt x="46" y="38"/>
                    <a:pt x="46" y="29"/>
                    <a:pt x="44" y="24"/>
                  </a:cubicBezTo>
                  <a:cubicBezTo>
                    <a:pt x="42" y="20"/>
                    <a:pt x="43" y="13"/>
                    <a:pt x="46" y="11"/>
                  </a:cubicBezTo>
                  <a:cubicBezTo>
                    <a:pt x="46" y="11"/>
                    <a:pt x="47" y="8"/>
                    <a:pt x="48" y="5"/>
                  </a:cubicBezTo>
                  <a:cubicBezTo>
                    <a:pt x="44" y="4"/>
                    <a:pt x="40" y="2"/>
                    <a:pt x="37" y="3"/>
                  </a:cubicBezTo>
                  <a:cubicBezTo>
                    <a:pt x="31" y="4"/>
                    <a:pt x="25" y="6"/>
                    <a:pt x="22" y="3"/>
                  </a:cubicBezTo>
                  <a:cubicBezTo>
                    <a:pt x="20" y="0"/>
                    <a:pt x="17" y="0"/>
                    <a:pt x="14" y="3"/>
                  </a:cubicBezTo>
                  <a:cubicBezTo>
                    <a:pt x="14" y="3"/>
                    <a:pt x="13" y="3"/>
                    <a:pt x="13" y="3"/>
                  </a:cubicBezTo>
                  <a:cubicBezTo>
                    <a:pt x="12" y="6"/>
                    <a:pt x="11" y="9"/>
                    <a:pt x="11"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2" name="Freeform 118"/>
            <p:cNvSpPr>
              <a:spLocks noChangeArrowheads="1"/>
            </p:cNvSpPr>
            <p:nvPr/>
          </p:nvSpPr>
          <p:spPr bwMode="auto">
            <a:xfrm>
              <a:off x="2311408" y="2287590"/>
              <a:ext cx="106364" cy="158750"/>
            </a:xfrm>
            <a:custGeom>
              <a:avLst/>
              <a:gdLst>
                <a:gd name="T0" fmla="*/ 15 w 56"/>
                <a:gd name="T1" fmla="*/ 5 h 83"/>
                <a:gd name="T2" fmla="*/ 11 w 56"/>
                <a:gd name="T3" fmla="*/ 13 h 83"/>
                <a:gd name="T4" fmla="*/ 9 w 56"/>
                <a:gd name="T5" fmla="*/ 19 h 83"/>
                <a:gd name="T6" fmla="*/ 4 w 56"/>
                <a:gd name="T7" fmla="*/ 24 h 83"/>
                <a:gd name="T8" fmla="*/ 3 w 56"/>
                <a:gd name="T9" fmla="*/ 30 h 83"/>
                <a:gd name="T10" fmla="*/ 10 w 56"/>
                <a:gd name="T11" fmla="*/ 40 h 83"/>
                <a:gd name="T12" fmla="*/ 14 w 56"/>
                <a:gd name="T13" fmla="*/ 37 h 83"/>
                <a:gd name="T14" fmla="*/ 19 w 56"/>
                <a:gd name="T15" fmla="*/ 47 h 83"/>
                <a:gd name="T16" fmla="*/ 20 w 56"/>
                <a:gd name="T17" fmla="*/ 56 h 83"/>
                <a:gd name="T18" fmla="*/ 22 w 56"/>
                <a:gd name="T19" fmla="*/ 76 h 83"/>
                <a:gd name="T20" fmla="*/ 35 w 56"/>
                <a:gd name="T21" fmla="*/ 80 h 83"/>
                <a:gd name="T22" fmla="*/ 42 w 56"/>
                <a:gd name="T23" fmla="*/ 77 h 83"/>
                <a:gd name="T24" fmla="*/ 48 w 56"/>
                <a:gd name="T25" fmla="*/ 75 h 83"/>
                <a:gd name="T26" fmla="*/ 56 w 56"/>
                <a:gd name="T27" fmla="*/ 75 h 83"/>
                <a:gd name="T28" fmla="*/ 49 w 56"/>
                <a:gd name="T29" fmla="*/ 62 h 83"/>
                <a:gd name="T30" fmla="*/ 40 w 56"/>
                <a:gd name="T31" fmla="*/ 50 h 83"/>
                <a:gd name="T32" fmla="*/ 44 w 56"/>
                <a:gd name="T33" fmla="*/ 41 h 83"/>
                <a:gd name="T34" fmla="*/ 49 w 56"/>
                <a:gd name="T35" fmla="*/ 35 h 83"/>
                <a:gd name="T36" fmla="*/ 51 w 56"/>
                <a:gd name="T37" fmla="*/ 28 h 83"/>
                <a:gd name="T38" fmla="*/ 40 w 56"/>
                <a:gd name="T39" fmla="*/ 19 h 83"/>
                <a:gd name="T40" fmla="*/ 35 w 56"/>
                <a:gd name="T41" fmla="*/ 12 h 83"/>
                <a:gd name="T42" fmla="*/ 23 w 56"/>
                <a:gd name="T43" fmla="*/ 3 h 83"/>
                <a:gd name="T44" fmla="*/ 19 w 56"/>
                <a:gd name="T45" fmla="*/ 0 h 83"/>
                <a:gd name="T46" fmla="*/ 15 w 56"/>
                <a:gd name="T47" fmla="*/ 5 h 8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
                <a:gd name="T73" fmla="*/ 0 h 83"/>
                <a:gd name="T74" fmla="*/ 56 w 56"/>
                <a:gd name="T75" fmla="*/ 83 h 8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 h="83">
                  <a:moveTo>
                    <a:pt x="15" y="5"/>
                  </a:moveTo>
                  <a:cubicBezTo>
                    <a:pt x="12" y="7"/>
                    <a:pt x="8" y="11"/>
                    <a:pt x="11" y="13"/>
                  </a:cubicBezTo>
                  <a:cubicBezTo>
                    <a:pt x="14" y="15"/>
                    <a:pt x="15" y="19"/>
                    <a:pt x="9" y="19"/>
                  </a:cubicBezTo>
                  <a:cubicBezTo>
                    <a:pt x="4" y="20"/>
                    <a:pt x="4" y="22"/>
                    <a:pt x="4" y="24"/>
                  </a:cubicBezTo>
                  <a:cubicBezTo>
                    <a:pt x="5" y="27"/>
                    <a:pt x="0" y="28"/>
                    <a:pt x="3" y="30"/>
                  </a:cubicBezTo>
                  <a:cubicBezTo>
                    <a:pt x="5" y="32"/>
                    <a:pt x="8" y="36"/>
                    <a:pt x="10" y="40"/>
                  </a:cubicBezTo>
                  <a:cubicBezTo>
                    <a:pt x="11" y="38"/>
                    <a:pt x="12" y="37"/>
                    <a:pt x="14" y="37"/>
                  </a:cubicBezTo>
                  <a:cubicBezTo>
                    <a:pt x="19" y="38"/>
                    <a:pt x="15" y="45"/>
                    <a:pt x="19" y="47"/>
                  </a:cubicBezTo>
                  <a:cubicBezTo>
                    <a:pt x="23" y="48"/>
                    <a:pt x="23" y="54"/>
                    <a:pt x="20" y="56"/>
                  </a:cubicBezTo>
                  <a:cubicBezTo>
                    <a:pt x="17" y="58"/>
                    <a:pt x="16" y="69"/>
                    <a:pt x="22" y="76"/>
                  </a:cubicBezTo>
                  <a:cubicBezTo>
                    <a:pt x="29" y="83"/>
                    <a:pt x="33" y="82"/>
                    <a:pt x="35" y="80"/>
                  </a:cubicBezTo>
                  <a:cubicBezTo>
                    <a:pt x="36" y="78"/>
                    <a:pt x="41" y="80"/>
                    <a:pt x="42" y="77"/>
                  </a:cubicBezTo>
                  <a:cubicBezTo>
                    <a:pt x="43" y="75"/>
                    <a:pt x="45" y="78"/>
                    <a:pt x="48" y="75"/>
                  </a:cubicBezTo>
                  <a:cubicBezTo>
                    <a:pt x="49" y="73"/>
                    <a:pt x="53" y="74"/>
                    <a:pt x="56" y="75"/>
                  </a:cubicBezTo>
                  <a:cubicBezTo>
                    <a:pt x="53" y="70"/>
                    <a:pt x="50" y="65"/>
                    <a:pt x="49" y="62"/>
                  </a:cubicBezTo>
                  <a:cubicBezTo>
                    <a:pt x="47" y="58"/>
                    <a:pt x="38" y="52"/>
                    <a:pt x="40" y="50"/>
                  </a:cubicBezTo>
                  <a:cubicBezTo>
                    <a:pt x="42" y="48"/>
                    <a:pt x="41" y="41"/>
                    <a:pt x="44" y="41"/>
                  </a:cubicBezTo>
                  <a:cubicBezTo>
                    <a:pt x="47" y="40"/>
                    <a:pt x="51" y="39"/>
                    <a:pt x="49" y="35"/>
                  </a:cubicBezTo>
                  <a:cubicBezTo>
                    <a:pt x="49" y="34"/>
                    <a:pt x="50" y="31"/>
                    <a:pt x="51" y="28"/>
                  </a:cubicBezTo>
                  <a:cubicBezTo>
                    <a:pt x="48" y="28"/>
                    <a:pt x="43" y="19"/>
                    <a:pt x="40" y="19"/>
                  </a:cubicBezTo>
                  <a:cubicBezTo>
                    <a:pt x="37" y="19"/>
                    <a:pt x="34" y="16"/>
                    <a:pt x="35" y="12"/>
                  </a:cubicBezTo>
                  <a:cubicBezTo>
                    <a:pt x="35" y="8"/>
                    <a:pt x="28" y="7"/>
                    <a:pt x="23" y="3"/>
                  </a:cubicBezTo>
                  <a:cubicBezTo>
                    <a:pt x="22" y="1"/>
                    <a:pt x="21" y="1"/>
                    <a:pt x="19" y="0"/>
                  </a:cubicBezTo>
                  <a:cubicBezTo>
                    <a:pt x="18" y="3"/>
                    <a:pt x="16" y="5"/>
                    <a:pt x="15"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3" name="Freeform 119"/>
            <p:cNvSpPr>
              <a:spLocks noChangeArrowheads="1"/>
            </p:cNvSpPr>
            <p:nvPr/>
          </p:nvSpPr>
          <p:spPr bwMode="auto">
            <a:xfrm>
              <a:off x="2463808" y="2346327"/>
              <a:ext cx="66675" cy="84138"/>
            </a:xfrm>
            <a:custGeom>
              <a:avLst/>
              <a:gdLst>
                <a:gd name="T0" fmla="*/ 2 w 35"/>
                <a:gd name="T1" fmla="*/ 19 h 44"/>
                <a:gd name="T2" fmla="*/ 3 w 35"/>
                <a:gd name="T3" fmla="*/ 34 h 44"/>
                <a:gd name="T4" fmla="*/ 0 w 35"/>
                <a:gd name="T5" fmla="*/ 40 h 44"/>
                <a:gd name="T6" fmla="*/ 10 w 35"/>
                <a:gd name="T7" fmla="*/ 42 h 44"/>
                <a:gd name="T8" fmla="*/ 22 w 35"/>
                <a:gd name="T9" fmla="*/ 37 h 44"/>
                <a:gd name="T10" fmla="*/ 35 w 35"/>
                <a:gd name="T11" fmla="*/ 19 h 44"/>
                <a:gd name="T12" fmla="*/ 35 w 35"/>
                <a:gd name="T13" fmla="*/ 19 h 44"/>
                <a:gd name="T14" fmla="*/ 16 w 35"/>
                <a:gd name="T15" fmla="*/ 4 h 44"/>
                <a:gd name="T16" fmla="*/ 6 w 35"/>
                <a:gd name="T17" fmla="*/ 0 h 44"/>
                <a:gd name="T18" fmla="*/ 4 w 35"/>
                <a:gd name="T19" fmla="*/ 6 h 44"/>
                <a:gd name="T20" fmla="*/ 2 w 35"/>
                <a:gd name="T21" fmla="*/ 19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
                <a:gd name="T34" fmla="*/ 0 h 44"/>
                <a:gd name="T35" fmla="*/ 35 w 35"/>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 h="44">
                  <a:moveTo>
                    <a:pt x="2" y="19"/>
                  </a:moveTo>
                  <a:cubicBezTo>
                    <a:pt x="4" y="24"/>
                    <a:pt x="4" y="33"/>
                    <a:pt x="3" y="34"/>
                  </a:cubicBezTo>
                  <a:cubicBezTo>
                    <a:pt x="3" y="35"/>
                    <a:pt x="1" y="38"/>
                    <a:pt x="0" y="40"/>
                  </a:cubicBezTo>
                  <a:cubicBezTo>
                    <a:pt x="2" y="42"/>
                    <a:pt x="5" y="43"/>
                    <a:pt x="10" y="42"/>
                  </a:cubicBezTo>
                  <a:cubicBezTo>
                    <a:pt x="16" y="40"/>
                    <a:pt x="19" y="44"/>
                    <a:pt x="22" y="37"/>
                  </a:cubicBezTo>
                  <a:cubicBezTo>
                    <a:pt x="24" y="31"/>
                    <a:pt x="30" y="23"/>
                    <a:pt x="35" y="19"/>
                  </a:cubicBezTo>
                  <a:cubicBezTo>
                    <a:pt x="35" y="19"/>
                    <a:pt x="35" y="19"/>
                    <a:pt x="35" y="19"/>
                  </a:cubicBezTo>
                  <a:cubicBezTo>
                    <a:pt x="30" y="17"/>
                    <a:pt x="23" y="5"/>
                    <a:pt x="16" y="4"/>
                  </a:cubicBezTo>
                  <a:cubicBezTo>
                    <a:pt x="12" y="3"/>
                    <a:pt x="9" y="2"/>
                    <a:pt x="6" y="0"/>
                  </a:cubicBezTo>
                  <a:cubicBezTo>
                    <a:pt x="5" y="3"/>
                    <a:pt x="4" y="6"/>
                    <a:pt x="4" y="6"/>
                  </a:cubicBezTo>
                  <a:cubicBezTo>
                    <a:pt x="1" y="8"/>
                    <a:pt x="0" y="15"/>
                    <a:pt x="2"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4" name="Freeform 120"/>
            <p:cNvSpPr>
              <a:spLocks noChangeArrowheads="1"/>
            </p:cNvSpPr>
            <p:nvPr/>
          </p:nvSpPr>
          <p:spPr bwMode="auto">
            <a:xfrm>
              <a:off x="1806581" y="1952627"/>
              <a:ext cx="227014" cy="80963"/>
            </a:xfrm>
            <a:custGeom>
              <a:avLst/>
              <a:gdLst>
                <a:gd name="T0" fmla="*/ 96 w 119"/>
                <a:gd name="T1" fmla="*/ 27 h 43"/>
                <a:gd name="T2" fmla="*/ 42 w 119"/>
                <a:gd name="T3" fmla="*/ 5 h 43"/>
                <a:gd name="T4" fmla="*/ 2 w 119"/>
                <a:gd name="T5" fmla="*/ 19 h 43"/>
                <a:gd name="T6" fmla="*/ 21 w 119"/>
                <a:gd name="T7" fmla="*/ 10 h 43"/>
                <a:gd name="T8" fmla="*/ 32 w 119"/>
                <a:gd name="T9" fmla="*/ 15 h 43"/>
                <a:gd name="T10" fmla="*/ 51 w 119"/>
                <a:gd name="T11" fmla="*/ 19 h 43"/>
                <a:gd name="T12" fmla="*/ 75 w 119"/>
                <a:gd name="T13" fmla="*/ 32 h 43"/>
                <a:gd name="T14" fmla="*/ 81 w 119"/>
                <a:gd name="T15" fmla="*/ 41 h 43"/>
                <a:gd name="T16" fmla="*/ 117 w 119"/>
                <a:gd name="T17" fmla="*/ 40 h 43"/>
                <a:gd name="T18" fmla="*/ 96 w 119"/>
                <a:gd name="T19" fmla="*/ 27 h 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9"/>
                <a:gd name="T31" fmla="*/ 0 h 43"/>
                <a:gd name="T32" fmla="*/ 119 w 119"/>
                <a:gd name="T33" fmla="*/ 43 h 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9" h="43">
                  <a:moveTo>
                    <a:pt x="96" y="27"/>
                  </a:moveTo>
                  <a:cubicBezTo>
                    <a:pt x="89" y="27"/>
                    <a:pt x="64" y="10"/>
                    <a:pt x="42" y="5"/>
                  </a:cubicBezTo>
                  <a:cubicBezTo>
                    <a:pt x="19" y="0"/>
                    <a:pt x="0" y="16"/>
                    <a:pt x="2" y="19"/>
                  </a:cubicBezTo>
                  <a:cubicBezTo>
                    <a:pt x="5" y="23"/>
                    <a:pt x="16" y="14"/>
                    <a:pt x="21" y="10"/>
                  </a:cubicBezTo>
                  <a:cubicBezTo>
                    <a:pt x="27" y="6"/>
                    <a:pt x="32" y="12"/>
                    <a:pt x="32" y="15"/>
                  </a:cubicBezTo>
                  <a:cubicBezTo>
                    <a:pt x="33" y="17"/>
                    <a:pt x="40" y="19"/>
                    <a:pt x="51" y="19"/>
                  </a:cubicBezTo>
                  <a:cubicBezTo>
                    <a:pt x="63" y="20"/>
                    <a:pt x="64" y="29"/>
                    <a:pt x="75" y="32"/>
                  </a:cubicBezTo>
                  <a:cubicBezTo>
                    <a:pt x="86" y="34"/>
                    <a:pt x="75" y="39"/>
                    <a:pt x="81" y="41"/>
                  </a:cubicBezTo>
                  <a:cubicBezTo>
                    <a:pt x="86" y="43"/>
                    <a:pt x="115" y="42"/>
                    <a:pt x="117" y="40"/>
                  </a:cubicBezTo>
                  <a:cubicBezTo>
                    <a:pt x="119" y="37"/>
                    <a:pt x="104" y="27"/>
                    <a:pt x="96" y="2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5" name="Freeform 121"/>
            <p:cNvSpPr>
              <a:spLocks noChangeArrowheads="1"/>
            </p:cNvSpPr>
            <p:nvPr/>
          </p:nvSpPr>
          <p:spPr bwMode="auto">
            <a:xfrm>
              <a:off x="1936756" y="2060578"/>
              <a:ext cx="52388" cy="25400"/>
            </a:xfrm>
            <a:custGeom>
              <a:avLst/>
              <a:gdLst>
                <a:gd name="T0" fmla="*/ 3 w 28"/>
                <a:gd name="T1" fmla="*/ 5 h 13"/>
                <a:gd name="T2" fmla="*/ 26 w 28"/>
                <a:gd name="T3" fmla="*/ 9 h 13"/>
                <a:gd name="T4" fmla="*/ 3 w 28"/>
                <a:gd name="T5" fmla="*/ 5 h 13"/>
                <a:gd name="T6" fmla="*/ 0 60000 65536"/>
                <a:gd name="T7" fmla="*/ 0 60000 65536"/>
                <a:gd name="T8" fmla="*/ 0 60000 65536"/>
                <a:gd name="T9" fmla="*/ 0 w 28"/>
                <a:gd name="T10" fmla="*/ 0 h 13"/>
                <a:gd name="T11" fmla="*/ 28 w 28"/>
                <a:gd name="T12" fmla="*/ 13 h 13"/>
              </a:gdLst>
              <a:ahLst/>
              <a:cxnLst>
                <a:cxn ang="T6">
                  <a:pos x="T0" y="T1"/>
                </a:cxn>
                <a:cxn ang="T7">
                  <a:pos x="T2" y="T3"/>
                </a:cxn>
                <a:cxn ang="T8">
                  <a:pos x="T4" y="T5"/>
                </a:cxn>
              </a:cxnLst>
              <a:rect l="T9" t="T10" r="T11" b="T12"/>
              <a:pathLst>
                <a:path w="28" h="13">
                  <a:moveTo>
                    <a:pt x="3" y="5"/>
                  </a:moveTo>
                  <a:cubicBezTo>
                    <a:pt x="5" y="8"/>
                    <a:pt x="24" y="13"/>
                    <a:pt x="26" y="9"/>
                  </a:cubicBezTo>
                  <a:cubicBezTo>
                    <a:pt x="28" y="4"/>
                    <a:pt x="0" y="0"/>
                    <a:pt x="3"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6" name="Freeform 122"/>
            <p:cNvSpPr>
              <a:spLocks noChangeArrowheads="1"/>
            </p:cNvSpPr>
            <p:nvPr/>
          </p:nvSpPr>
          <p:spPr bwMode="auto">
            <a:xfrm>
              <a:off x="2179645" y="2058990"/>
              <a:ext cx="47626" cy="26988"/>
            </a:xfrm>
            <a:custGeom>
              <a:avLst/>
              <a:gdLst>
                <a:gd name="T0" fmla="*/ 4 w 25"/>
                <a:gd name="T1" fmla="*/ 7 h 14"/>
                <a:gd name="T2" fmla="*/ 23 w 25"/>
                <a:gd name="T3" fmla="*/ 7 h 14"/>
                <a:gd name="T4" fmla="*/ 4 w 25"/>
                <a:gd name="T5" fmla="*/ 7 h 14"/>
                <a:gd name="T6" fmla="*/ 0 60000 65536"/>
                <a:gd name="T7" fmla="*/ 0 60000 65536"/>
                <a:gd name="T8" fmla="*/ 0 60000 65536"/>
                <a:gd name="T9" fmla="*/ 0 w 25"/>
                <a:gd name="T10" fmla="*/ 0 h 14"/>
                <a:gd name="T11" fmla="*/ 25 w 25"/>
                <a:gd name="T12" fmla="*/ 14 h 14"/>
              </a:gdLst>
              <a:ahLst/>
              <a:cxnLst>
                <a:cxn ang="T6">
                  <a:pos x="T0" y="T1"/>
                </a:cxn>
                <a:cxn ang="T7">
                  <a:pos x="T2" y="T3"/>
                </a:cxn>
                <a:cxn ang="T8">
                  <a:pos x="T4" y="T5"/>
                </a:cxn>
              </a:cxnLst>
              <a:rect l="T9" t="T10" r="T11" b="T12"/>
              <a:pathLst>
                <a:path w="25" h="14">
                  <a:moveTo>
                    <a:pt x="4" y="7"/>
                  </a:moveTo>
                  <a:cubicBezTo>
                    <a:pt x="9" y="14"/>
                    <a:pt x="22" y="9"/>
                    <a:pt x="23" y="7"/>
                  </a:cubicBezTo>
                  <a:cubicBezTo>
                    <a:pt x="25" y="2"/>
                    <a:pt x="0" y="0"/>
                    <a:pt x="4" y="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7" name="Freeform 123"/>
            <p:cNvSpPr>
              <a:spLocks noEditPoints="1" noChangeArrowheads="1"/>
            </p:cNvSpPr>
            <p:nvPr/>
          </p:nvSpPr>
          <p:spPr bwMode="auto">
            <a:xfrm>
              <a:off x="2065345" y="-1"/>
              <a:ext cx="1322393" cy="985840"/>
            </a:xfrm>
            <a:custGeom>
              <a:avLst/>
              <a:gdLst>
                <a:gd name="T0" fmla="*/ 606 w 691"/>
                <a:gd name="T1" fmla="*/ 59 h 516"/>
                <a:gd name="T2" fmla="*/ 555 w 691"/>
                <a:gd name="T3" fmla="*/ 83 h 516"/>
                <a:gd name="T4" fmla="*/ 552 w 691"/>
                <a:gd name="T5" fmla="*/ 52 h 516"/>
                <a:gd name="T6" fmla="*/ 494 w 691"/>
                <a:gd name="T7" fmla="*/ 47 h 516"/>
                <a:gd name="T8" fmla="*/ 551 w 691"/>
                <a:gd name="T9" fmla="*/ 38 h 516"/>
                <a:gd name="T10" fmla="*/ 546 w 691"/>
                <a:gd name="T11" fmla="*/ 17 h 516"/>
                <a:gd name="T12" fmla="*/ 467 w 691"/>
                <a:gd name="T13" fmla="*/ 1 h 516"/>
                <a:gd name="T14" fmla="*/ 393 w 691"/>
                <a:gd name="T15" fmla="*/ 10 h 516"/>
                <a:gd name="T16" fmla="*/ 337 w 691"/>
                <a:gd name="T17" fmla="*/ 11 h 516"/>
                <a:gd name="T18" fmla="*/ 291 w 691"/>
                <a:gd name="T19" fmla="*/ 31 h 516"/>
                <a:gd name="T20" fmla="*/ 280 w 691"/>
                <a:gd name="T21" fmla="*/ 37 h 516"/>
                <a:gd name="T22" fmla="*/ 247 w 691"/>
                <a:gd name="T23" fmla="*/ 47 h 516"/>
                <a:gd name="T24" fmla="*/ 216 w 691"/>
                <a:gd name="T25" fmla="*/ 58 h 516"/>
                <a:gd name="T26" fmla="*/ 162 w 691"/>
                <a:gd name="T27" fmla="*/ 47 h 516"/>
                <a:gd name="T28" fmla="*/ 133 w 691"/>
                <a:gd name="T29" fmla="*/ 70 h 516"/>
                <a:gd name="T30" fmla="*/ 88 w 691"/>
                <a:gd name="T31" fmla="*/ 99 h 516"/>
                <a:gd name="T32" fmla="*/ 0 w 691"/>
                <a:gd name="T33" fmla="*/ 142 h 516"/>
                <a:gd name="T34" fmla="*/ 56 w 691"/>
                <a:gd name="T35" fmla="*/ 158 h 516"/>
                <a:gd name="T36" fmla="*/ 16 w 691"/>
                <a:gd name="T37" fmla="*/ 172 h 516"/>
                <a:gd name="T38" fmla="*/ 50 w 691"/>
                <a:gd name="T39" fmla="*/ 194 h 516"/>
                <a:gd name="T40" fmla="*/ 95 w 691"/>
                <a:gd name="T41" fmla="*/ 192 h 516"/>
                <a:gd name="T42" fmla="*/ 163 w 691"/>
                <a:gd name="T43" fmla="*/ 211 h 516"/>
                <a:gd name="T44" fmla="*/ 197 w 691"/>
                <a:gd name="T45" fmla="*/ 256 h 516"/>
                <a:gd name="T46" fmla="*/ 202 w 691"/>
                <a:gd name="T47" fmla="*/ 297 h 516"/>
                <a:gd name="T48" fmla="*/ 245 w 691"/>
                <a:gd name="T49" fmla="*/ 312 h 516"/>
                <a:gd name="T50" fmla="*/ 240 w 691"/>
                <a:gd name="T51" fmla="*/ 328 h 516"/>
                <a:gd name="T52" fmla="*/ 234 w 691"/>
                <a:gd name="T53" fmla="*/ 356 h 516"/>
                <a:gd name="T54" fmla="*/ 226 w 691"/>
                <a:gd name="T55" fmla="*/ 390 h 516"/>
                <a:gd name="T56" fmla="*/ 235 w 691"/>
                <a:gd name="T57" fmla="*/ 436 h 516"/>
                <a:gd name="T58" fmla="*/ 256 w 691"/>
                <a:gd name="T59" fmla="*/ 463 h 516"/>
                <a:gd name="T60" fmla="*/ 287 w 691"/>
                <a:gd name="T61" fmla="*/ 498 h 516"/>
                <a:gd name="T62" fmla="*/ 331 w 691"/>
                <a:gd name="T63" fmla="*/ 515 h 516"/>
                <a:gd name="T64" fmla="*/ 344 w 691"/>
                <a:gd name="T65" fmla="*/ 471 h 516"/>
                <a:gd name="T66" fmla="*/ 363 w 691"/>
                <a:gd name="T67" fmla="*/ 449 h 516"/>
                <a:gd name="T68" fmla="*/ 365 w 691"/>
                <a:gd name="T69" fmla="*/ 427 h 516"/>
                <a:gd name="T70" fmla="*/ 384 w 691"/>
                <a:gd name="T71" fmla="*/ 413 h 516"/>
                <a:gd name="T72" fmla="*/ 401 w 691"/>
                <a:gd name="T73" fmla="*/ 409 h 516"/>
                <a:gd name="T74" fmla="*/ 461 w 691"/>
                <a:gd name="T75" fmla="*/ 369 h 516"/>
                <a:gd name="T76" fmla="*/ 500 w 691"/>
                <a:gd name="T77" fmla="*/ 359 h 516"/>
                <a:gd name="T78" fmla="*/ 576 w 691"/>
                <a:gd name="T79" fmla="*/ 325 h 516"/>
                <a:gd name="T80" fmla="*/ 535 w 691"/>
                <a:gd name="T81" fmla="*/ 316 h 516"/>
                <a:gd name="T82" fmla="*/ 577 w 691"/>
                <a:gd name="T83" fmla="*/ 319 h 516"/>
                <a:gd name="T84" fmla="*/ 569 w 691"/>
                <a:gd name="T85" fmla="*/ 280 h 516"/>
                <a:gd name="T86" fmla="*/ 547 w 691"/>
                <a:gd name="T87" fmla="*/ 261 h 516"/>
                <a:gd name="T88" fmla="*/ 596 w 691"/>
                <a:gd name="T89" fmla="*/ 254 h 516"/>
                <a:gd name="T90" fmla="*/ 609 w 691"/>
                <a:gd name="T91" fmla="*/ 230 h 516"/>
                <a:gd name="T92" fmla="*/ 603 w 691"/>
                <a:gd name="T93" fmla="*/ 193 h 516"/>
                <a:gd name="T94" fmla="*/ 590 w 691"/>
                <a:gd name="T95" fmla="*/ 178 h 516"/>
                <a:gd name="T96" fmla="*/ 595 w 691"/>
                <a:gd name="T97" fmla="*/ 162 h 516"/>
                <a:gd name="T98" fmla="*/ 578 w 691"/>
                <a:gd name="T99" fmla="*/ 154 h 516"/>
                <a:gd name="T100" fmla="*/ 624 w 691"/>
                <a:gd name="T101" fmla="*/ 106 h 516"/>
                <a:gd name="T102" fmla="*/ 613 w 691"/>
                <a:gd name="T103" fmla="*/ 94 h 516"/>
                <a:gd name="T104" fmla="*/ 626 w 691"/>
                <a:gd name="T105" fmla="*/ 81 h 516"/>
                <a:gd name="T106" fmla="*/ 691 w 691"/>
                <a:gd name="T107" fmla="*/ 58 h 516"/>
                <a:gd name="T108" fmla="*/ 228 w 691"/>
                <a:gd name="T109" fmla="*/ 329 h 516"/>
                <a:gd name="T110" fmla="*/ 216 w 691"/>
                <a:gd name="T111" fmla="*/ 342 h 5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691"/>
                <a:gd name="T169" fmla="*/ 0 h 516"/>
                <a:gd name="T170" fmla="*/ 691 w 691"/>
                <a:gd name="T171" fmla="*/ 516 h 5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691" h="516">
                  <a:moveTo>
                    <a:pt x="652" y="47"/>
                  </a:moveTo>
                  <a:cubicBezTo>
                    <a:pt x="640" y="47"/>
                    <a:pt x="630" y="49"/>
                    <a:pt x="629" y="58"/>
                  </a:cubicBezTo>
                  <a:cubicBezTo>
                    <a:pt x="628" y="67"/>
                    <a:pt x="613" y="56"/>
                    <a:pt x="606" y="59"/>
                  </a:cubicBezTo>
                  <a:cubicBezTo>
                    <a:pt x="599" y="62"/>
                    <a:pt x="603" y="52"/>
                    <a:pt x="596" y="56"/>
                  </a:cubicBezTo>
                  <a:cubicBezTo>
                    <a:pt x="589" y="59"/>
                    <a:pt x="582" y="67"/>
                    <a:pt x="574" y="70"/>
                  </a:cubicBezTo>
                  <a:cubicBezTo>
                    <a:pt x="566" y="74"/>
                    <a:pt x="560" y="82"/>
                    <a:pt x="555" y="83"/>
                  </a:cubicBezTo>
                  <a:cubicBezTo>
                    <a:pt x="550" y="83"/>
                    <a:pt x="566" y="67"/>
                    <a:pt x="574" y="59"/>
                  </a:cubicBezTo>
                  <a:cubicBezTo>
                    <a:pt x="582" y="51"/>
                    <a:pt x="577" y="42"/>
                    <a:pt x="567" y="43"/>
                  </a:cubicBezTo>
                  <a:cubicBezTo>
                    <a:pt x="556" y="44"/>
                    <a:pt x="558" y="51"/>
                    <a:pt x="552" y="52"/>
                  </a:cubicBezTo>
                  <a:cubicBezTo>
                    <a:pt x="546" y="53"/>
                    <a:pt x="518" y="68"/>
                    <a:pt x="516" y="63"/>
                  </a:cubicBezTo>
                  <a:cubicBezTo>
                    <a:pt x="515" y="59"/>
                    <a:pt x="540" y="52"/>
                    <a:pt x="540" y="49"/>
                  </a:cubicBezTo>
                  <a:cubicBezTo>
                    <a:pt x="539" y="46"/>
                    <a:pt x="508" y="45"/>
                    <a:pt x="494" y="47"/>
                  </a:cubicBezTo>
                  <a:cubicBezTo>
                    <a:pt x="480" y="49"/>
                    <a:pt x="455" y="57"/>
                    <a:pt x="455" y="53"/>
                  </a:cubicBezTo>
                  <a:cubicBezTo>
                    <a:pt x="455" y="49"/>
                    <a:pt x="484" y="44"/>
                    <a:pt x="498" y="42"/>
                  </a:cubicBezTo>
                  <a:cubicBezTo>
                    <a:pt x="513" y="40"/>
                    <a:pt x="540" y="43"/>
                    <a:pt x="551" y="38"/>
                  </a:cubicBezTo>
                  <a:cubicBezTo>
                    <a:pt x="563" y="34"/>
                    <a:pt x="580" y="33"/>
                    <a:pt x="583" y="30"/>
                  </a:cubicBezTo>
                  <a:cubicBezTo>
                    <a:pt x="586" y="26"/>
                    <a:pt x="570" y="21"/>
                    <a:pt x="562" y="21"/>
                  </a:cubicBezTo>
                  <a:cubicBezTo>
                    <a:pt x="554" y="22"/>
                    <a:pt x="546" y="21"/>
                    <a:pt x="546" y="17"/>
                  </a:cubicBezTo>
                  <a:cubicBezTo>
                    <a:pt x="547" y="13"/>
                    <a:pt x="534" y="12"/>
                    <a:pt x="533" y="9"/>
                  </a:cubicBezTo>
                  <a:cubicBezTo>
                    <a:pt x="531" y="6"/>
                    <a:pt x="506" y="8"/>
                    <a:pt x="501" y="5"/>
                  </a:cubicBezTo>
                  <a:cubicBezTo>
                    <a:pt x="496" y="1"/>
                    <a:pt x="480" y="0"/>
                    <a:pt x="467" y="1"/>
                  </a:cubicBezTo>
                  <a:cubicBezTo>
                    <a:pt x="453" y="2"/>
                    <a:pt x="426" y="1"/>
                    <a:pt x="420" y="2"/>
                  </a:cubicBezTo>
                  <a:cubicBezTo>
                    <a:pt x="413" y="3"/>
                    <a:pt x="409" y="5"/>
                    <a:pt x="404" y="5"/>
                  </a:cubicBezTo>
                  <a:cubicBezTo>
                    <a:pt x="398" y="4"/>
                    <a:pt x="389" y="6"/>
                    <a:pt x="393" y="10"/>
                  </a:cubicBezTo>
                  <a:cubicBezTo>
                    <a:pt x="399" y="16"/>
                    <a:pt x="384" y="19"/>
                    <a:pt x="385" y="14"/>
                  </a:cubicBezTo>
                  <a:cubicBezTo>
                    <a:pt x="386" y="9"/>
                    <a:pt x="372" y="7"/>
                    <a:pt x="367" y="11"/>
                  </a:cubicBezTo>
                  <a:cubicBezTo>
                    <a:pt x="362" y="15"/>
                    <a:pt x="340" y="6"/>
                    <a:pt x="337" y="11"/>
                  </a:cubicBezTo>
                  <a:cubicBezTo>
                    <a:pt x="333" y="15"/>
                    <a:pt x="307" y="14"/>
                    <a:pt x="299" y="15"/>
                  </a:cubicBezTo>
                  <a:cubicBezTo>
                    <a:pt x="292" y="16"/>
                    <a:pt x="311" y="22"/>
                    <a:pt x="311" y="25"/>
                  </a:cubicBezTo>
                  <a:cubicBezTo>
                    <a:pt x="310" y="29"/>
                    <a:pt x="286" y="25"/>
                    <a:pt x="291" y="31"/>
                  </a:cubicBezTo>
                  <a:cubicBezTo>
                    <a:pt x="296" y="37"/>
                    <a:pt x="312" y="42"/>
                    <a:pt x="319" y="49"/>
                  </a:cubicBezTo>
                  <a:cubicBezTo>
                    <a:pt x="327" y="57"/>
                    <a:pt x="313" y="52"/>
                    <a:pt x="305" y="47"/>
                  </a:cubicBezTo>
                  <a:cubicBezTo>
                    <a:pt x="296" y="41"/>
                    <a:pt x="285" y="43"/>
                    <a:pt x="280" y="37"/>
                  </a:cubicBezTo>
                  <a:cubicBezTo>
                    <a:pt x="274" y="32"/>
                    <a:pt x="254" y="27"/>
                    <a:pt x="249" y="31"/>
                  </a:cubicBezTo>
                  <a:cubicBezTo>
                    <a:pt x="243" y="34"/>
                    <a:pt x="263" y="42"/>
                    <a:pt x="263" y="46"/>
                  </a:cubicBezTo>
                  <a:cubicBezTo>
                    <a:pt x="263" y="51"/>
                    <a:pt x="250" y="45"/>
                    <a:pt x="247" y="47"/>
                  </a:cubicBezTo>
                  <a:cubicBezTo>
                    <a:pt x="245" y="49"/>
                    <a:pt x="233" y="36"/>
                    <a:pt x="227" y="36"/>
                  </a:cubicBezTo>
                  <a:cubicBezTo>
                    <a:pt x="220" y="36"/>
                    <a:pt x="226" y="42"/>
                    <a:pt x="226" y="50"/>
                  </a:cubicBezTo>
                  <a:cubicBezTo>
                    <a:pt x="226" y="58"/>
                    <a:pt x="213" y="63"/>
                    <a:pt x="216" y="58"/>
                  </a:cubicBezTo>
                  <a:cubicBezTo>
                    <a:pt x="220" y="52"/>
                    <a:pt x="217" y="37"/>
                    <a:pt x="210" y="35"/>
                  </a:cubicBezTo>
                  <a:cubicBezTo>
                    <a:pt x="203" y="32"/>
                    <a:pt x="185" y="40"/>
                    <a:pt x="176" y="40"/>
                  </a:cubicBezTo>
                  <a:cubicBezTo>
                    <a:pt x="167" y="40"/>
                    <a:pt x="154" y="43"/>
                    <a:pt x="162" y="47"/>
                  </a:cubicBezTo>
                  <a:cubicBezTo>
                    <a:pt x="170" y="52"/>
                    <a:pt x="162" y="55"/>
                    <a:pt x="155" y="50"/>
                  </a:cubicBezTo>
                  <a:cubicBezTo>
                    <a:pt x="148" y="45"/>
                    <a:pt x="125" y="50"/>
                    <a:pt x="130" y="53"/>
                  </a:cubicBezTo>
                  <a:cubicBezTo>
                    <a:pt x="134" y="56"/>
                    <a:pt x="136" y="66"/>
                    <a:pt x="133" y="70"/>
                  </a:cubicBezTo>
                  <a:cubicBezTo>
                    <a:pt x="130" y="74"/>
                    <a:pt x="120" y="66"/>
                    <a:pt x="111" y="67"/>
                  </a:cubicBezTo>
                  <a:cubicBezTo>
                    <a:pt x="102" y="67"/>
                    <a:pt x="58" y="89"/>
                    <a:pt x="60" y="94"/>
                  </a:cubicBezTo>
                  <a:cubicBezTo>
                    <a:pt x="63" y="100"/>
                    <a:pt x="82" y="95"/>
                    <a:pt x="88" y="99"/>
                  </a:cubicBezTo>
                  <a:cubicBezTo>
                    <a:pt x="94" y="102"/>
                    <a:pt x="86" y="114"/>
                    <a:pt x="79" y="119"/>
                  </a:cubicBezTo>
                  <a:cubicBezTo>
                    <a:pt x="71" y="124"/>
                    <a:pt x="44" y="120"/>
                    <a:pt x="43" y="126"/>
                  </a:cubicBezTo>
                  <a:cubicBezTo>
                    <a:pt x="43" y="132"/>
                    <a:pt x="0" y="133"/>
                    <a:pt x="0" y="142"/>
                  </a:cubicBezTo>
                  <a:cubicBezTo>
                    <a:pt x="0" y="146"/>
                    <a:pt x="2" y="150"/>
                    <a:pt x="7" y="151"/>
                  </a:cubicBezTo>
                  <a:cubicBezTo>
                    <a:pt x="13" y="152"/>
                    <a:pt x="20" y="150"/>
                    <a:pt x="26" y="156"/>
                  </a:cubicBezTo>
                  <a:cubicBezTo>
                    <a:pt x="31" y="162"/>
                    <a:pt x="46" y="162"/>
                    <a:pt x="56" y="158"/>
                  </a:cubicBezTo>
                  <a:cubicBezTo>
                    <a:pt x="67" y="154"/>
                    <a:pt x="74" y="159"/>
                    <a:pt x="74" y="165"/>
                  </a:cubicBezTo>
                  <a:cubicBezTo>
                    <a:pt x="74" y="171"/>
                    <a:pt x="51" y="163"/>
                    <a:pt x="44" y="167"/>
                  </a:cubicBezTo>
                  <a:cubicBezTo>
                    <a:pt x="37" y="171"/>
                    <a:pt x="15" y="168"/>
                    <a:pt x="16" y="172"/>
                  </a:cubicBezTo>
                  <a:cubicBezTo>
                    <a:pt x="17" y="177"/>
                    <a:pt x="28" y="176"/>
                    <a:pt x="36" y="178"/>
                  </a:cubicBezTo>
                  <a:cubicBezTo>
                    <a:pt x="45" y="179"/>
                    <a:pt x="37" y="183"/>
                    <a:pt x="37" y="187"/>
                  </a:cubicBezTo>
                  <a:cubicBezTo>
                    <a:pt x="36" y="190"/>
                    <a:pt x="41" y="190"/>
                    <a:pt x="50" y="194"/>
                  </a:cubicBezTo>
                  <a:cubicBezTo>
                    <a:pt x="59" y="198"/>
                    <a:pt x="73" y="201"/>
                    <a:pt x="68" y="196"/>
                  </a:cubicBezTo>
                  <a:cubicBezTo>
                    <a:pt x="64" y="191"/>
                    <a:pt x="77" y="192"/>
                    <a:pt x="80" y="195"/>
                  </a:cubicBezTo>
                  <a:cubicBezTo>
                    <a:pt x="82" y="198"/>
                    <a:pt x="88" y="190"/>
                    <a:pt x="95" y="192"/>
                  </a:cubicBezTo>
                  <a:cubicBezTo>
                    <a:pt x="101" y="194"/>
                    <a:pt x="103" y="186"/>
                    <a:pt x="108" y="189"/>
                  </a:cubicBezTo>
                  <a:cubicBezTo>
                    <a:pt x="113" y="193"/>
                    <a:pt x="137" y="195"/>
                    <a:pt x="145" y="199"/>
                  </a:cubicBezTo>
                  <a:cubicBezTo>
                    <a:pt x="153" y="203"/>
                    <a:pt x="164" y="204"/>
                    <a:pt x="163" y="211"/>
                  </a:cubicBezTo>
                  <a:cubicBezTo>
                    <a:pt x="162" y="217"/>
                    <a:pt x="169" y="222"/>
                    <a:pt x="178" y="226"/>
                  </a:cubicBezTo>
                  <a:cubicBezTo>
                    <a:pt x="187" y="230"/>
                    <a:pt x="189" y="238"/>
                    <a:pt x="189" y="244"/>
                  </a:cubicBezTo>
                  <a:cubicBezTo>
                    <a:pt x="188" y="250"/>
                    <a:pt x="198" y="254"/>
                    <a:pt x="197" y="256"/>
                  </a:cubicBezTo>
                  <a:cubicBezTo>
                    <a:pt x="195" y="259"/>
                    <a:pt x="196" y="263"/>
                    <a:pt x="202" y="268"/>
                  </a:cubicBezTo>
                  <a:cubicBezTo>
                    <a:pt x="208" y="273"/>
                    <a:pt x="193" y="277"/>
                    <a:pt x="197" y="282"/>
                  </a:cubicBezTo>
                  <a:cubicBezTo>
                    <a:pt x="200" y="287"/>
                    <a:pt x="191" y="296"/>
                    <a:pt x="202" y="297"/>
                  </a:cubicBezTo>
                  <a:cubicBezTo>
                    <a:pt x="213" y="299"/>
                    <a:pt x="211" y="290"/>
                    <a:pt x="219" y="290"/>
                  </a:cubicBezTo>
                  <a:cubicBezTo>
                    <a:pt x="227" y="290"/>
                    <a:pt x="219" y="297"/>
                    <a:pt x="223" y="301"/>
                  </a:cubicBezTo>
                  <a:cubicBezTo>
                    <a:pt x="227" y="306"/>
                    <a:pt x="236" y="305"/>
                    <a:pt x="245" y="312"/>
                  </a:cubicBezTo>
                  <a:cubicBezTo>
                    <a:pt x="253" y="319"/>
                    <a:pt x="248" y="322"/>
                    <a:pt x="240" y="316"/>
                  </a:cubicBezTo>
                  <a:cubicBezTo>
                    <a:pt x="232" y="311"/>
                    <a:pt x="210" y="312"/>
                    <a:pt x="210" y="314"/>
                  </a:cubicBezTo>
                  <a:cubicBezTo>
                    <a:pt x="210" y="316"/>
                    <a:pt x="235" y="330"/>
                    <a:pt x="240" y="328"/>
                  </a:cubicBezTo>
                  <a:cubicBezTo>
                    <a:pt x="246" y="326"/>
                    <a:pt x="254" y="336"/>
                    <a:pt x="250" y="340"/>
                  </a:cubicBezTo>
                  <a:cubicBezTo>
                    <a:pt x="247" y="343"/>
                    <a:pt x="249" y="351"/>
                    <a:pt x="248" y="355"/>
                  </a:cubicBezTo>
                  <a:cubicBezTo>
                    <a:pt x="247" y="359"/>
                    <a:pt x="239" y="355"/>
                    <a:pt x="234" y="356"/>
                  </a:cubicBezTo>
                  <a:cubicBezTo>
                    <a:pt x="228" y="357"/>
                    <a:pt x="225" y="358"/>
                    <a:pt x="225" y="364"/>
                  </a:cubicBezTo>
                  <a:cubicBezTo>
                    <a:pt x="225" y="370"/>
                    <a:pt x="216" y="374"/>
                    <a:pt x="215" y="381"/>
                  </a:cubicBezTo>
                  <a:cubicBezTo>
                    <a:pt x="214" y="388"/>
                    <a:pt x="222" y="387"/>
                    <a:pt x="226" y="390"/>
                  </a:cubicBezTo>
                  <a:cubicBezTo>
                    <a:pt x="231" y="393"/>
                    <a:pt x="218" y="395"/>
                    <a:pt x="218" y="400"/>
                  </a:cubicBezTo>
                  <a:cubicBezTo>
                    <a:pt x="217" y="405"/>
                    <a:pt x="229" y="414"/>
                    <a:pt x="233" y="417"/>
                  </a:cubicBezTo>
                  <a:cubicBezTo>
                    <a:pt x="238" y="419"/>
                    <a:pt x="234" y="430"/>
                    <a:pt x="235" y="436"/>
                  </a:cubicBezTo>
                  <a:cubicBezTo>
                    <a:pt x="237" y="442"/>
                    <a:pt x="243" y="435"/>
                    <a:pt x="242" y="442"/>
                  </a:cubicBezTo>
                  <a:cubicBezTo>
                    <a:pt x="241" y="449"/>
                    <a:pt x="247" y="449"/>
                    <a:pt x="248" y="453"/>
                  </a:cubicBezTo>
                  <a:cubicBezTo>
                    <a:pt x="248" y="458"/>
                    <a:pt x="258" y="457"/>
                    <a:pt x="256" y="463"/>
                  </a:cubicBezTo>
                  <a:cubicBezTo>
                    <a:pt x="254" y="469"/>
                    <a:pt x="259" y="473"/>
                    <a:pt x="262" y="477"/>
                  </a:cubicBezTo>
                  <a:cubicBezTo>
                    <a:pt x="264" y="480"/>
                    <a:pt x="273" y="486"/>
                    <a:pt x="274" y="490"/>
                  </a:cubicBezTo>
                  <a:cubicBezTo>
                    <a:pt x="276" y="494"/>
                    <a:pt x="281" y="500"/>
                    <a:pt x="287" y="498"/>
                  </a:cubicBezTo>
                  <a:cubicBezTo>
                    <a:pt x="293" y="497"/>
                    <a:pt x="293" y="502"/>
                    <a:pt x="298" y="502"/>
                  </a:cubicBezTo>
                  <a:cubicBezTo>
                    <a:pt x="303" y="501"/>
                    <a:pt x="310" y="504"/>
                    <a:pt x="311" y="507"/>
                  </a:cubicBezTo>
                  <a:cubicBezTo>
                    <a:pt x="313" y="511"/>
                    <a:pt x="327" y="514"/>
                    <a:pt x="331" y="515"/>
                  </a:cubicBezTo>
                  <a:cubicBezTo>
                    <a:pt x="335" y="516"/>
                    <a:pt x="336" y="508"/>
                    <a:pt x="339" y="506"/>
                  </a:cubicBezTo>
                  <a:cubicBezTo>
                    <a:pt x="343" y="504"/>
                    <a:pt x="342" y="490"/>
                    <a:pt x="345" y="489"/>
                  </a:cubicBezTo>
                  <a:cubicBezTo>
                    <a:pt x="348" y="488"/>
                    <a:pt x="347" y="472"/>
                    <a:pt x="344" y="471"/>
                  </a:cubicBezTo>
                  <a:cubicBezTo>
                    <a:pt x="341" y="470"/>
                    <a:pt x="342" y="464"/>
                    <a:pt x="350" y="465"/>
                  </a:cubicBezTo>
                  <a:cubicBezTo>
                    <a:pt x="357" y="466"/>
                    <a:pt x="355" y="459"/>
                    <a:pt x="358" y="458"/>
                  </a:cubicBezTo>
                  <a:cubicBezTo>
                    <a:pt x="362" y="457"/>
                    <a:pt x="360" y="450"/>
                    <a:pt x="363" y="449"/>
                  </a:cubicBezTo>
                  <a:cubicBezTo>
                    <a:pt x="366" y="448"/>
                    <a:pt x="365" y="444"/>
                    <a:pt x="363" y="441"/>
                  </a:cubicBezTo>
                  <a:cubicBezTo>
                    <a:pt x="361" y="438"/>
                    <a:pt x="364" y="436"/>
                    <a:pt x="368" y="436"/>
                  </a:cubicBezTo>
                  <a:cubicBezTo>
                    <a:pt x="372" y="435"/>
                    <a:pt x="371" y="429"/>
                    <a:pt x="365" y="427"/>
                  </a:cubicBezTo>
                  <a:cubicBezTo>
                    <a:pt x="360" y="425"/>
                    <a:pt x="362" y="419"/>
                    <a:pt x="367" y="423"/>
                  </a:cubicBezTo>
                  <a:cubicBezTo>
                    <a:pt x="372" y="427"/>
                    <a:pt x="376" y="424"/>
                    <a:pt x="373" y="420"/>
                  </a:cubicBezTo>
                  <a:cubicBezTo>
                    <a:pt x="370" y="416"/>
                    <a:pt x="377" y="414"/>
                    <a:pt x="384" y="413"/>
                  </a:cubicBezTo>
                  <a:cubicBezTo>
                    <a:pt x="391" y="413"/>
                    <a:pt x="395" y="409"/>
                    <a:pt x="393" y="404"/>
                  </a:cubicBezTo>
                  <a:cubicBezTo>
                    <a:pt x="392" y="398"/>
                    <a:pt x="401" y="399"/>
                    <a:pt x="399" y="403"/>
                  </a:cubicBezTo>
                  <a:cubicBezTo>
                    <a:pt x="397" y="408"/>
                    <a:pt x="398" y="413"/>
                    <a:pt x="401" y="409"/>
                  </a:cubicBezTo>
                  <a:cubicBezTo>
                    <a:pt x="405" y="406"/>
                    <a:pt x="411" y="408"/>
                    <a:pt x="422" y="405"/>
                  </a:cubicBezTo>
                  <a:cubicBezTo>
                    <a:pt x="434" y="402"/>
                    <a:pt x="445" y="392"/>
                    <a:pt x="447" y="383"/>
                  </a:cubicBezTo>
                  <a:cubicBezTo>
                    <a:pt x="450" y="374"/>
                    <a:pt x="463" y="375"/>
                    <a:pt x="461" y="369"/>
                  </a:cubicBezTo>
                  <a:cubicBezTo>
                    <a:pt x="460" y="363"/>
                    <a:pt x="464" y="361"/>
                    <a:pt x="472" y="365"/>
                  </a:cubicBezTo>
                  <a:cubicBezTo>
                    <a:pt x="480" y="369"/>
                    <a:pt x="474" y="362"/>
                    <a:pt x="483" y="362"/>
                  </a:cubicBezTo>
                  <a:cubicBezTo>
                    <a:pt x="492" y="362"/>
                    <a:pt x="491" y="359"/>
                    <a:pt x="500" y="359"/>
                  </a:cubicBezTo>
                  <a:cubicBezTo>
                    <a:pt x="509" y="358"/>
                    <a:pt x="532" y="354"/>
                    <a:pt x="540" y="348"/>
                  </a:cubicBezTo>
                  <a:cubicBezTo>
                    <a:pt x="548" y="341"/>
                    <a:pt x="565" y="335"/>
                    <a:pt x="572" y="331"/>
                  </a:cubicBezTo>
                  <a:cubicBezTo>
                    <a:pt x="579" y="327"/>
                    <a:pt x="581" y="323"/>
                    <a:pt x="576" y="325"/>
                  </a:cubicBezTo>
                  <a:cubicBezTo>
                    <a:pt x="572" y="328"/>
                    <a:pt x="563" y="328"/>
                    <a:pt x="556" y="326"/>
                  </a:cubicBezTo>
                  <a:cubicBezTo>
                    <a:pt x="550" y="325"/>
                    <a:pt x="539" y="319"/>
                    <a:pt x="531" y="323"/>
                  </a:cubicBezTo>
                  <a:cubicBezTo>
                    <a:pt x="524" y="328"/>
                    <a:pt x="528" y="317"/>
                    <a:pt x="535" y="316"/>
                  </a:cubicBezTo>
                  <a:cubicBezTo>
                    <a:pt x="541" y="315"/>
                    <a:pt x="538" y="312"/>
                    <a:pt x="537" y="305"/>
                  </a:cubicBezTo>
                  <a:cubicBezTo>
                    <a:pt x="535" y="299"/>
                    <a:pt x="547" y="303"/>
                    <a:pt x="553" y="311"/>
                  </a:cubicBezTo>
                  <a:cubicBezTo>
                    <a:pt x="558" y="318"/>
                    <a:pt x="568" y="322"/>
                    <a:pt x="577" y="319"/>
                  </a:cubicBezTo>
                  <a:cubicBezTo>
                    <a:pt x="586" y="316"/>
                    <a:pt x="578" y="309"/>
                    <a:pt x="581" y="304"/>
                  </a:cubicBezTo>
                  <a:cubicBezTo>
                    <a:pt x="585" y="299"/>
                    <a:pt x="554" y="283"/>
                    <a:pt x="552" y="278"/>
                  </a:cubicBezTo>
                  <a:cubicBezTo>
                    <a:pt x="550" y="273"/>
                    <a:pt x="560" y="276"/>
                    <a:pt x="569" y="280"/>
                  </a:cubicBezTo>
                  <a:cubicBezTo>
                    <a:pt x="577" y="284"/>
                    <a:pt x="579" y="273"/>
                    <a:pt x="579" y="268"/>
                  </a:cubicBezTo>
                  <a:cubicBezTo>
                    <a:pt x="579" y="264"/>
                    <a:pt x="561" y="263"/>
                    <a:pt x="552" y="268"/>
                  </a:cubicBezTo>
                  <a:cubicBezTo>
                    <a:pt x="544" y="273"/>
                    <a:pt x="536" y="262"/>
                    <a:pt x="547" y="261"/>
                  </a:cubicBezTo>
                  <a:cubicBezTo>
                    <a:pt x="559" y="259"/>
                    <a:pt x="548" y="255"/>
                    <a:pt x="552" y="251"/>
                  </a:cubicBezTo>
                  <a:cubicBezTo>
                    <a:pt x="555" y="248"/>
                    <a:pt x="569" y="261"/>
                    <a:pt x="577" y="259"/>
                  </a:cubicBezTo>
                  <a:cubicBezTo>
                    <a:pt x="584" y="256"/>
                    <a:pt x="589" y="259"/>
                    <a:pt x="596" y="254"/>
                  </a:cubicBezTo>
                  <a:cubicBezTo>
                    <a:pt x="602" y="249"/>
                    <a:pt x="584" y="244"/>
                    <a:pt x="581" y="240"/>
                  </a:cubicBezTo>
                  <a:cubicBezTo>
                    <a:pt x="577" y="236"/>
                    <a:pt x="599" y="237"/>
                    <a:pt x="606" y="238"/>
                  </a:cubicBezTo>
                  <a:cubicBezTo>
                    <a:pt x="612" y="238"/>
                    <a:pt x="614" y="228"/>
                    <a:pt x="609" y="230"/>
                  </a:cubicBezTo>
                  <a:cubicBezTo>
                    <a:pt x="603" y="232"/>
                    <a:pt x="584" y="223"/>
                    <a:pt x="588" y="217"/>
                  </a:cubicBezTo>
                  <a:cubicBezTo>
                    <a:pt x="592" y="211"/>
                    <a:pt x="600" y="218"/>
                    <a:pt x="608" y="214"/>
                  </a:cubicBezTo>
                  <a:cubicBezTo>
                    <a:pt x="616" y="210"/>
                    <a:pt x="609" y="193"/>
                    <a:pt x="603" y="193"/>
                  </a:cubicBezTo>
                  <a:cubicBezTo>
                    <a:pt x="597" y="193"/>
                    <a:pt x="583" y="191"/>
                    <a:pt x="583" y="188"/>
                  </a:cubicBezTo>
                  <a:cubicBezTo>
                    <a:pt x="583" y="185"/>
                    <a:pt x="571" y="183"/>
                    <a:pt x="574" y="180"/>
                  </a:cubicBezTo>
                  <a:cubicBezTo>
                    <a:pt x="578" y="177"/>
                    <a:pt x="582" y="183"/>
                    <a:pt x="590" y="178"/>
                  </a:cubicBezTo>
                  <a:cubicBezTo>
                    <a:pt x="597" y="172"/>
                    <a:pt x="613" y="179"/>
                    <a:pt x="620" y="178"/>
                  </a:cubicBezTo>
                  <a:cubicBezTo>
                    <a:pt x="627" y="176"/>
                    <a:pt x="617" y="163"/>
                    <a:pt x="613" y="166"/>
                  </a:cubicBezTo>
                  <a:cubicBezTo>
                    <a:pt x="609" y="168"/>
                    <a:pt x="596" y="169"/>
                    <a:pt x="595" y="162"/>
                  </a:cubicBezTo>
                  <a:cubicBezTo>
                    <a:pt x="594" y="155"/>
                    <a:pt x="608" y="162"/>
                    <a:pt x="610" y="158"/>
                  </a:cubicBezTo>
                  <a:cubicBezTo>
                    <a:pt x="612" y="155"/>
                    <a:pt x="591" y="146"/>
                    <a:pt x="587" y="153"/>
                  </a:cubicBezTo>
                  <a:cubicBezTo>
                    <a:pt x="584" y="160"/>
                    <a:pt x="572" y="158"/>
                    <a:pt x="578" y="154"/>
                  </a:cubicBezTo>
                  <a:cubicBezTo>
                    <a:pt x="585" y="150"/>
                    <a:pt x="586" y="139"/>
                    <a:pt x="585" y="133"/>
                  </a:cubicBezTo>
                  <a:cubicBezTo>
                    <a:pt x="585" y="127"/>
                    <a:pt x="608" y="127"/>
                    <a:pt x="605" y="118"/>
                  </a:cubicBezTo>
                  <a:cubicBezTo>
                    <a:pt x="603" y="108"/>
                    <a:pt x="616" y="106"/>
                    <a:pt x="624" y="106"/>
                  </a:cubicBezTo>
                  <a:cubicBezTo>
                    <a:pt x="632" y="106"/>
                    <a:pt x="624" y="96"/>
                    <a:pt x="616" y="97"/>
                  </a:cubicBezTo>
                  <a:cubicBezTo>
                    <a:pt x="609" y="98"/>
                    <a:pt x="601" y="107"/>
                    <a:pt x="598" y="103"/>
                  </a:cubicBezTo>
                  <a:cubicBezTo>
                    <a:pt x="594" y="100"/>
                    <a:pt x="606" y="94"/>
                    <a:pt x="613" y="94"/>
                  </a:cubicBezTo>
                  <a:cubicBezTo>
                    <a:pt x="620" y="94"/>
                    <a:pt x="636" y="93"/>
                    <a:pt x="641" y="90"/>
                  </a:cubicBezTo>
                  <a:cubicBezTo>
                    <a:pt x="647" y="87"/>
                    <a:pt x="631" y="84"/>
                    <a:pt x="621" y="85"/>
                  </a:cubicBezTo>
                  <a:cubicBezTo>
                    <a:pt x="610" y="86"/>
                    <a:pt x="610" y="82"/>
                    <a:pt x="626" y="81"/>
                  </a:cubicBezTo>
                  <a:cubicBezTo>
                    <a:pt x="642" y="81"/>
                    <a:pt x="639" y="78"/>
                    <a:pt x="651" y="76"/>
                  </a:cubicBezTo>
                  <a:cubicBezTo>
                    <a:pt x="662" y="75"/>
                    <a:pt x="658" y="70"/>
                    <a:pt x="665" y="70"/>
                  </a:cubicBezTo>
                  <a:cubicBezTo>
                    <a:pt x="672" y="70"/>
                    <a:pt x="691" y="62"/>
                    <a:pt x="691" y="58"/>
                  </a:cubicBezTo>
                  <a:cubicBezTo>
                    <a:pt x="691" y="55"/>
                    <a:pt x="664" y="47"/>
                    <a:pt x="652" y="47"/>
                  </a:cubicBezTo>
                  <a:close/>
                  <a:moveTo>
                    <a:pt x="237" y="338"/>
                  </a:moveTo>
                  <a:cubicBezTo>
                    <a:pt x="237" y="332"/>
                    <a:pt x="231" y="336"/>
                    <a:pt x="228" y="329"/>
                  </a:cubicBezTo>
                  <a:cubicBezTo>
                    <a:pt x="224" y="323"/>
                    <a:pt x="207" y="320"/>
                    <a:pt x="206" y="325"/>
                  </a:cubicBezTo>
                  <a:cubicBezTo>
                    <a:pt x="205" y="327"/>
                    <a:pt x="200" y="330"/>
                    <a:pt x="204" y="335"/>
                  </a:cubicBezTo>
                  <a:cubicBezTo>
                    <a:pt x="208" y="340"/>
                    <a:pt x="211" y="338"/>
                    <a:pt x="216" y="342"/>
                  </a:cubicBezTo>
                  <a:cubicBezTo>
                    <a:pt x="221" y="347"/>
                    <a:pt x="236" y="343"/>
                    <a:pt x="237" y="33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8" name="Freeform 124"/>
            <p:cNvSpPr>
              <a:spLocks noEditPoints="1" noChangeArrowheads="1"/>
            </p:cNvSpPr>
            <p:nvPr/>
          </p:nvSpPr>
          <p:spPr bwMode="auto">
            <a:xfrm>
              <a:off x="584202" y="17461"/>
              <a:ext cx="1920882" cy="1477966"/>
            </a:xfrm>
            <a:custGeom>
              <a:avLst/>
              <a:gdLst>
                <a:gd name="T0" fmla="*/ 205 w 1005"/>
                <a:gd name="T1" fmla="*/ 683 h 774"/>
                <a:gd name="T2" fmla="*/ 189 w 1005"/>
                <a:gd name="T3" fmla="*/ 227 h 774"/>
                <a:gd name="T4" fmla="*/ 387 w 1005"/>
                <a:gd name="T5" fmla="*/ 251 h 774"/>
                <a:gd name="T6" fmla="*/ 257 w 1005"/>
                <a:gd name="T7" fmla="*/ 269 h 774"/>
                <a:gd name="T8" fmla="*/ 386 w 1005"/>
                <a:gd name="T9" fmla="*/ 334 h 774"/>
                <a:gd name="T10" fmla="*/ 237 w 1005"/>
                <a:gd name="T11" fmla="*/ 194 h 774"/>
                <a:gd name="T12" fmla="*/ 208 w 1005"/>
                <a:gd name="T13" fmla="*/ 185 h 774"/>
                <a:gd name="T14" fmla="*/ 369 w 1005"/>
                <a:gd name="T15" fmla="*/ 213 h 774"/>
                <a:gd name="T16" fmla="*/ 297 w 1005"/>
                <a:gd name="T17" fmla="*/ 144 h 774"/>
                <a:gd name="T18" fmla="*/ 413 w 1005"/>
                <a:gd name="T19" fmla="*/ 119 h 774"/>
                <a:gd name="T20" fmla="*/ 416 w 1005"/>
                <a:gd name="T21" fmla="*/ 161 h 774"/>
                <a:gd name="T22" fmla="*/ 420 w 1005"/>
                <a:gd name="T23" fmla="*/ 185 h 774"/>
                <a:gd name="T24" fmla="*/ 543 w 1005"/>
                <a:gd name="T25" fmla="*/ 147 h 774"/>
                <a:gd name="T26" fmla="*/ 492 w 1005"/>
                <a:gd name="T27" fmla="*/ 232 h 774"/>
                <a:gd name="T28" fmla="*/ 687 w 1005"/>
                <a:gd name="T29" fmla="*/ 220 h 774"/>
                <a:gd name="T30" fmla="*/ 580 w 1005"/>
                <a:gd name="T31" fmla="*/ 151 h 774"/>
                <a:gd name="T32" fmla="*/ 598 w 1005"/>
                <a:gd name="T33" fmla="*/ 83 h 774"/>
                <a:gd name="T34" fmla="*/ 587 w 1005"/>
                <a:gd name="T35" fmla="*/ 66 h 774"/>
                <a:gd name="T36" fmla="*/ 634 w 1005"/>
                <a:gd name="T37" fmla="*/ 120 h 774"/>
                <a:gd name="T38" fmla="*/ 698 w 1005"/>
                <a:gd name="T39" fmla="*/ 180 h 774"/>
                <a:gd name="T40" fmla="*/ 795 w 1005"/>
                <a:gd name="T41" fmla="*/ 87 h 774"/>
                <a:gd name="T42" fmla="*/ 760 w 1005"/>
                <a:gd name="T43" fmla="*/ 9 h 774"/>
                <a:gd name="T44" fmla="*/ 569 w 1005"/>
                <a:gd name="T45" fmla="*/ 46 h 774"/>
                <a:gd name="T46" fmla="*/ 624 w 1005"/>
                <a:gd name="T47" fmla="*/ 440 h 774"/>
                <a:gd name="T48" fmla="*/ 827 w 1005"/>
                <a:gd name="T49" fmla="*/ 340 h 774"/>
                <a:gd name="T50" fmla="*/ 746 w 1005"/>
                <a:gd name="T51" fmla="*/ 272 h 774"/>
                <a:gd name="T52" fmla="*/ 624 w 1005"/>
                <a:gd name="T53" fmla="*/ 250 h 774"/>
                <a:gd name="T54" fmla="*/ 704 w 1005"/>
                <a:gd name="T55" fmla="*/ 309 h 774"/>
                <a:gd name="T56" fmla="*/ 736 w 1005"/>
                <a:gd name="T57" fmla="*/ 409 h 774"/>
                <a:gd name="T58" fmla="*/ 850 w 1005"/>
                <a:gd name="T59" fmla="*/ 419 h 774"/>
                <a:gd name="T60" fmla="*/ 682 w 1005"/>
                <a:gd name="T61" fmla="*/ 241 h 774"/>
                <a:gd name="T62" fmla="*/ 963 w 1005"/>
                <a:gd name="T63" fmla="*/ 641 h 774"/>
                <a:gd name="T64" fmla="*/ 110 w 1005"/>
                <a:gd name="T65" fmla="*/ 629 h 774"/>
                <a:gd name="T66" fmla="*/ 821 w 1005"/>
                <a:gd name="T67" fmla="*/ 686 h 774"/>
                <a:gd name="T68" fmla="*/ 963 w 1005"/>
                <a:gd name="T69" fmla="*/ 609 h 774"/>
                <a:gd name="T70" fmla="*/ 895 w 1005"/>
                <a:gd name="T71" fmla="*/ 560 h 774"/>
                <a:gd name="T72" fmla="*/ 844 w 1005"/>
                <a:gd name="T73" fmla="*/ 528 h 774"/>
                <a:gd name="T74" fmla="*/ 763 w 1005"/>
                <a:gd name="T75" fmla="*/ 463 h 774"/>
                <a:gd name="T76" fmla="*/ 727 w 1005"/>
                <a:gd name="T77" fmla="*/ 543 h 774"/>
                <a:gd name="T78" fmla="*/ 666 w 1005"/>
                <a:gd name="T79" fmla="*/ 617 h 774"/>
                <a:gd name="T80" fmla="*/ 538 w 1005"/>
                <a:gd name="T81" fmla="*/ 525 h 774"/>
                <a:gd name="T82" fmla="*/ 579 w 1005"/>
                <a:gd name="T83" fmla="*/ 430 h 774"/>
                <a:gd name="T84" fmla="*/ 649 w 1005"/>
                <a:gd name="T85" fmla="*/ 387 h 774"/>
                <a:gd name="T86" fmla="*/ 636 w 1005"/>
                <a:gd name="T87" fmla="*/ 339 h 774"/>
                <a:gd name="T88" fmla="*/ 580 w 1005"/>
                <a:gd name="T89" fmla="*/ 343 h 774"/>
                <a:gd name="T90" fmla="*/ 537 w 1005"/>
                <a:gd name="T91" fmla="*/ 271 h 774"/>
                <a:gd name="T92" fmla="*/ 518 w 1005"/>
                <a:gd name="T93" fmla="*/ 292 h 774"/>
                <a:gd name="T94" fmla="*/ 508 w 1005"/>
                <a:gd name="T95" fmla="*/ 364 h 774"/>
                <a:gd name="T96" fmla="*/ 492 w 1005"/>
                <a:gd name="T97" fmla="*/ 348 h 774"/>
                <a:gd name="T98" fmla="*/ 399 w 1005"/>
                <a:gd name="T99" fmla="*/ 348 h 774"/>
                <a:gd name="T100" fmla="*/ 268 w 1005"/>
                <a:gd name="T101" fmla="*/ 339 h 774"/>
                <a:gd name="T102" fmla="*/ 97 w 1005"/>
                <a:gd name="T103" fmla="*/ 340 h 774"/>
                <a:gd name="T104" fmla="*/ 47 w 1005"/>
                <a:gd name="T105" fmla="*/ 341 h 774"/>
                <a:gd name="T106" fmla="*/ 127 w 1005"/>
                <a:gd name="T107" fmla="*/ 588 h 774"/>
                <a:gd name="T108" fmla="*/ 182 w 1005"/>
                <a:gd name="T109" fmla="*/ 658 h 774"/>
                <a:gd name="T110" fmla="*/ 623 w 1005"/>
                <a:gd name="T111" fmla="*/ 689 h 774"/>
                <a:gd name="T112" fmla="*/ 701 w 1005"/>
                <a:gd name="T113" fmla="*/ 766 h 774"/>
                <a:gd name="T114" fmla="*/ 866 w 1005"/>
                <a:gd name="T115" fmla="*/ 722 h 774"/>
                <a:gd name="T116" fmla="*/ 243 w 1005"/>
                <a:gd name="T117" fmla="*/ 407 h 774"/>
                <a:gd name="T118" fmla="*/ 241 w 1005"/>
                <a:gd name="T119" fmla="*/ 392 h 774"/>
                <a:gd name="T120" fmla="*/ 503 w 1005"/>
                <a:gd name="T121" fmla="*/ 656 h 77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005"/>
                <a:gd name="T184" fmla="*/ 0 h 774"/>
                <a:gd name="T185" fmla="*/ 1005 w 1005"/>
                <a:gd name="T186" fmla="*/ 774 h 77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005" h="774">
                  <a:moveTo>
                    <a:pt x="198" y="678"/>
                  </a:moveTo>
                  <a:cubicBezTo>
                    <a:pt x="195" y="675"/>
                    <a:pt x="187" y="676"/>
                    <a:pt x="185" y="672"/>
                  </a:cubicBezTo>
                  <a:cubicBezTo>
                    <a:pt x="184" y="669"/>
                    <a:pt x="176" y="657"/>
                    <a:pt x="172" y="658"/>
                  </a:cubicBezTo>
                  <a:cubicBezTo>
                    <a:pt x="168" y="658"/>
                    <a:pt x="162" y="658"/>
                    <a:pt x="157" y="654"/>
                  </a:cubicBezTo>
                  <a:cubicBezTo>
                    <a:pt x="152" y="651"/>
                    <a:pt x="149" y="650"/>
                    <a:pt x="146" y="653"/>
                  </a:cubicBezTo>
                  <a:cubicBezTo>
                    <a:pt x="142" y="655"/>
                    <a:pt x="149" y="655"/>
                    <a:pt x="149" y="658"/>
                  </a:cubicBezTo>
                  <a:cubicBezTo>
                    <a:pt x="149" y="660"/>
                    <a:pt x="151" y="662"/>
                    <a:pt x="154" y="661"/>
                  </a:cubicBezTo>
                  <a:cubicBezTo>
                    <a:pt x="157" y="661"/>
                    <a:pt x="159" y="667"/>
                    <a:pt x="162" y="667"/>
                  </a:cubicBezTo>
                  <a:cubicBezTo>
                    <a:pt x="165" y="668"/>
                    <a:pt x="166" y="672"/>
                    <a:pt x="170" y="672"/>
                  </a:cubicBezTo>
                  <a:cubicBezTo>
                    <a:pt x="173" y="672"/>
                    <a:pt x="174" y="676"/>
                    <a:pt x="176" y="679"/>
                  </a:cubicBezTo>
                  <a:cubicBezTo>
                    <a:pt x="177" y="681"/>
                    <a:pt x="181" y="679"/>
                    <a:pt x="181" y="681"/>
                  </a:cubicBezTo>
                  <a:cubicBezTo>
                    <a:pt x="181" y="683"/>
                    <a:pt x="185" y="685"/>
                    <a:pt x="186" y="687"/>
                  </a:cubicBezTo>
                  <a:cubicBezTo>
                    <a:pt x="193" y="688"/>
                    <a:pt x="199" y="689"/>
                    <a:pt x="204" y="687"/>
                  </a:cubicBezTo>
                  <a:cubicBezTo>
                    <a:pt x="204" y="686"/>
                    <a:pt x="205" y="684"/>
                    <a:pt x="205" y="683"/>
                  </a:cubicBezTo>
                  <a:cubicBezTo>
                    <a:pt x="207" y="680"/>
                    <a:pt x="202" y="682"/>
                    <a:pt x="198" y="678"/>
                  </a:cubicBezTo>
                  <a:close/>
                  <a:moveTo>
                    <a:pt x="190" y="281"/>
                  </a:moveTo>
                  <a:cubicBezTo>
                    <a:pt x="199" y="283"/>
                    <a:pt x="200" y="299"/>
                    <a:pt x="206" y="299"/>
                  </a:cubicBezTo>
                  <a:cubicBezTo>
                    <a:pt x="210" y="299"/>
                    <a:pt x="207" y="294"/>
                    <a:pt x="213" y="294"/>
                  </a:cubicBezTo>
                  <a:cubicBezTo>
                    <a:pt x="220" y="294"/>
                    <a:pt x="218" y="291"/>
                    <a:pt x="224" y="291"/>
                  </a:cubicBezTo>
                  <a:cubicBezTo>
                    <a:pt x="230" y="292"/>
                    <a:pt x="235" y="290"/>
                    <a:pt x="235" y="283"/>
                  </a:cubicBezTo>
                  <a:cubicBezTo>
                    <a:pt x="235" y="276"/>
                    <a:pt x="240" y="273"/>
                    <a:pt x="246" y="272"/>
                  </a:cubicBezTo>
                  <a:cubicBezTo>
                    <a:pt x="252" y="270"/>
                    <a:pt x="246" y="263"/>
                    <a:pt x="255" y="261"/>
                  </a:cubicBezTo>
                  <a:cubicBezTo>
                    <a:pt x="263" y="259"/>
                    <a:pt x="287" y="249"/>
                    <a:pt x="291" y="246"/>
                  </a:cubicBezTo>
                  <a:cubicBezTo>
                    <a:pt x="295" y="243"/>
                    <a:pt x="286" y="239"/>
                    <a:pt x="277" y="233"/>
                  </a:cubicBezTo>
                  <a:cubicBezTo>
                    <a:pt x="268" y="228"/>
                    <a:pt x="261" y="226"/>
                    <a:pt x="254" y="231"/>
                  </a:cubicBezTo>
                  <a:cubicBezTo>
                    <a:pt x="247" y="235"/>
                    <a:pt x="252" y="226"/>
                    <a:pt x="247" y="228"/>
                  </a:cubicBezTo>
                  <a:cubicBezTo>
                    <a:pt x="241" y="231"/>
                    <a:pt x="226" y="224"/>
                    <a:pt x="224" y="222"/>
                  </a:cubicBezTo>
                  <a:cubicBezTo>
                    <a:pt x="222" y="219"/>
                    <a:pt x="195" y="227"/>
                    <a:pt x="189" y="227"/>
                  </a:cubicBezTo>
                  <a:cubicBezTo>
                    <a:pt x="182" y="227"/>
                    <a:pt x="189" y="234"/>
                    <a:pt x="194" y="238"/>
                  </a:cubicBezTo>
                  <a:cubicBezTo>
                    <a:pt x="198" y="241"/>
                    <a:pt x="183" y="252"/>
                    <a:pt x="186" y="255"/>
                  </a:cubicBezTo>
                  <a:cubicBezTo>
                    <a:pt x="189" y="257"/>
                    <a:pt x="183" y="264"/>
                    <a:pt x="176" y="272"/>
                  </a:cubicBezTo>
                  <a:cubicBezTo>
                    <a:pt x="169" y="280"/>
                    <a:pt x="181" y="279"/>
                    <a:pt x="190" y="281"/>
                  </a:cubicBezTo>
                  <a:close/>
                  <a:moveTo>
                    <a:pt x="440" y="322"/>
                  </a:moveTo>
                  <a:cubicBezTo>
                    <a:pt x="443" y="319"/>
                    <a:pt x="455" y="329"/>
                    <a:pt x="456" y="322"/>
                  </a:cubicBezTo>
                  <a:cubicBezTo>
                    <a:pt x="456" y="314"/>
                    <a:pt x="442" y="311"/>
                    <a:pt x="436" y="307"/>
                  </a:cubicBezTo>
                  <a:cubicBezTo>
                    <a:pt x="430" y="303"/>
                    <a:pt x="427" y="305"/>
                    <a:pt x="418" y="298"/>
                  </a:cubicBezTo>
                  <a:cubicBezTo>
                    <a:pt x="408" y="291"/>
                    <a:pt x="420" y="287"/>
                    <a:pt x="413" y="282"/>
                  </a:cubicBezTo>
                  <a:cubicBezTo>
                    <a:pt x="406" y="276"/>
                    <a:pt x="404" y="261"/>
                    <a:pt x="409" y="256"/>
                  </a:cubicBezTo>
                  <a:cubicBezTo>
                    <a:pt x="414" y="251"/>
                    <a:pt x="419" y="244"/>
                    <a:pt x="410" y="240"/>
                  </a:cubicBezTo>
                  <a:cubicBezTo>
                    <a:pt x="401" y="237"/>
                    <a:pt x="387" y="243"/>
                    <a:pt x="388" y="245"/>
                  </a:cubicBezTo>
                  <a:cubicBezTo>
                    <a:pt x="390" y="247"/>
                    <a:pt x="402" y="254"/>
                    <a:pt x="402" y="257"/>
                  </a:cubicBezTo>
                  <a:cubicBezTo>
                    <a:pt x="402" y="260"/>
                    <a:pt x="391" y="249"/>
                    <a:pt x="387" y="251"/>
                  </a:cubicBezTo>
                  <a:cubicBezTo>
                    <a:pt x="383" y="254"/>
                    <a:pt x="378" y="246"/>
                    <a:pt x="375" y="251"/>
                  </a:cubicBezTo>
                  <a:cubicBezTo>
                    <a:pt x="371" y="256"/>
                    <a:pt x="379" y="274"/>
                    <a:pt x="382" y="279"/>
                  </a:cubicBezTo>
                  <a:cubicBezTo>
                    <a:pt x="385" y="284"/>
                    <a:pt x="379" y="284"/>
                    <a:pt x="375" y="285"/>
                  </a:cubicBezTo>
                  <a:cubicBezTo>
                    <a:pt x="371" y="286"/>
                    <a:pt x="371" y="271"/>
                    <a:pt x="367" y="265"/>
                  </a:cubicBezTo>
                  <a:cubicBezTo>
                    <a:pt x="363" y="260"/>
                    <a:pt x="347" y="253"/>
                    <a:pt x="346" y="257"/>
                  </a:cubicBezTo>
                  <a:cubicBezTo>
                    <a:pt x="345" y="261"/>
                    <a:pt x="356" y="261"/>
                    <a:pt x="354" y="267"/>
                  </a:cubicBezTo>
                  <a:cubicBezTo>
                    <a:pt x="353" y="272"/>
                    <a:pt x="347" y="263"/>
                    <a:pt x="341" y="268"/>
                  </a:cubicBezTo>
                  <a:cubicBezTo>
                    <a:pt x="336" y="272"/>
                    <a:pt x="337" y="269"/>
                    <a:pt x="338" y="265"/>
                  </a:cubicBezTo>
                  <a:cubicBezTo>
                    <a:pt x="339" y="260"/>
                    <a:pt x="330" y="255"/>
                    <a:pt x="320" y="256"/>
                  </a:cubicBezTo>
                  <a:cubicBezTo>
                    <a:pt x="310" y="257"/>
                    <a:pt x="315" y="264"/>
                    <a:pt x="312" y="267"/>
                  </a:cubicBezTo>
                  <a:cubicBezTo>
                    <a:pt x="309" y="269"/>
                    <a:pt x="294" y="265"/>
                    <a:pt x="304" y="263"/>
                  </a:cubicBezTo>
                  <a:cubicBezTo>
                    <a:pt x="313" y="261"/>
                    <a:pt x="309" y="256"/>
                    <a:pt x="306" y="250"/>
                  </a:cubicBezTo>
                  <a:cubicBezTo>
                    <a:pt x="302" y="245"/>
                    <a:pt x="293" y="251"/>
                    <a:pt x="277" y="257"/>
                  </a:cubicBezTo>
                  <a:cubicBezTo>
                    <a:pt x="262" y="262"/>
                    <a:pt x="255" y="268"/>
                    <a:pt x="257" y="269"/>
                  </a:cubicBezTo>
                  <a:cubicBezTo>
                    <a:pt x="259" y="269"/>
                    <a:pt x="259" y="272"/>
                    <a:pt x="253" y="277"/>
                  </a:cubicBezTo>
                  <a:cubicBezTo>
                    <a:pt x="247" y="282"/>
                    <a:pt x="253" y="286"/>
                    <a:pt x="259" y="286"/>
                  </a:cubicBezTo>
                  <a:cubicBezTo>
                    <a:pt x="264" y="286"/>
                    <a:pt x="260" y="290"/>
                    <a:pt x="263" y="292"/>
                  </a:cubicBezTo>
                  <a:cubicBezTo>
                    <a:pt x="267" y="293"/>
                    <a:pt x="285" y="285"/>
                    <a:pt x="290" y="288"/>
                  </a:cubicBezTo>
                  <a:cubicBezTo>
                    <a:pt x="295" y="292"/>
                    <a:pt x="260" y="294"/>
                    <a:pt x="260" y="300"/>
                  </a:cubicBezTo>
                  <a:cubicBezTo>
                    <a:pt x="260" y="306"/>
                    <a:pt x="279" y="309"/>
                    <a:pt x="293" y="307"/>
                  </a:cubicBezTo>
                  <a:cubicBezTo>
                    <a:pt x="307" y="304"/>
                    <a:pt x="332" y="309"/>
                    <a:pt x="332" y="312"/>
                  </a:cubicBezTo>
                  <a:cubicBezTo>
                    <a:pt x="332" y="316"/>
                    <a:pt x="315" y="315"/>
                    <a:pt x="303" y="314"/>
                  </a:cubicBezTo>
                  <a:cubicBezTo>
                    <a:pt x="290" y="314"/>
                    <a:pt x="269" y="318"/>
                    <a:pt x="270" y="322"/>
                  </a:cubicBezTo>
                  <a:cubicBezTo>
                    <a:pt x="271" y="326"/>
                    <a:pt x="272" y="326"/>
                    <a:pt x="285" y="332"/>
                  </a:cubicBezTo>
                  <a:cubicBezTo>
                    <a:pt x="298" y="338"/>
                    <a:pt x="312" y="329"/>
                    <a:pt x="311" y="338"/>
                  </a:cubicBezTo>
                  <a:cubicBezTo>
                    <a:pt x="311" y="346"/>
                    <a:pt x="318" y="348"/>
                    <a:pt x="336" y="349"/>
                  </a:cubicBezTo>
                  <a:cubicBezTo>
                    <a:pt x="353" y="349"/>
                    <a:pt x="361" y="341"/>
                    <a:pt x="370" y="341"/>
                  </a:cubicBezTo>
                  <a:cubicBezTo>
                    <a:pt x="378" y="342"/>
                    <a:pt x="382" y="340"/>
                    <a:pt x="386" y="334"/>
                  </a:cubicBezTo>
                  <a:cubicBezTo>
                    <a:pt x="390" y="328"/>
                    <a:pt x="394" y="332"/>
                    <a:pt x="395" y="335"/>
                  </a:cubicBezTo>
                  <a:cubicBezTo>
                    <a:pt x="396" y="338"/>
                    <a:pt x="407" y="337"/>
                    <a:pt x="409" y="340"/>
                  </a:cubicBezTo>
                  <a:cubicBezTo>
                    <a:pt x="416" y="346"/>
                    <a:pt x="437" y="344"/>
                    <a:pt x="445" y="340"/>
                  </a:cubicBezTo>
                  <a:cubicBezTo>
                    <a:pt x="453" y="336"/>
                    <a:pt x="441" y="325"/>
                    <a:pt x="437" y="330"/>
                  </a:cubicBezTo>
                  <a:cubicBezTo>
                    <a:pt x="433" y="335"/>
                    <a:pt x="430" y="332"/>
                    <a:pt x="429" y="330"/>
                  </a:cubicBezTo>
                  <a:cubicBezTo>
                    <a:pt x="428" y="327"/>
                    <a:pt x="437" y="326"/>
                    <a:pt x="440" y="322"/>
                  </a:cubicBezTo>
                  <a:close/>
                  <a:moveTo>
                    <a:pt x="250" y="199"/>
                  </a:moveTo>
                  <a:cubicBezTo>
                    <a:pt x="259" y="200"/>
                    <a:pt x="268" y="192"/>
                    <a:pt x="267" y="188"/>
                  </a:cubicBezTo>
                  <a:cubicBezTo>
                    <a:pt x="267" y="183"/>
                    <a:pt x="245" y="199"/>
                    <a:pt x="250" y="199"/>
                  </a:cubicBezTo>
                  <a:close/>
                  <a:moveTo>
                    <a:pt x="208" y="185"/>
                  </a:moveTo>
                  <a:cubicBezTo>
                    <a:pt x="212" y="187"/>
                    <a:pt x="208" y="194"/>
                    <a:pt x="212" y="192"/>
                  </a:cubicBezTo>
                  <a:cubicBezTo>
                    <a:pt x="216" y="190"/>
                    <a:pt x="217" y="189"/>
                    <a:pt x="220" y="190"/>
                  </a:cubicBezTo>
                  <a:cubicBezTo>
                    <a:pt x="226" y="192"/>
                    <a:pt x="227" y="187"/>
                    <a:pt x="229" y="185"/>
                  </a:cubicBezTo>
                  <a:cubicBezTo>
                    <a:pt x="232" y="182"/>
                    <a:pt x="231" y="194"/>
                    <a:pt x="237" y="194"/>
                  </a:cubicBezTo>
                  <a:cubicBezTo>
                    <a:pt x="243" y="194"/>
                    <a:pt x="242" y="182"/>
                    <a:pt x="247" y="185"/>
                  </a:cubicBezTo>
                  <a:cubicBezTo>
                    <a:pt x="252" y="189"/>
                    <a:pt x="253" y="184"/>
                    <a:pt x="254" y="180"/>
                  </a:cubicBezTo>
                  <a:cubicBezTo>
                    <a:pt x="255" y="177"/>
                    <a:pt x="255" y="171"/>
                    <a:pt x="261" y="170"/>
                  </a:cubicBezTo>
                  <a:cubicBezTo>
                    <a:pt x="266" y="169"/>
                    <a:pt x="262" y="175"/>
                    <a:pt x="264" y="180"/>
                  </a:cubicBezTo>
                  <a:cubicBezTo>
                    <a:pt x="268" y="186"/>
                    <a:pt x="274" y="180"/>
                    <a:pt x="275" y="177"/>
                  </a:cubicBezTo>
                  <a:cubicBezTo>
                    <a:pt x="275" y="174"/>
                    <a:pt x="284" y="176"/>
                    <a:pt x="284" y="173"/>
                  </a:cubicBezTo>
                  <a:cubicBezTo>
                    <a:pt x="283" y="169"/>
                    <a:pt x="286" y="168"/>
                    <a:pt x="284" y="164"/>
                  </a:cubicBezTo>
                  <a:cubicBezTo>
                    <a:pt x="281" y="160"/>
                    <a:pt x="288" y="161"/>
                    <a:pt x="291" y="158"/>
                  </a:cubicBezTo>
                  <a:cubicBezTo>
                    <a:pt x="294" y="155"/>
                    <a:pt x="287" y="158"/>
                    <a:pt x="282" y="153"/>
                  </a:cubicBezTo>
                  <a:cubicBezTo>
                    <a:pt x="277" y="149"/>
                    <a:pt x="275" y="155"/>
                    <a:pt x="275" y="158"/>
                  </a:cubicBezTo>
                  <a:cubicBezTo>
                    <a:pt x="275" y="161"/>
                    <a:pt x="265" y="158"/>
                    <a:pt x="260" y="156"/>
                  </a:cubicBezTo>
                  <a:cubicBezTo>
                    <a:pt x="254" y="154"/>
                    <a:pt x="247" y="163"/>
                    <a:pt x="239" y="167"/>
                  </a:cubicBezTo>
                  <a:cubicBezTo>
                    <a:pt x="231" y="171"/>
                    <a:pt x="231" y="178"/>
                    <a:pt x="223" y="177"/>
                  </a:cubicBezTo>
                  <a:cubicBezTo>
                    <a:pt x="216" y="177"/>
                    <a:pt x="205" y="184"/>
                    <a:pt x="208" y="185"/>
                  </a:cubicBezTo>
                  <a:close/>
                  <a:moveTo>
                    <a:pt x="286" y="183"/>
                  </a:moveTo>
                  <a:cubicBezTo>
                    <a:pt x="279" y="183"/>
                    <a:pt x="280" y="190"/>
                    <a:pt x="288" y="190"/>
                  </a:cubicBezTo>
                  <a:cubicBezTo>
                    <a:pt x="296" y="190"/>
                    <a:pt x="298" y="193"/>
                    <a:pt x="287" y="192"/>
                  </a:cubicBezTo>
                  <a:cubicBezTo>
                    <a:pt x="275" y="192"/>
                    <a:pt x="270" y="202"/>
                    <a:pt x="278" y="200"/>
                  </a:cubicBezTo>
                  <a:cubicBezTo>
                    <a:pt x="286" y="198"/>
                    <a:pt x="296" y="198"/>
                    <a:pt x="290" y="200"/>
                  </a:cubicBezTo>
                  <a:cubicBezTo>
                    <a:pt x="284" y="202"/>
                    <a:pt x="268" y="203"/>
                    <a:pt x="270" y="206"/>
                  </a:cubicBezTo>
                  <a:cubicBezTo>
                    <a:pt x="271" y="208"/>
                    <a:pt x="278" y="208"/>
                    <a:pt x="284" y="210"/>
                  </a:cubicBezTo>
                  <a:cubicBezTo>
                    <a:pt x="291" y="213"/>
                    <a:pt x="295" y="214"/>
                    <a:pt x="300" y="209"/>
                  </a:cubicBezTo>
                  <a:cubicBezTo>
                    <a:pt x="305" y="203"/>
                    <a:pt x="311" y="198"/>
                    <a:pt x="309" y="205"/>
                  </a:cubicBezTo>
                  <a:cubicBezTo>
                    <a:pt x="306" y="213"/>
                    <a:pt x="317" y="207"/>
                    <a:pt x="330" y="207"/>
                  </a:cubicBezTo>
                  <a:cubicBezTo>
                    <a:pt x="344" y="206"/>
                    <a:pt x="328" y="215"/>
                    <a:pt x="314" y="216"/>
                  </a:cubicBezTo>
                  <a:cubicBezTo>
                    <a:pt x="300" y="217"/>
                    <a:pt x="302" y="224"/>
                    <a:pt x="313" y="226"/>
                  </a:cubicBezTo>
                  <a:cubicBezTo>
                    <a:pt x="324" y="229"/>
                    <a:pt x="348" y="219"/>
                    <a:pt x="353" y="214"/>
                  </a:cubicBezTo>
                  <a:cubicBezTo>
                    <a:pt x="359" y="208"/>
                    <a:pt x="364" y="217"/>
                    <a:pt x="369" y="213"/>
                  </a:cubicBezTo>
                  <a:cubicBezTo>
                    <a:pt x="375" y="209"/>
                    <a:pt x="385" y="213"/>
                    <a:pt x="395" y="211"/>
                  </a:cubicBezTo>
                  <a:cubicBezTo>
                    <a:pt x="404" y="209"/>
                    <a:pt x="406" y="191"/>
                    <a:pt x="399" y="188"/>
                  </a:cubicBezTo>
                  <a:cubicBezTo>
                    <a:pt x="392" y="185"/>
                    <a:pt x="392" y="192"/>
                    <a:pt x="386" y="193"/>
                  </a:cubicBezTo>
                  <a:cubicBezTo>
                    <a:pt x="381" y="194"/>
                    <a:pt x="378" y="187"/>
                    <a:pt x="373" y="182"/>
                  </a:cubicBezTo>
                  <a:cubicBezTo>
                    <a:pt x="369" y="178"/>
                    <a:pt x="372" y="169"/>
                    <a:pt x="365" y="170"/>
                  </a:cubicBezTo>
                  <a:cubicBezTo>
                    <a:pt x="359" y="171"/>
                    <a:pt x="345" y="182"/>
                    <a:pt x="353" y="183"/>
                  </a:cubicBezTo>
                  <a:cubicBezTo>
                    <a:pt x="362" y="184"/>
                    <a:pt x="359" y="188"/>
                    <a:pt x="354" y="190"/>
                  </a:cubicBezTo>
                  <a:cubicBezTo>
                    <a:pt x="350" y="192"/>
                    <a:pt x="365" y="196"/>
                    <a:pt x="363" y="199"/>
                  </a:cubicBezTo>
                  <a:cubicBezTo>
                    <a:pt x="361" y="202"/>
                    <a:pt x="338" y="199"/>
                    <a:pt x="337" y="194"/>
                  </a:cubicBezTo>
                  <a:cubicBezTo>
                    <a:pt x="336" y="189"/>
                    <a:pt x="318" y="180"/>
                    <a:pt x="310" y="182"/>
                  </a:cubicBezTo>
                  <a:cubicBezTo>
                    <a:pt x="303" y="184"/>
                    <a:pt x="306" y="176"/>
                    <a:pt x="298" y="176"/>
                  </a:cubicBezTo>
                  <a:cubicBezTo>
                    <a:pt x="291" y="175"/>
                    <a:pt x="293" y="182"/>
                    <a:pt x="286" y="183"/>
                  </a:cubicBezTo>
                  <a:close/>
                  <a:moveTo>
                    <a:pt x="312" y="147"/>
                  </a:moveTo>
                  <a:cubicBezTo>
                    <a:pt x="315" y="141"/>
                    <a:pt x="296" y="142"/>
                    <a:pt x="297" y="144"/>
                  </a:cubicBezTo>
                  <a:cubicBezTo>
                    <a:pt x="301" y="148"/>
                    <a:pt x="310" y="153"/>
                    <a:pt x="312" y="147"/>
                  </a:cubicBezTo>
                  <a:close/>
                  <a:moveTo>
                    <a:pt x="354" y="144"/>
                  </a:moveTo>
                  <a:cubicBezTo>
                    <a:pt x="360" y="143"/>
                    <a:pt x="357" y="138"/>
                    <a:pt x="347" y="140"/>
                  </a:cubicBezTo>
                  <a:cubicBezTo>
                    <a:pt x="336" y="141"/>
                    <a:pt x="318" y="141"/>
                    <a:pt x="318" y="149"/>
                  </a:cubicBezTo>
                  <a:cubicBezTo>
                    <a:pt x="318" y="155"/>
                    <a:pt x="322" y="158"/>
                    <a:pt x="333" y="159"/>
                  </a:cubicBezTo>
                  <a:cubicBezTo>
                    <a:pt x="345" y="160"/>
                    <a:pt x="355" y="149"/>
                    <a:pt x="349" y="149"/>
                  </a:cubicBezTo>
                  <a:cubicBezTo>
                    <a:pt x="344" y="149"/>
                    <a:pt x="347" y="145"/>
                    <a:pt x="354" y="144"/>
                  </a:cubicBezTo>
                  <a:close/>
                  <a:moveTo>
                    <a:pt x="329" y="135"/>
                  </a:moveTo>
                  <a:cubicBezTo>
                    <a:pt x="334" y="137"/>
                    <a:pt x="339" y="130"/>
                    <a:pt x="343" y="133"/>
                  </a:cubicBezTo>
                  <a:cubicBezTo>
                    <a:pt x="346" y="136"/>
                    <a:pt x="362" y="139"/>
                    <a:pt x="362" y="131"/>
                  </a:cubicBezTo>
                  <a:cubicBezTo>
                    <a:pt x="362" y="123"/>
                    <a:pt x="342" y="122"/>
                    <a:pt x="337" y="125"/>
                  </a:cubicBezTo>
                  <a:cubicBezTo>
                    <a:pt x="332" y="128"/>
                    <a:pt x="309" y="129"/>
                    <a:pt x="316" y="134"/>
                  </a:cubicBezTo>
                  <a:cubicBezTo>
                    <a:pt x="320" y="137"/>
                    <a:pt x="324" y="133"/>
                    <a:pt x="329" y="135"/>
                  </a:cubicBezTo>
                  <a:close/>
                  <a:moveTo>
                    <a:pt x="413" y="119"/>
                  </a:moveTo>
                  <a:cubicBezTo>
                    <a:pt x="419" y="115"/>
                    <a:pt x="430" y="122"/>
                    <a:pt x="428" y="126"/>
                  </a:cubicBezTo>
                  <a:cubicBezTo>
                    <a:pt x="426" y="131"/>
                    <a:pt x="409" y="125"/>
                    <a:pt x="410" y="129"/>
                  </a:cubicBezTo>
                  <a:cubicBezTo>
                    <a:pt x="410" y="131"/>
                    <a:pt x="412" y="137"/>
                    <a:pt x="424" y="133"/>
                  </a:cubicBezTo>
                  <a:cubicBezTo>
                    <a:pt x="436" y="130"/>
                    <a:pt x="446" y="132"/>
                    <a:pt x="454" y="139"/>
                  </a:cubicBezTo>
                  <a:cubicBezTo>
                    <a:pt x="462" y="145"/>
                    <a:pt x="470" y="148"/>
                    <a:pt x="475" y="141"/>
                  </a:cubicBezTo>
                  <a:cubicBezTo>
                    <a:pt x="481" y="135"/>
                    <a:pt x="468" y="134"/>
                    <a:pt x="471" y="129"/>
                  </a:cubicBezTo>
                  <a:cubicBezTo>
                    <a:pt x="473" y="124"/>
                    <a:pt x="463" y="121"/>
                    <a:pt x="457" y="121"/>
                  </a:cubicBezTo>
                  <a:cubicBezTo>
                    <a:pt x="452" y="121"/>
                    <a:pt x="450" y="111"/>
                    <a:pt x="445" y="113"/>
                  </a:cubicBezTo>
                  <a:cubicBezTo>
                    <a:pt x="441" y="115"/>
                    <a:pt x="438" y="118"/>
                    <a:pt x="438" y="112"/>
                  </a:cubicBezTo>
                  <a:cubicBezTo>
                    <a:pt x="438" y="105"/>
                    <a:pt x="412" y="105"/>
                    <a:pt x="405" y="107"/>
                  </a:cubicBezTo>
                  <a:cubicBezTo>
                    <a:pt x="399" y="110"/>
                    <a:pt x="407" y="123"/>
                    <a:pt x="413" y="119"/>
                  </a:cubicBezTo>
                  <a:close/>
                  <a:moveTo>
                    <a:pt x="416" y="161"/>
                  </a:moveTo>
                  <a:cubicBezTo>
                    <a:pt x="420" y="156"/>
                    <a:pt x="400" y="140"/>
                    <a:pt x="399" y="148"/>
                  </a:cubicBezTo>
                  <a:cubicBezTo>
                    <a:pt x="398" y="155"/>
                    <a:pt x="412" y="166"/>
                    <a:pt x="416" y="161"/>
                  </a:cubicBezTo>
                  <a:close/>
                  <a:moveTo>
                    <a:pt x="481" y="96"/>
                  </a:moveTo>
                  <a:cubicBezTo>
                    <a:pt x="485" y="90"/>
                    <a:pt x="460" y="85"/>
                    <a:pt x="466" y="90"/>
                  </a:cubicBezTo>
                  <a:cubicBezTo>
                    <a:pt x="470" y="93"/>
                    <a:pt x="478" y="102"/>
                    <a:pt x="481" y="96"/>
                  </a:cubicBezTo>
                  <a:close/>
                  <a:moveTo>
                    <a:pt x="425" y="209"/>
                  </a:moveTo>
                  <a:cubicBezTo>
                    <a:pt x="428" y="205"/>
                    <a:pt x="417" y="197"/>
                    <a:pt x="414" y="204"/>
                  </a:cubicBezTo>
                  <a:cubicBezTo>
                    <a:pt x="411" y="211"/>
                    <a:pt x="421" y="213"/>
                    <a:pt x="425" y="209"/>
                  </a:cubicBezTo>
                  <a:close/>
                  <a:moveTo>
                    <a:pt x="481" y="174"/>
                  </a:moveTo>
                  <a:cubicBezTo>
                    <a:pt x="481" y="179"/>
                    <a:pt x="469" y="173"/>
                    <a:pt x="460" y="170"/>
                  </a:cubicBezTo>
                  <a:cubicBezTo>
                    <a:pt x="451" y="166"/>
                    <a:pt x="457" y="177"/>
                    <a:pt x="464" y="183"/>
                  </a:cubicBezTo>
                  <a:cubicBezTo>
                    <a:pt x="471" y="189"/>
                    <a:pt x="460" y="186"/>
                    <a:pt x="451" y="179"/>
                  </a:cubicBezTo>
                  <a:cubicBezTo>
                    <a:pt x="441" y="173"/>
                    <a:pt x="442" y="184"/>
                    <a:pt x="447" y="187"/>
                  </a:cubicBezTo>
                  <a:cubicBezTo>
                    <a:pt x="451" y="191"/>
                    <a:pt x="446" y="196"/>
                    <a:pt x="440" y="188"/>
                  </a:cubicBezTo>
                  <a:cubicBezTo>
                    <a:pt x="434" y="180"/>
                    <a:pt x="431" y="171"/>
                    <a:pt x="421" y="171"/>
                  </a:cubicBezTo>
                  <a:cubicBezTo>
                    <a:pt x="412" y="170"/>
                    <a:pt x="416" y="180"/>
                    <a:pt x="420" y="185"/>
                  </a:cubicBezTo>
                  <a:cubicBezTo>
                    <a:pt x="425" y="191"/>
                    <a:pt x="430" y="193"/>
                    <a:pt x="438" y="197"/>
                  </a:cubicBezTo>
                  <a:cubicBezTo>
                    <a:pt x="446" y="202"/>
                    <a:pt x="459" y="195"/>
                    <a:pt x="465" y="197"/>
                  </a:cubicBezTo>
                  <a:cubicBezTo>
                    <a:pt x="471" y="198"/>
                    <a:pt x="458" y="206"/>
                    <a:pt x="462" y="211"/>
                  </a:cubicBezTo>
                  <a:cubicBezTo>
                    <a:pt x="466" y="216"/>
                    <a:pt x="477" y="212"/>
                    <a:pt x="486" y="212"/>
                  </a:cubicBezTo>
                  <a:cubicBezTo>
                    <a:pt x="494" y="211"/>
                    <a:pt x="490" y="206"/>
                    <a:pt x="495" y="203"/>
                  </a:cubicBezTo>
                  <a:cubicBezTo>
                    <a:pt x="500" y="199"/>
                    <a:pt x="490" y="200"/>
                    <a:pt x="494" y="191"/>
                  </a:cubicBezTo>
                  <a:cubicBezTo>
                    <a:pt x="498" y="183"/>
                    <a:pt x="482" y="169"/>
                    <a:pt x="481" y="174"/>
                  </a:cubicBezTo>
                  <a:close/>
                  <a:moveTo>
                    <a:pt x="502" y="145"/>
                  </a:moveTo>
                  <a:cubicBezTo>
                    <a:pt x="510" y="145"/>
                    <a:pt x="516" y="144"/>
                    <a:pt x="522" y="141"/>
                  </a:cubicBezTo>
                  <a:cubicBezTo>
                    <a:pt x="529" y="139"/>
                    <a:pt x="519" y="139"/>
                    <a:pt x="523" y="133"/>
                  </a:cubicBezTo>
                  <a:cubicBezTo>
                    <a:pt x="528" y="127"/>
                    <a:pt x="512" y="126"/>
                    <a:pt x="511" y="128"/>
                  </a:cubicBezTo>
                  <a:cubicBezTo>
                    <a:pt x="510" y="130"/>
                    <a:pt x="491" y="116"/>
                    <a:pt x="488" y="121"/>
                  </a:cubicBezTo>
                  <a:cubicBezTo>
                    <a:pt x="485" y="125"/>
                    <a:pt x="495" y="145"/>
                    <a:pt x="502" y="145"/>
                  </a:cubicBezTo>
                  <a:close/>
                  <a:moveTo>
                    <a:pt x="543" y="147"/>
                  </a:moveTo>
                  <a:cubicBezTo>
                    <a:pt x="542" y="144"/>
                    <a:pt x="504" y="149"/>
                    <a:pt x="510" y="153"/>
                  </a:cubicBezTo>
                  <a:cubicBezTo>
                    <a:pt x="520" y="161"/>
                    <a:pt x="544" y="150"/>
                    <a:pt x="543" y="147"/>
                  </a:cubicBezTo>
                  <a:close/>
                  <a:moveTo>
                    <a:pt x="537" y="220"/>
                  </a:moveTo>
                  <a:cubicBezTo>
                    <a:pt x="546" y="220"/>
                    <a:pt x="542" y="209"/>
                    <a:pt x="532" y="201"/>
                  </a:cubicBezTo>
                  <a:cubicBezTo>
                    <a:pt x="522" y="194"/>
                    <a:pt x="499" y="209"/>
                    <a:pt x="503" y="212"/>
                  </a:cubicBezTo>
                  <a:cubicBezTo>
                    <a:pt x="508" y="216"/>
                    <a:pt x="528" y="221"/>
                    <a:pt x="537" y="220"/>
                  </a:cubicBezTo>
                  <a:close/>
                  <a:moveTo>
                    <a:pt x="473" y="290"/>
                  </a:moveTo>
                  <a:cubicBezTo>
                    <a:pt x="484" y="298"/>
                    <a:pt x="481" y="284"/>
                    <a:pt x="493" y="285"/>
                  </a:cubicBezTo>
                  <a:cubicBezTo>
                    <a:pt x="506" y="285"/>
                    <a:pt x="506" y="265"/>
                    <a:pt x="508" y="257"/>
                  </a:cubicBezTo>
                  <a:cubicBezTo>
                    <a:pt x="510" y="250"/>
                    <a:pt x="498" y="250"/>
                    <a:pt x="501" y="256"/>
                  </a:cubicBezTo>
                  <a:cubicBezTo>
                    <a:pt x="504" y="261"/>
                    <a:pt x="501" y="267"/>
                    <a:pt x="500" y="260"/>
                  </a:cubicBezTo>
                  <a:cubicBezTo>
                    <a:pt x="499" y="254"/>
                    <a:pt x="489" y="260"/>
                    <a:pt x="486" y="255"/>
                  </a:cubicBezTo>
                  <a:cubicBezTo>
                    <a:pt x="482" y="250"/>
                    <a:pt x="497" y="249"/>
                    <a:pt x="500" y="243"/>
                  </a:cubicBezTo>
                  <a:cubicBezTo>
                    <a:pt x="504" y="236"/>
                    <a:pt x="489" y="237"/>
                    <a:pt x="492" y="232"/>
                  </a:cubicBezTo>
                  <a:cubicBezTo>
                    <a:pt x="496" y="227"/>
                    <a:pt x="470" y="233"/>
                    <a:pt x="478" y="236"/>
                  </a:cubicBezTo>
                  <a:cubicBezTo>
                    <a:pt x="485" y="239"/>
                    <a:pt x="478" y="243"/>
                    <a:pt x="471" y="238"/>
                  </a:cubicBezTo>
                  <a:cubicBezTo>
                    <a:pt x="464" y="233"/>
                    <a:pt x="445" y="241"/>
                    <a:pt x="452" y="247"/>
                  </a:cubicBezTo>
                  <a:cubicBezTo>
                    <a:pt x="457" y="251"/>
                    <a:pt x="474" y="244"/>
                    <a:pt x="464" y="257"/>
                  </a:cubicBezTo>
                  <a:cubicBezTo>
                    <a:pt x="455" y="270"/>
                    <a:pt x="451" y="253"/>
                    <a:pt x="442" y="255"/>
                  </a:cubicBezTo>
                  <a:cubicBezTo>
                    <a:pt x="433" y="256"/>
                    <a:pt x="437" y="267"/>
                    <a:pt x="450" y="271"/>
                  </a:cubicBezTo>
                  <a:cubicBezTo>
                    <a:pt x="464" y="275"/>
                    <a:pt x="462" y="283"/>
                    <a:pt x="473" y="290"/>
                  </a:cubicBezTo>
                  <a:close/>
                  <a:moveTo>
                    <a:pt x="555" y="210"/>
                  </a:moveTo>
                  <a:cubicBezTo>
                    <a:pt x="558" y="220"/>
                    <a:pt x="562" y="213"/>
                    <a:pt x="568" y="217"/>
                  </a:cubicBezTo>
                  <a:cubicBezTo>
                    <a:pt x="573" y="221"/>
                    <a:pt x="582" y="224"/>
                    <a:pt x="586" y="220"/>
                  </a:cubicBezTo>
                  <a:cubicBezTo>
                    <a:pt x="591" y="216"/>
                    <a:pt x="593" y="213"/>
                    <a:pt x="594" y="216"/>
                  </a:cubicBezTo>
                  <a:cubicBezTo>
                    <a:pt x="597" y="222"/>
                    <a:pt x="608" y="223"/>
                    <a:pt x="632" y="223"/>
                  </a:cubicBezTo>
                  <a:cubicBezTo>
                    <a:pt x="656" y="224"/>
                    <a:pt x="650" y="213"/>
                    <a:pt x="657" y="217"/>
                  </a:cubicBezTo>
                  <a:cubicBezTo>
                    <a:pt x="664" y="221"/>
                    <a:pt x="680" y="221"/>
                    <a:pt x="687" y="220"/>
                  </a:cubicBezTo>
                  <a:cubicBezTo>
                    <a:pt x="694" y="218"/>
                    <a:pt x="697" y="207"/>
                    <a:pt x="697" y="202"/>
                  </a:cubicBezTo>
                  <a:cubicBezTo>
                    <a:pt x="696" y="196"/>
                    <a:pt x="643" y="192"/>
                    <a:pt x="633" y="197"/>
                  </a:cubicBezTo>
                  <a:cubicBezTo>
                    <a:pt x="624" y="203"/>
                    <a:pt x="609" y="195"/>
                    <a:pt x="601" y="199"/>
                  </a:cubicBezTo>
                  <a:cubicBezTo>
                    <a:pt x="594" y="203"/>
                    <a:pt x="596" y="194"/>
                    <a:pt x="583" y="193"/>
                  </a:cubicBezTo>
                  <a:cubicBezTo>
                    <a:pt x="569" y="193"/>
                    <a:pt x="584" y="186"/>
                    <a:pt x="586" y="183"/>
                  </a:cubicBezTo>
                  <a:cubicBezTo>
                    <a:pt x="589" y="180"/>
                    <a:pt x="566" y="172"/>
                    <a:pt x="556" y="174"/>
                  </a:cubicBezTo>
                  <a:cubicBezTo>
                    <a:pt x="547" y="176"/>
                    <a:pt x="541" y="171"/>
                    <a:pt x="532" y="167"/>
                  </a:cubicBezTo>
                  <a:cubicBezTo>
                    <a:pt x="523" y="163"/>
                    <a:pt x="499" y="163"/>
                    <a:pt x="504" y="171"/>
                  </a:cubicBezTo>
                  <a:cubicBezTo>
                    <a:pt x="507" y="176"/>
                    <a:pt x="536" y="186"/>
                    <a:pt x="539" y="181"/>
                  </a:cubicBezTo>
                  <a:cubicBezTo>
                    <a:pt x="542" y="176"/>
                    <a:pt x="550" y="187"/>
                    <a:pt x="554" y="193"/>
                  </a:cubicBezTo>
                  <a:cubicBezTo>
                    <a:pt x="559" y="198"/>
                    <a:pt x="551" y="200"/>
                    <a:pt x="555" y="210"/>
                  </a:cubicBezTo>
                  <a:close/>
                  <a:moveTo>
                    <a:pt x="580" y="151"/>
                  </a:moveTo>
                  <a:cubicBezTo>
                    <a:pt x="571" y="147"/>
                    <a:pt x="560" y="156"/>
                    <a:pt x="569" y="160"/>
                  </a:cubicBezTo>
                  <a:cubicBezTo>
                    <a:pt x="577" y="163"/>
                    <a:pt x="589" y="156"/>
                    <a:pt x="580" y="151"/>
                  </a:cubicBezTo>
                  <a:close/>
                  <a:moveTo>
                    <a:pt x="508" y="95"/>
                  </a:moveTo>
                  <a:cubicBezTo>
                    <a:pt x="516" y="99"/>
                    <a:pt x="511" y="104"/>
                    <a:pt x="519" y="107"/>
                  </a:cubicBezTo>
                  <a:cubicBezTo>
                    <a:pt x="527" y="111"/>
                    <a:pt x="550" y="103"/>
                    <a:pt x="552" y="108"/>
                  </a:cubicBezTo>
                  <a:cubicBezTo>
                    <a:pt x="554" y="114"/>
                    <a:pt x="529" y="114"/>
                    <a:pt x="532" y="118"/>
                  </a:cubicBezTo>
                  <a:cubicBezTo>
                    <a:pt x="536" y="121"/>
                    <a:pt x="550" y="127"/>
                    <a:pt x="548" y="130"/>
                  </a:cubicBezTo>
                  <a:cubicBezTo>
                    <a:pt x="546" y="133"/>
                    <a:pt x="572" y="141"/>
                    <a:pt x="575" y="137"/>
                  </a:cubicBezTo>
                  <a:cubicBezTo>
                    <a:pt x="577" y="133"/>
                    <a:pt x="584" y="134"/>
                    <a:pt x="591" y="137"/>
                  </a:cubicBezTo>
                  <a:cubicBezTo>
                    <a:pt x="597" y="139"/>
                    <a:pt x="598" y="121"/>
                    <a:pt x="602" y="124"/>
                  </a:cubicBezTo>
                  <a:cubicBezTo>
                    <a:pt x="607" y="127"/>
                    <a:pt x="606" y="118"/>
                    <a:pt x="614" y="115"/>
                  </a:cubicBezTo>
                  <a:cubicBezTo>
                    <a:pt x="621" y="112"/>
                    <a:pt x="632" y="111"/>
                    <a:pt x="633" y="108"/>
                  </a:cubicBezTo>
                  <a:cubicBezTo>
                    <a:pt x="633" y="106"/>
                    <a:pt x="631" y="102"/>
                    <a:pt x="622" y="103"/>
                  </a:cubicBezTo>
                  <a:cubicBezTo>
                    <a:pt x="613" y="104"/>
                    <a:pt x="607" y="101"/>
                    <a:pt x="611" y="96"/>
                  </a:cubicBezTo>
                  <a:cubicBezTo>
                    <a:pt x="615" y="91"/>
                    <a:pt x="601" y="89"/>
                    <a:pt x="606" y="85"/>
                  </a:cubicBezTo>
                  <a:cubicBezTo>
                    <a:pt x="611" y="81"/>
                    <a:pt x="596" y="77"/>
                    <a:pt x="598" y="83"/>
                  </a:cubicBezTo>
                  <a:cubicBezTo>
                    <a:pt x="599" y="89"/>
                    <a:pt x="589" y="84"/>
                    <a:pt x="587" y="78"/>
                  </a:cubicBezTo>
                  <a:cubicBezTo>
                    <a:pt x="586" y="73"/>
                    <a:pt x="565" y="71"/>
                    <a:pt x="552" y="59"/>
                  </a:cubicBezTo>
                  <a:cubicBezTo>
                    <a:pt x="538" y="47"/>
                    <a:pt x="524" y="55"/>
                    <a:pt x="532" y="56"/>
                  </a:cubicBezTo>
                  <a:cubicBezTo>
                    <a:pt x="540" y="58"/>
                    <a:pt x="540" y="62"/>
                    <a:pt x="533" y="61"/>
                  </a:cubicBezTo>
                  <a:cubicBezTo>
                    <a:pt x="527" y="61"/>
                    <a:pt x="515" y="62"/>
                    <a:pt x="526" y="66"/>
                  </a:cubicBezTo>
                  <a:cubicBezTo>
                    <a:pt x="536" y="70"/>
                    <a:pt x="525" y="71"/>
                    <a:pt x="516" y="71"/>
                  </a:cubicBezTo>
                  <a:cubicBezTo>
                    <a:pt x="508" y="71"/>
                    <a:pt x="507" y="82"/>
                    <a:pt x="518" y="84"/>
                  </a:cubicBezTo>
                  <a:cubicBezTo>
                    <a:pt x="529" y="85"/>
                    <a:pt x="521" y="92"/>
                    <a:pt x="512" y="89"/>
                  </a:cubicBezTo>
                  <a:cubicBezTo>
                    <a:pt x="503" y="87"/>
                    <a:pt x="500" y="91"/>
                    <a:pt x="508" y="95"/>
                  </a:cubicBezTo>
                  <a:close/>
                  <a:moveTo>
                    <a:pt x="569" y="46"/>
                  </a:moveTo>
                  <a:cubicBezTo>
                    <a:pt x="576" y="41"/>
                    <a:pt x="581" y="44"/>
                    <a:pt x="575" y="47"/>
                  </a:cubicBezTo>
                  <a:cubicBezTo>
                    <a:pt x="569" y="50"/>
                    <a:pt x="571" y="52"/>
                    <a:pt x="580" y="52"/>
                  </a:cubicBezTo>
                  <a:cubicBezTo>
                    <a:pt x="588" y="51"/>
                    <a:pt x="576" y="54"/>
                    <a:pt x="576" y="59"/>
                  </a:cubicBezTo>
                  <a:cubicBezTo>
                    <a:pt x="576" y="64"/>
                    <a:pt x="586" y="61"/>
                    <a:pt x="587" y="66"/>
                  </a:cubicBezTo>
                  <a:cubicBezTo>
                    <a:pt x="587" y="71"/>
                    <a:pt x="609" y="73"/>
                    <a:pt x="615" y="67"/>
                  </a:cubicBezTo>
                  <a:cubicBezTo>
                    <a:pt x="622" y="61"/>
                    <a:pt x="619" y="69"/>
                    <a:pt x="619" y="73"/>
                  </a:cubicBezTo>
                  <a:cubicBezTo>
                    <a:pt x="618" y="77"/>
                    <a:pt x="649" y="80"/>
                    <a:pt x="651" y="75"/>
                  </a:cubicBezTo>
                  <a:cubicBezTo>
                    <a:pt x="652" y="70"/>
                    <a:pt x="657" y="72"/>
                    <a:pt x="663" y="74"/>
                  </a:cubicBezTo>
                  <a:cubicBezTo>
                    <a:pt x="669" y="75"/>
                    <a:pt x="698" y="68"/>
                    <a:pt x="699" y="62"/>
                  </a:cubicBezTo>
                  <a:cubicBezTo>
                    <a:pt x="699" y="56"/>
                    <a:pt x="708" y="65"/>
                    <a:pt x="699" y="72"/>
                  </a:cubicBezTo>
                  <a:cubicBezTo>
                    <a:pt x="689" y="78"/>
                    <a:pt x="670" y="77"/>
                    <a:pt x="662" y="80"/>
                  </a:cubicBezTo>
                  <a:cubicBezTo>
                    <a:pt x="653" y="82"/>
                    <a:pt x="667" y="88"/>
                    <a:pt x="676" y="95"/>
                  </a:cubicBezTo>
                  <a:cubicBezTo>
                    <a:pt x="684" y="101"/>
                    <a:pt x="665" y="98"/>
                    <a:pt x="657" y="89"/>
                  </a:cubicBezTo>
                  <a:cubicBezTo>
                    <a:pt x="649" y="81"/>
                    <a:pt x="631" y="81"/>
                    <a:pt x="621" y="81"/>
                  </a:cubicBezTo>
                  <a:cubicBezTo>
                    <a:pt x="612" y="82"/>
                    <a:pt x="615" y="99"/>
                    <a:pt x="622" y="99"/>
                  </a:cubicBezTo>
                  <a:cubicBezTo>
                    <a:pt x="629" y="99"/>
                    <a:pt x="636" y="102"/>
                    <a:pt x="643" y="113"/>
                  </a:cubicBezTo>
                  <a:cubicBezTo>
                    <a:pt x="650" y="124"/>
                    <a:pt x="665" y="121"/>
                    <a:pt x="665" y="126"/>
                  </a:cubicBezTo>
                  <a:cubicBezTo>
                    <a:pt x="665" y="131"/>
                    <a:pt x="645" y="122"/>
                    <a:pt x="634" y="120"/>
                  </a:cubicBezTo>
                  <a:cubicBezTo>
                    <a:pt x="623" y="118"/>
                    <a:pt x="606" y="125"/>
                    <a:pt x="605" y="133"/>
                  </a:cubicBezTo>
                  <a:cubicBezTo>
                    <a:pt x="605" y="141"/>
                    <a:pt x="621" y="140"/>
                    <a:pt x="632" y="134"/>
                  </a:cubicBezTo>
                  <a:cubicBezTo>
                    <a:pt x="643" y="127"/>
                    <a:pt x="635" y="136"/>
                    <a:pt x="630" y="141"/>
                  </a:cubicBezTo>
                  <a:cubicBezTo>
                    <a:pt x="624" y="146"/>
                    <a:pt x="643" y="150"/>
                    <a:pt x="643" y="156"/>
                  </a:cubicBezTo>
                  <a:cubicBezTo>
                    <a:pt x="643" y="162"/>
                    <a:pt x="629" y="160"/>
                    <a:pt x="628" y="154"/>
                  </a:cubicBezTo>
                  <a:cubicBezTo>
                    <a:pt x="626" y="149"/>
                    <a:pt x="621" y="143"/>
                    <a:pt x="608" y="144"/>
                  </a:cubicBezTo>
                  <a:cubicBezTo>
                    <a:pt x="595" y="145"/>
                    <a:pt x="599" y="154"/>
                    <a:pt x="607" y="155"/>
                  </a:cubicBezTo>
                  <a:cubicBezTo>
                    <a:pt x="615" y="156"/>
                    <a:pt x="615" y="162"/>
                    <a:pt x="606" y="162"/>
                  </a:cubicBezTo>
                  <a:cubicBezTo>
                    <a:pt x="597" y="162"/>
                    <a:pt x="577" y="168"/>
                    <a:pt x="583" y="174"/>
                  </a:cubicBezTo>
                  <a:cubicBezTo>
                    <a:pt x="590" y="180"/>
                    <a:pt x="616" y="174"/>
                    <a:pt x="620" y="178"/>
                  </a:cubicBezTo>
                  <a:cubicBezTo>
                    <a:pt x="625" y="182"/>
                    <a:pt x="637" y="183"/>
                    <a:pt x="640" y="179"/>
                  </a:cubicBezTo>
                  <a:cubicBezTo>
                    <a:pt x="643" y="174"/>
                    <a:pt x="653" y="176"/>
                    <a:pt x="663" y="176"/>
                  </a:cubicBezTo>
                  <a:cubicBezTo>
                    <a:pt x="673" y="176"/>
                    <a:pt x="676" y="178"/>
                    <a:pt x="680" y="182"/>
                  </a:cubicBezTo>
                  <a:cubicBezTo>
                    <a:pt x="685" y="186"/>
                    <a:pt x="693" y="184"/>
                    <a:pt x="698" y="180"/>
                  </a:cubicBezTo>
                  <a:cubicBezTo>
                    <a:pt x="704" y="176"/>
                    <a:pt x="704" y="176"/>
                    <a:pt x="711" y="176"/>
                  </a:cubicBezTo>
                  <a:cubicBezTo>
                    <a:pt x="718" y="176"/>
                    <a:pt x="719" y="172"/>
                    <a:pt x="716" y="166"/>
                  </a:cubicBezTo>
                  <a:cubicBezTo>
                    <a:pt x="712" y="161"/>
                    <a:pt x="703" y="170"/>
                    <a:pt x="702" y="166"/>
                  </a:cubicBezTo>
                  <a:cubicBezTo>
                    <a:pt x="701" y="161"/>
                    <a:pt x="693" y="160"/>
                    <a:pt x="679" y="162"/>
                  </a:cubicBezTo>
                  <a:cubicBezTo>
                    <a:pt x="665" y="164"/>
                    <a:pt x="671" y="153"/>
                    <a:pt x="679" y="155"/>
                  </a:cubicBezTo>
                  <a:cubicBezTo>
                    <a:pt x="688" y="158"/>
                    <a:pt x="699" y="157"/>
                    <a:pt x="709" y="154"/>
                  </a:cubicBezTo>
                  <a:cubicBezTo>
                    <a:pt x="718" y="152"/>
                    <a:pt x="711" y="147"/>
                    <a:pt x="711" y="143"/>
                  </a:cubicBezTo>
                  <a:cubicBezTo>
                    <a:pt x="711" y="139"/>
                    <a:pt x="723" y="142"/>
                    <a:pt x="732" y="142"/>
                  </a:cubicBezTo>
                  <a:cubicBezTo>
                    <a:pt x="741" y="142"/>
                    <a:pt x="754" y="127"/>
                    <a:pt x="754" y="119"/>
                  </a:cubicBezTo>
                  <a:cubicBezTo>
                    <a:pt x="755" y="110"/>
                    <a:pt x="734" y="112"/>
                    <a:pt x="724" y="112"/>
                  </a:cubicBezTo>
                  <a:cubicBezTo>
                    <a:pt x="714" y="112"/>
                    <a:pt x="731" y="105"/>
                    <a:pt x="750" y="106"/>
                  </a:cubicBezTo>
                  <a:cubicBezTo>
                    <a:pt x="769" y="107"/>
                    <a:pt x="760" y="98"/>
                    <a:pt x="764" y="95"/>
                  </a:cubicBezTo>
                  <a:cubicBezTo>
                    <a:pt x="767" y="92"/>
                    <a:pt x="776" y="99"/>
                    <a:pt x="786" y="97"/>
                  </a:cubicBezTo>
                  <a:cubicBezTo>
                    <a:pt x="795" y="95"/>
                    <a:pt x="789" y="87"/>
                    <a:pt x="795" y="87"/>
                  </a:cubicBezTo>
                  <a:cubicBezTo>
                    <a:pt x="800" y="87"/>
                    <a:pt x="810" y="80"/>
                    <a:pt x="831" y="68"/>
                  </a:cubicBezTo>
                  <a:cubicBezTo>
                    <a:pt x="851" y="57"/>
                    <a:pt x="867" y="59"/>
                    <a:pt x="868" y="52"/>
                  </a:cubicBezTo>
                  <a:cubicBezTo>
                    <a:pt x="869" y="46"/>
                    <a:pt x="840" y="52"/>
                    <a:pt x="835" y="50"/>
                  </a:cubicBezTo>
                  <a:cubicBezTo>
                    <a:pt x="830" y="48"/>
                    <a:pt x="855" y="43"/>
                    <a:pt x="861" y="44"/>
                  </a:cubicBezTo>
                  <a:cubicBezTo>
                    <a:pt x="867" y="46"/>
                    <a:pt x="875" y="44"/>
                    <a:pt x="896" y="34"/>
                  </a:cubicBezTo>
                  <a:cubicBezTo>
                    <a:pt x="916" y="24"/>
                    <a:pt x="907" y="22"/>
                    <a:pt x="899" y="23"/>
                  </a:cubicBezTo>
                  <a:cubicBezTo>
                    <a:pt x="890" y="25"/>
                    <a:pt x="881" y="22"/>
                    <a:pt x="881" y="16"/>
                  </a:cubicBezTo>
                  <a:cubicBezTo>
                    <a:pt x="882" y="11"/>
                    <a:pt x="869" y="16"/>
                    <a:pt x="868" y="13"/>
                  </a:cubicBezTo>
                  <a:cubicBezTo>
                    <a:pt x="868" y="10"/>
                    <a:pt x="856" y="11"/>
                    <a:pt x="843" y="16"/>
                  </a:cubicBezTo>
                  <a:cubicBezTo>
                    <a:pt x="830" y="21"/>
                    <a:pt x="842" y="11"/>
                    <a:pt x="847" y="9"/>
                  </a:cubicBezTo>
                  <a:cubicBezTo>
                    <a:pt x="853" y="7"/>
                    <a:pt x="814" y="9"/>
                    <a:pt x="808" y="5"/>
                  </a:cubicBezTo>
                  <a:cubicBezTo>
                    <a:pt x="801" y="0"/>
                    <a:pt x="794" y="12"/>
                    <a:pt x="788" y="6"/>
                  </a:cubicBezTo>
                  <a:cubicBezTo>
                    <a:pt x="782" y="0"/>
                    <a:pt x="766" y="5"/>
                    <a:pt x="768" y="10"/>
                  </a:cubicBezTo>
                  <a:cubicBezTo>
                    <a:pt x="770" y="14"/>
                    <a:pt x="766" y="14"/>
                    <a:pt x="760" y="9"/>
                  </a:cubicBezTo>
                  <a:cubicBezTo>
                    <a:pt x="754" y="4"/>
                    <a:pt x="742" y="10"/>
                    <a:pt x="732" y="8"/>
                  </a:cubicBezTo>
                  <a:cubicBezTo>
                    <a:pt x="721" y="7"/>
                    <a:pt x="726" y="17"/>
                    <a:pt x="714" y="12"/>
                  </a:cubicBezTo>
                  <a:cubicBezTo>
                    <a:pt x="703" y="7"/>
                    <a:pt x="690" y="9"/>
                    <a:pt x="694" y="11"/>
                  </a:cubicBezTo>
                  <a:cubicBezTo>
                    <a:pt x="697" y="12"/>
                    <a:pt x="693" y="15"/>
                    <a:pt x="688" y="14"/>
                  </a:cubicBezTo>
                  <a:cubicBezTo>
                    <a:pt x="683" y="12"/>
                    <a:pt x="678" y="14"/>
                    <a:pt x="681" y="19"/>
                  </a:cubicBezTo>
                  <a:cubicBezTo>
                    <a:pt x="683" y="24"/>
                    <a:pt x="662" y="18"/>
                    <a:pt x="662" y="23"/>
                  </a:cubicBezTo>
                  <a:cubicBezTo>
                    <a:pt x="662" y="29"/>
                    <a:pt x="655" y="32"/>
                    <a:pt x="649" y="27"/>
                  </a:cubicBezTo>
                  <a:cubicBezTo>
                    <a:pt x="643" y="22"/>
                    <a:pt x="624" y="20"/>
                    <a:pt x="629" y="25"/>
                  </a:cubicBezTo>
                  <a:cubicBezTo>
                    <a:pt x="635" y="29"/>
                    <a:pt x="612" y="27"/>
                    <a:pt x="618" y="31"/>
                  </a:cubicBezTo>
                  <a:cubicBezTo>
                    <a:pt x="624" y="36"/>
                    <a:pt x="611" y="39"/>
                    <a:pt x="611" y="37"/>
                  </a:cubicBezTo>
                  <a:cubicBezTo>
                    <a:pt x="611" y="34"/>
                    <a:pt x="598" y="30"/>
                    <a:pt x="593" y="34"/>
                  </a:cubicBezTo>
                  <a:cubicBezTo>
                    <a:pt x="588" y="39"/>
                    <a:pt x="587" y="44"/>
                    <a:pt x="584" y="41"/>
                  </a:cubicBezTo>
                  <a:cubicBezTo>
                    <a:pt x="582" y="38"/>
                    <a:pt x="571" y="39"/>
                    <a:pt x="560" y="43"/>
                  </a:cubicBezTo>
                  <a:cubicBezTo>
                    <a:pt x="550" y="47"/>
                    <a:pt x="562" y="50"/>
                    <a:pt x="569" y="46"/>
                  </a:cubicBezTo>
                  <a:close/>
                  <a:moveTo>
                    <a:pt x="695" y="477"/>
                  </a:moveTo>
                  <a:cubicBezTo>
                    <a:pt x="698" y="477"/>
                    <a:pt x="705" y="464"/>
                    <a:pt x="696" y="465"/>
                  </a:cubicBezTo>
                  <a:cubicBezTo>
                    <a:pt x="687" y="465"/>
                    <a:pt x="689" y="478"/>
                    <a:pt x="695" y="477"/>
                  </a:cubicBezTo>
                  <a:close/>
                  <a:moveTo>
                    <a:pt x="651" y="466"/>
                  </a:moveTo>
                  <a:cubicBezTo>
                    <a:pt x="659" y="471"/>
                    <a:pt x="671" y="458"/>
                    <a:pt x="670" y="454"/>
                  </a:cubicBezTo>
                  <a:cubicBezTo>
                    <a:pt x="669" y="450"/>
                    <a:pt x="641" y="460"/>
                    <a:pt x="651" y="466"/>
                  </a:cubicBezTo>
                  <a:close/>
                  <a:moveTo>
                    <a:pt x="687" y="439"/>
                  </a:moveTo>
                  <a:cubicBezTo>
                    <a:pt x="688" y="434"/>
                    <a:pt x="670" y="432"/>
                    <a:pt x="671" y="426"/>
                  </a:cubicBezTo>
                  <a:cubicBezTo>
                    <a:pt x="672" y="421"/>
                    <a:pt x="655" y="416"/>
                    <a:pt x="649" y="413"/>
                  </a:cubicBezTo>
                  <a:cubicBezTo>
                    <a:pt x="644" y="410"/>
                    <a:pt x="635" y="409"/>
                    <a:pt x="635" y="403"/>
                  </a:cubicBezTo>
                  <a:cubicBezTo>
                    <a:pt x="635" y="397"/>
                    <a:pt x="623" y="401"/>
                    <a:pt x="623" y="410"/>
                  </a:cubicBezTo>
                  <a:cubicBezTo>
                    <a:pt x="622" y="419"/>
                    <a:pt x="617" y="417"/>
                    <a:pt x="620" y="426"/>
                  </a:cubicBezTo>
                  <a:cubicBezTo>
                    <a:pt x="622" y="434"/>
                    <a:pt x="609" y="436"/>
                    <a:pt x="610" y="441"/>
                  </a:cubicBezTo>
                  <a:cubicBezTo>
                    <a:pt x="612" y="445"/>
                    <a:pt x="618" y="440"/>
                    <a:pt x="624" y="440"/>
                  </a:cubicBezTo>
                  <a:cubicBezTo>
                    <a:pt x="630" y="440"/>
                    <a:pt x="623" y="448"/>
                    <a:pt x="630" y="449"/>
                  </a:cubicBezTo>
                  <a:cubicBezTo>
                    <a:pt x="636" y="450"/>
                    <a:pt x="647" y="443"/>
                    <a:pt x="649" y="439"/>
                  </a:cubicBezTo>
                  <a:cubicBezTo>
                    <a:pt x="652" y="435"/>
                    <a:pt x="657" y="433"/>
                    <a:pt x="664" y="438"/>
                  </a:cubicBezTo>
                  <a:cubicBezTo>
                    <a:pt x="671" y="443"/>
                    <a:pt x="686" y="444"/>
                    <a:pt x="687" y="439"/>
                  </a:cubicBezTo>
                  <a:close/>
                  <a:moveTo>
                    <a:pt x="850" y="395"/>
                  </a:moveTo>
                  <a:cubicBezTo>
                    <a:pt x="856" y="395"/>
                    <a:pt x="857" y="403"/>
                    <a:pt x="867" y="411"/>
                  </a:cubicBezTo>
                  <a:cubicBezTo>
                    <a:pt x="876" y="419"/>
                    <a:pt x="877" y="413"/>
                    <a:pt x="879" y="408"/>
                  </a:cubicBezTo>
                  <a:cubicBezTo>
                    <a:pt x="880" y="402"/>
                    <a:pt x="891" y="407"/>
                    <a:pt x="890" y="401"/>
                  </a:cubicBezTo>
                  <a:cubicBezTo>
                    <a:pt x="890" y="396"/>
                    <a:pt x="899" y="389"/>
                    <a:pt x="905" y="387"/>
                  </a:cubicBezTo>
                  <a:cubicBezTo>
                    <a:pt x="911" y="384"/>
                    <a:pt x="900" y="378"/>
                    <a:pt x="892" y="379"/>
                  </a:cubicBezTo>
                  <a:cubicBezTo>
                    <a:pt x="884" y="379"/>
                    <a:pt x="882" y="374"/>
                    <a:pt x="882" y="370"/>
                  </a:cubicBezTo>
                  <a:cubicBezTo>
                    <a:pt x="882" y="367"/>
                    <a:pt x="867" y="358"/>
                    <a:pt x="862" y="360"/>
                  </a:cubicBezTo>
                  <a:cubicBezTo>
                    <a:pt x="857" y="361"/>
                    <a:pt x="849" y="353"/>
                    <a:pt x="842" y="353"/>
                  </a:cubicBezTo>
                  <a:cubicBezTo>
                    <a:pt x="836" y="352"/>
                    <a:pt x="826" y="347"/>
                    <a:pt x="827" y="340"/>
                  </a:cubicBezTo>
                  <a:cubicBezTo>
                    <a:pt x="828" y="333"/>
                    <a:pt x="840" y="342"/>
                    <a:pt x="843" y="337"/>
                  </a:cubicBezTo>
                  <a:cubicBezTo>
                    <a:pt x="845" y="331"/>
                    <a:pt x="830" y="334"/>
                    <a:pt x="830" y="330"/>
                  </a:cubicBezTo>
                  <a:cubicBezTo>
                    <a:pt x="829" y="326"/>
                    <a:pt x="833" y="328"/>
                    <a:pt x="836" y="325"/>
                  </a:cubicBezTo>
                  <a:cubicBezTo>
                    <a:pt x="839" y="323"/>
                    <a:pt x="834" y="318"/>
                    <a:pt x="830" y="316"/>
                  </a:cubicBezTo>
                  <a:cubicBezTo>
                    <a:pt x="827" y="314"/>
                    <a:pt x="826" y="320"/>
                    <a:pt x="822" y="320"/>
                  </a:cubicBezTo>
                  <a:cubicBezTo>
                    <a:pt x="819" y="320"/>
                    <a:pt x="822" y="314"/>
                    <a:pt x="824" y="311"/>
                  </a:cubicBezTo>
                  <a:cubicBezTo>
                    <a:pt x="827" y="307"/>
                    <a:pt x="813" y="303"/>
                    <a:pt x="807" y="305"/>
                  </a:cubicBezTo>
                  <a:cubicBezTo>
                    <a:pt x="801" y="307"/>
                    <a:pt x="799" y="304"/>
                    <a:pt x="799" y="300"/>
                  </a:cubicBezTo>
                  <a:cubicBezTo>
                    <a:pt x="799" y="296"/>
                    <a:pt x="788" y="300"/>
                    <a:pt x="784" y="303"/>
                  </a:cubicBezTo>
                  <a:cubicBezTo>
                    <a:pt x="780" y="306"/>
                    <a:pt x="775" y="300"/>
                    <a:pt x="780" y="299"/>
                  </a:cubicBezTo>
                  <a:cubicBezTo>
                    <a:pt x="785" y="299"/>
                    <a:pt x="791" y="295"/>
                    <a:pt x="790" y="290"/>
                  </a:cubicBezTo>
                  <a:cubicBezTo>
                    <a:pt x="788" y="286"/>
                    <a:pt x="775" y="285"/>
                    <a:pt x="773" y="291"/>
                  </a:cubicBezTo>
                  <a:cubicBezTo>
                    <a:pt x="770" y="296"/>
                    <a:pt x="760" y="285"/>
                    <a:pt x="760" y="280"/>
                  </a:cubicBezTo>
                  <a:cubicBezTo>
                    <a:pt x="760" y="276"/>
                    <a:pt x="744" y="280"/>
                    <a:pt x="746" y="272"/>
                  </a:cubicBezTo>
                  <a:cubicBezTo>
                    <a:pt x="748" y="265"/>
                    <a:pt x="727" y="263"/>
                    <a:pt x="722" y="263"/>
                  </a:cubicBezTo>
                  <a:cubicBezTo>
                    <a:pt x="716" y="263"/>
                    <a:pt x="708" y="267"/>
                    <a:pt x="709" y="272"/>
                  </a:cubicBezTo>
                  <a:cubicBezTo>
                    <a:pt x="710" y="277"/>
                    <a:pt x="703" y="275"/>
                    <a:pt x="702" y="270"/>
                  </a:cubicBezTo>
                  <a:cubicBezTo>
                    <a:pt x="701" y="264"/>
                    <a:pt x="688" y="276"/>
                    <a:pt x="684" y="276"/>
                  </a:cubicBezTo>
                  <a:cubicBezTo>
                    <a:pt x="680" y="276"/>
                    <a:pt x="686" y="261"/>
                    <a:pt x="684" y="257"/>
                  </a:cubicBezTo>
                  <a:cubicBezTo>
                    <a:pt x="682" y="252"/>
                    <a:pt x="679" y="251"/>
                    <a:pt x="676" y="243"/>
                  </a:cubicBezTo>
                  <a:cubicBezTo>
                    <a:pt x="673" y="236"/>
                    <a:pt x="658" y="239"/>
                    <a:pt x="654" y="243"/>
                  </a:cubicBezTo>
                  <a:cubicBezTo>
                    <a:pt x="650" y="248"/>
                    <a:pt x="637" y="246"/>
                    <a:pt x="630" y="253"/>
                  </a:cubicBezTo>
                  <a:cubicBezTo>
                    <a:pt x="623" y="260"/>
                    <a:pt x="631" y="267"/>
                    <a:pt x="634" y="269"/>
                  </a:cubicBezTo>
                  <a:cubicBezTo>
                    <a:pt x="637" y="272"/>
                    <a:pt x="623" y="276"/>
                    <a:pt x="628" y="280"/>
                  </a:cubicBezTo>
                  <a:cubicBezTo>
                    <a:pt x="632" y="284"/>
                    <a:pt x="639" y="282"/>
                    <a:pt x="640" y="288"/>
                  </a:cubicBezTo>
                  <a:cubicBezTo>
                    <a:pt x="640" y="295"/>
                    <a:pt x="623" y="286"/>
                    <a:pt x="621" y="281"/>
                  </a:cubicBezTo>
                  <a:cubicBezTo>
                    <a:pt x="618" y="275"/>
                    <a:pt x="622" y="270"/>
                    <a:pt x="618" y="266"/>
                  </a:cubicBezTo>
                  <a:cubicBezTo>
                    <a:pt x="615" y="262"/>
                    <a:pt x="618" y="257"/>
                    <a:pt x="624" y="250"/>
                  </a:cubicBezTo>
                  <a:cubicBezTo>
                    <a:pt x="631" y="243"/>
                    <a:pt x="636" y="244"/>
                    <a:pt x="636" y="240"/>
                  </a:cubicBezTo>
                  <a:cubicBezTo>
                    <a:pt x="636" y="236"/>
                    <a:pt x="608" y="236"/>
                    <a:pt x="591" y="251"/>
                  </a:cubicBezTo>
                  <a:cubicBezTo>
                    <a:pt x="575" y="266"/>
                    <a:pt x="580" y="286"/>
                    <a:pt x="581" y="290"/>
                  </a:cubicBezTo>
                  <a:cubicBezTo>
                    <a:pt x="582" y="294"/>
                    <a:pt x="596" y="292"/>
                    <a:pt x="605" y="295"/>
                  </a:cubicBezTo>
                  <a:cubicBezTo>
                    <a:pt x="613" y="297"/>
                    <a:pt x="609" y="301"/>
                    <a:pt x="602" y="300"/>
                  </a:cubicBezTo>
                  <a:cubicBezTo>
                    <a:pt x="596" y="299"/>
                    <a:pt x="585" y="297"/>
                    <a:pt x="585" y="301"/>
                  </a:cubicBezTo>
                  <a:cubicBezTo>
                    <a:pt x="586" y="306"/>
                    <a:pt x="599" y="314"/>
                    <a:pt x="607" y="312"/>
                  </a:cubicBezTo>
                  <a:cubicBezTo>
                    <a:pt x="615" y="310"/>
                    <a:pt x="615" y="310"/>
                    <a:pt x="619" y="315"/>
                  </a:cubicBezTo>
                  <a:cubicBezTo>
                    <a:pt x="622" y="319"/>
                    <a:pt x="632" y="318"/>
                    <a:pt x="641" y="318"/>
                  </a:cubicBezTo>
                  <a:cubicBezTo>
                    <a:pt x="651" y="319"/>
                    <a:pt x="662" y="322"/>
                    <a:pt x="666" y="323"/>
                  </a:cubicBezTo>
                  <a:cubicBezTo>
                    <a:pt x="671" y="323"/>
                    <a:pt x="676" y="320"/>
                    <a:pt x="678" y="318"/>
                  </a:cubicBezTo>
                  <a:cubicBezTo>
                    <a:pt x="679" y="315"/>
                    <a:pt x="698" y="322"/>
                    <a:pt x="703" y="321"/>
                  </a:cubicBezTo>
                  <a:cubicBezTo>
                    <a:pt x="709" y="321"/>
                    <a:pt x="705" y="316"/>
                    <a:pt x="702" y="314"/>
                  </a:cubicBezTo>
                  <a:cubicBezTo>
                    <a:pt x="698" y="313"/>
                    <a:pt x="700" y="306"/>
                    <a:pt x="704" y="309"/>
                  </a:cubicBezTo>
                  <a:cubicBezTo>
                    <a:pt x="709" y="311"/>
                    <a:pt x="716" y="313"/>
                    <a:pt x="718" y="317"/>
                  </a:cubicBezTo>
                  <a:cubicBezTo>
                    <a:pt x="719" y="321"/>
                    <a:pt x="723" y="319"/>
                    <a:pt x="724" y="323"/>
                  </a:cubicBezTo>
                  <a:cubicBezTo>
                    <a:pt x="724" y="326"/>
                    <a:pt x="740" y="330"/>
                    <a:pt x="741" y="334"/>
                  </a:cubicBezTo>
                  <a:cubicBezTo>
                    <a:pt x="741" y="338"/>
                    <a:pt x="725" y="340"/>
                    <a:pt x="730" y="344"/>
                  </a:cubicBezTo>
                  <a:cubicBezTo>
                    <a:pt x="734" y="347"/>
                    <a:pt x="741" y="339"/>
                    <a:pt x="747" y="339"/>
                  </a:cubicBezTo>
                  <a:cubicBezTo>
                    <a:pt x="753" y="338"/>
                    <a:pt x="753" y="352"/>
                    <a:pt x="758" y="350"/>
                  </a:cubicBezTo>
                  <a:cubicBezTo>
                    <a:pt x="764" y="347"/>
                    <a:pt x="769" y="352"/>
                    <a:pt x="775" y="361"/>
                  </a:cubicBezTo>
                  <a:cubicBezTo>
                    <a:pt x="781" y="369"/>
                    <a:pt x="774" y="377"/>
                    <a:pt x="775" y="380"/>
                  </a:cubicBezTo>
                  <a:cubicBezTo>
                    <a:pt x="775" y="383"/>
                    <a:pt x="787" y="382"/>
                    <a:pt x="793" y="379"/>
                  </a:cubicBezTo>
                  <a:cubicBezTo>
                    <a:pt x="800" y="375"/>
                    <a:pt x="806" y="383"/>
                    <a:pt x="811" y="387"/>
                  </a:cubicBezTo>
                  <a:cubicBezTo>
                    <a:pt x="816" y="392"/>
                    <a:pt x="792" y="399"/>
                    <a:pt x="794" y="395"/>
                  </a:cubicBezTo>
                  <a:cubicBezTo>
                    <a:pt x="796" y="391"/>
                    <a:pt x="780" y="379"/>
                    <a:pt x="766" y="385"/>
                  </a:cubicBezTo>
                  <a:cubicBezTo>
                    <a:pt x="751" y="390"/>
                    <a:pt x="761" y="399"/>
                    <a:pt x="763" y="404"/>
                  </a:cubicBezTo>
                  <a:cubicBezTo>
                    <a:pt x="764" y="409"/>
                    <a:pt x="750" y="414"/>
                    <a:pt x="736" y="409"/>
                  </a:cubicBezTo>
                  <a:cubicBezTo>
                    <a:pt x="723" y="405"/>
                    <a:pt x="727" y="412"/>
                    <a:pt x="721" y="412"/>
                  </a:cubicBezTo>
                  <a:cubicBezTo>
                    <a:pt x="716" y="412"/>
                    <a:pt x="710" y="421"/>
                    <a:pt x="715" y="426"/>
                  </a:cubicBezTo>
                  <a:cubicBezTo>
                    <a:pt x="720" y="432"/>
                    <a:pt x="731" y="427"/>
                    <a:pt x="740" y="427"/>
                  </a:cubicBezTo>
                  <a:cubicBezTo>
                    <a:pt x="749" y="428"/>
                    <a:pt x="750" y="430"/>
                    <a:pt x="751" y="425"/>
                  </a:cubicBezTo>
                  <a:cubicBezTo>
                    <a:pt x="752" y="420"/>
                    <a:pt x="761" y="423"/>
                    <a:pt x="768" y="424"/>
                  </a:cubicBezTo>
                  <a:cubicBezTo>
                    <a:pt x="774" y="426"/>
                    <a:pt x="773" y="435"/>
                    <a:pt x="781" y="436"/>
                  </a:cubicBezTo>
                  <a:cubicBezTo>
                    <a:pt x="789" y="437"/>
                    <a:pt x="782" y="445"/>
                    <a:pt x="787" y="450"/>
                  </a:cubicBezTo>
                  <a:cubicBezTo>
                    <a:pt x="792" y="456"/>
                    <a:pt x="808" y="453"/>
                    <a:pt x="814" y="459"/>
                  </a:cubicBezTo>
                  <a:cubicBezTo>
                    <a:pt x="820" y="465"/>
                    <a:pt x="846" y="476"/>
                    <a:pt x="849" y="472"/>
                  </a:cubicBezTo>
                  <a:cubicBezTo>
                    <a:pt x="853" y="467"/>
                    <a:pt x="827" y="444"/>
                    <a:pt x="820" y="442"/>
                  </a:cubicBezTo>
                  <a:cubicBezTo>
                    <a:pt x="812" y="440"/>
                    <a:pt x="827" y="438"/>
                    <a:pt x="837" y="445"/>
                  </a:cubicBezTo>
                  <a:cubicBezTo>
                    <a:pt x="846" y="453"/>
                    <a:pt x="860" y="456"/>
                    <a:pt x="867" y="447"/>
                  </a:cubicBezTo>
                  <a:cubicBezTo>
                    <a:pt x="874" y="438"/>
                    <a:pt x="861" y="441"/>
                    <a:pt x="861" y="434"/>
                  </a:cubicBezTo>
                  <a:cubicBezTo>
                    <a:pt x="861" y="428"/>
                    <a:pt x="857" y="419"/>
                    <a:pt x="850" y="419"/>
                  </a:cubicBezTo>
                  <a:cubicBezTo>
                    <a:pt x="843" y="419"/>
                    <a:pt x="825" y="405"/>
                    <a:pt x="831" y="402"/>
                  </a:cubicBezTo>
                  <a:cubicBezTo>
                    <a:pt x="838" y="399"/>
                    <a:pt x="829" y="395"/>
                    <a:pt x="834" y="389"/>
                  </a:cubicBezTo>
                  <a:cubicBezTo>
                    <a:pt x="839" y="384"/>
                    <a:pt x="844" y="394"/>
                    <a:pt x="850" y="395"/>
                  </a:cubicBezTo>
                  <a:close/>
                  <a:moveTo>
                    <a:pt x="745" y="371"/>
                  </a:moveTo>
                  <a:cubicBezTo>
                    <a:pt x="751" y="370"/>
                    <a:pt x="750" y="360"/>
                    <a:pt x="746" y="356"/>
                  </a:cubicBezTo>
                  <a:cubicBezTo>
                    <a:pt x="744" y="352"/>
                    <a:pt x="737" y="352"/>
                    <a:pt x="732" y="352"/>
                  </a:cubicBezTo>
                  <a:cubicBezTo>
                    <a:pt x="726" y="353"/>
                    <a:pt x="717" y="361"/>
                    <a:pt x="722" y="370"/>
                  </a:cubicBezTo>
                  <a:cubicBezTo>
                    <a:pt x="727" y="378"/>
                    <a:pt x="739" y="372"/>
                    <a:pt x="745" y="371"/>
                  </a:cubicBezTo>
                  <a:close/>
                  <a:moveTo>
                    <a:pt x="682" y="241"/>
                  </a:moveTo>
                  <a:cubicBezTo>
                    <a:pt x="679" y="247"/>
                    <a:pt x="689" y="247"/>
                    <a:pt x="689" y="255"/>
                  </a:cubicBezTo>
                  <a:cubicBezTo>
                    <a:pt x="690" y="262"/>
                    <a:pt x="699" y="265"/>
                    <a:pt x="706" y="260"/>
                  </a:cubicBezTo>
                  <a:cubicBezTo>
                    <a:pt x="713" y="256"/>
                    <a:pt x="733" y="261"/>
                    <a:pt x="733" y="256"/>
                  </a:cubicBezTo>
                  <a:cubicBezTo>
                    <a:pt x="733" y="250"/>
                    <a:pt x="712" y="240"/>
                    <a:pt x="705" y="242"/>
                  </a:cubicBezTo>
                  <a:cubicBezTo>
                    <a:pt x="697" y="243"/>
                    <a:pt x="685" y="234"/>
                    <a:pt x="682" y="241"/>
                  </a:cubicBezTo>
                  <a:close/>
                  <a:moveTo>
                    <a:pt x="870" y="666"/>
                  </a:moveTo>
                  <a:cubicBezTo>
                    <a:pt x="871" y="670"/>
                    <a:pt x="900" y="682"/>
                    <a:pt x="901" y="677"/>
                  </a:cubicBezTo>
                  <a:cubicBezTo>
                    <a:pt x="902" y="671"/>
                    <a:pt x="869" y="663"/>
                    <a:pt x="870" y="666"/>
                  </a:cubicBezTo>
                  <a:close/>
                  <a:moveTo>
                    <a:pt x="997" y="696"/>
                  </a:moveTo>
                  <a:cubicBezTo>
                    <a:pt x="995" y="700"/>
                    <a:pt x="992" y="693"/>
                    <a:pt x="996" y="690"/>
                  </a:cubicBezTo>
                  <a:cubicBezTo>
                    <a:pt x="1000" y="687"/>
                    <a:pt x="995" y="685"/>
                    <a:pt x="991" y="687"/>
                  </a:cubicBezTo>
                  <a:cubicBezTo>
                    <a:pt x="987" y="689"/>
                    <a:pt x="988" y="678"/>
                    <a:pt x="992" y="676"/>
                  </a:cubicBezTo>
                  <a:cubicBezTo>
                    <a:pt x="996" y="674"/>
                    <a:pt x="983" y="670"/>
                    <a:pt x="983" y="674"/>
                  </a:cubicBezTo>
                  <a:cubicBezTo>
                    <a:pt x="983" y="678"/>
                    <a:pt x="974" y="675"/>
                    <a:pt x="973" y="672"/>
                  </a:cubicBezTo>
                  <a:cubicBezTo>
                    <a:pt x="972" y="669"/>
                    <a:pt x="966" y="668"/>
                    <a:pt x="968" y="665"/>
                  </a:cubicBezTo>
                  <a:cubicBezTo>
                    <a:pt x="970" y="663"/>
                    <a:pt x="960" y="662"/>
                    <a:pt x="959" y="666"/>
                  </a:cubicBezTo>
                  <a:cubicBezTo>
                    <a:pt x="958" y="670"/>
                    <a:pt x="955" y="663"/>
                    <a:pt x="960" y="658"/>
                  </a:cubicBezTo>
                  <a:cubicBezTo>
                    <a:pt x="965" y="652"/>
                    <a:pt x="964" y="648"/>
                    <a:pt x="968" y="645"/>
                  </a:cubicBezTo>
                  <a:cubicBezTo>
                    <a:pt x="973" y="642"/>
                    <a:pt x="968" y="639"/>
                    <a:pt x="963" y="641"/>
                  </a:cubicBezTo>
                  <a:cubicBezTo>
                    <a:pt x="958" y="643"/>
                    <a:pt x="945" y="662"/>
                    <a:pt x="945" y="667"/>
                  </a:cubicBezTo>
                  <a:cubicBezTo>
                    <a:pt x="945" y="672"/>
                    <a:pt x="944" y="678"/>
                    <a:pt x="940" y="677"/>
                  </a:cubicBezTo>
                  <a:cubicBezTo>
                    <a:pt x="935" y="677"/>
                    <a:pt x="930" y="681"/>
                    <a:pt x="933" y="684"/>
                  </a:cubicBezTo>
                  <a:cubicBezTo>
                    <a:pt x="937" y="687"/>
                    <a:pt x="924" y="694"/>
                    <a:pt x="930" y="698"/>
                  </a:cubicBezTo>
                  <a:cubicBezTo>
                    <a:pt x="934" y="700"/>
                    <a:pt x="941" y="697"/>
                    <a:pt x="947" y="697"/>
                  </a:cubicBezTo>
                  <a:cubicBezTo>
                    <a:pt x="953" y="698"/>
                    <a:pt x="958" y="698"/>
                    <a:pt x="963" y="695"/>
                  </a:cubicBezTo>
                  <a:cubicBezTo>
                    <a:pt x="968" y="691"/>
                    <a:pt x="968" y="698"/>
                    <a:pt x="974" y="697"/>
                  </a:cubicBezTo>
                  <a:cubicBezTo>
                    <a:pt x="979" y="697"/>
                    <a:pt x="971" y="702"/>
                    <a:pt x="971" y="705"/>
                  </a:cubicBezTo>
                  <a:cubicBezTo>
                    <a:pt x="971" y="709"/>
                    <a:pt x="977" y="703"/>
                    <a:pt x="981" y="701"/>
                  </a:cubicBezTo>
                  <a:cubicBezTo>
                    <a:pt x="985" y="699"/>
                    <a:pt x="990" y="701"/>
                    <a:pt x="988" y="705"/>
                  </a:cubicBezTo>
                  <a:cubicBezTo>
                    <a:pt x="986" y="708"/>
                    <a:pt x="999" y="711"/>
                    <a:pt x="1002" y="706"/>
                  </a:cubicBezTo>
                  <a:cubicBezTo>
                    <a:pt x="1005" y="701"/>
                    <a:pt x="999" y="692"/>
                    <a:pt x="997" y="696"/>
                  </a:cubicBezTo>
                  <a:close/>
                  <a:moveTo>
                    <a:pt x="93" y="604"/>
                  </a:moveTo>
                  <a:cubicBezTo>
                    <a:pt x="84" y="609"/>
                    <a:pt x="106" y="632"/>
                    <a:pt x="110" y="629"/>
                  </a:cubicBezTo>
                  <a:cubicBezTo>
                    <a:pt x="113" y="627"/>
                    <a:pt x="105" y="617"/>
                    <a:pt x="105" y="611"/>
                  </a:cubicBezTo>
                  <a:cubicBezTo>
                    <a:pt x="105" y="605"/>
                    <a:pt x="102" y="599"/>
                    <a:pt x="93" y="604"/>
                  </a:cubicBezTo>
                  <a:close/>
                  <a:moveTo>
                    <a:pt x="917" y="718"/>
                  </a:moveTo>
                  <a:cubicBezTo>
                    <a:pt x="913" y="719"/>
                    <a:pt x="916" y="713"/>
                    <a:pt x="917" y="710"/>
                  </a:cubicBezTo>
                  <a:cubicBezTo>
                    <a:pt x="917" y="708"/>
                    <a:pt x="909" y="712"/>
                    <a:pt x="909" y="715"/>
                  </a:cubicBezTo>
                  <a:cubicBezTo>
                    <a:pt x="909" y="718"/>
                    <a:pt x="903" y="719"/>
                    <a:pt x="903" y="721"/>
                  </a:cubicBezTo>
                  <a:cubicBezTo>
                    <a:pt x="903" y="727"/>
                    <a:pt x="902" y="724"/>
                    <a:pt x="898" y="726"/>
                  </a:cubicBezTo>
                  <a:cubicBezTo>
                    <a:pt x="894" y="728"/>
                    <a:pt x="879" y="726"/>
                    <a:pt x="878" y="723"/>
                  </a:cubicBezTo>
                  <a:cubicBezTo>
                    <a:pt x="878" y="719"/>
                    <a:pt x="867" y="717"/>
                    <a:pt x="866" y="713"/>
                  </a:cubicBezTo>
                  <a:cubicBezTo>
                    <a:pt x="866" y="708"/>
                    <a:pt x="860" y="706"/>
                    <a:pt x="865" y="701"/>
                  </a:cubicBezTo>
                  <a:cubicBezTo>
                    <a:pt x="869" y="696"/>
                    <a:pt x="864" y="693"/>
                    <a:pt x="860" y="697"/>
                  </a:cubicBezTo>
                  <a:cubicBezTo>
                    <a:pt x="855" y="701"/>
                    <a:pt x="853" y="695"/>
                    <a:pt x="859" y="693"/>
                  </a:cubicBezTo>
                  <a:cubicBezTo>
                    <a:pt x="864" y="691"/>
                    <a:pt x="875" y="688"/>
                    <a:pt x="870" y="678"/>
                  </a:cubicBezTo>
                  <a:cubicBezTo>
                    <a:pt x="864" y="668"/>
                    <a:pt x="830" y="681"/>
                    <a:pt x="821" y="686"/>
                  </a:cubicBezTo>
                  <a:cubicBezTo>
                    <a:pt x="812" y="691"/>
                    <a:pt x="801" y="707"/>
                    <a:pt x="796" y="707"/>
                  </a:cubicBezTo>
                  <a:cubicBezTo>
                    <a:pt x="792" y="707"/>
                    <a:pt x="805" y="699"/>
                    <a:pt x="807" y="696"/>
                  </a:cubicBezTo>
                  <a:cubicBezTo>
                    <a:pt x="809" y="692"/>
                    <a:pt x="806" y="689"/>
                    <a:pt x="809" y="690"/>
                  </a:cubicBezTo>
                  <a:cubicBezTo>
                    <a:pt x="812" y="692"/>
                    <a:pt x="819" y="680"/>
                    <a:pt x="825" y="676"/>
                  </a:cubicBezTo>
                  <a:cubicBezTo>
                    <a:pt x="830" y="672"/>
                    <a:pt x="836" y="675"/>
                    <a:pt x="836" y="672"/>
                  </a:cubicBezTo>
                  <a:cubicBezTo>
                    <a:pt x="837" y="669"/>
                    <a:pt x="840" y="667"/>
                    <a:pt x="845" y="662"/>
                  </a:cubicBezTo>
                  <a:cubicBezTo>
                    <a:pt x="850" y="658"/>
                    <a:pt x="909" y="658"/>
                    <a:pt x="915" y="659"/>
                  </a:cubicBezTo>
                  <a:cubicBezTo>
                    <a:pt x="921" y="659"/>
                    <a:pt x="932" y="651"/>
                    <a:pt x="935" y="646"/>
                  </a:cubicBezTo>
                  <a:cubicBezTo>
                    <a:pt x="939" y="641"/>
                    <a:pt x="943" y="641"/>
                    <a:pt x="951" y="642"/>
                  </a:cubicBezTo>
                  <a:cubicBezTo>
                    <a:pt x="959" y="642"/>
                    <a:pt x="963" y="635"/>
                    <a:pt x="967" y="632"/>
                  </a:cubicBezTo>
                  <a:cubicBezTo>
                    <a:pt x="971" y="629"/>
                    <a:pt x="969" y="628"/>
                    <a:pt x="966" y="627"/>
                  </a:cubicBezTo>
                  <a:cubicBezTo>
                    <a:pt x="962" y="627"/>
                    <a:pt x="959" y="624"/>
                    <a:pt x="962" y="624"/>
                  </a:cubicBezTo>
                  <a:cubicBezTo>
                    <a:pt x="966" y="624"/>
                    <a:pt x="968" y="622"/>
                    <a:pt x="969" y="617"/>
                  </a:cubicBezTo>
                  <a:cubicBezTo>
                    <a:pt x="971" y="613"/>
                    <a:pt x="968" y="615"/>
                    <a:pt x="963" y="609"/>
                  </a:cubicBezTo>
                  <a:cubicBezTo>
                    <a:pt x="958" y="602"/>
                    <a:pt x="956" y="611"/>
                    <a:pt x="951" y="610"/>
                  </a:cubicBezTo>
                  <a:cubicBezTo>
                    <a:pt x="946" y="610"/>
                    <a:pt x="954" y="604"/>
                    <a:pt x="950" y="601"/>
                  </a:cubicBezTo>
                  <a:cubicBezTo>
                    <a:pt x="946" y="599"/>
                    <a:pt x="939" y="600"/>
                    <a:pt x="933" y="605"/>
                  </a:cubicBezTo>
                  <a:cubicBezTo>
                    <a:pt x="927" y="610"/>
                    <a:pt x="927" y="605"/>
                    <a:pt x="922" y="610"/>
                  </a:cubicBezTo>
                  <a:cubicBezTo>
                    <a:pt x="917" y="615"/>
                    <a:pt x="917" y="608"/>
                    <a:pt x="919" y="606"/>
                  </a:cubicBezTo>
                  <a:cubicBezTo>
                    <a:pt x="922" y="604"/>
                    <a:pt x="924" y="606"/>
                    <a:pt x="926" y="603"/>
                  </a:cubicBezTo>
                  <a:cubicBezTo>
                    <a:pt x="928" y="600"/>
                    <a:pt x="930" y="603"/>
                    <a:pt x="936" y="599"/>
                  </a:cubicBezTo>
                  <a:cubicBezTo>
                    <a:pt x="942" y="595"/>
                    <a:pt x="947" y="597"/>
                    <a:pt x="949" y="594"/>
                  </a:cubicBezTo>
                  <a:cubicBezTo>
                    <a:pt x="950" y="592"/>
                    <a:pt x="946" y="588"/>
                    <a:pt x="940" y="589"/>
                  </a:cubicBezTo>
                  <a:cubicBezTo>
                    <a:pt x="935" y="590"/>
                    <a:pt x="931" y="582"/>
                    <a:pt x="928" y="584"/>
                  </a:cubicBezTo>
                  <a:cubicBezTo>
                    <a:pt x="924" y="587"/>
                    <a:pt x="925" y="580"/>
                    <a:pt x="921" y="583"/>
                  </a:cubicBezTo>
                  <a:cubicBezTo>
                    <a:pt x="917" y="585"/>
                    <a:pt x="915" y="582"/>
                    <a:pt x="913" y="577"/>
                  </a:cubicBezTo>
                  <a:cubicBezTo>
                    <a:pt x="911" y="573"/>
                    <a:pt x="900" y="565"/>
                    <a:pt x="894" y="563"/>
                  </a:cubicBezTo>
                  <a:cubicBezTo>
                    <a:pt x="887" y="561"/>
                    <a:pt x="892" y="557"/>
                    <a:pt x="895" y="560"/>
                  </a:cubicBezTo>
                  <a:cubicBezTo>
                    <a:pt x="899" y="562"/>
                    <a:pt x="903" y="557"/>
                    <a:pt x="904" y="555"/>
                  </a:cubicBezTo>
                  <a:cubicBezTo>
                    <a:pt x="906" y="552"/>
                    <a:pt x="902" y="550"/>
                    <a:pt x="900" y="550"/>
                  </a:cubicBezTo>
                  <a:cubicBezTo>
                    <a:pt x="898" y="550"/>
                    <a:pt x="898" y="546"/>
                    <a:pt x="898" y="544"/>
                  </a:cubicBezTo>
                  <a:cubicBezTo>
                    <a:pt x="899" y="541"/>
                    <a:pt x="891" y="538"/>
                    <a:pt x="891" y="536"/>
                  </a:cubicBezTo>
                  <a:cubicBezTo>
                    <a:pt x="891" y="533"/>
                    <a:pt x="886" y="531"/>
                    <a:pt x="887" y="529"/>
                  </a:cubicBezTo>
                  <a:cubicBezTo>
                    <a:pt x="887" y="527"/>
                    <a:pt x="882" y="524"/>
                    <a:pt x="882" y="521"/>
                  </a:cubicBezTo>
                  <a:cubicBezTo>
                    <a:pt x="882" y="518"/>
                    <a:pt x="875" y="512"/>
                    <a:pt x="875" y="508"/>
                  </a:cubicBezTo>
                  <a:cubicBezTo>
                    <a:pt x="874" y="505"/>
                    <a:pt x="870" y="502"/>
                    <a:pt x="869" y="498"/>
                  </a:cubicBezTo>
                  <a:cubicBezTo>
                    <a:pt x="867" y="494"/>
                    <a:pt x="865" y="496"/>
                    <a:pt x="864" y="502"/>
                  </a:cubicBezTo>
                  <a:cubicBezTo>
                    <a:pt x="862" y="508"/>
                    <a:pt x="857" y="507"/>
                    <a:pt x="859" y="509"/>
                  </a:cubicBezTo>
                  <a:cubicBezTo>
                    <a:pt x="862" y="513"/>
                    <a:pt x="859" y="514"/>
                    <a:pt x="857" y="516"/>
                  </a:cubicBezTo>
                  <a:cubicBezTo>
                    <a:pt x="855" y="519"/>
                    <a:pt x="859" y="522"/>
                    <a:pt x="855" y="522"/>
                  </a:cubicBezTo>
                  <a:cubicBezTo>
                    <a:pt x="851" y="522"/>
                    <a:pt x="853" y="530"/>
                    <a:pt x="851" y="527"/>
                  </a:cubicBezTo>
                  <a:cubicBezTo>
                    <a:pt x="849" y="523"/>
                    <a:pt x="844" y="524"/>
                    <a:pt x="844" y="528"/>
                  </a:cubicBezTo>
                  <a:cubicBezTo>
                    <a:pt x="844" y="531"/>
                    <a:pt x="836" y="534"/>
                    <a:pt x="833" y="534"/>
                  </a:cubicBezTo>
                  <a:cubicBezTo>
                    <a:pt x="830" y="534"/>
                    <a:pt x="830" y="527"/>
                    <a:pt x="827" y="529"/>
                  </a:cubicBezTo>
                  <a:cubicBezTo>
                    <a:pt x="824" y="531"/>
                    <a:pt x="825" y="523"/>
                    <a:pt x="820" y="524"/>
                  </a:cubicBezTo>
                  <a:cubicBezTo>
                    <a:pt x="816" y="524"/>
                    <a:pt x="813" y="523"/>
                    <a:pt x="814" y="520"/>
                  </a:cubicBezTo>
                  <a:cubicBezTo>
                    <a:pt x="816" y="516"/>
                    <a:pt x="807" y="514"/>
                    <a:pt x="810" y="512"/>
                  </a:cubicBezTo>
                  <a:cubicBezTo>
                    <a:pt x="813" y="510"/>
                    <a:pt x="809" y="506"/>
                    <a:pt x="809" y="499"/>
                  </a:cubicBezTo>
                  <a:cubicBezTo>
                    <a:pt x="808" y="493"/>
                    <a:pt x="812" y="492"/>
                    <a:pt x="812" y="490"/>
                  </a:cubicBezTo>
                  <a:cubicBezTo>
                    <a:pt x="812" y="487"/>
                    <a:pt x="809" y="487"/>
                    <a:pt x="806" y="489"/>
                  </a:cubicBezTo>
                  <a:cubicBezTo>
                    <a:pt x="803" y="491"/>
                    <a:pt x="803" y="486"/>
                    <a:pt x="800" y="487"/>
                  </a:cubicBezTo>
                  <a:cubicBezTo>
                    <a:pt x="797" y="487"/>
                    <a:pt x="787" y="486"/>
                    <a:pt x="787" y="482"/>
                  </a:cubicBezTo>
                  <a:cubicBezTo>
                    <a:pt x="786" y="477"/>
                    <a:pt x="783" y="480"/>
                    <a:pt x="781" y="475"/>
                  </a:cubicBezTo>
                  <a:cubicBezTo>
                    <a:pt x="780" y="471"/>
                    <a:pt x="776" y="474"/>
                    <a:pt x="776" y="471"/>
                  </a:cubicBezTo>
                  <a:cubicBezTo>
                    <a:pt x="776" y="468"/>
                    <a:pt x="774" y="467"/>
                    <a:pt x="771" y="467"/>
                  </a:cubicBezTo>
                  <a:cubicBezTo>
                    <a:pt x="768" y="467"/>
                    <a:pt x="767" y="463"/>
                    <a:pt x="763" y="463"/>
                  </a:cubicBezTo>
                  <a:cubicBezTo>
                    <a:pt x="759" y="462"/>
                    <a:pt x="754" y="466"/>
                    <a:pt x="752" y="467"/>
                  </a:cubicBezTo>
                  <a:cubicBezTo>
                    <a:pt x="750" y="468"/>
                    <a:pt x="744" y="463"/>
                    <a:pt x="742" y="465"/>
                  </a:cubicBezTo>
                  <a:cubicBezTo>
                    <a:pt x="739" y="467"/>
                    <a:pt x="739" y="464"/>
                    <a:pt x="733" y="462"/>
                  </a:cubicBezTo>
                  <a:cubicBezTo>
                    <a:pt x="726" y="460"/>
                    <a:pt x="718" y="460"/>
                    <a:pt x="718" y="462"/>
                  </a:cubicBezTo>
                  <a:cubicBezTo>
                    <a:pt x="717" y="464"/>
                    <a:pt x="712" y="465"/>
                    <a:pt x="713" y="470"/>
                  </a:cubicBezTo>
                  <a:cubicBezTo>
                    <a:pt x="714" y="475"/>
                    <a:pt x="719" y="474"/>
                    <a:pt x="720" y="478"/>
                  </a:cubicBezTo>
                  <a:cubicBezTo>
                    <a:pt x="721" y="481"/>
                    <a:pt x="718" y="480"/>
                    <a:pt x="717" y="483"/>
                  </a:cubicBezTo>
                  <a:cubicBezTo>
                    <a:pt x="717" y="487"/>
                    <a:pt x="714" y="486"/>
                    <a:pt x="714" y="489"/>
                  </a:cubicBezTo>
                  <a:cubicBezTo>
                    <a:pt x="714" y="491"/>
                    <a:pt x="716" y="490"/>
                    <a:pt x="717" y="495"/>
                  </a:cubicBezTo>
                  <a:cubicBezTo>
                    <a:pt x="719" y="499"/>
                    <a:pt x="721" y="499"/>
                    <a:pt x="722" y="505"/>
                  </a:cubicBezTo>
                  <a:cubicBezTo>
                    <a:pt x="723" y="511"/>
                    <a:pt x="720" y="510"/>
                    <a:pt x="717" y="511"/>
                  </a:cubicBezTo>
                  <a:cubicBezTo>
                    <a:pt x="715" y="511"/>
                    <a:pt x="718" y="514"/>
                    <a:pt x="714" y="518"/>
                  </a:cubicBezTo>
                  <a:cubicBezTo>
                    <a:pt x="711" y="522"/>
                    <a:pt x="708" y="527"/>
                    <a:pt x="710" y="529"/>
                  </a:cubicBezTo>
                  <a:cubicBezTo>
                    <a:pt x="713" y="532"/>
                    <a:pt x="723" y="536"/>
                    <a:pt x="727" y="543"/>
                  </a:cubicBezTo>
                  <a:cubicBezTo>
                    <a:pt x="731" y="549"/>
                    <a:pt x="731" y="560"/>
                    <a:pt x="730" y="567"/>
                  </a:cubicBezTo>
                  <a:cubicBezTo>
                    <a:pt x="729" y="575"/>
                    <a:pt x="720" y="577"/>
                    <a:pt x="714" y="583"/>
                  </a:cubicBezTo>
                  <a:cubicBezTo>
                    <a:pt x="708" y="590"/>
                    <a:pt x="701" y="589"/>
                    <a:pt x="698" y="589"/>
                  </a:cubicBezTo>
                  <a:cubicBezTo>
                    <a:pt x="695" y="589"/>
                    <a:pt x="697" y="595"/>
                    <a:pt x="701" y="600"/>
                  </a:cubicBezTo>
                  <a:cubicBezTo>
                    <a:pt x="705" y="605"/>
                    <a:pt x="702" y="606"/>
                    <a:pt x="704" y="611"/>
                  </a:cubicBezTo>
                  <a:cubicBezTo>
                    <a:pt x="706" y="616"/>
                    <a:pt x="704" y="620"/>
                    <a:pt x="707" y="625"/>
                  </a:cubicBezTo>
                  <a:cubicBezTo>
                    <a:pt x="711" y="629"/>
                    <a:pt x="709" y="631"/>
                    <a:pt x="705" y="634"/>
                  </a:cubicBezTo>
                  <a:cubicBezTo>
                    <a:pt x="701" y="637"/>
                    <a:pt x="706" y="636"/>
                    <a:pt x="707" y="640"/>
                  </a:cubicBezTo>
                  <a:cubicBezTo>
                    <a:pt x="707" y="644"/>
                    <a:pt x="705" y="642"/>
                    <a:pt x="702" y="639"/>
                  </a:cubicBezTo>
                  <a:cubicBezTo>
                    <a:pt x="698" y="637"/>
                    <a:pt x="695" y="644"/>
                    <a:pt x="695" y="646"/>
                  </a:cubicBezTo>
                  <a:cubicBezTo>
                    <a:pt x="695" y="649"/>
                    <a:pt x="688" y="643"/>
                    <a:pt x="686" y="643"/>
                  </a:cubicBezTo>
                  <a:cubicBezTo>
                    <a:pt x="684" y="643"/>
                    <a:pt x="686" y="639"/>
                    <a:pt x="682" y="635"/>
                  </a:cubicBezTo>
                  <a:cubicBezTo>
                    <a:pt x="677" y="632"/>
                    <a:pt x="674" y="631"/>
                    <a:pt x="674" y="627"/>
                  </a:cubicBezTo>
                  <a:cubicBezTo>
                    <a:pt x="674" y="624"/>
                    <a:pt x="666" y="621"/>
                    <a:pt x="666" y="617"/>
                  </a:cubicBezTo>
                  <a:cubicBezTo>
                    <a:pt x="666" y="613"/>
                    <a:pt x="667" y="603"/>
                    <a:pt x="665" y="600"/>
                  </a:cubicBezTo>
                  <a:cubicBezTo>
                    <a:pt x="664" y="597"/>
                    <a:pt x="665" y="594"/>
                    <a:pt x="667" y="591"/>
                  </a:cubicBezTo>
                  <a:cubicBezTo>
                    <a:pt x="668" y="588"/>
                    <a:pt x="665" y="584"/>
                    <a:pt x="660" y="584"/>
                  </a:cubicBezTo>
                  <a:cubicBezTo>
                    <a:pt x="656" y="584"/>
                    <a:pt x="650" y="583"/>
                    <a:pt x="643" y="583"/>
                  </a:cubicBezTo>
                  <a:cubicBezTo>
                    <a:pt x="637" y="584"/>
                    <a:pt x="634" y="583"/>
                    <a:pt x="632" y="581"/>
                  </a:cubicBezTo>
                  <a:cubicBezTo>
                    <a:pt x="630" y="579"/>
                    <a:pt x="624" y="575"/>
                    <a:pt x="616" y="573"/>
                  </a:cubicBezTo>
                  <a:cubicBezTo>
                    <a:pt x="608" y="571"/>
                    <a:pt x="605" y="567"/>
                    <a:pt x="604" y="565"/>
                  </a:cubicBezTo>
                  <a:cubicBezTo>
                    <a:pt x="603" y="563"/>
                    <a:pt x="596" y="561"/>
                    <a:pt x="594" y="559"/>
                  </a:cubicBezTo>
                  <a:cubicBezTo>
                    <a:pt x="592" y="557"/>
                    <a:pt x="585" y="555"/>
                    <a:pt x="582" y="556"/>
                  </a:cubicBezTo>
                  <a:cubicBezTo>
                    <a:pt x="579" y="556"/>
                    <a:pt x="571" y="550"/>
                    <a:pt x="567" y="550"/>
                  </a:cubicBezTo>
                  <a:cubicBezTo>
                    <a:pt x="562" y="550"/>
                    <a:pt x="552" y="555"/>
                    <a:pt x="550" y="555"/>
                  </a:cubicBezTo>
                  <a:cubicBezTo>
                    <a:pt x="548" y="555"/>
                    <a:pt x="550" y="551"/>
                    <a:pt x="551" y="549"/>
                  </a:cubicBezTo>
                  <a:cubicBezTo>
                    <a:pt x="553" y="548"/>
                    <a:pt x="548" y="540"/>
                    <a:pt x="546" y="535"/>
                  </a:cubicBezTo>
                  <a:cubicBezTo>
                    <a:pt x="545" y="530"/>
                    <a:pt x="543" y="525"/>
                    <a:pt x="538" y="525"/>
                  </a:cubicBezTo>
                  <a:cubicBezTo>
                    <a:pt x="533" y="526"/>
                    <a:pt x="527" y="523"/>
                    <a:pt x="526" y="522"/>
                  </a:cubicBezTo>
                  <a:cubicBezTo>
                    <a:pt x="524" y="521"/>
                    <a:pt x="524" y="507"/>
                    <a:pt x="525" y="501"/>
                  </a:cubicBezTo>
                  <a:cubicBezTo>
                    <a:pt x="526" y="495"/>
                    <a:pt x="533" y="486"/>
                    <a:pt x="533" y="482"/>
                  </a:cubicBezTo>
                  <a:cubicBezTo>
                    <a:pt x="533" y="479"/>
                    <a:pt x="537" y="477"/>
                    <a:pt x="541" y="476"/>
                  </a:cubicBezTo>
                  <a:cubicBezTo>
                    <a:pt x="545" y="475"/>
                    <a:pt x="542" y="468"/>
                    <a:pt x="545" y="467"/>
                  </a:cubicBezTo>
                  <a:cubicBezTo>
                    <a:pt x="549" y="467"/>
                    <a:pt x="549" y="465"/>
                    <a:pt x="550" y="462"/>
                  </a:cubicBezTo>
                  <a:cubicBezTo>
                    <a:pt x="551" y="459"/>
                    <a:pt x="555" y="461"/>
                    <a:pt x="553" y="459"/>
                  </a:cubicBezTo>
                  <a:cubicBezTo>
                    <a:pt x="550" y="456"/>
                    <a:pt x="552" y="455"/>
                    <a:pt x="558" y="455"/>
                  </a:cubicBezTo>
                  <a:cubicBezTo>
                    <a:pt x="564" y="455"/>
                    <a:pt x="572" y="453"/>
                    <a:pt x="571" y="448"/>
                  </a:cubicBezTo>
                  <a:cubicBezTo>
                    <a:pt x="570" y="442"/>
                    <a:pt x="555" y="446"/>
                    <a:pt x="555" y="441"/>
                  </a:cubicBezTo>
                  <a:cubicBezTo>
                    <a:pt x="555" y="437"/>
                    <a:pt x="536" y="436"/>
                    <a:pt x="537" y="434"/>
                  </a:cubicBezTo>
                  <a:cubicBezTo>
                    <a:pt x="538" y="431"/>
                    <a:pt x="556" y="436"/>
                    <a:pt x="563" y="438"/>
                  </a:cubicBezTo>
                  <a:cubicBezTo>
                    <a:pt x="569" y="441"/>
                    <a:pt x="571" y="440"/>
                    <a:pt x="576" y="440"/>
                  </a:cubicBezTo>
                  <a:cubicBezTo>
                    <a:pt x="581" y="440"/>
                    <a:pt x="578" y="433"/>
                    <a:pt x="579" y="430"/>
                  </a:cubicBezTo>
                  <a:cubicBezTo>
                    <a:pt x="580" y="428"/>
                    <a:pt x="590" y="435"/>
                    <a:pt x="596" y="433"/>
                  </a:cubicBezTo>
                  <a:cubicBezTo>
                    <a:pt x="601" y="432"/>
                    <a:pt x="607" y="420"/>
                    <a:pt x="612" y="417"/>
                  </a:cubicBezTo>
                  <a:cubicBezTo>
                    <a:pt x="616" y="413"/>
                    <a:pt x="612" y="410"/>
                    <a:pt x="603" y="411"/>
                  </a:cubicBezTo>
                  <a:cubicBezTo>
                    <a:pt x="594" y="412"/>
                    <a:pt x="588" y="408"/>
                    <a:pt x="583" y="405"/>
                  </a:cubicBezTo>
                  <a:cubicBezTo>
                    <a:pt x="578" y="401"/>
                    <a:pt x="579" y="398"/>
                    <a:pt x="584" y="398"/>
                  </a:cubicBezTo>
                  <a:cubicBezTo>
                    <a:pt x="589" y="399"/>
                    <a:pt x="602" y="409"/>
                    <a:pt x="607" y="409"/>
                  </a:cubicBezTo>
                  <a:cubicBezTo>
                    <a:pt x="611" y="410"/>
                    <a:pt x="620" y="400"/>
                    <a:pt x="624" y="397"/>
                  </a:cubicBezTo>
                  <a:cubicBezTo>
                    <a:pt x="628" y="394"/>
                    <a:pt x="620" y="393"/>
                    <a:pt x="617" y="391"/>
                  </a:cubicBezTo>
                  <a:cubicBezTo>
                    <a:pt x="614" y="388"/>
                    <a:pt x="622" y="387"/>
                    <a:pt x="626" y="387"/>
                  </a:cubicBezTo>
                  <a:cubicBezTo>
                    <a:pt x="630" y="387"/>
                    <a:pt x="632" y="390"/>
                    <a:pt x="633" y="392"/>
                  </a:cubicBezTo>
                  <a:cubicBezTo>
                    <a:pt x="635" y="394"/>
                    <a:pt x="642" y="391"/>
                    <a:pt x="645" y="391"/>
                  </a:cubicBezTo>
                  <a:cubicBezTo>
                    <a:pt x="649" y="391"/>
                    <a:pt x="645" y="385"/>
                    <a:pt x="639" y="383"/>
                  </a:cubicBezTo>
                  <a:cubicBezTo>
                    <a:pt x="633" y="381"/>
                    <a:pt x="639" y="376"/>
                    <a:pt x="641" y="380"/>
                  </a:cubicBezTo>
                  <a:cubicBezTo>
                    <a:pt x="643" y="383"/>
                    <a:pt x="647" y="383"/>
                    <a:pt x="649" y="387"/>
                  </a:cubicBezTo>
                  <a:cubicBezTo>
                    <a:pt x="652" y="392"/>
                    <a:pt x="653" y="389"/>
                    <a:pt x="658" y="387"/>
                  </a:cubicBezTo>
                  <a:cubicBezTo>
                    <a:pt x="663" y="385"/>
                    <a:pt x="666" y="382"/>
                    <a:pt x="669" y="379"/>
                  </a:cubicBezTo>
                  <a:cubicBezTo>
                    <a:pt x="671" y="376"/>
                    <a:pt x="672" y="380"/>
                    <a:pt x="675" y="375"/>
                  </a:cubicBezTo>
                  <a:cubicBezTo>
                    <a:pt x="678" y="370"/>
                    <a:pt x="674" y="366"/>
                    <a:pt x="670" y="363"/>
                  </a:cubicBezTo>
                  <a:cubicBezTo>
                    <a:pt x="666" y="360"/>
                    <a:pt x="670" y="357"/>
                    <a:pt x="666" y="355"/>
                  </a:cubicBezTo>
                  <a:cubicBezTo>
                    <a:pt x="662" y="353"/>
                    <a:pt x="661" y="349"/>
                    <a:pt x="666" y="350"/>
                  </a:cubicBezTo>
                  <a:cubicBezTo>
                    <a:pt x="671" y="351"/>
                    <a:pt x="675" y="349"/>
                    <a:pt x="677" y="346"/>
                  </a:cubicBezTo>
                  <a:cubicBezTo>
                    <a:pt x="680" y="342"/>
                    <a:pt x="670" y="342"/>
                    <a:pt x="674" y="339"/>
                  </a:cubicBezTo>
                  <a:cubicBezTo>
                    <a:pt x="679" y="337"/>
                    <a:pt x="675" y="334"/>
                    <a:pt x="671" y="334"/>
                  </a:cubicBezTo>
                  <a:cubicBezTo>
                    <a:pt x="666" y="334"/>
                    <a:pt x="662" y="332"/>
                    <a:pt x="662" y="328"/>
                  </a:cubicBezTo>
                  <a:cubicBezTo>
                    <a:pt x="662" y="324"/>
                    <a:pt x="654" y="327"/>
                    <a:pt x="649" y="325"/>
                  </a:cubicBezTo>
                  <a:cubicBezTo>
                    <a:pt x="645" y="322"/>
                    <a:pt x="634" y="323"/>
                    <a:pt x="632" y="323"/>
                  </a:cubicBezTo>
                  <a:cubicBezTo>
                    <a:pt x="629" y="323"/>
                    <a:pt x="629" y="334"/>
                    <a:pt x="633" y="334"/>
                  </a:cubicBezTo>
                  <a:cubicBezTo>
                    <a:pt x="636" y="334"/>
                    <a:pt x="639" y="338"/>
                    <a:pt x="636" y="339"/>
                  </a:cubicBezTo>
                  <a:cubicBezTo>
                    <a:pt x="633" y="341"/>
                    <a:pt x="637" y="345"/>
                    <a:pt x="634" y="344"/>
                  </a:cubicBezTo>
                  <a:cubicBezTo>
                    <a:pt x="632" y="344"/>
                    <a:pt x="628" y="343"/>
                    <a:pt x="627" y="349"/>
                  </a:cubicBezTo>
                  <a:cubicBezTo>
                    <a:pt x="626" y="356"/>
                    <a:pt x="626" y="358"/>
                    <a:pt x="621" y="361"/>
                  </a:cubicBezTo>
                  <a:cubicBezTo>
                    <a:pt x="617" y="363"/>
                    <a:pt x="620" y="353"/>
                    <a:pt x="616" y="354"/>
                  </a:cubicBezTo>
                  <a:cubicBezTo>
                    <a:pt x="612" y="354"/>
                    <a:pt x="612" y="362"/>
                    <a:pt x="615" y="362"/>
                  </a:cubicBezTo>
                  <a:cubicBezTo>
                    <a:pt x="618" y="363"/>
                    <a:pt x="618" y="366"/>
                    <a:pt x="619" y="369"/>
                  </a:cubicBezTo>
                  <a:cubicBezTo>
                    <a:pt x="620" y="373"/>
                    <a:pt x="614" y="370"/>
                    <a:pt x="611" y="375"/>
                  </a:cubicBezTo>
                  <a:cubicBezTo>
                    <a:pt x="609" y="379"/>
                    <a:pt x="608" y="373"/>
                    <a:pt x="605" y="370"/>
                  </a:cubicBezTo>
                  <a:cubicBezTo>
                    <a:pt x="601" y="367"/>
                    <a:pt x="597" y="362"/>
                    <a:pt x="597" y="358"/>
                  </a:cubicBezTo>
                  <a:cubicBezTo>
                    <a:pt x="598" y="355"/>
                    <a:pt x="599" y="354"/>
                    <a:pt x="602" y="353"/>
                  </a:cubicBezTo>
                  <a:cubicBezTo>
                    <a:pt x="605" y="353"/>
                    <a:pt x="602" y="350"/>
                    <a:pt x="602" y="346"/>
                  </a:cubicBezTo>
                  <a:cubicBezTo>
                    <a:pt x="602" y="341"/>
                    <a:pt x="598" y="343"/>
                    <a:pt x="594" y="338"/>
                  </a:cubicBezTo>
                  <a:cubicBezTo>
                    <a:pt x="590" y="333"/>
                    <a:pt x="586" y="333"/>
                    <a:pt x="584" y="335"/>
                  </a:cubicBezTo>
                  <a:cubicBezTo>
                    <a:pt x="582" y="338"/>
                    <a:pt x="583" y="342"/>
                    <a:pt x="580" y="343"/>
                  </a:cubicBezTo>
                  <a:cubicBezTo>
                    <a:pt x="576" y="345"/>
                    <a:pt x="578" y="352"/>
                    <a:pt x="575" y="352"/>
                  </a:cubicBezTo>
                  <a:cubicBezTo>
                    <a:pt x="572" y="353"/>
                    <a:pt x="573" y="340"/>
                    <a:pt x="571" y="339"/>
                  </a:cubicBezTo>
                  <a:cubicBezTo>
                    <a:pt x="568" y="338"/>
                    <a:pt x="569" y="335"/>
                    <a:pt x="572" y="334"/>
                  </a:cubicBezTo>
                  <a:cubicBezTo>
                    <a:pt x="576" y="334"/>
                    <a:pt x="578" y="330"/>
                    <a:pt x="575" y="330"/>
                  </a:cubicBezTo>
                  <a:cubicBezTo>
                    <a:pt x="572" y="330"/>
                    <a:pt x="566" y="326"/>
                    <a:pt x="564" y="325"/>
                  </a:cubicBezTo>
                  <a:cubicBezTo>
                    <a:pt x="562" y="324"/>
                    <a:pt x="558" y="329"/>
                    <a:pt x="555" y="327"/>
                  </a:cubicBezTo>
                  <a:cubicBezTo>
                    <a:pt x="553" y="325"/>
                    <a:pt x="556" y="320"/>
                    <a:pt x="556" y="318"/>
                  </a:cubicBezTo>
                  <a:cubicBezTo>
                    <a:pt x="556" y="315"/>
                    <a:pt x="560" y="319"/>
                    <a:pt x="562" y="315"/>
                  </a:cubicBezTo>
                  <a:cubicBezTo>
                    <a:pt x="565" y="312"/>
                    <a:pt x="555" y="312"/>
                    <a:pt x="555" y="308"/>
                  </a:cubicBezTo>
                  <a:cubicBezTo>
                    <a:pt x="555" y="304"/>
                    <a:pt x="548" y="303"/>
                    <a:pt x="545" y="302"/>
                  </a:cubicBezTo>
                  <a:cubicBezTo>
                    <a:pt x="543" y="301"/>
                    <a:pt x="547" y="295"/>
                    <a:pt x="546" y="292"/>
                  </a:cubicBezTo>
                  <a:cubicBezTo>
                    <a:pt x="545" y="290"/>
                    <a:pt x="535" y="281"/>
                    <a:pt x="531" y="282"/>
                  </a:cubicBezTo>
                  <a:cubicBezTo>
                    <a:pt x="527" y="283"/>
                    <a:pt x="526" y="277"/>
                    <a:pt x="529" y="277"/>
                  </a:cubicBezTo>
                  <a:cubicBezTo>
                    <a:pt x="531" y="277"/>
                    <a:pt x="533" y="276"/>
                    <a:pt x="537" y="271"/>
                  </a:cubicBezTo>
                  <a:cubicBezTo>
                    <a:pt x="541" y="266"/>
                    <a:pt x="542" y="265"/>
                    <a:pt x="539" y="264"/>
                  </a:cubicBezTo>
                  <a:cubicBezTo>
                    <a:pt x="536" y="263"/>
                    <a:pt x="534" y="260"/>
                    <a:pt x="539" y="260"/>
                  </a:cubicBezTo>
                  <a:cubicBezTo>
                    <a:pt x="545" y="260"/>
                    <a:pt x="554" y="264"/>
                    <a:pt x="557" y="262"/>
                  </a:cubicBezTo>
                  <a:cubicBezTo>
                    <a:pt x="560" y="259"/>
                    <a:pt x="569" y="245"/>
                    <a:pt x="573" y="239"/>
                  </a:cubicBezTo>
                  <a:cubicBezTo>
                    <a:pt x="577" y="234"/>
                    <a:pt x="570" y="234"/>
                    <a:pt x="561" y="234"/>
                  </a:cubicBezTo>
                  <a:cubicBezTo>
                    <a:pt x="552" y="235"/>
                    <a:pt x="550" y="231"/>
                    <a:pt x="543" y="230"/>
                  </a:cubicBezTo>
                  <a:cubicBezTo>
                    <a:pt x="535" y="230"/>
                    <a:pt x="521" y="232"/>
                    <a:pt x="519" y="234"/>
                  </a:cubicBezTo>
                  <a:cubicBezTo>
                    <a:pt x="517" y="236"/>
                    <a:pt x="523" y="238"/>
                    <a:pt x="522" y="241"/>
                  </a:cubicBezTo>
                  <a:cubicBezTo>
                    <a:pt x="522" y="243"/>
                    <a:pt x="517" y="239"/>
                    <a:pt x="515" y="240"/>
                  </a:cubicBezTo>
                  <a:cubicBezTo>
                    <a:pt x="513" y="241"/>
                    <a:pt x="516" y="244"/>
                    <a:pt x="515" y="253"/>
                  </a:cubicBezTo>
                  <a:cubicBezTo>
                    <a:pt x="514" y="262"/>
                    <a:pt x="517" y="262"/>
                    <a:pt x="519" y="266"/>
                  </a:cubicBezTo>
                  <a:cubicBezTo>
                    <a:pt x="522" y="269"/>
                    <a:pt x="521" y="273"/>
                    <a:pt x="521" y="279"/>
                  </a:cubicBezTo>
                  <a:cubicBezTo>
                    <a:pt x="521" y="284"/>
                    <a:pt x="516" y="284"/>
                    <a:pt x="514" y="285"/>
                  </a:cubicBezTo>
                  <a:cubicBezTo>
                    <a:pt x="513" y="286"/>
                    <a:pt x="519" y="288"/>
                    <a:pt x="518" y="292"/>
                  </a:cubicBezTo>
                  <a:cubicBezTo>
                    <a:pt x="517" y="295"/>
                    <a:pt x="512" y="290"/>
                    <a:pt x="509" y="291"/>
                  </a:cubicBezTo>
                  <a:cubicBezTo>
                    <a:pt x="506" y="292"/>
                    <a:pt x="503" y="300"/>
                    <a:pt x="506" y="303"/>
                  </a:cubicBezTo>
                  <a:cubicBezTo>
                    <a:pt x="510" y="306"/>
                    <a:pt x="511" y="305"/>
                    <a:pt x="508" y="309"/>
                  </a:cubicBezTo>
                  <a:cubicBezTo>
                    <a:pt x="506" y="312"/>
                    <a:pt x="503" y="317"/>
                    <a:pt x="509" y="321"/>
                  </a:cubicBezTo>
                  <a:cubicBezTo>
                    <a:pt x="515" y="326"/>
                    <a:pt x="526" y="326"/>
                    <a:pt x="532" y="329"/>
                  </a:cubicBezTo>
                  <a:cubicBezTo>
                    <a:pt x="538" y="333"/>
                    <a:pt x="529" y="331"/>
                    <a:pt x="532" y="335"/>
                  </a:cubicBezTo>
                  <a:cubicBezTo>
                    <a:pt x="534" y="339"/>
                    <a:pt x="528" y="341"/>
                    <a:pt x="528" y="344"/>
                  </a:cubicBezTo>
                  <a:cubicBezTo>
                    <a:pt x="528" y="347"/>
                    <a:pt x="531" y="346"/>
                    <a:pt x="534" y="340"/>
                  </a:cubicBezTo>
                  <a:cubicBezTo>
                    <a:pt x="537" y="335"/>
                    <a:pt x="539" y="342"/>
                    <a:pt x="539" y="346"/>
                  </a:cubicBezTo>
                  <a:cubicBezTo>
                    <a:pt x="538" y="351"/>
                    <a:pt x="534" y="348"/>
                    <a:pt x="531" y="353"/>
                  </a:cubicBezTo>
                  <a:cubicBezTo>
                    <a:pt x="528" y="358"/>
                    <a:pt x="525" y="359"/>
                    <a:pt x="520" y="358"/>
                  </a:cubicBezTo>
                  <a:cubicBezTo>
                    <a:pt x="515" y="357"/>
                    <a:pt x="518" y="364"/>
                    <a:pt x="520" y="369"/>
                  </a:cubicBezTo>
                  <a:cubicBezTo>
                    <a:pt x="522" y="373"/>
                    <a:pt x="519" y="374"/>
                    <a:pt x="514" y="373"/>
                  </a:cubicBezTo>
                  <a:cubicBezTo>
                    <a:pt x="508" y="371"/>
                    <a:pt x="505" y="368"/>
                    <a:pt x="508" y="364"/>
                  </a:cubicBezTo>
                  <a:cubicBezTo>
                    <a:pt x="511" y="359"/>
                    <a:pt x="513" y="354"/>
                    <a:pt x="509" y="355"/>
                  </a:cubicBezTo>
                  <a:cubicBezTo>
                    <a:pt x="506" y="355"/>
                    <a:pt x="499" y="355"/>
                    <a:pt x="496" y="351"/>
                  </a:cubicBezTo>
                  <a:cubicBezTo>
                    <a:pt x="494" y="348"/>
                    <a:pt x="498" y="349"/>
                    <a:pt x="505" y="350"/>
                  </a:cubicBezTo>
                  <a:cubicBezTo>
                    <a:pt x="511" y="351"/>
                    <a:pt x="506" y="345"/>
                    <a:pt x="511" y="345"/>
                  </a:cubicBezTo>
                  <a:cubicBezTo>
                    <a:pt x="516" y="345"/>
                    <a:pt x="519" y="348"/>
                    <a:pt x="524" y="344"/>
                  </a:cubicBezTo>
                  <a:cubicBezTo>
                    <a:pt x="528" y="341"/>
                    <a:pt x="521" y="333"/>
                    <a:pt x="517" y="335"/>
                  </a:cubicBezTo>
                  <a:cubicBezTo>
                    <a:pt x="514" y="336"/>
                    <a:pt x="508" y="337"/>
                    <a:pt x="508" y="334"/>
                  </a:cubicBezTo>
                  <a:cubicBezTo>
                    <a:pt x="508" y="330"/>
                    <a:pt x="514" y="333"/>
                    <a:pt x="518" y="332"/>
                  </a:cubicBezTo>
                  <a:cubicBezTo>
                    <a:pt x="521" y="331"/>
                    <a:pt x="516" y="327"/>
                    <a:pt x="511" y="328"/>
                  </a:cubicBezTo>
                  <a:cubicBezTo>
                    <a:pt x="506" y="329"/>
                    <a:pt x="502" y="330"/>
                    <a:pt x="498" y="325"/>
                  </a:cubicBezTo>
                  <a:cubicBezTo>
                    <a:pt x="494" y="321"/>
                    <a:pt x="487" y="319"/>
                    <a:pt x="485" y="328"/>
                  </a:cubicBezTo>
                  <a:cubicBezTo>
                    <a:pt x="484" y="338"/>
                    <a:pt x="477" y="333"/>
                    <a:pt x="474" y="336"/>
                  </a:cubicBezTo>
                  <a:cubicBezTo>
                    <a:pt x="471" y="339"/>
                    <a:pt x="477" y="342"/>
                    <a:pt x="484" y="342"/>
                  </a:cubicBezTo>
                  <a:cubicBezTo>
                    <a:pt x="491" y="342"/>
                    <a:pt x="496" y="348"/>
                    <a:pt x="492" y="348"/>
                  </a:cubicBezTo>
                  <a:cubicBezTo>
                    <a:pt x="489" y="348"/>
                    <a:pt x="491" y="353"/>
                    <a:pt x="487" y="351"/>
                  </a:cubicBezTo>
                  <a:cubicBezTo>
                    <a:pt x="484" y="350"/>
                    <a:pt x="480" y="351"/>
                    <a:pt x="483" y="354"/>
                  </a:cubicBezTo>
                  <a:cubicBezTo>
                    <a:pt x="485" y="357"/>
                    <a:pt x="482" y="359"/>
                    <a:pt x="482" y="362"/>
                  </a:cubicBezTo>
                  <a:cubicBezTo>
                    <a:pt x="482" y="365"/>
                    <a:pt x="477" y="362"/>
                    <a:pt x="471" y="361"/>
                  </a:cubicBezTo>
                  <a:cubicBezTo>
                    <a:pt x="466" y="361"/>
                    <a:pt x="456" y="363"/>
                    <a:pt x="449" y="364"/>
                  </a:cubicBezTo>
                  <a:cubicBezTo>
                    <a:pt x="442" y="366"/>
                    <a:pt x="435" y="363"/>
                    <a:pt x="432" y="360"/>
                  </a:cubicBezTo>
                  <a:cubicBezTo>
                    <a:pt x="429" y="357"/>
                    <a:pt x="425" y="357"/>
                    <a:pt x="420" y="357"/>
                  </a:cubicBezTo>
                  <a:cubicBezTo>
                    <a:pt x="415" y="357"/>
                    <a:pt x="416" y="352"/>
                    <a:pt x="410" y="352"/>
                  </a:cubicBezTo>
                  <a:cubicBezTo>
                    <a:pt x="403" y="352"/>
                    <a:pt x="405" y="346"/>
                    <a:pt x="404" y="343"/>
                  </a:cubicBezTo>
                  <a:cubicBezTo>
                    <a:pt x="403" y="340"/>
                    <a:pt x="390" y="341"/>
                    <a:pt x="385" y="344"/>
                  </a:cubicBezTo>
                  <a:cubicBezTo>
                    <a:pt x="381" y="347"/>
                    <a:pt x="371" y="346"/>
                    <a:pt x="369" y="351"/>
                  </a:cubicBezTo>
                  <a:cubicBezTo>
                    <a:pt x="366" y="357"/>
                    <a:pt x="371" y="356"/>
                    <a:pt x="374" y="356"/>
                  </a:cubicBezTo>
                  <a:cubicBezTo>
                    <a:pt x="378" y="356"/>
                    <a:pt x="377" y="351"/>
                    <a:pt x="384" y="352"/>
                  </a:cubicBezTo>
                  <a:cubicBezTo>
                    <a:pt x="391" y="353"/>
                    <a:pt x="396" y="345"/>
                    <a:pt x="399" y="348"/>
                  </a:cubicBezTo>
                  <a:cubicBezTo>
                    <a:pt x="402" y="351"/>
                    <a:pt x="387" y="357"/>
                    <a:pt x="381" y="358"/>
                  </a:cubicBezTo>
                  <a:cubicBezTo>
                    <a:pt x="374" y="359"/>
                    <a:pt x="376" y="364"/>
                    <a:pt x="382" y="373"/>
                  </a:cubicBezTo>
                  <a:cubicBezTo>
                    <a:pt x="388" y="383"/>
                    <a:pt x="379" y="377"/>
                    <a:pt x="379" y="382"/>
                  </a:cubicBezTo>
                  <a:cubicBezTo>
                    <a:pt x="379" y="386"/>
                    <a:pt x="368" y="380"/>
                    <a:pt x="372" y="379"/>
                  </a:cubicBezTo>
                  <a:cubicBezTo>
                    <a:pt x="377" y="377"/>
                    <a:pt x="375" y="373"/>
                    <a:pt x="371" y="370"/>
                  </a:cubicBezTo>
                  <a:cubicBezTo>
                    <a:pt x="367" y="367"/>
                    <a:pt x="365" y="370"/>
                    <a:pt x="365" y="366"/>
                  </a:cubicBezTo>
                  <a:cubicBezTo>
                    <a:pt x="366" y="363"/>
                    <a:pt x="361" y="367"/>
                    <a:pt x="358" y="364"/>
                  </a:cubicBezTo>
                  <a:cubicBezTo>
                    <a:pt x="354" y="361"/>
                    <a:pt x="353" y="359"/>
                    <a:pt x="348" y="361"/>
                  </a:cubicBezTo>
                  <a:cubicBezTo>
                    <a:pt x="343" y="364"/>
                    <a:pt x="338" y="363"/>
                    <a:pt x="327" y="365"/>
                  </a:cubicBezTo>
                  <a:cubicBezTo>
                    <a:pt x="317" y="367"/>
                    <a:pt x="297" y="366"/>
                    <a:pt x="294" y="363"/>
                  </a:cubicBezTo>
                  <a:cubicBezTo>
                    <a:pt x="290" y="359"/>
                    <a:pt x="303" y="353"/>
                    <a:pt x="307" y="354"/>
                  </a:cubicBezTo>
                  <a:cubicBezTo>
                    <a:pt x="310" y="355"/>
                    <a:pt x="308" y="350"/>
                    <a:pt x="302" y="345"/>
                  </a:cubicBezTo>
                  <a:cubicBezTo>
                    <a:pt x="297" y="341"/>
                    <a:pt x="284" y="338"/>
                    <a:pt x="284" y="341"/>
                  </a:cubicBezTo>
                  <a:cubicBezTo>
                    <a:pt x="284" y="344"/>
                    <a:pt x="277" y="341"/>
                    <a:pt x="268" y="339"/>
                  </a:cubicBezTo>
                  <a:cubicBezTo>
                    <a:pt x="258" y="338"/>
                    <a:pt x="257" y="334"/>
                    <a:pt x="251" y="334"/>
                  </a:cubicBezTo>
                  <a:cubicBezTo>
                    <a:pt x="245" y="334"/>
                    <a:pt x="236" y="332"/>
                    <a:pt x="229" y="327"/>
                  </a:cubicBezTo>
                  <a:cubicBezTo>
                    <a:pt x="222" y="321"/>
                    <a:pt x="206" y="323"/>
                    <a:pt x="204" y="328"/>
                  </a:cubicBezTo>
                  <a:cubicBezTo>
                    <a:pt x="202" y="333"/>
                    <a:pt x="196" y="332"/>
                    <a:pt x="191" y="332"/>
                  </a:cubicBezTo>
                  <a:cubicBezTo>
                    <a:pt x="185" y="332"/>
                    <a:pt x="193" y="326"/>
                    <a:pt x="191" y="325"/>
                  </a:cubicBezTo>
                  <a:cubicBezTo>
                    <a:pt x="188" y="324"/>
                    <a:pt x="191" y="317"/>
                    <a:pt x="187" y="316"/>
                  </a:cubicBezTo>
                  <a:cubicBezTo>
                    <a:pt x="183" y="316"/>
                    <a:pt x="180" y="333"/>
                    <a:pt x="172" y="332"/>
                  </a:cubicBezTo>
                  <a:cubicBezTo>
                    <a:pt x="165" y="332"/>
                    <a:pt x="161" y="314"/>
                    <a:pt x="155" y="310"/>
                  </a:cubicBezTo>
                  <a:cubicBezTo>
                    <a:pt x="149" y="305"/>
                    <a:pt x="143" y="305"/>
                    <a:pt x="148" y="312"/>
                  </a:cubicBezTo>
                  <a:cubicBezTo>
                    <a:pt x="154" y="319"/>
                    <a:pt x="144" y="314"/>
                    <a:pt x="144" y="318"/>
                  </a:cubicBezTo>
                  <a:cubicBezTo>
                    <a:pt x="145" y="323"/>
                    <a:pt x="136" y="328"/>
                    <a:pt x="136" y="326"/>
                  </a:cubicBezTo>
                  <a:cubicBezTo>
                    <a:pt x="136" y="323"/>
                    <a:pt x="131" y="320"/>
                    <a:pt x="125" y="327"/>
                  </a:cubicBezTo>
                  <a:cubicBezTo>
                    <a:pt x="119" y="334"/>
                    <a:pt x="115" y="333"/>
                    <a:pt x="114" y="331"/>
                  </a:cubicBezTo>
                  <a:cubicBezTo>
                    <a:pt x="114" y="328"/>
                    <a:pt x="96" y="337"/>
                    <a:pt x="97" y="340"/>
                  </a:cubicBezTo>
                  <a:cubicBezTo>
                    <a:pt x="98" y="343"/>
                    <a:pt x="94" y="346"/>
                    <a:pt x="89" y="345"/>
                  </a:cubicBezTo>
                  <a:cubicBezTo>
                    <a:pt x="85" y="345"/>
                    <a:pt x="88" y="341"/>
                    <a:pt x="92" y="339"/>
                  </a:cubicBezTo>
                  <a:cubicBezTo>
                    <a:pt x="96" y="337"/>
                    <a:pt x="108" y="328"/>
                    <a:pt x="114" y="327"/>
                  </a:cubicBezTo>
                  <a:cubicBezTo>
                    <a:pt x="120" y="326"/>
                    <a:pt x="131" y="321"/>
                    <a:pt x="132" y="318"/>
                  </a:cubicBezTo>
                  <a:cubicBezTo>
                    <a:pt x="132" y="315"/>
                    <a:pt x="126" y="318"/>
                    <a:pt x="122" y="317"/>
                  </a:cubicBezTo>
                  <a:cubicBezTo>
                    <a:pt x="118" y="316"/>
                    <a:pt x="111" y="321"/>
                    <a:pt x="104" y="324"/>
                  </a:cubicBezTo>
                  <a:cubicBezTo>
                    <a:pt x="97" y="327"/>
                    <a:pt x="90" y="326"/>
                    <a:pt x="92" y="330"/>
                  </a:cubicBezTo>
                  <a:cubicBezTo>
                    <a:pt x="94" y="334"/>
                    <a:pt x="85" y="329"/>
                    <a:pt x="84" y="332"/>
                  </a:cubicBezTo>
                  <a:cubicBezTo>
                    <a:pt x="82" y="335"/>
                    <a:pt x="79" y="332"/>
                    <a:pt x="81" y="330"/>
                  </a:cubicBezTo>
                  <a:cubicBezTo>
                    <a:pt x="84" y="329"/>
                    <a:pt x="75" y="326"/>
                    <a:pt x="75" y="328"/>
                  </a:cubicBezTo>
                  <a:cubicBezTo>
                    <a:pt x="75" y="329"/>
                    <a:pt x="74" y="332"/>
                    <a:pt x="68" y="332"/>
                  </a:cubicBezTo>
                  <a:cubicBezTo>
                    <a:pt x="62" y="332"/>
                    <a:pt x="56" y="336"/>
                    <a:pt x="60" y="339"/>
                  </a:cubicBezTo>
                  <a:cubicBezTo>
                    <a:pt x="64" y="342"/>
                    <a:pt x="66" y="343"/>
                    <a:pt x="64" y="345"/>
                  </a:cubicBezTo>
                  <a:cubicBezTo>
                    <a:pt x="62" y="347"/>
                    <a:pt x="56" y="340"/>
                    <a:pt x="47" y="341"/>
                  </a:cubicBezTo>
                  <a:cubicBezTo>
                    <a:pt x="38" y="342"/>
                    <a:pt x="21" y="331"/>
                    <a:pt x="21" y="329"/>
                  </a:cubicBezTo>
                  <a:cubicBezTo>
                    <a:pt x="21" y="326"/>
                    <a:pt x="9" y="328"/>
                    <a:pt x="0" y="327"/>
                  </a:cubicBezTo>
                  <a:cubicBezTo>
                    <a:pt x="0" y="500"/>
                    <a:pt x="0" y="500"/>
                    <a:pt x="0" y="500"/>
                  </a:cubicBezTo>
                  <a:cubicBezTo>
                    <a:pt x="0" y="500"/>
                    <a:pt x="4" y="503"/>
                    <a:pt x="6" y="501"/>
                  </a:cubicBezTo>
                  <a:cubicBezTo>
                    <a:pt x="8" y="499"/>
                    <a:pt x="11" y="502"/>
                    <a:pt x="16" y="499"/>
                  </a:cubicBezTo>
                  <a:cubicBezTo>
                    <a:pt x="22" y="496"/>
                    <a:pt x="24" y="502"/>
                    <a:pt x="24" y="505"/>
                  </a:cubicBezTo>
                  <a:cubicBezTo>
                    <a:pt x="24" y="507"/>
                    <a:pt x="32" y="512"/>
                    <a:pt x="35" y="516"/>
                  </a:cubicBezTo>
                  <a:cubicBezTo>
                    <a:pt x="39" y="520"/>
                    <a:pt x="40" y="524"/>
                    <a:pt x="44" y="522"/>
                  </a:cubicBezTo>
                  <a:cubicBezTo>
                    <a:pt x="48" y="519"/>
                    <a:pt x="54" y="518"/>
                    <a:pt x="54" y="514"/>
                  </a:cubicBezTo>
                  <a:cubicBezTo>
                    <a:pt x="54" y="509"/>
                    <a:pt x="70" y="509"/>
                    <a:pt x="70" y="514"/>
                  </a:cubicBezTo>
                  <a:cubicBezTo>
                    <a:pt x="70" y="520"/>
                    <a:pt x="85" y="527"/>
                    <a:pt x="94" y="542"/>
                  </a:cubicBezTo>
                  <a:cubicBezTo>
                    <a:pt x="103" y="557"/>
                    <a:pt x="101" y="561"/>
                    <a:pt x="114" y="566"/>
                  </a:cubicBezTo>
                  <a:cubicBezTo>
                    <a:pt x="127" y="571"/>
                    <a:pt x="126" y="573"/>
                    <a:pt x="125" y="578"/>
                  </a:cubicBezTo>
                  <a:cubicBezTo>
                    <a:pt x="123" y="582"/>
                    <a:pt x="132" y="584"/>
                    <a:pt x="127" y="588"/>
                  </a:cubicBezTo>
                  <a:cubicBezTo>
                    <a:pt x="125" y="589"/>
                    <a:pt x="122" y="591"/>
                    <a:pt x="119" y="593"/>
                  </a:cubicBezTo>
                  <a:cubicBezTo>
                    <a:pt x="120" y="595"/>
                    <a:pt x="122" y="597"/>
                    <a:pt x="124" y="599"/>
                  </a:cubicBezTo>
                  <a:cubicBezTo>
                    <a:pt x="127" y="602"/>
                    <a:pt x="119" y="602"/>
                    <a:pt x="121" y="604"/>
                  </a:cubicBezTo>
                  <a:cubicBezTo>
                    <a:pt x="124" y="606"/>
                    <a:pt x="121" y="610"/>
                    <a:pt x="123" y="612"/>
                  </a:cubicBezTo>
                  <a:cubicBezTo>
                    <a:pt x="126" y="615"/>
                    <a:pt x="130" y="614"/>
                    <a:pt x="133" y="612"/>
                  </a:cubicBezTo>
                  <a:cubicBezTo>
                    <a:pt x="136" y="610"/>
                    <a:pt x="138" y="615"/>
                    <a:pt x="135" y="618"/>
                  </a:cubicBezTo>
                  <a:cubicBezTo>
                    <a:pt x="133" y="622"/>
                    <a:pt x="138" y="625"/>
                    <a:pt x="140" y="622"/>
                  </a:cubicBezTo>
                  <a:cubicBezTo>
                    <a:pt x="142" y="619"/>
                    <a:pt x="147" y="627"/>
                    <a:pt x="149" y="628"/>
                  </a:cubicBezTo>
                  <a:cubicBezTo>
                    <a:pt x="152" y="629"/>
                    <a:pt x="154" y="633"/>
                    <a:pt x="150" y="633"/>
                  </a:cubicBezTo>
                  <a:cubicBezTo>
                    <a:pt x="146" y="633"/>
                    <a:pt x="147" y="639"/>
                    <a:pt x="150" y="640"/>
                  </a:cubicBezTo>
                  <a:cubicBezTo>
                    <a:pt x="152" y="640"/>
                    <a:pt x="152" y="643"/>
                    <a:pt x="152" y="646"/>
                  </a:cubicBezTo>
                  <a:cubicBezTo>
                    <a:pt x="152" y="648"/>
                    <a:pt x="161" y="651"/>
                    <a:pt x="164" y="650"/>
                  </a:cubicBezTo>
                  <a:cubicBezTo>
                    <a:pt x="167" y="649"/>
                    <a:pt x="170" y="652"/>
                    <a:pt x="172" y="655"/>
                  </a:cubicBezTo>
                  <a:cubicBezTo>
                    <a:pt x="173" y="658"/>
                    <a:pt x="179" y="660"/>
                    <a:pt x="182" y="658"/>
                  </a:cubicBezTo>
                  <a:cubicBezTo>
                    <a:pt x="184" y="656"/>
                    <a:pt x="185" y="661"/>
                    <a:pt x="186" y="665"/>
                  </a:cubicBezTo>
                  <a:cubicBezTo>
                    <a:pt x="186" y="668"/>
                    <a:pt x="191" y="666"/>
                    <a:pt x="194" y="666"/>
                  </a:cubicBezTo>
                  <a:cubicBezTo>
                    <a:pt x="197" y="666"/>
                    <a:pt x="199" y="670"/>
                    <a:pt x="201" y="669"/>
                  </a:cubicBezTo>
                  <a:cubicBezTo>
                    <a:pt x="206" y="667"/>
                    <a:pt x="207" y="675"/>
                    <a:pt x="210" y="680"/>
                  </a:cubicBezTo>
                  <a:cubicBezTo>
                    <a:pt x="520" y="678"/>
                    <a:pt x="520" y="678"/>
                    <a:pt x="520" y="678"/>
                  </a:cubicBezTo>
                  <a:cubicBezTo>
                    <a:pt x="520" y="678"/>
                    <a:pt x="521" y="670"/>
                    <a:pt x="524" y="673"/>
                  </a:cubicBezTo>
                  <a:cubicBezTo>
                    <a:pt x="528" y="676"/>
                    <a:pt x="525" y="680"/>
                    <a:pt x="529" y="682"/>
                  </a:cubicBezTo>
                  <a:cubicBezTo>
                    <a:pt x="533" y="683"/>
                    <a:pt x="536" y="686"/>
                    <a:pt x="539" y="685"/>
                  </a:cubicBezTo>
                  <a:cubicBezTo>
                    <a:pt x="541" y="684"/>
                    <a:pt x="545" y="681"/>
                    <a:pt x="549" y="685"/>
                  </a:cubicBezTo>
                  <a:cubicBezTo>
                    <a:pt x="553" y="690"/>
                    <a:pt x="556" y="686"/>
                    <a:pt x="558" y="689"/>
                  </a:cubicBezTo>
                  <a:cubicBezTo>
                    <a:pt x="561" y="692"/>
                    <a:pt x="565" y="694"/>
                    <a:pt x="568" y="691"/>
                  </a:cubicBezTo>
                  <a:cubicBezTo>
                    <a:pt x="570" y="688"/>
                    <a:pt x="580" y="691"/>
                    <a:pt x="584" y="693"/>
                  </a:cubicBezTo>
                  <a:cubicBezTo>
                    <a:pt x="590" y="688"/>
                    <a:pt x="594" y="679"/>
                    <a:pt x="599" y="679"/>
                  </a:cubicBezTo>
                  <a:cubicBezTo>
                    <a:pt x="605" y="679"/>
                    <a:pt x="622" y="681"/>
                    <a:pt x="623" y="689"/>
                  </a:cubicBezTo>
                  <a:cubicBezTo>
                    <a:pt x="624" y="698"/>
                    <a:pt x="634" y="690"/>
                    <a:pt x="635" y="698"/>
                  </a:cubicBezTo>
                  <a:cubicBezTo>
                    <a:pt x="636" y="704"/>
                    <a:pt x="642" y="710"/>
                    <a:pt x="641" y="713"/>
                  </a:cubicBezTo>
                  <a:cubicBezTo>
                    <a:pt x="643" y="714"/>
                    <a:pt x="645" y="716"/>
                    <a:pt x="648" y="718"/>
                  </a:cubicBezTo>
                  <a:cubicBezTo>
                    <a:pt x="651" y="717"/>
                    <a:pt x="659" y="718"/>
                    <a:pt x="665" y="720"/>
                  </a:cubicBezTo>
                  <a:cubicBezTo>
                    <a:pt x="672" y="723"/>
                    <a:pt x="682" y="717"/>
                    <a:pt x="686" y="726"/>
                  </a:cubicBezTo>
                  <a:cubicBezTo>
                    <a:pt x="689" y="734"/>
                    <a:pt x="697" y="740"/>
                    <a:pt x="690" y="741"/>
                  </a:cubicBezTo>
                  <a:cubicBezTo>
                    <a:pt x="683" y="742"/>
                    <a:pt x="675" y="733"/>
                    <a:pt x="675" y="738"/>
                  </a:cubicBezTo>
                  <a:cubicBezTo>
                    <a:pt x="676" y="743"/>
                    <a:pt x="672" y="740"/>
                    <a:pt x="672" y="748"/>
                  </a:cubicBezTo>
                  <a:cubicBezTo>
                    <a:pt x="672" y="755"/>
                    <a:pt x="667" y="766"/>
                    <a:pt x="664" y="765"/>
                  </a:cubicBezTo>
                  <a:cubicBezTo>
                    <a:pt x="664" y="765"/>
                    <a:pt x="664" y="765"/>
                    <a:pt x="664" y="765"/>
                  </a:cubicBezTo>
                  <a:cubicBezTo>
                    <a:pt x="663" y="768"/>
                    <a:pt x="663" y="771"/>
                    <a:pt x="665" y="774"/>
                  </a:cubicBezTo>
                  <a:cubicBezTo>
                    <a:pt x="669" y="771"/>
                    <a:pt x="675" y="766"/>
                    <a:pt x="679" y="767"/>
                  </a:cubicBezTo>
                  <a:cubicBezTo>
                    <a:pt x="687" y="767"/>
                    <a:pt x="689" y="772"/>
                    <a:pt x="694" y="768"/>
                  </a:cubicBezTo>
                  <a:cubicBezTo>
                    <a:pt x="699" y="765"/>
                    <a:pt x="700" y="763"/>
                    <a:pt x="701" y="766"/>
                  </a:cubicBezTo>
                  <a:cubicBezTo>
                    <a:pt x="701" y="766"/>
                    <a:pt x="701" y="766"/>
                    <a:pt x="701" y="767"/>
                  </a:cubicBezTo>
                  <a:cubicBezTo>
                    <a:pt x="703" y="766"/>
                    <a:pt x="704" y="765"/>
                    <a:pt x="704" y="764"/>
                  </a:cubicBezTo>
                  <a:cubicBezTo>
                    <a:pt x="704" y="763"/>
                    <a:pt x="704" y="761"/>
                    <a:pt x="703" y="759"/>
                  </a:cubicBezTo>
                  <a:cubicBezTo>
                    <a:pt x="698" y="760"/>
                    <a:pt x="697" y="760"/>
                    <a:pt x="695" y="757"/>
                  </a:cubicBezTo>
                  <a:cubicBezTo>
                    <a:pt x="693" y="752"/>
                    <a:pt x="710" y="747"/>
                    <a:pt x="718" y="748"/>
                  </a:cubicBezTo>
                  <a:cubicBezTo>
                    <a:pt x="726" y="749"/>
                    <a:pt x="731" y="744"/>
                    <a:pt x="734" y="747"/>
                  </a:cubicBezTo>
                  <a:cubicBezTo>
                    <a:pt x="739" y="743"/>
                    <a:pt x="747" y="736"/>
                    <a:pt x="749" y="736"/>
                  </a:cubicBezTo>
                  <a:cubicBezTo>
                    <a:pt x="752" y="736"/>
                    <a:pt x="788" y="735"/>
                    <a:pt x="788" y="735"/>
                  </a:cubicBezTo>
                  <a:cubicBezTo>
                    <a:pt x="788" y="735"/>
                    <a:pt x="800" y="728"/>
                    <a:pt x="802" y="721"/>
                  </a:cubicBezTo>
                  <a:cubicBezTo>
                    <a:pt x="803" y="714"/>
                    <a:pt x="811" y="697"/>
                    <a:pt x="816" y="701"/>
                  </a:cubicBezTo>
                  <a:cubicBezTo>
                    <a:pt x="821" y="704"/>
                    <a:pt x="831" y="702"/>
                    <a:pt x="831" y="705"/>
                  </a:cubicBezTo>
                  <a:cubicBezTo>
                    <a:pt x="831" y="708"/>
                    <a:pt x="828" y="719"/>
                    <a:pt x="841" y="736"/>
                  </a:cubicBezTo>
                  <a:cubicBezTo>
                    <a:pt x="845" y="733"/>
                    <a:pt x="850" y="731"/>
                    <a:pt x="852" y="731"/>
                  </a:cubicBezTo>
                  <a:cubicBezTo>
                    <a:pt x="857" y="732"/>
                    <a:pt x="864" y="726"/>
                    <a:pt x="866" y="722"/>
                  </a:cubicBezTo>
                  <a:cubicBezTo>
                    <a:pt x="868" y="718"/>
                    <a:pt x="870" y="725"/>
                    <a:pt x="866" y="727"/>
                  </a:cubicBezTo>
                  <a:cubicBezTo>
                    <a:pt x="862" y="728"/>
                    <a:pt x="870" y="731"/>
                    <a:pt x="877" y="731"/>
                  </a:cubicBezTo>
                  <a:cubicBezTo>
                    <a:pt x="884" y="730"/>
                    <a:pt x="873" y="733"/>
                    <a:pt x="868" y="733"/>
                  </a:cubicBezTo>
                  <a:cubicBezTo>
                    <a:pt x="863" y="733"/>
                    <a:pt x="861" y="733"/>
                    <a:pt x="854" y="740"/>
                  </a:cubicBezTo>
                  <a:cubicBezTo>
                    <a:pt x="847" y="747"/>
                    <a:pt x="848" y="749"/>
                    <a:pt x="852" y="753"/>
                  </a:cubicBezTo>
                  <a:cubicBezTo>
                    <a:pt x="856" y="756"/>
                    <a:pt x="862" y="755"/>
                    <a:pt x="867" y="750"/>
                  </a:cubicBezTo>
                  <a:cubicBezTo>
                    <a:pt x="873" y="745"/>
                    <a:pt x="872" y="741"/>
                    <a:pt x="878" y="741"/>
                  </a:cubicBezTo>
                  <a:cubicBezTo>
                    <a:pt x="883" y="741"/>
                    <a:pt x="898" y="736"/>
                    <a:pt x="904" y="734"/>
                  </a:cubicBezTo>
                  <a:cubicBezTo>
                    <a:pt x="910" y="732"/>
                    <a:pt x="906" y="731"/>
                    <a:pt x="906" y="728"/>
                  </a:cubicBezTo>
                  <a:cubicBezTo>
                    <a:pt x="906" y="725"/>
                    <a:pt x="917" y="725"/>
                    <a:pt x="921" y="723"/>
                  </a:cubicBezTo>
                  <a:cubicBezTo>
                    <a:pt x="925" y="720"/>
                    <a:pt x="920" y="718"/>
                    <a:pt x="917" y="718"/>
                  </a:cubicBezTo>
                  <a:close/>
                  <a:moveTo>
                    <a:pt x="266" y="394"/>
                  </a:moveTo>
                  <a:cubicBezTo>
                    <a:pt x="260" y="402"/>
                    <a:pt x="257" y="403"/>
                    <a:pt x="251" y="402"/>
                  </a:cubicBezTo>
                  <a:cubicBezTo>
                    <a:pt x="244" y="401"/>
                    <a:pt x="240" y="404"/>
                    <a:pt x="243" y="407"/>
                  </a:cubicBezTo>
                  <a:cubicBezTo>
                    <a:pt x="246" y="409"/>
                    <a:pt x="247" y="411"/>
                    <a:pt x="240" y="413"/>
                  </a:cubicBezTo>
                  <a:cubicBezTo>
                    <a:pt x="233" y="414"/>
                    <a:pt x="228" y="420"/>
                    <a:pt x="225" y="419"/>
                  </a:cubicBezTo>
                  <a:cubicBezTo>
                    <a:pt x="223" y="418"/>
                    <a:pt x="237" y="408"/>
                    <a:pt x="234" y="405"/>
                  </a:cubicBezTo>
                  <a:cubicBezTo>
                    <a:pt x="230" y="402"/>
                    <a:pt x="220" y="410"/>
                    <a:pt x="220" y="413"/>
                  </a:cubicBezTo>
                  <a:cubicBezTo>
                    <a:pt x="220" y="417"/>
                    <a:pt x="214" y="417"/>
                    <a:pt x="210" y="417"/>
                  </a:cubicBezTo>
                  <a:cubicBezTo>
                    <a:pt x="206" y="416"/>
                    <a:pt x="201" y="413"/>
                    <a:pt x="205" y="412"/>
                  </a:cubicBezTo>
                  <a:cubicBezTo>
                    <a:pt x="209" y="412"/>
                    <a:pt x="206" y="408"/>
                    <a:pt x="211" y="406"/>
                  </a:cubicBezTo>
                  <a:cubicBezTo>
                    <a:pt x="217" y="404"/>
                    <a:pt x="210" y="401"/>
                    <a:pt x="212" y="399"/>
                  </a:cubicBezTo>
                  <a:cubicBezTo>
                    <a:pt x="214" y="397"/>
                    <a:pt x="224" y="401"/>
                    <a:pt x="224" y="397"/>
                  </a:cubicBezTo>
                  <a:cubicBezTo>
                    <a:pt x="225" y="393"/>
                    <a:pt x="214" y="390"/>
                    <a:pt x="210" y="392"/>
                  </a:cubicBezTo>
                  <a:cubicBezTo>
                    <a:pt x="207" y="394"/>
                    <a:pt x="198" y="400"/>
                    <a:pt x="188" y="396"/>
                  </a:cubicBezTo>
                  <a:cubicBezTo>
                    <a:pt x="185" y="394"/>
                    <a:pt x="213" y="391"/>
                    <a:pt x="218" y="387"/>
                  </a:cubicBezTo>
                  <a:cubicBezTo>
                    <a:pt x="223" y="382"/>
                    <a:pt x="244" y="377"/>
                    <a:pt x="246" y="381"/>
                  </a:cubicBezTo>
                  <a:cubicBezTo>
                    <a:pt x="248" y="385"/>
                    <a:pt x="235" y="388"/>
                    <a:pt x="241" y="392"/>
                  </a:cubicBezTo>
                  <a:cubicBezTo>
                    <a:pt x="247" y="395"/>
                    <a:pt x="258" y="393"/>
                    <a:pt x="260" y="389"/>
                  </a:cubicBezTo>
                  <a:cubicBezTo>
                    <a:pt x="262" y="385"/>
                    <a:pt x="273" y="386"/>
                    <a:pt x="266" y="394"/>
                  </a:cubicBezTo>
                  <a:close/>
                  <a:moveTo>
                    <a:pt x="329" y="474"/>
                  </a:moveTo>
                  <a:cubicBezTo>
                    <a:pt x="322" y="481"/>
                    <a:pt x="322" y="479"/>
                    <a:pt x="315" y="480"/>
                  </a:cubicBezTo>
                  <a:cubicBezTo>
                    <a:pt x="309" y="482"/>
                    <a:pt x="314" y="488"/>
                    <a:pt x="306" y="489"/>
                  </a:cubicBezTo>
                  <a:cubicBezTo>
                    <a:pt x="298" y="490"/>
                    <a:pt x="278" y="490"/>
                    <a:pt x="275" y="486"/>
                  </a:cubicBezTo>
                  <a:cubicBezTo>
                    <a:pt x="274" y="484"/>
                    <a:pt x="286" y="485"/>
                    <a:pt x="287" y="482"/>
                  </a:cubicBezTo>
                  <a:cubicBezTo>
                    <a:pt x="288" y="479"/>
                    <a:pt x="291" y="473"/>
                    <a:pt x="296" y="473"/>
                  </a:cubicBezTo>
                  <a:cubicBezTo>
                    <a:pt x="301" y="473"/>
                    <a:pt x="300" y="467"/>
                    <a:pt x="292" y="463"/>
                  </a:cubicBezTo>
                  <a:cubicBezTo>
                    <a:pt x="284" y="459"/>
                    <a:pt x="304" y="456"/>
                    <a:pt x="308" y="463"/>
                  </a:cubicBezTo>
                  <a:cubicBezTo>
                    <a:pt x="313" y="469"/>
                    <a:pt x="321" y="473"/>
                    <a:pt x="326" y="469"/>
                  </a:cubicBezTo>
                  <a:cubicBezTo>
                    <a:pt x="330" y="464"/>
                    <a:pt x="356" y="452"/>
                    <a:pt x="356" y="458"/>
                  </a:cubicBezTo>
                  <a:cubicBezTo>
                    <a:pt x="356" y="464"/>
                    <a:pt x="337" y="468"/>
                    <a:pt x="329" y="474"/>
                  </a:cubicBezTo>
                  <a:close/>
                  <a:moveTo>
                    <a:pt x="503" y="656"/>
                  </a:moveTo>
                  <a:cubicBezTo>
                    <a:pt x="498" y="657"/>
                    <a:pt x="504" y="642"/>
                    <a:pt x="494" y="636"/>
                  </a:cubicBezTo>
                  <a:cubicBezTo>
                    <a:pt x="482" y="630"/>
                    <a:pt x="477" y="618"/>
                    <a:pt x="477" y="611"/>
                  </a:cubicBezTo>
                  <a:cubicBezTo>
                    <a:pt x="477" y="605"/>
                    <a:pt x="487" y="602"/>
                    <a:pt x="491" y="607"/>
                  </a:cubicBezTo>
                  <a:cubicBezTo>
                    <a:pt x="495" y="612"/>
                    <a:pt x="501" y="632"/>
                    <a:pt x="504" y="639"/>
                  </a:cubicBezTo>
                  <a:cubicBezTo>
                    <a:pt x="508" y="645"/>
                    <a:pt x="508" y="656"/>
                    <a:pt x="503" y="65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9" name="Freeform 125"/>
            <p:cNvSpPr>
              <a:spLocks noEditPoints="1" noChangeArrowheads="1"/>
            </p:cNvSpPr>
            <p:nvPr/>
          </p:nvSpPr>
          <p:spPr bwMode="auto">
            <a:xfrm>
              <a:off x="0" y="574675"/>
              <a:ext cx="2192345" cy="1346202"/>
            </a:xfrm>
            <a:custGeom>
              <a:avLst/>
              <a:gdLst>
                <a:gd name="T0" fmla="*/ 350 w 1147"/>
                <a:gd name="T1" fmla="*/ 230 h 705"/>
                <a:gd name="T2" fmla="*/ 306 w 1147"/>
                <a:gd name="T3" fmla="*/ 35 h 705"/>
                <a:gd name="T4" fmla="*/ 185 w 1147"/>
                <a:gd name="T5" fmla="*/ 21 h 705"/>
                <a:gd name="T6" fmla="*/ 135 w 1147"/>
                <a:gd name="T7" fmla="*/ 10 h 705"/>
                <a:gd name="T8" fmla="*/ 93 w 1147"/>
                <a:gd name="T9" fmla="*/ 21 h 705"/>
                <a:gd name="T10" fmla="*/ 19 w 1147"/>
                <a:gd name="T11" fmla="*/ 59 h 705"/>
                <a:gd name="T12" fmla="*/ 71 w 1147"/>
                <a:gd name="T13" fmla="*/ 103 h 705"/>
                <a:gd name="T14" fmla="*/ 17 w 1147"/>
                <a:gd name="T15" fmla="*/ 106 h 705"/>
                <a:gd name="T16" fmla="*/ 59 w 1147"/>
                <a:gd name="T17" fmla="*/ 136 h 705"/>
                <a:gd name="T18" fmla="*/ 43 w 1147"/>
                <a:gd name="T19" fmla="*/ 158 h 705"/>
                <a:gd name="T20" fmla="*/ 45 w 1147"/>
                <a:gd name="T21" fmla="*/ 219 h 705"/>
                <a:gd name="T22" fmla="*/ 96 w 1147"/>
                <a:gd name="T23" fmla="*/ 236 h 705"/>
                <a:gd name="T24" fmla="*/ 102 w 1147"/>
                <a:gd name="T25" fmla="*/ 269 h 705"/>
                <a:gd name="T26" fmla="*/ 84 w 1147"/>
                <a:gd name="T27" fmla="*/ 287 h 705"/>
                <a:gd name="T28" fmla="*/ 147 w 1147"/>
                <a:gd name="T29" fmla="*/ 250 h 705"/>
                <a:gd name="T30" fmla="*/ 173 w 1147"/>
                <a:gd name="T31" fmla="*/ 213 h 705"/>
                <a:gd name="T32" fmla="*/ 191 w 1147"/>
                <a:gd name="T33" fmla="*/ 201 h 705"/>
                <a:gd name="T34" fmla="*/ 226 w 1147"/>
                <a:gd name="T35" fmla="*/ 215 h 705"/>
                <a:gd name="T36" fmla="*/ 248 w 1147"/>
                <a:gd name="T37" fmla="*/ 202 h 705"/>
                <a:gd name="T38" fmla="*/ 276 w 1147"/>
                <a:gd name="T39" fmla="*/ 213 h 705"/>
                <a:gd name="T40" fmla="*/ 340 w 1147"/>
                <a:gd name="T41" fmla="*/ 232 h 705"/>
                <a:gd name="T42" fmla="*/ 375 w 1147"/>
                <a:gd name="T43" fmla="*/ 248 h 705"/>
                <a:gd name="T44" fmla="*/ 376 w 1147"/>
                <a:gd name="T45" fmla="*/ 261 h 705"/>
                <a:gd name="T46" fmla="*/ 389 w 1147"/>
                <a:gd name="T47" fmla="*/ 263 h 705"/>
                <a:gd name="T48" fmla="*/ 401 w 1147"/>
                <a:gd name="T49" fmla="*/ 274 h 705"/>
                <a:gd name="T50" fmla="*/ 396 w 1147"/>
                <a:gd name="T51" fmla="*/ 300 h 705"/>
                <a:gd name="T52" fmla="*/ 421 w 1147"/>
                <a:gd name="T53" fmla="*/ 299 h 705"/>
                <a:gd name="T54" fmla="*/ 15 w 1147"/>
                <a:gd name="T55" fmla="*/ 313 h 705"/>
                <a:gd name="T56" fmla="*/ 178 w 1147"/>
                <a:gd name="T57" fmla="*/ 240 h 705"/>
                <a:gd name="T58" fmla="*/ 177 w 1147"/>
                <a:gd name="T59" fmla="*/ 256 h 705"/>
                <a:gd name="T60" fmla="*/ 25 w 1147"/>
                <a:gd name="T61" fmla="*/ 219 h 705"/>
                <a:gd name="T62" fmla="*/ 1094 w 1147"/>
                <a:gd name="T63" fmla="*/ 443 h 705"/>
                <a:gd name="T64" fmla="*/ 1010 w 1147"/>
                <a:gd name="T65" fmla="*/ 472 h 705"/>
                <a:gd name="T66" fmla="*/ 970 w 1147"/>
                <a:gd name="T67" fmla="*/ 473 h 705"/>
                <a:gd name="T68" fmla="*/ 926 w 1147"/>
                <a:gd name="T69" fmla="*/ 471 h 705"/>
                <a:gd name="T70" fmla="*/ 954 w 1147"/>
                <a:gd name="T71" fmla="*/ 426 h 705"/>
                <a:gd name="T72" fmla="*/ 902 w 1147"/>
                <a:gd name="T73" fmla="*/ 410 h 705"/>
                <a:gd name="T74" fmla="*/ 864 w 1147"/>
                <a:gd name="T75" fmla="*/ 397 h 705"/>
                <a:gd name="T76" fmla="*/ 516 w 1147"/>
                <a:gd name="T77" fmla="*/ 388 h 705"/>
                <a:gd name="T78" fmla="*/ 510 w 1147"/>
                <a:gd name="T79" fmla="*/ 395 h 705"/>
                <a:gd name="T80" fmla="*/ 501 w 1147"/>
                <a:gd name="T81" fmla="*/ 436 h 705"/>
                <a:gd name="T82" fmla="*/ 513 w 1147"/>
                <a:gd name="T83" fmla="*/ 539 h 705"/>
                <a:gd name="T84" fmla="*/ 557 w 1147"/>
                <a:gd name="T85" fmla="*/ 590 h 705"/>
                <a:gd name="T86" fmla="*/ 647 w 1147"/>
                <a:gd name="T87" fmla="*/ 625 h 705"/>
                <a:gd name="T88" fmla="*/ 724 w 1147"/>
                <a:gd name="T89" fmla="*/ 647 h 705"/>
                <a:gd name="T90" fmla="*/ 783 w 1147"/>
                <a:gd name="T91" fmla="*/ 685 h 705"/>
                <a:gd name="T92" fmla="*/ 818 w 1147"/>
                <a:gd name="T93" fmla="*/ 658 h 705"/>
                <a:gd name="T94" fmla="*/ 862 w 1147"/>
                <a:gd name="T95" fmla="*/ 644 h 705"/>
                <a:gd name="T96" fmla="*/ 889 w 1147"/>
                <a:gd name="T97" fmla="*/ 641 h 705"/>
                <a:gd name="T98" fmla="*/ 944 w 1147"/>
                <a:gd name="T99" fmla="*/ 645 h 705"/>
                <a:gd name="T100" fmla="*/ 983 w 1147"/>
                <a:gd name="T101" fmla="*/ 699 h 705"/>
                <a:gd name="T102" fmla="*/ 994 w 1147"/>
                <a:gd name="T103" fmla="*/ 608 h 705"/>
                <a:gd name="T104" fmla="*/ 1036 w 1147"/>
                <a:gd name="T105" fmla="*/ 571 h 705"/>
                <a:gd name="T106" fmla="*/ 1032 w 1147"/>
                <a:gd name="T107" fmla="*/ 539 h 705"/>
                <a:gd name="T108" fmla="*/ 1049 w 1147"/>
                <a:gd name="T109" fmla="*/ 541 h 705"/>
                <a:gd name="T110" fmla="*/ 1088 w 1147"/>
                <a:gd name="T111" fmla="*/ 499 h 705"/>
                <a:gd name="T112" fmla="*/ 1102 w 1147"/>
                <a:gd name="T113" fmla="*/ 475 h 705"/>
                <a:gd name="T114" fmla="*/ 1137 w 1147"/>
                <a:gd name="T115" fmla="*/ 413 h 70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47"/>
                <a:gd name="T175" fmla="*/ 0 h 705"/>
                <a:gd name="T176" fmla="*/ 1147 w 1147"/>
                <a:gd name="T177" fmla="*/ 705 h 70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47" h="705">
                  <a:moveTo>
                    <a:pt x="431" y="286"/>
                  </a:moveTo>
                  <a:cubicBezTo>
                    <a:pt x="432" y="281"/>
                    <a:pt x="433" y="279"/>
                    <a:pt x="420" y="274"/>
                  </a:cubicBezTo>
                  <a:cubicBezTo>
                    <a:pt x="407" y="269"/>
                    <a:pt x="409" y="265"/>
                    <a:pt x="400" y="250"/>
                  </a:cubicBezTo>
                  <a:cubicBezTo>
                    <a:pt x="391" y="235"/>
                    <a:pt x="376" y="228"/>
                    <a:pt x="376" y="222"/>
                  </a:cubicBezTo>
                  <a:cubicBezTo>
                    <a:pt x="376" y="217"/>
                    <a:pt x="360" y="217"/>
                    <a:pt x="360" y="222"/>
                  </a:cubicBezTo>
                  <a:cubicBezTo>
                    <a:pt x="360" y="226"/>
                    <a:pt x="354" y="227"/>
                    <a:pt x="350" y="230"/>
                  </a:cubicBezTo>
                  <a:cubicBezTo>
                    <a:pt x="346" y="232"/>
                    <a:pt x="345" y="228"/>
                    <a:pt x="341" y="224"/>
                  </a:cubicBezTo>
                  <a:cubicBezTo>
                    <a:pt x="338" y="220"/>
                    <a:pt x="330" y="215"/>
                    <a:pt x="330" y="213"/>
                  </a:cubicBezTo>
                  <a:cubicBezTo>
                    <a:pt x="330" y="210"/>
                    <a:pt x="328" y="204"/>
                    <a:pt x="322" y="207"/>
                  </a:cubicBezTo>
                  <a:cubicBezTo>
                    <a:pt x="317" y="210"/>
                    <a:pt x="314" y="207"/>
                    <a:pt x="312" y="209"/>
                  </a:cubicBezTo>
                  <a:cubicBezTo>
                    <a:pt x="310" y="211"/>
                    <a:pt x="306" y="208"/>
                    <a:pt x="306" y="208"/>
                  </a:cubicBezTo>
                  <a:cubicBezTo>
                    <a:pt x="306" y="35"/>
                    <a:pt x="306" y="35"/>
                    <a:pt x="306" y="35"/>
                  </a:cubicBezTo>
                  <a:cubicBezTo>
                    <a:pt x="304" y="35"/>
                    <a:pt x="302" y="34"/>
                    <a:pt x="301" y="34"/>
                  </a:cubicBezTo>
                  <a:cubicBezTo>
                    <a:pt x="294" y="31"/>
                    <a:pt x="283" y="26"/>
                    <a:pt x="277" y="27"/>
                  </a:cubicBezTo>
                  <a:cubicBezTo>
                    <a:pt x="271" y="29"/>
                    <a:pt x="260" y="30"/>
                    <a:pt x="256" y="28"/>
                  </a:cubicBezTo>
                  <a:cubicBezTo>
                    <a:pt x="252" y="26"/>
                    <a:pt x="246" y="24"/>
                    <a:pt x="238" y="26"/>
                  </a:cubicBezTo>
                  <a:cubicBezTo>
                    <a:pt x="230" y="27"/>
                    <a:pt x="225" y="21"/>
                    <a:pt x="214" y="19"/>
                  </a:cubicBezTo>
                  <a:cubicBezTo>
                    <a:pt x="204" y="16"/>
                    <a:pt x="189" y="19"/>
                    <a:pt x="185" y="21"/>
                  </a:cubicBezTo>
                  <a:cubicBezTo>
                    <a:pt x="182" y="22"/>
                    <a:pt x="183" y="17"/>
                    <a:pt x="178" y="17"/>
                  </a:cubicBezTo>
                  <a:cubicBezTo>
                    <a:pt x="174" y="18"/>
                    <a:pt x="177" y="15"/>
                    <a:pt x="175" y="12"/>
                  </a:cubicBezTo>
                  <a:cubicBezTo>
                    <a:pt x="172" y="8"/>
                    <a:pt x="160" y="11"/>
                    <a:pt x="155" y="12"/>
                  </a:cubicBezTo>
                  <a:cubicBezTo>
                    <a:pt x="151" y="12"/>
                    <a:pt x="149" y="10"/>
                    <a:pt x="150" y="7"/>
                  </a:cubicBezTo>
                  <a:cubicBezTo>
                    <a:pt x="150" y="5"/>
                    <a:pt x="146" y="6"/>
                    <a:pt x="144" y="9"/>
                  </a:cubicBezTo>
                  <a:cubicBezTo>
                    <a:pt x="142" y="12"/>
                    <a:pt x="137" y="12"/>
                    <a:pt x="135" y="10"/>
                  </a:cubicBezTo>
                  <a:cubicBezTo>
                    <a:pt x="133" y="8"/>
                    <a:pt x="139" y="8"/>
                    <a:pt x="140" y="5"/>
                  </a:cubicBezTo>
                  <a:cubicBezTo>
                    <a:pt x="140" y="3"/>
                    <a:pt x="133" y="2"/>
                    <a:pt x="131" y="1"/>
                  </a:cubicBezTo>
                  <a:cubicBezTo>
                    <a:pt x="128" y="0"/>
                    <a:pt x="124" y="4"/>
                    <a:pt x="119" y="8"/>
                  </a:cubicBezTo>
                  <a:cubicBezTo>
                    <a:pt x="114" y="13"/>
                    <a:pt x="106" y="13"/>
                    <a:pt x="101" y="12"/>
                  </a:cubicBezTo>
                  <a:cubicBezTo>
                    <a:pt x="96" y="12"/>
                    <a:pt x="90" y="13"/>
                    <a:pt x="91" y="15"/>
                  </a:cubicBezTo>
                  <a:cubicBezTo>
                    <a:pt x="91" y="18"/>
                    <a:pt x="97" y="18"/>
                    <a:pt x="93" y="21"/>
                  </a:cubicBezTo>
                  <a:cubicBezTo>
                    <a:pt x="90" y="25"/>
                    <a:pt x="88" y="17"/>
                    <a:pt x="85" y="20"/>
                  </a:cubicBezTo>
                  <a:cubicBezTo>
                    <a:pt x="81" y="24"/>
                    <a:pt x="71" y="24"/>
                    <a:pt x="68" y="23"/>
                  </a:cubicBezTo>
                  <a:cubicBezTo>
                    <a:pt x="66" y="23"/>
                    <a:pt x="58" y="32"/>
                    <a:pt x="55" y="34"/>
                  </a:cubicBezTo>
                  <a:cubicBezTo>
                    <a:pt x="53" y="37"/>
                    <a:pt x="57" y="39"/>
                    <a:pt x="50" y="46"/>
                  </a:cubicBezTo>
                  <a:cubicBezTo>
                    <a:pt x="44" y="54"/>
                    <a:pt x="26" y="52"/>
                    <a:pt x="22" y="52"/>
                  </a:cubicBezTo>
                  <a:cubicBezTo>
                    <a:pt x="18" y="52"/>
                    <a:pt x="21" y="56"/>
                    <a:pt x="19" y="59"/>
                  </a:cubicBezTo>
                  <a:cubicBezTo>
                    <a:pt x="17" y="62"/>
                    <a:pt x="21" y="64"/>
                    <a:pt x="31" y="67"/>
                  </a:cubicBezTo>
                  <a:cubicBezTo>
                    <a:pt x="42" y="70"/>
                    <a:pt x="49" y="83"/>
                    <a:pt x="50" y="87"/>
                  </a:cubicBezTo>
                  <a:cubicBezTo>
                    <a:pt x="51" y="90"/>
                    <a:pt x="64" y="86"/>
                    <a:pt x="69" y="87"/>
                  </a:cubicBezTo>
                  <a:cubicBezTo>
                    <a:pt x="74" y="88"/>
                    <a:pt x="68" y="95"/>
                    <a:pt x="73" y="97"/>
                  </a:cubicBezTo>
                  <a:cubicBezTo>
                    <a:pt x="77" y="99"/>
                    <a:pt x="83" y="96"/>
                    <a:pt x="85" y="99"/>
                  </a:cubicBezTo>
                  <a:cubicBezTo>
                    <a:pt x="86" y="103"/>
                    <a:pt x="76" y="99"/>
                    <a:pt x="71" y="103"/>
                  </a:cubicBezTo>
                  <a:cubicBezTo>
                    <a:pt x="66" y="107"/>
                    <a:pt x="64" y="109"/>
                    <a:pt x="62" y="106"/>
                  </a:cubicBezTo>
                  <a:cubicBezTo>
                    <a:pt x="60" y="103"/>
                    <a:pt x="51" y="105"/>
                    <a:pt x="47" y="105"/>
                  </a:cubicBezTo>
                  <a:cubicBezTo>
                    <a:pt x="43" y="106"/>
                    <a:pt x="47" y="100"/>
                    <a:pt x="47" y="98"/>
                  </a:cubicBezTo>
                  <a:cubicBezTo>
                    <a:pt x="47" y="95"/>
                    <a:pt x="41" y="93"/>
                    <a:pt x="33" y="98"/>
                  </a:cubicBezTo>
                  <a:cubicBezTo>
                    <a:pt x="25" y="103"/>
                    <a:pt x="28" y="101"/>
                    <a:pt x="27" y="105"/>
                  </a:cubicBezTo>
                  <a:cubicBezTo>
                    <a:pt x="26" y="109"/>
                    <a:pt x="22" y="103"/>
                    <a:pt x="17" y="106"/>
                  </a:cubicBezTo>
                  <a:cubicBezTo>
                    <a:pt x="12" y="109"/>
                    <a:pt x="3" y="111"/>
                    <a:pt x="2" y="115"/>
                  </a:cubicBezTo>
                  <a:cubicBezTo>
                    <a:pt x="0" y="118"/>
                    <a:pt x="13" y="120"/>
                    <a:pt x="18" y="121"/>
                  </a:cubicBezTo>
                  <a:cubicBezTo>
                    <a:pt x="23" y="122"/>
                    <a:pt x="12" y="125"/>
                    <a:pt x="16" y="127"/>
                  </a:cubicBezTo>
                  <a:cubicBezTo>
                    <a:pt x="20" y="128"/>
                    <a:pt x="18" y="132"/>
                    <a:pt x="25" y="135"/>
                  </a:cubicBezTo>
                  <a:cubicBezTo>
                    <a:pt x="31" y="138"/>
                    <a:pt x="45" y="135"/>
                    <a:pt x="49" y="135"/>
                  </a:cubicBezTo>
                  <a:cubicBezTo>
                    <a:pt x="52" y="135"/>
                    <a:pt x="56" y="139"/>
                    <a:pt x="59" y="136"/>
                  </a:cubicBezTo>
                  <a:cubicBezTo>
                    <a:pt x="62" y="133"/>
                    <a:pt x="73" y="124"/>
                    <a:pt x="79" y="129"/>
                  </a:cubicBezTo>
                  <a:cubicBezTo>
                    <a:pt x="85" y="134"/>
                    <a:pt x="73" y="134"/>
                    <a:pt x="76" y="137"/>
                  </a:cubicBezTo>
                  <a:cubicBezTo>
                    <a:pt x="79" y="140"/>
                    <a:pt x="82" y="148"/>
                    <a:pt x="77" y="152"/>
                  </a:cubicBezTo>
                  <a:cubicBezTo>
                    <a:pt x="71" y="156"/>
                    <a:pt x="66" y="153"/>
                    <a:pt x="63" y="153"/>
                  </a:cubicBezTo>
                  <a:cubicBezTo>
                    <a:pt x="60" y="153"/>
                    <a:pt x="62" y="158"/>
                    <a:pt x="57" y="162"/>
                  </a:cubicBezTo>
                  <a:cubicBezTo>
                    <a:pt x="52" y="166"/>
                    <a:pt x="49" y="158"/>
                    <a:pt x="43" y="158"/>
                  </a:cubicBezTo>
                  <a:cubicBezTo>
                    <a:pt x="37" y="158"/>
                    <a:pt x="38" y="166"/>
                    <a:pt x="38" y="170"/>
                  </a:cubicBezTo>
                  <a:cubicBezTo>
                    <a:pt x="39" y="173"/>
                    <a:pt x="29" y="169"/>
                    <a:pt x="27" y="178"/>
                  </a:cubicBezTo>
                  <a:cubicBezTo>
                    <a:pt x="25" y="187"/>
                    <a:pt x="15" y="179"/>
                    <a:pt x="22" y="188"/>
                  </a:cubicBezTo>
                  <a:cubicBezTo>
                    <a:pt x="28" y="197"/>
                    <a:pt x="27" y="191"/>
                    <a:pt x="32" y="195"/>
                  </a:cubicBezTo>
                  <a:cubicBezTo>
                    <a:pt x="37" y="198"/>
                    <a:pt x="26" y="204"/>
                    <a:pt x="31" y="205"/>
                  </a:cubicBezTo>
                  <a:cubicBezTo>
                    <a:pt x="36" y="206"/>
                    <a:pt x="42" y="215"/>
                    <a:pt x="45" y="219"/>
                  </a:cubicBezTo>
                  <a:cubicBezTo>
                    <a:pt x="49" y="222"/>
                    <a:pt x="53" y="217"/>
                    <a:pt x="59" y="217"/>
                  </a:cubicBezTo>
                  <a:cubicBezTo>
                    <a:pt x="64" y="216"/>
                    <a:pt x="61" y="209"/>
                    <a:pt x="64" y="212"/>
                  </a:cubicBezTo>
                  <a:cubicBezTo>
                    <a:pt x="67" y="215"/>
                    <a:pt x="72" y="223"/>
                    <a:pt x="69" y="225"/>
                  </a:cubicBezTo>
                  <a:cubicBezTo>
                    <a:pt x="66" y="227"/>
                    <a:pt x="68" y="233"/>
                    <a:pt x="68" y="236"/>
                  </a:cubicBezTo>
                  <a:cubicBezTo>
                    <a:pt x="67" y="239"/>
                    <a:pt x="79" y="238"/>
                    <a:pt x="80" y="234"/>
                  </a:cubicBezTo>
                  <a:cubicBezTo>
                    <a:pt x="81" y="231"/>
                    <a:pt x="90" y="230"/>
                    <a:pt x="96" y="236"/>
                  </a:cubicBezTo>
                  <a:cubicBezTo>
                    <a:pt x="101" y="241"/>
                    <a:pt x="103" y="242"/>
                    <a:pt x="103" y="238"/>
                  </a:cubicBezTo>
                  <a:cubicBezTo>
                    <a:pt x="103" y="233"/>
                    <a:pt x="107" y="228"/>
                    <a:pt x="107" y="232"/>
                  </a:cubicBezTo>
                  <a:cubicBezTo>
                    <a:pt x="108" y="236"/>
                    <a:pt x="112" y="237"/>
                    <a:pt x="120" y="233"/>
                  </a:cubicBezTo>
                  <a:cubicBezTo>
                    <a:pt x="127" y="230"/>
                    <a:pt x="124" y="234"/>
                    <a:pt x="120" y="239"/>
                  </a:cubicBezTo>
                  <a:cubicBezTo>
                    <a:pt x="114" y="245"/>
                    <a:pt x="120" y="256"/>
                    <a:pt x="116" y="257"/>
                  </a:cubicBezTo>
                  <a:cubicBezTo>
                    <a:pt x="112" y="258"/>
                    <a:pt x="109" y="268"/>
                    <a:pt x="102" y="269"/>
                  </a:cubicBezTo>
                  <a:cubicBezTo>
                    <a:pt x="96" y="269"/>
                    <a:pt x="85" y="282"/>
                    <a:pt x="83" y="284"/>
                  </a:cubicBezTo>
                  <a:cubicBezTo>
                    <a:pt x="82" y="286"/>
                    <a:pt x="68" y="280"/>
                    <a:pt x="66" y="285"/>
                  </a:cubicBezTo>
                  <a:cubicBezTo>
                    <a:pt x="64" y="291"/>
                    <a:pt x="55" y="295"/>
                    <a:pt x="57" y="298"/>
                  </a:cubicBezTo>
                  <a:cubicBezTo>
                    <a:pt x="59" y="299"/>
                    <a:pt x="70" y="293"/>
                    <a:pt x="71" y="290"/>
                  </a:cubicBezTo>
                  <a:cubicBezTo>
                    <a:pt x="71" y="287"/>
                    <a:pt x="73" y="288"/>
                    <a:pt x="75" y="290"/>
                  </a:cubicBezTo>
                  <a:cubicBezTo>
                    <a:pt x="77" y="292"/>
                    <a:pt x="82" y="289"/>
                    <a:pt x="84" y="287"/>
                  </a:cubicBezTo>
                  <a:cubicBezTo>
                    <a:pt x="86" y="285"/>
                    <a:pt x="90" y="286"/>
                    <a:pt x="92" y="286"/>
                  </a:cubicBezTo>
                  <a:cubicBezTo>
                    <a:pt x="95" y="286"/>
                    <a:pt x="96" y="283"/>
                    <a:pt x="102" y="282"/>
                  </a:cubicBezTo>
                  <a:cubicBezTo>
                    <a:pt x="109" y="281"/>
                    <a:pt x="108" y="279"/>
                    <a:pt x="109" y="275"/>
                  </a:cubicBezTo>
                  <a:cubicBezTo>
                    <a:pt x="111" y="272"/>
                    <a:pt x="127" y="264"/>
                    <a:pt x="130" y="264"/>
                  </a:cubicBezTo>
                  <a:cubicBezTo>
                    <a:pt x="133" y="263"/>
                    <a:pt x="131" y="258"/>
                    <a:pt x="134" y="258"/>
                  </a:cubicBezTo>
                  <a:cubicBezTo>
                    <a:pt x="137" y="257"/>
                    <a:pt x="142" y="253"/>
                    <a:pt x="147" y="250"/>
                  </a:cubicBezTo>
                  <a:cubicBezTo>
                    <a:pt x="151" y="246"/>
                    <a:pt x="152" y="248"/>
                    <a:pt x="155" y="247"/>
                  </a:cubicBezTo>
                  <a:cubicBezTo>
                    <a:pt x="158" y="245"/>
                    <a:pt x="156" y="239"/>
                    <a:pt x="159" y="238"/>
                  </a:cubicBezTo>
                  <a:cubicBezTo>
                    <a:pt x="162" y="238"/>
                    <a:pt x="165" y="235"/>
                    <a:pt x="165" y="233"/>
                  </a:cubicBezTo>
                  <a:cubicBezTo>
                    <a:pt x="165" y="230"/>
                    <a:pt x="157" y="230"/>
                    <a:pt x="156" y="228"/>
                  </a:cubicBezTo>
                  <a:cubicBezTo>
                    <a:pt x="155" y="226"/>
                    <a:pt x="162" y="220"/>
                    <a:pt x="165" y="220"/>
                  </a:cubicBezTo>
                  <a:cubicBezTo>
                    <a:pt x="168" y="220"/>
                    <a:pt x="172" y="217"/>
                    <a:pt x="173" y="213"/>
                  </a:cubicBezTo>
                  <a:cubicBezTo>
                    <a:pt x="173" y="209"/>
                    <a:pt x="177" y="209"/>
                    <a:pt x="180" y="205"/>
                  </a:cubicBezTo>
                  <a:cubicBezTo>
                    <a:pt x="183" y="202"/>
                    <a:pt x="183" y="199"/>
                    <a:pt x="186" y="198"/>
                  </a:cubicBezTo>
                  <a:cubicBezTo>
                    <a:pt x="189" y="198"/>
                    <a:pt x="192" y="194"/>
                    <a:pt x="196" y="192"/>
                  </a:cubicBezTo>
                  <a:cubicBezTo>
                    <a:pt x="199" y="190"/>
                    <a:pt x="196" y="194"/>
                    <a:pt x="202" y="194"/>
                  </a:cubicBezTo>
                  <a:cubicBezTo>
                    <a:pt x="209" y="195"/>
                    <a:pt x="208" y="201"/>
                    <a:pt x="203" y="199"/>
                  </a:cubicBezTo>
                  <a:cubicBezTo>
                    <a:pt x="198" y="196"/>
                    <a:pt x="195" y="197"/>
                    <a:pt x="191" y="201"/>
                  </a:cubicBezTo>
                  <a:cubicBezTo>
                    <a:pt x="186" y="205"/>
                    <a:pt x="190" y="206"/>
                    <a:pt x="186" y="211"/>
                  </a:cubicBezTo>
                  <a:cubicBezTo>
                    <a:pt x="183" y="216"/>
                    <a:pt x="183" y="219"/>
                    <a:pt x="187" y="219"/>
                  </a:cubicBezTo>
                  <a:cubicBezTo>
                    <a:pt x="192" y="220"/>
                    <a:pt x="187" y="223"/>
                    <a:pt x="183" y="224"/>
                  </a:cubicBezTo>
                  <a:cubicBezTo>
                    <a:pt x="179" y="226"/>
                    <a:pt x="182" y="228"/>
                    <a:pt x="188" y="228"/>
                  </a:cubicBezTo>
                  <a:cubicBezTo>
                    <a:pt x="193" y="228"/>
                    <a:pt x="202" y="220"/>
                    <a:pt x="210" y="216"/>
                  </a:cubicBezTo>
                  <a:cubicBezTo>
                    <a:pt x="218" y="212"/>
                    <a:pt x="224" y="216"/>
                    <a:pt x="226" y="215"/>
                  </a:cubicBezTo>
                  <a:cubicBezTo>
                    <a:pt x="228" y="214"/>
                    <a:pt x="224" y="211"/>
                    <a:pt x="226" y="209"/>
                  </a:cubicBezTo>
                  <a:cubicBezTo>
                    <a:pt x="229" y="208"/>
                    <a:pt x="223" y="207"/>
                    <a:pt x="221" y="203"/>
                  </a:cubicBezTo>
                  <a:cubicBezTo>
                    <a:pt x="220" y="198"/>
                    <a:pt x="224" y="201"/>
                    <a:pt x="225" y="197"/>
                  </a:cubicBezTo>
                  <a:cubicBezTo>
                    <a:pt x="226" y="193"/>
                    <a:pt x="229" y="195"/>
                    <a:pt x="231" y="197"/>
                  </a:cubicBezTo>
                  <a:cubicBezTo>
                    <a:pt x="234" y="198"/>
                    <a:pt x="237" y="195"/>
                    <a:pt x="240" y="200"/>
                  </a:cubicBezTo>
                  <a:cubicBezTo>
                    <a:pt x="242" y="204"/>
                    <a:pt x="244" y="198"/>
                    <a:pt x="248" y="202"/>
                  </a:cubicBezTo>
                  <a:cubicBezTo>
                    <a:pt x="252" y="205"/>
                    <a:pt x="248" y="204"/>
                    <a:pt x="243" y="205"/>
                  </a:cubicBezTo>
                  <a:cubicBezTo>
                    <a:pt x="239" y="206"/>
                    <a:pt x="241" y="212"/>
                    <a:pt x="245" y="209"/>
                  </a:cubicBezTo>
                  <a:cubicBezTo>
                    <a:pt x="248" y="207"/>
                    <a:pt x="251" y="205"/>
                    <a:pt x="254" y="208"/>
                  </a:cubicBezTo>
                  <a:cubicBezTo>
                    <a:pt x="257" y="210"/>
                    <a:pt x="258" y="209"/>
                    <a:pt x="260" y="207"/>
                  </a:cubicBezTo>
                  <a:cubicBezTo>
                    <a:pt x="263" y="204"/>
                    <a:pt x="263" y="207"/>
                    <a:pt x="263" y="209"/>
                  </a:cubicBezTo>
                  <a:cubicBezTo>
                    <a:pt x="263" y="211"/>
                    <a:pt x="268" y="212"/>
                    <a:pt x="276" y="213"/>
                  </a:cubicBezTo>
                  <a:cubicBezTo>
                    <a:pt x="283" y="214"/>
                    <a:pt x="297" y="212"/>
                    <a:pt x="300" y="212"/>
                  </a:cubicBezTo>
                  <a:cubicBezTo>
                    <a:pt x="304" y="212"/>
                    <a:pt x="302" y="217"/>
                    <a:pt x="310" y="219"/>
                  </a:cubicBezTo>
                  <a:cubicBezTo>
                    <a:pt x="318" y="220"/>
                    <a:pt x="320" y="211"/>
                    <a:pt x="324" y="214"/>
                  </a:cubicBezTo>
                  <a:cubicBezTo>
                    <a:pt x="328" y="218"/>
                    <a:pt x="324" y="219"/>
                    <a:pt x="322" y="221"/>
                  </a:cubicBezTo>
                  <a:cubicBezTo>
                    <a:pt x="319" y="224"/>
                    <a:pt x="324" y="224"/>
                    <a:pt x="327" y="225"/>
                  </a:cubicBezTo>
                  <a:cubicBezTo>
                    <a:pt x="330" y="227"/>
                    <a:pt x="337" y="229"/>
                    <a:pt x="340" y="232"/>
                  </a:cubicBezTo>
                  <a:cubicBezTo>
                    <a:pt x="344" y="235"/>
                    <a:pt x="346" y="239"/>
                    <a:pt x="354" y="243"/>
                  </a:cubicBezTo>
                  <a:cubicBezTo>
                    <a:pt x="362" y="247"/>
                    <a:pt x="354" y="233"/>
                    <a:pt x="360" y="237"/>
                  </a:cubicBezTo>
                  <a:cubicBezTo>
                    <a:pt x="366" y="242"/>
                    <a:pt x="364" y="237"/>
                    <a:pt x="369" y="242"/>
                  </a:cubicBezTo>
                  <a:cubicBezTo>
                    <a:pt x="374" y="246"/>
                    <a:pt x="372" y="240"/>
                    <a:pt x="370" y="232"/>
                  </a:cubicBezTo>
                  <a:cubicBezTo>
                    <a:pt x="368" y="225"/>
                    <a:pt x="372" y="230"/>
                    <a:pt x="375" y="233"/>
                  </a:cubicBezTo>
                  <a:cubicBezTo>
                    <a:pt x="377" y="237"/>
                    <a:pt x="377" y="244"/>
                    <a:pt x="375" y="248"/>
                  </a:cubicBezTo>
                  <a:cubicBezTo>
                    <a:pt x="374" y="253"/>
                    <a:pt x="366" y="249"/>
                    <a:pt x="367" y="246"/>
                  </a:cubicBezTo>
                  <a:cubicBezTo>
                    <a:pt x="368" y="244"/>
                    <a:pt x="360" y="245"/>
                    <a:pt x="359" y="248"/>
                  </a:cubicBezTo>
                  <a:cubicBezTo>
                    <a:pt x="359" y="252"/>
                    <a:pt x="365" y="259"/>
                    <a:pt x="369" y="259"/>
                  </a:cubicBezTo>
                  <a:cubicBezTo>
                    <a:pt x="373" y="260"/>
                    <a:pt x="370" y="266"/>
                    <a:pt x="372" y="267"/>
                  </a:cubicBezTo>
                  <a:cubicBezTo>
                    <a:pt x="376" y="268"/>
                    <a:pt x="375" y="275"/>
                    <a:pt x="377" y="274"/>
                  </a:cubicBezTo>
                  <a:cubicBezTo>
                    <a:pt x="379" y="273"/>
                    <a:pt x="379" y="265"/>
                    <a:pt x="376" y="261"/>
                  </a:cubicBezTo>
                  <a:cubicBezTo>
                    <a:pt x="374" y="258"/>
                    <a:pt x="375" y="253"/>
                    <a:pt x="378" y="254"/>
                  </a:cubicBezTo>
                  <a:cubicBezTo>
                    <a:pt x="381" y="255"/>
                    <a:pt x="378" y="260"/>
                    <a:pt x="380" y="262"/>
                  </a:cubicBezTo>
                  <a:cubicBezTo>
                    <a:pt x="381" y="264"/>
                    <a:pt x="383" y="260"/>
                    <a:pt x="386" y="258"/>
                  </a:cubicBezTo>
                  <a:cubicBezTo>
                    <a:pt x="390" y="256"/>
                    <a:pt x="385" y="250"/>
                    <a:pt x="386" y="247"/>
                  </a:cubicBezTo>
                  <a:cubicBezTo>
                    <a:pt x="387" y="244"/>
                    <a:pt x="391" y="250"/>
                    <a:pt x="393" y="255"/>
                  </a:cubicBezTo>
                  <a:cubicBezTo>
                    <a:pt x="394" y="260"/>
                    <a:pt x="389" y="260"/>
                    <a:pt x="389" y="263"/>
                  </a:cubicBezTo>
                  <a:cubicBezTo>
                    <a:pt x="389" y="266"/>
                    <a:pt x="384" y="264"/>
                    <a:pt x="383" y="266"/>
                  </a:cubicBezTo>
                  <a:cubicBezTo>
                    <a:pt x="381" y="267"/>
                    <a:pt x="382" y="277"/>
                    <a:pt x="384" y="278"/>
                  </a:cubicBezTo>
                  <a:cubicBezTo>
                    <a:pt x="386" y="278"/>
                    <a:pt x="387" y="269"/>
                    <a:pt x="389" y="274"/>
                  </a:cubicBezTo>
                  <a:cubicBezTo>
                    <a:pt x="390" y="278"/>
                    <a:pt x="395" y="268"/>
                    <a:pt x="396" y="272"/>
                  </a:cubicBezTo>
                  <a:cubicBezTo>
                    <a:pt x="397" y="276"/>
                    <a:pt x="403" y="281"/>
                    <a:pt x="405" y="280"/>
                  </a:cubicBezTo>
                  <a:cubicBezTo>
                    <a:pt x="408" y="279"/>
                    <a:pt x="404" y="274"/>
                    <a:pt x="401" y="274"/>
                  </a:cubicBezTo>
                  <a:cubicBezTo>
                    <a:pt x="397" y="274"/>
                    <a:pt x="398" y="268"/>
                    <a:pt x="401" y="268"/>
                  </a:cubicBezTo>
                  <a:cubicBezTo>
                    <a:pt x="404" y="268"/>
                    <a:pt x="410" y="276"/>
                    <a:pt x="410" y="279"/>
                  </a:cubicBezTo>
                  <a:cubicBezTo>
                    <a:pt x="410" y="282"/>
                    <a:pt x="407" y="282"/>
                    <a:pt x="404" y="285"/>
                  </a:cubicBezTo>
                  <a:cubicBezTo>
                    <a:pt x="401" y="288"/>
                    <a:pt x="398" y="280"/>
                    <a:pt x="394" y="280"/>
                  </a:cubicBezTo>
                  <a:cubicBezTo>
                    <a:pt x="391" y="280"/>
                    <a:pt x="394" y="285"/>
                    <a:pt x="396" y="289"/>
                  </a:cubicBezTo>
                  <a:cubicBezTo>
                    <a:pt x="397" y="292"/>
                    <a:pt x="392" y="297"/>
                    <a:pt x="396" y="300"/>
                  </a:cubicBezTo>
                  <a:cubicBezTo>
                    <a:pt x="400" y="303"/>
                    <a:pt x="399" y="298"/>
                    <a:pt x="400" y="296"/>
                  </a:cubicBezTo>
                  <a:cubicBezTo>
                    <a:pt x="401" y="294"/>
                    <a:pt x="404" y="297"/>
                    <a:pt x="406" y="298"/>
                  </a:cubicBezTo>
                  <a:cubicBezTo>
                    <a:pt x="408" y="300"/>
                    <a:pt x="409" y="294"/>
                    <a:pt x="409" y="292"/>
                  </a:cubicBezTo>
                  <a:cubicBezTo>
                    <a:pt x="409" y="290"/>
                    <a:pt x="412" y="291"/>
                    <a:pt x="414" y="294"/>
                  </a:cubicBezTo>
                  <a:cubicBezTo>
                    <a:pt x="416" y="297"/>
                    <a:pt x="417" y="291"/>
                    <a:pt x="420" y="291"/>
                  </a:cubicBezTo>
                  <a:cubicBezTo>
                    <a:pt x="423" y="292"/>
                    <a:pt x="421" y="297"/>
                    <a:pt x="421" y="299"/>
                  </a:cubicBezTo>
                  <a:cubicBezTo>
                    <a:pt x="421" y="302"/>
                    <a:pt x="426" y="297"/>
                    <a:pt x="425" y="300"/>
                  </a:cubicBezTo>
                  <a:cubicBezTo>
                    <a:pt x="425" y="300"/>
                    <a:pt x="425" y="301"/>
                    <a:pt x="425" y="301"/>
                  </a:cubicBezTo>
                  <a:cubicBezTo>
                    <a:pt x="428" y="299"/>
                    <a:pt x="431" y="297"/>
                    <a:pt x="433" y="296"/>
                  </a:cubicBezTo>
                  <a:cubicBezTo>
                    <a:pt x="438" y="292"/>
                    <a:pt x="429" y="290"/>
                    <a:pt x="431" y="286"/>
                  </a:cubicBezTo>
                  <a:close/>
                  <a:moveTo>
                    <a:pt x="9" y="321"/>
                  </a:moveTo>
                  <a:cubicBezTo>
                    <a:pt x="15" y="319"/>
                    <a:pt x="17" y="316"/>
                    <a:pt x="15" y="313"/>
                  </a:cubicBezTo>
                  <a:cubicBezTo>
                    <a:pt x="12" y="310"/>
                    <a:pt x="4" y="323"/>
                    <a:pt x="9" y="321"/>
                  </a:cubicBezTo>
                  <a:close/>
                  <a:moveTo>
                    <a:pt x="51" y="299"/>
                  </a:moveTo>
                  <a:cubicBezTo>
                    <a:pt x="46" y="297"/>
                    <a:pt x="31" y="305"/>
                    <a:pt x="36" y="306"/>
                  </a:cubicBezTo>
                  <a:cubicBezTo>
                    <a:pt x="40" y="307"/>
                    <a:pt x="41" y="303"/>
                    <a:pt x="45" y="303"/>
                  </a:cubicBezTo>
                  <a:cubicBezTo>
                    <a:pt x="49" y="303"/>
                    <a:pt x="57" y="301"/>
                    <a:pt x="51" y="299"/>
                  </a:cubicBezTo>
                  <a:close/>
                  <a:moveTo>
                    <a:pt x="178" y="240"/>
                  </a:moveTo>
                  <a:cubicBezTo>
                    <a:pt x="178" y="237"/>
                    <a:pt x="174" y="237"/>
                    <a:pt x="169" y="243"/>
                  </a:cubicBezTo>
                  <a:cubicBezTo>
                    <a:pt x="164" y="249"/>
                    <a:pt x="160" y="252"/>
                    <a:pt x="159" y="255"/>
                  </a:cubicBezTo>
                  <a:cubicBezTo>
                    <a:pt x="159" y="257"/>
                    <a:pt x="153" y="254"/>
                    <a:pt x="151" y="258"/>
                  </a:cubicBezTo>
                  <a:cubicBezTo>
                    <a:pt x="149" y="261"/>
                    <a:pt x="152" y="269"/>
                    <a:pt x="156" y="266"/>
                  </a:cubicBezTo>
                  <a:cubicBezTo>
                    <a:pt x="159" y="264"/>
                    <a:pt x="160" y="266"/>
                    <a:pt x="162" y="266"/>
                  </a:cubicBezTo>
                  <a:cubicBezTo>
                    <a:pt x="164" y="266"/>
                    <a:pt x="174" y="259"/>
                    <a:pt x="177" y="256"/>
                  </a:cubicBezTo>
                  <a:cubicBezTo>
                    <a:pt x="179" y="252"/>
                    <a:pt x="173" y="251"/>
                    <a:pt x="172" y="249"/>
                  </a:cubicBezTo>
                  <a:cubicBezTo>
                    <a:pt x="172" y="247"/>
                    <a:pt x="178" y="247"/>
                    <a:pt x="180" y="245"/>
                  </a:cubicBezTo>
                  <a:cubicBezTo>
                    <a:pt x="183" y="244"/>
                    <a:pt x="178" y="243"/>
                    <a:pt x="178" y="240"/>
                  </a:cubicBezTo>
                  <a:close/>
                  <a:moveTo>
                    <a:pt x="19" y="210"/>
                  </a:moveTo>
                  <a:cubicBezTo>
                    <a:pt x="18" y="206"/>
                    <a:pt x="8" y="210"/>
                    <a:pt x="9" y="214"/>
                  </a:cubicBezTo>
                  <a:cubicBezTo>
                    <a:pt x="10" y="218"/>
                    <a:pt x="20" y="220"/>
                    <a:pt x="25" y="219"/>
                  </a:cubicBezTo>
                  <a:cubicBezTo>
                    <a:pt x="28" y="217"/>
                    <a:pt x="30" y="213"/>
                    <a:pt x="27" y="211"/>
                  </a:cubicBezTo>
                  <a:cubicBezTo>
                    <a:pt x="24" y="208"/>
                    <a:pt x="19" y="214"/>
                    <a:pt x="19" y="210"/>
                  </a:cubicBezTo>
                  <a:close/>
                  <a:moveTo>
                    <a:pt x="1137" y="413"/>
                  </a:moveTo>
                  <a:cubicBezTo>
                    <a:pt x="1137" y="410"/>
                    <a:pt x="1127" y="412"/>
                    <a:pt x="1122" y="409"/>
                  </a:cubicBezTo>
                  <a:cubicBezTo>
                    <a:pt x="1117" y="405"/>
                    <a:pt x="1109" y="422"/>
                    <a:pt x="1108" y="429"/>
                  </a:cubicBezTo>
                  <a:cubicBezTo>
                    <a:pt x="1106" y="436"/>
                    <a:pt x="1094" y="443"/>
                    <a:pt x="1094" y="443"/>
                  </a:cubicBezTo>
                  <a:cubicBezTo>
                    <a:pt x="1094" y="443"/>
                    <a:pt x="1058" y="444"/>
                    <a:pt x="1055" y="444"/>
                  </a:cubicBezTo>
                  <a:cubicBezTo>
                    <a:pt x="1053" y="444"/>
                    <a:pt x="1045" y="451"/>
                    <a:pt x="1040" y="455"/>
                  </a:cubicBezTo>
                  <a:cubicBezTo>
                    <a:pt x="1040" y="455"/>
                    <a:pt x="1040" y="455"/>
                    <a:pt x="1040" y="456"/>
                  </a:cubicBezTo>
                  <a:cubicBezTo>
                    <a:pt x="1044" y="462"/>
                    <a:pt x="1031" y="466"/>
                    <a:pt x="1018" y="467"/>
                  </a:cubicBezTo>
                  <a:cubicBezTo>
                    <a:pt x="1015" y="467"/>
                    <a:pt x="1012" y="467"/>
                    <a:pt x="1009" y="467"/>
                  </a:cubicBezTo>
                  <a:cubicBezTo>
                    <a:pt x="1010" y="469"/>
                    <a:pt x="1010" y="471"/>
                    <a:pt x="1010" y="472"/>
                  </a:cubicBezTo>
                  <a:cubicBezTo>
                    <a:pt x="1010" y="473"/>
                    <a:pt x="1009" y="474"/>
                    <a:pt x="1007" y="475"/>
                  </a:cubicBezTo>
                  <a:cubicBezTo>
                    <a:pt x="1005" y="479"/>
                    <a:pt x="989" y="486"/>
                    <a:pt x="981" y="491"/>
                  </a:cubicBezTo>
                  <a:cubicBezTo>
                    <a:pt x="971" y="496"/>
                    <a:pt x="958" y="493"/>
                    <a:pt x="958" y="486"/>
                  </a:cubicBezTo>
                  <a:cubicBezTo>
                    <a:pt x="958" y="478"/>
                    <a:pt x="965" y="480"/>
                    <a:pt x="967" y="483"/>
                  </a:cubicBezTo>
                  <a:cubicBezTo>
                    <a:pt x="967" y="484"/>
                    <a:pt x="969" y="483"/>
                    <a:pt x="971" y="482"/>
                  </a:cubicBezTo>
                  <a:cubicBezTo>
                    <a:pt x="969" y="479"/>
                    <a:pt x="969" y="476"/>
                    <a:pt x="970" y="473"/>
                  </a:cubicBezTo>
                  <a:cubicBezTo>
                    <a:pt x="967" y="472"/>
                    <a:pt x="971" y="460"/>
                    <a:pt x="965" y="459"/>
                  </a:cubicBezTo>
                  <a:cubicBezTo>
                    <a:pt x="959" y="457"/>
                    <a:pt x="952" y="467"/>
                    <a:pt x="953" y="461"/>
                  </a:cubicBezTo>
                  <a:cubicBezTo>
                    <a:pt x="954" y="454"/>
                    <a:pt x="963" y="449"/>
                    <a:pt x="958" y="440"/>
                  </a:cubicBezTo>
                  <a:cubicBezTo>
                    <a:pt x="952" y="432"/>
                    <a:pt x="942" y="432"/>
                    <a:pt x="940" y="438"/>
                  </a:cubicBezTo>
                  <a:cubicBezTo>
                    <a:pt x="938" y="445"/>
                    <a:pt x="931" y="442"/>
                    <a:pt x="929" y="447"/>
                  </a:cubicBezTo>
                  <a:cubicBezTo>
                    <a:pt x="926" y="452"/>
                    <a:pt x="924" y="463"/>
                    <a:pt x="926" y="471"/>
                  </a:cubicBezTo>
                  <a:cubicBezTo>
                    <a:pt x="928" y="479"/>
                    <a:pt x="925" y="483"/>
                    <a:pt x="918" y="487"/>
                  </a:cubicBezTo>
                  <a:cubicBezTo>
                    <a:pt x="910" y="492"/>
                    <a:pt x="906" y="480"/>
                    <a:pt x="909" y="466"/>
                  </a:cubicBezTo>
                  <a:cubicBezTo>
                    <a:pt x="911" y="456"/>
                    <a:pt x="917" y="446"/>
                    <a:pt x="912" y="446"/>
                  </a:cubicBezTo>
                  <a:cubicBezTo>
                    <a:pt x="907" y="446"/>
                    <a:pt x="918" y="434"/>
                    <a:pt x="929" y="432"/>
                  </a:cubicBezTo>
                  <a:cubicBezTo>
                    <a:pt x="939" y="429"/>
                    <a:pt x="952" y="430"/>
                    <a:pt x="952" y="427"/>
                  </a:cubicBezTo>
                  <a:cubicBezTo>
                    <a:pt x="952" y="426"/>
                    <a:pt x="953" y="426"/>
                    <a:pt x="954" y="426"/>
                  </a:cubicBezTo>
                  <a:cubicBezTo>
                    <a:pt x="951" y="424"/>
                    <a:pt x="949" y="422"/>
                    <a:pt x="947" y="421"/>
                  </a:cubicBezTo>
                  <a:cubicBezTo>
                    <a:pt x="947" y="422"/>
                    <a:pt x="947" y="422"/>
                    <a:pt x="946" y="423"/>
                  </a:cubicBezTo>
                  <a:cubicBezTo>
                    <a:pt x="942" y="426"/>
                    <a:pt x="943" y="419"/>
                    <a:pt x="935" y="419"/>
                  </a:cubicBezTo>
                  <a:cubicBezTo>
                    <a:pt x="928" y="419"/>
                    <a:pt x="920" y="426"/>
                    <a:pt x="914" y="423"/>
                  </a:cubicBezTo>
                  <a:cubicBezTo>
                    <a:pt x="908" y="420"/>
                    <a:pt x="911" y="416"/>
                    <a:pt x="906" y="416"/>
                  </a:cubicBezTo>
                  <a:cubicBezTo>
                    <a:pt x="900" y="416"/>
                    <a:pt x="910" y="405"/>
                    <a:pt x="902" y="410"/>
                  </a:cubicBezTo>
                  <a:cubicBezTo>
                    <a:pt x="894" y="414"/>
                    <a:pt x="882" y="425"/>
                    <a:pt x="876" y="420"/>
                  </a:cubicBezTo>
                  <a:cubicBezTo>
                    <a:pt x="871" y="415"/>
                    <a:pt x="866" y="422"/>
                    <a:pt x="862" y="418"/>
                  </a:cubicBezTo>
                  <a:cubicBezTo>
                    <a:pt x="858" y="414"/>
                    <a:pt x="876" y="403"/>
                    <a:pt x="884" y="403"/>
                  </a:cubicBezTo>
                  <a:cubicBezTo>
                    <a:pt x="886" y="403"/>
                    <a:pt x="888" y="402"/>
                    <a:pt x="890" y="401"/>
                  </a:cubicBezTo>
                  <a:cubicBezTo>
                    <a:pt x="886" y="399"/>
                    <a:pt x="876" y="396"/>
                    <a:pt x="874" y="399"/>
                  </a:cubicBezTo>
                  <a:cubicBezTo>
                    <a:pt x="871" y="402"/>
                    <a:pt x="867" y="400"/>
                    <a:pt x="864" y="397"/>
                  </a:cubicBezTo>
                  <a:cubicBezTo>
                    <a:pt x="862" y="394"/>
                    <a:pt x="859" y="398"/>
                    <a:pt x="855" y="393"/>
                  </a:cubicBezTo>
                  <a:cubicBezTo>
                    <a:pt x="851" y="389"/>
                    <a:pt x="847" y="392"/>
                    <a:pt x="845" y="393"/>
                  </a:cubicBezTo>
                  <a:cubicBezTo>
                    <a:pt x="842" y="394"/>
                    <a:pt x="839" y="391"/>
                    <a:pt x="835" y="390"/>
                  </a:cubicBezTo>
                  <a:cubicBezTo>
                    <a:pt x="831" y="388"/>
                    <a:pt x="834" y="384"/>
                    <a:pt x="830" y="381"/>
                  </a:cubicBezTo>
                  <a:cubicBezTo>
                    <a:pt x="827" y="378"/>
                    <a:pt x="826" y="386"/>
                    <a:pt x="826" y="386"/>
                  </a:cubicBezTo>
                  <a:cubicBezTo>
                    <a:pt x="516" y="388"/>
                    <a:pt x="516" y="388"/>
                    <a:pt x="516" y="388"/>
                  </a:cubicBezTo>
                  <a:cubicBezTo>
                    <a:pt x="516" y="388"/>
                    <a:pt x="516" y="389"/>
                    <a:pt x="517" y="389"/>
                  </a:cubicBezTo>
                  <a:cubicBezTo>
                    <a:pt x="521" y="393"/>
                    <a:pt x="518" y="396"/>
                    <a:pt x="519" y="401"/>
                  </a:cubicBezTo>
                  <a:cubicBezTo>
                    <a:pt x="520" y="406"/>
                    <a:pt x="519" y="412"/>
                    <a:pt x="515" y="412"/>
                  </a:cubicBezTo>
                  <a:cubicBezTo>
                    <a:pt x="512" y="412"/>
                    <a:pt x="511" y="408"/>
                    <a:pt x="514" y="407"/>
                  </a:cubicBezTo>
                  <a:cubicBezTo>
                    <a:pt x="517" y="405"/>
                    <a:pt x="515" y="400"/>
                    <a:pt x="512" y="400"/>
                  </a:cubicBezTo>
                  <a:cubicBezTo>
                    <a:pt x="511" y="400"/>
                    <a:pt x="510" y="398"/>
                    <a:pt x="510" y="395"/>
                  </a:cubicBezTo>
                  <a:cubicBezTo>
                    <a:pt x="505" y="397"/>
                    <a:pt x="499" y="396"/>
                    <a:pt x="492" y="395"/>
                  </a:cubicBezTo>
                  <a:cubicBezTo>
                    <a:pt x="492" y="396"/>
                    <a:pt x="493" y="396"/>
                    <a:pt x="493" y="396"/>
                  </a:cubicBezTo>
                  <a:cubicBezTo>
                    <a:pt x="493" y="399"/>
                    <a:pt x="494" y="406"/>
                    <a:pt x="498" y="411"/>
                  </a:cubicBezTo>
                  <a:cubicBezTo>
                    <a:pt x="502" y="417"/>
                    <a:pt x="500" y="420"/>
                    <a:pt x="503" y="422"/>
                  </a:cubicBezTo>
                  <a:cubicBezTo>
                    <a:pt x="507" y="424"/>
                    <a:pt x="507" y="426"/>
                    <a:pt x="503" y="426"/>
                  </a:cubicBezTo>
                  <a:cubicBezTo>
                    <a:pt x="500" y="425"/>
                    <a:pt x="502" y="428"/>
                    <a:pt x="501" y="436"/>
                  </a:cubicBezTo>
                  <a:cubicBezTo>
                    <a:pt x="500" y="443"/>
                    <a:pt x="500" y="459"/>
                    <a:pt x="499" y="464"/>
                  </a:cubicBezTo>
                  <a:cubicBezTo>
                    <a:pt x="499" y="468"/>
                    <a:pt x="493" y="476"/>
                    <a:pt x="496" y="481"/>
                  </a:cubicBezTo>
                  <a:cubicBezTo>
                    <a:pt x="500" y="486"/>
                    <a:pt x="502" y="493"/>
                    <a:pt x="500" y="499"/>
                  </a:cubicBezTo>
                  <a:cubicBezTo>
                    <a:pt x="498" y="506"/>
                    <a:pt x="499" y="509"/>
                    <a:pt x="501" y="514"/>
                  </a:cubicBezTo>
                  <a:cubicBezTo>
                    <a:pt x="504" y="519"/>
                    <a:pt x="502" y="527"/>
                    <a:pt x="505" y="529"/>
                  </a:cubicBezTo>
                  <a:cubicBezTo>
                    <a:pt x="508" y="531"/>
                    <a:pt x="511" y="534"/>
                    <a:pt x="513" y="539"/>
                  </a:cubicBezTo>
                  <a:cubicBezTo>
                    <a:pt x="516" y="543"/>
                    <a:pt x="519" y="540"/>
                    <a:pt x="519" y="545"/>
                  </a:cubicBezTo>
                  <a:cubicBezTo>
                    <a:pt x="520" y="549"/>
                    <a:pt x="520" y="550"/>
                    <a:pt x="524" y="552"/>
                  </a:cubicBezTo>
                  <a:cubicBezTo>
                    <a:pt x="528" y="554"/>
                    <a:pt x="525" y="558"/>
                    <a:pt x="525" y="561"/>
                  </a:cubicBezTo>
                  <a:cubicBezTo>
                    <a:pt x="525" y="563"/>
                    <a:pt x="530" y="568"/>
                    <a:pt x="537" y="573"/>
                  </a:cubicBezTo>
                  <a:cubicBezTo>
                    <a:pt x="543" y="579"/>
                    <a:pt x="538" y="584"/>
                    <a:pt x="543" y="584"/>
                  </a:cubicBezTo>
                  <a:cubicBezTo>
                    <a:pt x="547" y="584"/>
                    <a:pt x="552" y="587"/>
                    <a:pt x="557" y="590"/>
                  </a:cubicBezTo>
                  <a:cubicBezTo>
                    <a:pt x="561" y="593"/>
                    <a:pt x="563" y="591"/>
                    <a:pt x="566" y="592"/>
                  </a:cubicBezTo>
                  <a:cubicBezTo>
                    <a:pt x="569" y="592"/>
                    <a:pt x="575" y="599"/>
                    <a:pt x="577" y="604"/>
                  </a:cubicBezTo>
                  <a:cubicBezTo>
                    <a:pt x="577" y="606"/>
                    <a:pt x="578" y="609"/>
                    <a:pt x="579" y="611"/>
                  </a:cubicBezTo>
                  <a:cubicBezTo>
                    <a:pt x="605" y="608"/>
                    <a:pt x="605" y="608"/>
                    <a:pt x="605" y="608"/>
                  </a:cubicBezTo>
                  <a:cubicBezTo>
                    <a:pt x="605" y="608"/>
                    <a:pt x="613" y="613"/>
                    <a:pt x="618" y="614"/>
                  </a:cubicBezTo>
                  <a:cubicBezTo>
                    <a:pt x="622" y="615"/>
                    <a:pt x="647" y="625"/>
                    <a:pt x="647" y="625"/>
                  </a:cubicBezTo>
                  <a:cubicBezTo>
                    <a:pt x="679" y="624"/>
                    <a:pt x="679" y="624"/>
                    <a:pt x="679" y="624"/>
                  </a:cubicBezTo>
                  <a:cubicBezTo>
                    <a:pt x="683" y="619"/>
                    <a:pt x="683" y="619"/>
                    <a:pt x="683" y="619"/>
                  </a:cubicBezTo>
                  <a:cubicBezTo>
                    <a:pt x="700" y="619"/>
                    <a:pt x="700" y="619"/>
                    <a:pt x="700" y="619"/>
                  </a:cubicBezTo>
                  <a:cubicBezTo>
                    <a:pt x="700" y="619"/>
                    <a:pt x="711" y="630"/>
                    <a:pt x="713" y="631"/>
                  </a:cubicBezTo>
                  <a:cubicBezTo>
                    <a:pt x="715" y="632"/>
                    <a:pt x="720" y="637"/>
                    <a:pt x="720" y="640"/>
                  </a:cubicBezTo>
                  <a:cubicBezTo>
                    <a:pt x="720" y="643"/>
                    <a:pt x="722" y="646"/>
                    <a:pt x="724" y="647"/>
                  </a:cubicBezTo>
                  <a:cubicBezTo>
                    <a:pt x="727" y="648"/>
                    <a:pt x="736" y="654"/>
                    <a:pt x="737" y="654"/>
                  </a:cubicBezTo>
                  <a:cubicBezTo>
                    <a:pt x="739" y="653"/>
                    <a:pt x="741" y="643"/>
                    <a:pt x="746" y="643"/>
                  </a:cubicBezTo>
                  <a:cubicBezTo>
                    <a:pt x="751" y="644"/>
                    <a:pt x="764" y="647"/>
                    <a:pt x="766" y="655"/>
                  </a:cubicBezTo>
                  <a:cubicBezTo>
                    <a:pt x="768" y="662"/>
                    <a:pt x="775" y="668"/>
                    <a:pt x="777" y="670"/>
                  </a:cubicBezTo>
                  <a:cubicBezTo>
                    <a:pt x="779" y="672"/>
                    <a:pt x="778" y="676"/>
                    <a:pt x="779" y="679"/>
                  </a:cubicBezTo>
                  <a:cubicBezTo>
                    <a:pt x="781" y="681"/>
                    <a:pt x="781" y="685"/>
                    <a:pt x="783" y="685"/>
                  </a:cubicBezTo>
                  <a:cubicBezTo>
                    <a:pt x="785" y="685"/>
                    <a:pt x="794" y="691"/>
                    <a:pt x="798" y="691"/>
                  </a:cubicBezTo>
                  <a:cubicBezTo>
                    <a:pt x="800" y="691"/>
                    <a:pt x="801" y="692"/>
                    <a:pt x="803" y="693"/>
                  </a:cubicBezTo>
                  <a:cubicBezTo>
                    <a:pt x="804" y="684"/>
                    <a:pt x="794" y="682"/>
                    <a:pt x="800" y="678"/>
                  </a:cubicBezTo>
                  <a:cubicBezTo>
                    <a:pt x="806" y="674"/>
                    <a:pt x="800" y="670"/>
                    <a:pt x="803" y="668"/>
                  </a:cubicBezTo>
                  <a:cubicBezTo>
                    <a:pt x="806" y="666"/>
                    <a:pt x="811" y="664"/>
                    <a:pt x="811" y="661"/>
                  </a:cubicBezTo>
                  <a:cubicBezTo>
                    <a:pt x="811" y="658"/>
                    <a:pt x="814" y="658"/>
                    <a:pt x="818" y="658"/>
                  </a:cubicBezTo>
                  <a:cubicBezTo>
                    <a:pt x="822" y="659"/>
                    <a:pt x="829" y="652"/>
                    <a:pt x="829" y="649"/>
                  </a:cubicBezTo>
                  <a:cubicBezTo>
                    <a:pt x="828" y="646"/>
                    <a:pt x="829" y="646"/>
                    <a:pt x="834" y="647"/>
                  </a:cubicBezTo>
                  <a:cubicBezTo>
                    <a:pt x="839" y="648"/>
                    <a:pt x="838" y="641"/>
                    <a:pt x="841" y="642"/>
                  </a:cubicBezTo>
                  <a:cubicBezTo>
                    <a:pt x="844" y="643"/>
                    <a:pt x="847" y="645"/>
                    <a:pt x="847" y="643"/>
                  </a:cubicBezTo>
                  <a:cubicBezTo>
                    <a:pt x="847" y="640"/>
                    <a:pt x="850" y="641"/>
                    <a:pt x="852" y="644"/>
                  </a:cubicBezTo>
                  <a:cubicBezTo>
                    <a:pt x="855" y="647"/>
                    <a:pt x="861" y="648"/>
                    <a:pt x="862" y="644"/>
                  </a:cubicBezTo>
                  <a:cubicBezTo>
                    <a:pt x="862" y="641"/>
                    <a:pt x="866" y="644"/>
                    <a:pt x="869" y="648"/>
                  </a:cubicBezTo>
                  <a:cubicBezTo>
                    <a:pt x="872" y="651"/>
                    <a:pt x="874" y="650"/>
                    <a:pt x="879" y="650"/>
                  </a:cubicBezTo>
                  <a:cubicBezTo>
                    <a:pt x="883" y="651"/>
                    <a:pt x="883" y="649"/>
                    <a:pt x="884" y="646"/>
                  </a:cubicBezTo>
                  <a:cubicBezTo>
                    <a:pt x="884" y="643"/>
                    <a:pt x="889" y="653"/>
                    <a:pt x="894" y="653"/>
                  </a:cubicBezTo>
                  <a:cubicBezTo>
                    <a:pt x="898" y="654"/>
                    <a:pt x="895" y="650"/>
                    <a:pt x="891" y="648"/>
                  </a:cubicBezTo>
                  <a:cubicBezTo>
                    <a:pt x="888" y="645"/>
                    <a:pt x="892" y="644"/>
                    <a:pt x="889" y="641"/>
                  </a:cubicBezTo>
                  <a:cubicBezTo>
                    <a:pt x="886" y="639"/>
                    <a:pt x="893" y="636"/>
                    <a:pt x="899" y="636"/>
                  </a:cubicBezTo>
                  <a:cubicBezTo>
                    <a:pt x="905" y="637"/>
                    <a:pt x="904" y="638"/>
                    <a:pt x="907" y="635"/>
                  </a:cubicBezTo>
                  <a:cubicBezTo>
                    <a:pt x="909" y="631"/>
                    <a:pt x="911" y="635"/>
                    <a:pt x="911" y="638"/>
                  </a:cubicBezTo>
                  <a:cubicBezTo>
                    <a:pt x="911" y="641"/>
                    <a:pt x="921" y="636"/>
                    <a:pt x="926" y="636"/>
                  </a:cubicBezTo>
                  <a:cubicBezTo>
                    <a:pt x="931" y="636"/>
                    <a:pt x="936" y="640"/>
                    <a:pt x="937" y="643"/>
                  </a:cubicBezTo>
                  <a:cubicBezTo>
                    <a:pt x="937" y="646"/>
                    <a:pt x="941" y="648"/>
                    <a:pt x="944" y="645"/>
                  </a:cubicBezTo>
                  <a:cubicBezTo>
                    <a:pt x="948" y="641"/>
                    <a:pt x="951" y="638"/>
                    <a:pt x="955" y="641"/>
                  </a:cubicBezTo>
                  <a:cubicBezTo>
                    <a:pt x="958" y="645"/>
                    <a:pt x="962" y="649"/>
                    <a:pt x="966" y="654"/>
                  </a:cubicBezTo>
                  <a:cubicBezTo>
                    <a:pt x="970" y="658"/>
                    <a:pt x="964" y="663"/>
                    <a:pt x="966" y="666"/>
                  </a:cubicBezTo>
                  <a:cubicBezTo>
                    <a:pt x="969" y="670"/>
                    <a:pt x="966" y="674"/>
                    <a:pt x="971" y="678"/>
                  </a:cubicBezTo>
                  <a:cubicBezTo>
                    <a:pt x="976" y="681"/>
                    <a:pt x="972" y="688"/>
                    <a:pt x="976" y="689"/>
                  </a:cubicBezTo>
                  <a:cubicBezTo>
                    <a:pt x="980" y="690"/>
                    <a:pt x="983" y="697"/>
                    <a:pt x="983" y="699"/>
                  </a:cubicBezTo>
                  <a:cubicBezTo>
                    <a:pt x="984" y="702"/>
                    <a:pt x="991" y="705"/>
                    <a:pt x="992" y="701"/>
                  </a:cubicBezTo>
                  <a:cubicBezTo>
                    <a:pt x="992" y="696"/>
                    <a:pt x="996" y="691"/>
                    <a:pt x="997" y="687"/>
                  </a:cubicBezTo>
                  <a:cubicBezTo>
                    <a:pt x="997" y="683"/>
                    <a:pt x="994" y="669"/>
                    <a:pt x="991" y="665"/>
                  </a:cubicBezTo>
                  <a:cubicBezTo>
                    <a:pt x="987" y="660"/>
                    <a:pt x="991" y="659"/>
                    <a:pt x="987" y="654"/>
                  </a:cubicBezTo>
                  <a:cubicBezTo>
                    <a:pt x="983" y="649"/>
                    <a:pt x="981" y="639"/>
                    <a:pt x="981" y="632"/>
                  </a:cubicBezTo>
                  <a:cubicBezTo>
                    <a:pt x="981" y="624"/>
                    <a:pt x="990" y="612"/>
                    <a:pt x="994" y="608"/>
                  </a:cubicBezTo>
                  <a:cubicBezTo>
                    <a:pt x="999" y="605"/>
                    <a:pt x="1003" y="607"/>
                    <a:pt x="1004" y="603"/>
                  </a:cubicBezTo>
                  <a:cubicBezTo>
                    <a:pt x="1005" y="599"/>
                    <a:pt x="1011" y="594"/>
                    <a:pt x="1014" y="594"/>
                  </a:cubicBezTo>
                  <a:cubicBezTo>
                    <a:pt x="1017" y="594"/>
                    <a:pt x="1020" y="594"/>
                    <a:pt x="1020" y="591"/>
                  </a:cubicBezTo>
                  <a:cubicBezTo>
                    <a:pt x="1021" y="588"/>
                    <a:pt x="1026" y="584"/>
                    <a:pt x="1032" y="583"/>
                  </a:cubicBezTo>
                  <a:cubicBezTo>
                    <a:pt x="1039" y="582"/>
                    <a:pt x="1035" y="578"/>
                    <a:pt x="1033" y="575"/>
                  </a:cubicBezTo>
                  <a:cubicBezTo>
                    <a:pt x="1032" y="572"/>
                    <a:pt x="1035" y="569"/>
                    <a:pt x="1036" y="571"/>
                  </a:cubicBezTo>
                  <a:cubicBezTo>
                    <a:pt x="1037" y="573"/>
                    <a:pt x="1041" y="574"/>
                    <a:pt x="1044" y="572"/>
                  </a:cubicBezTo>
                  <a:cubicBezTo>
                    <a:pt x="1046" y="570"/>
                    <a:pt x="1052" y="565"/>
                    <a:pt x="1047" y="565"/>
                  </a:cubicBezTo>
                  <a:cubicBezTo>
                    <a:pt x="1041" y="565"/>
                    <a:pt x="1040" y="563"/>
                    <a:pt x="1043" y="561"/>
                  </a:cubicBezTo>
                  <a:cubicBezTo>
                    <a:pt x="1046" y="560"/>
                    <a:pt x="1044" y="554"/>
                    <a:pt x="1039" y="554"/>
                  </a:cubicBezTo>
                  <a:cubicBezTo>
                    <a:pt x="1035" y="553"/>
                    <a:pt x="1036" y="551"/>
                    <a:pt x="1039" y="548"/>
                  </a:cubicBezTo>
                  <a:cubicBezTo>
                    <a:pt x="1042" y="545"/>
                    <a:pt x="1035" y="541"/>
                    <a:pt x="1032" y="539"/>
                  </a:cubicBezTo>
                  <a:cubicBezTo>
                    <a:pt x="1028" y="536"/>
                    <a:pt x="1034" y="535"/>
                    <a:pt x="1036" y="535"/>
                  </a:cubicBezTo>
                  <a:cubicBezTo>
                    <a:pt x="1039" y="534"/>
                    <a:pt x="1037" y="523"/>
                    <a:pt x="1038" y="520"/>
                  </a:cubicBezTo>
                  <a:cubicBezTo>
                    <a:pt x="1039" y="517"/>
                    <a:pt x="1043" y="517"/>
                    <a:pt x="1042" y="520"/>
                  </a:cubicBezTo>
                  <a:cubicBezTo>
                    <a:pt x="1040" y="523"/>
                    <a:pt x="1037" y="527"/>
                    <a:pt x="1041" y="531"/>
                  </a:cubicBezTo>
                  <a:cubicBezTo>
                    <a:pt x="1044" y="535"/>
                    <a:pt x="1045" y="539"/>
                    <a:pt x="1044" y="544"/>
                  </a:cubicBezTo>
                  <a:cubicBezTo>
                    <a:pt x="1042" y="550"/>
                    <a:pt x="1045" y="549"/>
                    <a:pt x="1049" y="541"/>
                  </a:cubicBezTo>
                  <a:cubicBezTo>
                    <a:pt x="1052" y="534"/>
                    <a:pt x="1053" y="527"/>
                    <a:pt x="1050" y="526"/>
                  </a:cubicBezTo>
                  <a:cubicBezTo>
                    <a:pt x="1048" y="526"/>
                    <a:pt x="1048" y="518"/>
                    <a:pt x="1051" y="522"/>
                  </a:cubicBezTo>
                  <a:cubicBezTo>
                    <a:pt x="1054" y="525"/>
                    <a:pt x="1055" y="526"/>
                    <a:pt x="1059" y="521"/>
                  </a:cubicBezTo>
                  <a:cubicBezTo>
                    <a:pt x="1063" y="517"/>
                    <a:pt x="1068" y="509"/>
                    <a:pt x="1065" y="507"/>
                  </a:cubicBezTo>
                  <a:cubicBezTo>
                    <a:pt x="1062" y="505"/>
                    <a:pt x="1066" y="504"/>
                    <a:pt x="1071" y="504"/>
                  </a:cubicBezTo>
                  <a:cubicBezTo>
                    <a:pt x="1076" y="504"/>
                    <a:pt x="1087" y="501"/>
                    <a:pt x="1088" y="499"/>
                  </a:cubicBezTo>
                  <a:cubicBezTo>
                    <a:pt x="1090" y="494"/>
                    <a:pt x="1070" y="502"/>
                    <a:pt x="1070" y="499"/>
                  </a:cubicBezTo>
                  <a:cubicBezTo>
                    <a:pt x="1070" y="496"/>
                    <a:pt x="1083" y="493"/>
                    <a:pt x="1089" y="493"/>
                  </a:cubicBezTo>
                  <a:cubicBezTo>
                    <a:pt x="1094" y="493"/>
                    <a:pt x="1092" y="485"/>
                    <a:pt x="1094" y="488"/>
                  </a:cubicBezTo>
                  <a:cubicBezTo>
                    <a:pt x="1097" y="492"/>
                    <a:pt x="1100" y="491"/>
                    <a:pt x="1104" y="489"/>
                  </a:cubicBezTo>
                  <a:cubicBezTo>
                    <a:pt x="1107" y="487"/>
                    <a:pt x="1104" y="481"/>
                    <a:pt x="1101" y="480"/>
                  </a:cubicBezTo>
                  <a:cubicBezTo>
                    <a:pt x="1097" y="479"/>
                    <a:pt x="1103" y="477"/>
                    <a:pt x="1102" y="475"/>
                  </a:cubicBezTo>
                  <a:cubicBezTo>
                    <a:pt x="1101" y="472"/>
                    <a:pt x="1105" y="463"/>
                    <a:pt x="1109" y="462"/>
                  </a:cubicBezTo>
                  <a:cubicBezTo>
                    <a:pt x="1114" y="461"/>
                    <a:pt x="1112" y="458"/>
                    <a:pt x="1116" y="458"/>
                  </a:cubicBezTo>
                  <a:cubicBezTo>
                    <a:pt x="1120" y="458"/>
                    <a:pt x="1121" y="454"/>
                    <a:pt x="1124" y="450"/>
                  </a:cubicBezTo>
                  <a:cubicBezTo>
                    <a:pt x="1128" y="447"/>
                    <a:pt x="1133" y="456"/>
                    <a:pt x="1138" y="451"/>
                  </a:cubicBezTo>
                  <a:cubicBezTo>
                    <a:pt x="1140" y="448"/>
                    <a:pt x="1143" y="446"/>
                    <a:pt x="1147" y="444"/>
                  </a:cubicBezTo>
                  <a:cubicBezTo>
                    <a:pt x="1134" y="427"/>
                    <a:pt x="1137" y="416"/>
                    <a:pt x="1137" y="41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0" name="Freeform 126"/>
            <p:cNvSpPr>
              <a:spLocks noEditPoints="1" noChangeArrowheads="1"/>
            </p:cNvSpPr>
            <p:nvPr/>
          </p:nvSpPr>
          <p:spPr bwMode="auto">
            <a:xfrm>
              <a:off x="3444886" y="1455738"/>
              <a:ext cx="276226" cy="196851"/>
            </a:xfrm>
            <a:custGeom>
              <a:avLst/>
              <a:gdLst>
                <a:gd name="T0" fmla="*/ 143 w 145"/>
                <a:gd name="T1" fmla="*/ 18 h 103"/>
                <a:gd name="T2" fmla="*/ 132 w 145"/>
                <a:gd name="T3" fmla="*/ 18 h 103"/>
                <a:gd name="T4" fmla="*/ 118 w 145"/>
                <a:gd name="T5" fmla="*/ 15 h 103"/>
                <a:gd name="T6" fmla="*/ 113 w 145"/>
                <a:gd name="T7" fmla="*/ 13 h 103"/>
                <a:gd name="T8" fmla="*/ 104 w 145"/>
                <a:gd name="T9" fmla="*/ 14 h 103"/>
                <a:gd name="T10" fmla="*/ 93 w 145"/>
                <a:gd name="T11" fmla="*/ 9 h 103"/>
                <a:gd name="T12" fmla="*/ 87 w 145"/>
                <a:gd name="T13" fmla="*/ 6 h 103"/>
                <a:gd name="T14" fmla="*/ 67 w 145"/>
                <a:gd name="T15" fmla="*/ 4 h 103"/>
                <a:gd name="T16" fmla="*/ 30 w 145"/>
                <a:gd name="T17" fmla="*/ 3 h 103"/>
                <a:gd name="T18" fmla="*/ 16 w 145"/>
                <a:gd name="T19" fmla="*/ 0 h 103"/>
                <a:gd name="T20" fmla="*/ 7 w 145"/>
                <a:gd name="T21" fmla="*/ 6 h 103"/>
                <a:gd name="T22" fmla="*/ 5 w 145"/>
                <a:gd name="T23" fmla="*/ 14 h 103"/>
                <a:gd name="T24" fmla="*/ 7 w 145"/>
                <a:gd name="T25" fmla="*/ 25 h 103"/>
                <a:gd name="T26" fmla="*/ 10 w 145"/>
                <a:gd name="T27" fmla="*/ 23 h 103"/>
                <a:gd name="T28" fmla="*/ 14 w 145"/>
                <a:gd name="T29" fmla="*/ 24 h 103"/>
                <a:gd name="T30" fmla="*/ 21 w 145"/>
                <a:gd name="T31" fmla="*/ 25 h 103"/>
                <a:gd name="T32" fmla="*/ 25 w 145"/>
                <a:gd name="T33" fmla="*/ 25 h 103"/>
                <a:gd name="T34" fmla="*/ 32 w 145"/>
                <a:gd name="T35" fmla="*/ 27 h 103"/>
                <a:gd name="T36" fmla="*/ 35 w 145"/>
                <a:gd name="T37" fmla="*/ 31 h 103"/>
                <a:gd name="T38" fmla="*/ 27 w 145"/>
                <a:gd name="T39" fmla="*/ 38 h 103"/>
                <a:gd name="T40" fmla="*/ 28 w 145"/>
                <a:gd name="T41" fmla="*/ 48 h 103"/>
                <a:gd name="T42" fmla="*/ 26 w 145"/>
                <a:gd name="T43" fmla="*/ 56 h 103"/>
                <a:gd name="T44" fmla="*/ 23 w 145"/>
                <a:gd name="T45" fmla="*/ 60 h 103"/>
                <a:gd name="T46" fmla="*/ 27 w 145"/>
                <a:gd name="T47" fmla="*/ 66 h 103"/>
                <a:gd name="T48" fmla="*/ 24 w 145"/>
                <a:gd name="T49" fmla="*/ 73 h 103"/>
                <a:gd name="T50" fmla="*/ 26 w 145"/>
                <a:gd name="T51" fmla="*/ 78 h 103"/>
                <a:gd name="T52" fmla="*/ 22 w 145"/>
                <a:gd name="T53" fmla="*/ 85 h 103"/>
                <a:gd name="T54" fmla="*/ 23 w 145"/>
                <a:gd name="T55" fmla="*/ 89 h 103"/>
                <a:gd name="T56" fmla="*/ 29 w 145"/>
                <a:gd name="T57" fmla="*/ 89 h 103"/>
                <a:gd name="T58" fmla="*/ 43 w 145"/>
                <a:gd name="T59" fmla="*/ 102 h 103"/>
                <a:gd name="T60" fmla="*/ 46 w 145"/>
                <a:gd name="T61" fmla="*/ 99 h 103"/>
                <a:gd name="T62" fmla="*/ 52 w 145"/>
                <a:gd name="T63" fmla="*/ 98 h 103"/>
                <a:gd name="T64" fmla="*/ 63 w 145"/>
                <a:gd name="T65" fmla="*/ 94 h 103"/>
                <a:gd name="T66" fmla="*/ 77 w 145"/>
                <a:gd name="T67" fmla="*/ 94 h 103"/>
                <a:gd name="T68" fmla="*/ 85 w 145"/>
                <a:gd name="T69" fmla="*/ 90 h 103"/>
                <a:gd name="T70" fmla="*/ 94 w 145"/>
                <a:gd name="T71" fmla="*/ 84 h 103"/>
                <a:gd name="T72" fmla="*/ 98 w 145"/>
                <a:gd name="T73" fmla="*/ 76 h 103"/>
                <a:gd name="T74" fmla="*/ 106 w 145"/>
                <a:gd name="T75" fmla="*/ 67 h 103"/>
                <a:gd name="T76" fmla="*/ 107 w 145"/>
                <a:gd name="T77" fmla="*/ 51 h 103"/>
                <a:gd name="T78" fmla="*/ 116 w 145"/>
                <a:gd name="T79" fmla="*/ 40 h 103"/>
                <a:gd name="T80" fmla="*/ 126 w 145"/>
                <a:gd name="T81" fmla="*/ 34 h 103"/>
                <a:gd name="T82" fmla="*/ 139 w 145"/>
                <a:gd name="T83" fmla="*/ 28 h 103"/>
                <a:gd name="T84" fmla="*/ 143 w 145"/>
                <a:gd name="T85" fmla="*/ 18 h 103"/>
                <a:gd name="T86" fmla="*/ 144 w 145"/>
                <a:gd name="T87" fmla="*/ 55 h 103"/>
                <a:gd name="T88" fmla="*/ 134 w 145"/>
                <a:gd name="T89" fmla="*/ 58 h 103"/>
                <a:gd name="T90" fmla="*/ 144 w 145"/>
                <a:gd name="T91" fmla="*/ 55 h 10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45"/>
                <a:gd name="T139" fmla="*/ 0 h 103"/>
                <a:gd name="T140" fmla="*/ 145 w 145"/>
                <a:gd name="T141" fmla="*/ 103 h 10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45" h="103">
                  <a:moveTo>
                    <a:pt x="143" y="18"/>
                  </a:moveTo>
                  <a:cubicBezTo>
                    <a:pt x="139" y="18"/>
                    <a:pt x="135" y="18"/>
                    <a:pt x="132" y="18"/>
                  </a:cubicBezTo>
                  <a:cubicBezTo>
                    <a:pt x="128" y="17"/>
                    <a:pt x="120" y="17"/>
                    <a:pt x="118" y="15"/>
                  </a:cubicBezTo>
                  <a:cubicBezTo>
                    <a:pt x="116" y="12"/>
                    <a:pt x="113" y="11"/>
                    <a:pt x="113" y="13"/>
                  </a:cubicBezTo>
                  <a:cubicBezTo>
                    <a:pt x="113" y="16"/>
                    <a:pt x="107" y="16"/>
                    <a:pt x="104" y="14"/>
                  </a:cubicBezTo>
                  <a:cubicBezTo>
                    <a:pt x="101" y="12"/>
                    <a:pt x="96" y="10"/>
                    <a:pt x="93" y="9"/>
                  </a:cubicBezTo>
                  <a:cubicBezTo>
                    <a:pt x="92" y="8"/>
                    <a:pt x="89" y="7"/>
                    <a:pt x="87" y="6"/>
                  </a:cubicBezTo>
                  <a:cubicBezTo>
                    <a:pt x="83" y="6"/>
                    <a:pt x="74" y="3"/>
                    <a:pt x="67" y="4"/>
                  </a:cubicBezTo>
                  <a:cubicBezTo>
                    <a:pt x="60" y="4"/>
                    <a:pt x="39" y="3"/>
                    <a:pt x="30" y="3"/>
                  </a:cubicBezTo>
                  <a:cubicBezTo>
                    <a:pt x="22" y="4"/>
                    <a:pt x="21" y="0"/>
                    <a:pt x="16" y="0"/>
                  </a:cubicBezTo>
                  <a:cubicBezTo>
                    <a:pt x="12" y="0"/>
                    <a:pt x="14" y="5"/>
                    <a:pt x="7" y="6"/>
                  </a:cubicBezTo>
                  <a:cubicBezTo>
                    <a:pt x="0" y="6"/>
                    <a:pt x="0" y="10"/>
                    <a:pt x="5" y="14"/>
                  </a:cubicBezTo>
                  <a:cubicBezTo>
                    <a:pt x="7" y="16"/>
                    <a:pt x="7" y="20"/>
                    <a:pt x="7" y="25"/>
                  </a:cubicBezTo>
                  <a:cubicBezTo>
                    <a:pt x="8" y="25"/>
                    <a:pt x="9" y="24"/>
                    <a:pt x="10" y="23"/>
                  </a:cubicBezTo>
                  <a:cubicBezTo>
                    <a:pt x="12" y="21"/>
                    <a:pt x="14" y="21"/>
                    <a:pt x="14" y="24"/>
                  </a:cubicBezTo>
                  <a:cubicBezTo>
                    <a:pt x="14" y="26"/>
                    <a:pt x="18" y="25"/>
                    <a:pt x="21" y="25"/>
                  </a:cubicBezTo>
                  <a:cubicBezTo>
                    <a:pt x="23" y="25"/>
                    <a:pt x="22" y="27"/>
                    <a:pt x="25" y="25"/>
                  </a:cubicBezTo>
                  <a:cubicBezTo>
                    <a:pt x="28" y="23"/>
                    <a:pt x="32" y="24"/>
                    <a:pt x="32" y="27"/>
                  </a:cubicBezTo>
                  <a:cubicBezTo>
                    <a:pt x="32" y="29"/>
                    <a:pt x="38" y="28"/>
                    <a:pt x="35" y="31"/>
                  </a:cubicBezTo>
                  <a:cubicBezTo>
                    <a:pt x="31" y="34"/>
                    <a:pt x="27" y="35"/>
                    <a:pt x="27" y="38"/>
                  </a:cubicBezTo>
                  <a:cubicBezTo>
                    <a:pt x="27" y="40"/>
                    <a:pt x="31" y="45"/>
                    <a:pt x="28" y="48"/>
                  </a:cubicBezTo>
                  <a:cubicBezTo>
                    <a:pt x="25" y="51"/>
                    <a:pt x="29" y="56"/>
                    <a:pt x="26" y="56"/>
                  </a:cubicBezTo>
                  <a:cubicBezTo>
                    <a:pt x="23" y="56"/>
                    <a:pt x="20" y="57"/>
                    <a:pt x="23" y="60"/>
                  </a:cubicBezTo>
                  <a:cubicBezTo>
                    <a:pt x="27" y="64"/>
                    <a:pt x="29" y="66"/>
                    <a:pt x="27" y="66"/>
                  </a:cubicBezTo>
                  <a:cubicBezTo>
                    <a:pt x="24" y="66"/>
                    <a:pt x="23" y="71"/>
                    <a:pt x="24" y="73"/>
                  </a:cubicBezTo>
                  <a:cubicBezTo>
                    <a:pt x="25" y="74"/>
                    <a:pt x="31" y="77"/>
                    <a:pt x="26" y="78"/>
                  </a:cubicBezTo>
                  <a:cubicBezTo>
                    <a:pt x="22" y="79"/>
                    <a:pt x="22" y="83"/>
                    <a:pt x="22" y="85"/>
                  </a:cubicBezTo>
                  <a:cubicBezTo>
                    <a:pt x="22" y="86"/>
                    <a:pt x="22" y="87"/>
                    <a:pt x="23" y="89"/>
                  </a:cubicBezTo>
                  <a:cubicBezTo>
                    <a:pt x="25" y="88"/>
                    <a:pt x="27" y="88"/>
                    <a:pt x="29" y="89"/>
                  </a:cubicBezTo>
                  <a:cubicBezTo>
                    <a:pt x="34" y="91"/>
                    <a:pt x="37" y="103"/>
                    <a:pt x="43" y="102"/>
                  </a:cubicBezTo>
                  <a:cubicBezTo>
                    <a:pt x="46" y="102"/>
                    <a:pt x="44" y="100"/>
                    <a:pt x="46" y="99"/>
                  </a:cubicBezTo>
                  <a:cubicBezTo>
                    <a:pt x="47" y="97"/>
                    <a:pt x="50" y="98"/>
                    <a:pt x="52" y="98"/>
                  </a:cubicBezTo>
                  <a:cubicBezTo>
                    <a:pt x="55" y="98"/>
                    <a:pt x="56" y="94"/>
                    <a:pt x="63" y="94"/>
                  </a:cubicBezTo>
                  <a:cubicBezTo>
                    <a:pt x="69" y="94"/>
                    <a:pt x="73" y="94"/>
                    <a:pt x="77" y="94"/>
                  </a:cubicBezTo>
                  <a:cubicBezTo>
                    <a:pt x="81" y="94"/>
                    <a:pt x="84" y="93"/>
                    <a:pt x="85" y="90"/>
                  </a:cubicBezTo>
                  <a:cubicBezTo>
                    <a:pt x="86" y="87"/>
                    <a:pt x="89" y="84"/>
                    <a:pt x="94" y="84"/>
                  </a:cubicBezTo>
                  <a:cubicBezTo>
                    <a:pt x="98" y="83"/>
                    <a:pt x="98" y="78"/>
                    <a:pt x="98" y="76"/>
                  </a:cubicBezTo>
                  <a:cubicBezTo>
                    <a:pt x="98" y="73"/>
                    <a:pt x="106" y="69"/>
                    <a:pt x="106" y="67"/>
                  </a:cubicBezTo>
                  <a:cubicBezTo>
                    <a:pt x="107" y="65"/>
                    <a:pt x="102" y="57"/>
                    <a:pt x="107" y="51"/>
                  </a:cubicBezTo>
                  <a:cubicBezTo>
                    <a:pt x="111" y="44"/>
                    <a:pt x="116" y="43"/>
                    <a:pt x="116" y="40"/>
                  </a:cubicBezTo>
                  <a:cubicBezTo>
                    <a:pt x="116" y="36"/>
                    <a:pt x="121" y="35"/>
                    <a:pt x="126" y="34"/>
                  </a:cubicBezTo>
                  <a:cubicBezTo>
                    <a:pt x="132" y="33"/>
                    <a:pt x="134" y="30"/>
                    <a:pt x="139" y="28"/>
                  </a:cubicBezTo>
                  <a:cubicBezTo>
                    <a:pt x="143" y="26"/>
                    <a:pt x="144" y="23"/>
                    <a:pt x="143" y="18"/>
                  </a:cubicBezTo>
                  <a:close/>
                  <a:moveTo>
                    <a:pt x="144" y="55"/>
                  </a:moveTo>
                  <a:cubicBezTo>
                    <a:pt x="143" y="49"/>
                    <a:pt x="132" y="56"/>
                    <a:pt x="134" y="58"/>
                  </a:cubicBezTo>
                  <a:cubicBezTo>
                    <a:pt x="139" y="61"/>
                    <a:pt x="145" y="60"/>
                    <a:pt x="144" y="5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1" name="Freeform 127"/>
            <p:cNvSpPr>
              <a:spLocks noEditPoints="1" noChangeArrowheads="1"/>
            </p:cNvSpPr>
            <p:nvPr/>
          </p:nvSpPr>
          <p:spPr bwMode="auto">
            <a:xfrm>
              <a:off x="4075127" y="1506539"/>
              <a:ext cx="136526" cy="169864"/>
            </a:xfrm>
            <a:custGeom>
              <a:avLst/>
              <a:gdLst>
                <a:gd name="T0" fmla="*/ 70 w 71"/>
                <a:gd name="T1" fmla="*/ 0 h 89"/>
                <a:gd name="T2" fmla="*/ 65 w 71"/>
                <a:gd name="T3" fmla="*/ 2 h 89"/>
                <a:gd name="T4" fmla="*/ 61 w 71"/>
                <a:gd name="T5" fmla="*/ 5 h 89"/>
                <a:gd name="T6" fmla="*/ 49 w 71"/>
                <a:gd name="T7" fmla="*/ 3 h 89"/>
                <a:gd name="T8" fmla="*/ 34 w 71"/>
                <a:gd name="T9" fmla="*/ 3 h 89"/>
                <a:gd name="T10" fmla="*/ 33 w 71"/>
                <a:gd name="T11" fmla="*/ 3 h 89"/>
                <a:gd name="T12" fmla="*/ 23 w 71"/>
                <a:gd name="T13" fmla="*/ 8 h 89"/>
                <a:gd name="T14" fmla="*/ 18 w 71"/>
                <a:gd name="T15" fmla="*/ 11 h 89"/>
                <a:gd name="T16" fmla="*/ 10 w 71"/>
                <a:gd name="T17" fmla="*/ 12 h 89"/>
                <a:gd name="T18" fmla="*/ 6 w 71"/>
                <a:gd name="T19" fmla="*/ 19 h 89"/>
                <a:gd name="T20" fmla="*/ 3 w 71"/>
                <a:gd name="T21" fmla="*/ 23 h 89"/>
                <a:gd name="T22" fmla="*/ 0 w 71"/>
                <a:gd name="T23" fmla="*/ 29 h 89"/>
                <a:gd name="T24" fmla="*/ 0 w 71"/>
                <a:gd name="T25" fmla="*/ 29 h 89"/>
                <a:gd name="T26" fmla="*/ 6 w 71"/>
                <a:gd name="T27" fmla="*/ 39 h 89"/>
                <a:gd name="T28" fmla="*/ 14 w 71"/>
                <a:gd name="T29" fmla="*/ 42 h 89"/>
                <a:gd name="T30" fmla="*/ 25 w 71"/>
                <a:gd name="T31" fmla="*/ 45 h 89"/>
                <a:gd name="T32" fmla="*/ 13 w 71"/>
                <a:gd name="T33" fmla="*/ 46 h 89"/>
                <a:gd name="T34" fmla="*/ 15 w 71"/>
                <a:gd name="T35" fmla="*/ 56 h 89"/>
                <a:gd name="T36" fmla="*/ 21 w 71"/>
                <a:gd name="T37" fmla="*/ 64 h 89"/>
                <a:gd name="T38" fmla="*/ 31 w 71"/>
                <a:gd name="T39" fmla="*/ 69 h 89"/>
                <a:gd name="T40" fmla="*/ 29 w 71"/>
                <a:gd name="T41" fmla="*/ 57 h 89"/>
                <a:gd name="T42" fmla="*/ 37 w 71"/>
                <a:gd name="T43" fmla="*/ 57 h 89"/>
                <a:gd name="T44" fmla="*/ 32 w 71"/>
                <a:gd name="T45" fmla="*/ 53 h 89"/>
                <a:gd name="T46" fmla="*/ 36 w 71"/>
                <a:gd name="T47" fmla="*/ 50 h 89"/>
                <a:gd name="T48" fmla="*/ 44 w 71"/>
                <a:gd name="T49" fmla="*/ 49 h 89"/>
                <a:gd name="T50" fmla="*/ 40 w 71"/>
                <a:gd name="T51" fmla="*/ 40 h 89"/>
                <a:gd name="T52" fmla="*/ 31 w 71"/>
                <a:gd name="T53" fmla="*/ 41 h 89"/>
                <a:gd name="T54" fmla="*/ 35 w 71"/>
                <a:gd name="T55" fmla="*/ 35 h 89"/>
                <a:gd name="T56" fmla="*/ 26 w 71"/>
                <a:gd name="T57" fmla="*/ 22 h 89"/>
                <a:gd name="T58" fmla="*/ 31 w 71"/>
                <a:gd name="T59" fmla="*/ 19 h 89"/>
                <a:gd name="T60" fmla="*/ 40 w 71"/>
                <a:gd name="T61" fmla="*/ 20 h 89"/>
                <a:gd name="T62" fmla="*/ 43 w 71"/>
                <a:gd name="T63" fmla="*/ 12 h 89"/>
                <a:gd name="T64" fmla="*/ 49 w 71"/>
                <a:gd name="T65" fmla="*/ 14 h 89"/>
                <a:gd name="T66" fmla="*/ 58 w 71"/>
                <a:gd name="T67" fmla="*/ 10 h 89"/>
                <a:gd name="T68" fmla="*/ 65 w 71"/>
                <a:gd name="T69" fmla="*/ 13 h 89"/>
                <a:gd name="T70" fmla="*/ 68 w 71"/>
                <a:gd name="T71" fmla="*/ 9 h 89"/>
                <a:gd name="T72" fmla="*/ 71 w 71"/>
                <a:gd name="T73" fmla="*/ 4 h 89"/>
                <a:gd name="T74" fmla="*/ 70 w 71"/>
                <a:gd name="T75" fmla="*/ 0 h 89"/>
                <a:gd name="T76" fmla="*/ 61 w 71"/>
                <a:gd name="T77" fmla="*/ 84 h 89"/>
                <a:gd name="T78" fmla="*/ 43 w 71"/>
                <a:gd name="T79" fmla="*/ 82 h 89"/>
                <a:gd name="T80" fmla="*/ 36 w 71"/>
                <a:gd name="T81" fmla="*/ 85 h 89"/>
                <a:gd name="T82" fmla="*/ 53 w 71"/>
                <a:gd name="T83" fmla="*/ 89 h 89"/>
                <a:gd name="T84" fmla="*/ 68 w 71"/>
                <a:gd name="T85" fmla="*/ 84 h 89"/>
                <a:gd name="T86" fmla="*/ 61 w 71"/>
                <a:gd name="T87" fmla="*/ 84 h 8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1"/>
                <a:gd name="T133" fmla="*/ 0 h 89"/>
                <a:gd name="T134" fmla="*/ 71 w 71"/>
                <a:gd name="T135" fmla="*/ 89 h 8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1" h="89">
                  <a:moveTo>
                    <a:pt x="70" y="0"/>
                  </a:moveTo>
                  <a:cubicBezTo>
                    <a:pt x="68" y="0"/>
                    <a:pt x="64" y="1"/>
                    <a:pt x="65" y="2"/>
                  </a:cubicBezTo>
                  <a:cubicBezTo>
                    <a:pt x="66" y="4"/>
                    <a:pt x="63" y="5"/>
                    <a:pt x="61" y="5"/>
                  </a:cubicBezTo>
                  <a:cubicBezTo>
                    <a:pt x="61" y="5"/>
                    <a:pt x="51" y="4"/>
                    <a:pt x="49" y="3"/>
                  </a:cubicBezTo>
                  <a:cubicBezTo>
                    <a:pt x="47" y="2"/>
                    <a:pt x="38" y="2"/>
                    <a:pt x="34" y="3"/>
                  </a:cubicBezTo>
                  <a:cubicBezTo>
                    <a:pt x="34" y="3"/>
                    <a:pt x="33" y="3"/>
                    <a:pt x="33" y="3"/>
                  </a:cubicBezTo>
                  <a:cubicBezTo>
                    <a:pt x="32" y="5"/>
                    <a:pt x="24" y="9"/>
                    <a:pt x="23" y="8"/>
                  </a:cubicBezTo>
                  <a:cubicBezTo>
                    <a:pt x="21" y="7"/>
                    <a:pt x="21" y="11"/>
                    <a:pt x="18" y="11"/>
                  </a:cubicBezTo>
                  <a:cubicBezTo>
                    <a:pt x="15" y="12"/>
                    <a:pt x="10" y="11"/>
                    <a:pt x="10" y="12"/>
                  </a:cubicBezTo>
                  <a:cubicBezTo>
                    <a:pt x="10" y="14"/>
                    <a:pt x="8" y="17"/>
                    <a:pt x="6" y="19"/>
                  </a:cubicBezTo>
                  <a:cubicBezTo>
                    <a:pt x="4" y="21"/>
                    <a:pt x="6" y="23"/>
                    <a:pt x="3" y="23"/>
                  </a:cubicBezTo>
                  <a:cubicBezTo>
                    <a:pt x="1" y="23"/>
                    <a:pt x="1" y="26"/>
                    <a:pt x="0" y="29"/>
                  </a:cubicBezTo>
                  <a:cubicBezTo>
                    <a:pt x="0" y="29"/>
                    <a:pt x="0" y="29"/>
                    <a:pt x="0" y="29"/>
                  </a:cubicBezTo>
                  <a:cubicBezTo>
                    <a:pt x="4" y="31"/>
                    <a:pt x="7" y="35"/>
                    <a:pt x="6" y="39"/>
                  </a:cubicBezTo>
                  <a:cubicBezTo>
                    <a:pt x="6" y="43"/>
                    <a:pt x="12" y="45"/>
                    <a:pt x="14" y="42"/>
                  </a:cubicBezTo>
                  <a:cubicBezTo>
                    <a:pt x="17" y="39"/>
                    <a:pt x="25" y="43"/>
                    <a:pt x="25" y="45"/>
                  </a:cubicBezTo>
                  <a:cubicBezTo>
                    <a:pt x="25" y="47"/>
                    <a:pt x="17" y="43"/>
                    <a:pt x="13" y="46"/>
                  </a:cubicBezTo>
                  <a:cubicBezTo>
                    <a:pt x="8" y="50"/>
                    <a:pt x="16" y="53"/>
                    <a:pt x="15" y="56"/>
                  </a:cubicBezTo>
                  <a:cubicBezTo>
                    <a:pt x="14" y="59"/>
                    <a:pt x="17" y="64"/>
                    <a:pt x="21" y="64"/>
                  </a:cubicBezTo>
                  <a:cubicBezTo>
                    <a:pt x="25" y="64"/>
                    <a:pt x="29" y="70"/>
                    <a:pt x="31" y="69"/>
                  </a:cubicBezTo>
                  <a:cubicBezTo>
                    <a:pt x="34" y="68"/>
                    <a:pt x="28" y="59"/>
                    <a:pt x="29" y="57"/>
                  </a:cubicBezTo>
                  <a:cubicBezTo>
                    <a:pt x="30" y="56"/>
                    <a:pt x="35" y="60"/>
                    <a:pt x="37" y="57"/>
                  </a:cubicBezTo>
                  <a:cubicBezTo>
                    <a:pt x="39" y="54"/>
                    <a:pt x="35" y="52"/>
                    <a:pt x="32" y="53"/>
                  </a:cubicBezTo>
                  <a:cubicBezTo>
                    <a:pt x="28" y="53"/>
                    <a:pt x="32" y="48"/>
                    <a:pt x="36" y="50"/>
                  </a:cubicBezTo>
                  <a:cubicBezTo>
                    <a:pt x="40" y="53"/>
                    <a:pt x="42" y="50"/>
                    <a:pt x="44" y="49"/>
                  </a:cubicBezTo>
                  <a:cubicBezTo>
                    <a:pt x="46" y="49"/>
                    <a:pt x="47" y="42"/>
                    <a:pt x="40" y="40"/>
                  </a:cubicBezTo>
                  <a:cubicBezTo>
                    <a:pt x="34" y="39"/>
                    <a:pt x="35" y="45"/>
                    <a:pt x="31" y="41"/>
                  </a:cubicBezTo>
                  <a:cubicBezTo>
                    <a:pt x="27" y="36"/>
                    <a:pt x="35" y="38"/>
                    <a:pt x="35" y="35"/>
                  </a:cubicBezTo>
                  <a:cubicBezTo>
                    <a:pt x="35" y="31"/>
                    <a:pt x="29" y="26"/>
                    <a:pt x="26" y="22"/>
                  </a:cubicBezTo>
                  <a:cubicBezTo>
                    <a:pt x="23" y="18"/>
                    <a:pt x="30" y="16"/>
                    <a:pt x="31" y="19"/>
                  </a:cubicBezTo>
                  <a:cubicBezTo>
                    <a:pt x="33" y="22"/>
                    <a:pt x="38" y="21"/>
                    <a:pt x="40" y="20"/>
                  </a:cubicBezTo>
                  <a:cubicBezTo>
                    <a:pt x="43" y="19"/>
                    <a:pt x="37" y="14"/>
                    <a:pt x="43" y="12"/>
                  </a:cubicBezTo>
                  <a:cubicBezTo>
                    <a:pt x="48" y="10"/>
                    <a:pt x="48" y="13"/>
                    <a:pt x="49" y="14"/>
                  </a:cubicBezTo>
                  <a:cubicBezTo>
                    <a:pt x="51" y="14"/>
                    <a:pt x="53" y="10"/>
                    <a:pt x="58" y="10"/>
                  </a:cubicBezTo>
                  <a:cubicBezTo>
                    <a:pt x="61" y="10"/>
                    <a:pt x="63" y="11"/>
                    <a:pt x="65" y="13"/>
                  </a:cubicBezTo>
                  <a:cubicBezTo>
                    <a:pt x="67" y="12"/>
                    <a:pt x="68" y="11"/>
                    <a:pt x="68" y="9"/>
                  </a:cubicBezTo>
                  <a:cubicBezTo>
                    <a:pt x="68" y="8"/>
                    <a:pt x="71" y="7"/>
                    <a:pt x="71" y="4"/>
                  </a:cubicBezTo>
                  <a:cubicBezTo>
                    <a:pt x="71" y="3"/>
                    <a:pt x="71" y="1"/>
                    <a:pt x="70" y="0"/>
                  </a:cubicBezTo>
                  <a:close/>
                  <a:moveTo>
                    <a:pt x="61" y="84"/>
                  </a:moveTo>
                  <a:cubicBezTo>
                    <a:pt x="58" y="82"/>
                    <a:pt x="46" y="85"/>
                    <a:pt x="43" y="82"/>
                  </a:cubicBezTo>
                  <a:cubicBezTo>
                    <a:pt x="40" y="79"/>
                    <a:pt x="34" y="84"/>
                    <a:pt x="36" y="85"/>
                  </a:cubicBezTo>
                  <a:cubicBezTo>
                    <a:pt x="40" y="85"/>
                    <a:pt x="46" y="89"/>
                    <a:pt x="53" y="89"/>
                  </a:cubicBezTo>
                  <a:cubicBezTo>
                    <a:pt x="59" y="89"/>
                    <a:pt x="68" y="86"/>
                    <a:pt x="68" y="84"/>
                  </a:cubicBezTo>
                  <a:cubicBezTo>
                    <a:pt x="68" y="83"/>
                    <a:pt x="64" y="85"/>
                    <a:pt x="61" y="8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2" name="Freeform 128"/>
            <p:cNvSpPr>
              <a:spLocks noChangeArrowheads="1"/>
            </p:cNvSpPr>
            <p:nvPr/>
          </p:nvSpPr>
          <p:spPr bwMode="auto">
            <a:xfrm>
              <a:off x="4329128" y="1654176"/>
              <a:ext cx="55564" cy="34925"/>
            </a:xfrm>
            <a:custGeom>
              <a:avLst/>
              <a:gdLst>
                <a:gd name="T0" fmla="*/ 20 w 29"/>
                <a:gd name="T1" fmla="*/ 11 h 18"/>
                <a:gd name="T2" fmla="*/ 26 w 29"/>
                <a:gd name="T3" fmla="*/ 4 h 18"/>
                <a:gd name="T4" fmla="*/ 25 w 29"/>
                <a:gd name="T5" fmla="*/ 2 h 18"/>
                <a:gd name="T6" fmla="*/ 9 w 29"/>
                <a:gd name="T7" fmla="*/ 7 h 18"/>
                <a:gd name="T8" fmla="*/ 4 w 29"/>
                <a:gd name="T9" fmla="*/ 15 h 18"/>
                <a:gd name="T10" fmla="*/ 20 w 29"/>
                <a:gd name="T11" fmla="*/ 11 h 18"/>
                <a:gd name="T12" fmla="*/ 0 60000 65536"/>
                <a:gd name="T13" fmla="*/ 0 60000 65536"/>
                <a:gd name="T14" fmla="*/ 0 60000 65536"/>
                <a:gd name="T15" fmla="*/ 0 60000 65536"/>
                <a:gd name="T16" fmla="*/ 0 60000 65536"/>
                <a:gd name="T17" fmla="*/ 0 60000 65536"/>
                <a:gd name="T18" fmla="*/ 0 w 29"/>
                <a:gd name="T19" fmla="*/ 0 h 18"/>
                <a:gd name="T20" fmla="*/ 29 w 29"/>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29" h="18">
                  <a:moveTo>
                    <a:pt x="20" y="11"/>
                  </a:moveTo>
                  <a:cubicBezTo>
                    <a:pt x="19" y="10"/>
                    <a:pt x="22" y="6"/>
                    <a:pt x="26" y="4"/>
                  </a:cubicBezTo>
                  <a:cubicBezTo>
                    <a:pt x="29" y="3"/>
                    <a:pt x="28" y="0"/>
                    <a:pt x="25" y="2"/>
                  </a:cubicBezTo>
                  <a:cubicBezTo>
                    <a:pt x="23" y="4"/>
                    <a:pt x="17" y="7"/>
                    <a:pt x="9" y="7"/>
                  </a:cubicBezTo>
                  <a:cubicBezTo>
                    <a:pt x="2" y="7"/>
                    <a:pt x="0" y="12"/>
                    <a:pt x="4" y="15"/>
                  </a:cubicBezTo>
                  <a:cubicBezTo>
                    <a:pt x="10" y="18"/>
                    <a:pt x="20" y="13"/>
                    <a:pt x="20" y="1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3" name="Freeform 129"/>
            <p:cNvSpPr>
              <a:spLocks noChangeArrowheads="1"/>
            </p:cNvSpPr>
            <p:nvPr/>
          </p:nvSpPr>
          <p:spPr bwMode="auto">
            <a:xfrm>
              <a:off x="3122624" y="754062"/>
              <a:ext cx="231776" cy="117475"/>
            </a:xfrm>
            <a:custGeom>
              <a:avLst/>
              <a:gdLst>
                <a:gd name="T0" fmla="*/ 102 w 121"/>
                <a:gd name="T1" fmla="*/ 44 h 61"/>
                <a:gd name="T2" fmla="*/ 111 w 121"/>
                <a:gd name="T3" fmla="*/ 36 h 61"/>
                <a:gd name="T4" fmla="*/ 120 w 121"/>
                <a:gd name="T5" fmla="*/ 28 h 61"/>
                <a:gd name="T6" fmla="*/ 114 w 121"/>
                <a:gd name="T7" fmla="*/ 19 h 61"/>
                <a:gd name="T8" fmla="*/ 108 w 121"/>
                <a:gd name="T9" fmla="*/ 13 h 61"/>
                <a:gd name="T10" fmla="*/ 106 w 121"/>
                <a:gd name="T11" fmla="*/ 6 h 61"/>
                <a:gd name="T12" fmla="*/ 98 w 121"/>
                <a:gd name="T13" fmla="*/ 7 h 61"/>
                <a:gd name="T14" fmla="*/ 87 w 121"/>
                <a:gd name="T15" fmla="*/ 2 h 61"/>
                <a:gd name="T16" fmla="*/ 86 w 121"/>
                <a:gd name="T17" fmla="*/ 8 h 61"/>
                <a:gd name="T18" fmla="*/ 79 w 121"/>
                <a:gd name="T19" fmla="*/ 9 h 61"/>
                <a:gd name="T20" fmla="*/ 75 w 121"/>
                <a:gd name="T21" fmla="*/ 9 h 61"/>
                <a:gd name="T22" fmla="*/ 68 w 121"/>
                <a:gd name="T23" fmla="*/ 10 h 61"/>
                <a:gd name="T24" fmla="*/ 62 w 121"/>
                <a:gd name="T25" fmla="*/ 8 h 61"/>
                <a:gd name="T26" fmla="*/ 55 w 121"/>
                <a:gd name="T27" fmla="*/ 13 h 61"/>
                <a:gd name="T28" fmla="*/ 50 w 121"/>
                <a:gd name="T29" fmla="*/ 11 h 61"/>
                <a:gd name="T30" fmla="*/ 45 w 121"/>
                <a:gd name="T31" fmla="*/ 14 h 61"/>
                <a:gd name="T32" fmla="*/ 44 w 121"/>
                <a:gd name="T33" fmla="*/ 20 h 61"/>
                <a:gd name="T34" fmla="*/ 36 w 121"/>
                <a:gd name="T35" fmla="*/ 23 h 61"/>
                <a:gd name="T36" fmla="*/ 33 w 121"/>
                <a:gd name="T37" fmla="*/ 14 h 61"/>
                <a:gd name="T38" fmla="*/ 16 w 121"/>
                <a:gd name="T39" fmla="*/ 3 h 61"/>
                <a:gd name="T40" fmla="*/ 18 w 121"/>
                <a:gd name="T41" fmla="*/ 9 h 61"/>
                <a:gd name="T42" fmla="*/ 14 w 121"/>
                <a:gd name="T43" fmla="*/ 9 h 61"/>
                <a:gd name="T44" fmla="*/ 6 w 121"/>
                <a:gd name="T45" fmla="*/ 11 h 61"/>
                <a:gd name="T46" fmla="*/ 1 w 121"/>
                <a:gd name="T47" fmla="*/ 19 h 61"/>
                <a:gd name="T48" fmla="*/ 12 w 121"/>
                <a:gd name="T49" fmla="*/ 22 h 61"/>
                <a:gd name="T50" fmla="*/ 25 w 121"/>
                <a:gd name="T51" fmla="*/ 22 h 61"/>
                <a:gd name="T52" fmla="*/ 23 w 121"/>
                <a:gd name="T53" fmla="*/ 27 h 61"/>
                <a:gd name="T54" fmla="*/ 17 w 121"/>
                <a:gd name="T55" fmla="*/ 30 h 61"/>
                <a:gd name="T56" fmla="*/ 4 w 121"/>
                <a:gd name="T57" fmla="*/ 34 h 61"/>
                <a:gd name="T58" fmla="*/ 21 w 121"/>
                <a:gd name="T59" fmla="*/ 34 h 61"/>
                <a:gd name="T60" fmla="*/ 25 w 121"/>
                <a:gd name="T61" fmla="*/ 38 h 61"/>
                <a:gd name="T62" fmla="*/ 28 w 121"/>
                <a:gd name="T63" fmla="*/ 42 h 61"/>
                <a:gd name="T64" fmla="*/ 24 w 121"/>
                <a:gd name="T65" fmla="*/ 47 h 61"/>
                <a:gd name="T66" fmla="*/ 19 w 121"/>
                <a:gd name="T67" fmla="*/ 51 h 61"/>
                <a:gd name="T68" fmla="*/ 33 w 121"/>
                <a:gd name="T69" fmla="*/ 50 h 61"/>
                <a:gd name="T70" fmla="*/ 53 w 121"/>
                <a:gd name="T71" fmla="*/ 59 h 61"/>
                <a:gd name="T72" fmla="*/ 73 w 121"/>
                <a:gd name="T73" fmla="*/ 54 h 61"/>
                <a:gd name="T74" fmla="*/ 87 w 121"/>
                <a:gd name="T75" fmla="*/ 49 h 61"/>
                <a:gd name="T76" fmla="*/ 102 w 121"/>
                <a:gd name="T77" fmla="*/ 44 h 6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
                <a:gd name="T118" fmla="*/ 0 h 61"/>
                <a:gd name="T119" fmla="*/ 121 w 121"/>
                <a:gd name="T120" fmla="*/ 61 h 6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 h="61">
                  <a:moveTo>
                    <a:pt x="102" y="44"/>
                  </a:moveTo>
                  <a:cubicBezTo>
                    <a:pt x="109" y="43"/>
                    <a:pt x="108" y="36"/>
                    <a:pt x="111" y="36"/>
                  </a:cubicBezTo>
                  <a:cubicBezTo>
                    <a:pt x="114" y="37"/>
                    <a:pt x="118" y="31"/>
                    <a:pt x="120" y="28"/>
                  </a:cubicBezTo>
                  <a:cubicBezTo>
                    <a:pt x="121" y="25"/>
                    <a:pt x="118" y="19"/>
                    <a:pt x="114" y="19"/>
                  </a:cubicBezTo>
                  <a:cubicBezTo>
                    <a:pt x="110" y="19"/>
                    <a:pt x="107" y="16"/>
                    <a:pt x="108" y="13"/>
                  </a:cubicBezTo>
                  <a:cubicBezTo>
                    <a:pt x="109" y="11"/>
                    <a:pt x="106" y="8"/>
                    <a:pt x="106" y="6"/>
                  </a:cubicBezTo>
                  <a:cubicBezTo>
                    <a:pt x="106" y="5"/>
                    <a:pt x="101" y="6"/>
                    <a:pt x="98" y="7"/>
                  </a:cubicBezTo>
                  <a:cubicBezTo>
                    <a:pt x="95" y="7"/>
                    <a:pt x="90" y="0"/>
                    <a:pt x="87" y="2"/>
                  </a:cubicBezTo>
                  <a:cubicBezTo>
                    <a:pt x="85" y="3"/>
                    <a:pt x="87" y="6"/>
                    <a:pt x="86" y="8"/>
                  </a:cubicBezTo>
                  <a:cubicBezTo>
                    <a:pt x="85" y="10"/>
                    <a:pt x="79" y="7"/>
                    <a:pt x="79" y="9"/>
                  </a:cubicBezTo>
                  <a:cubicBezTo>
                    <a:pt x="79" y="11"/>
                    <a:pt x="77" y="12"/>
                    <a:pt x="75" y="9"/>
                  </a:cubicBezTo>
                  <a:cubicBezTo>
                    <a:pt x="73" y="7"/>
                    <a:pt x="68" y="8"/>
                    <a:pt x="68" y="10"/>
                  </a:cubicBezTo>
                  <a:cubicBezTo>
                    <a:pt x="68" y="12"/>
                    <a:pt x="66" y="10"/>
                    <a:pt x="62" y="8"/>
                  </a:cubicBezTo>
                  <a:cubicBezTo>
                    <a:pt x="59" y="6"/>
                    <a:pt x="55" y="11"/>
                    <a:pt x="55" y="13"/>
                  </a:cubicBezTo>
                  <a:cubicBezTo>
                    <a:pt x="55" y="16"/>
                    <a:pt x="54" y="16"/>
                    <a:pt x="50" y="11"/>
                  </a:cubicBezTo>
                  <a:cubicBezTo>
                    <a:pt x="47" y="5"/>
                    <a:pt x="44" y="11"/>
                    <a:pt x="45" y="14"/>
                  </a:cubicBezTo>
                  <a:cubicBezTo>
                    <a:pt x="47" y="17"/>
                    <a:pt x="46" y="21"/>
                    <a:pt x="44" y="20"/>
                  </a:cubicBezTo>
                  <a:cubicBezTo>
                    <a:pt x="41" y="18"/>
                    <a:pt x="38" y="21"/>
                    <a:pt x="36" y="23"/>
                  </a:cubicBezTo>
                  <a:cubicBezTo>
                    <a:pt x="35" y="25"/>
                    <a:pt x="30" y="16"/>
                    <a:pt x="33" y="14"/>
                  </a:cubicBezTo>
                  <a:cubicBezTo>
                    <a:pt x="37" y="12"/>
                    <a:pt x="21" y="3"/>
                    <a:pt x="16" y="3"/>
                  </a:cubicBezTo>
                  <a:cubicBezTo>
                    <a:pt x="11" y="3"/>
                    <a:pt x="15" y="6"/>
                    <a:pt x="18" y="9"/>
                  </a:cubicBezTo>
                  <a:cubicBezTo>
                    <a:pt x="21" y="12"/>
                    <a:pt x="16" y="11"/>
                    <a:pt x="14" y="9"/>
                  </a:cubicBezTo>
                  <a:cubicBezTo>
                    <a:pt x="12" y="6"/>
                    <a:pt x="8" y="8"/>
                    <a:pt x="6" y="11"/>
                  </a:cubicBezTo>
                  <a:cubicBezTo>
                    <a:pt x="4" y="15"/>
                    <a:pt x="1" y="17"/>
                    <a:pt x="1" y="19"/>
                  </a:cubicBezTo>
                  <a:cubicBezTo>
                    <a:pt x="0" y="21"/>
                    <a:pt x="6" y="24"/>
                    <a:pt x="12" y="22"/>
                  </a:cubicBezTo>
                  <a:cubicBezTo>
                    <a:pt x="17" y="19"/>
                    <a:pt x="23" y="19"/>
                    <a:pt x="25" y="22"/>
                  </a:cubicBezTo>
                  <a:cubicBezTo>
                    <a:pt x="28" y="24"/>
                    <a:pt x="20" y="25"/>
                    <a:pt x="23" y="27"/>
                  </a:cubicBezTo>
                  <a:cubicBezTo>
                    <a:pt x="26" y="29"/>
                    <a:pt x="24" y="31"/>
                    <a:pt x="17" y="30"/>
                  </a:cubicBezTo>
                  <a:cubicBezTo>
                    <a:pt x="11" y="30"/>
                    <a:pt x="3" y="32"/>
                    <a:pt x="4" y="34"/>
                  </a:cubicBezTo>
                  <a:cubicBezTo>
                    <a:pt x="6" y="36"/>
                    <a:pt x="21" y="32"/>
                    <a:pt x="21" y="34"/>
                  </a:cubicBezTo>
                  <a:cubicBezTo>
                    <a:pt x="21" y="36"/>
                    <a:pt x="21" y="40"/>
                    <a:pt x="25" y="38"/>
                  </a:cubicBezTo>
                  <a:cubicBezTo>
                    <a:pt x="29" y="37"/>
                    <a:pt x="26" y="41"/>
                    <a:pt x="28" y="42"/>
                  </a:cubicBezTo>
                  <a:cubicBezTo>
                    <a:pt x="30" y="43"/>
                    <a:pt x="30" y="47"/>
                    <a:pt x="24" y="47"/>
                  </a:cubicBezTo>
                  <a:cubicBezTo>
                    <a:pt x="19" y="48"/>
                    <a:pt x="16" y="49"/>
                    <a:pt x="19" y="51"/>
                  </a:cubicBezTo>
                  <a:cubicBezTo>
                    <a:pt x="21" y="54"/>
                    <a:pt x="27" y="52"/>
                    <a:pt x="33" y="50"/>
                  </a:cubicBezTo>
                  <a:cubicBezTo>
                    <a:pt x="39" y="49"/>
                    <a:pt x="47" y="56"/>
                    <a:pt x="53" y="59"/>
                  </a:cubicBezTo>
                  <a:cubicBezTo>
                    <a:pt x="60" y="61"/>
                    <a:pt x="72" y="58"/>
                    <a:pt x="73" y="54"/>
                  </a:cubicBezTo>
                  <a:cubicBezTo>
                    <a:pt x="74" y="51"/>
                    <a:pt x="83" y="52"/>
                    <a:pt x="87" y="49"/>
                  </a:cubicBezTo>
                  <a:cubicBezTo>
                    <a:pt x="91" y="47"/>
                    <a:pt x="96" y="44"/>
                    <a:pt x="102" y="4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4" name="Freeform 130"/>
            <p:cNvSpPr>
              <a:spLocks noChangeArrowheads="1"/>
            </p:cNvSpPr>
            <p:nvPr/>
          </p:nvSpPr>
          <p:spPr bwMode="auto">
            <a:xfrm>
              <a:off x="3421075" y="1131887"/>
              <a:ext cx="98426" cy="107950"/>
            </a:xfrm>
            <a:custGeom>
              <a:avLst/>
              <a:gdLst>
                <a:gd name="T0" fmla="*/ 45 w 51"/>
                <a:gd name="T1" fmla="*/ 17 h 56"/>
                <a:gd name="T2" fmla="*/ 42 w 51"/>
                <a:gd name="T3" fmla="*/ 14 h 56"/>
                <a:gd name="T4" fmla="*/ 35 w 51"/>
                <a:gd name="T5" fmla="*/ 16 h 56"/>
                <a:gd name="T6" fmla="*/ 28 w 51"/>
                <a:gd name="T7" fmla="*/ 15 h 56"/>
                <a:gd name="T8" fmla="*/ 31 w 51"/>
                <a:gd name="T9" fmla="*/ 8 h 56"/>
                <a:gd name="T10" fmla="*/ 34 w 51"/>
                <a:gd name="T11" fmla="*/ 2 h 56"/>
                <a:gd name="T12" fmla="*/ 32 w 51"/>
                <a:gd name="T13" fmla="*/ 1 h 56"/>
                <a:gd name="T14" fmla="*/ 21 w 51"/>
                <a:gd name="T15" fmla="*/ 4 h 56"/>
                <a:gd name="T16" fmla="*/ 26 w 51"/>
                <a:gd name="T17" fmla="*/ 9 h 56"/>
                <a:gd name="T18" fmla="*/ 17 w 51"/>
                <a:gd name="T19" fmla="*/ 14 h 56"/>
                <a:gd name="T20" fmla="*/ 5 w 51"/>
                <a:gd name="T21" fmla="*/ 14 h 56"/>
                <a:gd name="T22" fmla="*/ 6 w 51"/>
                <a:gd name="T23" fmla="*/ 22 h 56"/>
                <a:gd name="T24" fmla="*/ 12 w 51"/>
                <a:gd name="T25" fmla="*/ 30 h 56"/>
                <a:gd name="T26" fmla="*/ 9 w 51"/>
                <a:gd name="T27" fmla="*/ 40 h 56"/>
                <a:gd name="T28" fmla="*/ 1 w 51"/>
                <a:gd name="T29" fmla="*/ 47 h 56"/>
                <a:gd name="T30" fmla="*/ 12 w 51"/>
                <a:gd name="T31" fmla="*/ 56 h 56"/>
                <a:gd name="T32" fmla="*/ 32 w 51"/>
                <a:gd name="T33" fmla="*/ 48 h 56"/>
                <a:gd name="T34" fmla="*/ 46 w 51"/>
                <a:gd name="T35" fmla="*/ 45 h 56"/>
                <a:gd name="T36" fmla="*/ 46 w 51"/>
                <a:gd name="T37" fmla="*/ 19 h 56"/>
                <a:gd name="T38" fmla="*/ 45 w 51"/>
                <a:gd name="T39" fmla="*/ 17 h 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1"/>
                <a:gd name="T61" fmla="*/ 0 h 56"/>
                <a:gd name="T62" fmla="*/ 51 w 51"/>
                <a:gd name="T63" fmla="*/ 56 h 5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1" h="56">
                  <a:moveTo>
                    <a:pt x="45" y="17"/>
                  </a:moveTo>
                  <a:cubicBezTo>
                    <a:pt x="44" y="16"/>
                    <a:pt x="43" y="15"/>
                    <a:pt x="42" y="14"/>
                  </a:cubicBezTo>
                  <a:cubicBezTo>
                    <a:pt x="37" y="9"/>
                    <a:pt x="36" y="13"/>
                    <a:pt x="35" y="16"/>
                  </a:cubicBezTo>
                  <a:cubicBezTo>
                    <a:pt x="35" y="19"/>
                    <a:pt x="31" y="15"/>
                    <a:pt x="28" y="15"/>
                  </a:cubicBezTo>
                  <a:cubicBezTo>
                    <a:pt x="25" y="14"/>
                    <a:pt x="29" y="9"/>
                    <a:pt x="31" y="8"/>
                  </a:cubicBezTo>
                  <a:cubicBezTo>
                    <a:pt x="32" y="7"/>
                    <a:pt x="33" y="5"/>
                    <a:pt x="34" y="2"/>
                  </a:cubicBezTo>
                  <a:cubicBezTo>
                    <a:pt x="33" y="2"/>
                    <a:pt x="33" y="2"/>
                    <a:pt x="32" y="1"/>
                  </a:cubicBezTo>
                  <a:cubicBezTo>
                    <a:pt x="28" y="0"/>
                    <a:pt x="21" y="0"/>
                    <a:pt x="21" y="4"/>
                  </a:cubicBezTo>
                  <a:cubicBezTo>
                    <a:pt x="21" y="8"/>
                    <a:pt x="26" y="6"/>
                    <a:pt x="26" y="9"/>
                  </a:cubicBezTo>
                  <a:cubicBezTo>
                    <a:pt x="26" y="12"/>
                    <a:pt x="21" y="11"/>
                    <a:pt x="17" y="14"/>
                  </a:cubicBezTo>
                  <a:cubicBezTo>
                    <a:pt x="13" y="16"/>
                    <a:pt x="9" y="12"/>
                    <a:pt x="5" y="14"/>
                  </a:cubicBezTo>
                  <a:cubicBezTo>
                    <a:pt x="1" y="16"/>
                    <a:pt x="9" y="18"/>
                    <a:pt x="6" y="22"/>
                  </a:cubicBezTo>
                  <a:cubicBezTo>
                    <a:pt x="3" y="27"/>
                    <a:pt x="7" y="26"/>
                    <a:pt x="12" y="30"/>
                  </a:cubicBezTo>
                  <a:cubicBezTo>
                    <a:pt x="17" y="34"/>
                    <a:pt x="9" y="35"/>
                    <a:pt x="9" y="40"/>
                  </a:cubicBezTo>
                  <a:cubicBezTo>
                    <a:pt x="9" y="44"/>
                    <a:pt x="2" y="44"/>
                    <a:pt x="1" y="47"/>
                  </a:cubicBezTo>
                  <a:cubicBezTo>
                    <a:pt x="0" y="50"/>
                    <a:pt x="6" y="56"/>
                    <a:pt x="12" y="56"/>
                  </a:cubicBezTo>
                  <a:cubicBezTo>
                    <a:pt x="16" y="56"/>
                    <a:pt x="26" y="54"/>
                    <a:pt x="32" y="48"/>
                  </a:cubicBezTo>
                  <a:cubicBezTo>
                    <a:pt x="37" y="43"/>
                    <a:pt x="40" y="48"/>
                    <a:pt x="46" y="45"/>
                  </a:cubicBezTo>
                  <a:cubicBezTo>
                    <a:pt x="51" y="43"/>
                    <a:pt x="48" y="23"/>
                    <a:pt x="46" y="19"/>
                  </a:cubicBezTo>
                  <a:cubicBezTo>
                    <a:pt x="45" y="18"/>
                    <a:pt x="45" y="18"/>
                    <a:pt x="45" y="1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5" name="Freeform 131"/>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9525">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6" name="Freeform 132"/>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7" name="Freeform 133"/>
            <p:cNvSpPr>
              <a:spLocks noEditPoints="1" noChangeArrowheads="1"/>
            </p:cNvSpPr>
            <p:nvPr/>
          </p:nvSpPr>
          <p:spPr bwMode="auto">
            <a:xfrm>
              <a:off x="3821126" y="1050926"/>
              <a:ext cx="103188" cy="98425"/>
            </a:xfrm>
            <a:custGeom>
              <a:avLst/>
              <a:gdLst>
                <a:gd name="T0" fmla="*/ 27 w 54"/>
                <a:gd name="T1" fmla="*/ 20 h 52"/>
                <a:gd name="T2" fmla="*/ 27 w 54"/>
                <a:gd name="T3" fmla="*/ 12 h 52"/>
                <a:gd name="T4" fmla="*/ 28 w 54"/>
                <a:gd name="T5" fmla="*/ 2 h 52"/>
                <a:gd name="T6" fmla="*/ 20 w 54"/>
                <a:gd name="T7" fmla="*/ 7 h 52"/>
                <a:gd name="T8" fmla="*/ 13 w 54"/>
                <a:gd name="T9" fmla="*/ 10 h 52"/>
                <a:gd name="T10" fmla="*/ 14 w 54"/>
                <a:gd name="T11" fmla="*/ 15 h 52"/>
                <a:gd name="T12" fmla="*/ 7 w 54"/>
                <a:gd name="T13" fmla="*/ 12 h 52"/>
                <a:gd name="T14" fmla="*/ 2 w 54"/>
                <a:gd name="T15" fmla="*/ 20 h 52"/>
                <a:gd name="T16" fmla="*/ 2 w 54"/>
                <a:gd name="T17" fmla="*/ 33 h 52"/>
                <a:gd name="T18" fmla="*/ 6 w 54"/>
                <a:gd name="T19" fmla="*/ 43 h 52"/>
                <a:gd name="T20" fmla="*/ 8 w 54"/>
                <a:gd name="T21" fmla="*/ 48 h 52"/>
                <a:gd name="T22" fmla="*/ 18 w 54"/>
                <a:gd name="T23" fmla="*/ 49 h 52"/>
                <a:gd name="T24" fmla="*/ 22 w 54"/>
                <a:gd name="T25" fmla="*/ 48 h 52"/>
                <a:gd name="T26" fmla="*/ 18 w 54"/>
                <a:gd name="T27" fmla="*/ 42 h 52"/>
                <a:gd name="T28" fmla="*/ 24 w 54"/>
                <a:gd name="T29" fmla="*/ 44 h 52"/>
                <a:gd name="T30" fmla="*/ 32 w 54"/>
                <a:gd name="T31" fmla="*/ 43 h 52"/>
                <a:gd name="T32" fmla="*/ 28 w 54"/>
                <a:gd name="T33" fmla="*/ 36 h 52"/>
                <a:gd name="T34" fmla="*/ 22 w 54"/>
                <a:gd name="T35" fmla="*/ 36 h 52"/>
                <a:gd name="T36" fmla="*/ 26 w 54"/>
                <a:gd name="T37" fmla="*/ 29 h 52"/>
                <a:gd name="T38" fmla="*/ 33 w 54"/>
                <a:gd name="T39" fmla="*/ 25 h 52"/>
                <a:gd name="T40" fmla="*/ 27 w 54"/>
                <a:gd name="T41" fmla="*/ 20 h 52"/>
                <a:gd name="T42" fmla="*/ 53 w 54"/>
                <a:gd name="T43" fmla="*/ 30 h 52"/>
                <a:gd name="T44" fmla="*/ 49 w 54"/>
                <a:gd name="T45" fmla="*/ 32 h 52"/>
                <a:gd name="T46" fmla="*/ 45 w 54"/>
                <a:gd name="T47" fmla="*/ 30 h 52"/>
                <a:gd name="T48" fmla="*/ 38 w 54"/>
                <a:gd name="T49" fmla="*/ 33 h 52"/>
                <a:gd name="T50" fmla="*/ 42 w 54"/>
                <a:gd name="T51" fmla="*/ 43 h 52"/>
                <a:gd name="T52" fmla="*/ 39 w 54"/>
                <a:gd name="T53" fmla="*/ 46 h 52"/>
                <a:gd name="T54" fmla="*/ 42 w 54"/>
                <a:gd name="T55" fmla="*/ 51 h 52"/>
                <a:gd name="T56" fmla="*/ 50 w 54"/>
                <a:gd name="T57" fmla="*/ 42 h 52"/>
                <a:gd name="T58" fmla="*/ 53 w 54"/>
                <a:gd name="T59" fmla="*/ 30 h 5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4"/>
                <a:gd name="T91" fmla="*/ 0 h 52"/>
                <a:gd name="T92" fmla="*/ 54 w 54"/>
                <a:gd name="T93" fmla="*/ 52 h 5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4" h="52">
                  <a:moveTo>
                    <a:pt x="27" y="20"/>
                  </a:moveTo>
                  <a:cubicBezTo>
                    <a:pt x="26" y="19"/>
                    <a:pt x="25" y="13"/>
                    <a:pt x="27" y="12"/>
                  </a:cubicBezTo>
                  <a:cubicBezTo>
                    <a:pt x="29" y="10"/>
                    <a:pt x="30" y="4"/>
                    <a:pt x="28" y="2"/>
                  </a:cubicBezTo>
                  <a:cubicBezTo>
                    <a:pt x="27" y="0"/>
                    <a:pt x="21" y="2"/>
                    <a:pt x="20" y="7"/>
                  </a:cubicBezTo>
                  <a:cubicBezTo>
                    <a:pt x="20" y="11"/>
                    <a:pt x="15" y="9"/>
                    <a:pt x="13" y="10"/>
                  </a:cubicBezTo>
                  <a:cubicBezTo>
                    <a:pt x="12" y="11"/>
                    <a:pt x="16" y="13"/>
                    <a:pt x="14" y="15"/>
                  </a:cubicBezTo>
                  <a:cubicBezTo>
                    <a:pt x="12" y="17"/>
                    <a:pt x="11" y="12"/>
                    <a:pt x="7" y="12"/>
                  </a:cubicBezTo>
                  <a:cubicBezTo>
                    <a:pt x="4" y="11"/>
                    <a:pt x="4" y="17"/>
                    <a:pt x="2" y="20"/>
                  </a:cubicBezTo>
                  <a:cubicBezTo>
                    <a:pt x="0" y="23"/>
                    <a:pt x="1" y="29"/>
                    <a:pt x="2" y="33"/>
                  </a:cubicBezTo>
                  <a:cubicBezTo>
                    <a:pt x="2" y="37"/>
                    <a:pt x="7" y="39"/>
                    <a:pt x="6" y="43"/>
                  </a:cubicBezTo>
                  <a:cubicBezTo>
                    <a:pt x="5" y="44"/>
                    <a:pt x="7" y="46"/>
                    <a:pt x="8" y="48"/>
                  </a:cubicBezTo>
                  <a:cubicBezTo>
                    <a:pt x="12" y="48"/>
                    <a:pt x="16" y="48"/>
                    <a:pt x="18" y="49"/>
                  </a:cubicBezTo>
                  <a:cubicBezTo>
                    <a:pt x="19" y="49"/>
                    <a:pt x="20" y="49"/>
                    <a:pt x="22" y="48"/>
                  </a:cubicBezTo>
                  <a:cubicBezTo>
                    <a:pt x="21" y="46"/>
                    <a:pt x="17" y="44"/>
                    <a:pt x="18" y="42"/>
                  </a:cubicBezTo>
                  <a:cubicBezTo>
                    <a:pt x="18" y="40"/>
                    <a:pt x="21" y="42"/>
                    <a:pt x="24" y="44"/>
                  </a:cubicBezTo>
                  <a:cubicBezTo>
                    <a:pt x="26" y="46"/>
                    <a:pt x="31" y="46"/>
                    <a:pt x="32" y="43"/>
                  </a:cubicBezTo>
                  <a:cubicBezTo>
                    <a:pt x="32" y="42"/>
                    <a:pt x="31" y="35"/>
                    <a:pt x="28" y="36"/>
                  </a:cubicBezTo>
                  <a:cubicBezTo>
                    <a:pt x="24" y="38"/>
                    <a:pt x="24" y="37"/>
                    <a:pt x="22" y="36"/>
                  </a:cubicBezTo>
                  <a:cubicBezTo>
                    <a:pt x="21" y="34"/>
                    <a:pt x="25" y="31"/>
                    <a:pt x="26" y="29"/>
                  </a:cubicBezTo>
                  <a:cubicBezTo>
                    <a:pt x="26" y="26"/>
                    <a:pt x="32" y="27"/>
                    <a:pt x="33" y="25"/>
                  </a:cubicBezTo>
                  <a:cubicBezTo>
                    <a:pt x="34" y="23"/>
                    <a:pt x="29" y="20"/>
                    <a:pt x="27" y="20"/>
                  </a:cubicBezTo>
                  <a:close/>
                  <a:moveTo>
                    <a:pt x="53" y="30"/>
                  </a:moveTo>
                  <a:cubicBezTo>
                    <a:pt x="51" y="29"/>
                    <a:pt x="50" y="32"/>
                    <a:pt x="49" y="32"/>
                  </a:cubicBezTo>
                  <a:cubicBezTo>
                    <a:pt x="47" y="33"/>
                    <a:pt x="46" y="26"/>
                    <a:pt x="45" y="30"/>
                  </a:cubicBezTo>
                  <a:cubicBezTo>
                    <a:pt x="44" y="33"/>
                    <a:pt x="41" y="28"/>
                    <a:pt x="38" y="33"/>
                  </a:cubicBezTo>
                  <a:cubicBezTo>
                    <a:pt x="34" y="38"/>
                    <a:pt x="40" y="42"/>
                    <a:pt x="42" y="43"/>
                  </a:cubicBezTo>
                  <a:cubicBezTo>
                    <a:pt x="44" y="45"/>
                    <a:pt x="42" y="47"/>
                    <a:pt x="39" y="46"/>
                  </a:cubicBezTo>
                  <a:cubicBezTo>
                    <a:pt x="36" y="46"/>
                    <a:pt x="38" y="51"/>
                    <a:pt x="42" y="51"/>
                  </a:cubicBezTo>
                  <a:cubicBezTo>
                    <a:pt x="46" y="52"/>
                    <a:pt x="50" y="44"/>
                    <a:pt x="50" y="42"/>
                  </a:cubicBezTo>
                  <a:cubicBezTo>
                    <a:pt x="49" y="40"/>
                    <a:pt x="54" y="31"/>
                    <a:pt x="53" y="3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8" name="Freeform 134"/>
            <p:cNvSpPr>
              <a:spLocks noEditPoints="1" noChangeArrowheads="1"/>
            </p:cNvSpPr>
            <p:nvPr/>
          </p:nvSpPr>
          <p:spPr bwMode="auto">
            <a:xfrm>
              <a:off x="3892563" y="657225"/>
              <a:ext cx="266701" cy="471488"/>
            </a:xfrm>
            <a:custGeom>
              <a:avLst/>
              <a:gdLst>
                <a:gd name="T0" fmla="*/ 137 w 140"/>
                <a:gd name="T1" fmla="*/ 53 h 247"/>
                <a:gd name="T2" fmla="*/ 135 w 140"/>
                <a:gd name="T3" fmla="*/ 33 h 247"/>
                <a:gd name="T4" fmla="*/ 118 w 140"/>
                <a:gd name="T5" fmla="*/ 12 h 247"/>
                <a:gd name="T6" fmla="*/ 98 w 140"/>
                <a:gd name="T7" fmla="*/ 11 h 247"/>
                <a:gd name="T8" fmla="*/ 79 w 140"/>
                <a:gd name="T9" fmla="*/ 11 h 247"/>
                <a:gd name="T10" fmla="*/ 68 w 140"/>
                <a:gd name="T11" fmla="*/ 23 h 247"/>
                <a:gd name="T12" fmla="*/ 56 w 140"/>
                <a:gd name="T13" fmla="*/ 37 h 247"/>
                <a:gd name="T14" fmla="*/ 47 w 140"/>
                <a:gd name="T15" fmla="*/ 51 h 247"/>
                <a:gd name="T16" fmla="*/ 37 w 140"/>
                <a:gd name="T17" fmla="*/ 60 h 247"/>
                <a:gd name="T18" fmla="*/ 29 w 140"/>
                <a:gd name="T19" fmla="*/ 85 h 247"/>
                <a:gd name="T20" fmla="*/ 31 w 140"/>
                <a:gd name="T21" fmla="*/ 97 h 247"/>
                <a:gd name="T22" fmla="*/ 12 w 140"/>
                <a:gd name="T23" fmla="*/ 105 h 247"/>
                <a:gd name="T24" fmla="*/ 11 w 140"/>
                <a:gd name="T25" fmla="*/ 127 h 247"/>
                <a:gd name="T26" fmla="*/ 18 w 140"/>
                <a:gd name="T27" fmla="*/ 146 h 247"/>
                <a:gd name="T28" fmla="*/ 15 w 140"/>
                <a:gd name="T29" fmla="*/ 157 h 247"/>
                <a:gd name="T30" fmla="*/ 8 w 140"/>
                <a:gd name="T31" fmla="*/ 171 h 247"/>
                <a:gd name="T32" fmla="*/ 3 w 140"/>
                <a:gd name="T33" fmla="*/ 187 h 247"/>
                <a:gd name="T34" fmla="*/ 0 w 140"/>
                <a:gd name="T35" fmla="*/ 188 h 247"/>
                <a:gd name="T36" fmla="*/ 9 w 140"/>
                <a:gd name="T37" fmla="*/ 211 h 247"/>
                <a:gd name="T38" fmla="*/ 17 w 140"/>
                <a:gd name="T39" fmla="*/ 230 h 247"/>
                <a:gd name="T40" fmla="*/ 20 w 140"/>
                <a:gd name="T41" fmla="*/ 244 h 247"/>
                <a:gd name="T42" fmla="*/ 33 w 140"/>
                <a:gd name="T43" fmla="*/ 238 h 247"/>
                <a:gd name="T44" fmla="*/ 46 w 140"/>
                <a:gd name="T45" fmla="*/ 233 h 247"/>
                <a:gd name="T46" fmla="*/ 57 w 140"/>
                <a:gd name="T47" fmla="*/ 230 h 247"/>
                <a:gd name="T48" fmla="*/ 59 w 140"/>
                <a:gd name="T49" fmla="*/ 220 h 247"/>
                <a:gd name="T50" fmla="*/ 61 w 140"/>
                <a:gd name="T51" fmla="*/ 196 h 247"/>
                <a:gd name="T52" fmla="*/ 77 w 140"/>
                <a:gd name="T53" fmla="*/ 179 h 247"/>
                <a:gd name="T54" fmla="*/ 73 w 140"/>
                <a:gd name="T55" fmla="*/ 158 h 247"/>
                <a:gd name="T56" fmla="*/ 64 w 140"/>
                <a:gd name="T57" fmla="*/ 144 h 247"/>
                <a:gd name="T58" fmla="*/ 71 w 140"/>
                <a:gd name="T59" fmla="*/ 124 h 247"/>
                <a:gd name="T60" fmla="*/ 84 w 140"/>
                <a:gd name="T61" fmla="*/ 110 h 247"/>
                <a:gd name="T62" fmla="*/ 112 w 140"/>
                <a:gd name="T63" fmla="*/ 91 h 247"/>
                <a:gd name="T64" fmla="*/ 115 w 140"/>
                <a:gd name="T65" fmla="*/ 71 h 247"/>
                <a:gd name="T66" fmla="*/ 134 w 140"/>
                <a:gd name="T67" fmla="*/ 64 h 247"/>
                <a:gd name="T68" fmla="*/ 139 w 140"/>
                <a:gd name="T69" fmla="*/ 58 h 247"/>
                <a:gd name="T70" fmla="*/ 75 w 140"/>
                <a:gd name="T71" fmla="*/ 220 h 2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0"/>
                <a:gd name="T109" fmla="*/ 0 h 247"/>
                <a:gd name="T110" fmla="*/ 140 w 140"/>
                <a:gd name="T111" fmla="*/ 247 h 2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0" h="247">
                  <a:moveTo>
                    <a:pt x="139" y="58"/>
                  </a:moveTo>
                  <a:cubicBezTo>
                    <a:pt x="137" y="57"/>
                    <a:pt x="134" y="53"/>
                    <a:pt x="137" y="53"/>
                  </a:cubicBezTo>
                  <a:cubicBezTo>
                    <a:pt x="139" y="53"/>
                    <a:pt x="140" y="44"/>
                    <a:pt x="137" y="43"/>
                  </a:cubicBezTo>
                  <a:cubicBezTo>
                    <a:pt x="134" y="41"/>
                    <a:pt x="137" y="34"/>
                    <a:pt x="135" y="33"/>
                  </a:cubicBezTo>
                  <a:cubicBezTo>
                    <a:pt x="132" y="31"/>
                    <a:pt x="134" y="26"/>
                    <a:pt x="134" y="22"/>
                  </a:cubicBezTo>
                  <a:cubicBezTo>
                    <a:pt x="135" y="18"/>
                    <a:pt x="124" y="15"/>
                    <a:pt x="118" y="12"/>
                  </a:cubicBezTo>
                  <a:cubicBezTo>
                    <a:pt x="112" y="10"/>
                    <a:pt x="109" y="5"/>
                    <a:pt x="105" y="3"/>
                  </a:cubicBezTo>
                  <a:cubicBezTo>
                    <a:pt x="100" y="0"/>
                    <a:pt x="98" y="7"/>
                    <a:pt x="98" y="11"/>
                  </a:cubicBezTo>
                  <a:cubicBezTo>
                    <a:pt x="98" y="16"/>
                    <a:pt x="94" y="16"/>
                    <a:pt x="91" y="13"/>
                  </a:cubicBezTo>
                  <a:cubicBezTo>
                    <a:pt x="87" y="11"/>
                    <a:pt x="84" y="13"/>
                    <a:pt x="79" y="11"/>
                  </a:cubicBezTo>
                  <a:cubicBezTo>
                    <a:pt x="74" y="9"/>
                    <a:pt x="76" y="16"/>
                    <a:pt x="76" y="19"/>
                  </a:cubicBezTo>
                  <a:cubicBezTo>
                    <a:pt x="76" y="23"/>
                    <a:pt x="71" y="23"/>
                    <a:pt x="68" y="23"/>
                  </a:cubicBezTo>
                  <a:cubicBezTo>
                    <a:pt x="64" y="23"/>
                    <a:pt x="59" y="25"/>
                    <a:pt x="59" y="29"/>
                  </a:cubicBezTo>
                  <a:cubicBezTo>
                    <a:pt x="59" y="33"/>
                    <a:pt x="54" y="35"/>
                    <a:pt x="56" y="37"/>
                  </a:cubicBezTo>
                  <a:cubicBezTo>
                    <a:pt x="57" y="39"/>
                    <a:pt x="55" y="41"/>
                    <a:pt x="53" y="43"/>
                  </a:cubicBezTo>
                  <a:cubicBezTo>
                    <a:pt x="51" y="44"/>
                    <a:pt x="49" y="50"/>
                    <a:pt x="47" y="51"/>
                  </a:cubicBezTo>
                  <a:cubicBezTo>
                    <a:pt x="46" y="53"/>
                    <a:pt x="48" y="56"/>
                    <a:pt x="45" y="58"/>
                  </a:cubicBezTo>
                  <a:cubicBezTo>
                    <a:pt x="42" y="60"/>
                    <a:pt x="38" y="58"/>
                    <a:pt x="37" y="60"/>
                  </a:cubicBezTo>
                  <a:cubicBezTo>
                    <a:pt x="35" y="62"/>
                    <a:pt x="37" y="65"/>
                    <a:pt x="36" y="70"/>
                  </a:cubicBezTo>
                  <a:cubicBezTo>
                    <a:pt x="36" y="75"/>
                    <a:pt x="32" y="80"/>
                    <a:pt x="29" y="85"/>
                  </a:cubicBezTo>
                  <a:cubicBezTo>
                    <a:pt x="25" y="89"/>
                    <a:pt x="30" y="90"/>
                    <a:pt x="31" y="91"/>
                  </a:cubicBezTo>
                  <a:cubicBezTo>
                    <a:pt x="33" y="91"/>
                    <a:pt x="33" y="94"/>
                    <a:pt x="31" y="97"/>
                  </a:cubicBezTo>
                  <a:cubicBezTo>
                    <a:pt x="30" y="100"/>
                    <a:pt x="26" y="98"/>
                    <a:pt x="24" y="97"/>
                  </a:cubicBezTo>
                  <a:cubicBezTo>
                    <a:pt x="22" y="97"/>
                    <a:pt x="16" y="100"/>
                    <a:pt x="12" y="105"/>
                  </a:cubicBezTo>
                  <a:cubicBezTo>
                    <a:pt x="9" y="110"/>
                    <a:pt x="10" y="114"/>
                    <a:pt x="11" y="116"/>
                  </a:cubicBezTo>
                  <a:cubicBezTo>
                    <a:pt x="12" y="119"/>
                    <a:pt x="9" y="122"/>
                    <a:pt x="11" y="127"/>
                  </a:cubicBezTo>
                  <a:cubicBezTo>
                    <a:pt x="14" y="133"/>
                    <a:pt x="10" y="134"/>
                    <a:pt x="11" y="138"/>
                  </a:cubicBezTo>
                  <a:cubicBezTo>
                    <a:pt x="11" y="142"/>
                    <a:pt x="18" y="142"/>
                    <a:pt x="18" y="146"/>
                  </a:cubicBezTo>
                  <a:cubicBezTo>
                    <a:pt x="19" y="151"/>
                    <a:pt x="16" y="152"/>
                    <a:pt x="14" y="152"/>
                  </a:cubicBezTo>
                  <a:cubicBezTo>
                    <a:pt x="12" y="152"/>
                    <a:pt x="12" y="156"/>
                    <a:pt x="15" y="157"/>
                  </a:cubicBezTo>
                  <a:cubicBezTo>
                    <a:pt x="17" y="159"/>
                    <a:pt x="16" y="166"/>
                    <a:pt x="15" y="168"/>
                  </a:cubicBezTo>
                  <a:cubicBezTo>
                    <a:pt x="14" y="170"/>
                    <a:pt x="7" y="168"/>
                    <a:pt x="8" y="171"/>
                  </a:cubicBezTo>
                  <a:cubicBezTo>
                    <a:pt x="8" y="174"/>
                    <a:pt x="6" y="178"/>
                    <a:pt x="6" y="180"/>
                  </a:cubicBezTo>
                  <a:cubicBezTo>
                    <a:pt x="6" y="182"/>
                    <a:pt x="6" y="189"/>
                    <a:pt x="3" y="187"/>
                  </a:cubicBezTo>
                  <a:cubicBezTo>
                    <a:pt x="3" y="187"/>
                    <a:pt x="1" y="187"/>
                    <a:pt x="0" y="187"/>
                  </a:cubicBezTo>
                  <a:cubicBezTo>
                    <a:pt x="0" y="187"/>
                    <a:pt x="0" y="188"/>
                    <a:pt x="0" y="188"/>
                  </a:cubicBezTo>
                  <a:cubicBezTo>
                    <a:pt x="0" y="192"/>
                    <a:pt x="1" y="196"/>
                    <a:pt x="5" y="199"/>
                  </a:cubicBezTo>
                  <a:cubicBezTo>
                    <a:pt x="9" y="202"/>
                    <a:pt x="6" y="207"/>
                    <a:pt x="9" y="211"/>
                  </a:cubicBezTo>
                  <a:cubicBezTo>
                    <a:pt x="12" y="215"/>
                    <a:pt x="11" y="218"/>
                    <a:pt x="15" y="221"/>
                  </a:cubicBezTo>
                  <a:cubicBezTo>
                    <a:pt x="18" y="224"/>
                    <a:pt x="18" y="226"/>
                    <a:pt x="17" y="230"/>
                  </a:cubicBezTo>
                  <a:cubicBezTo>
                    <a:pt x="15" y="234"/>
                    <a:pt x="20" y="233"/>
                    <a:pt x="20" y="235"/>
                  </a:cubicBezTo>
                  <a:cubicBezTo>
                    <a:pt x="20" y="237"/>
                    <a:pt x="19" y="242"/>
                    <a:pt x="20" y="244"/>
                  </a:cubicBezTo>
                  <a:cubicBezTo>
                    <a:pt x="21" y="247"/>
                    <a:pt x="24" y="244"/>
                    <a:pt x="29" y="244"/>
                  </a:cubicBezTo>
                  <a:cubicBezTo>
                    <a:pt x="34" y="244"/>
                    <a:pt x="33" y="241"/>
                    <a:pt x="33" y="238"/>
                  </a:cubicBezTo>
                  <a:cubicBezTo>
                    <a:pt x="33" y="234"/>
                    <a:pt x="36" y="236"/>
                    <a:pt x="37" y="234"/>
                  </a:cubicBezTo>
                  <a:cubicBezTo>
                    <a:pt x="37" y="232"/>
                    <a:pt x="42" y="231"/>
                    <a:pt x="46" y="233"/>
                  </a:cubicBezTo>
                  <a:cubicBezTo>
                    <a:pt x="50" y="235"/>
                    <a:pt x="52" y="232"/>
                    <a:pt x="53" y="228"/>
                  </a:cubicBezTo>
                  <a:cubicBezTo>
                    <a:pt x="53" y="224"/>
                    <a:pt x="55" y="229"/>
                    <a:pt x="57" y="230"/>
                  </a:cubicBezTo>
                  <a:cubicBezTo>
                    <a:pt x="58" y="230"/>
                    <a:pt x="61" y="223"/>
                    <a:pt x="63" y="219"/>
                  </a:cubicBezTo>
                  <a:cubicBezTo>
                    <a:pt x="65" y="214"/>
                    <a:pt x="63" y="215"/>
                    <a:pt x="59" y="220"/>
                  </a:cubicBezTo>
                  <a:cubicBezTo>
                    <a:pt x="55" y="224"/>
                    <a:pt x="57" y="215"/>
                    <a:pt x="59" y="212"/>
                  </a:cubicBezTo>
                  <a:cubicBezTo>
                    <a:pt x="60" y="208"/>
                    <a:pt x="60" y="198"/>
                    <a:pt x="61" y="196"/>
                  </a:cubicBezTo>
                  <a:cubicBezTo>
                    <a:pt x="61" y="193"/>
                    <a:pt x="62" y="190"/>
                    <a:pt x="67" y="189"/>
                  </a:cubicBezTo>
                  <a:cubicBezTo>
                    <a:pt x="72" y="188"/>
                    <a:pt x="78" y="182"/>
                    <a:pt x="77" y="179"/>
                  </a:cubicBezTo>
                  <a:cubicBezTo>
                    <a:pt x="76" y="177"/>
                    <a:pt x="84" y="173"/>
                    <a:pt x="84" y="170"/>
                  </a:cubicBezTo>
                  <a:cubicBezTo>
                    <a:pt x="84" y="168"/>
                    <a:pt x="76" y="160"/>
                    <a:pt x="73" y="158"/>
                  </a:cubicBezTo>
                  <a:cubicBezTo>
                    <a:pt x="70" y="157"/>
                    <a:pt x="65" y="158"/>
                    <a:pt x="65" y="156"/>
                  </a:cubicBezTo>
                  <a:cubicBezTo>
                    <a:pt x="66" y="154"/>
                    <a:pt x="64" y="147"/>
                    <a:pt x="64" y="144"/>
                  </a:cubicBezTo>
                  <a:cubicBezTo>
                    <a:pt x="63" y="140"/>
                    <a:pt x="68" y="136"/>
                    <a:pt x="68" y="133"/>
                  </a:cubicBezTo>
                  <a:cubicBezTo>
                    <a:pt x="68" y="129"/>
                    <a:pt x="68" y="125"/>
                    <a:pt x="71" y="124"/>
                  </a:cubicBezTo>
                  <a:cubicBezTo>
                    <a:pt x="74" y="123"/>
                    <a:pt x="72" y="120"/>
                    <a:pt x="76" y="119"/>
                  </a:cubicBezTo>
                  <a:cubicBezTo>
                    <a:pt x="80" y="118"/>
                    <a:pt x="80" y="112"/>
                    <a:pt x="84" y="110"/>
                  </a:cubicBezTo>
                  <a:cubicBezTo>
                    <a:pt x="89" y="108"/>
                    <a:pt x="89" y="107"/>
                    <a:pt x="95" y="104"/>
                  </a:cubicBezTo>
                  <a:cubicBezTo>
                    <a:pt x="101" y="101"/>
                    <a:pt x="110" y="94"/>
                    <a:pt x="112" y="91"/>
                  </a:cubicBezTo>
                  <a:cubicBezTo>
                    <a:pt x="114" y="87"/>
                    <a:pt x="106" y="84"/>
                    <a:pt x="111" y="80"/>
                  </a:cubicBezTo>
                  <a:cubicBezTo>
                    <a:pt x="116" y="76"/>
                    <a:pt x="112" y="72"/>
                    <a:pt x="115" y="71"/>
                  </a:cubicBezTo>
                  <a:cubicBezTo>
                    <a:pt x="119" y="69"/>
                    <a:pt x="120" y="68"/>
                    <a:pt x="123" y="65"/>
                  </a:cubicBezTo>
                  <a:cubicBezTo>
                    <a:pt x="125" y="62"/>
                    <a:pt x="128" y="65"/>
                    <a:pt x="134" y="64"/>
                  </a:cubicBezTo>
                  <a:cubicBezTo>
                    <a:pt x="137" y="63"/>
                    <a:pt x="139" y="63"/>
                    <a:pt x="140" y="64"/>
                  </a:cubicBezTo>
                  <a:cubicBezTo>
                    <a:pt x="140" y="61"/>
                    <a:pt x="140" y="59"/>
                    <a:pt x="139" y="58"/>
                  </a:cubicBezTo>
                  <a:close/>
                  <a:moveTo>
                    <a:pt x="83" y="205"/>
                  </a:moveTo>
                  <a:cubicBezTo>
                    <a:pt x="76" y="205"/>
                    <a:pt x="73" y="218"/>
                    <a:pt x="75" y="220"/>
                  </a:cubicBezTo>
                  <a:cubicBezTo>
                    <a:pt x="76" y="221"/>
                    <a:pt x="89" y="205"/>
                    <a:pt x="83" y="20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9" name="Freeform 135"/>
            <p:cNvSpPr>
              <a:spLocks noEditPoints="1" noChangeArrowheads="1"/>
            </p:cNvSpPr>
            <p:nvPr/>
          </p:nvSpPr>
          <p:spPr bwMode="auto">
            <a:xfrm>
              <a:off x="4111639" y="989012"/>
              <a:ext cx="136526" cy="66675"/>
            </a:xfrm>
            <a:custGeom>
              <a:avLst/>
              <a:gdLst>
                <a:gd name="T0" fmla="*/ 66 w 71"/>
                <a:gd name="T1" fmla="*/ 10 h 35"/>
                <a:gd name="T2" fmla="*/ 69 w 71"/>
                <a:gd name="T3" fmla="*/ 2 h 35"/>
                <a:gd name="T4" fmla="*/ 66 w 71"/>
                <a:gd name="T5" fmla="*/ 4 h 35"/>
                <a:gd name="T6" fmla="*/ 45 w 71"/>
                <a:gd name="T7" fmla="*/ 1 h 35"/>
                <a:gd name="T8" fmla="*/ 24 w 71"/>
                <a:gd name="T9" fmla="*/ 6 h 35"/>
                <a:gd name="T10" fmla="*/ 17 w 71"/>
                <a:gd name="T11" fmla="*/ 12 h 35"/>
                <a:gd name="T12" fmla="*/ 19 w 71"/>
                <a:gd name="T13" fmla="*/ 19 h 35"/>
                <a:gd name="T14" fmla="*/ 26 w 71"/>
                <a:gd name="T15" fmla="*/ 23 h 35"/>
                <a:gd name="T16" fmla="*/ 28 w 71"/>
                <a:gd name="T17" fmla="*/ 28 h 35"/>
                <a:gd name="T18" fmla="*/ 28 w 71"/>
                <a:gd name="T19" fmla="*/ 28 h 35"/>
                <a:gd name="T20" fmla="*/ 40 w 71"/>
                <a:gd name="T21" fmla="*/ 28 h 35"/>
                <a:gd name="T22" fmla="*/ 52 w 71"/>
                <a:gd name="T23" fmla="*/ 34 h 35"/>
                <a:gd name="T24" fmla="*/ 62 w 71"/>
                <a:gd name="T25" fmla="*/ 35 h 35"/>
                <a:gd name="T26" fmla="*/ 63 w 71"/>
                <a:gd name="T27" fmla="*/ 32 h 35"/>
                <a:gd name="T28" fmla="*/ 66 w 71"/>
                <a:gd name="T29" fmla="*/ 28 h 35"/>
                <a:gd name="T30" fmla="*/ 63 w 71"/>
                <a:gd name="T31" fmla="*/ 22 h 35"/>
                <a:gd name="T32" fmla="*/ 63 w 71"/>
                <a:gd name="T33" fmla="*/ 16 h 35"/>
                <a:gd name="T34" fmla="*/ 66 w 71"/>
                <a:gd name="T35" fmla="*/ 10 h 35"/>
                <a:gd name="T36" fmla="*/ 7 w 71"/>
                <a:gd name="T37" fmla="*/ 18 h 35"/>
                <a:gd name="T38" fmla="*/ 3 w 71"/>
                <a:gd name="T39" fmla="*/ 28 h 35"/>
                <a:gd name="T40" fmla="*/ 15 w 71"/>
                <a:gd name="T41" fmla="*/ 20 h 35"/>
                <a:gd name="T42" fmla="*/ 7 w 71"/>
                <a:gd name="T43" fmla="*/ 18 h 35"/>
                <a:gd name="T44" fmla="*/ 12 w 71"/>
                <a:gd name="T45" fmla="*/ 13 h 35"/>
                <a:gd name="T46" fmla="*/ 5 w 71"/>
                <a:gd name="T47" fmla="*/ 14 h 35"/>
                <a:gd name="T48" fmla="*/ 12 w 71"/>
                <a:gd name="T49" fmla="*/ 13 h 3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1"/>
                <a:gd name="T76" fmla="*/ 0 h 35"/>
                <a:gd name="T77" fmla="*/ 71 w 71"/>
                <a:gd name="T78" fmla="*/ 35 h 3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1" h="35">
                  <a:moveTo>
                    <a:pt x="66" y="10"/>
                  </a:moveTo>
                  <a:cubicBezTo>
                    <a:pt x="68" y="7"/>
                    <a:pt x="71" y="6"/>
                    <a:pt x="69" y="2"/>
                  </a:cubicBezTo>
                  <a:cubicBezTo>
                    <a:pt x="68" y="3"/>
                    <a:pt x="67" y="3"/>
                    <a:pt x="66" y="4"/>
                  </a:cubicBezTo>
                  <a:cubicBezTo>
                    <a:pt x="61" y="5"/>
                    <a:pt x="51" y="0"/>
                    <a:pt x="45" y="1"/>
                  </a:cubicBezTo>
                  <a:cubicBezTo>
                    <a:pt x="39" y="3"/>
                    <a:pt x="27" y="3"/>
                    <a:pt x="24" y="6"/>
                  </a:cubicBezTo>
                  <a:cubicBezTo>
                    <a:pt x="21" y="9"/>
                    <a:pt x="14" y="9"/>
                    <a:pt x="17" y="12"/>
                  </a:cubicBezTo>
                  <a:cubicBezTo>
                    <a:pt x="20" y="15"/>
                    <a:pt x="17" y="16"/>
                    <a:pt x="19" y="19"/>
                  </a:cubicBezTo>
                  <a:cubicBezTo>
                    <a:pt x="22" y="22"/>
                    <a:pt x="23" y="24"/>
                    <a:pt x="26" y="23"/>
                  </a:cubicBezTo>
                  <a:cubicBezTo>
                    <a:pt x="29" y="22"/>
                    <a:pt x="32" y="24"/>
                    <a:pt x="28" y="28"/>
                  </a:cubicBezTo>
                  <a:cubicBezTo>
                    <a:pt x="28" y="28"/>
                    <a:pt x="28" y="28"/>
                    <a:pt x="28" y="28"/>
                  </a:cubicBezTo>
                  <a:cubicBezTo>
                    <a:pt x="34" y="27"/>
                    <a:pt x="39" y="27"/>
                    <a:pt x="40" y="28"/>
                  </a:cubicBezTo>
                  <a:cubicBezTo>
                    <a:pt x="42" y="29"/>
                    <a:pt x="50" y="35"/>
                    <a:pt x="52" y="34"/>
                  </a:cubicBezTo>
                  <a:cubicBezTo>
                    <a:pt x="53" y="34"/>
                    <a:pt x="58" y="34"/>
                    <a:pt x="62" y="35"/>
                  </a:cubicBezTo>
                  <a:cubicBezTo>
                    <a:pt x="62" y="34"/>
                    <a:pt x="62" y="32"/>
                    <a:pt x="63" y="32"/>
                  </a:cubicBezTo>
                  <a:cubicBezTo>
                    <a:pt x="64" y="31"/>
                    <a:pt x="68" y="31"/>
                    <a:pt x="66" y="28"/>
                  </a:cubicBezTo>
                  <a:cubicBezTo>
                    <a:pt x="64" y="26"/>
                    <a:pt x="64" y="25"/>
                    <a:pt x="63" y="22"/>
                  </a:cubicBezTo>
                  <a:cubicBezTo>
                    <a:pt x="63" y="19"/>
                    <a:pt x="62" y="18"/>
                    <a:pt x="63" y="16"/>
                  </a:cubicBezTo>
                  <a:cubicBezTo>
                    <a:pt x="63" y="14"/>
                    <a:pt x="65" y="13"/>
                    <a:pt x="66" y="10"/>
                  </a:cubicBezTo>
                  <a:close/>
                  <a:moveTo>
                    <a:pt x="7" y="18"/>
                  </a:moveTo>
                  <a:cubicBezTo>
                    <a:pt x="1" y="20"/>
                    <a:pt x="0" y="28"/>
                    <a:pt x="3" y="28"/>
                  </a:cubicBezTo>
                  <a:cubicBezTo>
                    <a:pt x="6" y="28"/>
                    <a:pt x="13" y="22"/>
                    <a:pt x="15" y="20"/>
                  </a:cubicBezTo>
                  <a:cubicBezTo>
                    <a:pt x="16" y="18"/>
                    <a:pt x="13" y="16"/>
                    <a:pt x="7" y="18"/>
                  </a:cubicBezTo>
                  <a:close/>
                  <a:moveTo>
                    <a:pt x="12" y="13"/>
                  </a:moveTo>
                  <a:cubicBezTo>
                    <a:pt x="14" y="11"/>
                    <a:pt x="3" y="12"/>
                    <a:pt x="5" y="14"/>
                  </a:cubicBezTo>
                  <a:cubicBezTo>
                    <a:pt x="7" y="16"/>
                    <a:pt x="11" y="16"/>
                    <a:pt x="12" y="1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0" name="Freeform 136"/>
            <p:cNvSpPr>
              <a:spLocks noChangeArrowheads="1"/>
            </p:cNvSpPr>
            <p:nvPr/>
          </p:nvSpPr>
          <p:spPr bwMode="auto">
            <a:xfrm>
              <a:off x="4362464" y="2362203"/>
              <a:ext cx="173039" cy="211138"/>
            </a:xfrm>
            <a:custGeom>
              <a:avLst/>
              <a:gdLst>
                <a:gd name="T0" fmla="*/ 80 w 91"/>
                <a:gd name="T1" fmla="*/ 25 h 110"/>
                <a:gd name="T2" fmla="*/ 85 w 91"/>
                <a:gd name="T3" fmla="*/ 17 h 110"/>
                <a:gd name="T4" fmla="*/ 91 w 91"/>
                <a:gd name="T5" fmla="*/ 9 h 110"/>
                <a:gd name="T6" fmla="*/ 85 w 91"/>
                <a:gd name="T7" fmla="*/ 11 h 110"/>
                <a:gd name="T8" fmla="*/ 80 w 91"/>
                <a:gd name="T9" fmla="*/ 8 h 110"/>
                <a:gd name="T10" fmla="*/ 70 w 91"/>
                <a:gd name="T11" fmla="*/ 10 h 110"/>
                <a:gd name="T12" fmla="*/ 62 w 91"/>
                <a:gd name="T13" fmla="*/ 16 h 110"/>
                <a:gd name="T14" fmla="*/ 49 w 91"/>
                <a:gd name="T15" fmla="*/ 14 h 110"/>
                <a:gd name="T16" fmla="*/ 36 w 91"/>
                <a:gd name="T17" fmla="*/ 7 h 110"/>
                <a:gd name="T18" fmla="*/ 25 w 91"/>
                <a:gd name="T19" fmla="*/ 4 h 110"/>
                <a:gd name="T20" fmla="*/ 18 w 91"/>
                <a:gd name="T21" fmla="*/ 1 h 110"/>
                <a:gd name="T22" fmla="*/ 12 w 91"/>
                <a:gd name="T23" fmla="*/ 0 h 110"/>
                <a:gd name="T24" fmla="*/ 3 w 91"/>
                <a:gd name="T25" fmla="*/ 6 h 110"/>
                <a:gd name="T26" fmla="*/ 1 w 91"/>
                <a:gd name="T27" fmla="*/ 8 h 110"/>
                <a:gd name="T28" fmla="*/ 6 w 91"/>
                <a:gd name="T29" fmla="*/ 13 h 110"/>
                <a:gd name="T30" fmla="*/ 7 w 91"/>
                <a:gd name="T31" fmla="*/ 21 h 110"/>
                <a:gd name="T32" fmla="*/ 12 w 91"/>
                <a:gd name="T33" fmla="*/ 25 h 110"/>
                <a:gd name="T34" fmla="*/ 11 w 91"/>
                <a:gd name="T35" fmla="*/ 34 h 110"/>
                <a:gd name="T36" fmla="*/ 4 w 91"/>
                <a:gd name="T37" fmla="*/ 47 h 110"/>
                <a:gd name="T38" fmla="*/ 1 w 91"/>
                <a:gd name="T39" fmla="*/ 54 h 110"/>
                <a:gd name="T40" fmla="*/ 8 w 91"/>
                <a:gd name="T41" fmla="*/ 59 h 110"/>
                <a:gd name="T42" fmla="*/ 0 w 91"/>
                <a:gd name="T43" fmla="*/ 66 h 110"/>
                <a:gd name="T44" fmla="*/ 0 w 91"/>
                <a:gd name="T45" fmla="*/ 67 h 110"/>
                <a:gd name="T46" fmla="*/ 43 w 91"/>
                <a:gd name="T47" fmla="*/ 90 h 110"/>
                <a:gd name="T48" fmla="*/ 42 w 91"/>
                <a:gd name="T49" fmla="*/ 96 h 110"/>
                <a:gd name="T50" fmla="*/ 61 w 91"/>
                <a:gd name="T51" fmla="*/ 110 h 110"/>
                <a:gd name="T52" fmla="*/ 72 w 91"/>
                <a:gd name="T53" fmla="*/ 85 h 110"/>
                <a:gd name="T54" fmla="*/ 79 w 91"/>
                <a:gd name="T55" fmla="*/ 80 h 110"/>
                <a:gd name="T56" fmla="*/ 85 w 91"/>
                <a:gd name="T57" fmla="*/ 76 h 110"/>
                <a:gd name="T58" fmla="*/ 86 w 91"/>
                <a:gd name="T59" fmla="*/ 74 h 110"/>
                <a:gd name="T60" fmla="*/ 81 w 91"/>
                <a:gd name="T61" fmla="*/ 65 h 110"/>
                <a:gd name="T62" fmla="*/ 80 w 91"/>
                <a:gd name="T63" fmla="*/ 25 h 11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1"/>
                <a:gd name="T97" fmla="*/ 0 h 110"/>
                <a:gd name="T98" fmla="*/ 91 w 91"/>
                <a:gd name="T99" fmla="*/ 110 h 11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1" h="110">
                  <a:moveTo>
                    <a:pt x="80" y="25"/>
                  </a:moveTo>
                  <a:cubicBezTo>
                    <a:pt x="85" y="17"/>
                    <a:pt x="85" y="17"/>
                    <a:pt x="85" y="17"/>
                  </a:cubicBezTo>
                  <a:cubicBezTo>
                    <a:pt x="91" y="9"/>
                    <a:pt x="91" y="9"/>
                    <a:pt x="91" y="9"/>
                  </a:cubicBezTo>
                  <a:cubicBezTo>
                    <a:pt x="88" y="10"/>
                    <a:pt x="86" y="10"/>
                    <a:pt x="85" y="11"/>
                  </a:cubicBezTo>
                  <a:cubicBezTo>
                    <a:pt x="83" y="12"/>
                    <a:pt x="80" y="10"/>
                    <a:pt x="80" y="8"/>
                  </a:cubicBezTo>
                  <a:cubicBezTo>
                    <a:pt x="79" y="7"/>
                    <a:pt x="74" y="8"/>
                    <a:pt x="70" y="10"/>
                  </a:cubicBezTo>
                  <a:cubicBezTo>
                    <a:pt x="66" y="13"/>
                    <a:pt x="64" y="17"/>
                    <a:pt x="62" y="16"/>
                  </a:cubicBezTo>
                  <a:cubicBezTo>
                    <a:pt x="61" y="15"/>
                    <a:pt x="52" y="14"/>
                    <a:pt x="49" y="14"/>
                  </a:cubicBezTo>
                  <a:cubicBezTo>
                    <a:pt x="47" y="14"/>
                    <a:pt x="39" y="9"/>
                    <a:pt x="36" y="7"/>
                  </a:cubicBezTo>
                  <a:cubicBezTo>
                    <a:pt x="34" y="4"/>
                    <a:pt x="27" y="5"/>
                    <a:pt x="25" y="4"/>
                  </a:cubicBezTo>
                  <a:cubicBezTo>
                    <a:pt x="23" y="3"/>
                    <a:pt x="20" y="3"/>
                    <a:pt x="18" y="1"/>
                  </a:cubicBezTo>
                  <a:cubicBezTo>
                    <a:pt x="17" y="0"/>
                    <a:pt x="14" y="0"/>
                    <a:pt x="12" y="0"/>
                  </a:cubicBezTo>
                  <a:cubicBezTo>
                    <a:pt x="9" y="1"/>
                    <a:pt x="3" y="4"/>
                    <a:pt x="3" y="6"/>
                  </a:cubicBezTo>
                  <a:cubicBezTo>
                    <a:pt x="2" y="7"/>
                    <a:pt x="2" y="8"/>
                    <a:pt x="1" y="8"/>
                  </a:cubicBezTo>
                  <a:cubicBezTo>
                    <a:pt x="6" y="13"/>
                    <a:pt x="6" y="13"/>
                    <a:pt x="6" y="13"/>
                  </a:cubicBezTo>
                  <a:cubicBezTo>
                    <a:pt x="7" y="21"/>
                    <a:pt x="7" y="21"/>
                    <a:pt x="7" y="21"/>
                  </a:cubicBezTo>
                  <a:cubicBezTo>
                    <a:pt x="12" y="25"/>
                    <a:pt x="12" y="25"/>
                    <a:pt x="12" y="25"/>
                  </a:cubicBezTo>
                  <a:cubicBezTo>
                    <a:pt x="12" y="25"/>
                    <a:pt x="12" y="30"/>
                    <a:pt x="11" y="34"/>
                  </a:cubicBezTo>
                  <a:cubicBezTo>
                    <a:pt x="11" y="39"/>
                    <a:pt x="7" y="45"/>
                    <a:pt x="4" y="47"/>
                  </a:cubicBezTo>
                  <a:cubicBezTo>
                    <a:pt x="3" y="48"/>
                    <a:pt x="2" y="51"/>
                    <a:pt x="1" y="54"/>
                  </a:cubicBezTo>
                  <a:cubicBezTo>
                    <a:pt x="5" y="56"/>
                    <a:pt x="8" y="57"/>
                    <a:pt x="8" y="59"/>
                  </a:cubicBezTo>
                  <a:cubicBezTo>
                    <a:pt x="8" y="61"/>
                    <a:pt x="0" y="60"/>
                    <a:pt x="0" y="66"/>
                  </a:cubicBezTo>
                  <a:cubicBezTo>
                    <a:pt x="0" y="66"/>
                    <a:pt x="0" y="67"/>
                    <a:pt x="0" y="67"/>
                  </a:cubicBezTo>
                  <a:cubicBezTo>
                    <a:pt x="43" y="90"/>
                    <a:pt x="43" y="90"/>
                    <a:pt x="43" y="90"/>
                  </a:cubicBezTo>
                  <a:cubicBezTo>
                    <a:pt x="42" y="96"/>
                    <a:pt x="42" y="96"/>
                    <a:pt x="42" y="96"/>
                  </a:cubicBezTo>
                  <a:cubicBezTo>
                    <a:pt x="42" y="96"/>
                    <a:pt x="52" y="103"/>
                    <a:pt x="61" y="110"/>
                  </a:cubicBezTo>
                  <a:cubicBezTo>
                    <a:pt x="65" y="99"/>
                    <a:pt x="71" y="88"/>
                    <a:pt x="72" y="85"/>
                  </a:cubicBezTo>
                  <a:cubicBezTo>
                    <a:pt x="75" y="82"/>
                    <a:pt x="77" y="82"/>
                    <a:pt x="79" y="80"/>
                  </a:cubicBezTo>
                  <a:cubicBezTo>
                    <a:pt x="81" y="77"/>
                    <a:pt x="82" y="81"/>
                    <a:pt x="85" y="76"/>
                  </a:cubicBezTo>
                  <a:cubicBezTo>
                    <a:pt x="86" y="75"/>
                    <a:pt x="86" y="75"/>
                    <a:pt x="86" y="74"/>
                  </a:cubicBezTo>
                  <a:cubicBezTo>
                    <a:pt x="81" y="65"/>
                    <a:pt x="81" y="65"/>
                    <a:pt x="81" y="65"/>
                  </a:cubicBezTo>
                  <a:lnTo>
                    <a:pt x="80" y="25"/>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1" name="Freeform 137"/>
            <p:cNvSpPr>
              <a:spLocks noChangeArrowheads="1"/>
            </p:cNvSpPr>
            <p:nvPr/>
          </p:nvSpPr>
          <p:spPr bwMode="auto">
            <a:xfrm>
              <a:off x="4267214" y="2378078"/>
              <a:ext cx="117475" cy="122238"/>
            </a:xfrm>
            <a:custGeom>
              <a:avLst/>
              <a:gdLst>
                <a:gd name="T0" fmla="*/ 57 w 62"/>
                <a:gd name="T1" fmla="*/ 13 h 64"/>
                <a:gd name="T2" fmla="*/ 56 w 62"/>
                <a:gd name="T3" fmla="*/ 5 h 64"/>
                <a:gd name="T4" fmla="*/ 51 w 62"/>
                <a:gd name="T5" fmla="*/ 0 h 64"/>
                <a:gd name="T6" fmla="*/ 47 w 62"/>
                <a:gd name="T7" fmla="*/ 4 h 64"/>
                <a:gd name="T8" fmla="*/ 40 w 62"/>
                <a:gd name="T9" fmla="*/ 4 h 64"/>
                <a:gd name="T10" fmla="*/ 32 w 62"/>
                <a:gd name="T11" fmla="*/ 7 h 64"/>
                <a:gd name="T12" fmla="*/ 25 w 62"/>
                <a:gd name="T13" fmla="*/ 5 h 64"/>
                <a:gd name="T14" fmla="*/ 17 w 62"/>
                <a:gd name="T15" fmla="*/ 7 h 64"/>
                <a:gd name="T16" fmla="*/ 16 w 62"/>
                <a:gd name="T17" fmla="*/ 17 h 64"/>
                <a:gd name="T18" fmla="*/ 19 w 62"/>
                <a:gd name="T19" fmla="*/ 22 h 64"/>
                <a:gd name="T20" fmla="*/ 16 w 62"/>
                <a:gd name="T21" fmla="*/ 28 h 64"/>
                <a:gd name="T22" fmla="*/ 11 w 62"/>
                <a:gd name="T23" fmla="*/ 31 h 64"/>
                <a:gd name="T24" fmla="*/ 7 w 62"/>
                <a:gd name="T25" fmla="*/ 38 h 64"/>
                <a:gd name="T26" fmla="*/ 4 w 62"/>
                <a:gd name="T27" fmla="*/ 46 h 64"/>
                <a:gd name="T28" fmla="*/ 2 w 62"/>
                <a:gd name="T29" fmla="*/ 55 h 64"/>
                <a:gd name="T30" fmla="*/ 0 w 62"/>
                <a:gd name="T31" fmla="*/ 63 h 64"/>
                <a:gd name="T32" fmla="*/ 6 w 62"/>
                <a:gd name="T33" fmla="*/ 62 h 64"/>
                <a:gd name="T34" fmla="*/ 18 w 62"/>
                <a:gd name="T35" fmla="*/ 59 h 64"/>
                <a:gd name="T36" fmla="*/ 27 w 62"/>
                <a:gd name="T37" fmla="*/ 58 h 64"/>
                <a:gd name="T38" fmla="*/ 36 w 62"/>
                <a:gd name="T39" fmla="*/ 46 h 64"/>
                <a:gd name="T40" fmla="*/ 51 w 62"/>
                <a:gd name="T41" fmla="*/ 46 h 64"/>
                <a:gd name="T42" fmla="*/ 54 w 62"/>
                <a:gd name="T43" fmla="*/ 39 h 64"/>
                <a:gd name="T44" fmla="*/ 61 w 62"/>
                <a:gd name="T45" fmla="*/ 26 h 64"/>
                <a:gd name="T46" fmla="*/ 62 w 62"/>
                <a:gd name="T47" fmla="*/ 17 h 64"/>
                <a:gd name="T48" fmla="*/ 57 w 62"/>
                <a:gd name="T49" fmla="*/ 13 h 6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2"/>
                <a:gd name="T76" fmla="*/ 0 h 64"/>
                <a:gd name="T77" fmla="*/ 62 w 62"/>
                <a:gd name="T78" fmla="*/ 64 h 6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2" h="64">
                  <a:moveTo>
                    <a:pt x="57" y="13"/>
                  </a:moveTo>
                  <a:cubicBezTo>
                    <a:pt x="56" y="5"/>
                    <a:pt x="56" y="5"/>
                    <a:pt x="56" y="5"/>
                  </a:cubicBezTo>
                  <a:cubicBezTo>
                    <a:pt x="51" y="0"/>
                    <a:pt x="51" y="0"/>
                    <a:pt x="51" y="0"/>
                  </a:cubicBezTo>
                  <a:cubicBezTo>
                    <a:pt x="50" y="1"/>
                    <a:pt x="48" y="3"/>
                    <a:pt x="47" y="4"/>
                  </a:cubicBezTo>
                  <a:cubicBezTo>
                    <a:pt x="47" y="6"/>
                    <a:pt x="42" y="5"/>
                    <a:pt x="40" y="4"/>
                  </a:cubicBezTo>
                  <a:cubicBezTo>
                    <a:pt x="38" y="3"/>
                    <a:pt x="33" y="6"/>
                    <a:pt x="32" y="7"/>
                  </a:cubicBezTo>
                  <a:cubicBezTo>
                    <a:pt x="31" y="9"/>
                    <a:pt x="28" y="4"/>
                    <a:pt x="25" y="5"/>
                  </a:cubicBezTo>
                  <a:cubicBezTo>
                    <a:pt x="23" y="5"/>
                    <a:pt x="17" y="7"/>
                    <a:pt x="17" y="7"/>
                  </a:cubicBezTo>
                  <a:cubicBezTo>
                    <a:pt x="17" y="7"/>
                    <a:pt x="16" y="14"/>
                    <a:pt x="16" y="17"/>
                  </a:cubicBezTo>
                  <a:cubicBezTo>
                    <a:pt x="16" y="20"/>
                    <a:pt x="19" y="20"/>
                    <a:pt x="19" y="22"/>
                  </a:cubicBezTo>
                  <a:cubicBezTo>
                    <a:pt x="19" y="25"/>
                    <a:pt x="16" y="27"/>
                    <a:pt x="16" y="28"/>
                  </a:cubicBezTo>
                  <a:cubicBezTo>
                    <a:pt x="16" y="30"/>
                    <a:pt x="14" y="31"/>
                    <a:pt x="11" y="31"/>
                  </a:cubicBezTo>
                  <a:cubicBezTo>
                    <a:pt x="9" y="32"/>
                    <a:pt x="9" y="36"/>
                    <a:pt x="7" y="38"/>
                  </a:cubicBezTo>
                  <a:cubicBezTo>
                    <a:pt x="5" y="39"/>
                    <a:pt x="6" y="43"/>
                    <a:pt x="4" y="46"/>
                  </a:cubicBezTo>
                  <a:cubicBezTo>
                    <a:pt x="3" y="48"/>
                    <a:pt x="2" y="52"/>
                    <a:pt x="2" y="55"/>
                  </a:cubicBezTo>
                  <a:cubicBezTo>
                    <a:pt x="2" y="58"/>
                    <a:pt x="2" y="62"/>
                    <a:pt x="0" y="63"/>
                  </a:cubicBezTo>
                  <a:cubicBezTo>
                    <a:pt x="4" y="64"/>
                    <a:pt x="5" y="63"/>
                    <a:pt x="6" y="62"/>
                  </a:cubicBezTo>
                  <a:cubicBezTo>
                    <a:pt x="8" y="61"/>
                    <a:pt x="18" y="59"/>
                    <a:pt x="18" y="59"/>
                  </a:cubicBezTo>
                  <a:cubicBezTo>
                    <a:pt x="27" y="58"/>
                    <a:pt x="27" y="58"/>
                    <a:pt x="27" y="58"/>
                  </a:cubicBezTo>
                  <a:cubicBezTo>
                    <a:pt x="29" y="52"/>
                    <a:pt x="32" y="47"/>
                    <a:pt x="36" y="46"/>
                  </a:cubicBezTo>
                  <a:cubicBezTo>
                    <a:pt x="40" y="45"/>
                    <a:pt x="46" y="45"/>
                    <a:pt x="51" y="46"/>
                  </a:cubicBezTo>
                  <a:cubicBezTo>
                    <a:pt x="52" y="43"/>
                    <a:pt x="53" y="40"/>
                    <a:pt x="54" y="39"/>
                  </a:cubicBezTo>
                  <a:cubicBezTo>
                    <a:pt x="57" y="37"/>
                    <a:pt x="61" y="31"/>
                    <a:pt x="61" y="26"/>
                  </a:cubicBezTo>
                  <a:cubicBezTo>
                    <a:pt x="62" y="22"/>
                    <a:pt x="62" y="17"/>
                    <a:pt x="62" y="17"/>
                  </a:cubicBezTo>
                  <a:lnTo>
                    <a:pt x="57" y="13"/>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2" name="Freeform 138"/>
            <p:cNvSpPr>
              <a:spLocks noChangeArrowheads="1"/>
            </p:cNvSpPr>
            <p:nvPr/>
          </p:nvSpPr>
          <p:spPr bwMode="auto">
            <a:xfrm>
              <a:off x="4848241" y="1408113"/>
              <a:ext cx="382589" cy="220663"/>
            </a:xfrm>
            <a:custGeom>
              <a:avLst/>
              <a:gdLst>
                <a:gd name="T0" fmla="*/ 194 w 200"/>
                <a:gd name="T1" fmla="*/ 65 h 116"/>
                <a:gd name="T2" fmla="*/ 179 w 200"/>
                <a:gd name="T3" fmla="*/ 58 h 116"/>
                <a:gd name="T4" fmla="*/ 170 w 200"/>
                <a:gd name="T5" fmla="*/ 59 h 116"/>
                <a:gd name="T6" fmla="*/ 159 w 200"/>
                <a:gd name="T7" fmla="*/ 55 h 116"/>
                <a:gd name="T8" fmla="*/ 148 w 200"/>
                <a:gd name="T9" fmla="*/ 64 h 116"/>
                <a:gd name="T10" fmla="*/ 142 w 200"/>
                <a:gd name="T11" fmla="*/ 66 h 116"/>
                <a:gd name="T12" fmla="*/ 133 w 200"/>
                <a:gd name="T13" fmla="*/ 60 h 116"/>
                <a:gd name="T14" fmla="*/ 123 w 200"/>
                <a:gd name="T15" fmla="*/ 58 h 116"/>
                <a:gd name="T16" fmla="*/ 117 w 200"/>
                <a:gd name="T17" fmla="*/ 46 h 116"/>
                <a:gd name="T18" fmla="*/ 114 w 200"/>
                <a:gd name="T19" fmla="*/ 35 h 116"/>
                <a:gd name="T20" fmla="*/ 105 w 200"/>
                <a:gd name="T21" fmla="*/ 29 h 116"/>
                <a:gd name="T22" fmla="*/ 83 w 200"/>
                <a:gd name="T23" fmla="*/ 28 h 116"/>
                <a:gd name="T24" fmla="*/ 68 w 200"/>
                <a:gd name="T25" fmla="*/ 29 h 116"/>
                <a:gd name="T26" fmla="*/ 55 w 200"/>
                <a:gd name="T27" fmla="*/ 14 h 116"/>
                <a:gd name="T28" fmla="*/ 51 w 200"/>
                <a:gd name="T29" fmla="*/ 19 h 116"/>
                <a:gd name="T30" fmla="*/ 38 w 200"/>
                <a:gd name="T31" fmla="*/ 17 h 116"/>
                <a:gd name="T32" fmla="*/ 36 w 200"/>
                <a:gd name="T33" fmla="*/ 1 h 116"/>
                <a:gd name="T34" fmla="*/ 32 w 200"/>
                <a:gd name="T35" fmla="*/ 17 h 116"/>
                <a:gd name="T36" fmla="*/ 30 w 200"/>
                <a:gd name="T37" fmla="*/ 0 h 116"/>
                <a:gd name="T38" fmla="*/ 2 w 200"/>
                <a:gd name="T39" fmla="*/ 7 h 116"/>
                <a:gd name="T40" fmla="*/ 0 w 200"/>
                <a:gd name="T41" fmla="*/ 57 h 116"/>
                <a:gd name="T42" fmla="*/ 0 w 200"/>
                <a:gd name="T43" fmla="*/ 57 h 116"/>
                <a:gd name="T44" fmla="*/ 8 w 200"/>
                <a:gd name="T45" fmla="*/ 59 h 116"/>
                <a:gd name="T46" fmla="*/ 12 w 200"/>
                <a:gd name="T47" fmla="*/ 54 h 116"/>
                <a:gd name="T48" fmla="*/ 20 w 200"/>
                <a:gd name="T49" fmla="*/ 48 h 116"/>
                <a:gd name="T50" fmla="*/ 24 w 200"/>
                <a:gd name="T51" fmla="*/ 44 h 116"/>
                <a:gd name="T52" fmla="*/ 29 w 200"/>
                <a:gd name="T53" fmla="*/ 41 h 116"/>
                <a:gd name="T54" fmla="*/ 37 w 200"/>
                <a:gd name="T55" fmla="*/ 43 h 116"/>
                <a:gd name="T56" fmla="*/ 45 w 200"/>
                <a:gd name="T57" fmla="*/ 46 h 116"/>
                <a:gd name="T58" fmla="*/ 49 w 200"/>
                <a:gd name="T59" fmla="*/ 58 h 116"/>
                <a:gd name="T60" fmla="*/ 66 w 200"/>
                <a:gd name="T61" fmla="*/ 60 h 116"/>
                <a:gd name="T62" fmla="*/ 71 w 200"/>
                <a:gd name="T63" fmla="*/ 68 h 116"/>
                <a:gd name="T64" fmla="*/ 76 w 200"/>
                <a:gd name="T65" fmla="*/ 77 h 116"/>
                <a:gd name="T66" fmla="*/ 87 w 200"/>
                <a:gd name="T67" fmla="*/ 85 h 116"/>
                <a:gd name="T68" fmla="*/ 100 w 200"/>
                <a:gd name="T69" fmla="*/ 93 h 116"/>
                <a:gd name="T70" fmla="*/ 112 w 200"/>
                <a:gd name="T71" fmla="*/ 101 h 116"/>
                <a:gd name="T72" fmla="*/ 122 w 200"/>
                <a:gd name="T73" fmla="*/ 104 h 116"/>
                <a:gd name="T74" fmla="*/ 123 w 200"/>
                <a:gd name="T75" fmla="*/ 111 h 116"/>
                <a:gd name="T76" fmla="*/ 124 w 200"/>
                <a:gd name="T77" fmla="*/ 111 h 116"/>
                <a:gd name="T78" fmla="*/ 133 w 200"/>
                <a:gd name="T79" fmla="*/ 114 h 116"/>
                <a:gd name="T80" fmla="*/ 137 w 200"/>
                <a:gd name="T81" fmla="*/ 116 h 116"/>
                <a:gd name="T82" fmla="*/ 142 w 200"/>
                <a:gd name="T83" fmla="*/ 105 h 116"/>
                <a:gd name="T84" fmla="*/ 141 w 200"/>
                <a:gd name="T85" fmla="*/ 95 h 116"/>
                <a:gd name="T86" fmla="*/ 134 w 200"/>
                <a:gd name="T87" fmla="*/ 86 h 116"/>
                <a:gd name="T88" fmla="*/ 144 w 200"/>
                <a:gd name="T89" fmla="*/ 82 h 116"/>
                <a:gd name="T90" fmla="*/ 148 w 200"/>
                <a:gd name="T91" fmla="*/ 76 h 116"/>
                <a:gd name="T92" fmla="*/ 153 w 200"/>
                <a:gd name="T93" fmla="*/ 70 h 116"/>
                <a:gd name="T94" fmla="*/ 162 w 200"/>
                <a:gd name="T95" fmla="*/ 68 h 116"/>
                <a:gd name="T96" fmla="*/ 170 w 200"/>
                <a:gd name="T97" fmla="*/ 66 h 116"/>
                <a:gd name="T98" fmla="*/ 166 w 200"/>
                <a:gd name="T99" fmla="*/ 75 h 116"/>
                <a:gd name="T100" fmla="*/ 179 w 200"/>
                <a:gd name="T101" fmla="*/ 73 h 116"/>
                <a:gd name="T102" fmla="*/ 189 w 200"/>
                <a:gd name="T103" fmla="*/ 71 h 116"/>
                <a:gd name="T104" fmla="*/ 194 w 200"/>
                <a:gd name="T105" fmla="*/ 65 h 1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00"/>
                <a:gd name="T160" fmla="*/ 0 h 116"/>
                <a:gd name="T161" fmla="*/ 200 w 200"/>
                <a:gd name="T162" fmla="*/ 116 h 1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00" h="116">
                  <a:moveTo>
                    <a:pt x="194" y="65"/>
                  </a:moveTo>
                  <a:cubicBezTo>
                    <a:pt x="189" y="61"/>
                    <a:pt x="180" y="55"/>
                    <a:pt x="179" y="58"/>
                  </a:cubicBezTo>
                  <a:cubicBezTo>
                    <a:pt x="178" y="61"/>
                    <a:pt x="172" y="61"/>
                    <a:pt x="170" y="59"/>
                  </a:cubicBezTo>
                  <a:cubicBezTo>
                    <a:pt x="168" y="56"/>
                    <a:pt x="166" y="53"/>
                    <a:pt x="159" y="55"/>
                  </a:cubicBezTo>
                  <a:cubicBezTo>
                    <a:pt x="152" y="58"/>
                    <a:pt x="148" y="62"/>
                    <a:pt x="148" y="64"/>
                  </a:cubicBezTo>
                  <a:cubicBezTo>
                    <a:pt x="147" y="67"/>
                    <a:pt x="143" y="70"/>
                    <a:pt x="142" y="66"/>
                  </a:cubicBezTo>
                  <a:cubicBezTo>
                    <a:pt x="142" y="63"/>
                    <a:pt x="136" y="61"/>
                    <a:pt x="133" y="60"/>
                  </a:cubicBezTo>
                  <a:cubicBezTo>
                    <a:pt x="129" y="59"/>
                    <a:pt x="124" y="61"/>
                    <a:pt x="123" y="58"/>
                  </a:cubicBezTo>
                  <a:cubicBezTo>
                    <a:pt x="123" y="54"/>
                    <a:pt x="117" y="50"/>
                    <a:pt x="117" y="46"/>
                  </a:cubicBezTo>
                  <a:cubicBezTo>
                    <a:pt x="116" y="42"/>
                    <a:pt x="118" y="36"/>
                    <a:pt x="114" y="35"/>
                  </a:cubicBezTo>
                  <a:cubicBezTo>
                    <a:pt x="111" y="35"/>
                    <a:pt x="108" y="29"/>
                    <a:pt x="105" y="29"/>
                  </a:cubicBezTo>
                  <a:cubicBezTo>
                    <a:pt x="102" y="29"/>
                    <a:pt x="85" y="29"/>
                    <a:pt x="83" y="28"/>
                  </a:cubicBezTo>
                  <a:cubicBezTo>
                    <a:pt x="80" y="27"/>
                    <a:pt x="69" y="31"/>
                    <a:pt x="68" y="29"/>
                  </a:cubicBezTo>
                  <a:cubicBezTo>
                    <a:pt x="67" y="27"/>
                    <a:pt x="59" y="18"/>
                    <a:pt x="55" y="14"/>
                  </a:cubicBezTo>
                  <a:cubicBezTo>
                    <a:pt x="54" y="16"/>
                    <a:pt x="53" y="18"/>
                    <a:pt x="51" y="19"/>
                  </a:cubicBezTo>
                  <a:cubicBezTo>
                    <a:pt x="43" y="25"/>
                    <a:pt x="35" y="24"/>
                    <a:pt x="38" y="17"/>
                  </a:cubicBezTo>
                  <a:cubicBezTo>
                    <a:pt x="40" y="10"/>
                    <a:pt x="41" y="1"/>
                    <a:pt x="36" y="1"/>
                  </a:cubicBezTo>
                  <a:cubicBezTo>
                    <a:pt x="32" y="1"/>
                    <a:pt x="35" y="16"/>
                    <a:pt x="32" y="17"/>
                  </a:cubicBezTo>
                  <a:cubicBezTo>
                    <a:pt x="29" y="18"/>
                    <a:pt x="28" y="6"/>
                    <a:pt x="30" y="0"/>
                  </a:cubicBezTo>
                  <a:cubicBezTo>
                    <a:pt x="2" y="7"/>
                    <a:pt x="2" y="7"/>
                    <a:pt x="2" y="7"/>
                  </a:cubicBezTo>
                  <a:cubicBezTo>
                    <a:pt x="0" y="57"/>
                    <a:pt x="0" y="57"/>
                    <a:pt x="0" y="57"/>
                  </a:cubicBezTo>
                  <a:cubicBezTo>
                    <a:pt x="0" y="57"/>
                    <a:pt x="0" y="57"/>
                    <a:pt x="0" y="57"/>
                  </a:cubicBezTo>
                  <a:cubicBezTo>
                    <a:pt x="3" y="59"/>
                    <a:pt x="6" y="59"/>
                    <a:pt x="8" y="59"/>
                  </a:cubicBezTo>
                  <a:cubicBezTo>
                    <a:pt x="12" y="60"/>
                    <a:pt x="12" y="56"/>
                    <a:pt x="12" y="54"/>
                  </a:cubicBezTo>
                  <a:cubicBezTo>
                    <a:pt x="12" y="52"/>
                    <a:pt x="17" y="48"/>
                    <a:pt x="20" y="48"/>
                  </a:cubicBezTo>
                  <a:cubicBezTo>
                    <a:pt x="23" y="48"/>
                    <a:pt x="23" y="44"/>
                    <a:pt x="24" y="44"/>
                  </a:cubicBezTo>
                  <a:cubicBezTo>
                    <a:pt x="25" y="44"/>
                    <a:pt x="28" y="43"/>
                    <a:pt x="29" y="41"/>
                  </a:cubicBezTo>
                  <a:cubicBezTo>
                    <a:pt x="30" y="40"/>
                    <a:pt x="35" y="42"/>
                    <a:pt x="37" y="43"/>
                  </a:cubicBezTo>
                  <a:cubicBezTo>
                    <a:pt x="38" y="45"/>
                    <a:pt x="42" y="46"/>
                    <a:pt x="45" y="46"/>
                  </a:cubicBezTo>
                  <a:cubicBezTo>
                    <a:pt x="48" y="47"/>
                    <a:pt x="49" y="56"/>
                    <a:pt x="49" y="58"/>
                  </a:cubicBezTo>
                  <a:cubicBezTo>
                    <a:pt x="49" y="60"/>
                    <a:pt x="64" y="60"/>
                    <a:pt x="66" y="60"/>
                  </a:cubicBezTo>
                  <a:cubicBezTo>
                    <a:pt x="68" y="61"/>
                    <a:pt x="68" y="65"/>
                    <a:pt x="71" y="68"/>
                  </a:cubicBezTo>
                  <a:cubicBezTo>
                    <a:pt x="73" y="71"/>
                    <a:pt x="75" y="75"/>
                    <a:pt x="76" y="77"/>
                  </a:cubicBezTo>
                  <a:cubicBezTo>
                    <a:pt x="77" y="79"/>
                    <a:pt x="85" y="82"/>
                    <a:pt x="87" y="85"/>
                  </a:cubicBezTo>
                  <a:cubicBezTo>
                    <a:pt x="89" y="88"/>
                    <a:pt x="95" y="91"/>
                    <a:pt x="100" y="93"/>
                  </a:cubicBezTo>
                  <a:cubicBezTo>
                    <a:pt x="105" y="95"/>
                    <a:pt x="109" y="101"/>
                    <a:pt x="112" y="101"/>
                  </a:cubicBezTo>
                  <a:cubicBezTo>
                    <a:pt x="114" y="100"/>
                    <a:pt x="122" y="104"/>
                    <a:pt x="122" y="104"/>
                  </a:cubicBezTo>
                  <a:cubicBezTo>
                    <a:pt x="123" y="111"/>
                    <a:pt x="123" y="111"/>
                    <a:pt x="123" y="111"/>
                  </a:cubicBezTo>
                  <a:cubicBezTo>
                    <a:pt x="123" y="111"/>
                    <a:pt x="123" y="111"/>
                    <a:pt x="124" y="111"/>
                  </a:cubicBezTo>
                  <a:cubicBezTo>
                    <a:pt x="128" y="110"/>
                    <a:pt x="130" y="114"/>
                    <a:pt x="133" y="114"/>
                  </a:cubicBezTo>
                  <a:cubicBezTo>
                    <a:pt x="134" y="114"/>
                    <a:pt x="136" y="115"/>
                    <a:pt x="137" y="116"/>
                  </a:cubicBezTo>
                  <a:cubicBezTo>
                    <a:pt x="137" y="110"/>
                    <a:pt x="139" y="107"/>
                    <a:pt x="142" y="105"/>
                  </a:cubicBezTo>
                  <a:cubicBezTo>
                    <a:pt x="145" y="102"/>
                    <a:pt x="140" y="98"/>
                    <a:pt x="141" y="95"/>
                  </a:cubicBezTo>
                  <a:cubicBezTo>
                    <a:pt x="141" y="91"/>
                    <a:pt x="133" y="89"/>
                    <a:pt x="134" y="86"/>
                  </a:cubicBezTo>
                  <a:cubicBezTo>
                    <a:pt x="134" y="83"/>
                    <a:pt x="141" y="83"/>
                    <a:pt x="144" y="82"/>
                  </a:cubicBezTo>
                  <a:cubicBezTo>
                    <a:pt x="147" y="81"/>
                    <a:pt x="145" y="76"/>
                    <a:pt x="148" y="76"/>
                  </a:cubicBezTo>
                  <a:cubicBezTo>
                    <a:pt x="151" y="76"/>
                    <a:pt x="152" y="73"/>
                    <a:pt x="153" y="70"/>
                  </a:cubicBezTo>
                  <a:cubicBezTo>
                    <a:pt x="154" y="67"/>
                    <a:pt x="159" y="70"/>
                    <a:pt x="162" y="68"/>
                  </a:cubicBezTo>
                  <a:cubicBezTo>
                    <a:pt x="165" y="66"/>
                    <a:pt x="169" y="64"/>
                    <a:pt x="170" y="66"/>
                  </a:cubicBezTo>
                  <a:cubicBezTo>
                    <a:pt x="170" y="67"/>
                    <a:pt x="167" y="73"/>
                    <a:pt x="166" y="75"/>
                  </a:cubicBezTo>
                  <a:cubicBezTo>
                    <a:pt x="170" y="75"/>
                    <a:pt x="177" y="74"/>
                    <a:pt x="179" y="73"/>
                  </a:cubicBezTo>
                  <a:cubicBezTo>
                    <a:pt x="180" y="71"/>
                    <a:pt x="187" y="75"/>
                    <a:pt x="189" y="71"/>
                  </a:cubicBezTo>
                  <a:cubicBezTo>
                    <a:pt x="192" y="67"/>
                    <a:pt x="200" y="70"/>
                    <a:pt x="194" y="6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3" name="Freeform 139"/>
            <p:cNvSpPr>
              <a:spLocks noEditPoints="1" noChangeArrowheads="1"/>
            </p:cNvSpPr>
            <p:nvPr/>
          </p:nvSpPr>
          <p:spPr bwMode="auto">
            <a:xfrm>
              <a:off x="3754451" y="160336"/>
              <a:ext cx="558802" cy="882651"/>
            </a:xfrm>
            <a:custGeom>
              <a:avLst/>
              <a:gdLst>
                <a:gd name="T0" fmla="*/ 276 w 292"/>
                <a:gd name="T1" fmla="*/ 242 h 462"/>
                <a:gd name="T2" fmla="*/ 277 w 292"/>
                <a:gd name="T3" fmla="*/ 228 h 462"/>
                <a:gd name="T4" fmla="*/ 261 w 292"/>
                <a:gd name="T5" fmla="*/ 226 h 462"/>
                <a:gd name="T6" fmla="*/ 243 w 292"/>
                <a:gd name="T7" fmla="*/ 225 h 462"/>
                <a:gd name="T8" fmla="*/ 234 w 292"/>
                <a:gd name="T9" fmla="*/ 224 h 462"/>
                <a:gd name="T10" fmla="*/ 216 w 292"/>
                <a:gd name="T11" fmla="*/ 228 h 462"/>
                <a:gd name="T12" fmla="*/ 202 w 292"/>
                <a:gd name="T13" fmla="*/ 243 h 462"/>
                <a:gd name="T14" fmla="*/ 202 w 292"/>
                <a:gd name="T15" fmla="*/ 226 h 462"/>
                <a:gd name="T16" fmla="*/ 182 w 292"/>
                <a:gd name="T17" fmla="*/ 238 h 462"/>
                <a:gd name="T18" fmla="*/ 174 w 292"/>
                <a:gd name="T19" fmla="*/ 242 h 462"/>
                <a:gd name="T20" fmla="*/ 165 w 292"/>
                <a:gd name="T21" fmla="*/ 240 h 462"/>
                <a:gd name="T22" fmla="*/ 150 w 292"/>
                <a:gd name="T23" fmla="*/ 251 h 462"/>
                <a:gd name="T24" fmla="*/ 139 w 292"/>
                <a:gd name="T25" fmla="*/ 260 h 462"/>
                <a:gd name="T26" fmla="*/ 129 w 292"/>
                <a:gd name="T27" fmla="*/ 265 h 462"/>
                <a:gd name="T28" fmla="*/ 112 w 292"/>
                <a:gd name="T29" fmla="*/ 269 h 462"/>
                <a:gd name="T30" fmla="*/ 105 w 292"/>
                <a:gd name="T31" fmla="*/ 279 h 462"/>
                <a:gd name="T32" fmla="*/ 129 w 292"/>
                <a:gd name="T33" fmla="*/ 279 h 462"/>
                <a:gd name="T34" fmla="*/ 111 w 292"/>
                <a:gd name="T35" fmla="*/ 292 h 462"/>
                <a:gd name="T36" fmla="*/ 86 w 292"/>
                <a:gd name="T37" fmla="*/ 319 h 462"/>
                <a:gd name="T38" fmla="*/ 70 w 292"/>
                <a:gd name="T39" fmla="*/ 341 h 462"/>
                <a:gd name="T40" fmla="*/ 56 w 292"/>
                <a:gd name="T41" fmla="*/ 361 h 462"/>
                <a:gd name="T42" fmla="*/ 36 w 292"/>
                <a:gd name="T43" fmla="*/ 374 h 462"/>
                <a:gd name="T44" fmla="*/ 16 w 292"/>
                <a:gd name="T45" fmla="*/ 387 h 462"/>
                <a:gd name="T46" fmla="*/ 6 w 292"/>
                <a:gd name="T47" fmla="*/ 404 h 462"/>
                <a:gd name="T48" fmla="*/ 2 w 292"/>
                <a:gd name="T49" fmla="*/ 425 h 462"/>
                <a:gd name="T50" fmla="*/ 12 w 292"/>
                <a:gd name="T51" fmla="*/ 432 h 462"/>
                <a:gd name="T52" fmla="*/ 10 w 292"/>
                <a:gd name="T53" fmla="*/ 440 h 462"/>
                <a:gd name="T54" fmla="*/ 20 w 292"/>
                <a:gd name="T55" fmla="*/ 458 h 462"/>
                <a:gd name="T56" fmla="*/ 65 w 292"/>
                <a:gd name="T57" fmla="*/ 436 h 462"/>
                <a:gd name="T58" fmla="*/ 78 w 292"/>
                <a:gd name="T59" fmla="*/ 440 h 462"/>
                <a:gd name="T60" fmla="*/ 86 w 292"/>
                <a:gd name="T61" fmla="*/ 412 h 462"/>
                <a:gd name="T62" fmla="*/ 83 w 292"/>
                <a:gd name="T63" fmla="*/ 376 h 462"/>
                <a:gd name="T64" fmla="*/ 103 w 292"/>
                <a:gd name="T65" fmla="*/ 351 h 462"/>
                <a:gd name="T66" fmla="*/ 117 w 292"/>
                <a:gd name="T67" fmla="*/ 318 h 462"/>
                <a:gd name="T68" fmla="*/ 131 w 292"/>
                <a:gd name="T69" fmla="*/ 289 h 462"/>
                <a:gd name="T70" fmla="*/ 163 w 292"/>
                <a:gd name="T71" fmla="*/ 273 h 462"/>
                <a:gd name="T72" fmla="*/ 185 w 292"/>
                <a:gd name="T73" fmla="*/ 258 h 462"/>
                <a:gd name="T74" fmla="*/ 225 w 292"/>
                <a:gd name="T75" fmla="*/ 270 h 462"/>
                <a:gd name="T76" fmla="*/ 250 w 292"/>
                <a:gd name="T77" fmla="*/ 243 h 462"/>
                <a:gd name="T78" fmla="*/ 276 w 292"/>
                <a:gd name="T79" fmla="*/ 255 h 462"/>
                <a:gd name="T80" fmla="*/ 81 w 292"/>
                <a:gd name="T81" fmla="*/ 34 h 462"/>
                <a:gd name="T82" fmla="*/ 108 w 292"/>
                <a:gd name="T83" fmla="*/ 49 h 462"/>
                <a:gd name="T84" fmla="*/ 129 w 292"/>
                <a:gd name="T85" fmla="*/ 54 h 462"/>
                <a:gd name="T86" fmla="*/ 131 w 292"/>
                <a:gd name="T87" fmla="*/ 69 h 462"/>
                <a:gd name="T88" fmla="*/ 111 w 292"/>
                <a:gd name="T89" fmla="*/ 87 h 462"/>
                <a:gd name="T90" fmla="*/ 133 w 292"/>
                <a:gd name="T91" fmla="*/ 96 h 462"/>
                <a:gd name="T92" fmla="*/ 160 w 292"/>
                <a:gd name="T93" fmla="*/ 52 h 462"/>
                <a:gd name="T94" fmla="*/ 181 w 292"/>
                <a:gd name="T95" fmla="*/ 63 h 462"/>
                <a:gd name="T96" fmla="*/ 210 w 292"/>
                <a:gd name="T97" fmla="*/ 75 h 462"/>
                <a:gd name="T98" fmla="*/ 201 w 292"/>
                <a:gd name="T99" fmla="*/ 60 h 462"/>
                <a:gd name="T100" fmla="*/ 176 w 292"/>
                <a:gd name="T101" fmla="*/ 39 h 462"/>
                <a:gd name="T102" fmla="*/ 150 w 292"/>
                <a:gd name="T103" fmla="*/ 26 h 462"/>
                <a:gd name="T104" fmla="*/ 126 w 292"/>
                <a:gd name="T105" fmla="*/ 12 h 462"/>
                <a:gd name="T106" fmla="*/ 117 w 292"/>
                <a:gd name="T107" fmla="*/ 26 h 462"/>
                <a:gd name="T108" fmla="*/ 93 w 292"/>
                <a:gd name="T109" fmla="*/ 24 h 462"/>
                <a:gd name="T110" fmla="*/ 78 w 292"/>
                <a:gd name="T111" fmla="*/ 19 h 462"/>
                <a:gd name="T112" fmla="*/ 71 w 292"/>
                <a:gd name="T113" fmla="*/ 54 h 462"/>
                <a:gd name="T114" fmla="*/ 71 w 292"/>
                <a:gd name="T115" fmla="*/ 54 h 462"/>
                <a:gd name="T116" fmla="*/ 167 w 292"/>
                <a:gd name="T117" fmla="*/ 27 h 462"/>
                <a:gd name="T118" fmla="*/ 234 w 292"/>
                <a:gd name="T119" fmla="*/ 25 h 462"/>
                <a:gd name="T120" fmla="*/ 204 w 292"/>
                <a:gd name="T121" fmla="*/ 10 h 462"/>
                <a:gd name="T122" fmla="*/ 177 w 292"/>
                <a:gd name="T123" fmla="*/ 8 h 462"/>
                <a:gd name="T124" fmla="*/ 158 w 292"/>
                <a:gd name="T125" fmla="*/ 10 h 46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92"/>
                <a:gd name="T190" fmla="*/ 0 h 462"/>
                <a:gd name="T191" fmla="*/ 292 w 292"/>
                <a:gd name="T192" fmla="*/ 462 h 46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92" h="462">
                  <a:moveTo>
                    <a:pt x="283" y="247"/>
                  </a:moveTo>
                  <a:cubicBezTo>
                    <a:pt x="282" y="250"/>
                    <a:pt x="278" y="249"/>
                    <a:pt x="278" y="247"/>
                  </a:cubicBezTo>
                  <a:cubicBezTo>
                    <a:pt x="278" y="244"/>
                    <a:pt x="271" y="242"/>
                    <a:pt x="270" y="241"/>
                  </a:cubicBezTo>
                  <a:cubicBezTo>
                    <a:pt x="270" y="240"/>
                    <a:pt x="273" y="240"/>
                    <a:pt x="276" y="242"/>
                  </a:cubicBezTo>
                  <a:cubicBezTo>
                    <a:pt x="279" y="243"/>
                    <a:pt x="281" y="242"/>
                    <a:pt x="284" y="239"/>
                  </a:cubicBezTo>
                  <a:cubicBezTo>
                    <a:pt x="287" y="236"/>
                    <a:pt x="291" y="239"/>
                    <a:pt x="291" y="236"/>
                  </a:cubicBezTo>
                  <a:cubicBezTo>
                    <a:pt x="292" y="234"/>
                    <a:pt x="286" y="232"/>
                    <a:pt x="285" y="231"/>
                  </a:cubicBezTo>
                  <a:cubicBezTo>
                    <a:pt x="284" y="229"/>
                    <a:pt x="281" y="227"/>
                    <a:pt x="277" y="228"/>
                  </a:cubicBezTo>
                  <a:cubicBezTo>
                    <a:pt x="273" y="228"/>
                    <a:pt x="273" y="227"/>
                    <a:pt x="271" y="225"/>
                  </a:cubicBezTo>
                  <a:cubicBezTo>
                    <a:pt x="269" y="223"/>
                    <a:pt x="262" y="226"/>
                    <a:pt x="262" y="231"/>
                  </a:cubicBezTo>
                  <a:cubicBezTo>
                    <a:pt x="262" y="236"/>
                    <a:pt x="258" y="234"/>
                    <a:pt x="259" y="232"/>
                  </a:cubicBezTo>
                  <a:cubicBezTo>
                    <a:pt x="261" y="229"/>
                    <a:pt x="257" y="226"/>
                    <a:pt x="261" y="226"/>
                  </a:cubicBezTo>
                  <a:cubicBezTo>
                    <a:pt x="264" y="225"/>
                    <a:pt x="262" y="220"/>
                    <a:pt x="256" y="219"/>
                  </a:cubicBezTo>
                  <a:cubicBezTo>
                    <a:pt x="250" y="219"/>
                    <a:pt x="248" y="224"/>
                    <a:pt x="249" y="226"/>
                  </a:cubicBezTo>
                  <a:cubicBezTo>
                    <a:pt x="251" y="227"/>
                    <a:pt x="245" y="234"/>
                    <a:pt x="242" y="234"/>
                  </a:cubicBezTo>
                  <a:cubicBezTo>
                    <a:pt x="240" y="234"/>
                    <a:pt x="243" y="228"/>
                    <a:pt x="243" y="225"/>
                  </a:cubicBezTo>
                  <a:cubicBezTo>
                    <a:pt x="242" y="222"/>
                    <a:pt x="240" y="223"/>
                    <a:pt x="235" y="229"/>
                  </a:cubicBezTo>
                  <a:cubicBezTo>
                    <a:pt x="231" y="234"/>
                    <a:pt x="227" y="239"/>
                    <a:pt x="225" y="239"/>
                  </a:cubicBezTo>
                  <a:cubicBezTo>
                    <a:pt x="222" y="240"/>
                    <a:pt x="222" y="235"/>
                    <a:pt x="227" y="232"/>
                  </a:cubicBezTo>
                  <a:cubicBezTo>
                    <a:pt x="231" y="230"/>
                    <a:pt x="231" y="224"/>
                    <a:pt x="234" y="224"/>
                  </a:cubicBezTo>
                  <a:cubicBezTo>
                    <a:pt x="237" y="224"/>
                    <a:pt x="237" y="220"/>
                    <a:pt x="233" y="219"/>
                  </a:cubicBezTo>
                  <a:cubicBezTo>
                    <a:pt x="228" y="218"/>
                    <a:pt x="228" y="223"/>
                    <a:pt x="226" y="224"/>
                  </a:cubicBezTo>
                  <a:cubicBezTo>
                    <a:pt x="225" y="226"/>
                    <a:pt x="218" y="222"/>
                    <a:pt x="218" y="223"/>
                  </a:cubicBezTo>
                  <a:cubicBezTo>
                    <a:pt x="219" y="225"/>
                    <a:pt x="215" y="225"/>
                    <a:pt x="216" y="228"/>
                  </a:cubicBezTo>
                  <a:cubicBezTo>
                    <a:pt x="218" y="230"/>
                    <a:pt x="216" y="232"/>
                    <a:pt x="214" y="229"/>
                  </a:cubicBezTo>
                  <a:cubicBezTo>
                    <a:pt x="212" y="226"/>
                    <a:pt x="208" y="229"/>
                    <a:pt x="206" y="232"/>
                  </a:cubicBezTo>
                  <a:cubicBezTo>
                    <a:pt x="204" y="235"/>
                    <a:pt x="201" y="235"/>
                    <a:pt x="203" y="236"/>
                  </a:cubicBezTo>
                  <a:cubicBezTo>
                    <a:pt x="205" y="237"/>
                    <a:pt x="205" y="242"/>
                    <a:pt x="202" y="243"/>
                  </a:cubicBezTo>
                  <a:cubicBezTo>
                    <a:pt x="199" y="244"/>
                    <a:pt x="200" y="235"/>
                    <a:pt x="198" y="235"/>
                  </a:cubicBezTo>
                  <a:cubicBezTo>
                    <a:pt x="196" y="236"/>
                    <a:pt x="197" y="231"/>
                    <a:pt x="200" y="231"/>
                  </a:cubicBezTo>
                  <a:cubicBezTo>
                    <a:pt x="204" y="231"/>
                    <a:pt x="207" y="226"/>
                    <a:pt x="206" y="225"/>
                  </a:cubicBezTo>
                  <a:cubicBezTo>
                    <a:pt x="206" y="223"/>
                    <a:pt x="202" y="224"/>
                    <a:pt x="202" y="226"/>
                  </a:cubicBezTo>
                  <a:cubicBezTo>
                    <a:pt x="202" y="229"/>
                    <a:pt x="197" y="228"/>
                    <a:pt x="193" y="228"/>
                  </a:cubicBezTo>
                  <a:cubicBezTo>
                    <a:pt x="189" y="228"/>
                    <a:pt x="189" y="233"/>
                    <a:pt x="194" y="236"/>
                  </a:cubicBezTo>
                  <a:cubicBezTo>
                    <a:pt x="199" y="238"/>
                    <a:pt x="193" y="240"/>
                    <a:pt x="191" y="238"/>
                  </a:cubicBezTo>
                  <a:cubicBezTo>
                    <a:pt x="188" y="236"/>
                    <a:pt x="185" y="237"/>
                    <a:pt x="182" y="238"/>
                  </a:cubicBezTo>
                  <a:cubicBezTo>
                    <a:pt x="180" y="239"/>
                    <a:pt x="188" y="242"/>
                    <a:pt x="189" y="244"/>
                  </a:cubicBezTo>
                  <a:cubicBezTo>
                    <a:pt x="189" y="245"/>
                    <a:pt x="184" y="242"/>
                    <a:pt x="183" y="243"/>
                  </a:cubicBezTo>
                  <a:cubicBezTo>
                    <a:pt x="182" y="244"/>
                    <a:pt x="178" y="242"/>
                    <a:pt x="177" y="239"/>
                  </a:cubicBezTo>
                  <a:cubicBezTo>
                    <a:pt x="177" y="237"/>
                    <a:pt x="169" y="241"/>
                    <a:pt x="174" y="242"/>
                  </a:cubicBezTo>
                  <a:cubicBezTo>
                    <a:pt x="178" y="243"/>
                    <a:pt x="176" y="245"/>
                    <a:pt x="176" y="249"/>
                  </a:cubicBezTo>
                  <a:cubicBezTo>
                    <a:pt x="176" y="253"/>
                    <a:pt x="171" y="250"/>
                    <a:pt x="172" y="247"/>
                  </a:cubicBezTo>
                  <a:cubicBezTo>
                    <a:pt x="173" y="243"/>
                    <a:pt x="169" y="244"/>
                    <a:pt x="166" y="246"/>
                  </a:cubicBezTo>
                  <a:cubicBezTo>
                    <a:pt x="163" y="248"/>
                    <a:pt x="167" y="242"/>
                    <a:pt x="165" y="240"/>
                  </a:cubicBezTo>
                  <a:cubicBezTo>
                    <a:pt x="164" y="237"/>
                    <a:pt x="161" y="240"/>
                    <a:pt x="157" y="240"/>
                  </a:cubicBezTo>
                  <a:cubicBezTo>
                    <a:pt x="154" y="241"/>
                    <a:pt x="152" y="241"/>
                    <a:pt x="154" y="243"/>
                  </a:cubicBezTo>
                  <a:cubicBezTo>
                    <a:pt x="156" y="246"/>
                    <a:pt x="156" y="249"/>
                    <a:pt x="153" y="249"/>
                  </a:cubicBezTo>
                  <a:cubicBezTo>
                    <a:pt x="150" y="248"/>
                    <a:pt x="149" y="249"/>
                    <a:pt x="150" y="251"/>
                  </a:cubicBezTo>
                  <a:cubicBezTo>
                    <a:pt x="150" y="254"/>
                    <a:pt x="146" y="254"/>
                    <a:pt x="146" y="252"/>
                  </a:cubicBezTo>
                  <a:cubicBezTo>
                    <a:pt x="145" y="249"/>
                    <a:pt x="140" y="250"/>
                    <a:pt x="138" y="253"/>
                  </a:cubicBezTo>
                  <a:cubicBezTo>
                    <a:pt x="136" y="255"/>
                    <a:pt x="132" y="257"/>
                    <a:pt x="132" y="260"/>
                  </a:cubicBezTo>
                  <a:cubicBezTo>
                    <a:pt x="133" y="263"/>
                    <a:pt x="136" y="259"/>
                    <a:pt x="139" y="260"/>
                  </a:cubicBezTo>
                  <a:cubicBezTo>
                    <a:pt x="142" y="261"/>
                    <a:pt x="139" y="262"/>
                    <a:pt x="141" y="264"/>
                  </a:cubicBezTo>
                  <a:cubicBezTo>
                    <a:pt x="142" y="265"/>
                    <a:pt x="142" y="269"/>
                    <a:pt x="140" y="267"/>
                  </a:cubicBezTo>
                  <a:cubicBezTo>
                    <a:pt x="137" y="265"/>
                    <a:pt x="134" y="264"/>
                    <a:pt x="134" y="268"/>
                  </a:cubicBezTo>
                  <a:cubicBezTo>
                    <a:pt x="133" y="271"/>
                    <a:pt x="131" y="267"/>
                    <a:pt x="129" y="265"/>
                  </a:cubicBezTo>
                  <a:cubicBezTo>
                    <a:pt x="127" y="262"/>
                    <a:pt x="125" y="269"/>
                    <a:pt x="123" y="268"/>
                  </a:cubicBezTo>
                  <a:cubicBezTo>
                    <a:pt x="121" y="266"/>
                    <a:pt x="127" y="261"/>
                    <a:pt x="125" y="258"/>
                  </a:cubicBezTo>
                  <a:cubicBezTo>
                    <a:pt x="124" y="256"/>
                    <a:pt x="123" y="260"/>
                    <a:pt x="119" y="264"/>
                  </a:cubicBezTo>
                  <a:cubicBezTo>
                    <a:pt x="115" y="267"/>
                    <a:pt x="110" y="267"/>
                    <a:pt x="112" y="269"/>
                  </a:cubicBezTo>
                  <a:cubicBezTo>
                    <a:pt x="113" y="271"/>
                    <a:pt x="108" y="272"/>
                    <a:pt x="107" y="275"/>
                  </a:cubicBezTo>
                  <a:cubicBezTo>
                    <a:pt x="106" y="278"/>
                    <a:pt x="98" y="279"/>
                    <a:pt x="93" y="283"/>
                  </a:cubicBezTo>
                  <a:cubicBezTo>
                    <a:pt x="88" y="286"/>
                    <a:pt x="94" y="286"/>
                    <a:pt x="97" y="283"/>
                  </a:cubicBezTo>
                  <a:cubicBezTo>
                    <a:pt x="100" y="280"/>
                    <a:pt x="101" y="282"/>
                    <a:pt x="105" y="279"/>
                  </a:cubicBezTo>
                  <a:cubicBezTo>
                    <a:pt x="110" y="276"/>
                    <a:pt x="114" y="274"/>
                    <a:pt x="116" y="275"/>
                  </a:cubicBezTo>
                  <a:cubicBezTo>
                    <a:pt x="118" y="276"/>
                    <a:pt x="121" y="277"/>
                    <a:pt x="123" y="274"/>
                  </a:cubicBezTo>
                  <a:cubicBezTo>
                    <a:pt x="125" y="271"/>
                    <a:pt x="128" y="272"/>
                    <a:pt x="130" y="273"/>
                  </a:cubicBezTo>
                  <a:cubicBezTo>
                    <a:pt x="132" y="275"/>
                    <a:pt x="126" y="277"/>
                    <a:pt x="129" y="279"/>
                  </a:cubicBezTo>
                  <a:cubicBezTo>
                    <a:pt x="131" y="282"/>
                    <a:pt x="126" y="284"/>
                    <a:pt x="126" y="281"/>
                  </a:cubicBezTo>
                  <a:cubicBezTo>
                    <a:pt x="126" y="279"/>
                    <a:pt x="122" y="277"/>
                    <a:pt x="121" y="279"/>
                  </a:cubicBezTo>
                  <a:cubicBezTo>
                    <a:pt x="120" y="281"/>
                    <a:pt x="118" y="284"/>
                    <a:pt x="116" y="284"/>
                  </a:cubicBezTo>
                  <a:cubicBezTo>
                    <a:pt x="114" y="284"/>
                    <a:pt x="111" y="288"/>
                    <a:pt x="111" y="292"/>
                  </a:cubicBezTo>
                  <a:cubicBezTo>
                    <a:pt x="111" y="296"/>
                    <a:pt x="107" y="292"/>
                    <a:pt x="107" y="295"/>
                  </a:cubicBezTo>
                  <a:cubicBezTo>
                    <a:pt x="107" y="299"/>
                    <a:pt x="101" y="305"/>
                    <a:pt x="97" y="310"/>
                  </a:cubicBezTo>
                  <a:cubicBezTo>
                    <a:pt x="92" y="314"/>
                    <a:pt x="96" y="315"/>
                    <a:pt x="95" y="318"/>
                  </a:cubicBezTo>
                  <a:cubicBezTo>
                    <a:pt x="93" y="321"/>
                    <a:pt x="88" y="318"/>
                    <a:pt x="86" y="319"/>
                  </a:cubicBezTo>
                  <a:cubicBezTo>
                    <a:pt x="84" y="321"/>
                    <a:pt x="87" y="328"/>
                    <a:pt x="85" y="330"/>
                  </a:cubicBezTo>
                  <a:cubicBezTo>
                    <a:pt x="82" y="332"/>
                    <a:pt x="85" y="335"/>
                    <a:pt x="85" y="337"/>
                  </a:cubicBezTo>
                  <a:cubicBezTo>
                    <a:pt x="85" y="340"/>
                    <a:pt x="78" y="336"/>
                    <a:pt x="78" y="338"/>
                  </a:cubicBezTo>
                  <a:cubicBezTo>
                    <a:pt x="77" y="341"/>
                    <a:pt x="71" y="340"/>
                    <a:pt x="70" y="341"/>
                  </a:cubicBezTo>
                  <a:cubicBezTo>
                    <a:pt x="68" y="342"/>
                    <a:pt x="73" y="346"/>
                    <a:pt x="76" y="348"/>
                  </a:cubicBezTo>
                  <a:cubicBezTo>
                    <a:pt x="79" y="350"/>
                    <a:pt x="73" y="352"/>
                    <a:pt x="73" y="349"/>
                  </a:cubicBezTo>
                  <a:cubicBezTo>
                    <a:pt x="72" y="347"/>
                    <a:pt x="68" y="351"/>
                    <a:pt x="63" y="353"/>
                  </a:cubicBezTo>
                  <a:cubicBezTo>
                    <a:pt x="57" y="356"/>
                    <a:pt x="60" y="360"/>
                    <a:pt x="56" y="361"/>
                  </a:cubicBezTo>
                  <a:cubicBezTo>
                    <a:pt x="52" y="361"/>
                    <a:pt x="53" y="367"/>
                    <a:pt x="50" y="369"/>
                  </a:cubicBezTo>
                  <a:cubicBezTo>
                    <a:pt x="47" y="371"/>
                    <a:pt x="48" y="364"/>
                    <a:pt x="44" y="364"/>
                  </a:cubicBezTo>
                  <a:cubicBezTo>
                    <a:pt x="40" y="364"/>
                    <a:pt x="40" y="367"/>
                    <a:pt x="43" y="371"/>
                  </a:cubicBezTo>
                  <a:cubicBezTo>
                    <a:pt x="45" y="374"/>
                    <a:pt x="39" y="371"/>
                    <a:pt x="36" y="374"/>
                  </a:cubicBezTo>
                  <a:cubicBezTo>
                    <a:pt x="34" y="377"/>
                    <a:pt x="27" y="376"/>
                    <a:pt x="26" y="378"/>
                  </a:cubicBezTo>
                  <a:cubicBezTo>
                    <a:pt x="24" y="381"/>
                    <a:pt x="31" y="381"/>
                    <a:pt x="32" y="383"/>
                  </a:cubicBezTo>
                  <a:cubicBezTo>
                    <a:pt x="33" y="385"/>
                    <a:pt x="26" y="384"/>
                    <a:pt x="22" y="383"/>
                  </a:cubicBezTo>
                  <a:cubicBezTo>
                    <a:pt x="18" y="382"/>
                    <a:pt x="19" y="388"/>
                    <a:pt x="16" y="387"/>
                  </a:cubicBezTo>
                  <a:cubicBezTo>
                    <a:pt x="13" y="386"/>
                    <a:pt x="8" y="390"/>
                    <a:pt x="11" y="392"/>
                  </a:cubicBezTo>
                  <a:cubicBezTo>
                    <a:pt x="13" y="395"/>
                    <a:pt x="9" y="395"/>
                    <a:pt x="7" y="393"/>
                  </a:cubicBezTo>
                  <a:cubicBezTo>
                    <a:pt x="4" y="392"/>
                    <a:pt x="2" y="396"/>
                    <a:pt x="1" y="398"/>
                  </a:cubicBezTo>
                  <a:cubicBezTo>
                    <a:pt x="1" y="401"/>
                    <a:pt x="6" y="403"/>
                    <a:pt x="6" y="404"/>
                  </a:cubicBezTo>
                  <a:cubicBezTo>
                    <a:pt x="6" y="405"/>
                    <a:pt x="1" y="408"/>
                    <a:pt x="4" y="408"/>
                  </a:cubicBezTo>
                  <a:cubicBezTo>
                    <a:pt x="7" y="409"/>
                    <a:pt x="5" y="412"/>
                    <a:pt x="3" y="412"/>
                  </a:cubicBezTo>
                  <a:cubicBezTo>
                    <a:pt x="1" y="413"/>
                    <a:pt x="1" y="415"/>
                    <a:pt x="3" y="418"/>
                  </a:cubicBezTo>
                  <a:cubicBezTo>
                    <a:pt x="5" y="420"/>
                    <a:pt x="0" y="421"/>
                    <a:pt x="2" y="425"/>
                  </a:cubicBezTo>
                  <a:cubicBezTo>
                    <a:pt x="5" y="428"/>
                    <a:pt x="7" y="424"/>
                    <a:pt x="8" y="426"/>
                  </a:cubicBezTo>
                  <a:cubicBezTo>
                    <a:pt x="9" y="429"/>
                    <a:pt x="13" y="427"/>
                    <a:pt x="16" y="423"/>
                  </a:cubicBezTo>
                  <a:cubicBezTo>
                    <a:pt x="20" y="420"/>
                    <a:pt x="21" y="427"/>
                    <a:pt x="18" y="427"/>
                  </a:cubicBezTo>
                  <a:cubicBezTo>
                    <a:pt x="15" y="427"/>
                    <a:pt x="12" y="429"/>
                    <a:pt x="12" y="432"/>
                  </a:cubicBezTo>
                  <a:cubicBezTo>
                    <a:pt x="13" y="435"/>
                    <a:pt x="8" y="434"/>
                    <a:pt x="8" y="430"/>
                  </a:cubicBezTo>
                  <a:cubicBezTo>
                    <a:pt x="8" y="427"/>
                    <a:pt x="2" y="431"/>
                    <a:pt x="4" y="434"/>
                  </a:cubicBezTo>
                  <a:cubicBezTo>
                    <a:pt x="6" y="436"/>
                    <a:pt x="3" y="438"/>
                    <a:pt x="3" y="440"/>
                  </a:cubicBezTo>
                  <a:cubicBezTo>
                    <a:pt x="3" y="443"/>
                    <a:pt x="8" y="442"/>
                    <a:pt x="10" y="440"/>
                  </a:cubicBezTo>
                  <a:cubicBezTo>
                    <a:pt x="11" y="437"/>
                    <a:pt x="14" y="437"/>
                    <a:pt x="16" y="440"/>
                  </a:cubicBezTo>
                  <a:cubicBezTo>
                    <a:pt x="17" y="443"/>
                    <a:pt x="13" y="441"/>
                    <a:pt x="13" y="445"/>
                  </a:cubicBezTo>
                  <a:cubicBezTo>
                    <a:pt x="13" y="449"/>
                    <a:pt x="10" y="445"/>
                    <a:pt x="8" y="448"/>
                  </a:cubicBezTo>
                  <a:cubicBezTo>
                    <a:pt x="6" y="451"/>
                    <a:pt x="17" y="457"/>
                    <a:pt x="20" y="458"/>
                  </a:cubicBezTo>
                  <a:cubicBezTo>
                    <a:pt x="23" y="458"/>
                    <a:pt x="26" y="462"/>
                    <a:pt x="33" y="461"/>
                  </a:cubicBezTo>
                  <a:cubicBezTo>
                    <a:pt x="40" y="460"/>
                    <a:pt x="52" y="448"/>
                    <a:pt x="54" y="446"/>
                  </a:cubicBezTo>
                  <a:cubicBezTo>
                    <a:pt x="56" y="443"/>
                    <a:pt x="59" y="446"/>
                    <a:pt x="62" y="444"/>
                  </a:cubicBezTo>
                  <a:cubicBezTo>
                    <a:pt x="64" y="442"/>
                    <a:pt x="63" y="437"/>
                    <a:pt x="65" y="436"/>
                  </a:cubicBezTo>
                  <a:cubicBezTo>
                    <a:pt x="67" y="435"/>
                    <a:pt x="68" y="441"/>
                    <a:pt x="69" y="442"/>
                  </a:cubicBezTo>
                  <a:cubicBezTo>
                    <a:pt x="71" y="442"/>
                    <a:pt x="72" y="444"/>
                    <a:pt x="72" y="447"/>
                  </a:cubicBezTo>
                  <a:cubicBezTo>
                    <a:pt x="73" y="447"/>
                    <a:pt x="75" y="447"/>
                    <a:pt x="75" y="447"/>
                  </a:cubicBezTo>
                  <a:cubicBezTo>
                    <a:pt x="78" y="449"/>
                    <a:pt x="78" y="442"/>
                    <a:pt x="78" y="440"/>
                  </a:cubicBezTo>
                  <a:cubicBezTo>
                    <a:pt x="78" y="438"/>
                    <a:pt x="80" y="434"/>
                    <a:pt x="80" y="431"/>
                  </a:cubicBezTo>
                  <a:cubicBezTo>
                    <a:pt x="79" y="428"/>
                    <a:pt x="86" y="430"/>
                    <a:pt x="87" y="428"/>
                  </a:cubicBezTo>
                  <a:cubicBezTo>
                    <a:pt x="88" y="426"/>
                    <a:pt x="89" y="419"/>
                    <a:pt x="87" y="417"/>
                  </a:cubicBezTo>
                  <a:cubicBezTo>
                    <a:pt x="84" y="416"/>
                    <a:pt x="84" y="412"/>
                    <a:pt x="86" y="412"/>
                  </a:cubicBezTo>
                  <a:cubicBezTo>
                    <a:pt x="88" y="412"/>
                    <a:pt x="91" y="411"/>
                    <a:pt x="90" y="406"/>
                  </a:cubicBezTo>
                  <a:cubicBezTo>
                    <a:pt x="90" y="402"/>
                    <a:pt x="83" y="402"/>
                    <a:pt x="83" y="398"/>
                  </a:cubicBezTo>
                  <a:cubicBezTo>
                    <a:pt x="82" y="394"/>
                    <a:pt x="86" y="393"/>
                    <a:pt x="83" y="387"/>
                  </a:cubicBezTo>
                  <a:cubicBezTo>
                    <a:pt x="81" y="382"/>
                    <a:pt x="84" y="379"/>
                    <a:pt x="83" y="376"/>
                  </a:cubicBezTo>
                  <a:cubicBezTo>
                    <a:pt x="82" y="374"/>
                    <a:pt x="81" y="370"/>
                    <a:pt x="84" y="365"/>
                  </a:cubicBezTo>
                  <a:cubicBezTo>
                    <a:pt x="88" y="360"/>
                    <a:pt x="94" y="357"/>
                    <a:pt x="96" y="357"/>
                  </a:cubicBezTo>
                  <a:cubicBezTo>
                    <a:pt x="98" y="358"/>
                    <a:pt x="102" y="360"/>
                    <a:pt x="103" y="357"/>
                  </a:cubicBezTo>
                  <a:cubicBezTo>
                    <a:pt x="105" y="354"/>
                    <a:pt x="105" y="351"/>
                    <a:pt x="103" y="351"/>
                  </a:cubicBezTo>
                  <a:cubicBezTo>
                    <a:pt x="102" y="350"/>
                    <a:pt x="97" y="349"/>
                    <a:pt x="101" y="345"/>
                  </a:cubicBezTo>
                  <a:cubicBezTo>
                    <a:pt x="104" y="340"/>
                    <a:pt x="108" y="335"/>
                    <a:pt x="108" y="330"/>
                  </a:cubicBezTo>
                  <a:cubicBezTo>
                    <a:pt x="109" y="325"/>
                    <a:pt x="107" y="322"/>
                    <a:pt x="109" y="320"/>
                  </a:cubicBezTo>
                  <a:cubicBezTo>
                    <a:pt x="110" y="318"/>
                    <a:pt x="114" y="320"/>
                    <a:pt x="117" y="318"/>
                  </a:cubicBezTo>
                  <a:cubicBezTo>
                    <a:pt x="120" y="316"/>
                    <a:pt x="118" y="313"/>
                    <a:pt x="119" y="311"/>
                  </a:cubicBezTo>
                  <a:cubicBezTo>
                    <a:pt x="121" y="310"/>
                    <a:pt x="123" y="304"/>
                    <a:pt x="125" y="303"/>
                  </a:cubicBezTo>
                  <a:cubicBezTo>
                    <a:pt x="127" y="301"/>
                    <a:pt x="129" y="299"/>
                    <a:pt x="128" y="297"/>
                  </a:cubicBezTo>
                  <a:cubicBezTo>
                    <a:pt x="126" y="295"/>
                    <a:pt x="131" y="293"/>
                    <a:pt x="131" y="289"/>
                  </a:cubicBezTo>
                  <a:cubicBezTo>
                    <a:pt x="131" y="285"/>
                    <a:pt x="136" y="283"/>
                    <a:pt x="140" y="283"/>
                  </a:cubicBezTo>
                  <a:cubicBezTo>
                    <a:pt x="143" y="283"/>
                    <a:pt x="148" y="283"/>
                    <a:pt x="148" y="279"/>
                  </a:cubicBezTo>
                  <a:cubicBezTo>
                    <a:pt x="148" y="276"/>
                    <a:pt x="146" y="269"/>
                    <a:pt x="151" y="271"/>
                  </a:cubicBezTo>
                  <a:cubicBezTo>
                    <a:pt x="156" y="273"/>
                    <a:pt x="159" y="271"/>
                    <a:pt x="163" y="273"/>
                  </a:cubicBezTo>
                  <a:cubicBezTo>
                    <a:pt x="166" y="276"/>
                    <a:pt x="170" y="276"/>
                    <a:pt x="170" y="271"/>
                  </a:cubicBezTo>
                  <a:cubicBezTo>
                    <a:pt x="170" y="267"/>
                    <a:pt x="172" y="260"/>
                    <a:pt x="177" y="263"/>
                  </a:cubicBezTo>
                  <a:cubicBezTo>
                    <a:pt x="177" y="263"/>
                    <a:pt x="177" y="263"/>
                    <a:pt x="178" y="263"/>
                  </a:cubicBezTo>
                  <a:cubicBezTo>
                    <a:pt x="179" y="260"/>
                    <a:pt x="182" y="258"/>
                    <a:pt x="185" y="258"/>
                  </a:cubicBezTo>
                  <a:cubicBezTo>
                    <a:pt x="189" y="258"/>
                    <a:pt x="192" y="266"/>
                    <a:pt x="197" y="267"/>
                  </a:cubicBezTo>
                  <a:cubicBezTo>
                    <a:pt x="203" y="268"/>
                    <a:pt x="208" y="270"/>
                    <a:pt x="210" y="268"/>
                  </a:cubicBezTo>
                  <a:cubicBezTo>
                    <a:pt x="211" y="265"/>
                    <a:pt x="215" y="269"/>
                    <a:pt x="218" y="268"/>
                  </a:cubicBezTo>
                  <a:cubicBezTo>
                    <a:pt x="222" y="267"/>
                    <a:pt x="222" y="274"/>
                    <a:pt x="225" y="270"/>
                  </a:cubicBezTo>
                  <a:cubicBezTo>
                    <a:pt x="228" y="265"/>
                    <a:pt x="224" y="263"/>
                    <a:pt x="230" y="263"/>
                  </a:cubicBezTo>
                  <a:cubicBezTo>
                    <a:pt x="235" y="264"/>
                    <a:pt x="232" y="257"/>
                    <a:pt x="232" y="254"/>
                  </a:cubicBezTo>
                  <a:cubicBezTo>
                    <a:pt x="232" y="250"/>
                    <a:pt x="239" y="249"/>
                    <a:pt x="239" y="246"/>
                  </a:cubicBezTo>
                  <a:cubicBezTo>
                    <a:pt x="239" y="243"/>
                    <a:pt x="248" y="246"/>
                    <a:pt x="250" y="243"/>
                  </a:cubicBezTo>
                  <a:cubicBezTo>
                    <a:pt x="252" y="241"/>
                    <a:pt x="257" y="240"/>
                    <a:pt x="259" y="243"/>
                  </a:cubicBezTo>
                  <a:cubicBezTo>
                    <a:pt x="261" y="247"/>
                    <a:pt x="270" y="248"/>
                    <a:pt x="271" y="251"/>
                  </a:cubicBezTo>
                  <a:cubicBezTo>
                    <a:pt x="271" y="253"/>
                    <a:pt x="271" y="255"/>
                    <a:pt x="271" y="258"/>
                  </a:cubicBezTo>
                  <a:cubicBezTo>
                    <a:pt x="272" y="256"/>
                    <a:pt x="274" y="255"/>
                    <a:pt x="276" y="255"/>
                  </a:cubicBezTo>
                  <a:cubicBezTo>
                    <a:pt x="279" y="255"/>
                    <a:pt x="282" y="250"/>
                    <a:pt x="285" y="251"/>
                  </a:cubicBezTo>
                  <a:cubicBezTo>
                    <a:pt x="288" y="251"/>
                    <a:pt x="290" y="251"/>
                    <a:pt x="291" y="247"/>
                  </a:cubicBezTo>
                  <a:cubicBezTo>
                    <a:pt x="288" y="245"/>
                    <a:pt x="283" y="245"/>
                    <a:pt x="283" y="247"/>
                  </a:cubicBezTo>
                  <a:close/>
                  <a:moveTo>
                    <a:pt x="81" y="34"/>
                  </a:moveTo>
                  <a:cubicBezTo>
                    <a:pt x="86" y="35"/>
                    <a:pt x="76" y="40"/>
                    <a:pt x="75" y="45"/>
                  </a:cubicBezTo>
                  <a:cubicBezTo>
                    <a:pt x="73" y="49"/>
                    <a:pt x="82" y="54"/>
                    <a:pt x="86" y="57"/>
                  </a:cubicBezTo>
                  <a:cubicBezTo>
                    <a:pt x="90" y="61"/>
                    <a:pt x="99" y="60"/>
                    <a:pt x="102" y="58"/>
                  </a:cubicBezTo>
                  <a:cubicBezTo>
                    <a:pt x="105" y="56"/>
                    <a:pt x="104" y="49"/>
                    <a:pt x="108" y="49"/>
                  </a:cubicBezTo>
                  <a:cubicBezTo>
                    <a:pt x="113" y="50"/>
                    <a:pt x="110" y="46"/>
                    <a:pt x="114" y="44"/>
                  </a:cubicBezTo>
                  <a:cubicBezTo>
                    <a:pt x="117" y="43"/>
                    <a:pt x="118" y="48"/>
                    <a:pt x="115" y="51"/>
                  </a:cubicBezTo>
                  <a:cubicBezTo>
                    <a:pt x="112" y="55"/>
                    <a:pt x="120" y="54"/>
                    <a:pt x="125" y="50"/>
                  </a:cubicBezTo>
                  <a:cubicBezTo>
                    <a:pt x="129" y="46"/>
                    <a:pt x="130" y="50"/>
                    <a:pt x="129" y="54"/>
                  </a:cubicBezTo>
                  <a:cubicBezTo>
                    <a:pt x="128" y="58"/>
                    <a:pt x="119" y="56"/>
                    <a:pt x="116" y="60"/>
                  </a:cubicBezTo>
                  <a:cubicBezTo>
                    <a:pt x="112" y="65"/>
                    <a:pt x="102" y="61"/>
                    <a:pt x="98" y="66"/>
                  </a:cubicBezTo>
                  <a:cubicBezTo>
                    <a:pt x="93" y="71"/>
                    <a:pt x="102" y="71"/>
                    <a:pt x="108" y="70"/>
                  </a:cubicBezTo>
                  <a:cubicBezTo>
                    <a:pt x="114" y="69"/>
                    <a:pt x="126" y="68"/>
                    <a:pt x="131" y="69"/>
                  </a:cubicBezTo>
                  <a:cubicBezTo>
                    <a:pt x="135" y="70"/>
                    <a:pt x="128" y="72"/>
                    <a:pt x="120" y="72"/>
                  </a:cubicBezTo>
                  <a:cubicBezTo>
                    <a:pt x="113" y="72"/>
                    <a:pt x="110" y="74"/>
                    <a:pt x="111" y="76"/>
                  </a:cubicBezTo>
                  <a:cubicBezTo>
                    <a:pt x="111" y="78"/>
                    <a:pt x="100" y="74"/>
                    <a:pt x="100" y="78"/>
                  </a:cubicBezTo>
                  <a:cubicBezTo>
                    <a:pt x="99" y="83"/>
                    <a:pt x="110" y="84"/>
                    <a:pt x="111" y="87"/>
                  </a:cubicBezTo>
                  <a:cubicBezTo>
                    <a:pt x="112" y="90"/>
                    <a:pt x="119" y="87"/>
                    <a:pt x="122" y="88"/>
                  </a:cubicBezTo>
                  <a:cubicBezTo>
                    <a:pt x="125" y="89"/>
                    <a:pt x="117" y="91"/>
                    <a:pt x="116" y="93"/>
                  </a:cubicBezTo>
                  <a:cubicBezTo>
                    <a:pt x="115" y="94"/>
                    <a:pt x="124" y="96"/>
                    <a:pt x="126" y="98"/>
                  </a:cubicBezTo>
                  <a:cubicBezTo>
                    <a:pt x="127" y="101"/>
                    <a:pt x="133" y="99"/>
                    <a:pt x="133" y="96"/>
                  </a:cubicBezTo>
                  <a:cubicBezTo>
                    <a:pt x="133" y="91"/>
                    <a:pt x="139" y="78"/>
                    <a:pt x="146" y="76"/>
                  </a:cubicBezTo>
                  <a:cubicBezTo>
                    <a:pt x="154" y="73"/>
                    <a:pt x="149" y="70"/>
                    <a:pt x="150" y="66"/>
                  </a:cubicBezTo>
                  <a:cubicBezTo>
                    <a:pt x="151" y="62"/>
                    <a:pt x="157" y="65"/>
                    <a:pt x="156" y="62"/>
                  </a:cubicBezTo>
                  <a:cubicBezTo>
                    <a:pt x="154" y="58"/>
                    <a:pt x="155" y="57"/>
                    <a:pt x="160" y="52"/>
                  </a:cubicBezTo>
                  <a:cubicBezTo>
                    <a:pt x="164" y="48"/>
                    <a:pt x="167" y="51"/>
                    <a:pt x="173" y="48"/>
                  </a:cubicBezTo>
                  <a:cubicBezTo>
                    <a:pt x="179" y="46"/>
                    <a:pt x="182" y="50"/>
                    <a:pt x="175" y="51"/>
                  </a:cubicBezTo>
                  <a:cubicBezTo>
                    <a:pt x="170" y="51"/>
                    <a:pt x="173" y="58"/>
                    <a:pt x="177" y="59"/>
                  </a:cubicBezTo>
                  <a:cubicBezTo>
                    <a:pt x="182" y="61"/>
                    <a:pt x="178" y="63"/>
                    <a:pt x="181" y="63"/>
                  </a:cubicBezTo>
                  <a:cubicBezTo>
                    <a:pt x="185" y="64"/>
                    <a:pt x="184" y="69"/>
                    <a:pt x="179" y="74"/>
                  </a:cubicBezTo>
                  <a:cubicBezTo>
                    <a:pt x="175" y="79"/>
                    <a:pt x="180" y="80"/>
                    <a:pt x="190" y="76"/>
                  </a:cubicBezTo>
                  <a:cubicBezTo>
                    <a:pt x="199" y="73"/>
                    <a:pt x="193" y="79"/>
                    <a:pt x="196" y="82"/>
                  </a:cubicBezTo>
                  <a:cubicBezTo>
                    <a:pt x="199" y="85"/>
                    <a:pt x="206" y="80"/>
                    <a:pt x="210" y="75"/>
                  </a:cubicBezTo>
                  <a:cubicBezTo>
                    <a:pt x="214" y="71"/>
                    <a:pt x="220" y="71"/>
                    <a:pt x="220" y="69"/>
                  </a:cubicBezTo>
                  <a:cubicBezTo>
                    <a:pt x="220" y="66"/>
                    <a:pt x="216" y="65"/>
                    <a:pt x="212" y="67"/>
                  </a:cubicBezTo>
                  <a:cubicBezTo>
                    <a:pt x="209" y="68"/>
                    <a:pt x="200" y="67"/>
                    <a:pt x="203" y="65"/>
                  </a:cubicBezTo>
                  <a:cubicBezTo>
                    <a:pt x="206" y="62"/>
                    <a:pt x="205" y="60"/>
                    <a:pt x="201" y="60"/>
                  </a:cubicBezTo>
                  <a:cubicBezTo>
                    <a:pt x="196" y="61"/>
                    <a:pt x="188" y="58"/>
                    <a:pt x="192" y="57"/>
                  </a:cubicBezTo>
                  <a:cubicBezTo>
                    <a:pt x="196" y="55"/>
                    <a:pt x="189" y="50"/>
                    <a:pt x="186" y="51"/>
                  </a:cubicBezTo>
                  <a:cubicBezTo>
                    <a:pt x="182" y="51"/>
                    <a:pt x="183" y="47"/>
                    <a:pt x="184" y="44"/>
                  </a:cubicBezTo>
                  <a:cubicBezTo>
                    <a:pt x="184" y="41"/>
                    <a:pt x="174" y="40"/>
                    <a:pt x="176" y="39"/>
                  </a:cubicBezTo>
                  <a:cubicBezTo>
                    <a:pt x="178" y="38"/>
                    <a:pt x="171" y="36"/>
                    <a:pt x="170" y="38"/>
                  </a:cubicBezTo>
                  <a:cubicBezTo>
                    <a:pt x="168" y="40"/>
                    <a:pt x="165" y="39"/>
                    <a:pt x="165" y="36"/>
                  </a:cubicBezTo>
                  <a:cubicBezTo>
                    <a:pt x="165" y="33"/>
                    <a:pt x="158" y="34"/>
                    <a:pt x="155" y="34"/>
                  </a:cubicBezTo>
                  <a:cubicBezTo>
                    <a:pt x="152" y="35"/>
                    <a:pt x="153" y="28"/>
                    <a:pt x="150" y="26"/>
                  </a:cubicBezTo>
                  <a:cubicBezTo>
                    <a:pt x="147" y="23"/>
                    <a:pt x="143" y="30"/>
                    <a:pt x="141" y="30"/>
                  </a:cubicBezTo>
                  <a:cubicBezTo>
                    <a:pt x="139" y="29"/>
                    <a:pt x="143" y="25"/>
                    <a:pt x="144" y="22"/>
                  </a:cubicBezTo>
                  <a:cubicBezTo>
                    <a:pt x="145" y="19"/>
                    <a:pt x="134" y="15"/>
                    <a:pt x="132" y="18"/>
                  </a:cubicBezTo>
                  <a:cubicBezTo>
                    <a:pt x="131" y="21"/>
                    <a:pt x="129" y="13"/>
                    <a:pt x="126" y="12"/>
                  </a:cubicBezTo>
                  <a:cubicBezTo>
                    <a:pt x="124" y="12"/>
                    <a:pt x="126" y="17"/>
                    <a:pt x="124" y="18"/>
                  </a:cubicBezTo>
                  <a:cubicBezTo>
                    <a:pt x="121" y="18"/>
                    <a:pt x="118" y="21"/>
                    <a:pt x="122" y="23"/>
                  </a:cubicBezTo>
                  <a:cubicBezTo>
                    <a:pt x="126" y="26"/>
                    <a:pt x="130" y="38"/>
                    <a:pt x="129" y="40"/>
                  </a:cubicBezTo>
                  <a:cubicBezTo>
                    <a:pt x="129" y="42"/>
                    <a:pt x="117" y="31"/>
                    <a:pt x="117" y="26"/>
                  </a:cubicBezTo>
                  <a:cubicBezTo>
                    <a:pt x="116" y="21"/>
                    <a:pt x="110" y="16"/>
                    <a:pt x="109" y="20"/>
                  </a:cubicBezTo>
                  <a:cubicBezTo>
                    <a:pt x="107" y="24"/>
                    <a:pt x="103" y="25"/>
                    <a:pt x="104" y="29"/>
                  </a:cubicBezTo>
                  <a:cubicBezTo>
                    <a:pt x="106" y="33"/>
                    <a:pt x="101" y="34"/>
                    <a:pt x="101" y="31"/>
                  </a:cubicBezTo>
                  <a:cubicBezTo>
                    <a:pt x="101" y="28"/>
                    <a:pt x="95" y="25"/>
                    <a:pt x="93" y="24"/>
                  </a:cubicBezTo>
                  <a:cubicBezTo>
                    <a:pt x="91" y="24"/>
                    <a:pt x="99" y="23"/>
                    <a:pt x="102" y="21"/>
                  </a:cubicBezTo>
                  <a:cubicBezTo>
                    <a:pt x="106" y="19"/>
                    <a:pt x="99" y="17"/>
                    <a:pt x="96" y="19"/>
                  </a:cubicBezTo>
                  <a:cubicBezTo>
                    <a:pt x="93" y="21"/>
                    <a:pt x="88" y="17"/>
                    <a:pt x="86" y="20"/>
                  </a:cubicBezTo>
                  <a:cubicBezTo>
                    <a:pt x="84" y="23"/>
                    <a:pt x="82" y="20"/>
                    <a:pt x="78" y="19"/>
                  </a:cubicBezTo>
                  <a:cubicBezTo>
                    <a:pt x="75" y="19"/>
                    <a:pt x="72" y="24"/>
                    <a:pt x="69" y="23"/>
                  </a:cubicBezTo>
                  <a:cubicBezTo>
                    <a:pt x="67" y="22"/>
                    <a:pt x="65" y="28"/>
                    <a:pt x="69" y="35"/>
                  </a:cubicBezTo>
                  <a:cubicBezTo>
                    <a:pt x="73" y="41"/>
                    <a:pt x="76" y="33"/>
                    <a:pt x="81" y="34"/>
                  </a:cubicBezTo>
                  <a:close/>
                  <a:moveTo>
                    <a:pt x="71" y="54"/>
                  </a:moveTo>
                  <a:cubicBezTo>
                    <a:pt x="74" y="55"/>
                    <a:pt x="76" y="60"/>
                    <a:pt x="79" y="59"/>
                  </a:cubicBezTo>
                  <a:cubicBezTo>
                    <a:pt x="80" y="59"/>
                    <a:pt x="75" y="53"/>
                    <a:pt x="71" y="50"/>
                  </a:cubicBezTo>
                  <a:cubicBezTo>
                    <a:pt x="68" y="46"/>
                    <a:pt x="68" y="43"/>
                    <a:pt x="64" y="44"/>
                  </a:cubicBezTo>
                  <a:cubicBezTo>
                    <a:pt x="59" y="45"/>
                    <a:pt x="68" y="53"/>
                    <a:pt x="71" y="54"/>
                  </a:cubicBezTo>
                  <a:close/>
                  <a:moveTo>
                    <a:pt x="150" y="13"/>
                  </a:moveTo>
                  <a:cubicBezTo>
                    <a:pt x="153" y="15"/>
                    <a:pt x="147" y="15"/>
                    <a:pt x="149" y="18"/>
                  </a:cubicBezTo>
                  <a:cubicBezTo>
                    <a:pt x="157" y="25"/>
                    <a:pt x="186" y="17"/>
                    <a:pt x="190" y="19"/>
                  </a:cubicBezTo>
                  <a:cubicBezTo>
                    <a:pt x="194" y="21"/>
                    <a:pt x="165" y="24"/>
                    <a:pt x="167" y="27"/>
                  </a:cubicBezTo>
                  <a:cubicBezTo>
                    <a:pt x="168" y="30"/>
                    <a:pt x="191" y="32"/>
                    <a:pt x="193" y="30"/>
                  </a:cubicBezTo>
                  <a:cubicBezTo>
                    <a:pt x="195" y="28"/>
                    <a:pt x="199" y="34"/>
                    <a:pt x="207" y="35"/>
                  </a:cubicBezTo>
                  <a:cubicBezTo>
                    <a:pt x="214" y="35"/>
                    <a:pt x="214" y="32"/>
                    <a:pt x="219" y="32"/>
                  </a:cubicBezTo>
                  <a:cubicBezTo>
                    <a:pt x="225" y="31"/>
                    <a:pt x="234" y="29"/>
                    <a:pt x="234" y="25"/>
                  </a:cubicBezTo>
                  <a:cubicBezTo>
                    <a:pt x="234" y="22"/>
                    <a:pt x="251" y="18"/>
                    <a:pt x="249" y="13"/>
                  </a:cubicBezTo>
                  <a:cubicBezTo>
                    <a:pt x="248" y="7"/>
                    <a:pt x="232" y="11"/>
                    <a:pt x="227" y="9"/>
                  </a:cubicBezTo>
                  <a:cubicBezTo>
                    <a:pt x="223" y="6"/>
                    <a:pt x="212" y="3"/>
                    <a:pt x="210" y="7"/>
                  </a:cubicBezTo>
                  <a:cubicBezTo>
                    <a:pt x="209" y="10"/>
                    <a:pt x="206" y="11"/>
                    <a:pt x="204" y="10"/>
                  </a:cubicBezTo>
                  <a:cubicBezTo>
                    <a:pt x="203" y="8"/>
                    <a:pt x="205" y="0"/>
                    <a:pt x="198" y="3"/>
                  </a:cubicBezTo>
                  <a:cubicBezTo>
                    <a:pt x="190" y="5"/>
                    <a:pt x="197" y="13"/>
                    <a:pt x="196" y="14"/>
                  </a:cubicBezTo>
                  <a:cubicBezTo>
                    <a:pt x="194" y="15"/>
                    <a:pt x="187" y="12"/>
                    <a:pt x="187" y="9"/>
                  </a:cubicBezTo>
                  <a:cubicBezTo>
                    <a:pt x="186" y="5"/>
                    <a:pt x="178" y="12"/>
                    <a:pt x="177" y="8"/>
                  </a:cubicBezTo>
                  <a:cubicBezTo>
                    <a:pt x="176" y="4"/>
                    <a:pt x="167" y="1"/>
                    <a:pt x="165" y="1"/>
                  </a:cubicBezTo>
                  <a:cubicBezTo>
                    <a:pt x="163" y="1"/>
                    <a:pt x="167" y="4"/>
                    <a:pt x="166" y="6"/>
                  </a:cubicBezTo>
                  <a:cubicBezTo>
                    <a:pt x="165" y="8"/>
                    <a:pt x="160" y="4"/>
                    <a:pt x="158" y="4"/>
                  </a:cubicBezTo>
                  <a:cubicBezTo>
                    <a:pt x="156" y="4"/>
                    <a:pt x="159" y="8"/>
                    <a:pt x="158" y="10"/>
                  </a:cubicBezTo>
                  <a:cubicBezTo>
                    <a:pt x="157" y="12"/>
                    <a:pt x="153" y="4"/>
                    <a:pt x="149" y="4"/>
                  </a:cubicBezTo>
                  <a:cubicBezTo>
                    <a:pt x="146" y="4"/>
                    <a:pt x="147" y="8"/>
                    <a:pt x="145" y="8"/>
                  </a:cubicBezTo>
                  <a:cubicBezTo>
                    <a:pt x="142" y="9"/>
                    <a:pt x="148" y="12"/>
                    <a:pt x="150" y="1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4" name="Freeform 140"/>
            <p:cNvSpPr>
              <a:spLocks noChangeArrowheads="1"/>
            </p:cNvSpPr>
            <p:nvPr/>
          </p:nvSpPr>
          <p:spPr bwMode="auto">
            <a:xfrm>
              <a:off x="7694639" y="865187"/>
              <a:ext cx="73025" cy="26988"/>
            </a:xfrm>
            <a:custGeom>
              <a:avLst/>
              <a:gdLst>
                <a:gd name="T0" fmla="*/ 17 w 38"/>
                <a:gd name="T1" fmla="*/ 2 h 14"/>
                <a:gd name="T2" fmla="*/ 3 w 38"/>
                <a:gd name="T3" fmla="*/ 6 h 14"/>
                <a:gd name="T4" fmla="*/ 24 w 38"/>
                <a:gd name="T5" fmla="*/ 11 h 14"/>
                <a:gd name="T6" fmla="*/ 38 w 38"/>
                <a:gd name="T7" fmla="*/ 9 h 14"/>
                <a:gd name="T8" fmla="*/ 17 w 38"/>
                <a:gd name="T9" fmla="*/ 2 h 14"/>
                <a:gd name="T10" fmla="*/ 0 60000 65536"/>
                <a:gd name="T11" fmla="*/ 0 60000 65536"/>
                <a:gd name="T12" fmla="*/ 0 60000 65536"/>
                <a:gd name="T13" fmla="*/ 0 60000 65536"/>
                <a:gd name="T14" fmla="*/ 0 60000 65536"/>
                <a:gd name="T15" fmla="*/ 0 w 38"/>
                <a:gd name="T16" fmla="*/ 0 h 14"/>
                <a:gd name="T17" fmla="*/ 38 w 38"/>
                <a:gd name="T18" fmla="*/ 14 h 14"/>
              </a:gdLst>
              <a:ahLst/>
              <a:cxnLst>
                <a:cxn ang="T10">
                  <a:pos x="T0" y="T1"/>
                </a:cxn>
                <a:cxn ang="T11">
                  <a:pos x="T2" y="T3"/>
                </a:cxn>
                <a:cxn ang="T12">
                  <a:pos x="T4" y="T5"/>
                </a:cxn>
                <a:cxn ang="T13">
                  <a:pos x="T6" y="T7"/>
                </a:cxn>
                <a:cxn ang="T14">
                  <a:pos x="T8" y="T9"/>
                </a:cxn>
              </a:cxnLst>
              <a:rect l="T15" t="T16" r="T17" b="T18"/>
              <a:pathLst>
                <a:path w="38" h="14">
                  <a:moveTo>
                    <a:pt x="17" y="2"/>
                  </a:moveTo>
                  <a:cubicBezTo>
                    <a:pt x="15" y="3"/>
                    <a:pt x="0" y="2"/>
                    <a:pt x="3" y="6"/>
                  </a:cubicBezTo>
                  <a:cubicBezTo>
                    <a:pt x="6" y="9"/>
                    <a:pt x="18" y="7"/>
                    <a:pt x="24" y="11"/>
                  </a:cubicBezTo>
                  <a:cubicBezTo>
                    <a:pt x="30" y="14"/>
                    <a:pt x="38" y="11"/>
                    <a:pt x="38" y="9"/>
                  </a:cubicBezTo>
                  <a:cubicBezTo>
                    <a:pt x="38" y="6"/>
                    <a:pt x="19" y="0"/>
                    <a:pt x="17" y="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5" name="Freeform 141"/>
            <p:cNvSpPr>
              <a:spLocks noEditPoints="1" noChangeArrowheads="1"/>
            </p:cNvSpPr>
            <p:nvPr/>
          </p:nvSpPr>
          <p:spPr bwMode="auto">
            <a:xfrm>
              <a:off x="6416696" y="1409701"/>
              <a:ext cx="369889" cy="368300"/>
            </a:xfrm>
            <a:custGeom>
              <a:avLst/>
              <a:gdLst>
                <a:gd name="T0" fmla="*/ 171 w 193"/>
                <a:gd name="T1" fmla="*/ 24 h 193"/>
                <a:gd name="T2" fmla="*/ 139 w 193"/>
                <a:gd name="T3" fmla="*/ 9 h 193"/>
                <a:gd name="T4" fmla="*/ 135 w 193"/>
                <a:gd name="T5" fmla="*/ 31 h 193"/>
                <a:gd name="T6" fmla="*/ 121 w 193"/>
                <a:gd name="T7" fmla="*/ 41 h 193"/>
                <a:gd name="T8" fmla="*/ 119 w 193"/>
                <a:gd name="T9" fmla="*/ 57 h 193"/>
                <a:gd name="T10" fmla="*/ 131 w 193"/>
                <a:gd name="T11" fmla="*/ 53 h 193"/>
                <a:gd name="T12" fmla="*/ 134 w 193"/>
                <a:gd name="T13" fmla="*/ 44 h 193"/>
                <a:gd name="T14" fmla="*/ 158 w 193"/>
                <a:gd name="T15" fmla="*/ 45 h 193"/>
                <a:gd name="T16" fmla="*/ 180 w 193"/>
                <a:gd name="T17" fmla="*/ 32 h 193"/>
                <a:gd name="T18" fmla="*/ 182 w 193"/>
                <a:gd name="T19" fmla="*/ 21 h 193"/>
                <a:gd name="T20" fmla="*/ 119 w 193"/>
                <a:gd name="T21" fmla="*/ 82 h 193"/>
                <a:gd name="T22" fmla="*/ 106 w 193"/>
                <a:gd name="T23" fmla="*/ 108 h 193"/>
                <a:gd name="T24" fmla="*/ 89 w 193"/>
                <a:gd name="T25" fmla="*/ 112 h 193"/>
                <a:gd name="T26" fmla="*/ 73 w 193"/>
                <a:gd name="T27" fmla="*/ 132 h 193"/>
                <a:gd name="T28" fmla="*/ 53 w 193"/>
                <a:gd name="T29" fmla="*/ 136 h 193"/>
                <a:gd name="T30" fmla="*/ 19 w 193"/>
                <a:gd name="T31" fmla="*/ 150 h 193"/>
                <a:gd name="T32" fmla="*/ 31 w 193"/>
                <a:gd name="T33" fmla="*/ 154 h 193"/>
                <a:gd name="T34" fmla="*/ 64 w 193"/>
                <a:gd name="T35" fmla="*/ 157 h 193"/>
                <a:gd name="T36" fmla="*/ 81 w 193"/>
                <a:gd name="T37" fmla="*/ 149 h 193"/>
                <a:gd name="T38" fmla="*/ 99 w 193"/>
                <a:gd name="T39" fmla="*/ 146 h 193"/>
                <a:gd name="T40" fmla="*/ 114 w 193"/>
                <a:gd name="T41" fmla="*/ 140 h 193"/>
                <a:gd name="T42" fmla="*/ 128 w 193"/>
                <a:gd name="T43" fmla="*/ 122 h 193"/>
                <a:gd name="T44" fmla="*/ 141 w 193"/>
                <a:gd name="T45" fmla="*/ 93 h 193"/>
                <a:gd name="T46" fmla="*/ 121 w 193"/>
                <a:gd name="T47" fmla="*/ 67 h 193"/>
                <a:gd name="T48" fmla="*/ 37 w 193"/>
                <a:gd name="T49" fmla="*/ 156 h 193"/>
                <a:gd name="T50" fmla="*/ 42 w 193"/>
                <a:gd name="T51" fmla="*/ 168 h 193"/>
                <a:gd name="T52" fmla="*/ 59 w 193"/>
                <a:gd name="T53" fmla="*/ 155 h 193"/>
                <a:gd name="T54" fmla="*/ 25 w 193"/>
                <a:gd name="T55" fmla="*/ 166 h 193"/>
                <a:gd name="T56" fmla="*/ 7 w 193"/>
                <a:gd name="T57" fmla="*/ 163 h 193"/>
                <a:gd name="T58" fmla="*/ 8 w 193"/>
                <a:gd name="T59" fmla="*/ 168 h 193"/>
                <a:gd name="T60" fmla="*/ 14 w 193"/>
                <a:gd name="T61" fmla="*/ 193 h 193"/>
                <a:gd name="T62" fmla="*/ 25 w 193"/>
                <a:gd name="T63" fmla="*/ 166 h 19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3"/>
                <a:gd name="T97" fmla="*/ 0 h 193"/>
                <a:gd name="T98" fmla="*/ 193 w 193"/>
                <a:gd name="T99" fmla="*/ 193 h 19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3" h="193">
                  <a:moveTo>
                    <a:pt x="182" y="21"/>
                  </a:moveTo>
                  <a:cubicBezTo>
                    <a:pt x="180" y="18"/>
                    <a:pt x="176" y="23"/>
                    <a:pt x="171" y="24"/>
                  </a:cubicBezTo>
                  <a:cubicBezTo>
                    <a:pt x="166" y="25"/>
                    <a:pt x="150" y="12"/>
                    <a:pt x="146" y="6"/>
                  </a:cubicBezTo>
                  <a:cubicBezTo>
                    <a:pt x="142" y="0"/>
                    <a:pt x="136" y="5"/>
                    <a:pt x="139" y="9"/>
                  </a:cubicBezTo>
                  <a:cubicBezTo>
                    <a:pt x="142" y="13"/>
                    <a:pt x="138" y="15"/>
                    <a:pt x="138" y="21"/>
                  </a:cubicBezTo>
                  <a:cubicBezTo>
                    <a:pt x="138" y="27"/>
                    <a:pt x="134" y="27"/>
                    <a:pt x="135" y="31"/>
                  </a:cubicBezTo>
                  <a:cubicBezTo>
                    <a:pt x="136" y="35"/>
                    <a:pt x="130" y="34"/>
                    <a:pt x="126" y="35"/>
                  </a:cubicBezTo>
                  <a:cubicBezTo>
                    <a:pt x="122" y="35"/>
                    <a:pt x="126" y="39"/>
                    <a:pt x="121" y="41"/>
                  </a:cubicBezTo>
                  <a:cubicBezTo>
                    <a:pt x="117" y="43"/>
                    <a:pt x="117" y="47"/>
                    <a:pt x="119" y="48"/>
                  </a:cubicBezTo>
                  <a:cubicBezTo>
                    <a:pt x="122" y="49"/>
                    <a:pt x="120" y="54"/>
                    <a:pt x="119" y="57"/>
                  </a:cubicBezTo>
                  <a:cubicBezTo>
                    <a:pt x="119" y="60"/>
                    <a:pt x="122" y="57"/>
                    <a:pt x="125" y="54"/>
                  </a:cubicBezTo>
                  <a:cubicBezTo>
                    <a:pt x="128" y="51"/>
                    <a:pt x="130" y="56"/>
                    <a:pt x="131" y="53"/>
                  </a:cubicBezTo>
                  <a:cubicBezTo>
                    <a:pt x="132" y="50"/>
                    <a:pt x="124" y="48"/>
                    <a:pt x="124" y="45"/>
                  </a:cubicBezTo>
                  <a:cubicBezTo>
                    <a:pt x="125" y="41"/>
                    <a:pt x="130" y="46"/>
                    <a:pt x="134" y="44"/>
                  </a:cubicBezTo>
                  <a:cubicBezTo>
                    <a:pt x="138" y="42"/>
                    <a:pt x="146" y="43"/>
                    <a:pt x="151" y="48"/>
                  </a:cubicBezTo>
                  <a:cubicBezTo>
                    <a:pt x="156" y="52"/>
                    <a:pt x="157" y="50"/>
                    <a:pt x="158" y="45"/>
                  </a:cubicBezTo>
                  <a:cubicBezTo>
                    <a:pt x="159" y="40"/>
                    <a:pt x="167" y="37"/>
                    <a:pt x="174" y="37"/>
                  </a:cubicBezTo>
                  <a:cubicBezTo>
                    <a:pt x="182" y="37"/>
                    <a:pt x="183" y="34"/>
                    <a:pt x="180" y="32"/>
                  </a:cubicBezTo>
                  <a:cubicBezTo>
                    <a:pt x="178" y="30"/>
                    <a:pt x="193" y="21"/>
                    <a:pt x="193" y="18"/>
                  </a:cubicBezTo>
                  <a:cubicBezTo>
                    <a:pt x="192" y="15"/>
                    <a:pt x="185" y="24"/>
                    <a:pt x="182" y="21"/>
                  </a:cubicBezTo>
                  <a:close/>
                  <a:moveTo>
                    <a:pt x="121" y="67"/>
                  </a:moveTo>
                  <a:cubicBezTo>
                    <a:pt x="118" y="68"/>
                    <a:pt x="115" y="79"/>
                    <a:pt x="119" y="82"/>
                  </a:cubicBezTo>
                  <a:cubicBezTo>
                    <a:pt x="123" y="85"/>
                    <a:pt x="113" y="90"/>
                    <a:pt x="113" y="97"/>
                  </a:cubicBezTo>
                  <a:cubicBezTo>
                    <a:pt x="114" y="103"/>
                    <a:pt x="107" y="103"/>
                    <a:pt x="106" y="108"/>
                  </a:cubicBezTo>
                  <a:cubicBezTo>
                    <a:pt x="105" y="112"/>
                    <a:pt x="102" y="111"/>
                    <a:pt x="96" y="116"/>
                  </a:cubicBezTo>
                  <a:cubicBezTo>
                    <a:pt x="90" y="120"/>
                    <a:pt x="87" y="115"/>
                    <a:pt x="89" y="112"/>
                  </a:cubicBezTo>
                  <a:cubicBezTo>
                    <a:pt x="90" y="109"/>
                    <a:pt x="80" y="114"/>
                    <a:pt x="80" y="121"/>
                  </a:cubicBezTo>
                  <a:cubicBezTo>
                    <a:pt x="81" y="128"/>
                    <a:pt x="71" y="129"/>
                    <a:pt x="73" y="132"/>
                  </a:cubicBezTo>
                  <a:cubicBezTo>
                    <a:pt x="76" y="136"/>
                    <a:pt x="66" y="138"/>
                    <a:pt x="66" y="135"/>
                  </a:cubicBezTo>
                  <a:cubicBezTo>
                    <a:pt x="67" y="132"/>
                    <a:pt x="60" y="133"/>
                    <a:pt x="53" y="136"/>
                  </a:cubicBezTo>
                  <a:cubicBezTo>
                    <a:pt x="45" y="139"/>
                    <a:pt x="40" y="133"/>
                    <a:pt x="36" y="137"/>
                  </a:cubicBezTo>
                  <a:cubicBezTo>
                    <a:pt x="32" y="142"/>
                    <a:pt x="24" y="149"/>
                    <a:pt x="19" y="150"/>
                  </a:cubicBezTo>
                  <a:cubicBezTo>
                    <a:pt x="13" y="151"/>
                    <a:pt x="16" y="158"/>
                    <a:pt x="19" y="157"/>
                  </a:cubicBezTo>
                  <a:cubicBezTo>
                    <a:pt x="23" y="155"/>
                    <a:pt x="29" y="157"/>
                    <a:pt x="31" y="154"/>
                  </a:cubicBezTo>
                  <a:cubicBezTo>
                    <a:pt x="33" y="151"/>
                    <a:pt x="49" y="147"/>
                    <a:pt x="59" y="147"/>
                  </a:cubicBezTo>
                  <a:cubicBezTo>
                    <a:pt x="69" y="147"/>
                    <a:pt x="63" y="152"/>
                    <a:pt x="64" y="157"/>
                  </a:cubicBezTo>
                  <a:cubicBezTo>
                    <a:pt x="65" y="162"/>
                    <a:pt x="73" y="161"/>
                    <a:pt x="77" y="156"/>
                  </a:cubicBezTo>
                  <a:cubicBezTo>
                    <a:pt x="82" y="151"/>
                    <a:pt x="85" y="152"/>
                    <a:pt x="81" y="149"/>
                  </a:cubicBezTo>
                  <a:cubicBezTo>
                    <a:pt x="78" y="146"/>
                    <a:pt x="82" y="143"/>
                    <a:pt x="85" y="147"/>
                  </a:cubicBezTo>
                  <a:cubicBezTo>
                    <a:pt x="87" y="151"/>
                    <a:pt x="96" y="151"/>
                    <a:pt x="99" y="146"/>
                  </a:cubicBezTo>
                  <a:cubicBezTo>
                    <a:pt x="102" y="141"/>
                    <a:pt x="103" y="147"/>
                    <a:pt x="107" y="147"/>
                  </a:cubicBezTo>
                  <a:cubicBezTo>
                    <a:pt x="111" y="146"/>
                    <a:pt x="114" y="136"/>
                    <a:pt x="114" y="140"/>
                  </a:cubicBezTo>
                  <a:cubicBezTo>
                    <a:pt x="114" y="144"/>
                    <a:pt x="121" y="143"/>
                    <a:pt x="125" y="138"/>
                  </a:cubicBezTo>
                  <a:cubicBezTo>
                    <a:pt x="129" y="134"/>
                    <a:pt x="125" y="126"/>
                    <a:pt x="128" y="122"/>
                  </a:cubicBezTo>
                  <a:cubicBezTo>
                    <a:pt x="130" y="118"/>
                    <a:pt x="133" y="110"/>
                    <a:pt x="130" y="105"/>
                  </a:cubicBezTo>
                  <a:cubicBezTo>
                    <a:pt x="128" y="100"/>
                    <a:pt x="136" y="97"/>
                    <a:pt x="141" y="93"/>
                  </a:cubicBezTo>
                  <a:cubicBezTo>
                    <a:pt x="145" y="89"/>
                    <a:pt x="136" y="69"/>
                    <a:pt x="135" y="63"/>
                  </a:cubicBezTo>
                  <a:cubicBezTo>
                    <a:pt x="135" y="57"/>
                    <a:pt x="124" y="65"/>
                    <a:pt x="121" y="67"/>
                  </a:cubicBezTo>
                  <a:close/>
                  <a:moveTo>
                    <a:pt x="48" y="153"/>
                  </a:moveTo>
                  <a:cubicBezTo>
                    <a:pt x="46" y="157"/>
                    <a:pt x="42" y="155"/>
                    <a:pt x="37" y="156"/>
                  </a:cubicBezTo>
                  <a:cubicBezTo>
                    <a:pt x="32" y="157"/>
                    <a:pt x="32" y="170"/>
                    <a:pt x="35" y="171"/>
                  </a:cubicBezTo>
                  <a:cubicBezTo>
                    <a:pt x="38" y="172"/>
                    <a:pt x="41" y="172"/>
                    <a:pt x="42" y="168"/>
                  </a:cubicBezTo>
                  <a:cubicBezTo>
                    <a:pt x="43" y="164"/>
                    <a:pt x="48" y="163"/>
                    <a:pt x="51" y="165"/>
                  </a:cubicBezTo>
                  <a:cubicBezTo>
                    <a:pt x="55" y="166"/>
                    <a:pt x="59" y="160"/>
                    <a:pt x="59" y="155"/>
                  </a:cubicBezTo>
                  <a:cubicBezTo>
                    <a:pt x="59" y="150"/>
                    <a:pt x="49" y="150"/>
                    <a:pt x="48" y="153"/>
                  </a:cubicBezTo>
                  <a:close/>
                  <a:moveTo>
                    <a:pt x="25" y="166"/>
                  </a:moveTo>
                  <a:cubicBezTo>
                    <a:pt x="25" y="163"/>
                    <a:pt x="17" y="164"/>
                    <a:pt x="17" y="161"/>
                  </a:cubicBezTo>
                  <a:cubicBezTo>
                    <a:pt x="17" y="158"/>
                    <a:pt x="12" y="159"/>
                    <a:pt x="7" y="163"/>
                  </a:cubicBezTo>
                  <a:cubicBezTo>
                    <a:pt x="2" y="167"/>
                    <a:pt x="0" y="167"/>
                    <a:pt x="2" y="171"/>
                  </a:cubicBezTo>
                  <a:cubicBezTo>
                    <a:pt x="4" y="175"/>
                    <a:pt x="7" y="171"/>
                    <a:pt x="8" y="168"/>
                  </a:cubicBezTo>
                  <a:cubicBezTo>
                    <a:pt x="10" y="164"/>
                    <a:pt x="13" y="173"/>
                    <a:pt x="10" y="179"/>
                  </a:cubicBezTo>
                  <a:cubicBezTo>
                    <a:pt x="7" y="185"/>
                    <a:pt x="10" y="193"/>
                    <a:pt x="14" y="193"/>
                  </a:cubicBezTo>
                  <a:cubicBezTo>
                    <a:pt x="18" y="192"/>
                    <a:pt x="22" y="180"/>
                    <a:pt x="27" y="174"/>
                  </a:cubicBezTo>
                  <a:cubicBezTo>
                    <a:pt x="32" y="167"/>
                    <a:pt x="25" y="170"/>
                    <a:pt x="25" y="16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6" name="Freeform 142"/>
            <p:cNvSpPr>
              <a:spLocks noEditPoints="1" noChangeArrowheads="1"/>
            </p:cNvSpPr>
            <p:nvPr/>
          </p:nvSpPr>
          <p:spPr bwMode="auto">
            <a:xfrm>
              <a:off x="5240356" y="1185863"/>
              <a:ext cx="1293818" cy="896939"/>
            </a:xfrm>
            <a:custGeom>
              <a:avLst/>
              <a:gdLst>
                <a:gd name="T0" fmla="*/ 643 w 677"/>
                <a:gd name="T1" fmla="*/ 87 h 469"/>
                <a:gd name="T2" fmla="*/ 610 w 677"/>
                <a:gd name="T3" fmla="*/ 63 h 469"/>
                <a:gd name="T4" fmla="*/ 583 w 677"/>
                <a:gd name="T5" fmla="*/ 26 h 469"/>
                <a:gd name="T6" fmla="*/ 544 w 677"/>
                <a:gd name="T7" fmla="*/ 1 h 469"/>
                <a:gd name="T8" fmla="*/ 517 w 677"/>
                <a:gd name="T9" fmla="*/ 21 h 469"/>
                <a:gd name="T10" fmla="*/ 495 w 677"/>
                <a:gd name="T11" fmla="*/ 54 h 469"/>
                <a:gd name="T12" fmla="*/ 461 w 677"/>
                <a:gd name="T13" fmla="*/ 73 h 469"/>
                <a:gd name="T14" fmla="*/ 482 w 677"/>
                <a:gd name="T15" fmla="*/ 86 h 469"/>
                <a:gd name="T16" fmla="*/ 481 w 677"/>
                <a:gd name="T17" fmla="*/ 105 h 469"/>
                <a:gd name="T18" fmla="*/ 422 w 677"/>
                <a:gd name="T19" fmla="*/ 126 h 469"/>
                <a:gd name="T20" fmla="*/ 380 w 677"/>
                <a:gd name="T21" fmla="*/ 162 h 469"/>
                <a:gd name="T22" fmla="*/ 315 w 677"/>
                <a:gd name="T23" fmla="*/ 166 h 469"/>
                <a:gd name="T24" fmla="*/ 241 w 677"/>
                <a:gd name="T25" fmla="*/ 156 h 469"/>
                <a:gd name="T26" fmla="*/ 210 w 677"/>
                <a:gd name="T27" fmla="*/ 125 h 469"/>
                <a:gd name="T28" fmla="*/ 182 w 677"/>
                <a:gd name="T29" fmla="*/ 90 h 469"/>
                <a:gd name="T30" fmla="*/ 153 w 677"/>
                <a:gd name="T31" fmla="*/ 65 h 469"/>
                <a:gd name="T32" fmla="*/ 137 w 677"/>
                <a:gd name="T33" fmla="*/ 76 h 469"/>
                <a:gd name="T34" fmla="*/ 111 w 677"/>
                <a:gd name="T35" fmla="*/ 96 h 469"/>
                <a:gd name="T36" fmla="*/ 88 w 677"/>
                <a:gd name="T37" fmla="*/ 121 h 469"/>
                <a:gd name="T38" fmla="*/ 78 w 677"/>
                <a:gd name="T39" fmla="*/ 150 h 469"/>
                <a:gd name="T40" fmla="*/ 52 w 677"/>
                <a:gd name="T41" fmla="*/ 175 h 469"/>
                <a:gd name="T42" fmla="*/ 19 w 677"/>
                <a:gd name="T43" fmla="*/ 186 h 469"/>
                <a:gd name="T44" fmla="*/ 0 w 677"/>
                <a:gd name="T45" fmla="*/ 200 h 469"/>
                <a:gd name="T46" fmla="*/ 15 w 677"/>
                <a:gd name="T47" fmla="*/ 232 h 469"/>
                <a:gd name="T48" fmla="*/ 39 w 677"/>
                <a:gd name="T49" fmla="*/ 254 h 469"/>
                <a:gd name="T50" fmla="*/ 59 w 677"/>
                <a:gd name="T51" fmla="*/ 247 h 469"/>
                <a:gd name="T52" fmla="*/ 56 w 677"/>
                <a:gd name="T53" fmla="*/ 276 h 469"/>
                <a:gd name="T54" fmla="*/ 56 w 677"/>
                <a:gd name="T55" fmla="*/ 304 h 469"/>
                <a:gd name="T56" fmla="*/ 77 w 677"/>
                <a:gd name="T57" fmla="*/ 322 h 469"/>
                <a:gd name="T58" fmla="*/ 138 w 677"/>
                <a:gd name="T59" fmla="*/ 347 h 469"/>
                <a:gd name="T60" fmla="*/ 162 w 677"/>
                <a:gd name="T61" fmla="*/ 353 h 469"/>
                <a:gd name="T62" fmla="*/ 183 w 677"/>
                <a:gd name="T63" fmla="*/ 347 h 469"/>
                <a:gd name="T64" fmla="*/ 210 w 677"/>
                <a:gd name="T65" fmla="*/ 340 h 469"/>
                <a:gd name="T66" fmla="*/ 243 w 677"/>
                <a:gd name="T67" fmla="*/ 340 h 469"/>
                <a:gd name="T68" fmla="*/ 261 w 677"/>
                <a:gd name="T69" fmla="*/ 352 h 469"/>
                <a:gd name="T70" fmla="*/ 256 w 677"/>
                <a:gd name="T71" fmla="*/ 395 h 469"/>
                <a:gd name="T72" fmla="*/ 274 w 677"/>
                <a:gd name="T73" fmla="*/ 419 h 469"/>
                <a:gd name="T74" fmla="*/ 298 w 677"/>
                <a:gd name="T75" fmla="*/ 430 h 469"/>
                <a:gd name="T76" fmla="*/ 316 w 677"/>
                <a:gd name="T77" fmla="*/ 412 h 469"/>
                <a:gd name="T78" fmla="*/ 352 w 677"/>
                <a:gd name="T79" fmla="*/ 410 h 469"/>
                <a:gd name="T80" fmla="*/ 375 w 677"/>
                <a:gd name="T81" fmla="*/ 425 h 469"/>
                <a:gd name="T82" fmla="*/ 393 w 677"/>
                <a:gd name="T83" fmla="*/ 440 h 469"/>
                <a:gd name="T84" fmla="*/ 445 w 677"/>
                <a:gd name="T85" fmla="*/ 413 h 469"/>
                <a:gd name="T86" fmla="*/ 484 w 677"/>
                <a:gd name="T87" fmla="*/ 392 h 469"/>
                <a:gd name="T88" fmla="*/ 504 w 677"/>
                <a:gd name="T89" fmla="*/ 368 h 469"/>
                <a:gd name="T90" fmla="*/ 523 w 677"/>
                <a:gd name="T91" fmla="*/ 345 h 469"/>
                <a:gd name="T92" fmla="*/ 527 w 677"/>
                <a:gd name="T93" fmla="*/ 323 h 469"/>
                <a:gd name="T94" fmla="*/ 522 w 677"/>
                <a:gd name="T95" fmla="*/ 306 h 469"/>
                <a:gd name="T96" fmla="*/ 519 w 677"/>
                <a:gd name="T97" fmla="*/ 290 h 469"/>
                <a:gd name="T98" fmla="*/ 505 w 677"/>
                <a:gd name="T99" fmla="*/ 252 h 469"/>
                <a:gd name="T100" fmla="*/ 536 w 677"/>
                <a:gd name="T101" fmla="*/ 234 h 469"/>
                <a:gd name="T102" fmla="*/ 496 w 677"/>
                <a:gd name="T103" fmla="*/ 223 h 469"/>
                <a:gd name="T104" fmla="*/ 512 w 677"/>
                <a:gd name="T105" fmla="*/ 192 h 469"/>
                <a:gd name="T106" fmla="*/ 529 w 677"/>
                <a:gd name="T107" fmla="*/ 208 h 469"/>
                <a:gd name="T108" fmla="*/ 580 w 677"/>
                <a:gd name="T109" fmla="*/ 179 h 469"/>
                <a:gd name="T110" fmla="*/ 606 w 677"/>
                <a:gd name="T111" fmla="*/ 168 h 469"/>
                <a:gd name="T112" fmla="*/ 633 w 677"/>
                <a:gd name="T113" fmla="*/ 157 h 469"/>
                <a:gd name="T114" fmla="*/ 636 w 677"/>
                <a:gd name="T115" fmla="*/ 127 h 469"/>
                <a:gd name="T116" fmla="*/ 667 w 677"/>
                <a:gd name="T117" fmla="*/ 107 h 469"/>
                <a:gd name="T118" fmla="*/ 516 w 677"/>
                <a:gd name="T119" fmla="*/ 418 h 469"/>
                <a:gd name="T120" fmla="*/ 380 w 677"/>
                <a:gd name="T121" fmla="*/ 460 h 46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77"/>
                <a:gd name="T184" fmla="*/ 0 h 469"/>
                <a:gd name="T185" fmla="*/ 677 w 677"/>
                <a:gd name="T186" fmla="*/ 469 h 46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77" h="469">
                  <a:moveTo>
                    <a:pt x="673" y="83"/>
                  </a:moveTo>
                  <a:cubicBezTo>
                    <a:pt x="673" y="77"/>
                    <a:pt x="666" y="79"/>
                    <a:pt x="664" y="81"/>
                  </a:cubicBezTo>
                  <a:cubicBezTo>
                    <a:pt x="662" y="83"/>
                    <a:pt x="655" y="81"/>
                    <a:pt x="653" y="85"/>
                  </a:cubicBezTo>
                  <a:cubicBezTo>
                    <a:pt x="651" y="89"/>
                    <a:pt x="648" y="87"/>
                    <a:pt x="643" y="87"/>
                  </a:cubicBezTo>
                  <a:cubicBezTo>
                    <a:pt x="638" y="88"/>
                    <a:pt x="632" y="86"/>
                    <a:pt x="632" y="83"/>
                  </a:cubicBezTo>
                  <a:cubicBezTo>
                    <a:pt x="632" y="80"/>
                    <a:pt x="629" y="77"/>
                    <a:pt x="630" y="73"/>
                  </a:cubicBezTo>
                  <a:cubicBezTo>
                    <a:pt x="630" y="70"/>
                    <a:pt x="625" y="71"/>
                    <a:pt x="622" y="68"/>
                  </a:cubicBezTo>
                  <a:cubicBezTo>
                    <a:pt x="618" y="65"/>
                    <a:pt x="612" y="62"/>
                    <a:pt x="610" y="63"/>
                  </a:cubicBezTo>
                  <a:cubicBezTo>
                    <a:pt x="609" y="64"/>
                    <a:pt x="605" y="59"/>
                    <a:pt x="599" y="59"/>
                  </a:cubicBezTo>
                  <a:cubicBezTo>
                    <a:pt x="594" y="59"/>
                    <a:pt x="594" y="55"/>
                    <a:pt x="595" y="53"/>
                  </a:cubicBezTo>
                  <a:cubicBezTo>
                    <a:pt x="596" y="50"/>
                    <a:pt x="590" y="43"/>
                    <a:pt x="589" y="39"/>
                  </a:cubicBezTo>
                  <a:cubicBezTo>
                    <a:pt x="588" y="35"/>
                    <a:pt x="584" y="34"/>
                    <a:pt x="583" y="26"/>
                  </a:cubicBezTo>
                  <a:cubicBezTo>
                    <a:pt x="581" y="17"/>
                    <a:pt x="576" y="19"/>
                    <a:pt x="577" y="15"/>
                  </a:cubicBezTo>
                  <a:cubicBezTo>
                    <a:pt x="578" y="11"/>
                    <a:pt x="572" y="9"/>
                    <a:pt x="570" y="7"/>
                  </a:cubicBezTo>
                  <a:cubicBezTo>
                    <a:pt x="568" y="5"/>
                    <a:pt x="561" y="6"/>
                    <a:pt x="556" y="3"/>
                  </a:cubicBezTo>
                  <a:cubicBezTo>
                    <a:pt x="551" y="0"/>
                    <a:pt x="548" y="2"/>
                    <a:pt x="544" y="1"/>
                  </a:cubicBezTo>
                  <a:cubicBezTo>
                    <a:pt x="539" y="0"/>
                    <a:pt x="528" y="2"/>
                    <a:pt x="527" y="2"/>
                  </a:cubicBezTo>
                  <a:cubicBezTo>
                    <a:pt x="526" y="2"/>
                    <a:pt x="517" y="1"/>
                    <a:pt x="513" y="7"/>
                  </a:cubicBezTo>
                  <a:cubicBezTo>
                    <a:pt x="508" y="13"/>
                    <a:pt x="512" y="13"/>
                    <a:pt x="514" y="13"/>
                  </a:cubicBezTo>
                  <a:cubicBezTo>
                    <a:pt x="516" y="13"/>
                    <a:pt x="517" y="19"/>
                    <a:pt x="517" y="21"/>
                  </a:cubicBezTo>
                  <a:cubicBezTo>
                    <a:pt x="517" y="23"/>
                    <a:pt x="514" y="26"/>
                    <a:pt x="512" y="27"/>
                  </a:cubicBezTo>
                  <a:cubicBezTo>
                    <a:pt x="510" y="27"/>
                    <a:pt x="506" y="35"/>
                    <a:pt x="505" y="37"/>
                  </a:cubicBezTo>
                  <a:cubicBezTo>
                    <a:pt x="504" y="40"/>
                    <a:pt x="499" y="47"/>
                    <a:pt x="500" y="49"/>
                  </a:cubicBezTo>
                  <a:cubicBezTo>
                    <a:pt x="500" y="51"/>
                    <a:pt x="497" y="54"/>
                    <a:pt x="495" y="54"/>
                  </a:cubicBezTo>
                  <a:cubicBezTo>
                    <a:pt x="492" y="54"/>
                    <a:pt x="486" y="59"/>
                    <a:pt x="484" y="60"/>
                  </a:cubicBezTo>
                  <a:cubicBezTo>
                    <a:pt x="482" y="60"/>
                    <a:pt x="474" y="59"/>
                    <a:pt x="473" y="57"/>
                  </a:cubicBezTo>
                  <a:cubicBezTo>
                    <a:pt x="473" y="56"/>
                    <a:pt x="472" y="55"/>
                    <a:pt x="471" y="55"/>
                  </a:cubicBezTo>
                  <a:cubicBezTo>
                    <a:pt x="461" y="73"/>
                    <a:pt x="461" y="73"/>
                    <a:pt x="461" y="73"/>
                  </a:cubicBezTo>
                  <a:cubicBezTo>
                    <a:pt x="461" y="78"/>
                    <a:pt x="461" y="78"/>
                    <a:pt x="461" y="78"/>
                  </a:cubicBezTo>
                  <a:cubicBezTo>
                    <a:pt x="461" y="78"/>
                    <a:pt x="455" y="80"/>
                    <a:pt x="459" y="84"/>
                  </a:cubicBezTo>
                  <a:cubicBezTo>
                    <a:pt x="464" y="89"/>
                    <a:pt x="464" y="85"/>
                    <a:pt x="471" y="85"/>
                  </a:cubicBezTo>
                  <a:cubicBezTo>
                    <a:pt x="477" y="85"/>
                    <a:pt x="480" y="90"/>
                    <a:pt x="482" y="86"/>
                  </a:cubicBezTo>
                  <a:cubicBezTo>
                    <a:pt x="483" y="83"/>
                    <a:pt x="489" y="81"/>
                    <a:pt x="493" y="85"/>
                  </a:cubicBezTo>
                  <a:cubicBezTo>
                    <a:pt x="496" y="89"/>
                    <a:pt x="508" y="97"/>
                    <a:pt x="507" y="100"/>
                  </a:cubicBezTo>
                  <a:cubicBezTo>
                    <a:pt x="507" y="104"/>
                    <a:pt x="500" y="103"/>
                    <a:pt x="496" y="102"/>
                  </a:cubicBezTo>
                  <a:cubicBezTo>
                    <a:pt x="491" y="100"/>
                    <a:pt x="485" y="105"/>
                    <a:pt x="481" y="105"/>
                  </a:cubicBezTo>
                  <a:cubicBezTo>
                    <a:pt x="477" y="105"/>
                    <a:pt x="472" y="106"/>
                    <a:pt x="467" y="110"/>
                  </a:cubicBezTo>
                  <a:cubicBezTo>
                    <a:pt x="463" y="115"/>
                    <a:pt x="464" y="119"/>
                    <a:pt x="457" y="120"/>
                  </a:cubicBezTo>
                  <a:cubicBezTo>
                    <a:pt x="451" y="121"/>
                    <a:pt x="448" y="120"/>
                    <a:pt x="440" y="125"/>
                  </a:cubicBezTo>
                  <a:cubicBezTo>
                    <a:pt x="433" y="130"/>
                    <a:pt x="425" y="128"/>
                    <a:pt x="422" y="126"/>
                  </a:cubicBezTo>
                  <a:cubicBezTo>
                    <a:pt x="419" y="125"/>
                    <a:pt x="414" y="124"/>
                    <a:pt x="411" y="129"/>
                  </a:cubicBezTo>
                  <a:cubicBezTo>
                    <a:pt x="408" y="134"/>
                    <a:pt x="415" y="137"/>
                    <a:pt x="414" y="142"/>
                  </a:cubicBezTo>
                  <a:cubicBezTo>
                    <a:pt x="414" y="148"/>
                    <a:pt x="406" y="147"/>
                    <a:pt x="400" y="153"/>
                  </a:cubicBezTo>
                  <a:cubicBezTo>
                    <a:pt x="395" y="160"/>
                    <a:pt x="385" y="163"/>
                    <a:pt x="380" y="162"/>
                  </a:cubicBezTo>
                  <a:cubicBezTo>
                    <a:pt x="375" y="161"/>
                    <a:pt x="364" y="158"/>
                    <a:pt x="355" y="163"/>
                  </a:cubicBezTo>
                  <a:cubicBezTo>
                    <a:pt x="345" y="167"/>
                    <a:pt x="339" y="174"/>
                    <a:pt x="335" y="173"/>
                  </a:cubicBezTo>
                  <a:cubicBezTo>
                    <a:pt x="332" y="172"/>
                    <a:pt x="332" y="168"/>
                    <a:pt x="326" y="169"/>
                  </a:cubicBezTo>
                  <a:cubicBezTo>
                    <a:pt x="321" y="169"/>
                    <a:pt x="318" y="168"/>
                    <a:pt x="315" y="166"/>
                  </a:cubicBezTo>
                  <a:cubicBezTo>
                    <a:pt x="311" y="163"/>
                    <a:pt x="308" y="167"/>
                    <a:pt x="302" y="163"/>
                  </a:cubicBezTo>
                  <a:cubicBezTo>
                    <a:pt x="297" y="158"/>
                    <a:pt x="286" y="159"/>
                    <a:pt x="282" y="158"/>
                  </a:cubicBezTo>
                  <a:cubicBezTo>
                    <a:pt x="278" y="158"/>
                    <a:pt x="261" y="158"/>
                    <a:pt x="255" y="158"/>
                  </a:cubicBezTo>
                  <a:cubicBezTo>
                    <a:pt x="249" y="157"/>
                    <a:pt x="241" y="159"/>
                    <a:pt x="241" y="156"/>
                  </a:cubicBezTo>
                  <a:cubicBezTo>
                    <a:pt x="240" y="153"/>
                    <a:pt x="236" y="151"/>
                    <a:pt x="234" y="145"/>
                  </a:cubicBezTo>
                  <a:cubicBezTo>
                    <a:pt x="233" y="138"/>
                    <a:pt x="229" y="136"/>
                    <a:pt x="225" y="135"/>
                  </a:cubicBezTo>
                  <a:cubicBezTo>
                    <a:pt x="222" y="134"/>
                    <a:pt x="221" y="131"/>
                    <a:pt x="218" y="130"/>
                  </a:cubicBezTo>
                  <a:cubicBezTo>
                    <a:pt x="217" y="130"/>
                    <a:pt x="215" y="125"/>
                    <a:pt x="210" y="125"/>
                  </a:cubicBezTo>
                  <a:cubicBezTo>
                    <a:pt x="205" y="125"/>
                    <a:pt x="187" y="123"/>
                    <a:pt x="184" y="119"/>
                  </a:cubicBezTo>
                  <a:cubicBezTo>
                    <a:pt x="182" y="115"/>
                    <a:pt x="187" y="114"/>
                    <a:pt x="187" y="109"/>
                  </a:cubicBezTo>
                  <a:cubicBezTo>
                    <a:pt x="187" y="105"/>
                    <a:pt x="190" y="100"/>
                    <a:pt x="188" y="98"/>
                  </a:cubicBezTo>
                  <a:cubicBezTo>
                    <a:pt x="186" y="97"/>
                    <a:pt x="182" y="93"/>
                    <a:pt x="182" y="90"/>
                  </a:cubicBezTo>
                  <a:cubicBezTo>
                    <a:pt x="181" y="86"/>
                    <a:pt x="176" y="82"/>
                    <a:pt x="172" y="82"/>
                  </a:cubicBezTo>
                  <a:cubicBezTo>
                    <a:pt x="168" y="82"/>
                    <a:pt x="165" y="79"/>
                    <a:pt x="162" y="76"/>
                  </a:cubicBezTo>
                  <a:cubicBezTo>
                    <a:pt x="158" y="73"/>
                    <a:pt x="155" y="73"/>
                    <a:pt x="154" y="66"/>
                  </a:cubicBezTo>
                  <a:cubicBezTo>
                    <a:pt x="154" y="65"/>
                    <a:pt x="153" y="65"/>
                    <a:pt x="153" y="65"/>
                  </a:cubicBezTo>
                  <a:cubicBezTo>
                    <a:pt x="152" y="64"/>
                    <a:pt x="150" y="64"/>
                    <a:pt x="149" y="64"/>
                  </a:cubicBezTo>
                  <a:cubicBezTo>
                    <a:pt x="148" y="64"/>
                    <a:pt x="147" y="63"/>
                    <a:pt x="146" y="62"/>
                  </a:cubicBezTo>
                  <a:cubicBezTo>
                    <a:pt x="145" y="65"/>
                    <a:pt x="142" y="67"/>
                    <a:pt x="142" y="69"/>
                  </a:cubicBezTo>
                  <a:cubicBezTo>
                    <a:pt x="142" y="72"/>
                    <a:pt x="141" y="76"/>
                    <a:pt x="137" y="76"/>
                  </a:cubicBezTo>
                  <a:cubicBezTo>
                    <a:pt x="134" y="76"/>
                    <a:pt x="130" y="78"/>
                    <a:pt x="130" y="84"/>
                  </a:cubicBezTo>
                  <a:cubicBezTo>
                    <a:pt x="130" y="90"/>
                    <a:pt x="133" y="91"/>
                    <a:pt x="132" y="93"/>
                  </a:cubicBezTo>
                  <a:cubicBezTo>
                    <a:pt x="130" y="96"/>
                    <a:pt x="123" y="98"/>
                    <a:pt x="121" y="97"/>
                  </a:cubicBezTo>
                  <a:cubicBezTo>
                    <a:pt x="119" y="96"/>
                    <a:pt x="114" y="97"/>
                    <a:pt x="111" y="96"/>
                  </a:cubicBezTo>
                  <a:cubicBezTo>
                    <a:pt x="107" y="96"/>
                    <a:pt x="104" y="91"/>
                    <a:pt x="103" y="96"/>
                  </a:cubicBezTo>
                  <a:cubicBezTo>
                    <a:pt x="102" y="101"/>
                    <a:pt x="94" y="116"/>
                    <a:pt x="96" y="118"/>
                  </a:cubicBezTo>
                  <a:cubicBezTo>
                    <a:pt x="98" y="119"/>
                    <a:pt x="99" y="123"/>
                    <a:pt x="96" y="123"/>
                  </a:cubicBezTo>
                  <a:cubicBezTo>
                    <a:pt x="93" y="123"/>
                    <a:pt x="90" y="123"/>
                    <a:pt x="88" y="121"/>
                  </a:cubicBezTo>
                  <a:cubicBezTo>
                    <a:pt x="86" y="119"/>
                    <a:pt x="81" y="123"/>
                    <a:pt x="77" y="123"/>
                  </a:cubicBezTo>
                  <a:cubicBezTo>
                    <a:pt x="76" y="123"/>
                    <a:pt x="68" y="126"/>
                    <a:pt x="71" y="128"/>
                  </a:cubicBezTo>
                  <a:cubicBezTo>
                    <a:pt x="73" y="129"/>
                    <a:pt x="73" y="135"/>
                    <a:pt x="73" y="137"/>
                  </a:cubicBezTo>
                  <a:cubicBezTo>
                    <a:pt x="73" y="140"/>
                    <a:pt x="79" y="147"/>
                    <a:pt x="78" y="150"/>
                  </a:cubicBezTo>
                  <a:cubicBezTo>
                    <a:pt x="77" y="152"/>
                    <a:pt x="72" y="155"/>
                    <a:pt x="72" y="158"/>
                  </a:cubicBezTo>
                  <a:cubicBezTo>
                    <a:pt x="72" y="162"/>
                    <a:pt x="73" y="165"/>
                    <a:pt x="71" y="165"/>
                  </a:cubicBezTo>
                  <a:cubicBezTo>
                    <a:pt x="69" y="166"/>
                    <a:pt x="64" y="168"/>
                    <a:pt x="61" y="170"/>
                  </a:cubicBezTo>
                  <a:cubicBezTo>
                    <a:pt x="58" y="172"/>
                    <a:pt x="54" y="172"/>
                    <a:pt x="52" y="175"/>
                  </a:cubicBezTo>
                  <a:cubicBezTo>
                    <a:pt x="51" y="178"/>
                    <a:pt x="49" y="181"/>
                    <a:pt x="43" y="180"/>
                  </a:cubicBezTo>
                  <a:cubicBezTo>
                    <a:pt x="39" y="180"/>
                    <a:pt x="37" y="179"/>
                    <a:pt x="33" y="183"/>
                  </a:cubicBezTo>
                  <a:cubicBezTo>
                    <a:pt x="30" y="188"/>
                    <a:pt x="29" y="186"/>
                    <a:pt x="26" y="188"/>
                  </a:cubicBezTo>
                  <a:cubicBezTo>
                    <a:pt x="24" y="190"/>
                    <a:pt x="21" y="186"/>
                    <a:pt x="19" y="186"/>
                  </a:cubicBezTo>
                  <a:cubicBezTo>
                    <a:pt x="17" y="185"/>
                    <a:pt x="15" y="188"/>
                    <a:pt x="13" y="188"/>
                  </a:cubicBezTo>
                  <a:cubicBezTo>
                    <a:pt x="11" y="188"/>
                    <a:pt x="9" y="191"/>
                    <a:pt x="6" y="192"/>
                  </a:cubicBezTo>
                  <a:cubicBezTo>
                    <a:pt x="4" y="193"/>
                    <a:pt x="1" y="192"/>
                    <a:pt x="1" y="195"/>
                  </a:cubicBezTo>
                  <a:cubicBezTo>
                    <a:pt x="1" y="197"/>
                    <a:pt x="1" y="199"/>
                    <a:pt x="0" y="200"/>
                  </a:cubicBezTo>
                  <a:cubicBezTo>
                    <a:pt x="0" y="200"/>
                    <a:pt x="0" y="200"/>
                    <a:pt x="0" y="200"/>
                  </a:cubicBezTo>
                  <a:cubicBezTo>
                    <a:pt x="1" y="210"/>
                    <a:pt x="1" y="210"/>
                    <a:pt x="1" y="210"/>
                  </a:cubicBezTo>
                  <a:cubicBezTo>
                    <a:pt x="1" y="210"/>
                    <a:pt x="12" y="214"/>
                    <a:pt x="12" y="217"/>
                  </a:cubicBezTo>
                  <a:cubicBezTo>
                    <a:pt x="13" y="221"/>
                    <a:pt x="15" y="232"/>
                    <a:pt x="15" y="232"/>
                  </a:cubicBezTo>
                  <a:cubicBezTo>
                    <a:pt x="15" y="232"/>
                    <a:pt x="15" y="232"/>
                    <a:pt x="14" y="232"/>
                  </a:cubicBezTo>
                  <a:cubicBezTo>
                    <a:pt x="19" y="236"/>
                    <a:pt x="25" y="239"/>
                    <a:pt x="25" y="241"/>
                  </a:cubicBezTo>
                  <a:cubicBezTo>
                    <a:pt x="25" y="242"/>
                    <a:pt x="25" y="247"/>
                    <a:pt x="30" y="249"/>
                  </a:cubicBezTo>
                  <a:cubicBezTo>
                    <a:pt x="34" y="251"/>
                    <a:pt x="37" y="253"/>
                    <a:pt x="39" y="254"/>
                  </a:cubicBezTo>
                  <a:cubicBezTo>
                    <a:pt x="39" y="253"/>
                    <a:pt x="40" y="253"/>
                    <a:pt x="40" y="253"/>
                  </a:cubicBezTo>
                  <a:cubicBezTo>
                    <a:pt x="44" y="252"/>
                    <a:pt x="44" y="252"/>
                    <a:pt x="44" y="252"/>
                  </a:cubicBezTo>
                  <a:cubicBezTo>
                    <a:pt x="44" y="252"/>
                    <a:pt x="45" y="253"/>
                    <a:pt x="47" y="255"/>
                  </a:cubicBezTo>
                  <a:cubicBezTo>
                    <a:pt x="48" y="251"/>
                    <a:pt x="55" y="247"/>
                    <a:pt x="59" y="247"/>
                  </a:cubicBezTo>
                  <a:cubicBezTo>
                    <a:pt x="64" y="248"/>
                    <a:pt x="73" y="255"/>
                    <a:pt x="72" y="258"/>
                  </a:cubicBezTo>
                  <a:cubicBezTo>
                    <a:pt x="71" y="261"/>
                    <a:pt x="64" y="271"/>
                    <a:pt x="61" y="272"/>
                  </a:cubicBezTo>
                  <a:cubicBezTo>
                    <a:pt x="60" y="272"/>
                    <a:pt x="58" y="272"/>
                    <a:pt x="56" y="272"/>
                  </a:cubicBezTo>
                  <a:cubicBezTo>
                    <a:pt x="56" y="274"/>
                    <a:pt x="56" y="275"/>
                    <a:pt x="56" y="276"/>
                  </a:cubicBezTo>
                  <a:cubicBezTo>
                    <a:pt x="56" y="278"/>
                    <a:pt x="60" y="282"/>
                    <a:pt x="62" y="286"/>
                  </a:cubicBezTo>
                  <a:cubicBezTo>
                    <a:pt x="64" y="290"/>
                    <a:pt x="58" y="292"/>
                    <a:pt x="55" y="290"/>
                  </a:cubicBezTo>
                  <a:cubicBezTo>
                    <a:pt x="52" y="287"/>
                    <a:pt x="51" y="292"/>
                    <a:pt x="52" y="295"/>
                  </a:cubicBezTo>
                  <a:cubicBezTo>
                    <a:pt x="54" y="297"/>
                    <a:pt x="53" y="303"/>
                    <a:pt x="56" y="304"/>
                  </a:cubicBezTo>
                  <a:cubicBezTo>
                    <a:pt x="60" y="304"/>
                    <a:pt x="62" y="310"/>
                    <a:pt x="66" y="310"/>
                  </a:cubicBezTo>
                  <a:cubicBezTo>
                    <a:pt x="69" y="310"/>
                    <a:pt x="73" y="316"/>
                    <a:pt x="73" y="316"/>
                  </a:cubicBezTo>
                  <a:cubicBezTo>
                    <a:pt x="73" y="316"/>
                    <a:pt x="77" y="319"/>
                    <a:pt x="77" y="321"/>
                  </a:cubicBezTo>
                  <a:cubicBezTo>
                    <a:pt x="77" y="321"/>
                    <a:pt x="77" y="321"/>
                    <a:pt x="77" y="322"/>
                  </a:cubicBezTo>
                  <a:cubicBezTo>
                    <a:pt x="81" y="321"/>
                    <a:pt x="84" y="321"/>
                    <a:pt x="84" y="320"/>
                  </a:cubicBezTo>
                  <a:cubicBezTo>
                    <a:pt x="85" y="318"/>
                    <a:pt x="90" y="318"/>
                    <a:pt x="93" y="321"/>
                  </a:cubicBezTo>
                  <a:cubicBezTo>
                    <a:pt x="97" y="325"/>
                    <a:pt x="111" y="334"/>
                    <a:pt x="116" y="338"/>
                  </a:cubicBezTo>
                  <a:cubicBezTo>
                    <a:pt x="121" y="342"/>
                    <a:pt x="134" y="347"/>
                    <a:pt x="138" y="347"/>
                  </a:cubicBezTo>
                  <a:cubicBezTo>
                    <a:pt x="142" y="347"/>
                    <a:pt x="146" y="350"/>
                    <a:pt x="153" y="350"/>
                  </a:cubicBezTo>
                  <a:cubicBezTo>
                    <a:pt x="154" y="349"/>
                    <a:pt x="154" y="350"/>
                    <a:pt x="155" y="350"/>
                  </a:cubicBezTo>
                  <a:cubicBezTo>
                    <a:pt x="156" y="349"/>
                    <a:pt x="158" y="349"/>
                    <a:pt x="159" y="347"/>
                  </a:cubicBezTo>
                  <a:cubicBezTo>
                    <a:pt x="161" y="344"/>
                    <a:pt x="163" y="349"/>
                    <a:pt x="162" y="353"/>
                  </a:cubicBezTo>
                  <a:cubicBezTo>
                    <a:pt x="162" y="354"/>
                    <a:pt x="162" y="356"/>
                    <a:pt x="163" y="358"/>
                  </a:cubicBezTo>
                  <a:cubicBezTo>
                    <a:pt x="164" y="356"/>
                    <a:pt x="165" y="355"/>
                    <a:pt x="166" y="353"/>
                  </a:cubicBezTo>
                  <a:cubicBezTo>
                    <a:pt x="168" y="347"/>
                    <a:pt x="171" y="348"/>
                    <a:pt x="174" y="346"/>
                  </a:cubicBezTo>
                  <a:cubicBezTo>
                    <a:pt x="176" y="344"/>
                    <a:pt x="178" y="345"/>
                    <a:pt x="183" y="347"/>
                  </a:cubicBezTo>
                  <a:cubicBezTo>
                    <a:pt x="187" y="350"/>
                    <a:pt x="189" y="345"/>
                    <a:pt x="196" y="351"/>
                  </a:cubicBezTo>
                  <a:cubicBezTo>
                    <a:pt x="197" y="350"/>
                    <a:pt x="199" y="349"/>
                    <a:pt x="200" y="349"/>
                  </a:cubicBezTo>
                  <a:cubicBezTo>
                    <a:pt x="201" y="349"/>
                    <a:pt x="203" y="347"/>
                    <a:pt x="205" y="345"/>
                  </a:cubicBezTo>
                  <a:cubicBezTo>
                    <a:pt x="207" y="342"/>
                    <a:pt x="207" y="340"/>
                    <a:pt x="210" y="340"/>
                  </a:cubicBezTo>
                  <a:cubicBezTo>
                    <a:pt x="212" y="341"/>
                    <a:pt x="214" y="337"/>
                    <a:pt x="219" y="334"/>
                  </a:cubicBezTo>
                  <a:cubicBezTo>
                    <a:pt x="225" y="331"/>
                    <a:pt x="230" y="336"/>
                    <a:pt x="233" y="333"/>
                  </a:cubicBezTo>
                  <a:cubicBezTo>
                    <a:pt x="235" y="331"/>
                    <a:pt x="239" y="330"/>
                    <a:pt x="239" y="333"/>
                  </a:cubicBezTo>
                  <a:cubicBezTo>
                    <a:pt x="239" y="335"/>
                    <a:pt x="242" y="337"/>
                    <a:pt x="243" y="340"/>
                  </a:cubicBezTo>
                  <a:cubicBezTo>
                    <a:pt x="244" y="342"/>
                    <a:pt x="248" y="343"/>
                    <a:pt x="249" y="344"/>
                  </a:cubicBezTo>
                  <a:cubicBezTo>
                    <a:pt x="250" y="343"/>
                    <a:pt x="251" y="343"/>
                    <a:pt x="251" y="343"/>
                  </a:cubicBezTo>
                  <a:cubicBezTo>
                    <a:pt x="254" y="341"/>
                    <a:pt x="259" y="343"/>
                    <a:pt x="259" y="346"/>
                  </a:cubicBezTo>
                  <a:cubicBezTo>
                    <a:pt x="259" y="349"/>
                    <a:pt x="259" y="352"/>
                    <a:pt x="261" y="352"/>
                  </a:cubicBezTo>
                  <a:cubicBezTo>
                    <a:pt x="264" y="352"/>
                    <a:pt x="266" y="352"/>
                    <a:pt x="266" y="358"/>
                  </a:cubicBezTo>
                  <a:cubicBezTo>
                    <a:pt x="266" y="363"/>
                    <a:pt x="268" y="369"/>
                    <a:pt x="263" y="374"/>
                  </a:cubicBezTo>
                  <a:cubicBezTo>
                    <a:pt x="258" y="379"/>
                    <a:pt x="253" y="387"/>
                    <a:pt x="254" y="390"/>
                  </a:cubicBezTo>
                  <a:cubicBezTo>
                    <a:pt x="255" y="392"/>
                    <a:pt x="252" y="397"/>
                    <a:pt x="256" y="395"/>
                  </a:cubicBezTo>
                  <a:cubicBezTo>
                    <a:pt x="259" y="394"/>
                    <a:pt x="267" y="395"/>
                    <a:pt x="266" y="397"/>
                  </a:cubicBezTo>
                  <a:cubicBezTo>
                    <a:pt x="265" y="399"/>
                    <a:pt x="266" y="406"/>
                    <a:pt x="270" y="407"/>
                  </a:cubicBezTo>
                  <a:cubicBezTo>
                    <a:pt x="273" y="407"/>
                    <a:pt x="275" y="409"/>
                    <a:pt x="274" y="412"/>
                  </a:cubicBezTo>
                  <a:cubicBezTo>
                    <a:pt x="273" y="415"/>
                    <a:pt x="271" y="419"/>
                    <a:pt x="274" y="419"/>
                  </a:cubicBezTo>
                  <a:cubicBezTo>
                    <a:pt x="277" y="419"/>
                    <a:pt x="281" y="419"/>
                    <a:pt x="280" y="422"/>
                  </a:cubicBezTo>
                  <a:cubicBezTo>
                    <a:pt x="280" y="425"/>
                    <a:pt x="282" y="428"/>
                    <a:pt x="287" y="426"/>
                  </a:cubicBezTo>
                  <a:cubicBezTo>
                    <a:pt x="290" y="425"/>
                    <a:pt x="292" y="424"/>
                    <a:pt x="292" y="425"/>
                  </a:cubicBezTo>
                  <a:cubicBezTo>
                    <a:pt x="294" y="425"/>
                    <a:pt x="294" y="429"/>
                    <a:pt x="298" y="430"/>
                  </a:cubicBezTo>
                  <a:cubicBezTo>
                    <a:pt x="301" y="431"/>
                    <a:pt x="300" y="422"/>
                    <a:pt x="298" y="421"/>
                  </a:cubicBezTo>
                  <a:cubicBezTo>
                    <a:pt x="297" y="420"/>
                    <a:pt x="299" y="414"/>
                    <a:pt x="300" y="415"/>
                  </a:cubicBezTo>
                  <a:cubicBezTo>
                    <a:pt x="301" y="417"/>
                    <a:pt x="305" y="415"/>
                    <a:pt x="308" y="413"/>
                  </a:cubicBezTo>
                  <a:cubicBezTo>
                    <a:pt x="310" y="410"/>
                    <a:pt x="314" y="415"/>
                    <a:pt x="316" y="412"/>
                  </a:cubicBezTo>
                  <a:cubicBezTo>
                    <a:pt x="318" y="409"/>
                    <a:pt x="322" y="414"/>
                    <a:pt x="326" y="412"/>
                  </a:cubicBezTo>
                  <a:cubicBezTo>
                    <a:pt x="330" y="410"/>
                    <a:pt x="332" y="414"/>
                    <a:pt x="333" y="410"/>
                  </a:cubicBezTo>
                  <a:cubicBezTo>
                    <a:pt x="335" y="407"/>
                    <a:pt x="341" y="403"/>
                    <a:pt x="342" y="405"/>
                  </a:cubicBezTo>
                  <a:cubicBezTo>
                    <a:pt x="344" y="406"/>
                    <a:pt x="344" y="409"/>
                    <a:pt x="352" y="410"/>
                  </a:cubicBezTo>
                  <a:cubicBezTo>
                    <a:pt x="359" y="410"/>
                    <a:pt x="355" y="414"/>
                    <a:pt x="355" y="416"/>
                  </a:cubicBezTo>
                  <a:cubicBezTo>
                    <a:pt x="355" y="418"/>
                    <a:pt x="363" y="424"/>
                    <a:pt x="366" y="425"/>
                  </a:cubicBezTo>
                  <a:cubicBezTo>
                    <a:pt x="366" y="425"/>
                    <a:pt x="367" y="425"/>
                    <a:pt x="368" y="427"/>
                  </a:cubicBezTo>
                  <a:cubicBezTo>
                    <a:pt x="370" y="425"/>
                    <a:pt x="374" y="427"/>
                    <a:pt x="375" y="425"/>
                  </a:cubicBezTo>
                  <a:cubicBezTo>
                    <a:pt x="376" y="422"/>
                    <a:pt x="380" y="423"/>
                    <a:pt x="381" y="425"/>
                  </a:cubicBezTo>
                  <a:cubicBezTo>
                    <a:pt x="383" y="428"/>
                    <a:pt x="384" y="428"/>
                    <a:pt x="388" y="425"/>
                  </a:cubicBezTo>
                  <a:cubicBezTo>
                    <a:pt x="391" y="422"/>
                    <a:pt x="393" y="428"/>
                    <a:pt x="391" y="430"/>
                  </a:cubicBezTo>
                  <a:cubicBezTo>
                    <a:pt x="389" y="431"/>
                    <a:pt x="390" y="437"/>
                    <a:pt x="393" y="440"/>
                  </a:cubicBezTo>
                  <a:cubicBezTo>
                    <a:pt x="396" y="443"/>
                    <a:pt x="397" y="438"/>
                    <a:pt x="396" y="435"/>
                  </a:cubicBezTo>
                  <a:cubicBezTo>
                    <a:pt x="396" y="432"/>
                    <a:pt x="402" y="429"/>
                    <a:pt x="412" y="425"/>
                  </a:cubicBezTo>
                  <a:cubicBezTo>
                    <a:pt x="423" y="422"/>
                    <a:pt x="434" y="414"/>
                    <a:pt x="434" y="412"/>
                  </a:cubicBezTo>
                  <a:cubicBezTo>
                    <a:pt x="434" y="411"/>
                    <a:pt x="442" y="415"/>
                    <a:pt x="445" y="413"/>
                  </a:cubicBezTo>
                  <a:cubicBezTo>
                    <a:pt x="449" y="410"/>
                    <a:pt x="461" y="410"/>
                    <a:pt x="465" y="410"/>
                  </a:cubicBezTo>
                  <a:cubicBezTo>
                    <a:pt x="468" y="409"/>
                    <a:pt x="468" y="407"/>
                    <a:pt x="471" y="404"/>
                  </a:cubicBezTo>
                  <a:cubicBezTo>
                    <a:pt x="475" y="401"/>
                    <a:pt x="474" y="400"/>
                    <a:pt x="478" y="398"/>
                  </a:cubicBezTo>
                  <a:cubicBezTo>
                    <a:pt x="482" y="397"/>
                    <a:pt x="484" y="394"/>
                    <a:pt x="484" y="392"/>
                  </a:cubicBezTo>
                  <a:cubicBezTo>
                    <a:pt x="484" y="390"/>
                    <a:pt x="492" y="389"/>
                    <a:pt x="492" y="387"/>
                  </a:cubicBezTo>
                  <a:cubicBezTo>
                    <a:pt x="492" y="385"/>
                    <a:pt x="498" y="384"/>
                    <a:pt x="498" y="381"/>
                  </a:cubicBezTo>
                  <a:cubicBezTo>
                    <a:pt x="498" y="379"/>
                    <a:pt x="501" y="379"/>
                    <a:pt x="503" y="377"/>
                  </a:cubicBezTo>
                  <a:cubicBezTo>
                    <a:pt x="504" y="375"/>
                    <a:pt x="501" y="369"/>
                    <a:pt x="504" y="368"/>
                  </a:cubicBezTo>
                  <a:cubicBezTo>
                    <a:pt x="507" y="368"/>
                    <a:pt x="503" y="364"/>
                    <a:pt x="503" y="363"/>
                  </a:cubicBezTo>
                  <a:cubicBezTo>
                    <a:pt x="502" y="361"/>
                    <a:pt x="508" y="361"/>
                    <a:pt x="510" y="359"/>
                  </a:cubicBezTo>
                  <a:cubicBezTo>
                    <a:pt x="513" y="357"/>
                    <a:pt x="515" y="355"/>
                    <a:pt x="516" y="351"/>
                  </a:cubicBezTo>
                  <a:cubicBezTo>
                    <a:pt x="516" y="348"/>
                    <a:pt x="521" y="345"/>
                    <a:pt x="523" y="345"/>
                  </a:cubicBezTo>
                  <a:cubicBezTo>
                    <a:pt x="525" y="344"/>
                    <a:pt x="526" y="339"/>
                    <a:pt x="525" y="335"/>
                  </a:cubicBezTo>
                  <a:cubicBezTo>
                    <a:pt x="525" y="332"/>
                    <a:pt x="529" y="333"/>
                    <a:pt x="527" y="331"/>
                  </a:cubicBezTo>
                  <a:cubicBezTo>
                    <a:pt x="525" y="330"/>
                    <a:pt x="528" y="325"/>
                    <a:pt x="532" y="324"/>
                  </a:cubicBezTo>
                  <a:cubicBezTo>
                    <a:pt x="536" y="323"/>
                    <a:pt x="529" y="321"/>
                    <a:pt x="527" y="323"/>
                  </a:cubicBezTo>
                  <a:cubicBezTo>
                    <a:pt x="525" y="325"/>
                    <a:pt x="523" y="318"/>
                    <a:pt x="521" y="321"/>
                  </a:cubicBezTo>
                  <a:cubicBezTo>
                    <a:pt x="519" y="323"/>
                    <a:pt x="513" y="319"/>
                    <a:pt x="517" y="318"/>
                  </a:cubicBezTo>
                  <a:cubicBezTo>
                    <a:pt x="520" y="317"/>
                    <a:pt x="526" y="313"/>
                    <a:pt x="529" y="312"/>
                  </a:cubicBezTo>
                  <a:cubicBezTo>
                    <a:pt x="531" y="312"/>
                    <a:pt x="525" y="306"/>
                    <a:pt x="522" y="306"/>
                  </a:cubicBezTo>
                  <a:cubicBezTo>
                    <a:pt x="519" y="306"/>
                    <a:pt x="515" y="299"/>
                    <a:pt x="512" y="299"/>
                  </a:cubicBezTo>
                  <a:cubicBezTo>
                    <a:pt x="508" y="299"/>
                    <a:pt x="514" y="297"/>
                    <a:pt x="518" y="299"/>
                  </a:cubicBezTo>
                  <a:cubicBezTo>
                    <a:pt x="522" y="301"/>
                    <a:pt x="526" y="302"/>
                    <a:pt x="528" y="301"/>
                  </a:cubicBezTo>
                  <a:cubicBezTo>
                    <a:pt x="530" y="299"/>
                    <a:pt x="522" y="292"/>
                    <a:pt x="519" y="290"/>
                  </a:cubicBezTo>
                  <a:cubicBezTo>
                    <a:pt x="516" y="288"/>
                    <a:pt x="518" y="284"/>
                    <a:pt x="517" y="283"/>
                  </a:cubicBezTo>
                  <a:cubicBezTo>
                    <a:pt x="515" y="282"/>
                    <a:pt x="511" y="273"/>
                    <a:pt x="509" y="269"/>
                  </a:cubicBezTo>
                  <a:cubicBezTo>
                    <a:pt x="508" y="266"/>
                    <a:pt x="501" y="265"/>
                    <a:pt x="499" y="262"/>
                  </a:cubicBezTo>
                  <a:cubicBezTo>
                    <a:pt x="498" y="260"/>
                    <a:pt x="500" y="254"/>
                    <a:pt x="505" y="252"/>
                  </a:cubicBezTo>
                  <a:cubicBezTo>
                    <a:pt x="510" y="250"/>
                    <a:pt x="508" y="245"/>
                    <a:pt x="510" y="246"/>
                  </a:cubicBezTo>
                  <a:cubicBezTo>
                    <a:pt x="512" y="246"/>
                    <a:pt x="514" y="245"/>
                    <a:pt x="516" y="242"/>
                  </a:cubicBezTo>
                  <a:cubicBezTo>
                    <a:pt x="518" y="238"/>
                    <a:pt x="521" y="240"/>
                    <a:pt x="523" y="238"/>
                  </a:cubicBezTo>
                  <a:cubicBezTo>
                    <a:pt x="525" y="236"/>
                    <a:pt x="533" y="236"/>
                    <a:pt x="536" y="234"/>
                  </a:cubicBezTo>
                  <a:cubicBezTo>
                    <a:pt x="539" y="232"/>
                    <a:pt x="533" y="226"/>
                    <a:pt x="529" y="227"/>
                  </a:cubicBezTo>
                  <a:cubicBezTo>
                    <a:pt x="526" y="228"/>
                    <a:pt x="521" y="227"/>
                    <a:pt x="518" y="223"/>
                  </a:cubicBezTo>
                  <a:cubicBezTo>
                    <a:pt x="516" y="219"/>
                    <a:pt x="509" y="230"/>
                    <a:pt x="503" y="232"/>
                  </a:cubicBezTo>
                  <a:cubicBezTo>
                    <a:pt x="498" y="235"/>
                    <a:pt x="495" y="228"/>
                    <a:pt x="496" y="223"/>
                  </a:cubicBezTo>
                  <a:cubicBezTo>
                    <a:pt x="498" y="219"/>
                    <a:pt x="492" y="219"/>
                    <a:pt x="485" y="219"/>
                  </a:cubicBezTo>
                  <a:cubicBezTo>
                    <a:pt x="477" y="220"/>
                    <a:pt x="480" y="206"/>
                    <a:pt x="485" y="205"/>
                  </a:cubicBezTo>
                  <a:cubicBezTo>
                    <a:pt x="489" y="205"/>
                    <a:pt x="496" y="210"/>
                    <a:pt x="499" y="201"/>
                  </a:cubicBezTo>
                  <a:cubicBezTo>
                    <a:pt x="501" y="193"/>
                    <a:pt x="505" y="199"/>
                    <a:pt x="512" y="192"/>
                  </a:cubicBezTo>
                  <a:cubicBezTo>
                    <a:pt x="518" y="185"/>
                    <a:pt x="525" y="180"/>
                    <a:pt x="531" y="185"/>
                  </a:cubicBezTo>
                  <a:cubicBezTo>
                    <a:pt x="536" y="189"/>
                    <a:pt x="525" y="196"/>
                    <a:pt x="523" y="200"/>
                  </a:cubicBezTo>
                  <a:cubicBezTo>
                    <a:pt x="521" y="204"/>
                    <a:pt x="525" y="205"/>
                    <a:pt x="522" y="209"/>
                  </a:cubicBezTo>
                  <a:cubicBezTo>
                    <a:pt x="518" y="212"/>
                    <a:pt x="523" y="213"/>
                    <a:pt x="529" y="208"/>
                  </a:cubicBezTo>
                  <a:cubicBezTo>
                    <a:pt x="536" y="204"/>
                    <a:pt x="544" y="199"/>
                    <a:pt x="550" y="197"/>
                  </a:cubicBezTo>
                  <a:cubicBezTo>
                    <a:pt x="552" y="196"/>
                    <a:pt x="554" y="196"/>
                    <a:pt x="556" y="196"/>
                  </a:cubicBezTo>
                  <a:cubicBezTo>
                    <a:pt x="557" y="194"/>
                    <a:pt x="558" y="192"/>
                    <a:pt x="559" y="191"/>
                  </a:cubicBezTo>
                  <a:cubicBezTo>
                    <a:pt x="563" y="189"/>
                    <a:pt x="578" y="182"/>
                    <a:pt x="580" y="179"/>
                  </a:cubicBezTo>
                  <a:cubicBezTo>
                    <a:pt x="582" y="177"/>
                    <a:pt x="584" y="171"/>
                    <a:pt x="587" y="171"/>
                  </a:cubicBezTo>
                  <a:cubicBezTo>
                    <a:pt x="590" y="171"/>
                    <a:pt x="590" y="174"/>
                    <a:pt x="594" y="174"/>
                  </a:cubicBezTo>
                  <a:cubicBezTo>
                    <a:pt x="599" y="174"/>
                    <a:pt x="604" y="176"/>
                    <a:pt x="602" y="172"/>
                  </a:cubicBezTo>
                  <a:cubicBezTo>
                    <a:pt x="599" y="169"/>
                    <a:pt x="601" y="169"/>
                    <a:pt x="606" y="168"/>
                  </a:cubicBezTo>
                  <a:cubicBezTo>
                    <a:pt x="611" y="167"/>
                    <a:pt x="610" y="162"/>
                    <a:pt x="614" y="162"/>
                  </a:cubicBezTo>
                  <a:cubicBezTo>
                    <a:pt x="618" y="162"/>
                    <a:pt x="617" y="153"/>
                    <a:pt x="621" y="153"/>
                  </a:cubicBezTo>
                  <a:cubicBezTo>
                    <a:pt x="624" y="153"/>
                    <a:pt x="626" y="158"/>
                    <a:pt x="630" y="157"/>
                  </a:cubicBezTo>
                  <a:cubicBezTo>
                    <a:pt x="631" y="157"/>
                    <a:pt x="632" y="157"/>
                    <a:pt x="633" y="157"/>
                  </a:cubicBezTo>
                  <a:cubicBezTo>
                    <a:pt x="634" y="157"/>
                    <a:pt x="635" y="156"/>
                    <a:pt x="636" y="155"/>
                  </a:cubicBezTo>
                  <a:cubicBezTo>
                    <a:pt x="635" y="151"/>
                    <a:pt x="636" y="147"/>
                    <a:pt x="635" y="145"/>
                  </a:cubicBezTo>
                  <a:cubicBezTo>
                    <a:pt x="633" y="141"/>
                    <a:pt x="635" y="138"/>
                    <a:pt x="634" y="135"/>
                  </a:cubicBezTo>
                  <a:cubicBezTo>
                    <a:pt x="634" y="133"/>
                    <a:pt x="633" y="127"/>
                    <a:pt x="636" y="127"/>
                  </a:cubicBezTo>
                  <a:cubicBezTo>
                    <a:pt x="639" y="127"/>
                    <a:pt x="642" y="121"/>
                    <a:pt x="645" y="123"/>
                  </a:cubicBezTo>
                  <a:cubicBezTo>
                    <a:pt x="649" y="125"/>
                    <a:pt x="655" y="126"/>
                    <a:pt x="655" y="123"/>
                  </a:cubicBezTo>
                  <a:cubicBezTo>
                    <a:pt x="655" y="120"/>
                    <a:pt x="660" y="120"/>
                    <a:pt x="661" y="116"/>
                  </a:cubicBezTo>
                  <a:cubicBezTo>
                    <a:pt x="661" y="112"/>
                    <a:pt x="666" y="111"/>
                    <a:pt x="667" y="107"/>
                  </a:cubicBezTo>
                  <a:cubicBezTo>
                    <a:pt x="668" y="103"/>
                    <a:pt x="670" y="95"/>
                    <a:pt x="673" y="93"/>
                  </a:cubicBezTo>
                  <a:cubicBezTo>
                    <a:pt x="677" y="91"/>
                    <a:pt x="673" y="89"/>
                    <a:pt x="673" y="83"/>
                  </a:cubicBezTo>
                  <a:close/>
                  <a:moveTo>
                    <a:pt x="510" y="399"/>
                  </a:moveTo>
                  <a:cubicBezTo>
                    <a:pt x="506" y="412"/>
                    <a:pt x="515" y="419"/>
                    <a:pt x="516" y="418"/>
                  </a:cubicBezTo>
                  <a:cubicBezTo>
                    <a:pt x="519" y="416"/>
                    <a:pt x="533" y="387"/>
                    <a:pt x="530" y="383"/>
                  </a:cubicBezTo>
                  <a:cubicBezTo>
                    <a:pt x="527" y="379"/>
                    <a:pt x="513" y="386"/>
                    <a:pt x="510" y="399"/>
                  </a:cubicBezTo>
                  <a:close/>
                  <a:moveTo>
                    <a:pt x="391" y="444"/>
                  </a:moveTo>
                  <a:cubicBezTo>
                    <a:pt x="386" y="444"/>
                    <a:pt x="375" y="451"/>
                    <a:pt x="380" y="460"/>
                  </a:cubicBezTo>
                  <a:cubicBezTo>
                    <a:pt x="384" y="469"/>
                    <a:pt x="398" y="463"/>
                    <a:pt x="399" y="459"/>
                  </a:cubicBezTo>
                  <a:cubicBezTo>
                    <a:pt x="399" y="455"/>
                    <a:pt x="406" y="448"/>
                    <a:pt x="405" y="445"/>
                  </a:cubicBezTo>
                  <a:cubicBezTo>
                    <a:pt x="404" y="443"/>
                    <a:pt x="395" y="444"/>
                    <a:pt x="391" y="44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7" name="Freeform 143"/>
            <p:cNvSpPr>
              <a:spLocks noEditPoints="1" noChangeArrowheads="1"/>
            </p:cNvSpPr>
            <p:nvPr/>
          </p:nvSpPr>
          <p:spPr bwMode="auto">
            <a:xfrm>
              <a:off x="6148409" y="2065339"/>
              <a:ext cx="207964" cy="292101"/>
            </a:xfrm>
            <a:custGeom>
              <a:avLst/>
              <a:gdLst>
                <a:gd name="T0" fmla="*/ 58 w 109"/>
                <a:gd name="T1" fmla="*/ 59 h 153"/>
                <a:gd name="T2" fmla="*/ 72 w 109"/>
                <a:gd name="T3" fmla="*/ 69 h 153"/>
                <a:gd name="T4" fmla="*/ 75 w 109"/>
                <a:gd name="T5" fmla="*/ 79 h 153"/>
                <a:gd name="T6" fmla="*/ 80 w 109"/>
                <a:gd name="T7" fmla="*/ 84 h 153"/>
                <a:gd name="T8" fmla="*/ 85 w 109"/>
                <a:gd name="T9" fmla="*/ 98 h 153"/>
                <a:gd name="T10" fmla="*/ 89 w 109"/>
                <a:gd name="T11" fmla="*/ 95 h 153"/>
                <a:gd name="T12" fmla="*/ 94 w 109"/>
                <a:gd name="T13" fmla="*/ 88 h 153"/>
                <a:gd name="T14" fmla="*/ 91 w 109"/>
                <a:gd name="T15" fmla="*/ 75 h 153"/>
                <a:gd name="T16" fmla="*/ 78 w 109"/>
                <a:gd name="T17" fmla="*/ 66 h 153"/>
                <a:gd name="T18" fmla="*/ 71 w 109"/>
                <a:gd name="T19" fmla="*/ 56 h 153"/>
                <a:gd name="T20" fmla="*/ 55 w 109"/>
                <a:gd name="T21" fmla="*/ 53 h 153"/>
                <a:gd name="T22" fmla="*/ 49 w 109"/>
                <a:gd name="T23" fmla="*/ 43 h 153"/>
                <a:gd name="T24" fmla="*/ 57 w 109"/>
                <a:gd name="T25" fmla="*/ 27 h 153"/>
                <a:gd name="T26" fmla="*/ 56 w 109"/>
                <a:gd name="T27" fmla="*/ 8 h 153"/>
                <a:gd name="T28" fmla="*/ 54 w 109"/>
                <a:gd name="T29" fmla="*/ 4 h 153"/>
                <a:gd name="T30" fmla="*/ 38 w 109"/>
                <a:gd name="T31" fmla="*/ 3 h 153"/>
                <a:gd name="T32" fmla="*/ 36 w 109"/>
                <a:gd name="T33" fmla="*/ 29 h 153"/>
                <a:gd name="T34" fmla="*/ 30 w 109"/>
                <a:gd name="T35" fmla="*/ 28 h 153"/>
                <a:gd name="T36" fmla="*/ 33 w 109"/>
                <a:gd name="T37" fmla="*/ 43 h 153"/>
                <a:gd name="T38" fmla="*/ 36 w 109"/>
                <a:gd name="T39" fmla="*/ 52 h 153"/>
                <a:gd name="T40" fmla="*/ 48 w 109"/>
                <a:gd name="T41" fmla="*/ 56 h 153"/>
                <a:gd name="T42" fmla="*/ 58 w 109"/>
                <a:gd name="T43" fmla="*/ 59 h 153"/>
                <a:gd name="T44" fmla="*/ 37 w 109"/>
                <a:gd name="T45" fmla="*/ 62 h 153"/>
                <a:gd name="T46" fmla="*/ 47 w 109"/>
                <a:gd name="T47" fmla="*/ 74 h 153"/>
                <a:gd name="T48" fmla="*/ 37 w 109"/>
                <a:gd name="T49" fmla="*/ 62 h 153"/>
                <a:gd name="T50" fmla="*/ 55 w 109"/>
                <a:gd name="T51" fmla="*/ 94 h 153"/>
                <a:gd name="T52" fmla="*/ 61 w 109"/>
                <a:gd name="T53" fmla="*/ 91 h 153"/>
                <a:gd name="T54" fmla="*/ 62 w 109"/>
                <a:gd name="T55" fmla="*/ 100 h 153"/>
                <a:gd name="T56" fmla="*/ 64 w 109"/>
                <a:gd name="T57" fmla="*/ 112 h 153"/>
                <a:gd name="T58" fmla="*/ 76 w 109"/>
                <a:gd name="T59" fmla="*/ 94 h 153"/>
                <a:gd name="T60" fmla="*/ 72 w 109"/>
                <a:gd name="T61" fmla="*/ 92 h 153"/>
                <a:gd name="T62" fmla="*/ 55 w 109"/>
                <a:gd name="T63" fmla="*/ 79 h 153"/>
                <a:gd name="T64" fmla="*/ 55 w 109"/>
                <a:gd name="T65" fmla="*/ 94 h 153"/>
                <a:gd name="T66" fmla="*/ 16 w 109"/>
                <a:gd name="T67" fmla="*/ 101 h 153"/>
                <a:gd name="T68" fmla="*/ 2 w 109"/>
                <a:gd name="T69" fmla="*/ 119 h 153"/>
                <a:gd name="T70" fmla="*/ 22 w 109"/>
                <a:gd name="T71" fmla="*/ 100 h 153"/>
                <a:gd name="T72" fmla="*/ 25 w 109"/>
                <a:gd name="T73" fmla="*/ 88 h 153"/>
                <a:gd name="T74" fmla="*/ 16 w 109"/>
                <a:gd name="T75" fmla="*/ 101 h 153"/>
                <a:gd name="T76" fmla="*/ 75 w 109"/>
                <a:gd name="T77" fmla="*/ 107 h 153"/>
                <a:gd name="T78" fmla="*/ 84 w 109"/>
                <a:gd name="T79" fmla="*/ 102 h 153"/>
                <a:gd name="T80" fmla="*/ 75 w 109"/>
                <a:gd name="T81" fmla="*/ 107 h 153"/>
                <a:gd name="T82" fmla="*/ 105 w 109"/>
                <a:gd name="T83" fmla="*/ 133 h 153"/>
                <a:gd name="T84" fmla="*/ 103 w 109"/>
                <a:gd name="T85" fmla="*/ 108 h 153"/>
                <a:gd name="T86" fmla="*/ 95 w 109"/>
                <a:gd name="T87" fmla="*/ 108 h 153"/>
                <a:gd name="T88" fmla="*/ 88 w 109"/>
                <a:gd name="T89" fmla="*/ 114 h 153"/>
                <a:gd name="T90" fmla="*/ 82 w 109"/>
                <a:gd name="T91" fmla="*/ 119 h 153"/>
                <a:gd name="T92" fmla="*/ 72 w 109"/>
                <a:gd name="T93" fmla="*/ 116 h 153"/>
                <a:gd name="T94" fmla="*/ 59 w 109"/>
                <a:gd name="T95" fmla="*/ 124 h 153"/>
                <a:gd name="T96" fmla="*/ 54 w 109"/>
                <a:gd name="T97" fmla="*/ 136 h 153"/>
                <a:gd name="T98" fmla="*/ 64 w 109"/>
                <a:gd name="T99" fmla="*/ 130 h 153"/>
                <a:gd name="T100" fmla="*/ 73 w 109"/>
                <a:gd name="T101" fmla="*/ 127 h 153"/>
                <a:gd name="T102" fmla="*/ 82 w 109"/>
                <a:gd name="T103" fmla="*/ 147 h 153"/>
                <a:gd name="T104" fmla="*/ 94 w 109"/>
                <a:gd name="T105" fmla="*/ 153 h 153"/>
                <a:gd name="T106" fmla="*/ 93 w 109"/>
                <a:gd name="T107" fmla="*/ 138 h 153"/>
                <a:gd name="T108" fmla="*/ 105 w 109"/>
                <a:gd name="T109" fmla="*/ 133 h 15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9"/>
                <a:gd name="T166" fmla="*/ 0 h 153"/>
                <a:gd name="T167" fmla="*/ 109 w 109"/>
                <a:gd name="T168" fmla="*/ 153 h 15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9" h="153">
                  <a:moveTo>
                    <a:pt x="58" y="59"/>
                  </a:moveTo>
                  <a:cubicBezTo>
                    <a:pt x="64" y="58"/>
                    <a:pt x="73" y="66"/>
                    <a:pt x="72" y="69"/>
                  </a:cubicBezTo>
                  <a:cubicBezTo>
                    <a:pt x="70" y="72"/>
                    <a:pt x="72" y="82"/>
                    <a:pt x="75" y="79"/>
                  </a:cubicBezTo>
                  <a:cubicBezTo>
                    <a:pt x="78" y="76"/>
                    <a:pt x="83" y="80"/>
                    <a:pt x="80" y="84"/>
                  </a:cubicBezTo>
                  <a:cubicBezTo>
                    <a:pt x="77" y="88"/>
                    <a:pt x="84" y="93"/>
                    <a:pt x="85" y="98"/>
                  </a:cubicBezTo>
                  <a:cubicBezTo>
                    <a:pt x="86" y="103"/>
                    <a:pt x="90" y="99"/>
                    <a:pt x="89" y="95"/>
                  </a:cubicBezTo>
                  <a:cubicBezTo>
                    <a:pt x="88" y="91"/>
                    <a:pt x="90" y="91"/>
                    <a:pt x="94" y="88"/>
                  </a:cubicBezTo>
                  <a:cubicBezTo>
                    <a:pt x="98" y="85"/>
                    <a:pt x="94" y="80"/>
                    <a:pt x="91" y="75"/>
                  </a:cubicBezTo>
                  <a:cubicBezTo>
                    <a:pt x="88" y="69"/>
                    <a:pt x="78" y="71"/>
                    <a:pt x="78" y="66"/>
                  </a:cubicBezTo>
                  <a:cubicBezTo>
                    <a:pt x="78" y="60"/>
                    <a:pt x="71" y="59"/>
                    <a:pt x="71" y="56"/>
                  </a:cubicBezTo>
                  <a:cubicBezTo>
                    <a:pt x="70" y="53"/>
                    <a:pt x="61" y="50"/>
                    <a:pt x="55" y="53"/>
                  </a:cubicBezTo>
                  <a:cubicBezTo>
                    <a:pt x="49" y="56"/>
                    <a:pt x="53" y="47"/>
                    <a:pt x="49" y="43"/>
                  </a:cubicBezTo>
                  <a:cubicBezTo>
                    <a:pt x="45" y="38"/>
                    <a:pt x="52" y="32"/>
                    <a:pt x="57" y="27"/>
                  </a:cubicBezTo>
                  <a:cubicBezTo>
                    <a:pt x="62" y="21"/>
                    <a:pt x="56" y="12"/>
                    <a:pt x="56" y="8"/>
                  </a:cubicBezTo>
                  <a:cubicBezTo>
                    <a:pt x="57" y="4"/>
                    <a:pt x="57" y="3"/>
                    <a:pt x="54" y="4"/>
                  </a:cubicBezTo>
                  <a:cubicBezTo>
                    <a:pt x="52" y="6"/>
                    <a:pt x="42" y="0"/>
                    <a:pt x="38" y="3"/>
                  </a:cubicBezTo>
                  <a:cubicBezTo>
                    <a:pt x="34" y="6"/>
                    <a:pt x="38" y="28"/>
                    <a:pt x="36" y="29"/>
                  </a:cubicBezTo>
                  <a:cubicBezTo>
                    <a:pt x="34" y="31"/>
                    <a:pt x="31" y="26"/>
                    <a:pt x="30" y="28"/>
                  </a:cubicBezTo>
                  <a:cubicBezTo>
                    <a:pt x="29" y="31"/>
                    <a:pt x="31" y="43"/>
                    <a:pt x="33" y="43"/>
                  </a:cubicBezTo>
                  <a:cubicBezTo>
                    <a:pt x="36" y="43"/>
                    <a:pt x="38" y="47"/>
                    <a:pt x="36" y="52"/>
                  </a:cubicBezTo>
                  <a:cubicBezTo>
                    <a:pt x="35" y="57"/>
                    <a:pt x="41" y="58"/>
                    <a:pt x="48" y="56"/>
                  </a:cubicBezTo>
                  <a:cubicBezTo>
                    <a:pt x="54" y="53"/>
                    <a:pt x="52" y="60"/>
                    <a:pt x="58" y="59"/>
                  </a:cubicBezTo>
                  <a:close/>
                  <a:moveTo>
                    <a:pt x="37" y="62"/>
                  </a:moveTo>
                  <a:cubicBezTo>
                    <a:pt x="38" y="67"/>
                    <a:pt x="40" y="76"/>
                    <a:pt x="47" y="74"/>
                  </a:cubicBezTo>
                  <a:cubicBezTo>
                    <a:pt x="55" y="72"/>
                    <a:pt x="36" y="58"/>
                    <a:pt x="37" y="62"/>
                  </a:cubicBezTo>
                  <a:close/>
                  <a:moveTo>
                    <a:pt x="55" y="94"/>
                  </a:moveTo>
                  <a:cubicBezTo>
                    <a:pt x="57" y="94"/>
                    <a:pt x="61" y="94"/>
                    <a:pt x="61" y="91"/>
                  </a:cubicBezTo>
                  <a:cubicBezTo>
                    <a:pt x="62" y="88"/>
                    <a:pt x="65" y="97"/>
                    <a:pt x="62" y="100"/>
                  </a:cubicBezTo>
                  <a:cubicBezTo>
                    <a:pt x="59" y="103"/>
                    <a:pt x="59" y="111"/>
                    <a:pt x="64" y="112"/>
                  </a:cubicBezTo>
                  <a:cubicBezTo>
                    <a:pt x="69" y="113"/>
                    <a:pt x="77" y="97"/>
                    <a:pt x="76" y="94"/>
                  </a:cubicBezTo>
                  <a:cubicBezTo>
                    <a:pt x="75" y="91"/>
                    <a:pt x="71" y="96"/>
                    <a:pt x="72" y="92"/>
                  </a:cubicBezTo>
                  <a:cubicBezTo>
                    <a:pt x="73" y="88"/>
                    <a:pt x="60" y="78"/>
                    <a:pt x="55" y="79"/>
                  </a:cubicBezTo>
                  <a:cubicBezTo>
                    <a:pt x="50" y="80"/>
                    <a:pt x="51" y="95"/>
                    <a:pt x="55" y="94"/>
                  </a:cubicBezTo>
                  <a:close/>
                  <a:moveTo>
                    <a:pt x="16" y="101"/>
                  </a:moveTo>
                  <a:cubicBezTo>
                    <a:pt x="11" y="107"/>
                    <a:pt x="0" y="116"/>
                    <a:pt x="2" y="119"/>
                  </a:cubicBezTo>
                  <a:cubicBezTo>
                    <a:pt x="4" y="123"/>
                    <a:pt x="16" y="105"/>
                    <a:pt x="22" y="100"/>
                  </a:cubicBezTo>
                  <a:cubicBezTo>
                    <a:pt x="28" y="96"/>
                    <a:pt x="27" y="92"/>
                    <a:pt x="25" y="88"/>
                  </a:cubicBezTo>
                  <a:cubicBezTo>
                    <a:pt x="23" y="84"/>
                    <a:pt x="21" y="95"/>
                    <a:pt x="16" y="101"/>
                  </a:cubicBezTo>
                  <a:close/>
                  <a:moveTo>
                    <a:pt x="75" y="107"/>
                  </a:moveTo>
                  <a:cubicBezTo>
                    <a:pt x="77" y="111"/>
                    <a:pt x="86" y="105"/>
                    <a:pt x="84" y="102"/>
                  </a:cubicBezTo>
                  <a:cubicBezTo>
                    <a:pt x="81" y="99"/>
                    <a:pt x="74" y="105"/>
                    <a:pt x="75" y="107"/>
                  </a:cubicBezTo>
                  <a:close/>
                  <a:moveTo>
                    <a:pt x="105" y="133"/>
                  </a:moveTo>
                  <a:cubicBezTo>
                    <a:pt x="109" y="129"/>
                    <a:pt x="103" y="116"/>
                    <a:pt x="103" y="108"/>
                  </a:cubicBezTo>
                  <a:cubicBezTo>
                    <a:pt x="103" y="100"/>
                    <a:pt x="92" y="103"/>
                    <a:pt x="95" y="108"/>
                  </a:cubicBezTo>
                  <a:cubicBezTo>
                    <a:pt x="98" y="113"/>
                    <a:pt x="89" y="109"/>
                    <a:pt x="88" y="114"/>
                  </a:cubicBezTo>
                  <a:cubicBezTo>
                    <a:pt x="88" y="119"/>
                    <a:pt x="81" y="115"/>
                    <a:pt x="82" y="119"/>
                  </a:cubicBezTo>
                  <a:cubicBezTo>
                    <a:pt x="82" y="123"/>
                    <a:pt x="75" y="119"/>
                    <a:pt x="72" y="116"/>
                  </a:cubicBezTo>
                  <a:cubicBezTo>
                    <a:pt x="68" y="114"/>
                    <a:pt x="64" y="123"/>
                    <a:pt x="59" y="124"/>
                  </a:cubicBezTo>
                  <a:cubicBezTo>
                    <a:pt x="54" y="125"/>
                    <a:pt x="51" y="136"/>
                    <a:pt x="54" y="136"/>
                  </a:cubicBezTo>
                  <a:cubicBezTo>
                    <a:pt x="58" y="135"/>
                    <a:pt x="60" y="130"/>
                    <a:pt x="64" y="130"/>
                  </a:cubicBezTo>
                  <a:cubicBezTo>
                    <a:pt x="68" y="131"/>
                    <a:pt x="67" y="126"/>
                    <a:pt x="73" y="127"/>
                  </a:cubicBezTo>
                  <a:cubicBezTo>
                    <a:pt x="78" y="128"/>
                    <a:pt x="74" y="145"/>
                    <a:pt x="82" y="147"/>
                  </a:cubicBezTo>
                  <a:cubicBezTo>
                    <a:pt x="90" y="148"/>
                    <a:pt x="90" y="153"/>
                    <a:pt x="94" y="153"/>
                  </a:cubicBezTo>
                  <a:cubicBezTo>
                    <a:pt x="97" y="153"/>
                    <a:pt x="93" y="142"/>
                    <a:pt x="93" y="138"/>
                  </a:cubicBezTo>
                  <a:cubicBezTo>
                    <a:pt x="94" y="135"/>
                    <a:pt x="101" y="138"/>
                    <a:pt x="105" y="13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8" name="Freeform 144"/>
            <p:cNvSpPr>
              <a:spLocks noEditPoints="1" noChangeArrowheads="1"/>
            </p:cNvSpPr>
            <p:nvPr/>
          </p:nvSpPr>
          <p:spPr bwMode="auto">
            <a:xfrm>
              <a:off x="6664347" y="2535240"/>
              <a:ext cx="273051" cy="173039"/>
            </a:xfrm>
            <a:custGeom>
              <a:avLst/>
              <a:gdLst>
                <a:gd name="T0" fmla="*/ 102 w 143"/>
                <a:gd name="T1" fmla="*/ 84 h 91"/>
                <a:gd name="T2" fmla="*/ 94 w 143"/>
                <a:gd name="T3" fmla="*/ 76 h 91"/>
                <a:gd name="T4" fmla="*/ 83 w 143"/>
                <a:gd name="T5" fmla="*/ 71 h 91"/>
                <a:gd name="T6" fmla="*/ 75 w 143"/>
                <a:gd name="T7" fmla="*/ 56 h 91"/>
                <a:gd name="T8" fmla="*/ 72 w 143"/>
                <a:gd name="T9" fmla="*/ 47 h 91"/>
                <a:gd name="T10" fmla="*/ 75 w 143"/>
                <a:gd name="T11" fmla="*/ 39 h 91"/>
                <a:gd name="T12" fmla="*/ 52 w 143"/>
                <a:gd name="T13" fmla="*/ 27 h 91"/>
                <a:gd name="T14" fmla="*/ 8 w 143"/>
                <a:gd name="T15" fmla="*/ 3 h 91"/>
                <a:gd name="T16" fmla="*/ 0 w 143"/>
                <a:gd name="T17" fmla="*/ 0 h 91"/>
                <a:gd name="T18" fmla="*/ 0 w 143"/>
                <a:gd name="T19" fmla="*/ 71 h 91"/>
                <a:gd name="T20" fmla="*/ 12 w 143"/>
                <a:gd name="T21" fmla="*/ 75 h 91"/>
                <a:gd name="T22" fmla="*/ 25 w 143"/>
                <a:gd name="T23" fmla="*/ 68 h 91"/>
                <a:gd name="T24" fmla="*/ 32 w 143"/>
                <a:gd name="T25" fmla="*/ 59 h 91"/>
                <a:gd name="T26" fmla="*/ 56 w 143"/>
                <a:gd name="T27" fmla="*/ 65 h 91"/>
                <a:gd name="T28" fmla="*/ 80 w 143"/>
                <a:gd name="T29" fmla="*/ 87 h 91"/>
                <a:gd name="T30" fmla="*/ 104 w 143"/>
                <a:gd name="T31" fmla="*/ 91 h 91"/>
                <a:gd name="T32" fmla="*/ 102 w 143"/>
                <a:gd name="T33" fmla="*/ 84 h 91"/>
                <a:gd name="T34" fmla="*/ 121 w 143"/>
                <a:gd name="T35" fmla="*/ 25 h 91"/>
                <a:gd name="T36" fmla="*/ 108 w 143"/>
                <a:gd name="T37" fmla="*/ 33 h 91"/>
                <a:gd name="T38" fmla="*/ 84 w 143"/>
                <a:gd name="T39" fmla="*/ 34 h 91"/>
                <a:gd name="T40" fmla="*/ 102 w 143"/>
                <a:gd name="T41" fmla="*/ 42 h 91"/>
                <a:gd name="T42" fmla="*/ 125 w 143"/>
                <a:gd name="T43" fmla="*/ 30 h 91"/>
                <a:gd name="T44" fmla="*/ 129 w 143"/>
                <a:gd name="T45" fmla="*/ 20 h 91"/>
                <a:gd name="T46" fmla="*/ 121 w 143"/>
                <a:gd name="T47" fmla="*/ 25 h 91"/>
                <a:gd name="T48" fmla="*/ 133 w 143"/>
                <a:gd name="T49" fmla="*/ 12 h 91"/>
                <a:gd name="T50" fmla="*/ 129 w 143"/>
                <a:gd name="T51" fmla="*/ 13 h 91"/>
                <a:gd name="T52" fmla="*/ 136 w 143"/>
                <a:gd name="T53" fmla="*/ 23 h 91"/>
                <a:gd name="T54" fmla="*/ 133 w 143"/>
                <a:gd name="T55" fmla="*/ 12 h 9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43"/>
                <a:gd name="T85" fmla="*/ 0 h 91"/>
                <a:gd name="T86" fmla="*/ 143 w 143"/>
                <a:gd name="T87" fmla="*/ 91 h 9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43" h="91">
                  <a:moveTo>
                    <a:pt x="102" y="84"/>
                  </a:moveTo>
                  <a:cubicBezTo>
                    <a:pt x="100" y="83"/>
                    <a:pt x="94" y="79"/>
                    <a:pt x="94" y="76"/>
                  </a:cubicBezTo>
                  <a:cubicBezTo>
                    <a:pt x="95" y="74"/>
                    <a:pt x="88" y="74"/>
                    <a:pt x="83" y="71"/>
                  </a:cubicBezTo>
                  <a:cubicBezTo>
                    <a:pt x="78" y="68"/>
                    <a:pt x="80" y="58"/>
                    <a:pt x="75" y="56"/>
                  </a:cubicBezTo>
                  <a:cubicBezTo>
                    <a:pt x="70" y="54"/>
                    <a:pt x="66" y="46"/>
                    <a:pt x="72" y="47"/>
                  </a:cubicBezTo>
                  <a:cubicBezTo>
                    <a:pt x="78" y="47"/>
                    <a:pt x="79" y="44"/>
                    <a:pt x="75" y="39"/>
                  </a:cubicBezTo>
                  <a:cubicBezTo>
                    <a:pt x="70" y="35"/>
                    <a:pt x="53" y="33"/>
                    <a:pt x="52" y="27"/>
                  </a:cubicBezTo>
                  <a:cubicBezTo>
                    <a:pt x="52" y="21"/>
                    <a:pt x="21" y="6"/>
                    <a:pt x="8" y="3"/>
                  </a:cubicBezTo>
                  <a:cubicBezTo>
                    <a:pt x="6" y="2"/>
                    <a:pt x="3" y="1"/>
                    <a:pt x="0" y="0"/>
                  </a:cubicBezTo>
                  <a:cubicBezTo>
                    <a:pt x="0" y="71"/>
                    <a:pt x="0" y="71"/>
                    <a:pt x="0" y="71"/>
                  </a:cubicBezTo>
                  <a:cubicBezTo>
                    <a:pt x="3" y="73"/>
                    <a:pt x="7" y="75"/>
                    <a:pt x="12" y="75"/>
                  </a:cubicBezTo>
                  <a:cubicBezTo>
                    <a:pt x="26" y="76"/>
                    <a:pt x="23" y="68"/>
                    <a:pt x="25" y="68"/>
                  </a:cubicBezTo>
                  <a:cubicBezTo>
                    <a:pt x="28" y="68"/>
                    <a:pt x="29" y="63"/>
                    <a:pt x="32" y="59"/>
                  </a:cubicBezTo>
                  <a:cubicBezTo>
                    <a:pt x="35" y="56"/>
                    <a:pt x="48" y="59"/>
                    <a:pt x="56" y="65"/>
                  </a:cubicBezTo>
                  <a:cubicBezTo>
                    <a:pt x="63" y="71"/>
                    <a:pt x="72" y="88"/>
                    <a:pt x="80" y="87"/>
                  </a:cubicBezTo>
                  <a:cubicBezTo>
                    <a:pt x="88" y="85"/>
                    <a:pt x="97" y="91"/>
                    <a:pt x="104" y="91"/>
                  </a:cubicBezTo>
                  <a:cubicBezTo>
                    <a:pt x="111" y="91"/>
                    <a:pt x="105" y="85"/>
                    <a:pt x="102" y="84"/>
                  </a:cubicBezTo>
                  <a:close/>
                  <a:moveTo>
                    <a:pt x="121" y="25"/>
                  </a:moveTo>
                  <a:cubicBezTo>
                    <a:pt x="121" y="28"/>
                    <a:pt x="116" y="29"/>
                    <a:pt x="108" y="33"/>
                  </a:cubicBezTo>
                  <a:cubicBezTo>
                    <a:pt x="99" y="36"/>
                    <a:pt x="84" y="29"/>
                    <a:pt x="84" y="34"/>
                  </a:cubicBezTo>
                  <a:cubicBezTo>
                    <a:pt x="83" y="37"/>
                    <a:pt x="93" y="42"/>
                    <a:pt x="102" y="42"/>
                  </a:cubicBezTo>
                  <a:cubicBezTo>
                    <a:pt x="111" y="42"/>
                    <a:pt x="125" y="33"/>
                    <a:pt x="125" y="30"/>
                  </a:cubicBezTo>
                  <a:cubicBezTo>
                    <a:pt x="125" y="28"/>
                    <a:pt x="131" y="23"/>
                    <a:pt x="129" y="20"/>
                  </a:cubicBezTo>
                  <a:cubicBezTo>
                    <a:pt x="126" y="18"/>
                    <a:pt x="121" y="22"/>
                    <a:pt x="121" y="25"/>
                  </a:cubicBezTo>
                  <a:close/>
                  <a:moveTo>
                    <a:pt x="133" y="12"/>
                  </a:moveTo>
                  <a:cubicBezTo>
                    <a:pt x="127" y="9"/>
                    <a:pt x="123" y="6"/>
                    <a:pt x="129" y="13"/>
                  </a:cubicBezTo>
                  <a:cubicBezTo>
                    <a:pt x="136" y="19"/>
                    <a:pt x="132" y="24"/>
                    <a:pt x="136" y="23"/>
                  </a:cubicBezTo>
                  <a:cubicBezTo>
                    <a:pt x="143" y="22"/>
                    <a:pt x="138" y="15"/>
                    <a:pt x="133" y="1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9" name="Freeform 145"/>
            <p:cNvSpPr>
              <a:spLocks noChangeArrowheads="1"/>
            </p:cNvSpPr>
            <p:nvPr/>
          </p:nvSpPr>
          <p:spPr bwMode="auto">
            <a:xfrm>
              <a:off x="5362593" y="2263778"/>
              <a:ext cx="46038" cy="88900"/>
            </a:xfrm>
            <a:custGeom>
              <a:avLst/>
              <a:gdLst>
                <a:gd name="T0" fmla="*/ 5 w 24"/>
                <a:gd name="T1" fmla="*/ 0 h 47"/>
                <a:gd name="T2" fmla="*/ 1 w 24"/>
                <a:gd name="T3" fmla="*/ 11 h 47"/>
                <a:gd name="T4" fmla="*/ 1 w 24"/>
                <a:gd name="T5" fmla="*/ 26 h 47"/>
                <a:gd name="T6" fmla="*/ 6 w 24"/>
                <a:gd name="T7" fmla="*/ 43 h 47"/>
                <a:gd name="T8" fmla="*/ 24 w 24"/>
                <a:gd name="T9" fmla="*/ 27 h 47"/>
                <a:gd name="T10" fmla="*/ 5 w 24"/>
                <a:gd name="T11" fmla="*/ 0 h 47"/>
                <a:gd name="T12" fmla="*/ 0 60000 65536"/>
                <a:gd name="T13" fmla="*/ 0 60000 65536"/>
                <a:gd name="T14" fmla="*/ 0 60000 65536"/>
                <a:gd name="T15" fmla="*/ 0 60000 65536"/>
                <a:gd name="T16" fmla="*/ 0 60000 65536"/>
                <a:gd name="T17" fmla="*/ 0 60000 65536"/>
                <a:gd name="T18" fmla="*/ 0 w 24"/>
                <a:gd name="T19" fmla="*/ 0 h 47"/>
                <a:gd name="T20" fmla="*/ 24 w 24"/>
                <a:gd name="T21" fmla="*/ 47 h 47"/>
              </a:gdLst>
              <a:ahLst/>
              <a:cxnLst>
                <a:cxn ang="T12">
                  <a:pos x="T0" y="T1"/>
                </a:cxn>
                <a:cxn ang="T13">
                  <a:pos x="T2" y="T3"/>
                </a:cxn>
                <a:cxn ang="T14">
                  <a:pos x="T4" y="T5"/>
                </a:cxn>
                <a:cxn ang="T15">
                  <a:pos x="T6" y="T7"/>
                </a:cxn>
                <a:cxn ang="T16">
                  <a:pos x="T8" y="T9"/>
                </a:cxn>
                <a:cxn ang="T17">
                  <a:pos x="T10" y="T11"/>
                </a:cxn>
              </a:cxnLst>
              <a:rect l="T18" t="T19" r="T20" b="T21"/>
              <a:pathLst>
                <a:path w="24" h="47">
                  <a:moveTo>
                    <a:pt x="5" y="0"/>
                  </a:moveTo>
                  <a:cubicBezTo>
                    <a:pt x="2" y="1"/>
                    <a:pt x="3" y="7"/>
                    <a:pt x="1" y="11"/>
                  </a:cubicBezTo>
                  <a:cubicBezTo>
                    <a:pt x="0" y="15"/>
                    <a:pt x="0" y="20"/>
                    <a:pt x="1" y="26"/>
                  </a:cubicBezTo>
                  <a:cubicBezTo>
                    <a:pt x="1" y="32"/>
                    <a:pt x="1" y="39"/>
                    <a:pt x="6" y="43"/>
                  </a:cubicBezTo>
                  <a:cubicBezTo>
                    <a:pt x="13" y="47"/>
                    <a:pt x="23" y="36"/>
                    <a:pt x="24" y="27"/>
                  </a:cubicBezTo>
                  <a:cubicBezTo>
                    <a:pt x="24" y="17"/>
                    <a:pt x="8" y="0"/>
                    <a:pt x="5"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0" name="Freeform 146"/>
            <p:cNvSpPr>
              <a:spLocks noChangeArrowheads="1"/>
            </p:cNvSpPr>
            <p:nvPr/>
          </p:nvSpPr>
          <p:spPr bwMode="auto">
            <a:xfrm>
              <a:off x="4559315" y="2724154"/>
              <a:ext cx="160339" cy="317501"/>
            </a:xfrm>
            <a:custGeom>
              <a:avLst/>
              <a:gdLst>
                <a:gd name="T0" fmla="*/ 71 w 84"/>
                <a:gd name="T1" fmla="*/ 5 h 166"/>
                <a:gd name="T2" fmla="*/ 67 w 84"/>
                <a:gd name="T3" fmla="*/ 9 h 166"/>
                <a:gd name="T4" fmla="*/ 65 w 84"/>
                <a:gd name="T5" fmla="*/ 17 h 166"/>
                <a:gd name="T6" fmla="*/ 59 w 84"/>
                <a:gd name="T7" fmla="*/ 22 h 166"/>
                <a:gd name="T8" fmla="*/ 53 w 84"/>
                <a:gd name="T9" fmla="*/ 27 h 166"/>
                <a:gd name="T10" fmla="*/ 53 w 84"/>
                <a:gd name="T11" fmla="*/ 33 h 166"/>
                <a:gd name="T12" fmla="*/ 44 w 84"/>
                <a:gd name="T13" fmla="*/ 40 h 166"/>
                <a:gd name="T14" fmla="*/ 29 w 84"/>
                <a:gd name="T15" fmla="*/ 48 h 166"/>
                <a:gd name="T16" fmla="*/ 14 w 84"/>
                <a:gd name="T17" fmla="*/ 50 h 166"/>
                <a:gd name="T18" fmla="*/ 10 w 84"/>
                <a:gd name="T19" fmla="*/ 65 h 166"/>
                <a:gd name="T20" fmla="*/ 11 w 84"/>
                <a:gd name="T21" fmla="*/ 86 h 166"/>
                <a:gd name="T22" fmla="*/ 8 w 84"/>
                <a:gd name="T23" fmla="*/ 109 h 166"/>
                <a:gd name="T24" fmla="*/ 4 w 84"/>
                <a:gd name="T25" fmla="*/ 136 h 166"/>
                <a:gd name="T26" fmla="*/ 11 w 84"/>
                <a:gd name="T27" fmla="*/ 157 h 166"/>
                <a:gd name="T28" fmla="*/ 31 w 84"/>
                <a:gd name="T29" fmla="*/ 162 h 166"/>
                <a:gd name="T30" fmla="*/ 43 w 84"/>
                <a:gd name="T31" fmla="*/ 158 h 166"/>
                <a:gd name="T32" fmla="*/ 59 w 84"/>
                <a:gd name="T33" fmla="*/ 110 h 166"/>
                <a:gd name="T34" fmla="*/ 72 w 84"/>
                <a:gd name="T35" fmla="*/ 66 h 166"/>
                <a:gd name="T36" fmla="*/ 74 w 84"/>
                <a:gd name="T37" fmla="*/ 54 h 166"/>
                <a:gd name="T38" fmla="*/ 77 w 84"/>
                <a:gd name="T39" fmla="*/ 47 h 166"/>
                <a:gd name="T40" fmla="*/ 83 w 84"/>
                <a:gd name="T41" fmla="*/ 45 h 166"/>
                <a:gd name="T42" fmla="*/ 79 w 84"/>
                <a:gd name="T43" fmla="*/ 24 h 166"/>
                <a:gd name="T44" fmla="*/ 71 w 84"/>
                <a:gd name="T45" fmla="*/ 5 h 1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66"/>
                <a:gd name="T71" fmla="*/ 84 w 84"/>
                <a:gd name="T72" fmla="*/ 166 h 16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66">
                  <a:moveTo>
                    <a:pt x="71" y="5"/>
                  </a:moveTo>
                  <a:cubicBezTo>
                    <a:pt x="70" y="0"/>
                    <a:pt x="68" y="7"/>
                    <a:pt x="67" y="9"/>
                  </a:cubicBezTo>
                  <a:cubicBezTo>
                    <a:pt x="66" y="10"/>
                    <a:pt x="65" y="14"/>
                    <a:pt x="65" y="17"/>
                  </a:cubicBezTo>
                  <a:cubicBezTo>
                    <a:pt x="66" y="19"/>
                    <a:pt x="61" y="22"/>
                    <a:pt x="59" y="22"/>
                  </a:cubicBezTo>
                  <a:cubicBezTo>
                    <a:pt x="56" y="21"/>
                    <a:pt x="52" y="23"/>
                    <a:pt x="53" y="27"/>
                  </a:cubicBezTo>
                  <a:cubicBezTo>
                    <a:pt x="54" y="30"/>
                    <a:pt x="51" y="30"/>
                    <a:pt x="53" y="33"/>
                  </a:cubicBezTo>
                  <a:cubicBezTo>
                    <a:pt x="54" y="36"/>
                    <a:pt x="49" y="39"/>
                    <a:pt x="44" y="40"/>
                  </a:cubicBezTo>
                  <a:cubicBezTo>
                    <a:pt x="40" y="40"/>
                    <a:pt x="34" y="48"/>
                    <a:pt x="29" y="48"/>
                  </a:cubicBezTo>
                  <a:cubicBezTo>
                    <a:pt x="24" y="47"/>
                    <a:pt x="19" y="51"/>
                    <a:pt x="14" y="50"/>
                  </a:cubicBezTo>
                  <a:cubicBezTo>
                    <a:pt x="10" y="50"/>
                    <a:pt x="13" y="59"/>
                    <a:pt x="10" y="65"/>
                  </a:cubicBezTo>
                  <a:cubicBezTo>
                    <a:pt x="6" y="71"/>
                    <a:pt x="8" y="78"/>
                    <a:pt x="11" y="86"/>
                  </a:cubicBezTo>
                  <a:cubicBezTo>
                    <a:pt x="14" y="93"/>
                    <a:pt x="16" y="99"/>
                    <a:pt x="8" y="109"/>
                  </a:cubicBezTo>
                  <a:cubicBezTo>
                    <a:pt x="0" y="118"/>
                    <a:pt x="1" y="129"/>
                    <a:pt x="4" y="136"/>
                  </a:cubicBezTo>
                  <a:cubicBezTo>
                    <a:pt x="7" y="142"/>
                    <a:pt x="7" y="152"/>
                    <a:pt x="11" y="157"/>
                  </a:cubicBezTo>
                  <a:cubicBezTo>
                    <a:pt x="16" y="162"/>
                    <a:pt x="28" y="166"/>
                    <a:pt x="31" y="162"/>
                  </a:cubicBezTo>
                  <a:cubicBezTo>
                    <a:pt x="35" y="158"/>
                    <a:pt x="39" y="162"/>
                    <a:pt x="43" y="158"/>
                  </a:cubicBezTo>
                  <a:cubicBezTo>
                    <a:pt x="47" y="153"/>
                    <a:pt x="54" y="127"/>
                    <a:pt x="59" y="110"/>
                  </a:cubicBezTo>
                  <a:cubicBezTo>
                    <a:pt x="65" y="93"/>
                    <a:pt x="72" y="71"/>
                    <a:pt x="72" y="66"/>
                  </a:cubicBezTo>
                  <a:cubicBezTo>
                    <a:pt x="71" y="62"/>
                    <a:pt x="76" y="59"/>
                    <a:pt x="74" y="54"/>
                  </a:cubicBezTo>
                  <a:cubicBezTo>
                    <a:pt x="72" y="49"/>
                    <a:pt x="74" y="43"/>
                    <a:pt x="77" y="47"/>
                  </a:cubicBezTo>
                  <a:cubicBezTo>
                    <a:pt x="79" y="51"/>
                    <a:pt x="82" y="51"/>
                    <a:pt x="83" y="45"/>
                  </a:cubicBezTo>
                  <a:cubicBezTo>
                    <a:pt x="84" y="40"/>
                    <a:pt x="79" y="32"/>
                    <a:pt x="79" y="24"/>
                  </a:cubicBezTo>
                  <a:cubicBezTo>
                    <a:pt x="79" y="16"/>
                    <a:pt x="72" y="9"/>
                    <a:pt x="71"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1" name="Freeform 147"/>
            <p:cNvSpPr>
              <a:spLocks noEditPoints="1" noChangeArrowheads="1"/>
            </p:cNvSpPr>
            <p:nvPr/>
          </p:nvSpPr>
          <p:spPr bwMode="auto">
            <a:xfrm>
              <a:off x="4552965" y="2052640"/>
              <a:ext cx="258764" cy="157163"/>
            </a:xfrm>
            <a:custGeom>
              <a:avLst/>
              <a:gdLst>
                <a:gd name="T0" fmla="*/ 95 w 135"/>
                <a:gd name="T1" fmla="*/ 3 h 82"/>
                <a:gd name="T2" fmla="*/ 73 w 135"/>
                <a:gd name="T3" fmla="*/ 4 h 82"/>
                <a:gd name="T4" fmla="*/ 56 w 135"/>
                <a:gd name="T5" fmla="*/ 19 h 82"/>
                <a:gd name="T6" fmla="*/ 48 w 135"/>
                <a:gd name="T7" fmla="*/ 22 h 82"/>
                <a:gd name="T8" fmla="*/ 32 w 135"/>
                <a:gd name="T9" fmla="*/ 20 h 82"/>
                <a:gd name="T10" fmla="*/ 18 w 135"/>
                <a:gd name="T11" fmla="*/ 19 h 82"/>
                <a:gd name="T12" fmla="*/ 10 w 135"/>
                <a:gd name="T13" fmla="*/ 17 h 82"/>
                <a:gd name="T14" fmla="*/ 5 w 135"/>
                <a:gd name="T15" fmla="*/ 21 h 82"/>
                <a:gd name="T16" fmla="*/ 6 w 135"/>
                <a:gd name="T17" fmla="*/ 28 h 82"/>
                <a:gd name="T18" fmla="*/ 0 w 135"/>
                <a:gd name="T19" fmla="*/ 30 h 82"/>
                <a:gd name="T20" fmla="*/ 1 w 135"/>
                <a:gd name="T21" fmla="*/ 37 h 82"/>
                <a:gd name="T22" fmla="*/ 5 w 135"/>
                <a:gd name="T23" fmla="*/ 55 h 82"/>
                <a:gd name="T24" fmla="*/ 9 w 135"/>
                <a:gd name="T25" fmla="*/ 72 h 82"/>
                <a:gd name="T26" fmla="*/ 29 w 135"/>
                <a:gd name="T27" fmla="*/ 70 h 82"/>
                <a:gd name="T28" fmla="*/ 44 w 135"/>
                <a:gd name="T29" fmla="*/ 65 h 82"/>
                <a:gd name="T30" fmla="*/ 56 w 135"/>
                <a:gd name="T31" fmla="*/ 59 h 82"/>
                <a:gd name="T32" fmla="*/ 67 w 135"/>
                <a:gd name="T33" fmla="*/ 57 h 82"/>
                <a:gd name="T34" fmla="*/ 76 w 135"/>
                <a:gd name="T35" fmla="*/ 51 h 82"/>
                <a:gd name="T36" fmla="*/ 100 w 135"/>
                <a:gd name="T37" fmla="*/ 43 h 82"/>
                <a:gd name="T38" fmla="*/ 111 w 135"/>
                <a:gd name="T39" fmla="*/ 32 h 82"/>
                <a:gd name="T40" fmla="*/ 120 w 135"/>
                <a:gd name="T41" fmla="*/ 28 h 82"/>
                <a:gd name="T42" fmla="*/ 106 w 135"/>
                <a:gd name="T43" fmla="*/ 0 h 82"/>
                <a:gd name="T44" fmla="*/ 95 w 135"/>
                <a:gd name="T45" fmla="*/ 3 h 82"/>
                <a:gd name="T46" fmla="*/ 123 w 135"/>
                <a:gd name="T47" fmla="*/ 78 h 82"/>
                <a:gd name="T48" fmla="*/ 134 w 135"/>
                <a:gd name="T49" fmla="*/ 76 h 82"/>
                <a:gd name="T50" fmla="*/ 123 w 135"/>
                <a:gd name="T51" fmla="*/ 78 h 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5"/>
                <a:gd name="T79" fmla="*/ 0 h 82"/>
                <a:gd name="T80" fmla="*/ 135 w 135"/>
                <a:gd name="T81" fmla="*/ 82 h 8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5" h="82">
                  <a:moveTo>
                    <a:pt x="95" y="3"/>
                  </a:moveTo>
                  <a:cubicBezTo>
                    <a:pt x="90" y="4"/>
                    <a:pt x="75" y="3"/>
                    <a:pt x="73" y="4"/>
                  </a:cubicBezTo>
                  <a:cubicBezTo>
                    <a:pt x="71" y="5"/>
                    <a:pt x="58" y="15"/>
                    <a:pt x="56" y="19"/>
                  </a:cubicBezTo>
                  <a:cubicBezTo>
                    <a:pt x="54" y="24"/>
                    <a:pt x="51" y="25"/>
                    <a:pt x="48" y="22"/>
                  </a:cubicBezTo>
                  <a:cubicBezTo>
                    <a:pt x="45" y="20"/>
                    <a:pt x="33" y="21"/>
                    <a:pt x="32" y="20"/>
                  </a:cubicBezTo>
                  <a:cubicBezTo>
                    <a:pt x="31" y="19"/>
                    <a:pt x="23" y="18"/>
                    <a:pt x="18" y="19"/>
                  </a:cubicBezTo>
                  <a:cubicBezTo>
                    <a:pt x="14" y="19"/>
                    <a:pt x="12" y="17"/>
                    <a:pt x="10" y="17"/>
                  </a:cubicBezTo>
                  <a:cubicBezTo>
                    <a:pt x="8" y="18"/>
                    <a:pt x="6" y="20"/>
                    <a:pt x="5" y="21"/>
                  </a:cubicBezTo>
                  <a:cubicBezTo>
                    <a:pt x="4" y="23"/>
                    <a:pt x="6" y="26"/>
                    <a:pt x="6" y="28"/>
                  </a:cubicBezTo>
                  <a:cubicBezTo>
                    <a:pt x="5" y="28"/>
                    <a:pt x="3" y="29"/>
                    <a:pt x="0" y="30"/>
                  </a:cubicBezTo>
                  <a:cubicBezTo>
                    <a:pt x="1" y="33"/>
                    <a:pt x="2" y="35"/>
                    <a:pt x="1" y="37"/>
                  </a:cubicBezTo>
                  <a:cubicBezTo>
                    <a:pt x="0" y="41"/>
                    <a:pt x="1" y="50"/>
                    <a:pt x="5" y="55"/>
                  </a:cubicBezTo>
                  <a:cubicBezTo>
                    <a:pt x="8" y="61"/>
                    <a:pt x="7" y="70"/>
                    <a:pt x="9" y="72"/>
                  </a:cubicBezTo>
                  <a:cubicBezTo>
                    <a:pt x="10" y="74"/>
                    <a:pt x="23" y="73"/>
                    <a:pt x="29" y="70"/>
                  </a:cubicBezTo>
                  <a:cubicBezTo>
                    <a:pt x="35" y="66"/>
                    <a:pt x="39" y="65"/>
                    <a:pt x="44" y="65"/>
                  </a:cubicBezTo>
                  <a:cubicBezTo>
                    <a:pt x="48" y="65"/>
                    <a:pt x="54" y="61"/>
                    <a:pt x="56" y="59"/>
                  </a:cubicBezTo>
                  <a:cubicBezTo>
                    <a:pt x="57" y="57"/>
                    <a:pt x="64" y="57"/>
                    <a:pt x="67" y="57"/>
                  </a:cubicBezTo>
                  <a:cubicBezTo>
                    <a:pt x="70" y="58"/>
                    <a:pt x="73" y="54"/>
                    <a:pt x="76" y="51"/>
                  </a:cubicBezTo>
                  <a:cubicBezTo>
                    <a:pt x="79" y="48"/>
                    <a:pt x="89" y="47"/>
                    <a:pt x="100" y="43"/>
                  </a:cubicBezTo>
                  <a:cubicBezTo>
                    <a:pt x="110" y="40"/>
                    <a:pt x="108" y="35"/>
                    <a:pt x="111" y="32"/>
                  </a:cubicBezTo>
                  <a:cubicBezTo>
                    <a:pt x="113" y="30"/>
                    <a:pt x="116" y="30"/>
                    <a:pt x="120" y="28"/>
                  </a:cubicBezTo>
                  <a:cubicBezTo>
                    <a:pt x="115" y="18"/>
                    <a:pt x="109" y="6"/>
                    <a:pt x="106" y="0"/>
                  </a:cubicBezTo>
                  <a:cubicBezTo>
                    <a:pt x="101" y="1"/>
                    <a:pt x="97" y="3"/>
                    <a:pt x="95" y="3"/>
                  </a:cubicBezTo>
                  <a:close/>
                  <a:moveTo>
                    <a:pt x="123" y="78"/>
                  </a:moveTo>
                  <a:cubicBezTo>
                    <a:pt x="127" y="82"/>
                    <a:pt x="134" y="77"/>
                    <a:pt x="134" y="76"/>
                  </a:cubicBezTo>
                  <a:cubicBezTo>
                    <a:pt x="135" y="74"/>
                    <a:pt x="119" y="73"/>
                    <a:pt x="123" y="7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2" name="Freeform 148"/>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9525">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3" name="Freeform 149"/>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4" name="Freeform 150"/>
            <p:cNvSpPr>
              <a:spLocks noEditPoints="1" noChangeArrowheads="1"/>
            </p:cNvSpPr>
            <p:nvPr/>
          </p:nvSpPr>
          <p:spPr bwMode="auto">
            <a:xfrm>
              <a:off x="6054746" y="2706691"/>
              <a:ext cx="884241" cy="787401"/>
            </a:xfrm>
            <a:custGeom>
              <a:avLst/>
              <a:gdLst>
                <a:gd name="T0" fmla="*/ 457 w 463"/>
                <a:gd name="T1" fmla="*/ 180 h 412"/>
                <a:gd name="T2" fmla="*/ 438 w 463"/>
                <a:gd name="T3" fmla="*/ 160 h 412"/>
                <a:gd name="T4" fmla="*/ 424 w 463"/>
                <a:gd name="T5" fmla="*/ 139 h 412"/>
                <a:gd name="T6" fmla="*/ 410 w 463"/>
                <a:gd name="T7" fmla="*/ 124 h 412"/>
                <a:gd name="T8" fmla="*/ 378 w 463"/>
                <a:gd name="T9" fmla="*/ 93 h 412"/>
                <a:gd name="T10" fmla="*/ 367 w 463"/>
                <a:gd name="T11" fmla="*/ 53 h 412"/>
                <a:gd name="T12" fmla="*/ 347 w 463"/>
                <a:gd name="T13" fmla="*/ 33 h 412"/>
                <a:gd name="T14" fmla="*/ 329 w 463"/>
                <a:gd name="T15" fmla="*/ 10 h 412"/>
                <a:gd name="T16" fmla="*/ 324 w 463"/>
                <a:gd name="T17" fmla="*/ 51 h 412"/>
                <a:gd name="T18" fmla="*/ 297 w 463"/>
                <a:gd name="T19" fmla="*/ 76 h 412"/>
                <a:gd name="T20" fmla="*/ 265 w 463"/>
                <a:gd name="T21" fmla="*/ 59 h 412"/>
                <a:gd name="T22" fmla="*/ 259 w 463"/>
                <a:gd name="T23" fmla="*/ 35 h 412"/>
                <a:gd name="T24" fmla="*/ 268 w 463"/>
                <a:gd name="T25" fmla="*/ 17 h 412"/>
                <a:gd name="T26" fmla="*/ 251 w 463"/>
                <a:gd name="T27" fmla="*/ 19 h 412"/>
                <a:gd name="T28" fmla="*/ 222 w 463"/>
                <a:gd name="T29" fmla="*/ 13 h 412"/>
                <a:gd name="T30" fmla="*/ 194 w 463"/>
                <a:gd name="T31" fmla="*/ 32 h 412"/>
                <a:gd name="T32" fmla="*/ 184 w 463"/>
                <a:gd name="T33" fmla="*/ 51 h 412"/>
                <a:gd name="T34" fmla="*/ 167 w 463"/>
                <a:gd name="T35" fmla="*/ 44 h 412"/>
                <a:gd name="T36" fmla="*/ 147 w 463"/>
                <a:gd name="T37" fmla="*/ 46 h 412"/>
                <a:gd name="T38" fmla="*/ 131 w 463"/>
                <a:gd name="T39" fmla="*/ 55 h 412"/>
                <a:gd name="T40" fmla="*/ 123 w 463"/>
                <a:gd name="T41" fmla="*/ 73 h 412"/>
                <a:gd name="T42" fmla="*/ 106 w 463"/>
                <a:gd name="T43" fmla="*/ 75 h 412"/>
                <a:gd name="T44" fmla="*/ 69 w 463"/>
                <a:gd name="T45" fmla="*/ 110 h 412"/>
                <a:gd name="T46" fmla="*/ 34 w 463"/>
                <a:gd name="T47" fmla="*/ 121 h 412"/>
                <a:gd name="T48" fmla="*/ 13 w 463"/>
                <a:gd name="T49" fmla="*/ 130 h 412"/>
                <a:gd name="T50" fmla="*/ 6 w 463"/>
                <a:gd name="T51" fmla="*/ 169 h 412"/>
                <a:gd name="T52" fmla="*/ 9 w 463"/>
                <a:gd name="T53" fmla="*/ 187 h 412"/>
                <a:gd name="T54" fmla="*/ 22 w 463"/>
                <a:gd name="T55" fmla="*/ 227 h 412"/>
                <a:gd name="T56" fmla="*/ 23 w 463"/>
                <a:gd name="T57" fmla="*/ 277 h 412"/>
                <a:gd name="T58" fmla="*/ 56 w 463"/>
                <a:gd name="T59" fmla="*/ 294 h 412"/>
                <a:gd name="T60" fmla="*/ 104 w 463"/>
                <a:gd name="T61" fmla="*/ 280 h 412"/>
                <a:gd name="T62" fmla="*/ 157 w 463"/>
                <a:gd name="T63" fmla="*/ 260 h 412"/>
                <a:gd name="T64" fmla="*/ 219 w 463"/>
                <a:gd name="T65" fmla="*/ 256 h 412"/>
                <a:gd name="T66" fmla="*/ 240 w 463"/>
                <a:gd name="T67" fmla="*/ 268 h 412"/>
                <a:gd name="T68" fmla="*/ 262 w 463"/>
                <a:gd name="T69" fmla="*/ 287 h 412"/>
                <a:gd name="T70" fmla="*/ 278 w 463"/>
                <a:gd name="T71" fmla="*/ 285 h 412"/>
                <a:gd name="T72" fmla="*/ 288 w 463"/>
                <a:gd name="T73" fmla="*/ 289 h 412"/>
                <a:gd name="T74" fmla="*/ 304 w 463"/>
                <a:gd name="T75" fmla="*/ 317 h 412"/>
                <a:gd name="T76" fmla="*/ 344 w 463"/>
                <a:gd name="T77" fmla="*/ 344 h 412"/>
                <a:gd name="T78" fmla="*/ 365 w 463"/>
                <a:gd name="T79" fmla="*/ 341 h 412"/>
                <a:gd name="T80" fmla="*/ 379 w 463"/>
                <a:gd name="T81" fmla="*/ 348 h 412"/>
                <a:gd name="T82" fmla="*/ 419 w 463"/>
                <a:gd name="T83" fmla="*/ 330 h 412"/>
                <a:gd name="T84" fmla="*/ 443 w 463"/>
                <a:gd name="T85" fmla="*/ 266 h 412"/>
                <a:gd name="T86" fmla="*/ 458 w 463"/>
                <a:gd name="T87" fmla="*/ 228 h 412"/>
                <a:gd name="T88" fmla="*/ 210 w 463"/>
                <a:gd name="T89" fmla="*/ 11 h 412"/>
                <a:gd name="T90" fmla="*/ 266 w 463"/>
                <a:gd name="T91" fmla="*/ 307 h 412"/>
                <a:gd name="T92" fmla="*/ 379 w 463"/>
                <a:gd name="T93" fmla="*/ 376 h 412"/>
                <a:gd name="T94" fmla="*/ 380 w 463"/>
                <a:gd name="T95" fmla="*/ 411 h 412"/>
                <a:gd name="T96" fmla="*/ 395 w 463"/>
                <a:gd name="T97" fmla="*/ 402 h 412"/>
                <a:gd name="T98" fmla="*/ 379 w 463"/>
                <a:gd name="T99" fmla="*/ 376 h 41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63"/>
                <a:gd name="T151" fmla="*/ 0 h 412"/>
                <a:gd name="T152" fmla="*/ 463 w 463"/>
                <a:gd name="T153" fmla="*/ 412 h 41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63" h="412">
                  <a:moveTo>
                    <a:pt x="460" y="207"/>
                  </a:moveTo>
                  <a:cubicBezTo>
                    <a:pt x="462" y="205"/>
                    <a:pt x="459" y="197"/>
                    <a:pt x="457" y="198"/>
                  </a:cubicBezTo>
                  <a:cubicBezTo>
                    <a:pt x="456" y="200"/>
                    <a:pt x="456" y="186"/>
                    <a:pt x="457" y="180"/>
                  </a:cubicBezTo>
                  <a:cubicBezTo>
                    <a:pt x="458" y="173"/>
                    <a:pt x="457" y="174"/>
                    <a:pt x="454" y="177"/>
                  </a:cubicBezTo>
                  <a:cubicBezTo>
                    <a:pt x="451" y="181"/>
                    <a:pt x="447" y="171"/>
                    <a:pt x="447" y="169"/>
                  </a:cubicBezTo>
                  <a:cubicBezTo>
                    <a:pt x="446" y="166"/>
                    <a:pt x="442" y="159"/>
                    <a:pt x="438" y="160"/>
                  </a:cubicBezTo>
                  <a:cubicBezTo>
                    <a:pt x="434" y="161"/>
                    <a:pt x="436" y="154"/>
                    <a:pt x="432" y="155"/>
                  </a:cubicBezTo>
                  <a:cubicBezTo>
                    <a:pt x="428" y="156"/>
                    <a:pt x="428" y="149"/>
                    <a:pt x="428" y="143"/>
                  </a:cubicBezTo>
                  <a:cubicBezTo>
                    <a:pt x="429" y="137"/>
                    <a:pt x="426" y="142"/>
                    <a:pt x="424" y="139"/>
                  </a:cubicBezTo>
                  <a:cubicBezTo>
                    <a:pt x="422" y="137"/>
                    <a:pt x="420" y="139"/>
                    <a:pt x="417" y="140"/>
                  </a:cubicBezTo>
                  <a:cubicBezTo>
                    <a:pt x="415" y="141"/>
                    <a:pt x="414" y="135"/>
                    <a:pt x="415" y="132"/>
                  </a:cubicBezTo>
                  <a:cubicBezTo>
                    <a:pt x="415" y="130"/>
                    <a:pt x="414" y="127"/>
                    <a:pt x="410" y="124"/>
                  </a:cubicBezTo>
                  <a:cubicBezTo>
                    <a:pt x="407" y="121"/>
                    <a:pt x="406" y="119"/>
                    <a:pt x="407" y="116"/>
                  </a:cubicBezTo>
                  <a:cubicBezTo>
                    <a:pt x="407" y="112"/>
                    <a:pt x="385" y="101"/>
                    <a:pt x="381" y="100"/>
                  </a:cubicBezTo>
                  <a:cubicBezTo>
                    <a:pt x="376" y="99"/>
                    <a:pt x="380" y="94"/>
                    <a:pt x="378" y="93"/>
                  </a:cubicBezTo>
                  <a:cubicBezTo>
                    <a:pt x="376" y="91"/>
                    <a:pt x="375" y="84"/>
                    <a:pt x="375" y="79"/>
                  </a:cubicBezTo>
                  <a:cubicBezTo>
                    <a:pt x="375" y="73"/>
                    <a:pt x="368" y="72"/>
                    <a:pt x="368" y="67"/>
                  </a:cubicBezTo>
                  <a:cubicBezTo>
                    <a:pt x="369" y="63"/>
                    <a:pt x="366" y="58"/>
                    <a:pt x="367" y="53"/>
                  </a:cubicBezTo>
                  <a:cubicBezTo>
                    <a:pt x="367" y="48"/>
                    <a:pt x="360" y="47"/>
                    <a:pt x="359" y="44"/>
                  </a:cubicBezTo>
                  <a:cubicBezTo>
                    <a:pt x="359" y="42"/>
                    <a:pt x="355" y="44"/>
                    <a:pt x="351" y="45"/>
                  </a:cubicBezTo>
                  <a:cubicBezTo>
                    <a:pt x="346" y="45"/>
                    <a:pt x="347" y="39"/>
                    <a:pt x="347" y="33"/>
                  </a:cubicBezTo>
                  <a:cubicBezTo>
                    <a:pt x="348" y="28"/>
                    <a:pt x="345" y="18"/>
                    <a:pt x="342" y="15"/>
                  </a:cubicBezTo>
                  <a:cubicBezTo>
                    <a:pt x="338" y="13"/>
                    <a:pt x="338" y="3"/>
                    <a:pt x="336" y="2"/>
                  </a:cubicBezTo>
                  <a:cubicBezTo>
                    <a:pt x="335" y="0"/>
                    <a:pt x="329" y="7"/>
                    <a:pt x="329" y="10"/>
                  </a:cubicBezTo>
                  <a:cubicBezTo>
                    <a:pt x="329" y="13"/>
                    <a:pt x="329" y="17"/>
                    <a:pt x="326" y="19"/>
                  </a:cubicBezTo>
                  <a:cubicBezTo>
                    <a:pt x="324" y="21"/>
                    <a:pt x="328" y="29"/>
                    <a:pt x="325" y="31"/>
                  </a:cubicBezTo>
                  <a:cubicBezTo>
                    <a:pt x="322" y="34"/>
                    <a:pt x="325" y="45"/>
                    <a:pt x="324" y="51"/>
                  </a:cubicBezTo>
                  <a:cubicBezTo>
                    <a:pt x="323" y="58"/>
                    <a:pt x="323" y="64"/>
                    <a:pt x="320" y="69"/>
                  </a:cubicBezTo>
                  <a:cubicBezTo>
                    <a:pt x="317" y="73"/>
                    <a:pt x="317" y="80"/>
                    <a:pt x="311" y="82"/>
                  </a:cubicBezTo>
                  <a:cubicBezTo>
                    <a:pt x="305" y="84"/>
                    <a:pt x="297" y="79"/>
                    <a:pt x="297" y="76"/>
                  </a:cubicBezTo>
                  <a:cubicBezTo>
                    <a:pt x="297" y="73"/>
                    <a:pt x="291" y="71"/>
                    <a:pt x="287" y="71"/>
                  </a:cubicBezTo>
                  <a:cubicBezTo>
                    <a:pt x="284" y="72"/>
                    <a:pt x="282" y="67"/>
                    <a:pt x="276" y="63"/>
                  </a:cubicBezTo>
                  <a:cubicBezTo>
                    <a:pt x="271" y="58"/>
                    <a:pt x="266" y="64"/>
                    <a:pt x="265" y="59"/>
                  </a:cubicBezTo>
                  <a:cubicBezTo>
                    <a:pt x="263" y="54"/>
                    <a:pt x="261" y="53"/>
                    <a:pt x="257" y="50"/>
                  </a:cubicBezTo>
                  <a:cubicBezTo>
                    <a:pt x="253" y="47"/>
                    <a:pt x="254" y="47"/>
                    <a:pt x="258" y="45"/>
                  </a:cubicBezTo>
                  <a:cubicBezTo>
                    <a:pt x="262" y="42"/>
                    <a:pt x="261" y="38"/>
                    <a:pt x="259" y="35"/>
                  </a:cubicBezTo>
                  <a:cubicBezTo>
                    <a:pt x="257" y="32"/>
                    <a:pt x="261" y="33"/>
                    <a:pt x="266" y="30"/>
                  </a:cubicBezTo>
                  <a:cubicBezTo>
                    <a:pt x="271" y="27"/>
                    <a:pt x="266" y="24"/>
                    <a:pt x="270" y="22"/>
                  </a:cubicBezTo>
                  <a:cubicBezTo>
                    <a:pt x="274" y="21"/>
                    <a:pt x="272" y="18"/>
                    <a:pt x="268" y="17"/>
                  </a:cubicBezTo>
                  <a:cubicBezTo>
                    <a:pt x="264" y="16"/>
                    <a:pt x="265" y="21"/>
                    <a:pt x="263" y="21"/>
                  </a:cubicBezTo>
                  <a:cubicBezTo>
                    <a:pt x="262" y="22"/>
                    <a:pt x="260" y="15"/>
                    <a:pt x="259" y="15"/>
                  </a:cubicBezTo>
                  <a:cubicBezTo>
                    <a:pt x="258" y="16"/>
                    <a:pt x="253" y="22"/>
                    <a:pt x="251" y="19"/>
                  </a:cubicBezTo>
                  <a:cubicBezTo>
                    <a:pt x="248" y="16"/>
                    <a:pt x="234" y="13"/>
                    <a:pt x="229" y="12"/>
                  </a:cubicBezTo>
                  <a:cubicBezTo>
                    <a:pt x="223" y="11"/>
                    <a:pt x="221" y="4"/>
                    <a:pt x="218" y="6"/>
                  </a:cubicBezTo>
                  <a:cubicBezTo>
                    <a:pt x="215" y="7"/>
                    <a:pt x="219" y="9"/>
                    <a:pt x="222" y="13"/>
                  </a:cubicBezTo>
                  <a:cubicBezTo>
                    <a:pt x="226" y="17"/>
                    <a:pt x="210" y="20"/>
                    <a:pt x="205" y="18"/>
                  </a:cubicBezTo>
                  <a:cubicBezTo>
                    <a:pt x="200" y="17"/>
                    <a:pt x="206" y="22"/>
                    <a:pt x="202" y="22"/>
                  </a:cubicBezTo>
                  <a:cubicBezTo>
                    <a:pt x="198" y="21"/>
                    <a:pt x="197" y="28"/>
                    <a:pt x="194" y="32"/>
                  </a:cubicBezTo>
                  <a:cubicBezTo>
                    <a:pt x="191" y="35"/>
                    <a:pt x="193" y="38"/>
                    <a:pt x="189" y="40"/>
                  </a:cubicBezTo>
                  <a:cubicBezTo>
                    <a:pt x="186" y="42"/>
                    <a:pt x="186" y="45"/>
                    <a:pt x="190" y="50"/>
                  </a:cubicBezTo>
                  <a:cubicBezTo>
                    <a:pt x="194" y="54"/>
                    <a:pt x="188" y="55"/>
                    <a:pt x="184" y="51"/>
                  </a:cubicBezTo>
                  <a:cubicBezTo>
                    <a:pt x="180" y="47"/>
                    <a:pt x="177" y="47"/>
                    <a:pt x="177" y="51"/>
                  </a:cubicBezTo>
                  <a:cubicBezTo>
                    <a:pt x="177" y="56"/>
                    <a:pt x="172" y="54"/>
                    <a:pt x="173" y="49"/>
                  </a:cubicBezTo>
                  <a:cubicBezTo>
                    <a:pt x="174" y="44"/>
                    <a:pt x="168" y="46"/>
                    <a:pt x="167" y="44"/>
                  </a:cubicBezTo>
                  <a:cubicBezTo>
                    <a:pt x="166" y="41"/>
                    <a:pt x="161" y="36"/>
                    <a:pt x="157" y="37"/>
                  </a:cubicBezTo>
                  <a:cubicBezTo>
                    <a:pt x="154" y="37"/>
                    <a:pt x="154" y="40"/>
                    <a:pt x="151" y="40"/>
                  </a:cubicBezTo>
                  <a:cubicBezTo>
                    <a:pt x="148" y="40"/>
                    <a:pt x="147" y="42"/>
                    <a:pt x="147" y="46"/>
                  </a:cubicBezTo>
                  <a:cubicBezTo>
                    <a:pt x="148" y="49"/>
                    <a:pt x="142" y="45"/>
                    <a:pt x="139" y="46"/>
                  </a:cubicBezTo>
                  <a:cubicBezTo>
                    <a:pt x="135" y="46"/>
                    <a:pt x="139" y="51"/>
                    <a:pt x="137" y="51"/>
                  </a:cubicBezTo>
                  <a:cubicBezTo>
                    <a:pt x="135" y="51"/>
                    <a:pt x="135" y="55"/>
                    <a:pt x="131" y="55"/>
                  </a:cubicBezTo>
                  <a:cubicBezTo>
                    <a:pt x="128" y="55"/>
                    <a:pt x="129" y="62"/>
                    <a:pt x="129" y="66"/>
                  </a:cubicBezTo>
                  <a:cubicBezTo>
                    <a:pt x="130" y="69"/>
                    <a:pt x="124" y="64"/>
                    <a:pt x="121" y="65"/>
                  </a:cubicBezTo>
                  <a:cubicBezTo>
                    <a:pt x="118" y="66"/>
                    <a:pt x="122" y="69"/>
                    <a:pt x="123" y="73"/>
                  </a:cubicBezTo>
                  <a:cubicBezTo>
                    <a:pt x="124" y="78"/>
                    <a:pt x="121" y="77"/>
                    <a:pt x="119" y="79"/>
                  </a:cubicBezTo>
                  <a:cubicBezTo>
                    <a:pt x="117" y="81"/>
                    <a:pt x="115" y="74"/>
                    <a:pt x="115" y="71"/>
                  </a:cubicBezTo>
                  <a:cubicBezTo>
                    <a:pt x="115" y="67"/>
                    <a:pt x="110" y="70"/>
                    <a:pt x="106" y="75"/>
                  </a:cubicBezTo>
                  <a:cubicBezTo>
                    <a:pt x="101" y="80"/>
                    <a:pt x="107" y="87"/>
                    <a:pt x="105" y="88"/>
                  </a:cubicBezTo>
                  <a:cubicBezTo>
                    <a:pt x="103" y="90"/>
                    <a:pt x="94" y="98"/>
                    <a:pt x="89" y="104"/>
                  </a:cubicBezTo>
                  <a:cubicBezTo>
                    <a:pt x="84" y="111"/>
                    <a:pt x="73" y="107"/>
                    <a:pt x="69" y="110"/>
                  </a:cubicBezTo>
                  <a:cubicBezTo>
                    <a:pt x="66" y="113"/>
                    <a:pt x="62" y="111"/>
                    <a:pt x="58" y="113"/>
                  </a:cubicBezTo>
                  <a:cubicBezTo>
                    <a:pt x="55" y="116"/>
                    <a:pt x="48" y="121"/>
                    <a:pt x="48" y="118"/>
                  </a:cubicBezTo>
                  <a:cubicBezTo>
                    <a:pt x="47" y="115"/>
                    <a:pt x="38" y="117"/>
                    <a:pt x="34" y="121"/>
                  </a:cubicBezTo>
                  <a:cubicBezTo>
                    <a:pt x="30" y="125"/>
                    <a:pt x="24" y="129"/>
                    <a:pt x="20" y="129"/>
                  </a:cubicBezTo>
                  <a:cubicBezTo>
                    <a:pt x="16" y="129"/>
                    <a:pt x="16" y="136"/>
                    <a:pt x="14" y="137"/>
                  </a:cubicBezTo>
                  <a:cubicBezTo>
                    <a:pt x="12" y="139"/>
                    <a:pt x="13" y="132"/>
                    <a:pt x="13" y="130"/>
                  </a:cubicBezTo>
                  <a:cubicBezTo>
                    <a:pt x="13" y="129"/>
                    <a:pt x="9" y="133"/>
                    <a:pt x="7" y="139"/>
                  </a:cubicBezTo>
                  <a:cubicBezTo>
                    <a:pt x="5" y="144"/>
                    <a:pt x="11" y="146"/>
                    <a:pt x="8" y="151"/>
                  </a:cubicBezTo>
                  <a:cubicBezTo>
                    <a:pt x="4" y="157"/>
                    <a:pt x="0" y="162"/>
                    <a:pt x="6" y="169"/>
                  </a:cubicBezTo>
                  <a:cubicBezTo>
                    <a:pt x="11" y="176"/>
                    <a:pt x="14" y="181"/>
                    <a:pt x="12" y="184"/>
                  </a:cubicBezTo>
                  <a:cubicBezTo>
                    <a:pt x="10" y="188"/>
                    <a:pt x="7" y="177"/>
                    <a:pt x="5" y="179"/>
                  </a:cubicBezTo>
                  <a:cubicBezTo>
                    <a:pt x="4" y="180"/>
                    <a:pt x="10" y="184"/>
                    <a:pt x="9" y="187"/>
                  </a:cubicBezTo>
                  <a:cubicBezTo>
                    <a:pt x="7" y="189"/>
                    <a:pt x="2" y="178"/>
                    <a:pt x="1" y="181"/>
                  </a:cubicBezTo>
                  <a:cubicBezTo>
                    <a:pt x="0" y="183"/>
                    <a:pt x="12" y="200"/>
                    <a:pt x="12" y="206"/>
                  </a:cubicBezTo>
                  <a:cubicBezTo>
                    <a:pt x="12" y="212"/>
                    <a:pt x="22" y="218"/>
                    <a:pt x="22" y="227"/>
                  </a:cubicBezTo>
                  <a:cubicBezTo>
                    <a:pt x="21" y="236"/>
                    <a:pt x="30" y="251"/>
                    <a:pt x="32" y="253"/>
                  </a:cubicBezTo>
                  <a:cubicBezTo>
                    <a:pt x="33" y="255"/>
                    <a:pt x="28" y="261"/>
                    <a:pt x="29" y="268"/>
                  </a:cubicBezTo>
                  <a:cubicBezTo>
                    <a:pt x="30" y="275"/>
                    <a:pt x="27" y="277"/>
                    <a:pt x="23" y="277"/>
                  </a:cubicBezTo>
                  <a:cubicBezTo>
                    <a:pt x="18" y="277"/>
                    <a:pt x="21" y="284"/>
                    <a:pt x="26" y="285"/>
                  </a:cubicBezTo>
                  <a:cubicBezTo>
                    <a:pt x="30" y="285"/>
                    <a:pt x="29" y="289"/>
                    <a:pt x="34" y="292"/>
                  </a:cubicBezTo>
                  <a:cubicBezTo>
                    <a:pt x="39" y="296"/>
                    <a:pt x="52" y="294"/>
                    <a:pt x="56" y="294"/>
                  </a:cubicBezTo>
                  <a:cubicBezTo>
                    <a:pt x="60" y="294"/>
                    <a:pt x="61" y="288"/>
                    <a:pt x="67" y="288"/>
                  </a:cubicBezTo>
                  <a:cubicBezTo>
                    <a:pt x="73" y="287"/>
                    <a:pt x="72" y="286"/>
                    <a:pt x="75" y="282"/>
                  </a:cubicBezTo>
                  <a:cubicBezTo>
                    <a:pt x="78" y="279"/>
                    <a:pt x="91" y="280"/>
                    <a:pt x="104" y="280"/>
                  </a:cubicBezTo>
                  <a:cubicBezTo>
                    <a:pt x="117" y="281"/>
                    <a:pt x="123" y="277"/>
                    <a:pt x="125" y="272"/>
                  </a:cubicBezTo>
                  <a:cubicBezTo>
                    <a:pt x="127" y="267"/>
                    <a:pt x="136" y="267"/>
                    <a:pt x="140" y="263"/>
                  </a:cubicBezTo>
                  <a:cubicBezTo>
                    <a:pt x="144" y="260"/>
                    <a:pt x="147" y="259"/>
                    <a:pt x="157" y="260"/>
                  </a:cubicBezTo>
                  <a:cubicBezTo>
                    <a:pt x="167" y="260"/>
                    <a:pt x="176" y="255"/>
                    <a:pt x="182" y="253"/>
                  </a:cubicBezTo>
                  <a:cubicBezTo>
                    <a:pt x="188" y="250"/>
                    <a:pt x="200" y="251"/>
                    <a:pt x="206" y="250"/>
                  </a:cubicBezTo>
                  <a:cubicBezTo>
                    <a:pt x="212" y="248"/>
                    <a:pt x="213" y="257"/>
                    <a:pt x="219" y="256"/>
                  </a:cubicBezTo>
                  <a:cubicBezTo>
                    <a:pt x="226" y="256"/>
                    <a:pt x="229" y="258"/>
                    <a:pt x="233" y="258"/>
                  </a:cubicBezTo>
                  <a:cubicBezTo>
                    <a:pt x="236" y="258"/>
                    <a:pt x="236" y="261"/>
                    <a:pt x="239" y="261"/>
                  </a:cubicBezTo>
                  <a:cubicBezTo>
                    <a:pt x="243" y="262"/>
                    <a:pt x="242" y="265"/>
                    <a:pt x="240" y="268"/>
                  </a:cubicBezTo>
                  <a:cubicBezTo>
                    <a:pt x="238" y="272"/>
                    <a:pt x="245" y="271"/>
                    <a:pt x="250" y="278"/>
                  </a:cubicBezTo>
                  <a:cubicBezTo>
                    <a:pt x="255" y="284"/>
                    <a:pt x="250" y="285"/>
                    <a:pt x="253" y="290"/>
                  </a:cubicBezTo>
                  <a:cubicBezTo>
                    <a:pt x="255" y="295"/>
                    <a:pt x="257" y="294"/>
                    <a:pt x="262" y="287"/>
                  </a:cubicBezTo>
                  <a:cubicBezTo>
                    <a:pt x="267" y="280"/>
                    <a:pt x="272" y="285"/>
                    <a:pt x="273" y="279"/>
                  </a:cubicBezTo>
                  <a:cubicBezTo>
                    <a:pt x="274" y="273"/>
                    <a:pt x="279" y="266"/>
                    <a:pt x="283" y="269"/>
                  </a:cubicBezTo>
                  <a:cubicBezTo>
                    <a:pt x="286" y="272"/>
                    <a:pt x="280" y="273"/>
                    <a:pt x="278" y="285"/>
                  </a:cubicBezTo>
                  <a:cubicBezTo>
                    <a:pt x="276" y="296"/>
                    <a:pt x="272" y="290"/>
                    <a:pt x="271" y="293"/>
                  </a:cubicBezTo>
                  <a:cubicBezTo>
                    <a:pt x="270" y="297"/>
                    <a:pt x="281" y="298"/>
                    <a:pt x="281" y="292"/>
                  </a:cubicBezTo>
                  <a:cubicBezTo>
                    <a:pt x="281" y="286"/>
                    <a:pt x="283" y="284"/>
                    <a:pt x="288" y="289"/>
                  </a:cubicBezTo>
                  <a:cubicBezTo>
                    <a:pt x="292" y="295"/>
                    <a:pt x="285" y="299"/>
                    <a:pt x="286" y="302"/>
                  </a:cubicBezTo>
                  <a:cubicBezTo>
                    <a:pt x="287" y="304"/>
                    <a:pt x="292" y="301"/>
                    <a:pt x="294" y="301"/>
                  </a:cubicBezTo>
                  <a:cubicBezTo>
                    <a:pt x="299" y="301"/>
                    <a:pt x="305" y="311"/>
                    <a:pt x="304" y="317"/>
                  </a:cubicBezTo>
                  <a:cubicBezTo>
                    <a:pt x="303" y="322"/>
                    <a:pt x="301" y="327"/>
                    <a:pt x="310" y="331"/>
                  </a:cubicBezTo>
                  <a:cubicBezTo>
                    <a:pt x="318" y="335"/>
                    <a:pt x="315" y="336"/>
                    <a:pt x="321" y="336"/>
                  </a:cubicBezTo>
                  <a:cubicBezTo>
                    <a:pt x="328" y="336"/>
                    <a:pt x="341" y="341"/>
                    <a:pt x="344" y="344"/>
                  </a:cubicBezTo>
                  <a:cubicBezTo>
                    <a:pt x="348" y="347"/>
                    <a:pt x="357" y="342"/>
                    <a:pt x="358" y="336"/>
                  </a:cubicBezTo>
                  <a:cubicBezTo>
                    <a:pt x="360" y="330"/>
                    <a:pt x="367" y="336"/>
                    <a:pt x="363" y="338"/>
                  </a:cubicBezTo>
                  <a:cubicBezTo>
                    <a:pt x="360" y="340"/>
                    <a:pt x="365" y="344"/>
                    <a:pt x="365" y="341"/>
                  </a:cubicBezTo>
                  <a:cubicBezTo>
                    <a:pt x="365" y="338"/>
                    <a:pt x="367" y="335"/>
                    <a:pt x="368" y="339"/>
                  </a:cubicBezTo>
                  <a:cubicBezTo>
                    <a:pt x="369" y="343"/>
                    <a:pt x="374" y="343"/>
                    <a:pt x="376" y="346"/>
                  </a:cubicBezTo>
                  <a:cubicBezTo>
                    <a:pt x="377" y="349"/>
                    <a:pt x="379" y="351"/>
                    <a:pt x="379" y="348"/>
                  </a:cubicBezTo>
                  <a:cubicBezTo>
                    <a:pt x="379" y="346"/>
                    <a:pt x="380" y="344"/>
                    <a:pt x="384" y="342"/>
                  </a:cubicBezTo>
                  <a:cubicBezTo>
                    <a:pt x="388" y="341"/>
                    <a:pt x="391" y="338"/>
                    <a:pt x="395" y="334"/>
                  </a:cubicBezTo>
                  <a:cubicBezTo>
                    <a:pt x="399" y="331"/>
                    <a:pt x="417" y="330"/>
                    <a:pt x="419" y="330"/>
                  </a:cubicBezTo>
                  <a:cubicBezTo>
                    <a:pt x="420" y="330"/>
                    <a:pt x="421" y="315"/>
                    <a:pt x="422" y="307"/>
                  </a:cubicBezTo>
                  <a:cubicBezTo>
                    <a:pt x="423" y="300"/>
                    <a:pt x="430" y="298"/>
                    <a:pt x="431" y="290"/>
                  </a:cubicBezTo>
                  <a:cubicBezTo>
                    <a:pt x="432" y="282"/>
                    <a:pt x="441" y="267"/>
                    <a:pt x="443" y="266"/>
                  </a:cubicBezTo>
                  <a:cubicBezTo>
                    <a:pt x="445" y="265"/>
                    <a:pt x="449" y="263"/>
                    <a:pt x="450" y="258"/>
                  </a:cubicBezTo>
                  <a:cubicBezTo>
                    <a:pt x="450" y="253"/>
                    <a:pt x="456" y="248"/>
                    <a:pt x="456" y="242"/>
                  </a:cubicBezTo>
                  <a:cubicBezTo>
                    <a:pt x="456" y="237"/>
                    <a:pt x="459" y="230"/>
                    <a:pt x="458" y="228"/>
                  </a:cubicBezTo>
                  <a:cubicBezTo>
                    <a:pt x="458" y="226"/>
                    <a:pt x="456" y="221"/>
                    <a:pt x="460" y="217"/>
                  </a:cubicBezTo>
                  <a:cubicBezTo>
                    <a:pt x="463" y="213"/>
                    <a:pt x="458" y="208"/>
                    <a:pt x="460" y="207"/>
                  </a:cubicBezTo>
                  <a:close/>
                  <a:moveTo>
                    <a:pt x="210" y="11"/>
                  </a:moveTo>
                  <a:cubicBezTo>
                    <a:pt x="209" y="8"/>
                    <a:pt x="191" y="11"/>
                    <a:pt x="195" y="14"/>
                  </a:cubicBezTo>
                  <a:cubicBezTo>
                    <a:pt x="198" y="16"/>
                    <a:pt x="210" y="14"/>
                    <a:pt x="210" y="11"/>
                  </a:cubicBezTo>
                  <a:close/>
                  <a:moveTo>
                    <a:pt x="266" y="307"/>
                  </a:moveTo>
                  <a:cubicBezTo>
                    <a:pt x="269" y="309"/>
                    <a:pt x="278" y="309"/>
                    <a:pt x="279" y="305"/>
                  </a:cubicBezTo>
                  <a:cubicBezTo>
                    <a:pt x="281" y="302"/>
                    <a:pt x="263" y="305"/>
                    <a:pt x="266" y="307"/>
                  </a:cubicBezTo>
                  <a:close/>
                  <a:moveTo>
                    <a:pt x="379" y="376"/>
                  </a:moveTo>
                  <a:cubicBezTo>
                    <a:pt x="372" y="377"/>
                    <a:pt x="362" y="370"/>
                    <a:pt x="360" y="371"/>
                  </a:cubicBezTo>
                  <a:cubicBezTo>
                    <a:pt x="357" y="372"/>
                    <a:pt x="368" y="389"/>
                    <a:pt x="365" y="393"/>
                  </a:cubicBezTo>
                  <a:cubicBezTo>
                    <a:pt x="361" y="398"/>
                    <a:pt x="375" y="410"/>
                    <a:pt x="380" y="411"/>
                  </a:cubicBezTo>
                  <a:cubicBezTo>
                    <a:pt x="385" y="412"/>
                    <a:pt x="383" y="406"/>
                    <a:pt x="386" y="406"/>
                  </a:cubicBezTo>
                  <a:cubicBezTo>
                    <a:pt x="389" y="407"/>
                    <a:pt x="388" y="403"/>
                    <a:pt x="389" y="401"/>
                  </a:cubicBezTo>
                  <a:cubicBezTo>
                    <a:pt x="389" y="398"/>
                    <a:pt x="392" y="403"/>
                    <a:pt x="395" y="402"/>
                  </a:cubicBezTo>
                  <a:cubicBezTo>
                    <a:pt x="398" y="400"/>
                    <a:pt x="394" y="390"/>
                    <a:pt x="398" y="390"/>
                  </a:cubicBezTo>
                  <a:cubicBezTo>
                    <a:pt x="402" y="390"/>
                    <a:pt x="399" y="377"/>
                    <a:pt x="398" y="372"/>
                  </a:cubicBezTo>
                  <a:cubicBezTo>
                    <a:pt x="397" y="368"/>
                    <a:pt x="386" y="376"/>
                    <a:pt x="379" y="37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5" name="Freeform 151"/>
            <p:cNvSpPr>
              <a:spLocks noEditPoints="1" noChangeArrowheads="1"/>
            </p:cNvSpPr>
            <p:nvPr/>
          </p:nvSpPr>
          <p:spPr bwMode="auto">
            <a:xfrm>
              <a:off x="7212037" y="3267080"/>
              <a:ext cx="269876" cy="320676"/>
            </a:xfrm>
            <a:custGeom>
              <a:avLst/>
              <a:gdLst>
                <a:gd name="T0" fmla="*/ 87 w 141"/>
                <a:gd name="T1" fmla="*/ 81 h 168"/>
                <a:gd name="T2" fmla="*/ 78 w 141"/>
                <a:gd name="T3" fmla="*/ 84 h 168"/>
                <a:gd name="T4" fmla="*/ 67 w 141"/>
                <a:gd name="T5" fmla="*/ 79 h 168"/>
                <a:gd name="T6" fmla="*/ 61 w 141"/>
                <a:gd name="T7" fmla="*/ 89 h 168"/>
                <a:gd name="T8" fmla="*/ 52 w 141"/>
                <a:gd name="T9" fmla="*/ 105 h 168"/>
                <a:gd name="T10" fmla="*/ 21 w 141"/>
                <a:gd name="T11" fmla="*/ 125 h 168"/>
                <a:gd name="T12" fmla="*/ 7 w 141"/>
                <a:gd name="T13" fmla="*/ 139 h 168"/>
                <a:gd name="T14" fmla="*/ 4 w 141"/>
                <a:gd name="T15" fmla="*/ 151 h 168"/>
                <a:gd name="T16" fmla="*/ 14 w 141"/>
                <a:gd name="T17" fmla="*/ 156 h 168"/>
                <a:gd name="T18" fmla="*/ 22 w 141"/>
                <a:gd name="T19" fmla="*/ 159 h 168"/>
                <a:gd name="T20" fmla="*/ 43 w 141"/>
                <a:gd name="T21" fmla="*/ 154 h 168"/>
                <a:gd name="T22" fmla="*/ 50 w 141"/>
                <a:gd name="T23" fmla="*/ 141 h 168"/>
                <a:gd name="T24" fmla="*/ 56 w 141"/>
                <a:gd name="T25" fmla="*/ 129 h 168"/>
                <a:gd name="T26" fmla="*/ 69 w 141"/>
                <a:gd name="T27" fmla="*/ 122 h 168"/>
                <a:gd name="T28" fmla="*/ 72 w 141"/>
                <a:gd name="T29" fmla="*/ 116 h 168"/>
                <a:gd name="T30" fmla="*/ 80 w 141"/>
                <a:gd name="T31" fmla="*/ 105 h 168"/>
                <a:gd name="T32" fmla="*/ 89 w 141"/>
                <a:gd name="T33" fmla="*/ 90 h 168"/>
                <a:gd name="T34" fmla="*/ 87 w 141"/>
                <a:gd name="T35" fmla="*/ 81 h 168"/>
                <a:gd name="T36" fmla="*/ 15 w 141"/>
                <a:gd name="T37" fmla="*/ 167 h 168"/>
                <a:gd name="T38" fmla="*/ 19 w 141"/>
                <a:gd name="T39" fmla="*/ 162 h 168"/>
                <a:gd name="T40" fmla="*/ 15 w 141"/>
                <a:gd name="T41" fmla="*/ 167 h 168"/>
                <a:gd name="T42" fmla="*/ 128 w 141"/>
                <a:gd name="T43" fmla="*/ 41 h 168"/>
                <a:gd name="T44" fmla="*/ 117 w 141"/>
                <a:gd name="T45" fmla="*/ 40 h 168"/>
                <a:gd name="T46" fmla="*/ 110 w 141"/>
                <a:gd name="T47" fmla="*/ 33 h 168"/>
                <a:gd name="T48" fmla="*/ 105 w 141"/>
                <a:gd name="T49" fmla="*/ 24 h 168"/>
                <a:gd name="T50" fmla="*/ 105 w 141"/>
                <a:gd name="T51" fmla="*/ 30 h 168"/>
                <a:gd name="T52" fmla="*/ 100 w 141"/>
                <a:gd name="T53" fmla="*/ 28 h 168"/>
                <a:gd name="T54" fmla="*/ 96 w 141"/>
                <a:gd name="T55" fmla="*/ 20 h 168"/>
                <a:gd name="T56" fmla="*/ 92 w 141"/>
                <a:gd name="T57" fmla="*/ 10 h 168"/>
                <a:gd name="T58" fmla="*/ 78 w 141"/>
                <a:gd name="T59" fmla="*/ 0 h 168"/>
                <a:gd name="T60" fmla="*/ 81 w 141"/>
                <a:gd name="T61" fmla="*/ 12 h 168"/>
                <a:gd name="T62" fmla="*/ 89 w 141"/>
                <a:gd name="T63" fmla="*/ 20 h 168"/>
                <a:gd name="T64" fmla="*/ 96 w 141"/>
                <a:gd name="T65" fmla="*/ 29 h 168"/>
                <a:gd name="T66" fmla="*/ 94 w 141"/>
                <a:gd name="T67" fmla="*/ 46 h 168"/>
                <a:gd name="T68" fmla="*/ 85 w 141"/>
                <a:gd name="T69" fmla="*/ 56 h 168"/>
                <a:gd name="T70" fmla="*/ 100 w 141"/>
                <a:gd name="T71" fmla="*/ 69 h 168"/>
                <a:gd name="T72" fmla="*/ 97 w 141"/>
                <a:gd name="T73" fmla="*/ 87 h 168"/>
                <a:gd name="T74" fmla="*/ 107 w 141"/>
                <a:gd name="T75" fmla="*/ 89 h 168"/>
                <a:gd name="T76" fmla="*/ 119 w 141"/>
                <a:gd name="T77" fmla="*/ 71 h 168"/>
                <a:gd name="T78" fmla="*/ 123 w 141"/>
                <a:gd name="T79" fmla="*/ 60 h 168"/>
                <a:gd name="T80" fmla="*/ 130 w 141"/>
                <a:gd name="T81" fmla="*/ 57 h 168"/>
                <a:gd name="T82" fmla="*/ 135 w 141"/>
                <a:gd name="T83" fmla="*/ 50 h 168"/>
                <a:gd name="T84" fmla="*/ 139 w 141"/>
                <a:gd name="T85" fmla="*/ 40 h 168"/>
                <a:gd name="T86" fmla="*/ 128 w 141"/>
                <a:gd name="T87" fmla="*/ 41 h 16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1"/>
                <a:gd name="T133" fmla="*/ 0 h 168"/>
                <a:gd name="T134" fmla="*/ 141 w 141"/>
                <a:gd name="T135" fmla="*/ 168 h 16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1" h="168">
                  <a:moveTo>
                    <a:pt x="87" y="81"/>
                  </a:moveTo>
                  <a:cubicBezTo>
                    <a:pt x="84" y="79"/>
                    <a:pt x="82" y="82"/>
                    <a:pt x="78" y="84"/>
                  </a:cubicBezTo>
                  <a:cubicBezTo>
                    <a:pt x="74" y="86"/>
                    <a:pt x="72" y="76"/>
                    <a:pt x="67" y="79"/>
                  </a:cubicBezTo>
                  <a:cubicBezTo>
                    <a:pt x="62" y="83"/>
                    <a:pt x="67" y="85"/>
                    <a:pt x="61" y="89"/>
                  </a:cubicBezTo>
                  <a:cubicBezTo>
                    <a:pt x="56" y="94"/>
                    <a:pt x="58" y="95"/>
                    <a:pt x="52" y="105"/>
                  </a:cubicBezTo>
                  <a:cubicBezTo>
                    <a:pt x="46" y="115"/>
                    <a:pt x="24" y="120"/>
                    <a:pt x="21" y="125"/>
                  </a:cubicBezTo>
                  <a:cubicBezTo>
                    <a:pt x="18" y="131"/>
                    <a:pt x="7" y="135"/>
                    <a:pt x="7" y="139"/>
                  </a:cubicBezTo>
                  <a:cubicBezTo>
                    <a:pt x="7" y="143"/>
                    <a:pt x="0" y="146"/>
                    <a:pt x="4" y="151"/>
                  </a:cubicBezTo>
                  <a:cubicBezTo>
                    <a:pt x="7" y="155"/>
                    <a:pt x="11" y="152"/>
                    <a:pt x="14" y="156"/>
                  </a:cubicBezTo>
                  <a:cubicBezTo>
                    <a:pt x="17" y="159"/>
                    <a:pt x="21" y="156"/>
                    <a:pt x="22" y="159"/>
                  </a:cubicBezTo>
                  <a:cubicBezTo>
                    <a:pt x="24" y="162"/>
                    <a:pt x="35" y="162"/>
                    <a:pt x="43" y="154"/>
                  </a:cubicBezTo>
                  <a:cubicBezTo>
                    <a:pt x="51" y="147"/>
                    <a:pt x="47" y="143"/>
                    <a:pt x="50" y="141"/>
                  </a:cubicBezTo>
                  <a:cubicBezTo>
                    <a:pt x="54" y="139"/>
                    <a:pt x="54" y="133"/>
                    <a:pt x="56" y="129"/>
                  </a:cubicBezTo>
                  <a:cubicBezTo>
                    <a:pt x="58" y="126"/>
                    <a:pt x="60" y="122"/>
                    <a:pt x="69" y="122"/>
                  </a:cubicBezTo>
                  <a:cubicBezTo>
                    <a:pt x="78" y="122"/>
                    <a:pt x="73" y="120"/>
                    <a:pt x="72" y="116"/>
                  </a:cubicBezTo>
                  <a:cubicBezTo>
                    <a:pt x="72" y="111"/>
                    <a:pt x="80" y="111"/>
                    <a:pt x="80" y="105"/>
                  </a:cubicBezTo>
                  <a:cubicBezTo>
                    <a:pt x="80" y="100"/>
                    <a:pt x="91" y="95"/>
                    <a:pt x="89" y="90"/>
                  </a:cubicBezTo>
                  <a:cubicBezTo>
                    <a:pt x="86" y="86"/>
                    <a:pt x="91" y="84"/>
                    <a:pt x="87" y="81"/>
                  </a:cubicBezTo>
                  <a:close/>
                  <a:moveTo>
                    <a:pt x="15" y="167"/>
                  </a:moveTo>
                  <a:cubicBezTo>
                    <a:pt x="17" y="168"/>
                    <a:pt x="22" y="166"/>
                    <a:pt x="19" y="162"/>
                  </a:cubicBezTo>
                  <a:cubicBezTo>
                    <a:pt x="16" y="158"/>
                    <a:pt x="11" y="166"/>
                    <a:pt x="15" y="167"/>
                  </a:cubicBezTo>
                  <a:close/>
                  <a:moveTo>
                    <a:pt x="128" y="41"/>
                  </a:moveTo>
                  <a:cubicBezTo>
                    <a:pt x="126" y="45"/>
                    <a:pt x="121" y="40"/>
                    <a:pt x="117" y="40"/>
                  </a:cubicBezTo>
                  <a:cubicBezTo>
                    <a:pt x="113" y="40"/>
                    <a:pt x="110" y="37"/>
                    <a:pt x="110" y="33"/>
                  </a:cubicBezTo>
                  <a:cubicBezTo>
                    <a:pt x="110" y="29"/>
                    <a:pt x="109" y="24"/>
                    <a:pt x="105" y="24"/>
                  </a:cubicBezTo>
                  <a:cubicBezTo>
                    <a:pt x="101" y="24"/>
                    <a:pt x="106" y="28"/>
                    <a:pt x="105" y="30"/>
                  </a:cubicBezTo>
                  <a:cubicBezTo>
                    <a:pt x="103" y="32"/>
                    <a:pt x="102" y="28"/>
                    <a:pt x="100" y="28"/>
                  </a:cubicBezTo>
                  <a:cubicBezTo>
                    <a:pt x="98" y="28"/>
                    <a:pt x="96" y="25"/>
                    <a:pt x="96" y="20"/>
                  </a:cubicBezTo>
                  <a:cubicBezTo>
                    <a:pt x="96" y="15"/>
                    <a:pt x="92" y="16"/>
                    <a:pt x="92" y="10"/>
                  </a:cubicBezTo>
                  <a:cubicBezTo>
                    <a:pt x="92" y="4"/>
                    <a:pt x="83" y="0"/>
                    <a:pt x="78" y="0"/>
                  </a:cubicBezTo>
                  <a:cubicBezTo>
                    <a:pt x="73" y="0"/>
                    <a:pt x="79" y="9"/>
                    <a:pt x="81" y="12"/>
                  </a:cubicBezTo>
                  <a:cubicBezTo>
                    <a:pt x="84" y="15"/>
                    <a:pt x="89" y="18"/>
                    <a:pt x="89" y="20"/>
                  </a:cubicBezTo>
                  <a:cubicBezTo>
                    <a:pt x="89" y="22"/>
                    <a:pt x="93" y="28"/>
                    <a:pt x="96" y="29"/>
                  </a:cubicBezTo>
                  <a:cubicBezTo>
                    <a:pt x="99" y="30"/>
                    <a:pt x="94" y="39"/>
                    <a:pt x="94" y="46"/>
                  </a:cubicBezTo>
                  <a:cubicBezTo>
                    <a:pt x="94" y="53"/>
                    <a:pt x="89" y="51"/>
                    <a:pt x="85" y="56"/>
                  </a:cubicBezTo>
                  <a:cubicBezTo>
                    <a:pt x="81" y="60"/>
                    <a:pt x="94" y="65"/>
                    <a:pt x="100" y="69"/>
                  </a:cubicBezTo>
                  <a:cubicBezTo>
                    <a:pt x="105" y="74"/>
                    <a:pt x="95" y="85"/>
                    <a:pt x="97" y="87"/>
                  </a:cubicBezTo>
                  <a:cubicBezTo>
                    <a:pt x="97" y="89"/>
                    <a:pt x="101" y="90"/>
                    <a:pt x="107" y="89"/>
                  </a:cubicBezTo>
                  <a:cubicBezTo>
                    <a:pt x="113" y="87"/>
                    <a:pt x="115" y="75"/>
                    <a:pt x="119" y="71"/>
                  </a:cubicBezTo>
                  <a:cubicBezTo>
                    <a:pt x="123" y="68"/>
                    <a:pt x="121" y="62"/>
                    <a:pt x="123" y="60"/>
                  </a:cubicBezTo>
                  <a:cubicBezTo>
                    <a:pt x="125" y="57"/>
                    <a:pt x="128" y="57"/>
                    <a:pt x="130" y="57"/>
                  </a:cubicBezTo>
                  <a:cubicBezTo>
                    <a:pt x="133" y="57"/>
                    <a:pt x="132" y="50"/>
                    <a:pt x="135" y="50"/>
                  </a:cubicBezTo>
                  <a:cubicBezTo>
                    <a:pt x="139" y="50"/>
                    <a:pt x="137" y="46"/>
                    <a:pt x="139" y="40"/>
                  </a:cubicBezTo>
                  <a:cubicBezTo>
                    <a:pt x="141" y="35"/>
                    <a:pt x="130" y="37"/>
                    <a:pt x="128" y="4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6" name="Freeform 152"/>
            <p:cNvSpPr>
              <a:spLocks noEditPoints="1" noChangeArrowheads="1"/>
            </p:cNvSpPr>
            <p:nvPr/>
          </p:nvSpPr>
          <p:spPr bwMode="auto">
            <a:xfrm>
              <a:off x="7448575" y="2830516"/>
              <a:ext cx="58738" cy="53975"/>
            </a:xfrm>
            <a:custGeom>
              <a:avLst/>
              <a:gdLst>
                <a:gd name="T0" fmla="*/ 4 w 31"/>
                <a:gd name="T1" fmla="*/ 24 h 28"/>
                <a:gd name="T2" fmla="*/ 17 w 31"/>
                <a:gd name="T3" fmla="*/ 20 h 28"/>
                <a:gd name="T4" fmla="*/ 4 w 31"/>
                <a:gd name="T5" fmla="*/ 24 h 28"/>
                <a:gd name="T6" fmla="*/ 20 w 31"/>
                <a:gd name="T7" fmla="*/ 10 h 28"/>
                <a:gd name="T8" fmla="*/ 31 w 31"/>
                <a:gd name="T9" fmla="*/ 4 h 28"/>
                <a:gd name="T10" fmla="*/ 20 w 31"/>
                <a:gd name="T11" fmla="*/ 10 h 28"/>
                <a:gd name="T12" fmla="*/ 0 60000 65536"/>
                <a:gd name="T13" fmla="*/ 0 60000 65536"/>
                <a:gd name="T14" fmla="*/ 0 60000 65536"/>
                <a:gd name="T15" fmla="*/ 0 60000 65536"/>
                <a:gd name="T16" fmla="*/ 0 60000 65536"/>
                <a:gd name="T17" fmla="*/ 0 60000 65536"/>
                <a:gd name="T18" fmla="*/ 0 w 31"/>
                <a:gd name="T19" fmla="*/ 0 h 28"/>
                <a:gd name="T20" fmla="*/ 31 w 31"/>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31" h="28">
                  <a:moveTo>
                    <a:pt x="4" y="24"/>
                  </a:moveTo>
                  <a:cubicBezTo>
                    <a:pt x="8" y="28"/>
                    <a:pt x="17" y="27"/>
                    <a:pt x="17" y="20"/>
                  </a:cubicBezTo>
                  <a:cubicBezTo>
                    <a:pt x="17" y="13"/>
                    <a:pt x="0" y="20"/>
                    <a:pt x="4" y="24"/>
                  </a:cubicBezTo>
                  <a:close/>
                  <a:moveTo>
                    <a:pt x="20" y="10"/>
                  </a:moveTo>
                  <a:cubicBezTo>
                    <a:pt x="22" y="11"/>
                    <a:pt x="31" y="8"/>
                    <a:pt x="31" y="4"/>
                  </a:cubicBezTo>
                  <a:cubicBezTo>
                    <a:pt x="31" y="0"/>
                    <a:pt x="15" y="9"/>
                    <a:pt x="20"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7" name="Freeform 153"/>
            <p:cNvSpPr>
              <a:spLocks noChangeArrowheads="1"/>
            </p:cNvSpPr>
            <p:nvPr/>
          </p:nvSpPr>
          <p:spPr bwMode="auto">
            <a:xfrm>
              <a:off x="4773629" y="1484314"/>
              <a:ext cx="309564" cy="195264"/>
            </a:xfrm>
            <a:custGeom>
              <a:avLst/>
              <a:gdLst>
                <a:gd name="T0" fmla="*/ 161 w 162"/>
                <a:gd name="T1" fmla="*/ 64 h 102"/>
                <a:gd name="T2" fmla="*/ 151 w 162"/>
                <a:gd name="T3" fmla="*/ 61 h 102"/>
                <a:gd name="T4" fmla="*/ 139 w 162"/>
                <a:gd name="T5" fmla="*/ 53 h 102"/>
                <a:gd name="T6" fmla="*/ 126 w 162"/>
                <a:gd name="T7" fmla="*/ 45 h 102"/>
                <a:gd name="T8" fmla="*/ 115 w 162"/>
                <a:gd name="T9" fmla="*/ 37 h 102"/>
                <a:gd name="T10" fmla="*/ 110 w 162"/>
                <a:gd name="T11" fmla="*/ 28 h 102"/>
                <a:gd name="T12" fmla="*/ 105 w 162"/>
                <a:gd name="T13" fmla="*/ 20 h 102"/>
                <a:gd name="T14" fmla="*/ 88 w 162"/>
                <a:gd name="T15" fmla="*/ 18 h 102"/>
                <a:gd name="T16" fmla="*/ 84 w 162"/>
                <a:gd name="T17" fmla="*/ 6 h 102"/>
                <a:gd name="T18" fmla="*/ 76 w 162"/>
                <a:gd name="T19" fmla="*/ 3 h 102"/>
                <a:gd name="T20" fmla="*/ 68 w 162"/>
                <a:gd name="T21" fmla="*/ 1 h 102"/>
                <a:gd name="T22" fmla="*/ 63 w 162"/>
                <a:gd name="T23" fmla="*/ 4 h 102"/>
                <a:gd name="T24" fmla="*/ 59 w 162"/>
                <a:gd name="T25" fmla="*/ 8 h 102"/>
                <a:gd name="T26" fmla="*/ 51 w 162"/>
                <a:gd name="T27" fmla="*/ 14 h 102"/>
                <a:gd name="T28" fmla="*/ 47 w 162"/>
                <a:gd name="T29" fmla="*/ 19 h 102"/>
                <a:gd name="T30" fmla="*/ 39 w 162"/>
                <a:gd name="T31" fmla="*/ 17 h 102"/>
                <a:gd name="T32" fmla="*/ 31 w 162"/>
                <a:gd name="T33" fmla="*/ 15 h 102"/>
                <a:gd name="T34" fmla="*/ 17 w 162"/>
                <a:gd name="T35" fmla="*/ 5 h 102"/>
                <a:gd name="T36" fmla="*/ 6 w 162"/>
                <a:gd name="T37" fmla="*/ 11 h 102"/>
                <a:gd name="T38" fmla="*/ 11 w 162"/>
                <a:gd name="T39" fmla="*/ 9 h 102"/>
                <a:gd name="T40" fmla="*/ 20 w 162"/>
                <a:gd name="T41" fmla="*/ 19 h 102"/>
                <a:gd name="T42" fmla="*/ 25 w 162"/>
                <a:gd name="T43" fmla="*/ 26 h 102"/>
                <a:gd name="T44" fmla="*/ 14 w 162"/>
                <a:gd name="T45" fmla="*/ 28 h 102"/>
                <a:gd name="T46" fmla="*/ 3 w 162"/>
                <a:gd name="T47" fmla="*/ 28 h 102"/>
                <a:gd name="T48" fmla="*/ 6 w 162"/>
                <a:gd name="T49" fmla="*/ 38 h 102"/>
                <a:gd name="T50" fmla="*/ 6 w 162"/>
                <a:gd name="T51" fmla="*/ 45 h 102"/>
                <a:gd name="T52" fmla="*/ 13 w 162"/>
                <a:gd name="T53" fmla="*/ 47 h 102"/>
                <a:gd name="T54" fmla="*/ 15 w 162"/>
                <a:gd name="T55" fmla="*/ 56 h 102"/>
                <a:gd name="T56" fmla="*/ 15 w 162"/>
                <a:gd name="T57" fmla="*/ 71 h 102"/>
                <a:gd name="T58" fmla="*/ 24 w 162"/>
                <a:gd name="T59" fmla="*/ 70 h 102"/>
                <a:gd name="T60" fmla="*/ 34 w 162"/>
                <a:gd name="T61" fmla="*/ 63 h 102"/>
                <a:gd name="T62" fmla="*/ 42 w 162"/>
                <a:gd name="T63" fmla="*/ 62 h 102"/>
                <a:gd name="T64" fmla="*/ 55 w 162"/>
                <a:gd name="T65" fmla="*/ 62 h 102"/>
                <a:gd name="T66" fmla="*/ 64 w 162"/>
                <a:gd name="T67" fmla="*/ 66 h 102"/>
                <a:gd name="T68" fmla="*/ 69 w 162"/>
                <a:gd name="T69" fmla="*/ 68 h 102"/>
                <a:gd name="T70" fmla="*/ 79 w 162"/>
                <a:gd name="T71" fmla="*/ 71 h 102"/>
                <a:gd name="T72" fmla="*/ 84 w 162"/>
                <a:gd name="T73" fmla="*/ 75 h 102"/>
                <a:gd name="T74" fmla="*/ 91 w 162"/>
                <a:gd name="T75" fmla="*/ 82 h 102"/>
                <a:gd name="T76" fmla="*/ 99 w 162"/>
                <a:gd name="T77" fmla="*/ 83 h 102"/>
                <a:gd name="T78" fmla="*/ 101 w 162"/>
                <a:gd name="T79" fmla="*/ 97 h 102"/>
                <a:gd name="T80" fmla="*/ 104 w 162"/>
                <a:gd name="T81" fmla="*/ 96 h 102"/>
                <a:gd name="T82" fmla="*/ 112 w 162"/>
                <a:gd name="T83" fmla="*/ 99 h 102"/>
                <a:gd name="T84" fmla="*/ 122 w 162"/>
                <a:gd name="T85" fmla="*/ 95 h 102"/>
                <a:gd name="T86" fmla="*/ 138 w 162"/>
                <a:gd name="T87" fmla="*/ 86 h 102"/>
                <a:gd name="T88" fmla="*/ 144 w 162"/>
                <a:gd name="T89" fmla="*/ 75 h 102"/>
                <a:gd name="T90" fmla="*/ 153 w 162"/>
                <a:gd name="T91" fmla="*/ 69 h 102"/>
                <a:gd name="T92" fmla="*/ 162 w 162"/>
                <a:gd name="T93" fmla="*/ 71 h 102"/>
                <a:gd name="T94" fmla="*/ 161 w 162"/>
                <a:gd name="T95" fmla="*/ 64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62"/>
                <a:gd name="T145" fmla="*/ 0 h 102"/>
                <a:gd name="T146" fmla="*/ 162 w 162"/>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62" h="102">
                  <a:moveTo>
                    <a:pt x="161" y="64"/>
                  </a:moveTo>
                  <a:cubicBezTo>
                    <a:pt x="161" y="64"/>
                    <a:pt x="153" y="60"/>
                    <a:pt x="151" y="61"/>
                  </a:cubicBezTo>
                  <a:cubicBezTo>
                    <a:pt x="148" y="61"/>
                    <a:pt x="144" y="55"/>
                    <a:pt x="139" y="53"/>
                  </a:cubicBezTo>
                  <a:cubicBezTo>
                    <a:pt x="134" y="51"/>
                    <a:pt x="128" y="48"/>
                    <a:pt x="126" y="45"/>
                  </a:cubicBezTo>
                  <a:cubicBezTo>
                    <a:pt x="124" y="42"/>
                    <a:pt x="116" y="39"/>
                    <a:pt x="115" y="37"/>
                  </a:cubicBezTo>
                  <a:cubicBezTo>
                    <a:pt x="114" y="35"/>
                    <a:pt x="112" y="31"/>
                    <a:pt x="110" y="28"/>
                  </a:cubicBezTo>
                  <a:cubicBezTo>
                    <a:pt x="107" y="25"/>
                    <a:pt x="107" y="21"/>
                    <a:pt x="105" y="20"/>
                  </a:cubicBezTo>
                  <a:cubicBezTo>
                    <a:pt x="103" y="20"/>
                    <a:pt x="88" y="20"/>
                    <a:pt x="88" y="18"/>
                  </a:cubicBezTo>
                  <a:cubicBezTo>
                    <a:pt x="88" y="16"/>
                    <a:pt x="87" y="7"/>
                    <a:pt x="84" y="6"/>
                  </a:cubicBezTo>
                  <a:cubicBezTo>
                    <a:pt x="81" y="6"/>
                    <a:pt x="77" y="5"/>
                    <a:pt x="76" y="3"/>
                  </a:cubicBezTo>
                  <a:cubicBezTo>
                    <a:pt x="74" y="2"/>
                    <a:pt x="69" y="0"/>
                    <a:pt x="68" y="1"/>
                  </a:cubicBezTo>
                  <a:cubicBezTo>
                    <a:pt x="67" y="3"/>
                    <a:pt x="64" y="4"/>
                    <a:pt x="63" y="4"/>
                  </a:cubicBezTo>
                  <a:cubicBezTo>
                    <a:pt x="62" y="4"/>
                    <a:pt x="62" y="8"/>
                    <a:pt x="59" y="8"/>
                  </a:cubicBezTo>
                  <a:cubicBezTo>
                    <a:pt x="56" y="8"/>
                    <a:pt x="51" y="12"/>
                    <a:pt x="51" y="14"/>
                  </a:cubicBezTo>
                  <a:cubicBezTo>
                    <a:pt x="51" y="16"/>
                    <a:pt x="51" y="20"/>
                    <a:pt x="47" y="19"/>
                  </a:cubicBezTo>
                  <a:cubicBezTo>
                    <a:pt x="45" y="19"/>
                    <a:pt x="42" y="19"/>
                    <a:pt x="39" y="17"/>
                  </a:cubicBezTo>
                  <a:cubicBezTo>
                    <a:pt x="38" y="18"/>
                    <a:pt x="35" y="20"/>
                    <a:pt x="31" y="15"/>
                  </a:cubicBezTo>
                  <a:cubicBezTo>
                    <a:pt x="27" y="10"/>
                    <a:pt x="21" y="5"/>
                    <a:pt x="17" y="5"/>
                  </a:cubicBezTo>
                  <a:cubicBezTo>
                    <a:pt x="14" y="5"/>
                    <a:pt x="3" y="5"/>
                    <a:pt x="6" y="11"/>
                  </a:cubicBezTo>
                  <a:cubicBezTo>
                    <a:pt x="7" y="10"/>
                    <a:pt x="8" y="9"/>
                    <a:pt x="11" y="9"/>
                  </a:cubicBezTo>
                  <a:cubicBezTo>
                    <a:pt x="19" y="10"/>
                    <a:pt x="15" y="19"/>
                    <a:pt x="20" y="19"/>
                  </a:cubicBezTo>
                  <a:cubicBezTo>
                    <a:pt x="24" y="20"/>
                    <a:pt x="29" y="26"/>
                    <a:pt x="25" y="26"/>
                  </a:cubicBezTo>
                  <a:cubicBezTo>
                    <a:pt x="21" y="26"/>
                    <a:pt x="18" y="30"/>
                    <a:pt x="14" y="28"/>
                  </a:cubicBezTo>
                  <a:cubicBezTo>
                    <a:pt x="10" y="27"/>
                    <a:pt x="5" y="24"/>
                    <a:pt x="3" y="28"/>
                  </a:cubicBezTo>
                  <a:cubicBezTo>
                    <a:pt x="2" y="33"/>
                    <a:pt x="0" y="38"/>
                    <a:pt x="6" y="38"/>
                  </a:cubicBezTo>
                  <a:cubicBezTo>
                    <a:pt x="11" y="37"/>
                    <a:pt x="10" y="41"/>
                    <a:pt x="6" y="45"/>
                  </a:cubicBezTo>
                  <a:cubicBezTo>
                    <a:pt x="3" y="48"/>
                    <a:pt x="12" y="44"/>
                    <a:pt x="13" y="47"/>
                  </a:cubicBezTo>
                  <a:cubicBezTo>
                    <a:pt x="13" y="51"/>
                    <a:pt x="16" y="51"/>
                    <a:pt x="15" y="56"/>
                  </a:cubicBezTo>
                  <a:cubicBezTo>
                    <a:pt x="14" y="60"/>
                    <a:pt x="15" y="66"/>
                    <a:pt x="15" y="71"/>
                  </a:cubicBezTo>
                  <a:cubicBezTo>
                    <a:pt x="19" y="71"/>
                    <a:pt x="23" y="71"/>
                    <a:pt x="24" y="70"/>
                  </a:cubicBezTo>
                  <a:cubicBezTo>
                    <a:pt x="26" y="67"/>
                    <a:pt x="31" y="63"/>
                    <a:pt x="34" y="63"/>
                  </a:cubicBezTo>
                  <a:cubicBezTo>
                    <a:pt x="37" y="63"/>
                    <a:pt x="41" y="64"/>
                    <a:pt x="42" y="62"/>
                  </a:cubicBezTo>
                  <a:cubicBezTo>
                    <a:pt x="44" y="59"/>
                    <a:pt x="54" y="60"/>
                    <a:pt x="55" y="62"/>
                  </a:cubicBezTo>
                  <a:cubicBezTo>
                    <a:pt x="57" y="64"/>
                    <a:pt x="62" y="66"/>
                    <a:pt x="64" y="66"/>
                  </a:cubicBezTo>
                  <a:cubicBezTo>
                    <a:pt x="65" y="66"/>
                    <a:pt x="66" y="69"/>
                    <a:pt x="69" y="68"/>
                  </a:cubicBezTo>
                  <a:cubicBezTo>
                    <a:pt x="72" y="68"/>
                    <a:pt x="79" y="69"/>
                    <a:pt x="79" y="71"/>
                  </a:cubicBezTo>
                  <a:cubicBezTo>
                    <a:pt x="79" y="73"/>
                    <a:pt x="81" y="75"/>
                    <a:pt x="84" y="75"/>
                  </a:cubicBezTo>
                  <a:cubicBezTo>
                    <a:pt x="86" y="75"/>
                    <a:pt x="89" y="82"/>
                    <a:pt x="91" y="82"/>
                  </a:cubicBezTo>
                  <a:cubicBezTo>
                    <a:pt x="94" y="81"/>
                    <a:pt x="99" y="81"/>
                    <a:pt x="99" y="83"/>
                  </a:cubicBezTo>
                  <a:cubicBezTo>
                    <a:pt x="99" y="84"/>
                    <a:pt x="100" y="92"/>
                    <a:pt x="101" y="97"/>
                  </a:cubicBezTo>
                  <a:cubicBezTo>
                    <a:pt x="102" y="96"/>
                    <a:pt x="103" y="96"/>
                    <a:pt x="104" y="96"/>
                  </a:cubicBezTo>
                  <a:cubicBezTo>
                    <a:pt x="105" y="97"/>
                    <a:pt x="111" y="96"/>
                    <a:pt x="112" y="99"/>
                  </a:cubicBezTo>
                  <a:cubicBezTo>
                    <a:pt x="113" y="102"/>
                    <a:pt x="122" y="100"/>
                    <a:pt x="122" y="95"/>
                  </a:cubicBezTo>
                  <a:cubicBezTo>
                    <a:pt x="121" y="90"/>
                    <a:pt x="136" y="90"/>
                    <a:pt x="138" y="86"/>
                  </a:cubicBezTo>
                  <a:cubicBezTo>
                    <a:pt x="139" y="81"/>
                    <a:pt x="141" y="73"/>
                    <a:pt x="144" y="75"/>
                  </a:cubicBezTo>
                  <a:cubicBezTo>
                    <a:pt x="148" y="76"/>
                    <a:pt x="150" y="69"/>
                    <a:pt x="153" y="69"/>
                  </a:cubicBezTo>
                  <a:cubicBezTo>
                    <a:pt x="156" y="70"/>
                    <a:pt x="158" y="72"/>
                    <a:pt x="162" y="71"/>
                  </a:cubicBezTo>
                  <a:lnTo>
                    <a:pt x="161" y="64"/>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8" name="Freeform 154"/>
            <p:cNvSpPr>
              <a:spLocks noChangeArrowheads="1"/>
            </p:cNvSpPr>
            <p:nvPr/>
          </p:nvSpPr>
          <p:spPr bwMode="auto">
            <a:xfrm>
              <a:off x="4586303" y="1554163"/>
              <a:ext cx="425451" cy="360363"/>
            </a:xfrm>
            <a:custGeom>
              <a:avLst/>
              <a:gdLst>
                <a:gd name="T0" fmla="*/ 217 w 223"/>
                <a:gd name="T1" fmla="*/ 162 h 188"/>
                <a:gd name="T2" fmla="*/ 212 w 223"/>
                <a:gd name="T3" fmla="*/ 150 h 188"/>
                <a:gd name="T4" fmla="*/ 200 w 223"/>
                <a:gd name="T5" fmla="*/ 140 h 188"/>
                <a:gd name="T6" fmla="*/ 192 w 223"/>
                <a:gd name="T7" fmla="*/ 130 h 188"/>
                <a:gd name="T8" fmla="*/ 204 w 223"/>
                <a:gd name="T9" fmla="*/ 114 h 188"/>
                <a:gd name="T10" fmla="*/ 193 w 223"/>
                <a:gd name="T11" fmla="*/ 108 h 188"/>
                <a:gd name="T12" fmla="*/ 191 w 223"/>
                <a:gd name="T13" fmla="*/ 95 h 188"/>
                <a:gd name="T14" fmla="*/ 191 w 223"/>
                <a:gd name="T15" fmla="*/ 83 h 188"/>
                <a:gd name="T16" fmla="*/ 192 w 223"/>
                <a:gd name="T17" fmla="*/ 74 h 188"/>
                <a:gd name="T18" fmla="*/ 197 w 223"/>
                <a:gd name="T19" fmla="*/ 65 h 188"/>
                <a:gd name="T20" fmla="*/ 199 w 223"/>
                <a:gd name="T21" fmla="*/ 60 h 188"/>
                <a:gd name="T22" fmla="*/ 197 w 223"/>
                <a:gd name="T23" fmla="*/ 46 h 188"/>
                <a:gd name="T24" fmla="*/ 189 w 223"/>
                <a:gd name="T25" fmla="*/ 45 h 188"/>
                <a:gd name="T26" fmla="*/ 182 w 223"/>
                <a:gd name="T27" fmla="*/ 38 h 188"/>
                <a:gd name="T28" fmla="*/ 177 w 223"/>
                <a:gd name="T29" fmla="*/ 34 h 188"/>
                <a:gd name="T30" fmla="*/ 167 w 223"/>
                <a:gd name="T31" fmla="*/ 31 h 188"/>
                <a:gd name="T32" fmla="*/ 162 w 223"/>
                <a:gd name="T33" fmla="*/ 29 h 188"/>
                <a:gd name="T34" fmla="*/ 153 w 223"/>
                <a:gd name="T35" fmla="*/ 25 h 188"/>
                <a:gd name="T36" fmla="*/ 140 w 223"/>
                <a:gd name="T37" fmla="*/ 25 h 188"/>
                <a:gd name="T38" fmla="*/ 132 w 223"/>
                <a:gd name="T39" fmla="*/ 26 h 188"/>
                <a:gd name="T40" fmla="*/ 122 w 223"/>
                <a:gd name="T41" fmla="*/ 33 h 188"/>
                <a:gd name="T42" fmla="*/ 113 w 223"/>
                <a:gd name="T43" fmla="*/ 34 h 188"/>
                <a:gd name="T44" fmla="*/ 113 w 223"/>
                <a:gd name="T45" fmla="*/ 40 h 188"/>
                <a:gd name="T46" fmla="*/ 88 w 223"/>
                <a:gd name="T47" fmla="*/ 46 h 188"/>
                <a:gd name="T48" fmla="*/ 68 w 223"/>
                <a:gd name="T49" fmla="*/ 33 h 188"/>
                <a:gd name="T50" fmla="*/ 54 w 223"/>
                <a:gd name="T51" fmla="*/ 20 h 188"/>
                <a:gd name="T52" fmla="*/ 46 w 223"/>
                <a:gd name="T53" fmla="*/ 14 h 188"/>
                <a:gd name="T54" fmla="*/ 44 w 223"/>
                <a:gd name="T55" fmla="*/ 4 h 188"/>
                <a:gd name="T56" fmla="*/ 21 w 223"/>
                <a:gd name="T57" fmla="*/ 14 h 188"/>
                <a:gd name="T58" fmla="*/ 13 w 223"/>
                <a:gd name="T59" fmla="*/ 9 h 188"/>
                <a:gd name="T60" fmla="*/ 7 w 223"/>
                <a:gd name="T61" fmla="*/ 1 h 188"/>
                <a:gd name="T62" fmla="*/ 3 w 223"/>
                <a:gd name="T63" fmla="*/ 6 h 188"/>
                <a:gd name="T64" fmla="*/ 3 w 223"/>
                <a:gd name="T65" fmla="*/ 16 h 188"/>
                <a:gd name="T66" fmla="*/ 3 w 223"/>
                <a:gd name="T67" fmla="*/ 28 h 188"/>
                <a:gd name="T68" fmla="*/ 9 w 223"/>
                <a:gd name="T69" fmla="*/ 37 h 188"/>
                <a:gd name="T70" fmla="*/ 13 w 223"/>
                <a:gd name="T71" fmla="*/ 46 h 188"/>
                <a:gd name="T72" fmla="*/ 19 w 223"/>
                <a:gd name="T73" fmla="*/ 52 h 188"/>
                <a:gd name="T74" fmla="*/ 23 w 223"/>
                <a:gd name="T75" fmla="*/ 56 h 188"/>
                <a:gd name="T76" fmla="*/ 22 w 223"/>
                <a:gd name="T77" fmla="*/ 63 h 188"/>
                <a:gd name="T78" fmla="*/ 17 w 223"/>
                <a:gd name="T79" fmla="*/ 72 h 188"/>
                <a:gd name="T80" fmla="*/ 19 w 223"/>
                <a:gd name="T81" fmla="*/ 82 h 188"/>
                <a:gd name="T82" fmla="*/ 24 w 223"/>
                <a:gd name="T83" fmla="*/ 88 h 188"/>
                <a:gd name="T84" fmla="*/ 37 w 223"/>
                <a:gd name="T85" fmla="*/ 97 h 188"/>
                <a:gd name="T86" fmla="*/ 42 w 223"/>
                <a:gd name="T87" fmla="*/ 103 h 188"/>
                <a:gd name="T88" fmla="*/ 41 w 223"/>
                <a:gd name="T89" fmla="*/ 111 h 188"/>
                <a:gd name="T90" fmla="*/ 45 w 223"/>
                <a:gd name="T91" fmla="*/ 119 h 188"/>
                <a:gd name="T92" fmla="*/ 51 w 223"/>
                <a:gd name="T93" fmla="*/ 127 h 188"/>
                <a:gd name="T94" fmla="*/ 54 w 223"/>
                <a:gd name="T95" fmla="*/ 127 h 188"/>
                <a:gd name="T96" fmla="*/ 59 w 223"/>
                <a:gd name="T97" fmla="*/ 126 h 188"/>
                <a:gd name="T98" fmla="*/ 67 w 223"/>
                <a:gd name="T99" fmla="*/ 125 h 188"/>
                <a:gd name="T100" fmla="*/ 79 w 223"/>
                <a:gd name="T101" fmla="*/ 143 h 188"/>
                <a:gd name="T102" fmla="*/ 85 w 223"/>
                <a:gd name="T103" fmla="*/ 153 h 188"/>
                <a:gd name="T104" fmla="*/ 99 w 223"/>
                <a:gd name="T105" fmla="*/ 160 h 188"/>
                <a:gd name="T106" fmla="*/ 125 w 223"/>
                <a:gd name="T107" fmla="*/ 170 h 188"/>
                <a:gd name="T108" fmla="*/ 143 w 223"/>
                <a:gd name="T109" fmla="*/ 165 h 188"/>
                <a:gd name="T110" fmla="*/ 151 w 223"/>
                <a:gd name="T111" fmla="*/ 180 h 188"/>
                <a:gd name="T112" fmla="*/ 191 w 223"/>
                <a:gd name="T113" fmla="*/ 187 h 188"/>
                <a:gd name="T114" fmla="*/ 202 w 223"/>
                <a:gd name="T115" fmla="*/ 188 h 188"/>
                <a:gd name="T116" fmla="*/ 202 w 223"/>
                <a:gd name="T117" fmla="*/ 185 h 188"/>
                <a:gd name="T118" fmla="*/ 209 w 223"/>
                <a:gd name="T119" fmla="*/ 174 h 188"/>
                <a:gd name="T120" fmla="*/ 220 w 223"/>
                <a:gd name="T121" fmla="*/ 171 h 188"/>
                <a:gd name="T122" fmla="*/ 217 w 223"/>
                <a:gd name="T123" fmla="*/ 162 h 1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23"/>
                <a:gd name="T187" fmla="*/ 0 h 188"/>
                <a:gd name="T188" fmla="*/ 223 w 223"/>
                <a:gd name="T189" fmla="*/ 188 h 18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23" h="188">
                  <a:moveTo>
                    <a:pt x="217" y="162"/>
                  </a:moveTo>
                  <a:cubicBezTo>
                    <a:pt x="214" y="161"/>
                    <a:pt x="217" y="152"/>
                    <a:pt x="212" y="150"/>
                  </a:cubicBezTo>
                  <a:cubicBezTo>
                    <a:pt x="206" y="148"/>
                    <a:pt x="201" y="144"/>
                    <a:pt x="200" y="140"/>
                  </a:cubicBezTo>
                  <a:cubicBezTo>
                    <a:pt x="199" y="136"/>
                    <a:pt x="192" y="133"/>
                    <a:pt x="192" y="130"/>
                  </a:cubicBezTo>
                  <a:cubicBezTo>
                    <a:pt x="193" y="128"/>
                    <a:pt x="206" y="119"/>
                    <a:pt x="204" y="114"/>
                  </a:cubicBezTo>
                  <a:cubicBezTo>
                    <a:pt x="202" y="109"/>
                    <a:pt x="194" y="110"/>
                    <a:pt x="193" y="108"/>
                  </a:cubicBezTo>
                  <a:cubicBezTo>
                    <a:pt x="192" y="107"/>
                    <a:pt x="193" y="100"/>
                    <a:pt x="191" y="95"/>
                  </a:cubicBezTo>
                  <a:cubicBezTo>
                    <a:pt x="189" y="91"/>
                    <a:pt x="193" y="86"/>
                    <a:pt x="191" y="83"/>
                  </a:cubicBezTo>
                  <a:cubicBezTo>
                    <a:pt x="189" y="81"/>
                    <a:pt x="192" y="75"/>
                    <a:pt x="192" y="74"/>
                  </a:cubicBezTo>
                  <a:cubicBezTo>
                    <a:pt x="193" y="72"/>
                    <a:pt x="197" y="69"/>
                    <a:pt x="197" y="65"/>
                  </a:cubicBezTo>
                  <a:cubicBezTo>
                    <a:pt x="197" y="62"/>
                    <a:pt x="198" y="60"/>
                    <a:pt x="199" y="60"/>
                  </a:cubicBezTo>
                  <a:cubicBezTo>
                    <a:pt x="198" y="55"/>
                    <a:pt x="197" y="47"/>
                    <a:pt x="197" y="46"/>
                  </a:cubicBezTo>
                  <a:cubicBezTo>
                    <a:pt x="197" y="44"/>
                    <a:pt x="192" y="44"/>
                    <a:pt x="189" y="45"/>
                  </a:cubicBezTo>
                  <a:cubicBezTo>
                    <a:pt x="187" y="45"/>
                    <a:pt x="184" y="38"/>
                    <a:pt x="182" y="38"/>
                  </a:cubicBezTo>
                  <a:cubicBezTo>
                    <a:pt x="179" y="38"/>
                    <a:pt x="177" y="36"/>
                    <a:pt x="177" y="34"/>
                  </a:cubicBezTo>
                  <a:cubicBezTo>
                    <a:pt x="177" y="32"/>
                    <a:pt x="170" y="31"/>
                    <a:pt x="167" y="31"/>
                  </a:cubicBezTo>
                  <a:cubicBezTo>
                    <a:pt x="164" y="32"/>
                    <a:pt x="163" y="29"/>
                    <a:pt x="162" y="29"/>
                  </a:cubicBezTo>
                  <a:cubicBezTo>
                    <a:pt x="160" y="29"/>
                    <a:pt x="155" y="27"/>
                    <a:pt x="153" y="25"/>
                  </a:cubicBezTo>
                  <a:cubicBezTo>
                    <a:pt x="152" y="23"/>
                    <a:pt x="142" y="22"/>
                    <a:pt x="140" y="25"/>
                  </a:cubicBezTo>
                  <a:cubicBezTo>
                    <a:pt x="139" y="27"/>
                    <a:pt x="135" y="26"/>
                    <a:pt x="132" y="26"/>
                  </a:cubicBezTo>
                  <a:cubicBezTo>
                    <a:pt x="129" y="26"/>
                    <a:pt x="124" y="30"/>
                    <a:pt x="122" y="33"/>
                  </a:cubicBezTo>
                  <a:cubicBezTo>
                    <a:pt x="121" y="34"/>
                    <a:pt x="117" y="34"/>
                    <a:pt x="113" y="34"/>
                  </a:cubicBezTo>
                  <a:cubicBezTo>
                    <a:pt x="113" y="37"/>
                    <a:pt x="113" y="39"/>
                    <a:pt x="113" y="40"/>
                  </a:cubicBezTo>
                  <a:cubicBezTo>
                    <a:pt x="111" y="43"/>
                    <a:pt x="98" y="45"/>
                    <a:pt x="88" y="46"/>
                  </a:cubicBezTo>
                  <a:cubicBezTo>
                    <a:pt x="79" y="46"/>
                    <a:pt x="78" y="33"/>
                    <a:pt x="68" y="33"/>
                  </a:cubicBezTo>
                  <a:cubicBezTo>
                    <a:pt x="60" y="33"/>
                    <a:pt x="54" y="26"/>
                    <a:pt x="54" y="20"/>
                  </a:cubicBezTo>
                  <a:cubicBezTo>
                    <a:pt x="50" y="18"/>
                    <a:pt x="45" y="15"/>
                    <a:pt x="46" y="14"/>
                  </a:cubicBezTo>
                  <a:cubicBezTo>
                    <a:pt x="47" y="12"/>
                    <a:pt x="49" y="1"/>
                    <a:pt x="44" y="4"/>
                  </a:cubicBezTo>
                  <a:cubicBezTo>
                    <a:pt x="38" y="6"/>
                    <a:pt x="31" y="15"/>
                    <a:pt x="21" y="14"/>
                  </a:cubicBezTo>
                  <a:cubicBezTo>
                    <a:pt x="11" y="12"/>
                    <a:pt x="18" y="11"/>
                    <a:pt x="13" y="9"/>
                  </a:cubicBezTo>
                  <a:cubicBezTo>
                    <a:pt x="9" y="7"/>
                    <a:pt x="12" y="2"/>
                    <a:pt x="7" y="1"/>
                  </a:cubicBezTo>
                  <a:cubicBezTo>
                    <a:pt x="2" y="0"/>
                    <a:pt x="5" y="6"/>
                    <a:pt x="3" y="6"/>
                  </a:cubicBezTo>
                  <a:cubicBezTo>
                    <a:pt x="0" y="6"/>
                    <a:pt x="2" y="14"/>
                    <a:pt x="3" y="16"/>
                  </a:cubicBezTo>
                  <a:cubicBezTo>
                    <a:pt x="4" y="18"/>
                    <a:pt x="1" y="27"/>
                    <a:pt x="3" y="28"/>
                  </a:cubicBezTo>
                  <a:cubicBezTo>
                    <a:pt x="5" y="28"/>
                    <a:pt x="9" y="35"/>
                    <a:pt x="9" y="37"/>
                  </a:cubicBezTo>
                  <a:cubicBezTo>
                    <a:pt x="8" y="38"/>
                    <a:pt x="13" y="43"/>
                    <a:pt x="13" y="46"/>
                  </a:cubicBezTo>
                  <a:cubicBezTo>
                    <a:pt x="13" y="49"/>
                    <a:pt x="17" y="52"/>
                    <a:pt x="19" y="52"/>
                  </a:cubicBezTo>
                  <a:cubicBezTo>
                    <a:pt x="21" y="52"/>
                    <a:pt x="24" y="54"/>
                    <a:pt x="23" y="56"/>
                  </a:cubicBezTo>
                  <a:cubicBezTo>
                    <a:pt x="22" y="59"/>
                    <a:pt x="25" y="63"/>
                    <a:pt x="22" y="63"/>
                  </a:cubicBezTo>
                  <a:cubicBezTo>
                    <a:pt x="19" y="63"/>
                    <a:pt x="20" y="71"/>
                    <a:pt x="17" y="72"/>
                  </a:cubicBezTo>
                  <a:cubicBezTo>
                    <a:pt x="15" y="73"/>
                    <a:pt x="17" y="81"/>
                    <a:pt x="19" y="82"/>
                  </a:cubicBezTo>
                  <a:cubicBezTo>
                    <a:pt x="21" y="83"/>
                    <a:pt x="25" y="85"/>
                    <a:pt x="24" y="88"/>
                  </a:cubicBezTo>
                  <a:cubicBezTo>
                    <a:pt x="24" y="91"/>
                    <a:pt x="34" y="96"/>
                    <a:pt x="37" y="97"/>
                  </a:cubicBezTo>
                  <a:cubicBezTo>
                    <a:pt x="40" y="97"/>
                    <a:pt x="40" y="102"/>
                    <a:pt x="42" y="103"/>
                  </a:cubicBezTo>
                  <a:cubicBezTo>
                    <a:pt x="44" y="105"/>
                    <a:pt x="41" y="109"/>
                    <a:pt x="41" y="111"/>
                  </a:cubicBezTo>
                  <a:cubicBezTo>
                    <a:pt x="42" y="113"/>
                    <a:pt x="46" y="115"/>
                    <a:pt x="45" y="119"/>
                  </a:cubicBezTo>
                  <a:cubicBezTo>
                    <a:pt x="45" y="121"/>
                    <a:pt x="48" y="124"/>
                    <a:pt x="51" y="127"/>
                  </a:cubicBezTo>
                  <a:cubicBezTo>
                    <a:pt x="52" y="127"/>
                    <a:pt x="53" y="127"/>
                    <a:pt x="54" y="127"/>
                  </a:cubicBezTo>
                  <a:cubicBezTo>
                    <a:pt x="57" y="127"/>
                    <a:pt x="57" y="124"/>
                    <a:pt x="59" y="126"/>
                  </a:cubicBezTo>
                  <a:cubicBezTo>
                    <a:pt x="62" y="128"/>
                    <a:pt x="65" y="126"/>
                    <a:pt x="67" y="125"/>
                  </a:cubicBezTo>
                  <a:cubicBezTo>
                    <a:pt x="70" y="125"/>
                    <a:pt x="76" y="137"/>
                    <a:pt x="79" y="143"/>
                  </a:cubicBezTo>
                  <a:cubicBezTo>
                    <a:pt x="82" y="149"/>
                    <a:pt x="81" y="151"/>
                    <a:pt x="85" y="153"/>
                  </a:cubicBezTo>
                  <a:cubicBezTo>
                    <a:pt x="89" y="156"/>
                    <a:pt x="93" y="155"/>
                    <a:pt x="99" y="160"/>
                  </a:cubicBezTo>
                  <a:cubicBezTo>
                    <a:pt x="104" y="166"/>
                    <a:pt x="119" y="170"/>
                    <a:pt x="125" y="170"/>
                  </a:cubicBezTo>
                  <a:cubicBezTo>
                    <a:pt x="131" y="170"/>
                    <a:pt x="135" y="164"/>
                    <a:pt x="143" y="165"/>
                  </a:cubicBezTo>
                  <a:cubicBezTo>
                    <a:pt x="150" y="167"/>
                    <a:pt x="149" y="176"/>
                    <a:pt x="151" y="180"/>
                  </a:cubicBezTo>
                  <a:cubicBezTo>
                    <a:pt x="154" y="183"/>
                    <a:pt x="185" y="186"/>
                    <a:pt x="191" y="187"/>
                  </a:cubicBezTo>
                  <a:cubicBezTo>
                    <a:pt x="193" y="188"/>
                    <a:pt x="197" y="188"/>
                    <a:pt x="202" y="188"/>
                  </a:cubicBezTo>
                  <a:cubicBezTo>
                    <a:pt x="202" y="187"/>
                    <a:pt x="202" y="186"/>
                    <a:pt x="202" y="185"/>
                  </a:cubicBezTo>
                  <a:cubicBezTo>
                    <a:pt x="202" y="180"/>
                    <a:pt x="206" y="176"/>
                    <a:pt x="209" y="174"/>
                  </a:cubicBezTo>
                  <a:cubicBezTo>
                    <a:pt x="213" y="172"/>
                    <a:pt x="216" y="171"/>
                    <a:pt x="220" y="171"/>
                  </a:cubicBezTo>
                  <a:cubicBezTo>
                    <a:pt x="223" y="170"/>
                    <a:pt x="220" y="163"/>
                    <a:pt x="217" y="16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9" name="Freeform 155"/>
            <p:cNvSpPr>
              <a:spLocks noEditPoints="1" noChangeArrowheads="1"/>
            </p:cNvSpPr>
            <p:nvPr/>
          </p:nvSpPr>
          <p:spPr bwMode="auto">
            <a:xfrm>
              <a:off x="4641866" y="1128712"/>
              <a:ext cx="876303" cy="412751"/>
            </a:xfrm>
            <a:custGeom>
              <a:avLst/>
              <a:gdLst>
                <a:gd name="T0" fmla="*/ 444 w 459"/>
                <a:gd name="T1" fmla="*/ 89 h 216"/>
                <a:gd name="T2" fmla="*/ 429 w 459"/>
                <a:gd name="T3" fmla="*/ 75 h 216"/>
                <a:gd name="T4" fmla="*/ 399 w 459"/>
                <a:gd name="T5" fmla="*/ 70 h 216"/>
                <a:gd name="T6" fmla="*/ 372 w 459"/>
                <a:gd name="T7" fmla="*/ 51 h 216"/>
                <a:gd name="T8" fmla="*/ 341 w 459"/>
                <a:gd name="T9" fmla="*/ 17 h 216"/>
                <a:gd name="T10" fmla="*/ 310 w 459"/>
                <a:gd name="T11" fmla="*/ 30 h 216"/>
                <a:gd name="T12" fmla="*/ 302 w 459"/>
                <a:gd name="T13" fmla="*/ 21 h 216"/>
                <a:gd name="T14" fmla="*/ 285 w 459"/>
                <a:gd name="T15" fmla="*/ 19 h 216"/>
                <a:gd name="T16" fmla="*/ 277 w 459"/>
                <a:gd name="T17" fmla="*/ 2 h 216"/>
                <a:gd name="T18" fmla="*/ 237 w 459"/>
                <a:gd name="T19" fmla="*/ 10 h 216"/>
                <a:gd name="T20" fmla="*/ 193 w 459"/>
                <a:gd name="T21" fmla="*/ 20 h 216"/>
                <a:gd name="T22" fmla="*/ 170 w 459"/>
                <a:gd name="T23" fmla="*/ 31 h 216"/>
                <a:gd name="T24" fmla="*/ 166 w 459"/>
                <a:gd name="T25" fmla="*/ 46 h 216"/>
                <a:gd name="T26" fmla="*/ 170 w 459"/>
                <a:gd name="T27" fmla="*/ 61 h 216"/>
                <a:gd name="T28" fmla="*/ 158 w 459"/>
                <a:gd name="T29" fmla="*/ 69 h 216"/>
                <a:gd name="T30" fmla="*/ 141 w 459"/>
                <a:gd name="T31" fmla="*/ 68 h 216"/>
                <a:gd name="T32" fmla="*/ 112 w 459"/>
                <a:gd name="T33" fmla="*/ 70 h 216"/>
                <a:gd name="T34" fmla="*/ 92 w 459"/>
                <a:gd name="T35" fmla="*/ 70 h 216"/>
                <a:gd name="T36" fmla="*/ 62 w 459"/>
                <a:gd name="T37" fmla="*/ 58 h 216"/>
                <a:gd name="T38" fmla="*/ 35 w 459"/>
                <a:gd name="T39" fmla="*/ 66 h 216"/>
                <a:gd name="T40" fmla="*/ 25 w 459"/>
                <a:gd name="T41" fmla="*/ 84 h 216"/>
                <a:gd name="T42" fmla="*/ 4 w 459"/>
                <a:gd name="T43" fmla="*/ 88 h 216"/>
                <a:gd name="T44" fmla="*/ 1 w 459"/>
                <a:gd name="T45" fmla="*/ 104 h 216"/>
                <a:gd name="T46" fmla="*/ 17 w 459"/>
                <a:gd name="T47" fmla="*/ 114 h 216"/>
                <a:gd name="T48" fmla="*/ 28 w 459"/>
                <a:gd name="T49" fmla="*/ 134 h 216"/>
                <a:gd name="T50" fmla="*/ 58 w 459"/>
                <a:gd name="T51" fmla="*/ 127 h 216"/>
                <a:gd name="T52" fmla="*/ 65 w 459"/>
                <a:gd name="T53" fmla="*/ 150 h 216"/>
                <a:gd name="T54" fmla="*/ 44 w 459"/>
                <a:gd name="T55" fmla="*/ 165 h 216"/>
                <a:gd name="T56" fmla="*/ 64 w 459"/>
                <a:gd name="T57" fmla="*/ 185 h 216"/>
                <a:gd name="T58" fmla="*/ 75 w 459"/>
                <a:gd name="T59" fmla="*/ 197 h 216"/>
                <a:gd name="T60" fmla="*/ 108 w 459"/>
                <a:gd name="T61" fmla="*/ 203 h 216"/>
                <a:gd name="T62" fmla="*/ 139 w 459"/>
                <a:gd name="T63" fmla="*/ 144 h 216"/>
                <a:gd name="T64" fmla="*/ 157 w 459"/>
                <a:gd name="T65" fmla="*/ 146 h 216"/>
                <a:gd name="T66" fmla="*/ 191 w 459"/>
                <a:gd name="T67" fmla="*/ 174 h 216"/>
                <a:gd name="T68" fmla="*/ 225 w 459"/>
                <a:gd name="T69" fmla="*/ 192 h 216"/>
                <a:gd name="T70" fmla="*/ 250 w 459"/>
                <a:gd name="T71" fmla="*/ 212 h 216"/>
                <a:gd name="T72" fmla="*/ 274 w 459"/>
                <a:gd name="T73" fmla="*/ 201 h 216"/>
                <a:gd name="T74" fmla="*/ 299 w 459"/>
                <a:gd name="T75" fmla="*/ 187 h 216"/>
                <a:gd name="T76" fmla="*/ 336 w 459"/>
                <a:gd name="T77" fmla="*/ 185 h 216"/>
                <a:gd name="T78" fmla="*/ 385 w 459"/>
                <a:gd name="T79" fmla="*/ 193 h 216"/>
                <a:gd name="T80" fmla="*/ 386 w 459"/>
                <a:gd name="T81" fmla="*/ 167 h 216"/>
                <a:gd name="T82" fmla="*/ 401 w 459"/>
                <a:gd name="T83" fmla="*/ 151 h 216"/>
                <a:gd name="T84" fmla="*/ 416 w 459"/>
                <a:gd name="T85" fmla="*/ 126 h 216"/>
                <a:gd name="T86" fmla="*/ 445 w 459"/>
                <a:gd name="T87" fmla="*/ 123 h 216"/>
                <a:gd name="T88" fmla="*/ 455 w 459"/>
                <a:gd name="T89" fmla="*/ 99 h 216"/>
                <a:gd name="T90" fmla="*/ 171 w 459"/>
                <a:gd name="T91" fmla="*/ 137 h 216"/>
                <a:gd name="T92" fmla="*/ 361 w 459"/>
                <a:gd name="T93" fmla="*/ 136 h 216"/>
                <a:gd name="T94" fmla="*/ 315 w 459"/>
                <a:gd name="T95" fmla="*/ 136 h 216"/>
                <a:gd name="T96" fmla="*/ 361 w 459"/>
                <a:gd name="T97" fmla="*/ 136 h 21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59"/>
                <a:gd name="T148" fmla="*/ 0 h 216"/>
                <a:gd name="T149" fmla="*/ 459 w 459"/>
                <a:gd name="T150" fmla="*/ 216 h 21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59" h="216">
                  <a:moveTo>
                    <a:pt x="457" y="88"/>
                  </a:moveTo>
                  <a:cubicBezTo>
                    <a:pt x="456" y="86"/>
                    <a:pt x="454" y="87"/>
                    <a:pt x="453" y="88"/>
                  </a:cubicBezTo>
                  <a:cubicBezTo>
                    <a:pt x="451" y="89"/>
                    <a:pt x="446" y="89"/>
                    <a:pt x="444" y="89"/>
                  </a:cubicBezTo>
                  <a:cubicBezTo>
                    <a:pt x="442" y="89"/>
                    <a:pt x="438" y="87"/>
                    <a:pt x="438" y="85"/>
                  </a:cubicBezTo>
                  <a:cubicBezTo>
                    <a:pt x="438" y="83"/>
                    <a:pt x="438" y="80"/>
                    <a:pt x="436" y="80"/>
                  </a:cubicBezTo>
                  <a:cubicBezTo>
                    <a:pt x="434" y="80"/>
                    <a:pt x="431" y="79"/>
                    <a:pt x="429" y="75"/>
                  </a:cubicBezTo>
                  <a:cubicBezTo>
                    <a:pt x="427" y="70"/>
                    <a:pt x="424" y="70"/>
                    <a:pt x="421" y="69"/>
                  </a:cubicBezTo>
                  <a:cubicBezTo>
                    <a:pt x="419" y="67"/>
                    <a:pt x="413" y="71"/>
                    <a:pt x="410" y="72"/>
                  </a:cubicBezTo>
                  <a:cubicBezTo>
                    <a:pt x="407" y="73"/>
                    <a:pt x="403" y="71"/>
                    <a:pt x="399" y="70"/>
                  </a:cubicBezTo>
                  <a:cubicBezTo>
                    <a:pt x="396" y="69"/>
                    <a:pt x="394" y="63"/>
                    <a:pt x="390" y="64"/>
                  </a:cubicBezTo>
                  <a:cubicBezTo>
                    <a:pt x="387" y="65"/>
                    <a:pt x="386" y="71"/>
                    <a:pt x="384" y="71"/>
                  </a:cubicBezTo>
                  <a:cubicBezTo>
                    <a:pt x="381" y="71"/>
                    <a:pt x="377" y="58"/>
                    <a:pt x="372" y="51"/>
                  </a:cubicBezTo>
                  <a:cubicBezTo>
                    <a:pt x="367" y="44"/>
                    <a:pt x="359" y="29"/>
                    <a:pt x="351" y="26"/>
                  </a:cubicBezTo>
                  <a:cubicBezTo>
                    <a:pt x="344" y="24"/>
                    <a:pt x="346" y="20"/>
                    <a:pt x="348" y="18"/>
                  </a:cubicBezTo>
                  <a:cubicBezTo>
                    <a:pt x="350" y="16"/>
                    <a:pt x="344" y="15"/>
                    <a:pt x="341" y="17"/>
                  </a:cubicBezTo>
                  <a:cubicBezTo>
                    <a:pt x="338" y="19"/>
                    <a:pt x="334" y="22"/>
                    <a:pt x="330" y="23"/>
                  </a:cubicBezTo>
                  <a:cubicBezTo>
                    <a:pt x="327" y="24"/>
                    <a:pt x="322" y="29"/>
                    <a:pt x="318" y="28"/>
                  </a:cubicBezTo>
                  <a:cubicBezTo>
                    <a:pt x="314" y="27"/>
                    <a:pt x="313" y="33"/>
                    <a:pt x="310" y="30"/>
                  </a:cubicBezTo>
                  <a:cubicBezTo>
                    <a:pt x="307" y="27"/>
                    <a:pt x="314" y="25"/>
                    <a:pt x="314" y="23"/>
                  </a:cubicBezTo>
                  <a:cubicBezTo>
                    <a:pt x="314" y="20"/>
                    <a:pt x="309" y="23"/>
                    <a:pt x="308" y="22"/>
                  </a:cubicBezTo>
                  <a:cubicBezTo>
                    <a:pt x="306" y="20"/>
                    <a:pt x="302" y="19"/>
                    <a:pt x="302" y="21"/>
                  </a:cubicBezTo>
                  <a:cubicBezTo>
                    <a:pt x="302" y="23"/>
                    <a:pt x="299" y="22"/>
                    <a:pt x="299" y="20"/>
                  </a:cubicBezTo>
                  <a:cubicBezTo>
                    <a:pt x="299" y="19"/>
                    <a:pt x="297" y="15"/>
                    <a:pt x="295" y="18"/>
                  </a:cubicBezTo>
                  <a:cubicBezTo>
                    <a:pt x="293" y="20"/>
                    <a:pt x="286" y="21"/>
                    <a:pt x="285" y="19"/>
                  </a:cubicBezTo>
                  <a:cubicBezTo>
                    <a:pt x="283" y="18"/>
                    <a:pt x="286" y="17"/>
                    <a:pt x="286" y="15"/>
                  </a:cubicBezTo>
                  <a:cubicBezTo>
                    <a:pt x="286" y="12"/>
                    <a:pt x="283" y="9"/>
                    <a:pt x="284" y="7"/>
                  </a:cubicBezTo>
                  <a:cubicBezTo>
                    <a:pt x="284" y="4"/>
                    <a:pt x="279" y="1"/>
                    <a:pt x="277" y="2"/>
                  </a:cubicBezTo>
                  <a:cubicBezTo>
                    <a:pt x="274" y="3"/>
                    <a:pt x="271" y="2"/>
                    <a:pt x="268" y="1"/>
                  </a:cubicBezTo>
                  <a:cubicBezTo>
                    <a:pt x="265" y="0"/>
                    <a:pt x="254" y="2"/>
                    <a:pt x="254" y="4"/>
                  </a:cubicBezTo>
                  <a:cubicBezTo>
                    <a:pt x="253" y="7"/>
                    <a:pt x="240" y="9"/>
                    <a:pt x="237" y="10"/>
                  </a:cubicBezTo>
                  <a:cubicBezTo>
                    <a:pt x="235" y="11"/>
                    <a:pt x="225" y="12"/>
                    <a:pt x="221" y="13"/>
                  </a:cubicBezTo>
                  <a:cubicBezTo>
                    <a:pt x="218" y="13"/>
                    <a:pt x="214" y="16"/>
                    <a:pt x="210" y="16"/>
                  </a:cubicBezTo>
                  <a:cubicBezTo>
                    <a:pt x="205" y="16"/>
                    <a:pt x="197" y="17"/>
                    <a:pt x="193" y="20"/>
                  </a:cubicBezTo>
                  <a:cubicBezTo>
                    <a:pt x="189" y="23"/>
                    <a:pt x="182" y="20"/>
                    <a:pt x="179" y="21"/>
                  </a:cubicBezTo>
                  <a:cubicBezTo>
                    <a:pt x="176" y="22"/>
                    <a:pt x="171" y="21"/>
                    <a:pt x="170" y="22"/>
                  </a:cubicBezTo>
                  <a:cubicBezTo>
                    <a:pt x="168" y="23"/>
                    <a:pt x="169" y="29"/>
                    <a:pt x="170" y="31"/>
                  </a:cubicBezTo>
                  <a:cubicBezTo>
                    <a:pt x="172" y="34"/>
                    <a:pt x="180" y="35"/>
                    <a:pt x="180" y="36"/>
                  </a:cubicBezTo>
                  <a:cubicBezTo>
                    <a:pt x="181" y="38"/>
                    <a:pt x="172" y="38"/>
                    <a:pt x="168" y="38"/>
                  </a:cubicBezTo>
                  <a:cubicBezTo>
                    <a:pt x="164" y="39"/>
                    <a:pt x="165" y="44"/>
                    <a:pt x="166" y="46"/>
                  </a:cubicBezTo>
                  <a:cubicBezTo>
                    <a:pt x="167" y="49"/>
                    <a:pt x="162" y="51"/>
                    <a:pt x="159" y="52"/>
                  </a:cubicBezTo>
                  <a:cubicBezTo>
                    <a:pt x="156" y="53"/>
                    <a:pt x="159" y="58"/>
                    <a:pt x="162" y="58"/>
                  </a:cubicBezTo>
                  <a:cubicBezTo>
                    <a:pt x="165" y="58"/>
                    <a:pt x="168" y="61"/>
                    <a:pt x="170" y="61"/>
                  </a:cubicBezTo>
                  <a:cubicBezTo>
                    <a:pt x="173" y="61"/>
                    <a:pt x="173" y="66"/>
                    <a:pt x="173" y="69"/>
                  </a:cubicBezTo>
                  <a:cubicBezTo>
                    <a:pt x="173" y="72"/>
                    <a:pt x="170" y="73"/>
                    <a:pt x="166" y="73"/>
                  </a:cubicBezTo>
                  <a:cubicBezTo>
                    <a:pt x="162" y="73"/>
                    <a:pt x="160" y="70"/>
                    <a:pt x="158" y="69"/>
                  </a:cubicBezTo>
                  <a:cubicBezTo>
                    <a:pt x="155" y="69"/>
                    <a:pt x="156" y="74"/>
                    <a:pt x="154" y="75"/>
                  </a:cubicBezTo>
                  <a:cubicBezTo>
                    <a:pt x="152" y="76"/>
                    <a:pt x="151" y="71"/>
                    <a:pt x="148" y="71"/>
                  </a:cubicBezTo>
                  <a:cubicBezTo>
                    <a:pt x="145" y="71"/>
                    <a:pt x="142" y="71"/>
                    <a:pt x="141" y="68"/>
                  </a:cubicBezTo>
                  <a:cubicBezTo>
                    <a:pt x="140" y="65"/>
                    <a:pt x="133" y="64"/>
                    <a:pt x="130" y="67"/>
                  </a:cubicBezTo>
                  <a:cubicBezTo>
                    <a:pt x="127" y="70"/>
                    <a:pt x="126" y="69"/>
                    <a:pt x="123" y="67"/>
                  </a:cubicBezTo>
                  <a:cubicBezTo>
                    <a:pt x="121" y="65"/>
                    <a:pt x="113" y="68"/>
                    <a:pt x="112" y="70"/>
                  </a:cubicBezTo>
                  <a:cubicBezTo>
                    <a:pt x="111" y="73"/>
                    <a:pt x="106" y="74"/>
                    <a:pt x="102" y="71"/>
                  </a:cubicBezTo>
                  <a:cubicBezTo>
                    <a:pt x="98" y="69"/>
                    <a:pt x="95" y="68"/>
                    <a:pt x="95" y="71"/>
                  </a:cubicBezTo>
                  <a:cubicBezTo>
                    <a:pt x="95" y="75"/>
                    <a:pt x="92" y="72"/>
                    <a:pt x="92" y="70"/>
                  </a:cubicBezTo>
                  <a:cubicBezTo>
                    <a:pt x="92" y="68"/>
                    <a:pt x="86" y="64"/>
                    <a:pt x="83" y="62"/>
                  </a:cubicBezTo>
                  <a:cubicBezTo>
                    <a:pt x="80" y="60"/>
                    <a:pt x="70" y="60"/>
                    <a:pt x="70" y="58"/>
                  </a:cubicBezTo>
                  <a:cubicBezTo>
                    <a:pt x="69" y="56"/>
                    <a:pt x="63" y="54"/>
                    <a:pt x="62" y="58"/>
                  </a:cubicBezTo>
                  <a:cubicBezTo>
                    <a:pt x="60" y="61"/>
                    <a:pt x="58" y="59"/>
                    <a:pt x="56" y="58"/>
                  </a:cubicBezTo>
                  <a:cubicBezTo>
                    <a:pt x="54" y="57"/>
                    <a:pt x="49" y="59"/>
                    <a:pt x="47" y="60"/>
                  </a:cubicBezTo>
                  <a:cubicBezTo>
                    <a:pt x="45" y="61"/>
                    <a:pt x="39" y="66"/>
                    <a:pt x="35" y="66"/>
                  </a:cubicBezTo>
                  <a:cubicBezTo>
                    <a:pt x="32" y="66"/>
                    <a:pt x="34" y="70"/>
                    <a:pt x="29" y="71"/>
                  </a:cubicBezTo>
                  <a:cubicBezTo>
                    <a:pt x="25" y="72"/>
                    <a:pt x="26" y="75"/>
                    <a:pt x="26" y="77"/>
                  </a:cubicBezTo>
                  <a:cubicBezTo>
                    <a:pt x="27" y="79"/>
                    <a:pt x="29" y="83"/>
                    <a:pt x="25" y="84"/>
                  </a:cubicBezTo>
                  <a:cubicBezTo>
                    <a:pt x="21" y="86"/>
                    <a:pt x="20" y="79"/>
                    <a:pt x="16" y="77"/>
                  </a:cubicBezTo>
                  <a:cubicBezTo>
                    <a:pt x="13" y="74"/>
                    <a:pt x="10" y="77"/>
                    <a:pt x="10" y="81"/>
                  </a:cubicBezTo>
                  <a:cubicBezTo>
                    <a:pt x="10" y="84"/>
                    <a:pt x="6" y="84"/>
                    <a:pt x="4" y="88"/>
                  </a:cubicBezTo>
                  <a:cubicBezTo>
                    <a:pt x="2" y="91"/>
                    <a:pt x="7" y="92"/>
                    <a:pt x="7" y="93"/>
                  </a:cubicBezTo>
                  <a:cubicBezTo>
                    <a:pt x="7" y="95"/>
                    <a:pt x="4" y="96"/>
                    <a:pt x="3" y="97"/>
                  </a:cubicBezTo>
                  <a:cubicBezTo>
                    <a:pt x="2" y="97"/>
                    <a:pt x="0" y="102"/>
                    <a:pt x="1" y="104"/>
                  </a:cubicBezTo>
                  <a:cubicBezTo>
                    <a:pt x="2" y="105"/>
                    <a:pt x="8" y="105"/>
                    <a:pt x="7" y="108"/>
                  </a:cubicBezTo>
                  <a:cubicBezTo>
                    <a:pt x="7" y="112"/>
                    <a:pt x="6" y="115"/>
                    <a:pt x="9" y="114"/>
                  </a:cubicBezTo>
                  <a:cubicBezTo>
                    <a:pt x="12" y="113"/>
                    <a:pt x="15" y="114"/>
                    <a:pt x="17" y="114"/>
                  </a:cubicBezTo>
                  <a:cubicBezTo>
                    <a:pt x="19" y="114"/>
                    <a:pt x="21" y="118"/>
                    <a:pt x="24" y="122"/>
                  </a:cubicBezTo>
                  <a:cubicBezTo>
                    <a:pt x="28" y="126"/>
                    <a:pt x="29" y="128"/>
                    <a:pt x="26" y="129"/>
                  </a:cubicBezTo>
                  <a:cubicBezTo>
                    <a:pt x="22" y="130"/>
                    <a:pt x="24" y="132"/>
                    <a:pt x="28" y="134"/>
                  </a:cubicBezTo>
                  <a:cubicBezTo>
                    <a:pt x="30" y="134"/>
                    <a:pt x="31" y="135"/>
                    <a:pt x="32" y="136"/>
                  </a:cubicBezTo>
                  <a:cubicBezTo>
                    <a:pt x="33" y="135"/>
                    <a:pt x="33" y="135"/>
                    <a:pt x="34" y="134"/>
                  </a:cubicBezTo>
                  <a:cubicBezTo>
                    <a:pt x="40" y="129"/>
                    <a:pt x="50" y="125"/>
                    <a:pt x="58" y="127"/>
                  </a:cubicBezTo>
                  <a:cubicBezTo>
                    <a:pt x="65" y="129"/>
                    <a:pt x="72" y="125"/>
                    <a:pt x="75" y="130"/>
                  </a:cubicBezTo>
                  <a:cubicBezTo>
                    <a:pt x="78" y="135"/>
                    <a:pt x="75" y="143"/>
                    <a:pt x="76" y="147"/>
                  </a:cubicBezTo>
                  <a:cubicBezTo>
                    <a:pt x="78" y="150"/>
                    <a:pt x="70" y="150"/>
                    <a:pt x="65" y="150"/>
                  </a:cubicBezTo>
                  <a:cubicBezTo>
                    <a:pt x="60" y="149"/>
                    <a:pt x="50" y="152"/>
                    <a:pt x="51" y="155"/>
                  </a:cubicBezTo>
                  <a:cubicBezTo>
                    <a:pt x="53" y="158"/>
                    <a:pt x="56" y="165"/>
                    <a:pt x="50" y="161"/>
                  </a:cubicBezTo>
                  <a:cubicBezTo>
                    <a:pt x="43" y="157"/>
                    <a:pt x="40" y="165"/>
                    <a:pt x="44" y="165"/>
                  </a:cubicBezTo>
                  <a:cubicBezTo>
                    <a:pt x="48" y="165"/>
                    <a:pt x="53" y="169"/>
                    <a:pt x="53" y="172"/>
                  </a:cubicBezTo>
                  <a:cubicBezTo>
                    <a:pt x="53" y="175"/>
                    <a:pt x="53" y="182"/>
                    <a:pt x="56" y="181"/>
                  </a:cubicBezTo>
                  <a:cubicBezTo>
                    <a:pt x="60" y="180"/>
                    <a:pt x="60" y="186"/>
                    <a:pt x="64" y="185"/>
                  </a:cubicBezTo>
                  <a:cubicBezTo>
                    <a:pt x="69" y="185"/>
                    <a:pt x="73" y="187"/>
                    <a:pt x="70" y="191"/>
                  </a:cubicBezTo>
                  <a:cubicBezTo>
                    <a:pt x="66" y="195"/>
                    <a:pt x="72" y="207"/>
                    <a:pt x="73" y="205"/>
                  </a:cubicBezTo>
                  <a:cubicBezTo>
                    <a:pt x="74" y="203"/>
                    <a:pt x="73" y="199"/>
                    <a:pt x="75" y="197"/>
                  </a:cubicBezTo>
                  <a:cubicBezTo>
                    <a:pt x="72" y="191"/>
                    <a:pt x="83" y="191"/>
                    <a:pt x="86" y="191"/>
                  </a:cubicBezTo>
                  <a:cubicBezTo>
                    <a:pt x="90" y="191"/>
                    <a:pt x="96" y="196"/>
                    <a:pt x="100" y="201"/>
                  </a:cubicBezTo>
                  <a:cubicBezTo>
                    <a:pt x="104" y="207"/>
                    <a:pt x="108" y="203"/>
                    <a:pt x="108" y="203"/>
                  </a:cubicBezTo>
                  <a:cubicBezTo>
                    <a:pt x="110" y="153"/>
                    <a:pt x="110" y="153"/>
                    <a:pt x="110" y="153"/>
                  </a:cubicBezTo>
                  <a:cubicBezTo>
                    <a:pt x="138" y="146"/>
                    <a:pt x="138" y="146"/>
                    <a:pt x="138" y="146"/>
                  </a:cubicBezTo>
                  <a:cubicBezTo>
                    <a:pt x="138" y="145"/>
                    <a:pt x="139" y="144"/>
                    <a:pt x="139" y="144"/>
                  </a:cubicBezTo>
                  <a:cubicBezTo>
                    <a:pt x="143" y="139"/>
                    <a:pt x="148" y="143"/>
                    <a:pt x="149" y="144"/>
                  </a:cubicBezTo>
                  <a:cubicBezTo>
                    <a:pt x="151" y="145"/>
                    <a:pt x="150" y="139"/>
                    <a:pt x="154" y="139"/>
                  </a:cubicBezTo>
                  <a:cubicBezTo>
                    <a:pt x="158" y="139"/>
                    <a:pt x="154" y="146"/>
                    <a:pt x="157" y="146"/>
                  </a:cubicBezTo>
                  <a:cubicBezTo>
                    <a:pt x="159" y="146"/>
                    <a:pt x="164" y="154"/>
                    <a:pt x="163" y="160"/>
                  </a:cubicBezTo>
                  <a:cubicBezTo>
                    <a:pt x="167" y="164"/>
                    <a:pt x="175" y="173"/>
                    <a:pt x="176" y="175"/>
                  </a:cubicBezTo>
                  <a:cubicBezTo>
                    <a:pt x="177" y="177"/>
                    <a:pt x="188" y="173"/>
                    <a:pt x="191" y="174"/>
                  </a:cubicBezTo>
                  <a:cubicBezTo>
                    <a:pt x="193" y="175"/>
                    <a:pt x="210" y="175"/>
                    <a:pt x="213" y="175"/>
                  </a:cubicBezTo>
                  <a:cubicBezTo>
                    <a:pt x="216" y="175"/>
                    <a:pt x="219" y="181"/>
                    <a:pt x="222" y="181"/>
                  </a:cubicBezTo>
                  <a:cubicBezTo>
                    <a:pt x="226" y="182"/>
                    <a:pt x="224" y="188"/>
                    <a:pt x="225" y="192"/>
                  </a:cubicBezTo>
                  <a:cubicBezTo>
                    <a:pt x="225" y="196"/>
                    <a:pt x="231" y="200"/>
                    <a:pt x="231" y="204"/>
                  </a:cubicBezTo>
                  <a:cubicBezTo>
                    <a:pt x="232" y="207"/>
                    <a:pt x="237" y="205"/>
                    <a:pt x="241" y="206"/>
                  </a:cubicBezTo>
                  <a:cubicBezTo>
                    <a:pt x="244" y="207"/>
                    <a:pt x="250" y="209"/>
                    <a:pt x="250" y="212"/>
                  </a:cubicBezTo>
                  <a:cubicBezTo>
                    <a:pt x="251" y="216"/>
                    <a:pt x="255" y="213"/>
                    <a:pt x="256" y="210"/>
                  </a:cubicBezTo>
                  <a:cubicBezTo>
                    <a:pt x="256" y="208"/>
                    <a:pt x="260" y="204"/>
                    <a:pt x="267" y="201"/>
                  </a:cubicBezTo>
                  <a:cubicBezTo>
                    <a:pt x="270" y="200"/>
                    <a:pt x="272" y="200"/>
                    <a:pt x="274" y="201"/>
                  </a:cubicBezTo>
                  <a:cubicBezTo>
                    <a:pt x="275" y="198"/>
                    <a:pt x="276" y="195"/>
                    <a:pt x="277" y="195"/>
                  </a:cubicBezTo>
                  <a:cubicBezTo>
                    <a:pt x="279" y="194"/>
                    <a:pt x="284" y="190"/>
                    <a:pt x="284" y="187"/>
                  </a:cubicBezTo>
                  <a:cubicBezTo>
                    <a:pt x="284" y="184"/>
                    <a:pt x="293" y="184"/>
                    <a:pt x="299" y="187"/>
                  </a:cubicBezTo>
                  <a:cubicBezTo>
                    <a:pt x="305" y="190"/>
                    <a:pt x="309" y="190"/>
                    <a:pt x="309" y="185"/>
                  </a:cubicBezTo>
                  <a:cubicBezTo>
                    <a:pt x="310" y="180"/>
                    <a:pt x="318" y="179"/>
                    <a:pt x="321" y="180"/>
                  </a:cubicBezTo>
                  <a:cubicBezTo>
                    <a:pt x="324" y="182"/>
                    <a:pt x="332" y="186"/>
                    <a:pt x="336" y="185"/>
                  </a:cubicBezTo>
                  <a:cubicBezTo>
                    <a:pt x="340" y="183"/>
                    <a:pt x="360" y="185"/>
                    <a:pt x="365" y="186"/>
                  </a:cubicBezTo>
                  <a:cubicBezTo>
                    <a:pt x="370" y="188"/>
                    <a:pt x="371" y="184"/>
                    <a:pt x="376" y="189"/>
                  </a:cubicBezTo>
                  <a:cubicBezTo>
                    <a:pt x="379" y="193"/>
                    <a:pt x="381" y="190"/>
                    <a:pt x="385" y="193"/>
                  </a:cubicBezTo>
                  <a:cubicBezTo>
                    <a:pt x="385" y="192"/>
                    <a:pt x="385" y="190"/>
                    <a:pt x="385" y="188"/>
                  </a:cubicBezTo>
                  <a:cubicBezTo>
                    <a:pt x="385" y="185"/>
                    <a:pt x="390" y="182"/>
                    <a:pt x="391" y="180"/>
                  </a:cubicBezTo>
                  <a:cubicBezTo>
                    <a:pt x="392" y="177"/>
                    <a:pt x="386" y="170"/>
                    <a:pt x="386" y="167"/>
                  </a:cubicBezTo>
                  <a:cubicBezTo>
                    <a:pt x="386" y="165"/>
                    <a:pt x="386" y="159"/>
                    <a:pt x="384" y="158"/>
                  </a:cubicBezTo>
                  <a:cubicBezTo>
                    <a:pt x="381" y="156"/>
                    <a:pt x="389" y="153"/>
                    <a:pt x="390" y="153"/>
                  </a:cubicBezTo>
                  <a:cubicBezTo>
                    <a:pt x="394" y="153"/>
                    <a:pt x="399" y="149"/>
                    <a:pt x="401" y="151"/>
                  </a:cubicBezTo>
                  <a:cubicBezTo>
                    <a:pt x="403" y="153"/>
                    <a:pt x="406" y="153"/>
                    <a:pt x="409" y="153"/>
                  </a:cubicBezTo>
                  <a:cubicBezTo>
                    <a:pt x="412" y="153"/>
                    <a:pt x="411" y="149"/>
                    <a:pt x="409" y="148"/>
                  </a:cubicBezTo>
                  <a:cubicBezTo>
                    <a:pt x="407" y="146"/>
                    <a:pt x="415" y="131"/>
                    <a:pt x="416" y="126"/>
                  </a:cubicBezTo>
                  <a:cubicBezTo>
                    <a:pt x="417" y="121"/>
                    <a:pt x="420" y="126"/>
                    <a:pt x="424" y="126"/>
                  </a:cubicBezTo>
                  <a:cubicBezTo>
                    <a:pt x="427" y="127"/>
                    <a:pt x="432" y="126"/>
                    <a:pt x="434" y="127"/>
                  </a:cubicBezTo>
                  <a:cubicBezTo>
                    <a:pt x="436" y="128"/>
                    <a:pt x="443" y="126"/>
                    <a:pt x="445" y="123"/>
                  </a:cubicBezTo>
                  <a:cubicBezTo>
                    <a:pt x="446" y="121"/>
                    <a:pt x="443" y="120"/>
                    <a:pt x="443" y="114"/>
                  </a:cubicBezTo>
                  <a:cubicBezTo>
                    <a:pt x="443" y="108"/>
                    <a:pt x="447" y="106"/>
                    <a:pt x="450" y="106"/>
                  </a:cubicBezTo>
                  <a:cubicBezTo>
                    <a:pt x="454" y="106"/>
                    <a:pt x="455" y="102"/>
                    <a:pt x="455" y="99"/>
                  </a:cubicBezTo>
                  <a:cubicBezTo>
                    <a:pt x="455" y="97"/>
                    <a:pt x="458" y="95"/>
                    <a:pt x="459" y="92"/>
                  </a:cubicBezTo>
                  <a:cubicBezTo>
                    <a:pt x="458" y="91"/>
                    <a:pt x="457" y="89"/>
                    <a:pt x="457" y="88"/>
                  </a:cubicBezTo>
                  <a:close/>
                  <a:moveTo>
                    <a:pt x="171" y="137"/>
                  </a:moveTo>
                  <a:cubicBezTo>
                    <a:pt x="170" y="139"/>
                    <a:pt x="157" y="135"/>
                    <a:pt x="156" y="132"/>
                  </a:cubicBezTo>
                  <a:cubicBezTo>
                    <a:pt x="155" y="130"/>
                    <a:pt x="174" y="133"/>
                    <a:pt x="171" y="137"/>
                  </a:cubicBezTo>
                  <a:close/>
                  <a:moveTo>
                    <a:pt x="361" y="136"/>
                  </a:moveTo>
                  <a:cubicBezTo>
                    <a:pt x="351" y="136"/>
                    <a:pt x="331" y="131"/>
                    <a:pt x="322" y="140"/>
                  </a:cubicBezTo>
                  <a:cubicBezTo>
                    <a:pt x="314" y="149"/>
                    <a:pt x="320" y="154"/>
                    <a:pt x="316" y="154"/>
                  </a:cubicBezTo>
                  <a:cubicBezTo>
                    <a:pt x="312" y="155"/>
                    <a:pt x="310" y="141"/>
                    <a:pt x="315" y="136"/>
                  </a:cubicBezTo>
                  <a:cubicBezTo>
                    <a:pt x="320" y="131"/>
                    <a:pt x="335" y="129"/>
                    <a:pt x="344" y="132"/>
                  </a:cubicBezTo>
                  <a:cubicBezTo>
                    <a:pt x="353" y="134"/>
                    <a:pt x="370" y="130"/>
                    <a:pt x="372" y="130"/>
                  </a:cubicBezTo>
                  <a:cubicBezTo>
                    <a:pt x="375" y="131"/>
                    <a:pt x="370" y="136"/>
                    <a:pt x="361" y="13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0" name="Freeform 156"/>
            <p:cNvSpPr>
              <a:spLocks noEditPoints="1" noChangeArrowheads="1"/>
            </p:cNvSpPr>
            <p:nvPr/>
          </p:nvSpPr>
          <p:spPr bwMode="auto">
            <a:xfrm>
              <a:off x="4064013" y="112711"/>
              <a:ext cx="3681425" cy="1411290"/>
            </a:xfrm>
            <a:custGeom>
              <a:avLst/>
              <a:gdLst>
                <a:gd name="T0" fmla="*/ 814 w 1926"/>
                <a:gd name="T1" fmla="*/ 12 h 739"/>
                <a:gd name="T2" fmla="*/ 840 w 1926"/>
                <a:gd name="T3" fmla="*/ 45 h 739"/>
                <a:gd name="T4" fmla="*/ 912 w 1926"/>
                <a:gd name="T5" fmla="*/ 61 h 739"/>
                <a:gd name="T6" fmla="*/ 822 w 1926"/>
                <a:gd name="T7" fmla="*/ 28 h 739"/>
                <a:gd name="T8" fmla="*/ 1331 w 1926"/>
                <a:gd name="T9" fmla="*/ 168 h 739"/>
                <a:gd name="T10" fmla="*/ 1358 w 1926"/>
                <a:gd name="T11" fmla="*/ 198 h 739"/>
                <a:gd name="T12" fmla="*/ 1388 w 1926"/>
                <a:gd name="T13" fmla="*/ 664 h 739"/>
                <a:gd name="T14" fmla="*/ 355 w 1926"/>
                <a:gd name="T15" fmla="*/ 25 h 739"/>
                <a:gd name="T16" fmla="*/ 1886 w 1926"/>
                <a:gd name="T17" fmla="*/ 330 h 739"/>
                <a:gd name="T18" fmla="*/ 1698 w 1926"/>
                <a:gd name="T19" fmla="*/ 277 h 739"/>
                <a:gd name="T20" fmla="*/ 1580 w 1926"/>
                <a:gd name="T21" fmla="*/ 268 h 739"/>
                <a:gd name="T22" fmla="*/ 1412 w 1926"/>
                <a:gd name="T23" fmla="*/ 221 h 739"/>
                <a:gd name="T24" fmla="*/ 1319 w 1926"/>
                <a:gd name="T25" fmla="*/ 241 h 739"/>
                <a:gd name="T26" fmla="*/ 1224 w 1926"/>
                <a:gd name="T27" fmla="*/ 204 h 739"/>
                <a:gd name="T28" fmla="*/ 1101 w 1926"/>
                <a:gd name="T29" fmla="*/ 196 h 739"/>
                <a:gd name="T30" fmla="*/ 989 w 1926"/>
                <a:gd name="T31" fmla="*/ 193 h 739"/>
                <a:gd name="T32" fmla="*/ 1007 w 1926"/>
                <a:gd name="T33" fmla="*/ 122 h 739"/>
                <a:gd name="T34" fmla="*/ 909 w 1926"/>
                <a:gd name="T35" fmla="*/ 126 h 739"/>
                <a:gd name="T36" fmla="*/ 800 w 1926"/>
                <a:gd name="T37" fmla="*/ 148 h 739"/>
                <a:gd name="T38" fmla="*/ 764 w 1926"/>
                <a:gd name="T39" fmla="*/ 190 h 739"/>
                <a:gd name="T40" fmla="*/ 667 w 1926"/>
                <a:gd name="T41" fmla="*/ 228 h 739"/>
                <a:gd name="T42" fmla="*/ 623 w 1926"/>
                <a:gd name="T43" fmla="*/ 257 h 739"/>
                <a:gd name="T44" fmla="*/ 630 w 1926"/>
                <a:gd name="T45" fmla="*/ 312 h 739"/>
                <a:gd name="T46" fmla="*/ 603 w 1926"/>
                <a:gd name="T47" fmla="*/ 320 h 739"/>
                <a:gd name="T48" fmla="*/ 557 w 1926"/>
                <a:gd name="T49" fmla="*/ 231 h 739"/>
                <a:gd name="T50" fmla="*/ 468 w 1926"/>
                <a:gd name="T51" fmla="*/ 273 h 739"/>
                <a:gd name="T52" fmla="*/ 384 w 1926"/>
                <a:gd name="T53" fmla="*/ 305 h 739"/>
                <a:gd name="T54" fmla="*/ 307 w 1926"/>
                <a:gd name="T55" fmla="*/ 312 h 739"/>
                <a:gd name="T56" fmla="*/ 230 w 1926"/>
                <a:gd name="T57" fmla="*/ 353 h 739"/>
                <a:gd name="T58" fmla="*/ 170 w 1926"/>
                <a:gd name="T59" fmla="*/ 355 h 739"/>
                <a:gd name="T60" fmla="*/ 201 w 1926"/>
                <a:gd name="T61" fmla="*/ 292 h 739"/>
                <a:gd name="T62" fmla="*/ 100 w 1926"/>
                <a:gd name="T63" fmla="*/ 296 h 739"/>
                <a:gd name="T64" fmla="*/ 133 w 1926"/>
                <a:gd name="T65" fmla="*/ 407 h 739"/>
                <a:gd name="T66" fmla="*/ 89 w 1926"/>
                <a:gd name="T67" fmla="*/ 497 h 739"/>
                <a:gd name="T68" fmla="*/ 134 w 1926"/>
                <a:gd name="T69" fmla="*/ 574 h 739"/>
                <a:gd name="T70" fmla="*/ 223 w 1926"/>
                <a:gd name="T71" fmla="*/ 617 h 739"/>
                <a:gd name="T72" fmla="*/ 193 w 1926"/>
                <a:gd name="T73" fmla="*/ 682 h 739"/>
                <a:gd name="T74" fmla="*/ 326 w 1926"/>
                <a:gd name="T75" fmla="*/ 731 h 739"/>
                <a:gd name="T76" fmla="*/ 312 w 1926"/>
                <a:gd name="T77" fmla="*/ 613 h 739"/>
                <a:gd name="T78" fmla="*/ 425 w 1926"/>
                <a:gd name="T79" fmla="*/ 599 h 739"/>
                <a:gd name="T80" fmla="*/ 472 w 1926"/>
                <a:gd name="T81" fmla="*/ 554 h 739"/>
                <a:gd name="T82" fmla="*/ 610 w 1926"/>
                <a:gd name="T83" fmla="*/ 554 h 739"/>
                <a:gd name="T84" fmla="*/ 738 w 1926"/>
                <a:gd name="T85" fmla="*/ 612 h 739"/>
                <a:gd name="T86" fmla="*/ 849 w 1926"/>
                <a:gd name="T87" fmla="*/ 616 h 739"/>
                <a:gd name="T88" fmla="*/ 939 w 1926"/>
                <a:gd name="T89" fmla="*/ 614 h 739"/>
                <a:gd name="T90" fmla="*/ 1099 w 1926"/>
                <a:gd name="T91" fmla="*/ 622 h 739"/>
                <a:gd name="T92" fmla="*/ 1210 w 1926"/>
                <a:gd name="T93" fmla="*/ 615 h 739"/>
                <a:gd name="T94" fmla="*/ 1251 w 1926"/>
                <a:gd name="T95" fmla="*/ 689 h 739"/>
                <a:gd name="T96" fmla="*/ 1365 w 1926"/>
                <a:gd name="T97" fmla="*/ 573 h 739"/>
                <a:gd name="T98" fmla="*/ 1310 w 1926"/>
                <a:gd name="T99" fmla="*/ 530 h 739"/>
                <a:gd name="T100" fmla="*/ 1484 w 1926"/>
                <a:gd name="T101" fmla="*/ 473 h 739"/>
                <a:gd name="T102" fmla="*/ 1584 w 1926"/>
                <a:gd name="T103" fmla="*/ 440 h 739"/>
                <a:gd name="T104" fmla="*/ 1544 w 1926"/>
                <a:gd name="T105" fmla="*/ 494 h 739"/>
                <a:gd name="T106" fmla="*/ 1607 w 1926"/>
                <a:gd name="T107" fmla="*/ 521 h 739"/>
                <a:gd name="T108" fmla="*/ 1697 w 1926"/>
                <a:gd name="T109" fmla="*/ 458 h 739"/>
                <a:gd name="T110" fmla="*/ 1766 w 1926"/>
                <a:gd name="T111" fmla="*/ 373 h 739"/>
                <a:gd name="T112" fmla="*/ 1875 w 1926"/>
                <a:gd name="T113" fmla="*/ 379 h 739"/>
                <a:gd name="T114" fmla="*/ 993 w 1926"/>
                <a:gd name="T115" fmla="*/ 567 h 739"/>
                <a:gd name="T116" fmla="*/ 386 w 1926"/>
                <a:gd name="T117" fmla="*/ 247 h 739"/>
                <a:gd name="T118" fmla="*/ 485 w 1926"/>
                <a:gd name="T119" fmla="*/ 133 h 739"/>
                <a:gd name="T120" fmla="*/ 415 w 1926"/>
                <a:gd name="T121" fmla="*/ 39 h 739"/>
                <a:gd name="T122" fmla="*/ 464 w 1926"/>
                <a:gd name="T123" fmla="*/ 16 h 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926"/>
                <a:gd name="T187" fmla="*/ 0 h 739"/>
                <a:gd name="T188" fmla="*/ 1926 w 1926"/>
                <a:gd name="T189" fmla="*/ 739 h 7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926" h="739">
                  <a:moveTo>
                    <a:pt x="29" y="534"/>
                  </a:moveTo>
                  <a:cubicBezTo>
                    <a:pt x="28" y="535"/>
                    <a:pt x="24" y="534"/>
                    <a:pt x="23" y="532"/>
                  </a:cubicBezTo>
                  <a:cubicBezTo>
                    <a:pt x="22" y="530"/>
                    <a:pt x="18" y="531"/>
                    <a:pt x="16" y="531"/>
                  </a:cubicBezTo>
                  <a:cubicBezTo>
                    <a:pt x="16" y="532"/>
                    <a:pt x="17" y="532"/>
                    <a:pt x="18" y="533"/>
                  </a:cubicBezTo>
                  <a:cubicBezTo>
                    <a:pt x="19" y="536"/>
                    <a:pt x="12" y="536"/>
                    <a:pt x="14" y="539"/>
                  </a:cubicBezTo>
                  <a:cubicBezTo>
                    <a:pt x="16" y="542"/>
                    <a:pt x="9" y="542"/>
                    <a:pt x="9" y="539"/>
                  </a:cubicBezTo>
                  <a:cubicBezTo>
                    <a:pt x="9" y="536"/>
                    <a:pt x="1" y="537"/>
                    <a:pt x="1" y="540"/>
                  </a:cubicBezTo>
                  <a:cubicBezTo>
                    <a:pt x="1" y="540"/>
                    <a:pt x="1" y="541"/>
                    <a:pt x="0" y="542"/>
                  </a:cubicBezTo>
                  <a:cubicBezTo>
                    <a:pt x="2" y="543"/>
                    <a:pt x="5" y="544"/>
                    <a:pt x="6" y="544"/>
                  </a:cubicBezTo>
                  <a:cubicBezTo>
                    <a:pt x="7" y="545"/>
                    <a:pt x="27" y="547"/>
                    <a:pt x="35" y="545"/>
                  </a:cubicBezTo>
                  <a:cubicBezTo>
                    <a:pt x="35" y="544"/>
                    <a:pt x="36" y="540"/>
                    <a:pt x="36" y="538"/>
                  </a:cubicBezTo>
                  <a:cubicBezTo>
                    <a:pt x="36" y="536"/>
                    <a:pt x="31" y="534"/>
                    <a:pt x="29" y="534"/>
                  </a:cubicBezTo>
                  <a:close/>
                  <a:moveTo>
                    <a:pt x="814" y="12"/>
                  </a:moveTo>
                  <a:cubicBezTo>
                    <a:pt x="815" y="7"/>
                    <a:pt x="793" y="9"/>
                    <a:pt x="799" y="14"/>
                  </a:cubicBezTo>
                  <a:cubicBezTo>
                    <a:pt x="801" y="16"/>
                    <a:pt x="812" y="17"/>
                    <a:pt x="814" y="12"/>
                  </a:cubicBezTo>
                  <a:close/>
                  <a:moveTo>
                    <a:pt x="512" y="21"/>
                  </a:moveTo>
                  <a:cubicBezTo>
                    <a:pt x="524" y="20"/>
                    <a:pt x="524" y="13"/>
                    <a:pt x="517" y="11"/>
                  </a:cubicBezTo>
                  <a:cubicBezTo>
                    <a:pt x="511" y="10"/>
                    <a:pt x="510" y="15"/>
                    <a:pt x="506" y="15"/>
                  </a:cubicBezTo>
                  <a:cubicBezTo>
                    <a:pt x="503" y="15"/>
                    <a:pt x="490" y="17"/>
                    <a:pt x="493" y="20"/>
                  </a:cubicBezTo>
                  <a:cubicBezTo>
                    <a:pt x="496" y="23"/>
                    <a:pt x="505" y="22"/>
                    <a:pt x="512" y="21"/>
                  </a:cubicBezTo>
                  <a:close/>
                  <a:moveTo>
                    <a:pt x="840" y="45"/>
                  </a:moveTo>
                  <a:cubicBezTo>
                    <a:pt x="840" y="49"/>
                    <a:pt x="829" y="53"/>
                    <a:pt x="832" y="55"/>
                  </a:cubicBezTo>
                  <a:cubicBezTo>
                    <a:pt x="835" y="58"/>
                    <a:pt x="837" y="57"/>
                    <a:pt x="841" y="58"/>
                  </a:cubicBezTo>
                  <a:cubicBezTo>
                    <a:pt x="844" y="58"/>
                    <a:pt x="846" y="67"/>
                    <a:pt x="852" y="65"/>
                  </a:cubicBezTo>
                  <a:cubicBezTo>
                    <a:pt x="858" y="64"/>
                    <a:pt x="874" y="72"/>
                    <a:pt x="884" y="72"/>
                  </a:cubicBezTo>
                  <a:cubicBezTo>
                    <a:pt x="893" y="72"/>
                    <a:pt x="894" y="64"/>
                    <a:pt x="891" y="64"/>
                  </a:cubicBezTo>
                  <a:cubicBezTo>
                    <a:pt x="888" y="63"/>
                    <a:pt x="891" y="59"/>
                    <a:pt x="896" y="51"/>
                  </a:cubicBezTo>
                  <a:cubicBezTo>
                    <a:pt x="902" y="43"/>
                    <a:pt x="880" y="38"/>
                    <a:pt x="880" y="44"/>
                  </a:cubicBezTo>
                  <a:cubicBezTo>
                    <a:pt x="880" y="50"/>
                    <a:pt x="873" y="42"/>
                    <a:pt x="871" y="39"/>
                  </a:cubicBezTo>
                  <a:cubicBezTo>
                    <a:pt x="869" y="35"/>
                    <a:pt x="840" y="42"/>
                    <a:pt x="840" y="45"/>
                  </a:cubicBezTo>
                  <a:close/>
                  <a:moveTo>
                    <a:pt x="576" y="206"/>
                  </a:moveTo>
                  <a:cubicBezTo>
                    <a:pt x="580" y="207"/>
                    <a:pt x="592" y="205"/>
                    <a:pt x="593" y="202"/>
                  </a:cubicBezTo>
                  <a:cubicBezTo>
                    <a:pt x="595" y="200"/>
                    <a:pt x="589" y="197"/>
                    <a:pt x="581" y="197"/>
                  </a:cubicBezTo>
                  <a:cubicBezTo>
                    <a:pt x="573" y="197"/>
                    <a:pt x="572" y="206"/>
                    <a:pt x="576" y="206"/>
                  </a:cubicBezTo>
                  <a:close/>
                  <a:moveTo>
                    <a:pt x="673" y="211"/>
                  </a:moveTo>
                  <a:cubicBezTo>
                    <a:pt x="679" y="214"/>
                    <a:pt x="683" y="213"/>
                    <a:pt x="682" y="208"/>
                  </a:cubicBezTo>
                  <a:cubicBezTo>
                    <a:pt x="681" y="202"/>
                    <a:pt x="669" y="209"/>
                    <a:pt x="673" y="211"/>
                  </a:cubicBezTo>
                  <a:close/>
                  <a:moveTo>
                    <a:pt x="892" y="92"/>
                  </a:moveTo>
                  <a:cubicBezTo>
                    <a:pt x="896" y="95"/>
                    <a:pt x="911" y="89"/>
                    <a:pt x="921" y="89"/>
                  </a:cubicBezTo>
                  <a:cubicBezTo>
                    <a:pt x="931" y="90"/>
                    <a:pt x="959" y="82"/>
                    <a:pt x="960" y="76"/>
                  </a:cubicBezTo>
                  <a:cubicBezTo>
                    <a:pt x="961" y="71"/>
                    <a:pt x="950" y="71"/>
                    <a:pt x="946" y="67"/>
                  </a:cubicBezTo>
                  <a:cubicBezTo>
                    <a:pt x="941" y="62"/>
                    <a:pt x="932" y="66"/>
                    <a:pt x="929" y="70"/>
                  </a:cubicBezTo>
                  <a:cubicBezTo>
                    <a:pt x="927" y="74"/>
                    <a:pt x="924" y="70"/>
                    <a:pt x="931" y="64"/>
                  </a:cubicBezTo>
                  <a:cubicBezTo>
                    <a:pt x="937" y="58"/>
                    <a:pt x="924" y="53"/>
                    <a:pt x="924" y="57"/>
                  </a:cubicBezTo>
                  <a:cubicBezTo>
                    <a:pt x="924" y="61"/>
                    <a:pt x="912" y="57"/>
                    <a:pt x="912" y="61"/>
                  </a:cubicBezTo>
                  <a:cubicBezTo>
                    <a:pt x="912" y="65"/>
                    <a:pt x="908" y="66"/>
                    <a:pt x="908" y="70"/>
                  </a:cubicBezTo>
                  <a:cubicBezTo>
                    <a:pt x="908" y="74"/>
                    <a:pt x="900" y="68"/>
                    <a:pt x="900" y="76"/>
                  </a:cubicBezTo>
                  <a:cubicBezTo>
                    <a:pt x="899" y="85"/>
                    <a:pt x="887" y="89"/>
                    <a:pt x="892" y="92"/>
                  </a:cubicBezTo>
                  <a:close/>
                  <a:moveTo>
                    <a:pt x="822" y="36"/>
                  </a:moveTo>
                  <a:cubicBezTo>
                    <a:pt x="829" y="39"/>
                    <a:pt x="826" y="40"/>
                    <a:pt x="820" y="40"/>
                  </a:cubicBezTo>
                  <a:cubicBezTo>
                    <a:pt x="813" y="40"/>
                    <a:pt x="807" y="42"/>
                    <a:pt x="812" y="44"/>
                  </a:cubicBezTo>
                  <a:cubicBezTo>
                    <a:pt x="815" y="46"/>
                    <a:pt x="815" y="49"/>
                    <a:pt x="822" y="51"/>
                  </a:cubicBezTo>
                  <a:cubicBezTo>
                    <a:pt x="829" y="53"/>
                    <a:pt x="836" y="47"/>
                    <a:pt x="835" y="43"/>
                  </a:cubicBezTo>
                  <a:cubicBezTo>
                    <a:pt x="834" y="39"/>
                    <a:pt x="859" y="35"/>
                    <a:pt x="866" y="34"/>
                  </a:cubicBezTo>
                  <a:cubicBezTo>
                    <a:pt x="873" y="32"/>
                    <a:pt x="862" y="25"/>
                    <a:pt x="869" y="24"/>
                  </a:cubicBezTo>
                  <a:cubicBezTo>
                    <a:pt x="876" y="24"/>
                    <a:pt x="873" y="20"/>
                    <a:pt x="864" y="19"/>
                  </a:cubicBezTo>
                  <a:cubicBezTo>
                    <a:pt x="855" y="18"/>
                    <a:pt x="859" y="10"/>
                    <a:pt x="856" y="7"/>
                  </a:cubicBezTo>
                  <a:cubicBezTo>
                    <a:pt x="853" y="5"/>
                    <a:pt x="851" y="11"/>
                    <a:pt x="840" y="13"/>
                  </a:cubicBezTo>
                  <a:cubicBezTo>
                    <a:pt x="828" y="15"/>
                    <a:pt x="822" y="18"/>
                    <a:pt x="827" y="21"/>
                  </a:cubicBezTo>
                  <a:cubicBezTo>
                    <a:pt x="832" y="23"/>
                    <a:pt x="827" y="29"/>
                    <a:pt x="822" y="28"/>
                  </a:cubicBezTo>
                  <a:cubicBezTo>
                    <a:pt x="817" y="28"/>
                    <a:pt x="816" y="33"/>
                    <a:pt x="822" y="36"/>
                  </a:cubicBezTo>
                  <a:close/>
                  <a:moveTo>
                    <a:pt x="1423" y="161"/>
                  </a:moveTo>
                  <a:cubicBezTo>
                    <a:pt x="1431" y="161"/>
                    <a:pt x="1435" y="169"/>
                    <a:pt x="1450" y="170"/>
                  </a:cubicBezTo>
                  <a:cubicBezTo>
                    <a:pt x="1465" y="171"/>
                    <a:pt x="1477" y="168"/>
                    <a:pt x="1477" y="165"/>
                  </a:cubicBezTo>
                  <a:cubicBezTo>
                    <a:pt x="1477" y="161"/>
                    <a:pt x="1463" y="156"/>
                    <a:pt x="1459" y="159"/>
                  </a:cubicBezTo>
                  <a:cubicBezTo>
                    <a:pt x="1454" y="162"/>
                    <a:pt x="1451" y="155"/>
                    <a:pt x="1446" y="156"/>
                  </a:cubicBezTo>
                  <a:cubicBezTo>
                    <a:pt x="1440" y="158"/>
                    <a:pt x="1433" y="158"/>
                    <a:pt x="1430" y="153"/>
                  </a:cubicBezTo>
                  <a:cubicBezTo>
                    <a:pt x="1428" y="148"/>
                    <a:pt x="1419" y="160"/>
                    <a:pt x="1423" y="161"/>
                  </a:cubicBezTo>
                  <a:close/>
                  <a:moveTo>
                    <a:pt x="1795" y="254"/>
                  </a:moveTo>
                  <a:cubicBezTo>
                    <a:pt x="1801" y="257"/>
                    <a:pt x="1805" y="250"/>
                    <a:pt x="1811" y="254"/>
                  </a:cubicBezTo>
                  <a:cubicBezTo>
                    <a:pt x="1816" y="257"/>
                    <a:pt x="1829" y="252"/>
                    <a:pt x="1834" y="251"/>
                  </a:cubicBezTo>
                  <a:cubicBezTo>
                    <a:pt x="1840" y="250"/>
                    <a:pt x="1837" y="243"/>
                    <a:pt x="1822" y="241"/>
                  </a:cubicBezTo>
                  <a:cubicBezTo>
                    <a:pt x="1807" y="239"/>
                    <a:pt x="1788" y="250"/>
                    <a:pt x="1795" y="254"/>
                  </a:cubicBezTo>
                  <a:close/>
                  <a:moveTo>
                    <a:pt x="1322" y="161"/>
                  </a:moveTo>
                  <a:cubicBezTo>
                    <a:pt x="1326" y="163"/>
                    <a:pt x="1328" y="166"/>
                    <a:pt x="1331" y="168"/>
                  </a:cubicBezTo>
                  <a:cubicBezTo>
                    <a:pt x="1333" y="171"/>
                    <a:pt x="1343" y="167"/>
                    <a:pt x="1347" y="166"/>
                  </a:cubicBezTo>
                  <a:cubicBezTo>
                    <a:pt x="1351" y="164"/>
                    <a:pt x="1352" y="172"/>
                    <a:pt x="1358" y="168"/>
                  </a:cubicBezTo>
                  <a:cubicBezTo>
                    <a:pt x="1364" y="164"/>
                    <a:pt x="1371" y="166"/>
                    <a:pt x="1378" y="166"/>
                  </a:cubicBezTo>
                  <a:cubicBezTo>
                    <a:pt x="1385" y="166"/>
                    <a:pt x="1377" y="157"/>
                    <a:pt x="1377" y="153"/>
                  </a:cubicBezTo>
                  <a:cubicBezTo>
                    <a:pt x="1377" y="149"/>
                    <a:pt x="1386" y="151"/>
                    <a:pt x="1383" y="155"/>
                  </a:cubicBezTo>
                  <a:cubicBezTo>
                    <a:pt x="1380" y="158"/>
                    <a:pt x="1387" y="166"/>
                    <a:pt x="1398" y="165"/>
                  </a:cubicBezTo>
                  <a:cubicBezTo>
                    <a:pt x="1408" y="164"/>
                    <a:pt x="1400" y="158"/>
                    <a:pt x="1406" y="155"/>
                  </a:cubicBezTo>
                  <a:cubicBezTo>
                    <a:pt x="1411" y="153"/>
                    <a:pt x="1410" y="150"/>
                    <a:pt x="1403" y="146"/>
                  </a:cubicBezTo>
                  <a:cubicBezTo>
                    <a:pt x="1395" y="141"/>
                    <a:pt x="1385" y="144"/>
                    <a:pt x="1378" y="141"/>
                  </a:cubicBezTo>
                  <a:cubicBezTo>
                    <a:pt x="1371" y="138"/>
                    <a:pt x="1363" y="138"/>
                    <a:pt x="1362" y="145"/>
                  </a:cubicBezTo>
                  <a:cubicBezTo>
                    <a:pt x="1362" y="152"/>
                    <a:pt x="1348" y="137"/>
                    <a:pt x="1341" y="135"/>
                  </a:cubicBezTo>
                  <a:cubicBezTo>
                    <a:pt x="1333" y="132"/>
                    <a:pt x="1311" y="155"/>
                    <a:pt x="1322" y="161"/>
                  </a:cubicBezTo>
                  <a:close/>
                  <a:moveTo>
                    <a:pt x="1391" y="204"/>
                  </a:moveTo>
                  <a:cubicBezTo>
                    <a:pt x="1397" y="202"/>
                    <a:pt x="1387" y="191"/>
                    <a:pt x="1377" y="190"/>
                  </a:cubicBezTo>
                  <a:cubicBezTo>
                    <a:pt x="1366" y="188"/>
                    <a:pt x="1357" y="196"/>
                    <a:pt x="1358" y="198"/>
                  </a:cubicBezTo>
                  <a:cubicBezTo>
                    <a:pt x="1361" y="203"/>
                    <a:pt x="1385" y="205"/>
                    <a:pt x="1391" y="204"/>
                  </a:cubicBezTo>
                  <a:close/>
                  <a:moveTo>
                    <a:pt x="1365" y="182"/>
                  </a:moveTo>
                  <a:cubicBezTo>
                    <a:pt x="1365" y="177"/>
                    <a:pt x="1347" y="183"/>
                    <a:pt x="1354" y="186"/>
                  </a:cubicBezTo>
                  <a:cubicBezTo>
                    <a:pt x="1358" y="187"/>
                    <a:pt x="1365" y="187"/>
                    <a:pt x="1365" y="182"/>
                  </a:cubicBezTo>
                  <a:close/>
                  <a:moveTo>
                    <a:pt x="1389" y="589"/>
                  </a:moveTo>
                  <a:cubicBezTo>
                    <a:pt x="1385" y="579"/>
                    <a:pt x="1394" y="570"/>
                    <a:pt x="1387" y="565"/>
                  </a:cubicBezTo>
                  <a:cubicBezTo>
                    <a:pt x="1381" y="560"/>
                    <a:pt x="1383" y="549"/>
                    <a:pt x="1380" y="551"/>
                  </a:cubicBezTo>
                  <a:cubicBezTo>
                    <a:pt x="1377" y="553"/>
                    <a:pt x="1380" y="562"/>
                    <a:pt x="1375" y="563"/>
                  </a:cubicBezTo>
                  <a:cubicBezTo>
                    <a:pt x="1369" y="564"/>
                    <a:pt x="1374" y="569"/>
                    <a:pt x="1372" y="575"/>
                  </a:cubicBezTo>
                  <a:cubicBezTo>
                    <a:pt x="1370" y="582"/>
                    <a:pt x="1373" y="592"/>
                    <a:pt x="1376" y="598"/>
                  </a:cubicBezTo>
                  <a:cubicBezTo>
                    <a:pt x="1379" y="604"/>
                    <a:pt x="1372" y="636"/>
                    <a:pt x="1375" y="641"/>
                  </a:cubicBezTo>
                  <a:cubicBezTo>
                    <a:pt x="1378" y="646"/>
                    <a:pt x="1371" y="670"/>
                    <a:pt x="1373" y="673"/>
                  </a:cubicBezTo>
                  <a:cubicBezTo>
                    <a:pt x="1377" y="677"/>
                    <a:pt x="1374" y="666"/>
                    <a:pt x="1380" y="665"/>
                  </a:cubicBezTo>
                  <a:cubicBezTo>
                    <a:pt x="1386" y="664"/>
                    <a:pt x="1386" y="672"/>
                    <a:pt x="1390" y="674"/>
                  </a:cubicBezTo>
                  <a:cubicBezTo>
                    <a:pt x="1394" y="675"/>
                    <a:pt x="1391" y="663"/>
                    <a:pt x="1388" y="664"/>
                  </a:cubicBezTo>
                  <a:cubicBezTo>
                    <a:pt x="1385" y="664"/>
                    <a:pt x="1382" y="656"/>
                    <a:pt x="1380" y="650"/>
                  </a:cubicBezTo>
                  <a:cubicBezTo>
                    <a:pt x="1379" y="645"/>
                    <a:pt x="1384" y="639"/>
                    <a:pt x="1384" y="632"/>
                  </a:cubicBezTo>
                  <a:cubicBezTo>
                    <a:pt x="1384" y="625"/>
                    <a:pt x="1392" y="626"/>
                    <a:pt x="1397" y="631"/>
                  </a:cubicBezTo>
                  <a:cubicBezTo>
                    <a:pt x="1402" y="636"/>
                    <a:pt x="1403" y="632"/>
                    <a:pt x="1401" y="629"/>
                  </a:cubicBezTo>
                  <a:cubicBezTo>
                    <a:pt x="1399" y="625"/>
                    <a:pt x="1392" y="598"/>
                    <a:pt x="1389" y="589"/>
                  </a:cubicBezTo>
                  <a:close/>
                  <a:moveTo>
                    <a:pt x="326" y="292"/>
                  </a:moveTo>
                  <a:cubicBezTo>
                    <a:pt x="335" y="300"/>
                    <a:pt x="343" y="288"/>
                    <a:pt x="347" y="287"/>
                  </a:cubicBezTo>
                  <a:cubicBezTo>
                    <a:pt x="351" y="287"/>
                    <a:pt x="344" y="282"/>
                    <a:pt x="337" y="280"/>
                  </a:cubicBezTo>
                  <a:cubicBezTo>
                    <a:pt x="330" y="278"/>
                    <a:pt x="319" y="285"/>
                    <a:pt x="326" y="292"/>
                  </a:cubicBezTo>
                  <a:close/>
                  <a:moveTo>
                    <a:pt x="340" y="22"/>
                  </a:moveTo>
                  <a:cubicBezTo>
                    <a:pt x="345" y="26"/>
                    <a:pt x="327" y="25"/>
                    <a:pt x="325" y="28"/>
                  </a:cubicBezTo>
                  <a:cubicBezTo>
                    <a:pt x="323" y="31"/>
                    <a:pt x="312" y="30"/>
                    <a:pt x="314" y="34"/>
                  </a:cubicBezTo>
                  <a:cubicBezTo>
                    <a:pt x="316" y="38"/>
                    <a:pt x="333" y="38"/>
                    <a:pt x="333" y="35"/>
                  </a:cubicBezTo>
                  <a:cubicBezTo>
                    <a:pt x="333" y="32"/>
                    <a:pt x="342" y="35"/>
                    <a:pt x="342" y="32"/>
                  </a:cubicBezTo>
                  <a:cubicBezTo>
                    <a:pt x="342" y="29"/>
                    <a:pt x="346" y="25"/>
                    <a:pt x="355" y="25"/>
                  </a:cubicBezTo>
                  <a:cubicBezTo>
                    <a:pt x="365" y="24"/>
                    <a:pt x="365" y="21"/>
                    <a:pt x="356" y="17"/>
                  </a:cubicBezTo>
                  <a:cubicBezTo>
                    <a:pt x="347" y="13"/>
                    <a:pt x="336" y="19"/>
                    <a:pt x="340" y="22"/>
                  </a:cubicBezTo>
                  <a:close/>
                  <a:moveTo>
                    <a:pt x="309" y="25"/>
                  </a:moveTo>
                  <a:cubicBezTo>
                    <a:pt x="317" y="18"/>
                    <a:pt x="327" y="25"/>
                    <a:pt x="328" y="22"/>
                  </a:cubicBezTo>
                  <a:cubicBezTo>
                    <a:pt x="329" y="18"/>
                    <a:pt x="314" y="17"/>
                    <a:pt x="308" y="20"/>
                  </a:cubicBezTo>
                  <a:cubicBezTo>
                    <a:pt x="302" y="23"/>
                    <a:pt x="289" y="21"/>
                    <a:pt x="291" y="25"/>
                  </a:cubicBezTo>
                  <a:cubicBezTo>
                    <a:pt x="292" y="27"/>
                    <a:pt x="301" y="32"/>
                    <a:pt x="309" y="25"/>
                  </a:cubicBezTo>
                  <a:close/>
                  <a:moveTo>
                    <a:pt x="1036" y="176"/>
                  </a:moveTo>
                  <a:cubicBezTo>
                    <a:pt x="1034" y="178"/>
                    <a:pt x="1027" y="178"/>
                    <a:pt x="1029" y="181"/>
                  </a:cubicBezTo>
                  <a:cubicBezTo>
                    <a:pt x="1032" y="185"/>
                    <a:pt x="1049" y="183"/>
                    <a:pt x="1049" y="178"/>
                  </a:cubicBezTo>
                  <a:cubicBezTo>
                    <a:pt x="1050" y="172"/>
                    <a:pt x="1037" y="173"/>
                    <a:pt x="1036" y="176"/>
                  </a:cubicBezTo>
                  <a:close/>
                  <a:moveTo>
                    <a:pt x="1923" y="348"/>
                  </a:moveTo>
                  <a:cubicBezTo>
                    <a:pt x="1920" y="347"/>
                    <a:pt x="1909" y="340"/>
                    <a:pt x="1906" y="337"/>
                  </a:cubicBezTo>
                  <a:cubicBezTo>
                    <a:pt x="1904" y="333"/>
                    <a:pt x="1891" y="331"/>
                    <a:pt x="1891" y="333"/>
                  </a:cubicBezTo>
                  <a:cubicBezTo>
                    <a:pt x="1891" y="335"/>
                    <a:pt x="1887" y="332"/>
                    <a:pt x="1886" y="330"/>
                  </a:cubicBezTo>
                  <a:cubicBezTo>
                    <a:pt x="1885" y="328"/>
                    <a:pt x="1871" y="328"/>
                    <a:pt x="1871" y="330"/>
                  </a:cubicBezTo>
                  <a:cubicBezTo>
                    <a:pt x="1871" y="332"/>
                    <a:pt x="1874" y="333"/>
                    <a:pt x="1876" y="335"/>
                  </a:cubicBezTo>
                  <a:cubicBezTo>
                    <a:pt x="1878" y="338"/>
                    <a:pt x="1873" y="339"/>
                    <a:pt x="1874" y="342"/>
                  </a:cubicBezTo>
                  <a:cubicBezTo>
                    <a:pt x="1875" y="345"/>
                    <a:pt x="1869" y="341"/>
                    <a:pt x="1867" y="339"/>
                  </a:cubicBezTo>
                  <a:cubicBezTo>
                    <a:pt x="1865" y="338"/>
                    <a:pt x="1866" y="331"/>
                    <a:pt x="1867" y="328"/>
                  </a:cubicBezTo>
                  <a:cubicBezTo>
                    <a:pt x="1867" y="324"/>
                    <a:pt x="1863" y="325"/>
                    <a:pt x="1862" y="322"/>
                  </a:cubicBezTo>
                  <a:cubicBezTo>
                    <a:pt x="1862" y="318"/>
                    <a:pt x="1847" y="312"/>
                    <a:pt x="1841" y="309"/>
                  </a:cubicBezTo>
                  <a:cubicBezTo>
                    <a:pt x="1834" y="306"/>
                    <a:pt x="1826" y="304"/>
                    <a:pt x="1824" y="301"/>
                  </a:cubicBezTo>
                  <a:cubicBezTo>
                    <a:pt x="1822" y="297"/>
                    <a:pt x="1810" y="297"/>
                    <a:pt x="1806" y="292"/>
                  </a:cubicBezTo>
                  <a:cubicBezTo>
                    <a:pt x="1802" y="288"/>
                    <a:pt x="1783" y="280"/>
                    <a:pt x="1775" y="279"/>
                  </a:cubicBezTo>
                  <a:cubicBezTo>
                    <a:pt x="1766" y="279"/>
                    <a:pt x="1768" y="274"/>
                    <a:pt x="1764" y="275"/>
                  </a:cubicBezTo>
                  <a:cubicBezTo>
                    <a:pt x="1760" y="276"/>
                    <a:pt x="1743" y="275"/>
                    <a:pt x="1738" y="274"/>
                  </a:cubicBezTo>
                  <a:cubicBezTo>
                    <a:pt x="1732" y="273"/>
                    <a:pt x="1731" y="277"/>
                    <a:pt x="1727" y="276"/>
                  </a:cubicBezTo>
                  <a:cubicBezTo>
                    <a:pt x="1724" y="274"/>
                    <a:pt x="1704" y="267"/>
                    <a:pt x="1701" y="270"/>
                  </a:cubicBezTo>
                  <a:cubicBezTo>
                    <a:pt x="1699" y="272"/>
                    <a:pt x="1700" y="276"/>
                    <a:pt x="1698" y="277"/>
                  </a:cubicBezTo>
                  <a:cubicBezTo>
                    <a:pt x="1695" y="278"/>
                    <a:pt x="1698" y="281"/>
                    <a:pt x="1703" y="286"/>
                  </a:cubicBezTo>
                  <a:cubicBezTo>
                    <a:pt x="1709" y="291"/>
                    <a:pt x="1705" y="295"/>
                    <a:pt x="1700" y="297"/>
                  </a:cubicBezTo>
                  <a:cubicBezTo>
                    <a:pt x="1695" y="299"/>
                    <a:pt x="1687" y="295"/>
                    <a:pt x="1685" y="291"/>
                  </a:cubicBezTo>
                  <a:cubicBezTo>
                    <a:pt x="1682" y="287"/>
                    <a:pt x="1676" y="289"/>
                    <a:pt x="1674" y="284"/>
                  </a:cubicBezTo>
                  <a:cubicBezTo>
                    <a:pt x="1672" y="279"/>
                    <a:pt x="1676" y="278"/>
                    <a:pt x="1679" y="281"/>
                  </a:cubicBezTo>
                  <a:cubicBezTo>
                    <a:pt x="1683" y="284"/>
                    <a:pt x="1687" y="281"/>
                    <a:pt x="1688" y="278"/>
                  </a:cubicBezTo>
                  <a:cubicBezTo>
                    <a:pt x="1688" y="274"/>
                    <a:pt x="1679" y="272"/>
                    <a:pt x="1673" y="272"/>
                  </a:cubicBezTo>
                  <a:cubicBezTo>
                    <a:pt x="1668" y="272"/>
                    <a:pt x="1665" y="279"/>
                    <a:pt x="1660" y="282"/>
                  </a:cubicBezTo>
                  <a:cubicBezTo>
                    <a:pt x="1655" y="285"/>
                    <a:pt x="1634" y="281"/>
                    <a:pt x="1632" y="279"/>
                  </a:cubicBezTo>
                  <a:cubicBezTo>
                    <a:pt x="1630" y="277"/>
                    <a:pt x="1601" y="279"/>
                    <a:pt x="1598" y="281"/>
                  </a:cubicBezTo>
                  <a:cubicBezTo>
                    <a:pt x="1595" y="283"/>
                    <a:pt x="1597" y="291"/>
                    <a:pt x="1596" y="292"/>
                  </a:cubicBezTo>
                  <a:cubicBezTo>
                    <a:pt x="1594" y="292"/>
                    <a:pt x="1593" y="283"/>
                    <a:pt x="1593" y="281"/>
                  </a:cubicBezTo>
                  <a:cubicBezTo>
                    <a:pt x="1593" y="279"/>
                    <a:pt x="1589" y="278"/>
                    <a:pt x="1584" y="278"/>
                  </a:cubicBezTo>
                  <a:cubicBezTo>
                    <a:pt x="1579" y="278"/>
                    <a:pt x="1576" y="278"/>
                    <a:pt x="1578" y="275"/>
                  </a:cubicBezTo>
                  <a:cubicBezTo>
                    <a:pt x="1580" y="273"/>
                    <a:pt x="1576" y="271"/>
                    <a:pt x="1580" y="268"/>
                  </a:cubicBezTo>
                  <a:cubicBezTo>
                    <a:pt x="1584" y="265"/>
                    <a:pt x="1573" y="257"/>
                    <a:pt x="1562" y="252"/>
                  </a:cubicBezTo>
                  <a:cubicBezTo>
                    <a:pt x="1551" y="248"/>
                    <a:pt x="1526" y="250"/>
                    <a:pt x="1519" y="252"/>
                  </a:cubicBezTo>
                  <a:cubicBezTo>
                    <a:pt x="1512" y="254"/>
                    <a:pt x="1499" y="254"/>
                    <a:pt x="1493" y="254"/>
                  </a:cubicBezTo>
                  <a:cubicBezTo>
                    <a:pt x="1486" y="254"/>
                    <a:pt x="1491" y="251"/>
                    <a:pt x="1490" y="248"/>
                  </a:cubicBezTo>
                  <a:cubicBezTo>
                    <a:pt x="1488" y="245"/>
                    <a:pt x="1477" y="242"/>
                    <a:pt x="1475" y="244"/>
                  </a:cubicBezTo>
                  <a:cubicBezTo>
                    <a:pt x="1474" y="247"/>
                    <a:pt x="1471" y="244"/>
                    <a:pt x="1471" y="242"/>
                  </a:cubicBezTo>
                  <a:cubicBezTo>
                    <a:pt x="1471" y="241"/>
                    <a:pt x="1461" y="237"/>
                    <a:pt x="1457" y="238"/>
                  </a:cubicBezTo>
                  <a:cubicBezTo>
                    <a:pt x="1453" y="239"/>
                    <a:pt x="1451" y="234"/>
                    <a:pt x="1456" y="234"/>
                  </a:cubicBezTo>
                  <a:cubicBezTo>
                    <a:pt x="1460" y="234"/>
                    <a:pt x="1468" y="235"/>
                    <a:pt x="1465" y="230"/>
                  </a:cubicBezTo>
                  <a:cubicBezTo>
                    <a:pt x="1461" y="224"/>
                    <a:pt x="1431" y="223"/>
                    <a:pt x="1429" y="224"/>
                  </a:cubicBezTo>
                  <a:cubicBezTo>
                    <a:pt x="1426" y="225"/>
                    <a:pt x="1428" y="229"/>
                    <a:pt x="1422" y="235"/>
                  </a:cubicBezTo>
                  <a:cubicBezTo>
                    <a:pt x="1415" y="241"/>
                    <a:pt x="1409" y="237"/>
                    <a:pt x="1410" y="234"/>
                  </a:cubicBezTo>
                  <a:cubicBezTo>
                    <a:pt x="1411" y="231"/>
                    <a:pt x="1419" y="231"/>
                    <a:pt x="1419" y="228"/>
                  </a:cubicBezTo>
                  <a:cubicBezTo>
                    <a:pt x="1419" y="225"/>
                    <a:pt x="1408" y="227"/>
                    <a:pt x="1406" y="224"/>
                  </a:cubicBezTo>
                  <a:cubicBezTo>
                    <a:pt x="1404" y="222"/>
                    <a:pt x="1408" y="220"/>
                    <a:pt x="1412" y="221"/>
                  </a:cubicBezTo>
                  <a:cubicBezTo>
                    <a:pt x="1416" y="223"/>
                    <a:pt x="1423" y="223"/>
                    <a:pt x="1424" y="221"/>
                  </a:cubicBezTo>
                  <a:cubicBezTo>
                    <a:pt x="1424" y="220"/>
                    <a:pt x="1420" y="219"/>
                    <a:pt x="1413" y="218"/>
                  </a:cubicBezTo>
                  <a:cubicBezTo>
                    <a:pt x="1406" y="217"/>
                    <a:pt x="1390" y="213"/>
                    <a:pt x="1382" y="214"/>
                  </a:cubicBezTo>
                  <a:cubicBezTo>
                    <a:pt x="1373" y="215"/>
                    <a:pt x="1369" y="211"/>
                    <a:pt x="1365" y="210"/>
                  </a:cubicBezTo>
                  <a:cubicBezTo>
                    <a:pt x="1360" y="210"/>
                    <a:pt x="1360" y="213"/>
                    <a:pt x="1362" y="216"/>
                  </a:cubicBezTo>
                  <a:cubicBezTo>
                    <a:pt x="1364" y="218"/>
                    <a:pt x="1358" y="220"/>
                    <a:pt x="1352" y="219"/>
                  </a:cubicBezTo>
                  <a:cubicBezTo>
                    <a:pt x="1347" y="218"/>
                    <a:pt x="1339" y="222"/>
                    <a:pt x="1342" y="226"/>
                  </a:cubicBezTo>
                  <a:cubicBezTo>
                    <a:pt x="1345" y="230"/>
                    <a:pt x="1348" y="225"/>
                    <a:pt x="1351" y="226"/>
                  </a:cubicBezTo>
                  <a:cubicBezTo>
                    <a:pt x="1353" y="228"/>
                    <a:pt x="1344" y="230"/>
                    <a:pt x="1348" y="232"/>
                  </a:cubicBezTo>
                  <a:cubicBezTo>
                    <a:pt x="1352" y="234"/>
                    <a:pt x="1351" y="238"/>
                    <a:pt x="1351" y="240"/>
                  </a:cubicBezTo>
                  <a:cubicBezTo>
                    <a:pt x="1351" y="242"/>
                    <a:pt x="1345" y="243"/>
                    <a:pt x="1342" y="240"/>
                  </a:cubicBezTo>
                  <a:cubicBezTo>
                    <a:pt x="1340" y="237"/>
                    <a:pt x="1336" y="240"/>
                    <a:pt x="1331" y="239"/>
                  </a:cubicBezTo>
                  <a:cubicBezTo>
                    <a:pt x="1327" y="239"/>
                    <a:pt x="1323" y="241"/>
                    <a:pt x="1328" y="242"/>
                  </a:cubicBezTo>
                  <a:cubicBezTo>
                    <a:pt x="1333" y="242"/>
                    <a:pt x="1335" y="246"/>
                    <a:pt x="1328" y="246"/>
                  </a:cubicBezTo>
                  <a:cubicBezTo>
                    <a:pt x="1322" y="247"/>
                    <a:pt x="1323" y="240"/>
                    <a:pt x="1319" y="241"/>
                  </a:cubicBezTo>
                  <a:cubicBezTo>
                    <a:pt x="1315" y="242"/>
                    <a:pt x="1307" y="238"/>
                    <a:pt x="1302" y="238"/>
                  </a:cubicBezTo>
                  <a:cubicBezTo>
                    <a:pt x="1297" y="238"/>
                    <a:pt x="1295" y="242"/>
                    <a:pt x="1289" y="242"/>
                  </a:cubicBezTo>
                  <a:cubicBezTo>
                    <a:pt x="1283" y="243"/>
                    <a:pt x="1274" y="239"/>
                    <a:pt x="1272" y="236"/>
                  </a:cubicBezTo>
                  <a:cubicBezTo>
                    <a:pt x="1269" y="232"/>
                    <a:pt x="1269" y="231"/>
                    <a:pt x="1266" y="235"/>
                  </a:cubicBezTo>
                  <a:cubicBezTo>
                    <a:pt x="1263" y="239"/>
                    <a:pt x="1262" y="246"/>
                    <a:pt x="1259" y="247"/>
                  </a:cubicBezTo>
                  <a:cubicBezTo>
                    <a:pt x="1256" y="247"/>
                    <a:pt x="1255" y="254"/>
                    <a:pt x="1252" y="256"/>
                  </a:cubicBezTo>
                  <a:cubicBezTo>
                    <a:pt x="1249" y="257"/>
                    <a:pt x="1249" y="253"/>
                    <a:pt x="1245" y="253"/>
                  </a:cubicBezTo>
                  <a:cubicBezTo>
                    <a:pt x="1241" y="254"/>
                    <a:pt x="1229" y="242"/>
                    <a:pt x="1228" y="238"/>
                  </a:cubicBezTo>
                  <a:cubicBezTo>
                    <a:pt x="1228" y="235"/>
                    <a:pt x="1220" y="228"/>
                    <a:pt x="1218" y="227"/>
                  </a:cubicBezTo>
                  <a:cubicBezTo>
                    <a:pt x="1216" y="225"/>
                    <a:pt x="1220" y="225"/>
                    <a:pt x="1223" y="227"/>
                  </a:cubicBezTo>
                  <a:cubicBezTo>
                    <a:pt x="1225" y="229"/>
                    <a:pt x="1228" y="229"/>
                    <a:pt x="1231" y="228"/>
                  </a:cubicBezTo>
                  <a:cubicBezTo>
                    <a:pt x="1233" y="226"/>
                    <a:pt x="1233" y="220"/>
                    <a:pt x="1229" y="220"/>
                  </a:cubicBezTo>
                  <a:cubicBezTo>
                    <a:pt x="1224" y="220"/>
                    <a:pt x="1226" y="216"/>
                    <a:pt x="1228" y="216"/>
                  </a:cubicBezTo>
                  <a:cubicBezTo>
                    <a:pt x="1230" y="215"/>
                    <a:pt x="1223" y="208"/>
                    <a:pt x="1226" y="208"/>
                  </a:cubicBezTo>
                  <a:cubicBezTo>
                    <a:pt x="1228" y="207"/>
                    <a:pt x="1227" y="204"/>
                    <a:pt x="1224" y="204"/>
                  </a:cubicBezTo>
                  <a:cubicBezTo>
                    <a:pt x="1220" y="203"/>
                    <a:pt x="1216" y="200"/>
                    <a:pt x="1216" y="198"/>
                  </a:cubicBezTo>
                  <a:cubicBezTo>
                    <a:pt x="1216" y="197"/>
                    <a:pt x="1200" y="196"/>
                    <a:pt x="1201" y="199"/>
                  </a:cubicBezTo>
                  <a:cubicBezTo>
                    <a:pt x="1202" y="201"/>
                    <a:pt x="1196" y="200"/>
                    <a:pt x="1197" y="198"/>
                  </a:cubicBezTo>
                  <a:cubicBezTo>
                    <a:pt x="1198" y="196"/>
                    <a:pt x="1191" y="197"/>
                    <a:pt x="1184" y="195"/>
                  </a:cubicBezTo>
                  <a:cubicBezTo>
                    <a:pt x="1177" y="193"/>
                    <a:pt x="1176" y="188"/>
                    <a:pt x="1174" y="187"/>
                  </a:cubicBezTo>
                  <a:cubicBezTo>
                    <a:pt x="1171" y="187"/>
                    <a:pt x="1172" y="194"/>
                    <a:pt x="1169" y="193"/>
                  </a:cubicBezTo>
                  <a:cubicBezTo>
                    <a:pt x="1165" y="191"/>
                    <a:pt x="1161" y="194"/>
                    <a:pt x="1163" y="199"/>
                  </a:cubicBezTo>
                  <a:cubicBezTo>
                    <a:pt x="1165" y="203"/>
                    <a:pt x="1163" y="204"/>
                    <a:pt x="1163" y="207"/>
                  </a:cubicBezTo>
                  <a:cubicBezTo>
                    <a:pt x="1162" y="211"/>
                    <a:pt x="1160" y="209"/>
                    <a:pt x="1156" y="208"/>
                  </a:cubicBezTo>
                  <a:cubicBezTo>
                    <a:pt x="1152" y="206"/>
                    <a:pt x="1152" y="211"/>
                    <a:pt x="1142" y="209"/>
                  </a:cubicBezTo>
                  <a:cubicBezTo>
                    <a:pt x="1133" y="207"/>
                    <a:pt x="1129" y="209"/>
                    <a:pt x="1127" y="206"/>
                  </a:cubicBezTo>
                  <a:cubicBezTo>
                    <a:pt x="1126" y="203"/>
                    <a:pt x="1123" y="203"/>
                    <a:pt x="1122" y="205"/>
                  </a:cubicBezTo>
                  <a:cubicBezTo>
                    <a:pt x="1122" y="208"/>
                    <a:pt x="1108" y="207"/>
                    <a:pt x="1107" y="203"/>
                  </a:cubicBezTo>
                  <a:cubicBezTo>
                    <a:pt x="1105" y="199"/>
                    <a:pt x="1109" y="199"/>
                    <a:pt x="1111" y="198"/>
                  </a:cubicBezTo>
                  <a:cubicBezTo>
                    <a:pt x="1113" y="197"/>
                    <a:pt x="1109" y="195"/>
                    <a:pt x="1101" y="196"/>
                  </a:cubicBezTo>
                  <a:cubicBezTo>
                    <a:pt x="1093" y="196"/>
                    <a:pt x="1088" y="192"/>
                    <a:pt x="1080" y="193"/>
                  </a:cubicBezTo>
                  <a:cubicBezTo>
                    <a:pt x="1072" y="193"/>
                    <a:pt x="1054" y="195"/>
                    <a:pt x="1052" y="196"/>
                  </a:cubicBezTo>
                  <a:cubicBezTo>
                    <a:pt x="1049" y="197"/>
                    <a:pt x="1054" y="202"/>
                    <a:pt x="1050" y="202"/>
                  </a:cubicBezTo>
                  <a:cubicBezTo>
                    <a:pt x="1047" y="203"/>
                    <a:pt x="1049" y="195"/>
                    <a:pt x="1049" y="191"/>
                  </a:cubicBezTo>
                  <a:cubicBezTo>
                    <a:pt x="1048" y="188"/>
                    <a:pt x="1042" y="187"/>
                    <a:pt x="1043" y="190"/>
                  </a:cubicBezTo>
                  <a:cubicBezTo>
                    <a:pt x="1044" y="193"/>
                    <a:pt x="1034" y="194"/>
                    <a:pt x="1031" y="192"/>
                  </a:cubicBezTo>
                  <a:cubicBezTo>
                    <a:pt x="1029" y="189"/>
                    <a:pt x="1025" y="187"/>
                    <a:pt x="1018" y="185"/>
                  </a:cubicBezTo>
                  <a:cubicBezTo>
                    <a:pt x="1012" y="183"/>
                    <a:pt x="1004" y="190"/>
                    <a:pt x="1006" y="192"/>
                  </a:cubicBezTo>
                  <a:cubicBezTo>
                    <a:pt x="1007" y="194"/>
                    <a:pt x="1012" y="193"/>
                    <a:pt x="1012" y="194"/>
                  </a:cubicBezTo>
                  <a:cubicBezTo>
                    <a:pt x="1013" y="197"/>
                    <a:pt x="999" y="196"/>
                    <a:pt x="999" y="198"/>
                  </a:cubicBezTo>
                  <a:cubicBezTo>
                    <a:pt x="999" y="200"/>
                    <a:pt x="985" y="204"/>
                    <a:pt x="981" y="204"/>
                  </a:cubicBezTo>
                  <a:cubicBezTo>
                    <a:pt x="970" y="205"/>
                    <a:pt x="968" y="205"/>
                    <a:pt x="963" y="210"/>
                  </a:cubicBezTo>
                  <a:cubicBezTo>
                    <a:pt x="958" y="214"/>
                    <a:pt x="962" y="206"/>
                    <a:pt x="966" y="202"/>
                  </a:cubicBezTo>
                  <a:cubicBezTo>
                    <a:pt x="970" y="198"/>
                    <a:pt x="974" y="200"/>
                    <a:pt x="976" y="196"/>
                  </a:cubicBezTo>
                  <a:cubicBezTo>
                    <a:pt x="979" y="193"/>
                    <a:pt x="982" y="194"/>
                    <a:pt x="989" y="193"/>
                  </a:cubicBezTo>
                  <a:cubicBezTo>
                    <a:pt x="995" y="192"/>
                    <a:pt x="995" y="188"/>
                    <a:pt x="998" y="187"/>
                  </a:cubicBezTo>
                  <a:cubicBezTo>
                    <a:pt x="1001" y="185"/>
                    <a:pt x="1008" y="182"/>
                    <a:pt x="1009" y="179"/>
                  </a:cubicBezTo>
                  <a:cubicBezTo>
                    <a:pt x="1011" y="176"/>
                    <a:pt x="1026" y="171"/>
                    <a:pt x="1029" y="172"/>
                  </a:cubicBezTo>
                  <a:cubicBezTo>
                    <a:pt x="1032" y="172"/>
                    <a:pt x="1032" y="166"/>
                    <a:pt x="1034" y="166"/>
                  </a:cubicBezTo>
                  <a:cubicBezTo>
                    <a:pt x="1036" y="166"/>
                    <a:pt x="1044" y="162"/>
                    <a:pt x="1048" y="160"/>
                  </a:cubicBezTo>
                  <a:cubicBezTo>
                    <a:pt x="1051" y="159"/>
                    <a:pt x="1053" y="156"/>
                    <a:pt x="1053" y="153"/>
                  </a:cubicBezTo>
                  <a:cubicBezTo>
                    <a:pt x="1053" y="151"/>
                    <a:pt x="1048" y="152"/>
                    <a:pt x="1048" y="150"/>
                  </a:cubicBezTo>
                  <a:cubicBezTo>
                    <a:pt x="1047" y="148"/>
                    <a:pt x="1050" y="149"/>
                    <a:pt x="1053" y="148"/>
                  </a:cubicBezTo>
                  <a:cubicBezTo>
                    <a:pt x="1057" y="146"/>
                    <a:pt x="1053" y="142"/>
                    <a:pt x="1051" y="142"/>
                  </a:cubicBezTo>
                  <a:cubicBezTo>
                    <a:pt x="1048" y="143"/>
                    <a:pt x="1052" y="140"/>
                    <a:pt x="1050" y="137"/>
                  </a:cubicBezTo>
                  <a:cubicBezTo>
                    <a:pt x="1047" y="134"/>
                    <a:pt x="1042" y="139"/>
                    <a:pt x="1042" y="136"/>
                  </a:cubicBezTo>
                  <a:cubicBezTo>
                    <a:pt x="1042" y="132"/>
                    <a:pt x="1042" y="128"/>
                    <a:pt x="1040" y="126"/>
                  </a:cubicBezTo>
                  <a:cubicBezTo>
                    <a:pt x="1038" y="124"/>
                    <a:pt x="1034" y="130"/>
                    <a:pt x="1030" y="127"/>
                  </a:cubicBezTo>
                  <a:cubicBezTo>
                    <a:pt x="1026" y="124"/>
                    <a:pt x="1014" y="122"/>
                    <a:pt x="1014" y="123"/>
                  </a:cubicBezTo>
                  <a:cubicBezTo>
                    <a:pt x="1014" y="124"/>
                    <a:pt x="1008" y="121"/>
                    <a:pt x="1007" y="122"/>
                  </a:cubicBezTo>
                  <a:cubicBezTo>
                    <a:pt x="1006" y="124"/>
                    <a:pt x="996" y="123"/>
                    <a:pt x="993" y="123"/>
                  </a:cubicBezTo>
                  <a:cubicBezTo>
                    <a:pt x="990" y="122"/>
                    <a:pt x="986" y="124"/>
                    <a:pt x="986" y="127"/>
                  </a:cubicBezTo>
                  <a:cubicBezTo>
                    <a:pt x="985" y="130"/>
                    <a:pt x="974" y="129"/>
                    <a:pt x="971" y="128"/>
                  </a:cubicBezTo>
                  <a:cubicBezTo>
                    <a:pt x="969" y="128"/>
                    <a:pt x="980" y="119"/>
                    <a:pt x="980" y="118"/>
                  </a:cubicBezTo>
                  <a:cubicBezTo>
                    <a:pt x="980" y="116"/>
                    <a:pt x="962" y="118"/>
                    <a:pt x="961" y="116"/>
                  </a:cubicBezTo>
                  <a:cubicBezTo>
                    <a:pt x="960" y="115"/>
                    <a:pt x="952" y="114"/>
                    <a:pt x="948" y="114"/>
                  </a:cubicBezTo>
                  <a:cubicBezTo>
                    <a:pt x="944" y="114"/>
                    <a:pt x="948" y="113"/>
                    <a:pt x="951" y="113"/>
                  </a:cubicBezTo>
                  <a:cubicBezTo>
                    <a:pt x="955" y="113"/>
                    <a:pt x="958" y="110"/>
                    <a:pt x="962" y="109"/>
                  </a:cubicBezTo>
                  <a:cubicBezTo>
                    <a:pt x="965" y="108"/>
                    <a:pt x="965" y="107"/>
                    <a:pt x="963" y="105"/>
                  </a:cubicBezTo>
                  <a:cubicBezTo>
                    <a:pt x="961" y="102"/>
                    <a:pt x="957" y="103"/>
                    <a:pt x="953" y="102"/>
                  </a:cubicBezTo>
                  <a:cubicBezTo>
                    <a:pt x="950" y="101"/>
                    <a:pt x="945" y="99"/>
                    <a:pt x="942" y="99"/>
                  </a:cubicBezTo>
                  <a:cubicBezTo>
                    <a:pt x="938" y="99"/>
                    <a:pt x="935" y="101"/>
                    <a:pt x="927" y="102"/>
                  </a:cubicBezTo>
                  <a:cubicBezTo>
                    <a:pt x="919" y="104"/>
                    <a:pt x="918" y="110"/>
                    <a:pt x="914" y="112"/>
                  </a:cubicBezTo>
                  <a:cubicBezTo>
                    <a:pt x="910" y="114"/>
                    <a:pt x="903" y="121"/>
                    <a:pt x="907" y="122"/>
                  </a:cubicBezTo>
                  <a:cubicBezTo>
                    <a:pt x="910" y="122"/>
                    <a:pt x="908" y="124"/>
                    <a:pt x="909" y="126"/>
                  </a:cubicBezTo>
                  <a:cubicBezTo>
                    <a:pt x="909" y="129"/>
                    <a:pt x="906" y="129"/>
                    <a:pt x="902" y="128"/>
                  </a:cubicBezTo>
                  <a:cubicBezTo>
                    <a:pt x="899" y="128"/>
                    <a:pt x="885" y="128"/>
                    <a:pt x="885" y="131"/>
                  </a:cubicBezTo>
                  <a:cubicBezTo>
                    <a:pt x="885" y="134"/>
                    <a:pt x="893" y="135"/>
                    <a:pt x="893" y="136"/>
                  </a:cubicBezTo>
                  <a:cubicBezTo>
                    <a:pt x="892" y="138"/>
                    <a:pt x="887" y="136"/>
                    <a:pt x="884" y="135"/>
                  </a:cubicBezTo>
                  <a:cubicBezTo>
                    <a:pt x="881" y="133"/>
                    <a:pt x="875" y="134"/>
                    <a:pt x="874" y="137"/>
                  </a:cubicBezTo>
                  <a:cubicBezTo>
                    <a:pt x="873" y="140"/>
                    <a:pt x="868" y="139"/>
                    <a:pt x="867" y="138"/>
                  </a:cubicBezTo>
                  <a:cubicBezTo>
                    <a:pt x="865" y="138"/>
                    <a:pt x="862" y="140"/>
                    <a:pt x="860" y="139"/>
                  </a:cubicBezTo>
                  <a:cubicBezTo>
                    <a:pt x="857" y="138"/>
                    <a:pt x="865" y="134"/>
                    <a:pt x="863" y="133"/>
                  </a:cubicBezTo>
                  <a:cubicBezTo>
                    <a:pt x="861" y="131"/>
                    <a:pt x="853" y="132"/>
                    <a:pt x="852" y="135"/>
                  </a:cubicBezTo>
                  <a:cubicBezTo>
                    <a:pt x="851" y="138"/>
                    <a:pt x="846" y="133"/>
                    <a:pt x="845" y="134"/>
                  </a:cubicBezTo>
                  <a:cubicBezTo>
                    <a:pt x="843" y="135"/>
                    <a:pt x="841" y="136"/>
                    <a:pt x="837" y="138"/>
                  </a:cubicBezTo>
                  <a:cubicBezTo>
                    <a:pt x="834" y="139"/>
                    <a:pt x="828" y="136"/>
                    <a:pt x="826" y="139"/>
                  </a:cubicBezTo>
                  <a:cubicBezTo>
                    <a:pt x="825" y="142"/>
                    <a:pt x="833" y="142"/>
                    <a:pt x="833" y="144"/>
                  </a:cubicBezTo>
                  <a:cubicBezTo>
                    <a:pt x="833" y="145"/>
                    <a:pt x="815" y="145"/>
                    <a:pt x="815" y="146"/>
                  </a:cubicBezTo>
                  <a:cubicBezTo>
                    <a:pt x="814" y="148"/>
                    <a:pt x="808" y="148"/>
                    <a:pt x="800" y="148"/>
                  </a:cubicBezTo>
                  <a:cubicBezTo>
                    <a:pt x="793" y="149"/>
                    <a:pt x="796" y="152"/>
                    <a:pt x="790" y="153"/>
                  </a:cubicBezTo>
                  <a:cubicBezTo>
                    <a:pt x="784" y="155"/>
                    <a:pt x="781" y="155"/>
                    <a:pt x="779" y="158"/>
                  </a:cubicBezTo>
                  <a:cubicBezTo>
                    <a:pt x="777" y="161"/>
                    <a:pt x="773" y="161"/>
                    <a:pt x="771" y="159"/>
                  </a:cubicBezTo>
                  <a:cubicBezTo>
                    <a:pt x="769" y="157"/>
                    <a:pt x="763" y="160"/>
                    <a:pt x="766" y="160"/>
                  </a:cubicBezTo>
                  <a:cubicBezTo>
                    <a:pt x="769" y="161"/>
                    <a:pt x="766" y="164"/>
                    <a:pt x="764" y="163"/>
                  </a:cubicBezTo>
                  <a:cubicBezTo>
                    <a:pt x="763" y="162"/>
                    <a:pt x="757" y="166"/>
                    <a:pt x="760" y="166"/>
                  </a:cubicBezTo>
                  <a:cubicBezTo>
                    <a:pt x="763" y="166"/>
                    <a:pt x="765" y="168"/>
                    <a:pt x="763" y="170"/>
                  </a:cubicBezTo>
                  <a:cubicBezTo>
                    <a:pt x="762" y="172"/>
                    <a:pt x="755" y="168"/>
                    <a:pt x="754" y="169"/>
                  </a:cubicBezTo>
                  <a:cubicBezTo>
                    <a:pt x="752" y="171"/>
                    <a:pt x="757" y="173"/>
                    <a:pt x="760" y="173"/>
                  </a:cubicBezTo>
                  <a:cubicBezTo>
                    <a:pt x="763" y="173"/>
                    <a:pt x="764" y="175"/>
                    <a:pt x="765" y="177"/>
                  </a:cubicBezTo>
                  <a:cubicBezTo>
                    <a:pt x="765" y="179"/>
                    <a:pt x="758" y="175"/>
                    <a:pt x="756" y="177"/>
                  </a:cubicBezTo>
                  <a:cubicBezTo>
                    <a:pt x="755" y="179"/>
                    <a:pt x="757" y="180"/>
                    <a:pt x="761" y="180"/>
                  </a:cubicBezTo>
                  <a:cubicBezTo>
                    <a:pt x="764" y="181"/>
                    <a:pt x="761" y="182"/>
                    <a:pt x="764" y="184"/>
                  </a:cubicBezTo>
                  <a:cubicBezTo>
                    <a:pt x="764" y="184"/>
                    <a:pt x="765" y="185"/>
                    <a:pt x="765" y="185"/>
                  </a:cubicBezTo>
                  <a:cubicBezTo>
                    <a:pt x="766" y="187"/>
                    <a:pt x="763" y="188"/>
                    <a:pt x="764" y="190"/>
                  </a:cubicBezTo>
                  <a:cubicBezTo>
                    <a:pt x="764" y="192"/>
                    <a:pt x="760" y="193"/>
                    <a:pt x="760" y="191"/>
                  </a:cubicBezTo>
                  <a:cubicBezTo>
                    <a:pt x="760" y="189"/>
                    <a:pt x="752" y="188"/>
                    <a:pt x="750" y="190"/>
                  </a:cubicBezTo>
                  <a:cubicBezTo>
                    <a:pt x="748" y="192"/>
                    <a:pt x="747" y="194"/>
                    <a:pt x="744" y="192"/>
                  </a:cubicBezTo>
                  <a:cubicBezTo>
                    <a:pt x="742" y="190"/>
                    <a:pt x="736" y="192"/>
                    <a:pt x="728" y="193"/>
                  </a:cubicBezTo>
                  <a:cubicBezTo>
                    <a:pt x="720" y="193"/>
                    <a:pt x="703" y="194"/>
                    <a:pt x="699" y="195"/>
                  </a:cubicBezTo>
                  <a:cubicBezTo>
                    <a:pt x="694" y="197"/>
                    <a:pt x="691" y="203"/>
                    <a:pt x="695" y="206"/>
                  </a:cubicBezTo>
                  <a:cubicBezTo>
                    <a:pt x="699" y="210"/>
                    <a:pt x="695" y="212"/>
                    <a:pt x="695" y="214"/>
                  </a:cubicBezTo>
                  <a:cubicBezTo>
                    <a:pt x="695" y="217"/>
                    <a:pt x="705" y="222"/>
                    <a:pt x="710" y="223"/>
                  </a:cubicBezTo>
                  <a:cubicBezTo>
                    <a:pt x="716" y="223"/>
                    <a:pt x="720" y="230"/>
                    <a:pt x="717" y="234"/>
                  </a:cubicBezTo>
                  <a:cubicBezTo>
                    <a:pt x="714" y="238"/>
                    <a:pt x="704" y="232"/>
                    <a:pt x="698" y="227"/>
                  </a:cubicBezTo>
                  <a:cubicBezTo>
                    <a:pt x="691" y="222"/>
                    <a:pt x="677" y="220"/>
                    <a:pt x="672" y="221"/>
                  </a:cubicBezTo>
                  <a:cubicBezTo>
                    <a:pt x="667" y="221"/>
                    <a:pt x="670" y="216"/>
                    <a:pt x="664" y="217"/>
                  </a:cubicBezTo>
                  <a:cubicBezTo>
                    <a:pt x="657" y="217"/>
                    <a:pt x="652" y="222"/>
                    <a:pt x="656" y="222"/>
                  </a:cubicBezTo>
                  <a:cubicBezTo>
                    <a:pt x="661" y="222"/>
                    <a:pt x="663" y="222"/>
                    <a:pt x="661" y="224"/>
                  </a:cubicBezTo>
                  <a:cubicBezTo>
                    <a:pt x="659" y="226"/>
                    <a:pt x="662" y="225"/>
                    <a:pt x="667" y="228"/>
                  </a:cubicBezTo>
                  <a:cubicBezTo>
                    <a:pt x="672" y="230"/>
                    <a:pt x="663" y="233"/>
                    <a:pt x="658" y="229"/>
                  </a:cubicBezTo>
                  <a:cubicBezTo>
                    <a:pt x="653" y="226"/>
                    <a:pt x="647" y="229"/>
                    <a:pt x="646" y="232"/>
                  </a:cubicBezTo>
                  <a:cubicBezTo>
                    <a:pt x="644" y="234"/>
                    <a:pt x="652" y="242"/>
                    <a:pt x="661" y="243"/>
                  </a:cubicBezTo>
                  <a:cubicBezTo>
                    <a:pt x="670" y="245"/>
                    <a:pt x="667" y="248"/>
                    <a:pt x="671" y="249"/>
                  </a:cubicBezTo>
                  <a:cubicBezTo>
                    <a:pt x="675" y="251"/>
                    <a:pt x="672" y="252"/>
                    <a:pt x="669" y="252"/>
                  </a:cubicBezTo>
                  <a:cubicBezTo>
                    <a:pt x="666" y="253"/>
                    <a:pt x="661" y="248"/>
                    <a:pt x="656" y="246"/>
                  </a:cubicBezTo>
                  <a:cubicBezTo>
                    <a:pt x="652" y="243"/>
                    <a:pt x="640" y="247"/>
                    <a:pt x="637" y="244"/>
                  </a:cubicBezTo>
                  <a:cubicBezTo>
                    <a:pt x="635" y="241"/>
                    <a:pt x="639" y="239"/>
                    <a:pt x="636" y="237"/>
                  </a:cubicBezTo>
                  <a:cubicBezTo>
                    <a:pt x="634" y="235"/>
                    <a:pt x="636" y="230"/>
                    <a:pt x="639" y="226"/>
                  </a:cubicBezTo>
                  <a:cubicBezTo>
                    <a:pt x="642" y="221"/>
                    <a:pt x="639" y="213"/>
                    <a:pt x="634" y="212"/>
                  </a:cubicBezTo>
                  <a:cubicBezTo>
                    <a:pt x="630" y="210"/>
                    <a:pt x="630" y="215"/>
                    <a:pt x="631" y="216"/>
                  </a:cubicBezTo>
                  <a:cubicBezTo>
                    <a:pt x="632" y="217"/>
                    <a:pt x="632" y="224"/>
                    <a:pt x="628" y="228"/>
                  </a:cubicBezTo>
                  <a:cubicBezTo>
                    <a:pt x="625" y="232"/>
                    <a:pt x="615" y="232"/>
                    <a:pt x="615" y="235"/>
                  </a:cubicBezTo>
                  <a:cubicBezTo>
                    <a:pt x="615" y="238"/>
                    <a:pt x="608" y="240"/>
                    <a:pt x="610" y="242"/>
                  </a:cubicBezTo>
                  <a:cubicBezTo>
                    <a:pt x="613" y="244"/>
                    <a:pt x="622" y="254"/>
                    <a:pt x="623" y="257"/>
                  </a:cubicBezTo>
                  <a:cubicBezTo>
                    <a:pt x="625" y="261"/>
                    <a:pt x="615" y="271"/>
                    <a:pt x="617" y="276"/>
                  </a:cubicBezTo>
                  <a:cubicBezTo>
                    <a:pt x="618" y="282"/>
                    <a:pt x="615" y="285"/>
                    <a:pt x="617" y="288"/>
                  </a:cubicBezTo>
                  <a:cubicBezTo>
                    <a:pt x="619" y="291"/>
                    <a:pt x="623" y="288"/>
                    <a:pt x="626" y="289"/>
                  </a:cubicBezTo>
                  <a:cubicBezTo>
                    <a:pt x="628" y="290"/>
                    <a:pt x="633" y="288"/>
                    <a:pt x="639" y="286"/>
                  </a:cubicBezTo>
                  <a:cubicBezTo>
                    <a:pt x="645" y="285"/>
                    <a:pt x="656" y="292"/>
                    <a:pt x="661" y="294"/>
                  </a:cubicBezTo>
                  <a:cubicBezTo>
                    <a:pt x="665" y="296"/>
                    <a:pt x="663" y="299"/>
                    <a:pt x="665" y="302"/>
                  </a:cubicBezTo>
                  <a:cubicBezTo>
                    <a:pt x="667" y="306"/>
                    <a:pt x="660" y="306"/>
                    <a:pt x="660" y="311"/>
                  </a:cubicBezTo>
                  <a:cubicBezTo>
                    <a:pt x="659" y="316"/>
                    <a:pt x="672" y="318"/>
                    <a:pt x="673" y="319"/>
                  </a:cubicBezTo>
                  <a:cubicBezTo>
                    <a:pt x="673" y="321"/>
                    <a:pt x="664" y="320"/>
                    <a:pt x="660" y="318"/>
                  </a:cubicBezTo>
                  <a:cubicBezTo>
                    <a:pt x="656" y="317"/>
                    <a:pt x="656" y="312"/>
                    <a:pt x="655" y="311"/>
                  </a:cubicBezTo>
                  <a:cubicBezTo>
                    <a:pt x="654" y="310"/>
                    <a:pt x="657" y="306"/>
                    <a:pt x="658" y="303"/>
                  </a:cubicBezTo>
                  <a:cubicBezTo>
                    <a:pt x="658" y="300"/>
                    <a:pt x="653" y="298"/>
                    <a:pt x="652" y="296"/>
                  </a:cubicBezTo>
                  <a:cubicBezTo>
                    <a:pt x="650" y="294"/>
                    <a:pt x="648" y="291"/>
                    <a:pt x="645" y="291"/>
                  </a:cubicBezTo>
                  <a:cubicBezTo>
                    <a:pt x="642" y="292"/>
                    <a:pt x="631" y="293"/>
                    <a:pt x="627" y="296"/>
                  </a:cubicBezTo>
                  <a:cubicBezTo>
                    <a:pt x="624" y="299"/>
                    <a:pt x="628" y="307"/>
                    <a:pt x="630" y="312"/>
                  </a:cubicBezTo>
                  <a:cubicBezTo>
                    <a:pt x="632" y="316"/>
                    <a:pt x="620" y="322"/>
                    <a:pt x="620" y="325"/>
                  </a:cubicBezTo>
                  <a:cubicBezTo>
                    <a:pt x="621" y="328"/>
                    <a:pt x="617" y="330"/>
                    <a:pt x="612" y="332"/>
                  </a:cubicBezTo>
                  <a:cubicBezTo>
                    <a:pt x="607" y="335"/>
                    <a:pt x="601" y="337"/>
                    <a:pt x="602" y="341"/>
                  </a:cubicBezTo>
                  <a:cubicBezTo>
                    <a:pt x="602" y="346"/>
                    <a:pt x="595" y="343"/>
                    <a:pt x="591" y="341"/>
                  </a:cubicBezTo>
                  <a:cubicBezTo>
                    <a:pt x="588" y="339"/>
                    <a:pt x="583" y="343"/>
                    <a:pt x="578" y="342"/>
                  </a:cubicBezTo>
                  <a:cubicBezTo>
                    <a:pt x="573" y="342"/>
                    <a:pt x="573" y="338"/>
                    <a:pt x="569" y="340"/>
                  </a:cubicBezTo>
                  <a:cubicBezTo>
                    <a:pt x="565" y="341"/>
                    <a:pt x="563" y="338"/>
                    <a:pt x="564" y="335"/>
                  </a:cubicBezTo>
                  <a:cubicBezTo>
                    <a:pt x="565" y="332"/>
                    <a:pt x="570" y="334"/>
                    <a:pt x="570" y="336"/>
                  </a:cubicBezTo>
                  <a:cubicBezTo>
                    <a:pt x="570" y="338"/>
                    <a:pt x="573" y="337"/>
                    <a:pt x="576" y="336"/>
                  </a:cubicBezTo>
                  <a:cubicBezTo>
                    <a:pt x="580" y="334"/>
                    <a:pt x="578" y="338"/>
                    <a:pt x="583" y="338"/>
                  </a:cubicBezTo>
                  <a:cubicBezTo>
                    <a:pt x="588" y="339"/>
                    <a:pt x="585" y="336"/>
                    <a:pt x="589" y="336"/>
                  </a:cubicBezTo>
                  <a:cubicBezTo>
                    <a:pt x="592" y="336"/>
                    <a:pt x="593" y="335"/>
                    <a:pt x="591" y="333"/>
                  </a:cubicBezTo>
                  <a:cubicBezTo>
                    <a:pt x="590" y="332"/>
                    <a:pt x="594" y="330"/>
                    <a:pt x="596" y="329"/>
                  </a:cubicBezTo>
                  <a:cubicBezTo>
                    <a:pt x="599" y="328"/>
                    <a:pt x="598" y="324"/>
                    <a:pt x="600" y="323"/>
                  </a:cubicBezTo>
                  <a:cubicBezTo>
                    <a:pt x="602" y="322"/>
                    <a:pt x="601" y="320"/>
                    <a:pt x="603" y="320"/>
                  </a:cubicBezTo>
                  <a:cubicBezTo>
                    <a:pt x="605" y="319"/>
                    <a:pt x="606" y="316"/>
                    <a:pt x="608" y="316"/>
                  </a:cubicBezTo>
                  <a:cubicBezTo>
                    <a:pt x="611" y="316"/>
                    <a:pt x="612" y="312"/>
                    <a:pt x="610" y="311"/>
                  </a:cubicBezTo>
                  <a:cubicBezTo>
                    <a:pt x="609" y="309"/>
                    <a:pt x="611" y="304"/>
                    <a:pt x="613" y="303"/>
                  </a:cubicBezTo>
                  <a:cubicBezTo>
                    <a:pt x="616" y="302"/>
                    <a:pt x="616" y="300"/>
                    <a:pt x="614" y="299"/>
                  </a:cubicBezTo>
                  <a:cubicBezTo>
                    <a:pt x="612" y="297"/>
                    <a:pt x="604" y="292"/>
                    <a:pt x="605" y="289"/>
                  </a:cubicBezTo>
                  <a:cubicBezTo>
                    <a:pt x="605" y="286"/>
                    <a:pt x="604" y="280"/>
                    <a:pt x="605" y="278"/>
                  </a:cubicBezTo>
                  <a:cubicBezTo>
                    <a:pt x="606" y="275"/>
                    <a:pt x="605" y="270"/>
                    <a:pt x="604" y="267"/>
                  </a:cubicBezTo>
                  <a:cubicBezTo>
                    <a:pt x="604" y="264"/>
                    <a:pt x="606" y="261"/>
                    <a:pt x="607" y="255"/>
                  </a:cubicBezTo>
                  <a:cubicBezTo>
                    <a:pt x="608" y="250"/>
                    <a:pt x="601" y="244"/>
                    <a:pt x="598" y="242"/>
                  </a:cubicBezTo>
                  <a:cubicBezTo>
                    <a:pt x="595" y="241"/>
                    <a:pt x="597" y="238"/>
                    <a:pt x="602" y="234"/>
                  </a:cubicBezTo>
                  <a:cubicBezTo>
                    <a:pt x="607" y="230"/>
                    <a:pt x="607" y="217"/>
                    <a:pt x="607" y="215"/>
                  </a:cubicBezTo>
                  <a:cubicBezTo>
                    <a:pt x="606" y="212"/>
                    <a:pt x="596" y="210"/>
                    <a:pt x="593" y="210"/>
                  </a:cubicBezTo>
                  <a:cubicBezTo>
                    <a:pt x="589" y="210"/>
                    <a:pt x="575" y="210"/>
                    <a:pt x="571" y="209"/>
                  </a:cubicBezTo>
                  <a:cubicBezTo>
                    <a:pt x="568" y="208"/>
                    <a:pt x="566" y="212"/>
                    <a:pt x="565" y="215"/>
                  </a:cubicBezTo>
                  <a:cubicBezTo>
                    <a:pt x="563" y="219"/>
                    <a:pt x="559" y="224"/>
                    <a:pt x="557" y="231"/>
                  </a:cubicBezTo>
                  <a:cubicBezTo>
                    <a:pt x="555" y="239"/>
                    <a:pt x="546" y="241"/>
                    <a:pt x="542" y="243"/>
                  </a:cubicBezTo>
                  <a:cubicBezTo>
                    <a:pt x="538" y="245"/>
                    <a:pt x="536" y="250"/>
                    <a:pt x="538" y="253"/>
                  </a:cubicBezTo>
                  <a:cubicBezTo>
                    <a:pt x="539" y="255"/>
                    <a:pt x="542" y="253"/>
                    <a:pt x="544" y="254"/>
                  </a:cubicBezTo>
                  <a:cubicBezTo>
                    <a:pt x="546" y="255"/>
                    <a:pt x="544" y="262"/>
                    <a:pt x="543" y="263"/>
                  </a:cubicBezTo>
                  <a:cubicBezTo>
                    <a:pt x="541" y="264"/>
                    <a:pt x="545" y="267"/>
                    <a:pt x="542" y="269"/>
                  </a:cubicBezTo>
                  <a:cubicBezTo>
                    <a:pt x="539" y="270"/>
                    <a:pt x="536" y="274"/>
                    <a:pt x="538" y="276"/>
                  </a:cubicBezTo>
                  <a:cubicBezTo>
                    <a:pt x="540" y="278"/>
                    <a:pt x="548" y="279"/>
                    <a:pt x="551" y="281"/>
                  </a:cubicBezTo>
                  <a:cubicBezTo>
                    <a:pt x="555" y="283"/>
                    <a:pt x="554" y="287"/>
                    <a:pt x="556" y="290"/>
                  </a:cubicBezTo>
                  <a:cubicBezTo>
                    <a:pt x="559" y="294"/>
                    <a:pt x="562" y="292"/>
                    <a:pt x="563" y="294"/>
                  </a:cubicBezTo>
                  <a:cubicBezTo>
                    <a:pt x="564" y="296"/>
                    <a:pt x="558" y="305"/>
                    <a:pt x="556" y="305"/>
                  </a:cubicBezTo>
                  <a:cubicBezTo>
                    <a:pt x="554" y="305"/>
                    <a:pt x="545" y="296"/>
                    <a:pt x="542" y="294"/>
                  </a:cubicBezTo>
                  <a:cubicBezTo>
                    <a:pt x="540" y="292"/>
                    <a:pt x="529" y="289"/>
                    <a:pt x="524" y="286"/>
                  </a:cubicBezTo>
                  <a:cubicBezTo>
                    <a:pt x="519" y="284"/>
                    <a:pt x="515" y="284"/>
                    <a:pt x="509" y="280"/>
                  </a:cubicBezTo>
                  <a:cubicBezTo>
                    <a:pt x="504" y="276"/>
                    <a:pt x="499" y="275"/>
                    <a:pt x="488" y="275"/>
                  </a:cubicBezTo>
                  <a:cubicBezTo>
                    <a:pt x="478" y="275"/>
                    <a:pt x="471" y="272"/>
                    <a:pt x="468" y="273"/>
                  </a:cubicBezTo>
                  <a:cubicBezTo>
                    <a:pt x="464" y="273"/>
                    <a:pt x="466" y="269"/>
                    <a:pt x="460" y="267"/>
                  </a:cubicBezTo>
                  <a:cubicBezTo>
                    <a:pt x="453" y="264"/>
                    <a:pt x="449" y="260"/>
                    <a:pt x="446" y="262"/>
                  </a:cubicBezTo>
                  <a:cubicBezTo>
                    <a:pt x="442" y="264"/>
                    <a:pt x="444" y="271"/>
                    <a:pt x="449" y="272"/>
                  </a:cubicBezTo>
                  <a:cubicBezTo>
                    <a:pt x="454" y="272"/>
                    <a:pt x="452" y="275"/>
                    <a:pt x="457" y="275"/>
                  </a:cubicBezTo>
                  <a:cubicBezTo>
                    <a:pt x="463" y="275"/>
                    <a:pt x="465" y="277"/>
                    <a:pt x="465" y="280"/>
                  </a:cubicBezTo>
                  <a:cubicBezTo>
                    <a:pt x="464" y="284"/>
                    <a:pt x="467" y="287"/>
                    <a:pt x="470" y="289"/>
                  </a:cubicBezTo>
                  <a:cubicBezTo>
                    <a:pt x="472" y="292"/>
                    <a:pt x="471" y="296"/>
                    <a:pt x="466" y="296"/>
                  </a:cubicBezTo>
                  <a:cubicBezTo>
                    <a:pt x="462" y="296"/>
                    <a:pt x="457" y="296"/>
                    <a:pt x="459" y="299"/>
                  </a:cubicBezTo>
                  <a:cubicBezTo>
                    <a:pt x="461" y="303"/>
                    <a:pt x="457" y="303"/>
                    <a:pt x="453" y="302"/>
                  </a:cubicBezTo>
                  <a:cubicBezTo>
                    <a:pt x="448" y="300"/>
                    <a:pt x="451" y="297"/>
                    <a:pt x="453" y="295"/>
                  </a:cubicBezTo>
                  <a:cubicBezTo>
                    <a:pt x="455" y="293"/>
                    <a:pt x="449" y="291"/>
                    <a:pt x="446" y="290"/>
                  </a:cubicBezTo>
                  <a:cubicBezTo>
                    <a:pt x="443" y="289"/>
                    <a:pt x="432" y="297"/>
                    <a:pt x="429" y="299"/>
                  </a:cubicBezTo>
                  <a:cubicBezTo>
                    <a:pt x="425" y="300"/>
                    <a:pt x="418" y="297"/>
                    <a:pt x="410" y="299"/>
                  </a:cubicBezTo>
                  <a:cubicBezTo>
                    <a:pt x="402" y="301"/>
                    <a:pt x="402" y="307"/>
                    <a:pt x="399" y="306"/>
                  </a:cubicBezTo>
                  <a:cubicBezTo>
                    <a:pt x="396" y="306"/>
                    <a:pt x="387" y="307"/>
                    <a:pt x="384" y="305"/>
                  </a:cubicBezTo>
                  <a:cubicBezTo>
                    <a:pt x="381" y="303"/>
                    <a:pt x="383" y="302"/>
                    <a:pt x="387" y="302"/>
                  </a:cubicBezTo>
                  <a:cubicBezTo>
                    <a:pt x="390" y="302"/>
                    <a:pt x="391" y="301"/>
                    <a:pt x="389" y="299"/>
                  </a:cubicBezTo>
                  <a:cubicBezTo>
                    <a:pt x="387" y="296"/>
                    <a:pt x="392" y="293"/>
                    <a:pt x="392" y="291"/>
                  </a:cubicBezTo>
                  <a:cubicBezTo>
                    <a:pt x="392" y="289"/>
                    <a:pt x="379" y="294"/>
                    <a:pt x="377" y="296"/>
                  </a:cubicBezTo>
                  <a:cubicBezTo>
                    <a:pt x="374" y="297"/>
                    <a:pt x="377" y="301"/>
                    <a:pt x="374" y="302"/>
                  </a:cubicBezTo>
                  <a:cubicBezTo>
                    <a:pt x="372" y="303"/>
                    <a:pt x="372" y="300"/>
                    <a:pt x="369" y="299"/>
                  </a:cubicBezTo>
                  <a:cubicBezTo>
                    <a:pt x="367" y="298"/>
                    <a:pt x="347" y="302"/>
                    <a:pt x="344" y="307"/>
                  </a:cubicBezTo>
                  <a:cubicBezTo>
                    <a:pt x="340" y="311"/>
                    <a:pt x="333" y="311"/>
                    <a:pt x="333" y="313"/>
                  </a:cubicBezTo>
                  <a:cubicBezTo>
                    <a:pt x="333" y="316"/>
                    <a:pt x="324" y="315"/>
                    <a:pt x="320" y="317"/>
                  </a:cubicBezTo>
                  <a:cubicBezTo>
                    <a:pt x="317" y="319"/>
                    <a:pt x="319" y="326"/>
                    <a:pt x="318" y="329"/>
                  </a:cubicBezTo>
                  <a:cubicBezTo>
                    <a:pt x="317" y="332"/>
                    <a:pt x="303" y="331"/>
                    <a:pt x="299" y="331"/>
                  </a:cubicBezTo>
                  <a:cubicBezTo>
                    <a:pt x="295" y="332"/>
                    <a:pt x="293" y="323"/>
                    <a:pt x="290" y="323"/>
                  </a:cubicBezTo>
                  <a:cubicBezTo>
                    <a:pt x="286" y="322"/>
                    <a:pt x="288" y="318"/>
                    <a:pt x="289" y="316"/>
                  </a:cubicBezTo>
                  <a:cubicBezTo>
                    <a:pt x="290" y="314"/>
                    <a:pt x="293" y="315"/>
                    <a:pt x="297" y="313"/>
                  </a:cubicBezTo>
                  <a:cubicBezTo>
                    <a:pt x="301" y="310"/>
                    <a:pt x="306" y="314"/>
                    <a:pt x="307" y="312"/>
                  </a:cubicBezTo>
                  <a:cubicBezTo>
                    <a:pt x="309" y="310"/>
                    <a:pt x="301" y="306"/>
                    <a:pt x="300" y="301"/>
                  </a:cubicBezTo>
                  <a:cubicBezTo>
                    <a:pt x="300" y="297"/>
                    <a:pt x="291" y="296"/>
                    <a:pt x="286" y="297"/>
                  </a:cubicBezTo>
                  <a:cubicBezTo>
                    <a:pt x="281" y="299"/>
                    <a:pt x="276" y="298"/>
                    <a:pt x="272" y="296"/>
                  </a:cubicBezTo>
                  <a:cubicBezTo>
                    <a:pt x="269" y="294"/>
                    <a:pt x="269" y="299"/>
                    <a:pt x="274" y="300"/>
                  </a:cubicBezTo>
                  <a:cubicBezTo>
                    <a:pt x="279" y="302"/>
                    <a:pt x="277" y="306"/>
                    <a:pt x="277" y="308"/>
                  </a:cubicBezTo>
                  <a:cubicBezTo>
                    <a:pt x="278" y="311"/>
                    <a:pt x="276" y="316"/>
                    <a:pt x="273" y="321"/>
                  </a:cubicBezTo>
                  <a:cubicBezTo>
                    <a:pt x="270" y="325"/>
                    <a:pt x="272" y="325"/>
                    <a:pt x="277" y="325"/>
                  </a:cubicBezTo>
                  <a:cubicBezTo>
                    <a:pt x="281" y="324"/>
                    <a:pt x="281" y="330"/>
                    <a:pt x="281" y="335"/>
                  </a:cubicBezTo>
                  <a:cubicBezTo>
                    <a:pt x="281" y="339"/>
                    <a:pt x="277" y="340"/>
                    <a:pt x="277" y="343"/>
                  </a:cubicBezTo>
                  <a:cubicBezTo>
                    <a:pt x="277" y="346"/>
                    <a:pt x="274" y="342"/>
                    <a:pt x="273" y="343"/>
                  </a:cubicBezTo>
                  <a:cubicBezTo>
                    <a:pt x="271" y="344"/>
                    <a:pt x="270" y="342"/>
                    <a:pt x="269" y="340"/>
                  </a:cubicBezTo>
                  <a:cubicBezTo>
                    <a:pt x="269" y="337"/>
                    <a:pt x="262" y="339"/>
                    <a:pt x="258" y="338"/>
                  </a:cubicBezTo>
                  <a:cubicBezTo>
                    <a:pt x="254" y="337"/>
                    <a:pt x="253" y="338"/>
                    <a:pt x="251" y="341"/>
                  </a:cubicBezTo>
                  <a:cubicBezTo>
                    <a:pt x="249" y="344"/>
                    <a:pt x="244" y="345"/>
                    <a:pt x="241" y="345"/>
                  </a:cubicBezTo>
                  <a:cubicBezTo>
                    <a:pt x="238" y="346"/>
                    <a:pt x="233" y="351"/>
                    <a:pt x="230" y="353"/>
                  </a:cubicBezTo>
                  <a:cubicBezTo>
                    <a:pt x="227" y="355"/>
                    <a:pt x="226" y="359"/>
                    <a:pt x="231" y="363"/>
                  </a:cubicBezTo>
                  <a:cubicBezTo>
                    <a:pt x="235" y="367"/>
                    <a:pt x="236" y="370"/>
                    <a:pt x="235" y="372"/>
                  </a:cubicBezTo>
                  <a:cubicBezTo>
                    <a:pt x="235" y="374"/>
                    <a:pt x="224" y="373"/>
                    <a:pt x="222" y="371"/>
                  </a:cubicBezTo>
                  <a:cubicBezTo>
                    <a:pt x="220" y="369"/>
                    <a:pt x="213" y="368"/>
                    <a:pt x="210" y="368"/>
                  </a:cubicBezTo>
                  <a:cubicBezTo>
                    <a:pt x="208" y="369"/>
                    <a:pt x="201" y="361"/>
                    <a:pt x="197" y="361"/>
                  </a:cubicBezTo>
                  <a:cubicBezTo>
                    <a:pt x="194" y="361"/>
                    <a:pt x="192" y="365"/>
                    <a:pt x="190" y="367"/>
                  </a:cubicBezTo>
                  <a:cubicBezTo>
                    <a:pt x="189" y="369"/>
                    <a:pt x="192" y="370"/>
                    <a:pt x="194" y="374"/>
                  </a:cubicBezTo>
                  <a:cubicBezTo>
                    <a:pt x="195" y="377"/>
                    <a:pt x="202" y="377"/>
                    <a:pt x="205" y="377"/>
                  </a:cubicBezTo>
                  <a:cubicBezTo>
                    <a:pt x="208" y="377"/>
                    <a:pt x="207" y="382"/>
                    <a:pt x="206" y="384"/>
                  </a:cubicBezTo>
                  <a:cubicBezTo>
                    <a:pt x="205" y="386"/>
                    <a:pt x="199" y="388"/>
                    <a:pt x="197" y="386"/>
                  </a:cubicBezTo>
                  <a:cubicBezTo>
                    <a:pt x="196" y="383"/>
                    <a:pt x="189" y="386"/>
                    <a:pt x="188" y="383"/>
                  </a:cubicBezTo>
                  <a:cubicBezTo>
                    <a:pt x="188" y="380"/>
                    <a:pt x="183" y="376"/>
                    <a:pt x="178" y="377"/>
                  </a:cubicBezTo>
                  <a:cubicBezTo>
                    <a:pt x="173" y="378"/>
                    <a:pt x="172" y="375"/>
                    <a:pt x="172" y="371"/>
                  </a:cubicBezTo>
                  <a:cubicBezTo>
                    <a:pt x="173" y="367"/>
                    <a:pt x="169" y="364"/>
                    <a:pt x="170" y="362"/>
                  </a:cubicBezTo>
                  <a:cubicBezTo>
                    <a:pt x="170" y="361"/>
                    <a:pt x="167" y="357"/>
                    <a:pt x="170" y="355"/>
                  </a:cubicBezTo>
                  <a:cubicBezTo>
                    <a:pt x="173" y="353"/>
                    <a:pt x="171" y="350"/>
                    <a:pt x="171" y="348"/>
                  </a:cubicBezTo>
                  <a:cubicBezTo>
                    <a:pt x="171" y="345"/>
                    <a:pt x="166" y="342"/>
                    <a:pt x="162" y="342"/>
                  </a:cubicBezTo>
                  <a:cubicBezTo>
                    <a:pt x="158" y="342"/>
                    <a:pt x="159" y="337"/>
                    <a:pt x="155" y="337"/>
                  </a:cubicBezTo>
                  <a:cubicBezTo>
                    <a:pt x="152" y="336"/>
                    <a:pt x="145" y="330"/>
                    <a:pt x="144" y="327"/>
                  </a:cubicBezTo>
                  <a:cubicBezTo>
                    <a:pt x="144" y="325"/>
                    <a:pt x="138" y="325"/>
                    <a:pt x="140" y="324"/>
                  </a:cubicBezTo>
                  <a:cubicBezTo>
                    <a:pt x="142" y="323"/>
                    <a:pt x="146" y="324"/>
                    <a:pt x="149" y="327"/>
                  </a:cubicBezTo>
                  <a:cubicBezTo>
                    <a:pt x="152" y="330"/>
                    <a:pt x="157" y="333"/>
                    <a:pt x="165" y="334"/>
                  </a:cubicBezTo>
                  <a:cubicBezTo>
                    <a:pt x="173" y="335"/>
                    <a:pt x="176" y="338"/>
                    <a:pt x="185" y="340"/>
                  </a:cubicBezTo>
                  <a:cubicBezTo>
                    <a:pt x="193" y="341"/>
                    <a:pt x="198" y="342"/>
                    <a:pt x="211" y="344"/>
                  </a:cubicBezTo>
                  <a:cubicBezTo>
                    <a:pt x="223" y="346"/>
                    <a:pt x="240" y="333"/>
                    <a:pt x="244" y="330"/>
                  </a:cubicBezTo>
                  <a:cubicBezTo>
                    <a:pt x="247" y="326"/>
                    <a:pt x="243" y="319"/>
                    <a:pt x="243" y="317"/>
                  </a:cubicBezTo>
                  <a:cubicBezTo>
                    <a:pt x="243" y="314"/>
                    <a:pt x="237" y="314"/>
                    <a:pt x="236" y="312"/>
                  </a:cubicBezTo>
                  <a:cubicBezTo>
                    <a:pt x="235" y="310"/>
                    <a:pt x="232" y="306"/>
                    <a:pt x="227" y="306"/>
                  </a:cubicBezTo>
                  <a:cubicBezTo>
                    <a:pt x="222" y="306"/>
                    <a:pt x="221" y="300"/>
                    <a:pt x="217" y="301"/>
                  </a:cubicBezTo>
                  <a:cubicBezTo>
                    <a:pt x="214" y="301"/>
                    <a:pt x="211" y="299"/>
                    <a:pt x="201" y="292"/>
                  </a:cubicBezTo>
                  <a:cubicBezTo>
                    <a:pt x="191" y="286"/>
                    <a:pt x="177" y="281"/>
                    <a:pt x="175" y="282"/>
                  </a:cubicBezTo>
                  <a:cubicBezTo>
                    <a:pt x="172" y="283"/>
                    <a:pt x="170" y="284"/>
                    <a:pt x="169" y="281"/>
                  </a:cubicBezTo>
                  <a:cubicBezTo>
                    <a:pt x="167" y="279"/>
                    <a:pt x="163" y="279"/>
                    <a:pt x="161" y="281"/>
                  </a:cubicBezTo>
                  <a:cubicBezTo>
                    <a:pt x="158" y="283"/>
                    <a:pt x="155" y="279"/>
                    <a:pt x="150" y="281"/>
                  </a:cubicBezTo>
                  <a:cubicBezTo>
                    <a:pt x="145" y="282"/>
                    <a:pt x="143" y="278"/>
                    <a:pt x="144" y="277"/>
                  </a:cubicBezTo>
                  <a:cubicBezTo>
                    <a:pt x="145" y="275"/>
                    <a:pt x="153" y="277"/>
                    <a:pt x="152" y="274"/>
                  </a:cubicBezTo>
                  <a:cubicBezTo>
                    <a:pt x="152" y="272"/>
                    <a:pt x="149" y="274"/>
                    <a:pt x="145" y="271"/>
                  </a:cubicBezTo>
                  <a:cubicBezTo>
                    <a:pt x="140" y="268"/>
                    <a:pt x="138" y="270"/>
                    <a:pt x="137" y="273"/>
                  </a:cubicBezTo>
                  <a:cubicBezTo>
                    <a:pt x="136" y="275"/>
                    <a:pt x="132" y="275"/>
                    <a:pt x="130" y="272"/>
                  </a:cubicBezTo>
                  <a:cubicBezTo>
                    <a:pt x="130" y="272"/>
                    <a:pt x="129" y="272"/>
                    <a:pt x="129" y="272"/>
                  </a:cubicBezTo>
                  <a:cubicBezTo>
                    <a:pt x="128" y="276"/>
                    <a:pt x="126" y="276"/>
                    <a:pt x="123" y="276"/>
                  </a:cubicBezTo>
                  <a:cubicBezTo>
                    <a:pt x="120" y="275"/>
                    <a:pt x="117" y="280"/>
                    <a:pt x="114" y="280"/>
                  </a:cubicBezTo>
                  <a:cubicBezTo>
                    <a:pt x="111" y="280"/>
                    <a:pt x="107" y="284"/>
                    <a:pt x="106" y="287"/>
                  </a:cubicBezTo>
                  <a:cubicBezTo>
                    <a:pt x="106" y="290"/>
                    <a:pt x="102" y="288"/>
                    <a:pt x="102" y="290"/>
                  </a:cubicBezTo>
                  <a:cubicBezTo>
                    <a:pt x="102" y="292"/>
                    <a:pt x="102" y="294"/>
                    <a:pt x="100" y="296"/>
                  </a:cubicBezTo>
                  <a:cubicBezTo>
                    <a:pt x="99" y="298"/>
                    <a:pt x="100" y="299"/>
                    <a:pt x="102" y="303"/>
                  </a:cubicBezTo>
                  <a:cubicBezTo>
                    <a:pt x="104" y="306"/>
                    <a:pt x="107" y="306"/>
                    <a:pt x="109" y="307"/>
                  </a:cubicBezTo>
                  <a:cubicBezTo>
                    <a:pt x="111" y="308"/>
                    <a:pt x="117" y="313"/>
                    <a:pt x="117" y="315"/>
                  </a:cubicBezTo>
                  <a:cubicBezTo>
                    <a:pt x="117" y="317"/>
                    <a:pt x="112" y="322"/>
                    <a:pt x="110" y="323"/>
                  </a:cubicBezTo>
                  <a:cubicBezTo>
                    <a:pt x="108" y="325"/>
                    <a:pt x="105" y="328"/>
                    <a:pt x="107" y="330"/>
                  </a:cubicBezTo>
                  <a:cubicBezTo>
                    <a:pt x="108" y="332"/>
                    <a:pt x="114" y="340"/>
                    <a:pt x="117" y="347"/>
                  </a:cubicBezTo>
                  <a:cubicBezTo>
                    <a:pt x="121" y="354"/>
                    <a:pt x="116" y="351"/>
                    <a:pt x="114" y="354"/>
                  </a:cubicBezTo>
                  <a:cubicBezTo>
                    <a:pt x="111" y="357"/>
                    <a:pt x="115" y="360"/>
                    <a:pt x="115" y="362"/>
                  </a:cubicBezTo>
                  <a:cubicBezTo>
                    <a:pt x="116" y="364"/>
                    <a:pt x="112" y="364"/>
                    <a:pt x="113" y="366"/>
                  </a:cubicBezTo>
                  <a:cubicBezTo>
                    <a:pt x="113" y="367"/>
                    <a:pt x="118" y="368"/>
                    <a:pt x="118" y="369"/>
                  </a:cubicBezTo>
                  <a:cubicBezTo>
                    <a:pt x="119" y="371"/>
                    <a:pt x="115" y="372"/>
                    <a:pt x="117" y="375"/>
                  </a:cubicBezTo>
                  <a:cubicBezTo>
                    <a:pt x="118" y="378"/>
                    <a:pt x="122" y="378"/>
                    <a:pt x="123" y="381"/>
                  </a:cubicBezTo>
                  <a:cubicBezTo>
                    <a:pt x="123" y="384"/>
                    <a:pt x="115" y="385"/>
                    <a:pt x="116" y="387"/>
                  </a:cubicBezTo>
                  <a:cubicBezTo>
                    <a:pt x="116" y="390"/>
                    <a:pt x="126" y="393"/>
                    <a:pt x="130" y="398"/>
                  </a:cubicBezTo>
                  <a:cubicBezTo>
                    <a:pt x="134" y="403"/>
                    <a:pt x="134" y="405"/>
                    <a:pt x="133" y="407"/>
                  </a:cubicBezTo>
                  <a:cubicBezTo>
                    <a:pt x="131" y="413"/>
                    <a:pt x="119" y="417"/>
                    <a:pt x="116" y="423"/>
                  </a:cubicBezTo>
                  <a:cubicBezTo>
                    <a:pt x="114" y="429"/>
                    <a:pt x="104" y="433"/>
                    <a:pt x="99" y="437"/>
                  </a:cubicBezTo>
                  <a:cubicBezTo>
                    <a:pt x="97" y="439"/>
                    <a:pt x="95" y="442"/>
                    <a:pt x="94" y="444"/>
                  </a:cubicBezTo>
                  <a:cubicBezTo>
                    <a:pt x="96" y="444"/>
                    <a:pt x="97" y="443"/>
                    <a:pt x="98" y="442"/>
                  </a:cubicBezTo>
                  <a:cubicBezTo>
                    <a:pt x="101" y="441"/>
                    <a:pt x="103" y="448"/>
                    <a:pt x="106" y="450"/>
                  </a:cubicBezTo>
                  <a:cubicBezTo>
                    <a:pt x="108" y="452"/>
                    <a:pt x="114" y="450"/>
                    <a:pt x="115" y="452"/>
                  </a:cubicBezTo>
                  <a:cubicBezTo>
                    <a:pt x="117" y="454"/>
                    <a:pt x="114" y="454"/>
                    <a:pt x="110" y="453"/>
                  </a:cubicBezTo>
                  <a:cubicBezTo>
                    <a:pt x="106" y="453"/>
                    <a:pt x="105" y="455"/>
                    <a:pt x="99" y="457"/>
                  </a:cubicBezTo>
                  <a:cubicBezTo>
                    <a:pt x="95" y="459"/>
                    <a:pt x="95" y="460"/>
                    <a:pt x="94" y="461"/>
                  </a:cubicBezTo>
                  <a:cubicBezTo>
                    <a:pt x="96" y="465"/>
                    <a:pt x="93" y="466"/>
                    <a:pt x="91" y="469"/>
                  </a:cubicBezTo>
                  <a:cubicBezTo>
                    <a:pt x="90" y="472"/>
                    <a:pt x="88" y="473"/>
                    <a:pt x="88" y="475"/>
                  </a:cubicBezTo>
                  <a:cubicBezTo>
                    <a:pt x="87" y="477"/>
                    <a:pt x="88" y="478"/>
                    <a:pt x="88" y="481"/>
                  </a:cubicBezTo>
                  <a:cubicBezTo>
                    <a:pt x="89" y="484"/>
                    <a:pt x="89" y="485"/>
                    <a:pt x="91" y="487"/>
                  </a:cubicBezTo>
                  <a:cubicBezTo>
                    <a:pt x="93" y="490"/>
                    <a:pt x="89" y="490"/>
                    <a:pt x="88" y="491"/>
                  </a:cubicBezTo>
                  <a:cubicBezTo>
                    <a:pt x="86" y="492"/>
                    <a:pt x="87" y="495"/>
                    <a:pt x="89" y="497"/>
                  </a:cubicBezTo>
                  <a:cubicBezTo>
                    <a:pt x="91" y="499"/>
                    <a:pt x="91" y="501"/>
                    <a:pt x="91" y="503"/>
                  </a:cubicBezTo>
                  <a:cubicBezTo>
                    <a:pt x="90" y="505"/>
                    <a:pt x="92" y="508"/>
                    <a:pt x="94" y="510"/>
                  </a:cubicBezTo>
                  <a:cubicBezTo>
                    <a:pt x="96" y="511"/>
                    <a:pt x="96" y="516"/>
                    <a:pt x="97" y="517"/>
                  </a:cubicBezTo>
                  <a:cubicBezTo>
                    <a:pt x="99" y="519"/>
                    <a:pt x="100" y="520"/>
                    <a:pt x="103" y="519"/>
                  </a:cubicBezTo>
                  <a:cubicBezTo>
                    <a:pt x="106" y="518"/>
                    <a:pt x="108" y="520"/>
                    <a:pt x="109" y="522"/>
                  </a:cubicBezTo>
                  <a:cubicBezTo>
                    <a:pt x="110" y="524"/>
                    <a:pt x="112" y="523"/>
                    <a:pt x="115" y="522"/>
                  </a:cubicBezTo>
                  <a:cubicBezTo>
                    <a:pt x="118" y="521"/>
                    <a:pt x="124" y="524"/>
                    <a:pt x="125" y="525"/>
                  </a:cubicBezTo>
                  <a:cubicBezTo>
                    <a:pt x="127" y="526"/>
                    <a:pt x="126" y="530"/>
                    <a:pt x="126" y="533"/>
                  </a:cubicBezTo>
                  <a:cubicBezTo>
                    <a:pt x="127" y="535"/>
                    <a:pt x="125" y="539"/>
                    <a:pt x="128" y="541"/>
                  </a:cubicBezTo>
                  <a:cubicBezTo>
                    <a:pt x="130" y="542"/>
                    <a:pt x="130" y="546"/>
                    <a:pt x="133" y="548"/>
                  </a:cubicBezTo>
                  <a:cubicBezTo>
                    <a:pt x="136" y="549"/>
                    <a:pt x="137" y="553"/>
                    <a:pt x="139" y="554"/>
                  </a:cubicBezTo>
                  <a:cubicBezTo>
                    <a:pt x="141" y="554"/>
                    <a:pt x="145" y="557"/>
                    <a:pt x="146" y="560"/>
                  </a:cubicBezTo>
                  <a:cubicBezTo>
                    <a:pt x="146" y="562"/>
                    <a:pt x="142" y="564"/>
                    <a:pt x="140" y="565"/>
                  </a:cubicBezTo>
                  <a:cubicBezTo>
                    <a:pt x="138" y="566"/>
                    <a:pt x="133" y="562"/>
                    <a:pt x="132" y="564"/>
                  </a:cubicBezTo>
                  <a:cubicBezTo>
                    <a:pt x="130" y="565"/>
                    <a:pt x="132" y="569"/>
                    <a:pt x="134" y="574"/>
                  </a:cubicBezTo>
                  <a:cubicBezTo>
                    <a:pt x="135" y="580"/>
                    <a:pt x="136" y="580"/>
                    <a:pt x="138" y="580"/>
                  </a:cubicBezTo>
                  <a:cubicBezTo>
                    <a:pt x="141" y="580"/>
                    <a:pt x="142" y="578"/>
                    <a:pt x="144" y="577"/>
                  </a:cubicBezTo>
                  <a:cubicBezTo>
                    <a:pt x="145" y="576"/>
                    <a:pt x="149" y="578"/>
                    <a:pt x="151" y="577"/>
                  </a:cubicBezTo>
                  <a:cubicBezTo>
                    <a:pt x="153" y="576"/>
                    <a:pt x="159" y="576"/>
                    <a:pt x="160" y="578"/>
                  </a:cubicBezTo>
                  <a:cubicBezTo>
                    <a:pt x="162" y="580"/>
                    <a:pt x="163" y="585"/>
                    <a:pt x="162" y="587"/>
                  </a:cubicBezTo>
                  <a:cubicBezTo>
                    <a:pt x="161" y="588"/>
                    <a:pt x="163" y="590"/>
                    <a:pt x="164" y="593"/>
                  </a:cubicBezTo>
                  <a:cubicBezTo>
                    <a:pt x="166" y="595"/>
                    <a:pt x="171" y="594"/>
                    <a:pt x="173" y="595"/>
                  </a:cubicBezTo>
                  <a:cubicBezTo>
                    <a:pt x="174" y="596"/>
                    <a:pt x="178" y="601"/>
                    <a:pt x="178" y="604"/>
                  </a:cubicBezTo>
                  <a:cubicBezTo>
                    <a:pt x="177" y="606"/>
                    <a:pt x="180" y="607"/>
                    <a:pt x="182" y="606"/>
                  </a:cubicBezTo>
                  <a:cubicBezTo>
                    <a:pt x="184" y="605"/>
                    <a:pt x="185" y="607"/>
                    <a:pt x="187" y="608"/>
                  </a:cubicBezTo>
                  <a:cubicBezTo>
                    <a:pt x="189" y="610"/>
                    <a:pt x="191" y="609"/>
                    <a:pt x="193" y="608"/>
                  </a:cubicBezTo>
                  <a:cubicBezTo>
                    <a:pt x="195" y="607"/>
                    <a:pt x="198" y="606"/>
                    <a:pt x="199" y="607"/>
                  </a:cubicBezTo>
                  <a:cubicBezTo>
                    <a:pt x="200" y="609"/>
                    <a:pt x="204" y="612"/>
                    <a:pt x="204" y="613"/>
                  </a:cubicBezTo>
                  <a:cubicBezTo>
                    <a:pt x="204" y="614"/>
                    <a:pt x="211" y="613"/>
                    <a:pt x="214" y="615"/>
                  </a:cubicBezTo>
                  <a:cubicBezTo>
                    <a:pt x="217" y="616"/>
                    <a:pt x="220" y="616"/>
                    <a:pt x="223" y="617"/>
                  </a:cubicBezTo>
                  <a:cubicBezTo>
                    <a:pt x="226" y="619"/>
                    <a:pt x="229" y="619"/>
                    <a:pt x="230" y="621"/>
                  </a:cubicBezTo>
                  <a:cubicBezTo>
                    <a:pt x="230" y="623"/>
                    <a:pt x="226" y="625"/>
                    <a:pt x="226" y="626"/>
                  </a:cubicBezTo>
                  <a:cubicBezTo>
                    <a:pt x="226" y="627"/>
                    <a:pt x="229" y="628"/>
                    <a:pt x="229" y="629"/>
                  </a:cubicBezTo>
                  <a:cubicBezTo>
                    <a:pt x="229" y="631"/>
                    <a:pt x="226" y="631"/>
                    <a:pt x="225" y="632"/>
                  </a:cubicBezTo>
                  <a:cubicBezTo>
                    <a:pt x="225" y="633"/>
                    <a:pt x="227" y="635"/>
                    <a:pt x="228" y="636"/>
                  </a:cubicBezTo>
                  <a:cubicBezTo>
                    <a:pt x="228" y="638"/>
                    <a:pt x="226" y="642"/>
                    <a:pt x="226" y="643"/>
                  </a:cubicBezTo>
                  <a:cubicBezTo>
                    <a:pt x="226" y="644"/>
                    <a:pt x="218" y="643"/>
                    <a:pt x="216" y="643"/>
                  </a:cubicBezTo>
                  <a:cubicBezTo>
                    <a:pt x="215" y="643"/>
                    <a:pt x="209" y="649"/>
                    <a:pt x="208" y="649"/>
                  </a:cubicBezTo>
                  <a:cubicBezTo>
                    <a:pt x="206" y="649"/>
                    <a:pt x="207" y="652"/>
                    <a:pt x="207" y="654"/>
                  </a:cubicBezTo>
                  <a:cubicBezTo>
                    <a:pt x="213" y="653"/>
                    <a:pt x="218" y="653"/>
                    <a:pt x="219" y="654"/>
                  </a:cubicBezTo>
                  <a:cubicBezTo>
                    <a:pt x="220" y="656"/>
                    <a:pt x="207" y="661"/>
                    <a:pt x="205" y="662"/>
                  </a:cubicBezTo>
                  <a:cubicBezTo>
                    <a:pt x="203" y="663"/>
                    <a:pt x="209" y="666"/>
                    <a:pt x="209" y="668"/>
                  </a:cubicBezTo>
                  <a:cubicBezTo>
                    <a:pt x="209" y="670"/>
                    <a:pt x="202" y="671"/>
                    <a:pt x="203" y="675"/>
                  </a:cubicBezTo>
                  <a:cubicBezTo>
                    <a:pt x="203" y="679"/>
                    <a:pt x="200" y="680"/>
                    <a:pt x="196" y="680"/>
                  </a:cubicBezTo>
                  <a:cubicBezTo>
                    <a:pt x="193" y="680"/>
                    <a:pt x="192" y="682"/>
                    <a:pt x="193" y="682"/>
                  </a:cubicBezTo>
                  <a:cubicBezTo>
                    <a:pt x="195" y="683"/>
                    <a:pt x="195" y="688"/>
                    <a:pt x="202" y="690"/>
                  </a:cubicBezTo>
                  <a:cubicBezTo>
                    <a:pt x="209" y="691"/>
                    <a:pt x="217" y="698"/>
                    <a:pt x="223" y="705"/>
                  </a:cubicBezTo>
                  <a:cubicBezTo>
                    <a:pt x="224" y="706"/>
                    <a:pt x="225" y="706"/>
                    <a:pt x="226" y="707"/>
                  </a:cubicBezTo>
                  <a:cubicBezTo>
                    <a:pt x="228" y="706"/>
                    <a:pt x="229" y="705"/>
                    <a:pt x="230" y="705"/>
                  </a:cubicBezTo>
                  <a:cubicBezTo>
                    <a:pt x="234" y="705"/>
                    <a:pt x="240" y="707"/>
                    <a:pt x="244" y="709"/>
                  </a:cubicBezTo>
                  <a:cubicBezTo>
                    <a:pt x="247" y="712"/>
                    <a:pt x="260" y="709"/>
                    <a:pt x="261" y="711"/>
                  </a:cubicBezTo>
                  <a:cubicBezTo>
                    <a:pt x="263" y="713"/>
                    <a:pt x="266" y="715"/>
                    <a:pt x="268" y="715"/>
                  </a:cubicBezTo>
                  <a:cubicBezTo>
                    <a:pt x="271" y="715"/>
                    <a:pt x="273" y="720"/>
                    <a:pt x="275" y="719"/>
                  </a:cubicBezTo>
                  <a:cubicBezTo>
                    <a:pt x="277" y="717"/>
                    <a:pt x="285" y="717"/>
                    <a:pt x="287" y="717"/>
                  </a:cubicBezTo>
                  <a:cubicBezTo>
                    <a:pt x="289" y="717"/>
                    <a:pt x="289" y="719"/>
                    <a:pt x="291" y="719"/>
                  </a:cubicBezTo>
                  <a:cubicBezTo>
                    <a:pt x="293" y="719"/>
                    <a:pt x="293" y="726"/>
                    <a:pt x="294" y="726"/>
                  </a:cubicBezTo>
                  <a:cubicBezTo>
                    <a:pt x="296" y="725"/>
                    <a:pt x="301" y="730"/>
                    <a:pt x="305" y="731"/>
                  </a:cubicBezTo>
                  <a:cubicBezTo>
                    <a:pt x="308" y="731"/>
                    <a:pt x="312" y="737"/>
                    <a:pt x="313" y="737"/>
                  </a:cubicBezTo>
                  <a:cubicBezTo>
                    <a:pt x="315" y="736"/>
                    <a:pt x="317" y="739"/>
                    <a:pt x="318" y="737"/>
                  </a:cubicBezTo>
                  <a:cubicBezTo>
                    <a:pt x="319" y="734"/>
                    <a:pt x="324" y="735"/>
                    <a:pt x="326" y="731"/>
                  </a:cubicBezTo>
                  <a:cubicBezTo>
                    <a:pt x="319" y="723"/>
                    <a:pt x="312" y="715"/>
                    <a:pt x="313" y="712"/>
                  </a:cubicBezTo>
                  <a:cubicBezTo>
                    <a:pt x="313" y="706"/>
                    <a:pt x="315" y="702"/>
                    <a:pt x="308" y="696"/>
                  </a:cubicBezTo>
                  <a:cubicBezTo>
                    <a:pt x="301" y="690"/>
                    <a:pt x="309" y="686"/>
                    <a:pt x="314" y="680"/>
                  </a:cubicBezTo>
                  <a:cubicBezTo>
                    <a:pt x="318" y="674"/>
                    <a:pt x="328" y="672"/>
                    <a:pt x="334" y="668"/>
                  </a:cubicBezTo>
                  <a:cubicBezTo>
                    <a:pt x="333" y="667"/>
                    <a:pt x="332" y="666"/>
                    <a:pt x="330" y="666"/>
                  </a:cubicBezTo>
                  <a:cubicBezTo>
                    <a:pt x="326" y="664"/>
                    <a:pt x="324" y="662"/>
                    <a:pt x="328" y="661"/>
                  </a:cubicBezTo>
                  <a:cubicBezTo>
                    <a:pt x="331" y="660"/>
                    <a:pt x="330" y="658"/>
                    <a:pt x="326" y="654"/>
                  </a:cubicBezTo>
                  <a:cubicBezTo>
                    <a:pt x="323" y="650"/>
                    <a:pt x="321" y="646"/>
                    <a:pt x="319" y="646"/>
                  </a:cubicBezTo>
                  <a:cubicBezTo>
                    <a:pt x="317" y="646"/>
                    <a:pt x="314" y="645"/>
                    <a:pt x="311" y="646"/>
                  </a:cubicBezTo>
                  <a:cubicBezTo>
                    <a:pt x="308" y="647"/>
                    <a:pt x="309" y="644"/>
                    <a:pt x="309" y="640"/>
                  </a:cubicBezTo>
                  <a:cubicBezTo>
                    <a:pt x="310" y="637"/>
                    <a:pt x="304" y="637"/>
                    <a:pt x="303" y="636"/>
                  </a:cubicBezTo>
                  <a:cubicBezTo>
                    <a:pt x="302" y="634"/>
                    <a:pt x="304" y="629"/>
                    <a:pt x="305" y="629"/>
                  </a:cubicBezTo>
                  <a:cubicBezTo>
                    <a:pt x="306" y="628"/>
                    <a:pt x="309" y="627"/>
                    <a:pt x="309" y="625"/>
                  </a:cubicBezTo>
                  <a:cubicBezTo>
                    <a:pt x="309" y="624"/>
                    <a:pt x="304" y="623"/>
                    <a:pt x="306" y="620"/>
                  </a:cubicBezTo>
                  <a:cubicBezTo>
                    <a:pt x="308" y="616"/>
                    <a:pt x="312" y="616"/>
                    <a:pt x="312" y="613"/>
                  </a:cubicBezTo>
                  <a:cubicBezTo>
                    <a:pt x="312" y="609"/>
                    <a:pt x="315" y="606"/>
                    <a:pt x="318" y="609"/>
                  </a:cubicBezTo>
                  <a:cubicBezTo>
                    <a:pt x="322" y="611"/>
                    <a:pt x="323" y="618"/>
                    <a:pt x="327" y="616"/>
                  </a:cubicBezTo>
                  <a:cubicBezTo>
                    <a:pt x="331" y="615"/>
                    <a:pt x="329" y="611"/>
                    <a:pt x="328" y="609"/>
                  </a:cubicBezTo>
                  <a:cubicBezTo>
                    <a:pt x="328" y="607"/>
                    <a:pt x="327" y="604"/>
                    <a:pt x="331" y="603"/>
                  </a:cubicBezTo>
                  <a:cubicBezTo>
                    <a:pt x="336" y="602"/>
                    <a:pt x="334" y="598"/>
                    <a:pt x="337" y="598"/>
                  </a:cubicBezTo>
                  <a:cubicBezTo>
                    <a:pt x="341" y="598"/>
                    <a:pt x="347" y="593"/>
                    <a:pt x="349" y="592"/>
                  </a:cubicBezTo>
                  <a:cubicBezTo>
                    <a:pt x="351" y="591"/>
                    <a:pt x="356" y="589"/>
                    <a:pt x="358" y="590"/>
                  </a:cubicBezTo>
                  <a:cubicBezTo>
                    <a:pt x="360" y="591"/>
                    <a:pt x="362" y="593"/>
                    <a:pt x="364" y="590"/>
                  </a:cubicBezTo>
                  <a:cubicBezTo>
                    <a:pt x="365" y="586"/>
                    <a:pt x="371" y="588"/>
                    <a:pt x="372" y="590"/>
                  </a:cubicBezTo>
                  <a:cubicBezTo>
                    <a:pt x="372" y="592"/>
                    <a:pt x="382" y="592"/>
                    <a:pt x="385" y="594"/>
                  </a:cubicBezTo>
                  <a:cubicBezTo>
                    <a:pt x="388" y="596"/>
                    <a:pt x="394" y="600"/>
                    <a:pt x="394" y="602"/>
                  </a:cubicBezTo>
                  <a:cubicBezTo>
                    <a:pt x="394" y="604"/>
                    <a:pt x="397" y="607"/>
                    <a:pt x="397" y="603"/>
                  </a:cubicBezTo>
                  <a:cubicBezTo>
                    <a:pt x="397" y="600"/>
                    <a:pt x="400" y="601"/>
                    <a:pt x="404" y="603"/>
                  </a:cubicBezTo>
                  <a:cubicBezTo>
                    <a:pt x="408" y="606"/>
                    <a:pt x="413" y="605"/>
                    <a:pt x="414" y="602"/>
                  </a:cubicBezTo>
                  <a:cubicBezTo>
                    <a:pt x="415" y="600"/>
                    <a:pt x="423" y="597"/>
                    <a:pt x="425" y="599"/>
                  </a:cubicBezTo>
                  <a:cubicBezTo>
                    <a:pt x="428" y="601"/>
                    <a:pt x="429" y="602"/>
                    <a:pt x="432" y="599"/>
                  </a:cubicBezTo>
                  <a:cubicBezTo>
                    <a:pt x="435" y="596"/>
                    <a:pt x="442" y="597"/>
                    <a:pt x="443" y="600"/>
                  </a:cubicBezTo>
                  <a:cubicBezTo>
                    <a:pt x="444" y="603"/>
                    <a:pt x="447" y="603"/>
                    <a:pt x="450" y="603"/>
                  </a:cubicBezTo>
                  <a:cubicBezTo>
                    <a:pt x="453" y="603"/>
                    <a:pt x="454" y="608"/>
                    <a:pt x="456" y="607"/>
                  </a:cubicBezTo>
                  <a:cubicBezTo>
                    <a:pt x="458" y="606"/>
                    <a:pt x="457" y="601"/>
                    <a:pt x="460" y="601"/>
                  </a:cubicBezTo>
                  <a:cubicBezTo>
                    <a:pt x="462" y="602"/>
                    <a:pt x="464" y="605"/>
                    <a:pt x="468" y="605"/>
                  </a:cubicBezTo>
                  <a:cubicBezTo>
                    <a:pt x="472" y="605"/>
                    <a:pt x="475" y="604"/>
                    <a:pt x="475" y="601"/>
                  </a:cubicBezTo>
                  <a:cubicBezTo>
                    <a:pt x="475" y="598"/>
                    <a:pt x="475" y="593"/>
                    <a:pt x="472" y="593"/>
                  </a:cubicBezTo>
                  <a:cubicBezTo>
                    <a:pt x="470" y="593"/>
                    <a:pt x="467" y="590"/>
                    <a:pt x="464" y="590"/>
                  </a:cubicBezTo>
                  <a:cubicBezTo>
                    <a:pt x="461" y="590"/>
                    <a:pt x="458" y="585"/>
                    <a:pt x="461" y="584"/>
                  </a:cubicBezTo>
                  <a:cubicBezTo>
                    <a:pt x="464" y="583"/>
                    <a:pt x="469" y="581"/>
                    <a:pt x="468" y="578"/>
                  </a:cubicBezTo>
                  <a:cubicBezTo>
                    <a:pt x="467" y="576"/>
                    <a:pt x="466" y="571"/>
                    <a:pt x="470" y="570"/>
                  </a:cubicBezTo>
                  <a:cubicBezTo>
                    <a:pt x="474" y="570"/>
                    <a:pt x="483" y="570"/>
                    <a:pt x="482" y="568"/>
                  </a:cubicBezTo>
                  <a:cubicBezTo>
                    <a:pt x="482" y="567"/>
                    <a:pt x="474" y="566"/>
                    <a:pt x="472" y="563"/>
                  </a:cubicBezTo>
                  <a:cubicBezTo>
                    <a:pt x="471" y="561"/>
                    <a:pt x="470" y="555"/>
                    <a:pt x="472" y="554"/>
                  </a:cubicBezTo>
                  <a:cubicBezTo>
                    <a:pt x="473" y="553"/>
                    <a:pt x="478" y="554"/>
                    <a:pt x="481" y="553"/>
                  </a:cubicBezTo>
                  <a:cubicBezTo>
                    <a:pt x="484" y="552"/>
                    <a:pt x="491" y="555"/>
                    <a:pt x="495" y="552"/>
                  </a:cubicBezTo>
                  <a:cubicBezTo>
                    <a:pt x="499" y="549"/>
                    <a:pt x="507" y="548"/>
                    <a:pt x="512" y="548"/>
                  </a:cubicBezTo>
                  <a:cubicBezTo>
                    <a:pt x="516" y="548"/>
                    <a:pt x="520" y="545"/>
                    <a:pt x="523" y="545"/>
                  </a:cubicBezTo>
                  <a:cubicBezTo>
                    <a:pt x="527" y="544"/>
                    <a:pt x="537" y="543"/>
                    <a:pt x="539" y="542"/>
                  </a:cubicBezTo>
                  <a:cubicBezTo>
                    <a:pt x="542" y="541"/>
                    <a:pt x="555" y="539"/>
                    <a:pt x="556" y="536"/>
                  </a:cubicBezTo>
                  <a:cubicBezTo>
                    <a:pt x="556" y="534"/>
                    <a:pt x="567" y="532"/>
                    <a:pt x="570" y="533"/>
                  </a:cubicBezTo>
                  <a:cubicBezTo>
                    <a:pt x="573" y="534"/>
                    <a:pt x="576" y="535"/>
                    <a:pt x="579" y="534"/>
                  </a:cubicBezTo>
                  <a:cubicBezTo>
                    <a:pt x="581" y="533"/>
                    <a:pt x="586" y="536"/>
                    <a:pt x="586" y="539"/>
                  </a:cubicBezTo>
                  <a:cubicBezTo>
                    <a:pt x="585" y="541"/>
                    <a:pt x="588" y="544"/>
                    <a:pt x="588" y="547"/>
                  </a:cubicBezTo>
                  <a:cubicBezTo>
                    <a:pt x="588" y="549"/>
                    <a:pt x="585" y="550"/>
                    <a:pt x="587" y="551"/>
                  </a:cubicBezTo>
                  <a:cubicBezTo>
                    <a:pt x="588" y="553"/>
                    <a:pt x="595" y="552"/>
                    <a:pt x="597" y="550"/>
                  </a:cubicBezTo>
                  <a:cubicBezTo>
                    <a:pt x="599" y="547"/>
                    <a:pt x="601" y="551"/>
                    <a:pt x="601" y="552"/>
                  </a:cubicBezTo>
                  <a:cubicBezTo>
                    <a:pt x="601" y="554"/>
                    <a:pt x="604" y="555"/>
                    <a:pt x="604" y="553"/>
                  </a:cubicBezTo>
                  <a:cubicBezTo>
                    <a:pt x="604" y="551"/>
                    <a:pt x="608" y="552"/>
                    <a:pt x="610" y="554"/>
                  </a:cubicBezTo>
                  <a:cubicBezTo>
                    <a:pt x="611" y="555"/>
                    <a:pt x="616" y="552"/>
                    <a:pt x="616" y="555"/>
                  </a:cubicBezTo>
                  <a:cubicBezTo>
                    <a:pt x="616" y="557"/>
                    <a:pt x="609" y="559"/>
                    <a:pt x="612" y="562"/>
                  </a:cubicBezTo>
                  <a:cubicBezTo>
                    <a:pt x="615" y="565"/>
                    <a:pt x="616" y="559"/>
                    <a:pt x="620" y="560"/>
                  </a:cubicBezTo>
                  <a:cubicBezTo>
                    <a:pt x="624" y="561"/>
                    <a:pt x="629" y="556"/>
                    <a:pt x="632" y="555"/>
                  </a:cubicBezTo>
                  <a:cubicBezTo>
                    <a:pt x="636" y="554"/>
                    <a:pt x="640" y="551"/>
                    <a:pt x="643" y="549"/>
                  </a:cubicBezTo>
                  <a:cubicBezTo>
                    <a:pt x="646" y="547"/>
                    <a:pt x="652" y="548"/>
                    <a:pt x="650" y="550"/>
                  </a:cubicBezTo>
                  <a:cubicBezTo>
                    <a:pt x="648" y="552"/>
                    <a:pt x="646" y="556"/>
                    <a:pt x="653" y="558"/>
                  </a:cubicBezTo>
                  <a:cubicBezTo>
                    <a:pt x="661" y="561"/>
                    <a:pt x="669" y="576"/>
                    <a:pt x="674" y="583"/>
                  </a:cubicBezTo>
                  <a:cubicBezTo>
                    <a:pt x="679" y="590"/>
                    <a:pt x="683" y="603"/>
                    <a:pt x="686" y="603"/>
                  </a:cubicBezTo>
                  <a:cubicBezTo>
                    <a:pt x="688" y="603"/>
                    <a:pt x="689" y="597"/>
                    <a:pt x="692" y="596"/>
                  </a:cubicBezTo>
                  <a:cubicBezTo>
                    <a:pt x="696" y="595"/>
                    <a:pt x="698" y="601"/>
                    <a:pt x="701" y="602"/>
                  </a:cubicBezTo>
                  <a:cubicBezTo>
                    <a:pt x="705" y="603"/>
                    <a:pt x="709" y="605"/>
                    <a:pt x="712" y="604"/>
                  </a:cubicBezTo>
                  <a:cubicBezTo>
                    <a:pt x="715" y="603"/>
                    <a:pt x="721" y="599"/>
                    <a:pt x="723" y="601"/>
                  </a:cubicBezTo>
                  <a:cubicBezTo>
                    <a:pt x="726" y="602"/>
                    <a:pt x="729" y="602"/>
                    <a:pt x="731" y="607"/>
                  </a:cubicBezTo>
                  <a:cubicBezTo>
                    <a:pt x="733" y="611"/>
                    <a:pt x="736" y="612"/>
                    <a:pt x="738" y="612"/>
                  </a:cubicBezTo>
                  <a:cubicBezTo>
                    <a:pt x="740" y="612"/>
                    <a:pt x="740" y="615"/>
                    <a:pt x="740" y="617"/>
                  </a:cubicBezTo>
                  <a:cubicBezTo>
                    <a:pt x="740" y="619"/>
                    <a:pt x="744" y="621"/>
                    <a:pt x="746" y="621"/>
                  </a:cubicBezTo>
                  <a:cubicBezTo>
                    <a:pt x="748" y="621"/>
                    <a:pt x="753" y="621"/>
                    <a:pt x="755" y="620"/>
                  </a:cubicBezTo>
                  <a:cubicBezTo>
                    <a:pt x="756" y="619"/>
                    <a:pt x="758" y="618"/>
                    <a:pt x="759" y="620"/>
                  </a:cubicBezTo>
                  <a:cubicBezTo>
                    <a:pt x="759" y="622"/>
                    <a:pt x="762" y="626"/>
                    <a:pt x="764" y="626"/>
                  </a:cubicBezTo>
                  <a:cubicBezTo>
                    <a:pt x="766" y="626"/>
                    <a:pt x="770" y="628"/>
                    <a:pt x="770" y="626"/>
                  </a:cubicBezTo>
                  <a:cubicBezTo>
                    <a:pt x="771" y="624"/>
                    <a:pt x="776" y="623"/>
                    <a:pt x="778" y="623"/>
                  </a:cubicBezTo>
                  <a:cubicBezTo>
                    <a:pt x="780" y="623"/>
                    <a:pt x="787" y="621"/>
                    <a:pt x="788" y="618"/>
                  </a:cubicBezTo>
                  <a:cubicBezTo>
                    <a:pt x="790" y="615"/>
                    <a:pt x="795" y="615"/>
                    <a:pt x="797" y="613"/>
                  </a:cubicBezTo>
                  <a:cubicBezTo>
                    <a:pt x="799" y="611"/>
                    <a:pt x="803" y="610"/>
                    <a:pt x="804" y="608"/>
                  </a:cubicBezTo>
                  <a:cubicBezTo>
                    <a:pt x="805" y="606"/>
                    <a:pt x="811" y="607"/>
                    <a:pt x="812" y="605"/>
                  </a:cubicBezTo>
                  <a:cubicBezTo>
                    <a:pt x="813" y="603"/>
                    <a:pt x="818" y="603"/>
                    <a:pt x="820" y="604"/>
                  </a:cubicBezTo>
                  <a:cubicBezTo>
                    <a:pt x="822" y="604"/>
                    <a:pt x="834" y="607"/>
                    <a:pt x="836" y="606"/>
                  </a:cubicBezTo>
                  <a:cubicBezTo>
                    <a:pt x="837" y="606"/>
                    <a:pt x="838" y="612"/>
                    <a:pt x="839" y="613"/>
                  </a:cubicBezTo>
                  <a:cubicBezTo>
                    <a:pt x="841" y="613"/>
                    <a:pt x="847" y="618"/>
                    <a:pt x="849" y="616"/>
                  </a:cubicBezTo>
                  <a:cubicBezTo>
                    <a:pt x="850" y="615"/>
                    <a:pt x="854" y="614"/>
                    <a:pt x="858" y="616"/>
                  </a:cubicBezTo>
                  <a:cubicBezTo>
                    <a:pt x="861" y="618"/>
                    <a:pt x="864" y="620"/>
                    <a:pt x="866" y="618"/>
                  </a:cubicBezTo>
                  <a:cubicBezTo>
                    <a:pt x="867" y="616"/>
                    <a:pt x="874" y="615"/>
                    <a:pt x="875" y="613"/>
                  </a:cubicBezTo>
                  <a:cubicBezTo>
                    <a:pt x="876" y="612"/>
                    <a:pt x="877" y="608"/>
                    <a:pt x="875" y="607"/>
                  </a:cubicBezTo>
                  <a:cubicBezTo>
                    <a:pt x="874" y="605"/>
                    <a:pt x="872" y="600"/>
                    <a:pt x="871" y="597"/>
                  </a:cubicBezTo>
                  <a:cubicBezTo>
                    <a:pt x="871" y="595"/>
                    <a:pt x="875" y="594"/>
                    <a:pt x="876" y="592"/>
                  </a:cubicBezTo>
                  <a:cubicBezTo>
                    <a:pt x="877" y="589"/>
                    <a:pt x="881" y="589"/>
                    <a:pt x="882" y="588"/>
                  </a:cubicBezTo>
                  <a:cubicBezTo>
                    <a:pt x="883" y="586"/>
                    <a:pt x="884" y="583"/>
                    <a:pt x="886" y="584"/>
                  </a:cubicBezTo>
                  <a:cubicBezTo>
                    <a:pt x="888" y="585"/>
                    <a:pt x="893" y="586"/>
                    <a:pt x="894" y="587"/>
                  </a:cubicBezTo>
                  <a:cubicBezTo>
                    <a:pt x="895" y="588"/>
                    <a:pt x="899" y="589"/>
                    <a:pt x="901" y="589"/>
                  </a:cubicBezTo>
                  <a:cubicBezTo>
                    <a:pt x="904" y="589"/>
                    <a:pt x="907" y="591"/>
                    <a:pt x="910" y="592"/>
                  </a:cubicBezTo>
                  <a:cubicBezTo>
                    <a:pt x="912" y="594"/>
                    <a:pt x="919" y="594"/>
                    <a:pt x="921" y="596"/>
                  </a:cubicBezTo>
                  <a:cubicBezTo>
                    <a:pt x="922" y="598"/>
                    <a:pt x="920" y="603"/>
                    <a:pt x="922" y="605"/>
                  </a:cubicBezTo>
                  <a:cubicBezTo>
                    <a:pt x="924" y="607"/>
                    <a:pt x="928" y="612"/>
                    <a:pt x="929" y="611"/>
                  </a:cubicBezTo>
                  <a:cubicBezTo>
                    <a:pt x="930" y="610"/>
                    <a:pt x="937" y="614"/>
                    <a:pt x="939" y="614"/>
                  </a:cubicBezTo>
                  <a:cubicBezTo>
                    <a:pt x="941" y="613"/>
                    <a:pt x="945" y="610"/>
                    <a:pt x="947" y="610"/>
                  </a:cubicBezTo>
                  <a:cubicBezTo>
                    <a:pt x="949" y="610"/>
                    <a:pt x="955" y="608"/>
                    <a:pt x="957" y="608"/>
                  </a:cubicBezTo>
                  <a:cubicBezTo>
                    <a:pt x="959" y="609"/>
                    <a:pt x="967" y="611"/>
                    <a:pt x="968" y="611"/>
                  </a:cubicBezTo>
                  <a:cubicBezTo>
                    <a:pt x="969" y="610"/>
                    <a:pt x="975" y="611"/>
                    <a:pt x="976" y="613"/>
                  </a:cubicBezTo>
                  <a:cubicBezTo>
                    <a:pt x="977" y="615"/>
                    <a:pt x="986" y="615"/>
                    <a:pt x="986" y="617"/>
                  </a:cubicBezTo>
                  <a:cubicBezTo>
                    <a:pt x="986" y="620"/>
                    <a:pt x="990" y="621"/>
                    <a:pt x="992" y="624"/>
                  </a:cubicBezTo>
                  <a:cubicBezTo>
                    <a:pt x="993" y="626"/>
                    <a:pt x="1004" y="625"/>
                    <a:pt x="1006" y="626"/>
                  </a:cubicBezTo>
                  <a:cubicBezTo>
                    <a:pt x="1008" y="628"/>
                    <a:pt x="1021" y="628"/>
                    <a:pt x="1021" y="626"/>
                  </a:cubicBezTo>
                  <a:cubicBezTo>
                    <a:pt x="1021" y="625"/>
                    <a:pt x="1033" y="624"/>
                    <a:pt x="1036" y="623"/>
                  </a:cubicBezTo>
                  <a:cubicBezTo>
                    <a:pt x="1038" y="621"/>
                    <a:pt x="1044" y="622"/>
                    <a:pt x="1045" y="619"/>
                  </a:cubicBezTo>
                  <a:cubicBezTo>
                    <a:pt x="1045" y="617"/>
                    <a:pt x="1051" y="615"/>
                    <a:pt x="1054" y="613"/>
                  </a:cubicBezTo>
                  <a:cubicBezTo>
                    <a:pt x="1056" y="611"/>
                    <a:pt x="1067" y="612"/>
                    <a:pt x="1068" y="614"/>
                  </a:cubicBezTo>
                  <a:cubicBezTo>
                    <a:pt x="1068" y="616"/>
                    <a:pt x="1075" y="617"/>
                    <a:pt x="1077" y="616"/>
                  </a:cubicBezTo>
                  <a:cubicBezTo>
                    <a:pt x="1080" y="615"/>
                    <a:pt x="1087" y="616"/>
                    <a:pt x="1088" y="619"/>
                  </a:cubicBezTo>
                  <a:cubicBezTo>
                    <a:pt x="1089" y="621"/>
                    <a:pt x="1097" y="622"/>
                    <a:pt x="1099" y="622"/>
                  </a:cubicBezTo>
                  <a:cubicBezTo>
                    <a:pt x="1101" y="621"/>
                    <a:pt x="1107" y="616"/>
                    <a:pt x="1110" y="616"/>
                  </a:cubicBezTo>
                  <a:cubicBezTo>
                    <a:pt x="1112" y="616"/>
                    <a:pt x="1115" y="613"/>
                    <a:pt x="1115" y="611"/>
                  </a:cubicBezTo>
                  <a:cubicBezTo>
                    <a:pt x="1114" y="609"/>
                    <a:pt x="1119" y="602"/>
                    <a:pt x="1120" y="599"/>
                  </a:cubicBezTo>
                  <a:cubicBezTo>
                    <a:pt x="1121" y="597"/>
                    <a:pt x="1125" y="589"/>
                    <a:pt x="1127" y="589"/>
                  </a:cubicBezTo>
                  <a:cubicBezTo>
                    <a:pt x="1129" y="588"/>
                    <a:pt x="1132" y="585"/>
                    <a:pt x="1132" y="583"/>
                  </a:cubicBezTo>
                  <a:cubicBezTo>
                    <a:pt x="1132" y="581"/>
                    <a:pt x="1131" y="575"/>
                    <a:pt x="1129" y="575"/>
                  </a:cubicBezTo>
                  <a:cubicBezTo>
                    <a:pt x="1127" y="575"/>
                    <a:pt x="1123" y="575"/>
                    <a:pt x="1128" y="569"/>
                  </a:cubicBezTo>
                  <a:cubicBezTo>
                    <a:pt x="1132" y="563"/>
                    <a:pt x="1141" y="564"/>
                    <a:pt x="1142" y="564"/>
                  </a:cubicBezTo>
                  <a:cubicBezTo>
                    <a:pt x="1143" y="564"/>
                    <a:pt x="1154" y="562"/>
                    <a:pt x="1159" y="563"/>
                  </a:cubicBezTo>
                  <a:cubicBezTo>
                    <a:pt x="1163" y="564"/>
                    <a:pt x="1166" y="562"/>
                    <a:pt x="1171" y="565"/>
                  </a:cubicBezTo>
                  <a:cubicBezTo>
                    <a:pt x="1176" y="568"/>
                    <a:pt x="1183" y="567"/>
                    <a:pt x="1185" y="569"/>
                  </a:cubicBezTo>
                  <a:cubicBezTo>
                    <a:pt x="1187" y="571"/>
                    <a:pt x="1193" y="573"/>
                    <a:pt x="1192" y="577"/>
                  </a:cubicBezTo>
                  <a:cubicBezTo>
                    <a:pt x="1191" y="581"/>
                    <a:pt x="1196" y="579"/>
                    <a:pt x="1198" y="588"/>
                  </a:cubicBezTo>
                  <a:cubicBezTo>
                    <a:pt x="1199" y="596"/>
                    <a:pt x="1203" y="597"/>
                    <a:pt x="1204" y="601"/>
                  </a:cubicBezTo>
                  <a:cubicBezTo>
                    <a:pt x="1205" y="605"/>
                    <a:pt x="1211" y="612"/>
                    <a:pt x="1210" y="615"/>
                  </a:cubicBezTo>
                  <a:cubicBezTo>
                    <a:pt x="1209" y="617"/>
                    <a:pt x="1209" y="621"/>
                    <a:pt x="1214" y="621"/>
                  </a:cubicBezTo>
                  <a:cubicBezTo>
                    <a:pt x="1220" y="621"/>
                    <a:pt x="1224" y="626"/>
                    <a:pt x="1225" y="625"/>
                  </a:cubicBezTo>
                  <a:cubicBezTo>
                    <a:pt x="1227" y="624"/>
                    <a:pt x="1233" y="627"/>
                    <a:pt x="1237" y="630"/>
                  </a:cubicBezTo>
                  <a:cubicBezTo>
                    <a:pt x="1240" y="633"/>
                    <a:pt x="1245" y="632"/>
                    <a:pt x="1245" y="635"/>
                  </a:cubicBezTo>
                  <a:cubicBezTo>
                    <a:pt x="1244" y="639"/>
                    <a:pt x="1247" y="642"/>
                    <a:pt x="1247" y="645"/>
                  </a:cubicBezTo>
                  <a:cubicBezTo>
                    <a:pt x="1247" y="648"/>
                    <a:pt x="1253" y="650"/>
                    <a:pt x="1258" y="649"/>
                  </a:cubicBezTo>
                  <a:cubicBezTo>
                    <a:pt x="1263" y="649"/>
                    <a:pt x="1266" y="651"/>
                    <a:pt x="1268" y="647"/>
                  </a:cubicBezTo>
                  <a:cubicBezTo>
                    <a:pt x="1270" y="643"/>
                    <a:pt x="1277" y="645"/>
                    <a:pt x="1279" y="643"/>
                  </a:cubicBezTo>
                  <a:cubicBezTo>
                    <a:pt x="1281" y="641"/>
                    <a:pt x="1288" y="639"/>
                    <a:pt x="1288" y="645"/>
                  </a:cubicBezTo>
                  <a:cubicBezTo>
                    <a:pt x="1288" y="651"/>
                    <a:pt x="1292" y="653"/>
                    <a:pt x="1288" y="655"/>
                  </a:cubicBezTo>
                  <a:cubicBezTo>
                    <a:pt x="1285" y="657"/>
                    <a:pt x="1283" y="665"/>
                    <a:pt x="1282" y="669"/>
                  </a:cubicBezTo>
                  <a:cubicBezTo>
                    <a:pt x="1281" y="673"/>
                    <a:pt x="1276" y="674"/>
                    <a:pt x="1276" y="678"/>
                  </a:cubicBezTo>
                  <a:cubicBezTo>
                    <a:pt x="1275" y="682"/>
                    <a:pt x="1270" y="682"/>
                    <a:pt x="1270" y="685"/>
                  </a:cubicBezTo>
                  <a:cubicBezTo>
                    <a:pt x="1270" y="688"/>
                    <a:pt x="1264" y="687"/>
                    <a:pt x="1260" y="685"/>
                  </a:cubicBezTo>
                  <a:cubicBezTo>
                    <a:pt x="1257" y="683"/>
                    <a:pt x="1254" y="689"/>
                    <a:pt x="1251" y="689"/>
                  </a:cubicBezTo>
                  <a:cubicBezTo>
                    <a:pt x="1248" y="689"/>
                    <a:pt x="1249" y="695"/>
                    <a:pt x="1249" y="697"/>
                  </a:cubicBezTo>
                  <a:cubicBezTo>
                    <a:pt x="1250" y="700"/>
                    <a:pt x="1248" y="703"/>
                    <a:pt x="1250" y="707"/>
                  </a:cubicBezTo>
                  <a:cubicBezTo>
                    <a:pt x="1251" y="709"/>
                    <a:pt x="1250" y="713"/>
                    <a:pt x="1251" y="717"/>
                  </a:cubicBezTo>
                  <a:cubicBezTo>
                    <a:pt x="1255" y="714"/>
                    <a:pt x="1259" y="712"/>
                    <a:pt x="1260" y="712"/>
                  </a:cubicBezTo>
                  <a:cubicBezTo>
                    <a:pt x="1264" y="712"/>
                    <a:pt x="1269" y="719"/>
                    <a:pt x="1273" y="720"/>
                  </a:cubicBezTo>
                  <a:cubicBezTo>
                    <a:pt x="1278" y="720"/>
                    <a:pt x="1299" y="706"/>
                    <a:pt x="1299" y="703"/>
                  </a:cubicBezTo>
                  <a:cubicBezTo>
                    <a:pt x="1299" y="701"/>
                    <a:pt x="1312" y="689"/>
                    <a:pt x="1318" y="683"/>
                  </a:cubicBezTo>
                  <a:cubicBezTo>
                    <a:pt x="1323" y="677"/>
                    <a:pt x="1331" y="668"/>
                    <a:pt x="1334" y="661"/>
                  </a:cubicBezTo>
                  <a:cubicBezTo>
                    <a:pt x="1336" y="656"/>
                    <a:pt x="1344" y="648"/>
                    <a:pt x="1346" y="645"/>
                  </a:cubicBezTo>
                  <a:cubicBezTo>
                    <a:pt x="1348" y="641"/>
                    <a:pt x="1349" y="641"/>
                    <a:pt x="1353" y="633"/>
                  </a:cubicBezTo>
                  <a:cubicBezTo>
                    <a:pt x="1357" y="625"/>
                    <a:pt x="1357" y="605"/>
                    <a:pt x="1358" y="604"/>
                  </a:cubicBezTo>
                  <a:cubicBezTo>
                    <a:pt x="1359" y="602"/>
                    <a:pt x="1358" y="599"/>
                    <a:pt x="1360" y="597"/>
                  </a:cubicBezTo>
                  <a:cubicBezTo>
                    <a:pt x="1362" y="594"/>
                    <a:pt x="1361" y="591"/>
                    <a:pt x="1364" y="589"/>
                  </a:cubicBezTo>
                  <a:cubicBezTo>
                    <a:pt x="1368" y="586"/>
                    <a:pt x="1367" y="583"/>
                    <a:pt x="1366" y="581"/>
                  </a:cubicBezTo>
                  <a:cubicBezTo>
                    <a:pt x="1365" y="579"/>
                    <a:pt x="1366" y="574"/>
                    <a:pt x="1365" y="573"/>
                  </a:cubicBezTo>
                  <a:cubicBezTo>
                    <a:pt x="1365" y="571"/>
                    <a:pt x="1365" y="570"/>
                    <a:pt x="1367" y="569"/>
                  </a:cubicBezTo>
                  <a:cubicBezTo>
                    <a:pt x="1369" y="568"/>
                    <a:pt x="1365" y="565"/>
                    <a:pt x="1363" y="564"/>
                  </a:cubicBezTo>
                  <a:cubicBezTo>
                    <a:pt x="1360" y="562"/>
                    <a:pt x="1356" y="561"/>
                    <a:pt x="1356" y="558"/>
                  </a:cubicBezTo>
                  <a:cubicBezTo>
                    <a:pt x="1355" y="555"/>
                    <a:pt x="1351" y="551"/>
                    <a:pt x="1347" y="551"/>
                  </a:cubicBezTo>
                  <a:cubicBezTo>
                    <a:pt x="1343" y="552"/>
                    <a:pt x="1336" y="549"/>
                    <a:pt x="1337" y="552"/>
                  </a:cubicBezTo>
                  <a:cubicBezTo>
                    <a:pt x="1338" y="554"/>
                    <a:pt x="1337" y="556"/>
                    <a:pt x="1335" y="556"/>
                  </a:cubicBezTo>
                  <a:cubicBezTo>
                    <a:pt x="1333" y="555"/>
                    <a:pt x="1332" y="557"/>
                    <a:pt x="1330" y="560"/>
                  </a:cubicBezTo>
                  <a:cubicBezTo>
                    <a:pt x="1328" y="563"/>
                    <a:pt x="1320" y="564"/>
                    <a:pt x="1324" y="560"/>
                  </a:cubicBezTo>
                  <a:cubicBezTo>
                    <a:pt x="1327" y="557"/>
                    <a:pt x="1323" y="557"/>
                    <a:pt x="1323" y="554"/>
                  </a:cubicBezTo>
                  <a:cubicBezTo>
                    <a:pt x="1324" y="550"/>
                    <a:pt x="1327" y="547"/>
                    <a:pt x="1323" y="549"/>
                  </a:cubicBezTo>
                  <a:cubicBezTo>
                    <a:pt x="1319" y="551"/>
                    <a:pt x="1319" y="557"/>
                    <a:pt x="1316" y="557"/>
                  </a:cubicBezTo>
                  <a:cubicBezTo>
                    <a:pt x="1313" y="558"/>
                    <a:pt x="1314" y="548"/>
                    <a:pt x="1315" y="546"/>
                  </a:cubicBezTo>
                  <a:cubicBezTo>
                    <a:pt x="1316" y="543"/>
                    <a:pt x="1309" y="546"/>
                    <a:pt x="1302" y="545"/>
                  </a:cubicBezTo>
                  <a:cubicBezTo>
                    <a:pt x="1295" y="545"/>
                    <a:pt x="1297" y="540"/>
                    <a:pt x="1302" y="537"/>
                  </a:cubicBezTo>
                  <a:cubicBezTo>
                    <a:pt x="1308" y="534"/>
                    <a:pt x="1307" y="531"/>
                    <a:pt x="1310" y="530"/>
                  </a:cubicBezTo>
                  <a:cubicBezTo>
                    <a:pt x="1313" y="529"/>
                    <a:pt x="1320" y="524"/>
                    <a:pt x="1324" y="522"/>
                  </a:cubicBezTo>
                  <a:cubicBezTo>
                    <a:pt x="1329" y="519"/>
                    <a:pt x="1330" y="516"/>
                    <a:pt x="1331" y="513"/>
                  </a:cubicBezTo>
                  <a:cubicBezTo>
                    <a:pt x="1332" y="511"/>
                    <a:pt x="1340" y="507"/>
                    <a:pt x="1347" y="501"/>
                  </a:cubicBezTo>
                  <a:cubicBezTo>
                    <a:pt x="1354" y="495"/>
                    <a:pt x="1357" y="492"/>
                    <a:pt x="1359" y="489"/>
                  </a:cubicBezTo>
                  <a:cubicBezTo>
                    <a:pt x="1361" y="485"/>
                    <a:pt x="1371" y="481"/>
                    <a:pt x="1372" y="478"/>
                  </a:cubicBezTo>
                  <a:cubicBezTo>
                    <a:pt x="1372" y="475"/>
                    <a:pt x="1384" y="469"/>
                    <a:pt x="1393" y="467"/>
                  </a:cubicBezTo>
                  <a:cubicBezTo>
                    <a:pt x="1401" y="465"/>
                    <a:pt x="1415" y="468"/>
                    <a:pt x="1417" y="470"/>
                  </a:cubicBezTo>
                  <a:cubicBezTo>
                    <a:pt x="1420" y="473"/>
                    <a:pt x="1422" y="472"/>
                    <a:pt x="1423" y="470"/>
                  </a:cubicBezTo>
                  <a:cubicBezTo>
                    <a:pt x="1425" y="468"/>
                    <a:pt x="1428" y="469"/>
                    <a:pt x="1434" y="470"/>
                  </a:cubicBezTo>
                  <a:cubicBezTo>
                    <a:pt x="1439" y="470"/>
                    <a:pt x="1441" y="467"/>
                    <a:pt x="1444" y="468"/>
                  </a:cubicBezTo>
                  <a:cubicBezTo>
                    <a:pt x="1448" y="469"/>
                    <a:pt x="1451" y="470"/>
                    <a:pt x="1454" y="466"/>
                  </a:cubicBezTo>
                  <a:cubicBezTo>
                    <a:pt x="1456" y="461"/>
                    <a:pt x="1467" y="462"/>
                    <a:pt x="1470" y="464"/>
                  </a:cubicBezTo>
                  <a:cubicBezTo>
                    <a:pt x="1472" y="466"/>
                    <a:pt x="1474" y="468"/>
                    <a:pt x="1478" y="465"/>
                  </a:cubicBezTo>
                  <a:cubicBezTo>
                    <a:pt x="1482" y="463"/>
                    <a:pt x="1482" y="469"/>
                    <a:pt x="1486" y="469"/>
                  </a:cubicBezTo>
                  <a:cubicBezTo>
                    <a:pt x="1490" y="470"/>
                    <a:pt x="1487" y="473"/>
                    <a:pt x="1484" y="473"/>
                  </a:cubicBezTo>
                  <a:cubicBezTo>
                    <a:pt x="1481" y="473"/>
                    <a:pt x="1476" y="475"/>
                    <a:pt x="1480" y="477"/>
                  </a:cubicBezTo>
                  <a:cubicBezTo>
                    <a:pt x="1484" y="479"/>
                    <a:pt x="1489" y="475"/>
                    <a:pt x="1492" y="475"/>
                  </a:cubicBezTo>
                  <a:cubicBezTo>
                    <a:pt x="1495" y="475"/>
                    <a:pt x="1499" y="476"/>
                    <a:pt x="1503" y="473"/>
                  </a:cubicBezTo>
                  <a:cubicBezTo>
                    <a:pt x="1508" y="470"/>
                    <a:pt x="1509" y="475"/>
                    <a:pt x="1511" y="473"/>
                  </a:cubicBezTo>
                  <a:cubicBezTo>
                    <a:pt x="1514" y="471"/>
                    <a:pt x="1520" y="470"/>
                    <a:pt x="1523" y="470"/>
                  </a:cubicBezTo>
                  <a:cubicBezTo>
                    <a:pt x="1526" y="470"/>
                    <a:pt x="1524" y="467"/>
                    <a:pt x="1519" y="467"/>
                  </a:cubicBezTo>
                  <a:cubicBezTo>
                    <a:pt x="1514" y="467"/>
                    <a:pt x="1514" y="464"/>
                    <a:pt x="1518" y="457"/>
                  </a:cubicBezTo>
                  <a:cubicBezTo>
                    <a:pt x="1522" y="450"/>
                    <a:pt x="1529" y="447"/>
                    <a:pt x="1534" y="442"/>
                  </a:cubicBezTo>
                  <a:cubicBezTo>
                    <a:pt x="1539" y="438"/>
                    <a:pt x="1543" y="440"/>
                    <a:pt x="1543" y="438"/>
                  </a:cubicBezTo>
                  <a:cubicBezTo>
                    <a:pt x="1543" y="435"/>
                    <a:pt x="1545" y="427"/>
                    <a:pt x="1549" y="427"/>
                  </a:cubicBezTo>
                  <a:cubicBezTo>
                    <a:pt x="1552" y="427"/>
                    <a:pt x="1561" y="429"/>
                    <a:pt x="1567" y="426"/>
                  </a:cubicBezTo>
                  <a:cubicBezTo>
                    <a:pt x="1573" y="422"/>
                    <a:pt x="1572" y="428"/>
                    <a:pt x="1575" y="429"/>
                  </a:cubicBezTo>
                  <a:cubicBezTo>
                    <a:pt x="1577" y="430"/>
                    <a:pt x="1580" y="424"/>
                    <a:pt x="1583" y="426"/>
                  </a:cubicBezTo>
                  <a:cubicBezTo>
                    <a:pt x="1585" y="427"/>
                    <a:pt x="1579" y="431"/>
                    <a:pt x="1577" y="436"/>
                  </a:cubicBezTo>
                  <a:cubicBezTo>
                    <a:pt x="1576" y="441"/>
                    <a:pt x="1581" y="439"/>
                    <a:pt x="1584" y="440"/>
                  </a:cubicBezTo>
                  <a:cubicBezTo>
                    <a:pt x="1586" y="442"/>
                    <a:pt x="1580" y="444"/>
                    <a:pt x="1581" y="445"/>
                  </a:cubicBezTo>
                  <a:cubicBezTo>
                    <a:pt x="1581" y="446"/>
                    <a:pt x="1587" y="446"/>
                    <a:pt x="1594" y="439"/>
                  </a:cubicBezTo>
                  <a:cubicBezTo>
                    <a:pt x="1602" y="432"/>
                    <a:pt x="1608" y="430"/>
                    <a:pt x="1613" y="430"/>
                  </a:cubicBezTo>
                  <a:cubicBezTo>
                    <a:pt x="1618" y="431"/>
                    <a:pt x="1615" y="426"/>
                    <a:pt x="1615" y="419"/>
                  </a:cubicBezTo>
                  <a:cubicBezTo>
                    <a:pt x="1616" y="412"/>
                    <a:pt x="1630" y="410"/>
                    <a:pt x="1635" y="412"/>
                  </a:cubicBezTo>
                  <a:cubicBezTo>
                    <a:pt x="1639" y="414"/>
                    <a:pt x="1639" y="416"/>
                    <a:pt x="1634" y="415"/>
                  </a:cubicBezTo>
                  <a:cubicBezTo>
                    <a:pt x="1630" y="414"/>
                    <a:pt x="1626" y="418"/>
                    <a:pt x="1626" y="424"/>
                  </a:cubicBezTo>
                  <a:cubicBezTo>
                    <a:pt x="1626" y="429"/>
                    <a:pt x="1622" y="431"/>
                    <a:pt x="1624" y="433"/>
                  </a:cubicBezTo>
                  <a:cubicBezTo>
                    <a:pt x="1626" y="435"/>
                    <a:pt x="1621" y="436"/>
                    <a:pt x="1621" y="438"/>
                  </a:cubicBezTo>
                  <a:cubicBezTo>
                    <a:pt x="1621" y="441"/>
                    <a:pt x="1621" y="442"/>
                    <a:pt x="1617" y="443"/>
                  </a:cubicBezTo>
                  <a:cubicBezTo>
                    <a:pt x="1614" y="444"/>
                    <a:pt x="1603" y="446"/>
                    <a:pt x="1603" y="450"/>
                  </a:cubicBezTo>
                  <a:cubicBezTo>
                    <a:pt x="1602" y="454"/>
                    <a:pt x="1596" y="455"/>
                    <a:pt x="1593" y="460"/>
                  </a:cubicBezTo>
                  <a:cubicBezTo>
                    <a:pt x="1591" y="465"/>
                    <a:pt x="1580" y="469"/>
                    <a:pt x="1573" y="479"/>
                  </a:cubicBezTo>
                  <a:cubicBezTo>
                    <a:pt x="1565" y="490"/>
                    <a:pt x="1554" y="490"/>
                    <a:pt x="1554" y="492"/>
                  </a:cubicBezTo>
                  <a:cubicBezTo>
                    <a:pt x="1554" y="494"/>
                    <a:pt x="1546" y="494"/>
                    <a:pt x="1544" y="494"/>
                  </a:cubicBezTo>
                  <a:cubicBezTo>
                    <a:pt x="1541" y="494"/>
                    <a:pt x="1546" y="501"/>
                    <a:pt x="1540" y="508"/>
                  </a:cubicBezTo>
                  <a:cubicBezTo>
                    <a:pt x="1533" y="515"/>
                    <a:pt x="1529" y="524"/>
                    <a:pt x="1529" y="534"/>
                  </a:cubicBezTo>
                  <a:cubicBezTo>
                    <a:pt x="1530" y="543"/>
                    <a:pt x="1533" y="570"/>
                    <a:pt x="1536" y="575"/>
                  </a:cubicBezTo>
                  <a:cubicBezTo>
                    <a:pt x="1538" y="580"/>
                    <a:pt x="1537" y="592"/>
                    <a:pt x="1539" y="594"/>
                  </a:cubicBezTo>
                  <a:cubicBezTo>
                    <a:pt x="1541" y="597"/>
                    <a:pt x="1541" y="601"/>
                    <a:pt x="1542" y="603"/>
                  </a:cubicBezTo>
                  <a:cubicBezTo>
                    <a:pt x="1544" y="604"/>
                    <a:pt x="1550" y="596"/>
                    <a:pt x="1554" y="592"/>
                  </a:cubicBezTo>
                  <a:cubicBezTo>
                    <a:pt x="1558" y="589"/>
                    <a:pt x="1557" y="588"/>
                    <a:pt x="1560" y="586"/>
                  </a:cubicBezTo>
                  <a:cubicBezTo>
                    <a:pt x="1562" y="584"/>
                    <a:pt x="1561" y="576"/>
                    <a:pt x="1562" y="574"/>
                  </a:cubicBezTo>
                  <a:cubicBezTo>
                    <a:pt x="1563" y="572"/>
                    <a:pt x="1568" y="571"/>
                    <a:pt x="1570" y="569"/>
                  </a:cubicBezTo>
                  <a:cubicBezTo>
                    <a:pt x="1571" y="567"/>
                    <a:pt x="1576" y="568"/>
                    <a:pt x="1578" y="568"/>
                  </a:cubicBezTo>
                  <a:cubicBezTo>
                    <a:pt x="1580" y="567"/>
                    <a:pt x="1578" y="561"/>
                    <a:pt x="1577" y="558"/>
                  </a:cubicBezTo>
                  <a:cubicBezTo>
                    <a:pt x="1576" y="555"/>
                    <a:pt x="1584" y="551"/>
                    <a:pt x="1588" y="548"/>
                  </a:cubicBezTo>
                  <a:cubicBezTo>
                    <a:pt x="1592" y="545"/>
                    <a:pt x="1597" y="550"/>
                    <a:pt x="1601" y="545"/>
                  </a:cubicBezTo>
                  <a:cubicBezTo>
                    <a:pt x="1606" y="541"/>
                    <a:pt x="1601" y="536"/>
                    <a:pt x="1599" y="534"/>
                  </a:cubicBezTo>
                  <a:cubicBezTo>
                    <a:pt x="1598" y="532"/>
                    <a:pt x="1604" y="522"/>
                    <a:pt x="1607" y="521"/>
                  </a:cubicBezTo>
                  <a:cubicBezTo>
                    <a:pt x="1611" y="520"/>
                    <a:pt x="1613" y="523"/>
                    <a:pt x="1616" y="520"/>
                  </a:cubicBezTo>
                  <a:cubicBezTo>
                    <a:pt x="1619" y="517"/>
                    <a:pt x="1613" y="512"/>
                    <a:pt x="1611" y="513"/>
                  </a:cubicBezTo>
                  <a:cubicBezTo>
                    <a:pt x="1608" y="513"/>
                    <a:pt x="1608" y="504"/>
                    <a:pt x="1613" y="500"/>
                  </a:cubicBezTo>
                  <a:cubicBezTo>
                    <a:pt x="1619" y="496"/>
                    <a:pt x="1616" y="495"/>
                    <a:pt x="1613" y="494"/>
                  </a:cubicBezTo>
                  <a:cubicBezTo>
                    <a:pt x="1609" y="493"/>
                    <a:pt x="1608" y="494"/>
                    <a:pt x="1606" y="494"/>
                  </a:cubicBezTo>
                  <a:cubicBezTo>
                    <a:pt x="1603" y="495"/>
                    <a:pt x="1600" y="489"/>
                    <a:pt x="1604" y="483"/>
                  </a:cubicBezTo>
                  <a:cubicBezTo>
                    <a:pt x="1609" y="477"/>
                    <a:pt x="1613" y="478"/>
                    <a:pt x="1614" y="473"/>
                  </a:cubicBezTo>
                  <a:cubicBezTo>
                    <a:pt x="1615" y="468"/>
                    <a:pt x="1621" y="461"/>
                    <a:pt x="1622" y="459"/>
                  </a:cubicBezTo>
                  <a:cubicBezTo>
                    <a:pt x="1624" y="456"/>
                    <a:pt x="1630" y="459"/>
                    <a:pt x="1632" y="458"/>
                  </a:cubicBezTo>
                  <a:cubicBezTo>
                    <a:pt x="1634" y="458"/>
                    <a:pt x="1634" y="463"/>
                    <a:pt x="1636" y="460"/>
                  </a:cubicBezTo>
                  <a:cubicBezTo>
                    <a:pt x="1639" y="458"/>
                    <a:pt x="1644" y="449"/>
                    <a:pt x="1648" y="449"/>
                  </a:cubicBezTo>
                  <a:cubicBezTo>
                    <a:pt x="1652" y="449"/>
                    <a:pt x="1649" y="455"/>
                    <a:pt x="1650" y="459"/>
                  </a:cubicBezTo>
                  <a:cubicBezTo>
                    <a:pt x="1651" y="463"/>
                    <a:pt x="1653" y="458"/>
                    <a:pt x="1661" y="453"/>
                  </a:cubicBezTo>
                  <a:cubicBezTo>
                    <a:pt x="1668" y="448"/>
                    <a:pt x="1684" y="449"/>
                    <a:pt x="1689" y="451"/>
                  </a:cubicBezTo>
                  <a:cubicBezTo>
                    <a:pt x="1694" y="453"/>
                    <a:pt x="1694" y="459"/>
                    <a:pt x="1697" y="458"/>
                  </a:cubicBezTo>
                  <a:cubicBezTo>
                    <a:pt x="1701" y="457"/>
                    <a:pt x="1698" y="453"/>
                    <a:pt x="1702" y="451"/>
                  </a:cubicBezTo>
                  <a:cubicBezTo>
                    <a:pt x="1706" y="450"/>
                    <a:pt x="1713" y="446"/>
                    <a:pt x="1718" y="442"/>
                  </a:cubicBezTo>
                  <a:cubicBezTo>
                    <a:pt x="1723" y="438"/>
                    <a:pt x="1722" y="441"/>
                    <a:pt x="1725" y="438"/>
                  </a:cubicBezTo>
                  <a:cubicBezTo>
                    <a:pt x="1728" y="434"/>
                    <a:pt x="1730" y="436"/>
                    <a:pt x="1731" y="433"/>
                  </a:cubicBezTo>
                  <a:cubicBezTo>
                    <a:pt x="1732" y="431"/>
                    <a:pt x="1740" y="427"/>
                    <a:pt x="1750" y="425"/>
                  </a:cubicBezTo>
                  <a:cubicBezTo>
                    <a:pt x="1761" y="423"/>
                    <a:pt x="1774" y="416"/>
                    <a:pt x="1774" y="413"/>
                  </a:cubicBezTo>
                  <a:cubicBezTo>
                    <a:pt x="1773" y="411"/>
                    <a:pt x="1778" y="410"/>
                    <a:pt x="1778" y="412"/>
                  </a:cubicBezTo>
                  <a:cubicBezTo>
                    <a:pt x="1779" y="415"/>
                    <a:pt x="1783" y="414"/>
                    <a:pt x="1788" y="415"/>
                  </a:cubicBezTo>
                  <a:cubicBezTo>
                    <a:pt x="1794" y="416"/>
                    <a:pt x="1796" y="418"/>
                    <a:pt x="1801" y="414"/>
                  </a:cubicBezTo>
                  <a:cubicBezTo>
                    <a:pt x="1805" y="410"/>
                    <a:pt x="1800" y="408"/>
                    <a:pt x="1800" y="405"/>
                  </a:cubicBezTo>
                  <a:cubicBezTo>
                    <a:pt x="1800" y="401"/>
                    <a:pt x="1793" y="398"/>
                    <a:pt x="1794" y="394"/>
                  </a:cubicBezTo>
                  <a:cubicBezTo>
                    <a:pt x="1795" y="391"/>
                    <a:pt x="1788" y="382"/>
                    <a:pt x="1786" y="383"/>
                  </a:cubicBezTo>
                  <a:cubicBezTo>
                    <a:pt x="1784" y="385"/>
                    <a:pt x="1779" y="382"/>
                    <a:pt x="1779" y="379"/>
                  </a:cubicBezTo>
                  <a:cubicBezTo>
                    <a:pt x="1779" y="377"/>
                    <a:pt x="1779" y="373"/>
                    <a:pt x="1776" y="375"/>
                  </a:cubicBezTo>
                  <a:cubicBezTo>
                    <a:pt x="1773" y="377"/>
                    <a:pt x="1767" y="376"/>
                    <a:pt x="1766" y="373"/>
                  </a:cubicBezTo>
                  <a:cubicBezTo>
                    <a:pt x="1765" y="370"/>
                    <a:pt x="1773" y="368"/>
                    <a:pt x="1778" y="370"/>
                  </a:cubicBezTo>
                  <a:cubicBezTo>
                    <a:pt x="1783" y="372"/>
                    <a:pt x="1781" y="374"/>
                    <a:pt x="1784" y="376"/>
                  </a:cubicBezTo>
                  <a:cubicBezTo>
                    <a:pt x="1786" y="377"/>
                    <a:pt x="1793" y="377"/>
                    <a:pt x="1796" y="375"/>
                  </a:cubicBezTo>
                  <a:cubicBezTo>
                    <a:pt x="1800" y="373"/>
                    <a:pt x="1810" y="370"/>
                    <a:pt x="1811" y="367"/>
                  </a:cubicBezTo>
                  <a:cubicBezTo>
                    <a:pt x="1813" y="364"/>
                    <a:pt x="1811" y="363"/>
                    <a:pt x="1815" y="361"/>
                  </a:cubicBezTo>
                  <a:cubicBezTo>
                    <a:pt x="1818" y="360"/>
                    <a:pt x="1815" y="356"/>
                    <a:pt x="1813" y="355"/>
                  </a:cubicBezTo>
                  <a:cubicBezTo>
                    <a:pt x="1810" y="353"/>
                    <a:pt x="1810" y="349"/>
                    <a:pt x="1813" y="349"/>
                  </a:cubicBezTo>
                  <a:cubicBezTo>
                    <a:pt x="1816" y="349"/>
                    <a:pt x="1816" y="346"/>
                    <a:pt x="1818" y="346"/>
                  </a:cubicBezTo>
                  <a:cubicBezTo>
                    <a:pt x="1820" y="345"/>
                    <a:pt x="1820" y="347"/>
                    <a:pt x="1824" y="345"/>
                  </a:cubicBezTo>
                  <a:cubicBezTo>
                    <a:pt x="1827" y="343"/>
                    <a:pt x="1824" y="348"/>
                    <a:pt x="1822" y="351"/>
                  </a:cubicBezTo>
                  <a:cubicBezTo>
                    <a:pt x="1820" y="354"/>
                    <a:pt x="1826" y="357"/>
                    <a:pt x="1826" y="359"/>
                  </a:cubicBezTo>
                  <a:cubicBezTo>
                    <a:pt x="1827" y="361"/>
                    <a:pt x="1834" y="361"/>
                    <a:pt x="1838" y="359"/>
                  </a:cubicBezTo>
                  <a:cubicBezTo>
                    <a:pt x="1842" y="357"/>
                    <a:pt x="1855" y="362"/>
                    <a:pt x="1855" y="365"/>
                  </a:cubicBezTo>
                  <a:cubicBezTo>
                    <a:pt x="1856" y="368"/>
                    <a:pt x="1858" y="372"/>
                    <a:pt x="1863" y="375"/>
                  </a:cubicBezTo>
                  <a:cubicBezTo>
                    <a:pt x="1869" y="377"/>
                    <a:pt x="1874" y="376"/>
                    <a:pt x="1875" y="379"/>
                  </a:cubicBezTo>
                  <a:cubicBezTo>
                    <a:pt x="1876" y="381"/>
                    <a:pt x="1878" y="383"/>
                    <a:pt x="1881" y="382"/>
                  </a:cubicBezTo>
                  <a:cubicBezTo>
                    <a:pt x="1884" y="381"/>
                    <a:pt x="1885" y="385"/>
                    <a:pt x="1887" y="383"/>
                  </a:cubicBezTo>
                  <a:cubicBezTo>
                    <a:pt x="1890" y="381"/>
                    <a:pt x="1891" y="384"/>
                    <a:pt x="1894" y="381"/>
                  </a:cubicBezTo>
                  <a:cubicBezTo>
                    <a:pt x="1896" y="379"/>
                    <a:pt x="1887" y="377"/>
                    <a:pt x="1889" y="375"/>
                  </a:cubicBezTo>
                  <a:cubicBezTo>
                    <a:pt x="1890" y="373"/>
                    <a:pt x="1892" y="377"/>
                    <a:pt x="1894" y="376"/>
                  </a:cubicBezTo>
                  <a:cubicBezTo>
                    <a:pt x="1897" y="376"/>
                    <a:pt x="1893" y="371"/>
                    <a:pt x="1895" y="371"/>
                  </a:cubicBezTo>
                  <a:cubicBezTo>
                    <a:pt x="1897" y="370"/>
                    <a:pt x="1896" y="360"/>
                    <a:pt x="1894" y="360"/>
                  </a:cubicBezTo>
                  <a:cubicBezTo>
                    <a:pt x="1892" y="359"/>
                    <a:pt x="1893" y="356"/>
                    <a:pt x="1897" y="358"/>
                  </a:cubicBezTo>
                  <a:cubicBezTo>
                    <a:pt x="1901" y="361"/>
                    <a:pt x="1907" y="361"/>
                    <a:pt x="1910" y="361"/>
                  </a:cubicBezTo>
                  <a:cubicBezTo>
                    <a:pt x="1913" y="361"/>
                    <a:pt x="1910" y="358"/>
                    <a:pt x="1907" y="358"/>
                  </a:cubicBezTo>
                  <a:cubicBezTo>
                    <a:pt x="1904" y="357"/>
                    <a:pt x="1908" y="355"/>
                    <a:pt x="1910" y="357"/>
                  </a:cubicBezTo>
                  <a:cubicBezTo>
                    <a:pt x="1912" y="359"/>
                    <a:pt x="1915" y="360"/>
                    <a:pt x="1916" y="358"/>
                  </a:cubicBezTo>
                  <a:cubicBezTo>
                    <a:pt x="1916" y="356"/>
                    <a:pt x="1918" y="351"/>
                    <a:pt x="1922" y="351"/>
                  </a:cubicBezTo>
                  <a:cubicBezTo>
                    <a:pt x="1925" y="352"/>
                    <a:pt x="1926" y="350"/>
                    <a:pt x="1923" y="348"/>
                  </a:cubicBezTo>
                  <a:close/>
                  <a:moveTo>
                    <a:pt x="993" y="567"/>
                  </a:moveTo>
                  <a:cubicBezTo>
                    <a:pt x="984" y="576"/>
                    <a:pt x="965" y="578"/>
                    <a:pt x="965" y="585"/>
                  </a:cubicBezTo>
                  <a:cubicBezTo>
                    <a:pt x="965" y="592"/>
                    <a:pt x="942" y="595"/>
                    <a:pt x="940" y="592"/>
                  </a:cubicBezTo>
                  <a:cubicBezTo>
                    <a:pt x="938" y="589"/>
                    <a:pt x="957" y="589"/>
                    <a:pt x="961" y="579"/>
                  </a:cubicBezTo>
                  <a:cubicBezTo>
                    <a:pt x="966" y="569"/>
                    <a:pt x="983" y="563"/>
                    <a:pt x="991" y="550"/>
                  </a:cubicBezTo>
                  <a:cubicBezTo>
                    <a:pt x="997" y="541"/>
                    <a:pt x="1002" y="526"/>
                    <a:pt x="1006" y="527"/>
                  </a:cubicBezTo>
                  <a:cubicBezTo>
                    <a:pt x="1009" y="528"/>
                    <a:pt x="1003" y="559"/>
                    <a:pt x="993" y="567"/>
                  </a:cubicBezTo>
                  <a:close/>
                  <a:moveTo>
                    <a:pt x="385" y="202"/>
                  </a:moveTo>
                  <a:cubicBezTo>
                    <a:pt x="385" y="206"/>
                    <a:pt x="383" y="208"/>
                    <a:pt x="377" y="208"/>
                  </a:cubicBezTo>
                  <a:cubicBezTo>
                    <a:pt x="370" y="208"/>
                    <a:pt x="380" y="212"/>
                    <a:pt x="380" y="216"/>
                  </a:cubicBezTo>
                  <a:cubicBezTo>
                    <a:pt x="381" y="219"/>
                    <a:pt x="374" y="217"/>
                    <a:pt x="374" y="222"/>
                  </a:cubicBezTo>
                  <a:cubicBezTo>
                    <a:pt x="373" y="228"/>
                    <a:pt x="361" y="222"/>
                    <a:pt x="360" y="230"/>
                  </a:cubicBezTo>
                  <a:cubicBezTo>
                    <a:pt x="358" y="237"/>
                    <a:pt x="366" y="236"/>
                    <a:pt x="371" y="236"/>
                  </a:cubicBezTo>
                  <a:cubicBezTo>
                    <a:pt x="376" y="237"/>
                    <a:pt x="369" y="242"/>
                    <a:pt x="373" y="245"/>
                  </a:cubicBezTo>
                  <a:cubicBezTo>
                    <a:pt x="377" y="248"/>
                    <a:pt x="380" y="247"/>
                    <a:pt x="377" y="241"/>
                  </a:cubicBezTo>
                  <a:cubicBezTo>
                    <a:pt x="375" y="235"/>
                    <a:pt x="391" y="243"/>
                    <a:pt x="386" y="247"/>
                  </a:cubicBezTo>
                  <a:cubicBezTo>
                    <a:pt x="381" y="252"/>
                    <a:pt x="394" y="255"/>
                    <a:pt x="401" y="255"/>
                  </a:cubicBezTo>
                  <a:cubicBezTo>
                    <a:pt x="407" y="256"/>
                    <a:pt x="429" y="260"/>
                    <a:pt x="430" y="255"/>
                  </a:cubicBezTo>
                  <a:cubicBezTo>
                    <a:pt x="430" y="252"/>
                    <a:pt x="422" y="249"/>
                    <a:pt x="415" y="242"/>
                  </a:cubicBezTo>
                  <a:cubicBezTo>
                    <a:pt x="408" y="234"/>
                    <a:pt x="403" y="222"/>
                    <a:pt x="411" y="217"/>
                  </a:cubicBezTo>
                  <a:cubicBezTo>
                    <a:pt x="419" y="212"/>
                    <a:pt x="412" y="210"/>
                    <a:pt x="420" y="204"/>
                  </a:cubicBezTo>
                  <a:cubicBezTo>
                    <a:pt x="428" y="199"/>
                    <a:pt x="423" y="193"/>
                    <a:pt x="430" y="193"/>
                  </a:cubicBezTo>
                  <a:cubicBezTo>
                    <a:pt x="436" y="192"/>
                    <a:pt x="429" y="186"/>
                    <a:pt x="436" y="185"/>
                  </a:cubicBezTo>
                  <a:cubicBezTo>
                    <a:pt x="442" y="184"/>
                    <a:pt x="444" y="177"/>
                    <a:pt x="443" y="174"/>
                  </a:cubicBezTo>
                  <a:cubicBezTo>
                    <a:pt x="442" y="171"/>
                    <a:pt x="450" y="174"/>
                    <a:pt x="453" y="170"/>
                  </a:cubicBezTo>
                  <a:cubicBezTo>
                    <a:pt x="457" y="166"/>
                    <a:pt x="466" y="169"/>
                    <a:pt x="468" y="163"/>
                  </a:cubicBezTo>
                  <a:cubicBezTo>
                    <a:pt x="471" y="158"/>
                    <a:pt x="509" y="145"/>
                    <a:pt x="531" y="140"/>
                  </a:cubicBezTo>
                  <a:cubicBezTo>
                    <a:pt x="553" y="135"/>
                    <a:pt x="568" y="126"/>
                    <a:pt x="560" y="120"/>
                  </a:cubicBezTo>
                  <a:cubicBezTo>
                    <a:pt x="552" y="114"/>
                    <a:pt x="531" y="122"/>
                    <a:pt x="525" y="126"/>
                  </a:cubicBezTo>
                  <a:cubicBezTo>
                    <a:pt x="520" y="131"/>
                    <a:pt x="512" y="128"/>
                    <a:pt x="507" y="131"/>
                  </a:cubicBezTo>
                  <a:cubicBezTo>
                    <a:pt x="502" y="134"/>
                    <a:pt x="490" y="136"/>
                    <a:pt x="485" y="133"/>
                  </a:cubicBezTo>
                  <a:cubicBezTo>
                    <a:pt x="479" y="129"/>
                    <a:pt x="472" y="137"/>
                    <a:pt x="468" y="137"/>
                  </a:cubicBezTo>
                  <a:cubicBezTo>
                    <a:pt x="464" y="136"/>
                    <a:pt x="459" y="141"/>
                    <a:pt x="454" y="141"/>
                  </a:cubicBezTo>
                  <a:cubicBezTo>
                    <a:pt x="449" y="140"/>
                    <a:pt x="440" y="144"/>
                    <a:pt x="439" y="147"/>
                  </a:cubicBezTo>
                  <a:cubicBezTo>
                    <a:pt x="439" y="150"/>
                    <a:pt x="431" y="149"/>
                    <a:pt x="431" y="152"/>
                  </a:cubicBezTo>
                  <a:cubicBezTo>
                    <a:pt x="431" y="156"/>
                    <a:pt x="424" y="159"/>
                    <a:pt x="421" y="156"/>
                  </a:cubicBezTo>
                  <a:cubicBezTo>
                    <a:pt x="418" y="153"/>
                    <a:pt x="414" y="159"/>
                    <a:pt x="418" y="163"/>
                  </a:cubicBezTo>
                  <a:cubicBezTo>
                    <a:pt x="423" y="168"/>
                    <a:pt x="410" y="168"/>
                    <a:pt x="412" y="171"/>
                  </a:cubicBezTo>
                  <a:cubicBezTo>
                    <a:pt x="414" y="173"/>
                    <a:pt x="407" y="175"/>
                    <a:pt x="409" y="178"/>
                  </a:cubicBezTo>
                  <a:cubicBezTo>
                    <a:pt x="410" y="181"/>
                    <a:pt x="404" y="182"/>
                    <a:pt x="399" y="183"/>
                  </a:cubicBezTo>
                  <a:cubicBezTo>
                    <a:pt x="394" y="184"/>
                    <a:pt x="391" y="191"/>
                    <a:pt x="398" y="191"/>
                  </a:cubicBezTo>
                  <a:cubicBezTo>
                    <a:pt x="404" y="191"/>
                    <a:pt x="394" y="192"/>
                    <a:pt x="395" y="197"/>
                  </a:cubicBezTo>
                  <a:cubicBezTo>
                    <a:pt x="395" y="202"/>
                    <a:pt x="384" y="199"/>
                    <a:pt x="385" y="202"/>
                  </a:cubicBezTo>
                  <a:close/>
                  <a:moveTo>
                    <a:pt x="430" y="29"/>
                  </a:moveTo>
                  <a:cubicBezTo>
                    <a:pt x="431" y="32"/>
                    <a:pt x="429" y="32"/>
                    <a:pt x="422" y="32"/>
                  </a:cubicBezTo>
                  <a:cubicBezTo>
                    <a:pt x="415" y="32"/>
                    <a:pt x="412" y="36"/>
                    <a:pt x="415" y="39"/>
                  </a:cubicBezTo>
                  <a:cubicBezTo>
                    <a:pt x="419" y="42"/>
                    <a:pt x="437" y="41"/>
                    <a:pt x="440" y="37"/>
                  </a:cubicBezTo>
                  <a:cubicBezTo>
                    <a:pt x="443" y="33"/>
                    <a:pt x="451" y="36"/>
                    <a:pt x="452" y="32"/>
                  </a:cubicBezTo>
                  <a:cubicBezTo>
                    <a:pt x="453" y="28"/>
                    <a:pt x="429" y="26"/>
                    <a:pt x="430" y="29"/>
                  </a:cubicBezTo>
                  <a:close/>
                  <a:moveTo>
                    <a:pt x="387" y="33"/>
                  </a:moveTo>
                  <a:cubicBezTo>
                    <a:pt x="387" y="28"/>
                    <a:pt x="370" y="34"/>
                    <a:pt x="373" y="35"/>
                  </a:cubicBezTo>
                  <a:cubicBezTo>
                    <a:pt x="376" y="36"/>
                    <a:pt x="387" y="39"/>
                    <a:pt x="387" y="33"/>
                  </a:cubicBezTo>
                  <a:close/>
                  <a:moveTo>
                    <a:pt x="429" y="11"/>
                  </a:moveTo>
                  <a:cubicBezTo>
                    <a:pt x="437" y="11"/>
                    <a:pt x="434" y="6"/>
                    <a:pt x="440" y="7"/>
                  </a:cubicBezTo>
                  <a:cubicBezTo>
                    <a:pt x="445" y="7"/>
                    <a:pt x="452" y="7"/>
                    <a:pt x="449" y="4"/>
                  </a:cubicBezTo>
                  <a:cubicBezTo>
                    <a:pt x="447" y="0"/>
                    <a:pt x="427" y="2"/>
                    <a:pt x="429" y="4"/>
                  </a:cubicBezTo>
                  <a:cubicBezTo>
                    <a:pt x="431" y="7"/>
                    <a:pt x="414" y="6"/>
                    <a:pt x="414" y="7"/>
                  </a:cubicBezTo>
                  <a:cubicBezTo>
                    <a:pt x="415" y="9"/>
                    <a:pt x="421" y="11"/>
                    <a:pt x="429" y="11"/>
                  </a:cubicBezTo>
                  <a:close/>
                  <a:moveTo>
                    <a:pt x="487" y="23"/>
                  </a:moveTo>
                  <a:cubicBezTo>
                    <a:pt x="490" y="20"/>
                    <a:pt x="483" y="20"/>
                    <a:pt x="482" y="17"/>
                  </a:cubicBezTo>
                  <a:cubicBezTo>
                    <a:pt x="482" y="14"/>
                    <a:pt x="463" y="13"/>
                    <a:pt x="464" y="16"/>
                  </a:cubicBezTo>
                  <a:cubicBezTo>
                    <a:pt x="465" y="20"/>
                    <a:pt x="451" y="23"/>
                    <a:pt x="455" y="27"/>
                  </a:cubicBezTo>
                  <a:cubicBezTo>
                    <a:pt x="463" y="33"/>
                    <a:pt x="485" y="26"/>
                    <a:pt x="487" y="23"/>
                  </a:cubicBezTo>
                  <a:close/>
                  <a:moveTo>
                    <a:pt x="434" y="17"/>
                  </a:moveTo>
                  <a:cubicBezTo>
                    <a:pt x="435" y="10"/>
                    <a:pt x="424" y="16"/>
                    <a:pt x="415" y="12"/>
                  </a:cubicBezTo>
                  <a:cubicBezTo>
                    <a:pt x="406" y="9"/>
                    <a:pt x="401" y="9"/>
                    <a:pt x="407" y="14"/>
                  </a:cubicBezTo>
                  <a:cubicBezTo>
                    <a:pt x="410" y="16"/>
                    <a:pt x="392" y="18"/>
                    <a:pt x="395" y="21"/>
                  </a:cubicBezTo>
                  <a:cubicBezTo>
                    <a:pt x="401" y="27"/>
                    <a:pt x="433" y="24"/>
                    <a:pt x="434" y="17"/>
                  </a:cubicBezTo>
                  <a:close/>
                </a:path>
              </a:pathLst>
            </a:custGeom>
            <a:grpFill/>
            <a:ln w="9525">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1" name="Freeform 158"/>
            <p:cNvSpPr>
              <a:spLocks noChangeArrowheads="1"/>
            </p:cNvSpPr>
            <p:nvPr/>
          </p:nvSpPr>
          <p:spPr bwMode="auto">
            <a:xfrm>
              <a:off x="3908438" y="2347914"/>
              <a:ext cx="395289" cy="415926"/>
            </a:xfrm>
            <a:custGeom>
              <a:avLst/>
              <a:gdLst>
                <a:gd name="T0" fmla="*/ 184 w 206"/>
                <a:gd name="T1" fmla="*/ 102 h 218"/>
                <a:gd name="T2" fmla="*/ 184 w 206"/>
                <a:gd name="T3" fmla="*/ 95 h 218"/>
                <a:gd name="T4" fmla="*/ 181 w 206"/>
                <a:gd name="T5" fmla="*/ 91 h 218"/>
                <a:gd name="T6" fmla="*/ 186 w 206"/>
                <a:gd name="T7" fmla="*/ 81 h 218"/>
                <a:gd name="T8" fmla="*/ 189 w 206"/>
                <a:gd name="T9" fmla="*/ 71 h 218"/>
                <a:gd name="T10" fmla="*/ 194 w 206"/>
                <a:gd name="T11" fmla="*/ 54 h 218"/>
                <a:gd name="T12" fmla="*/ 203 w 206"/>
                <a:gd name="T13" fmla="*/ 44 h 218"/>
                <a:gd name="T14" fmla="*/ 203 w 206"/>
                <a:gd name="T15" fmla="*/ 33 h 218"/>
                <a:gd name="T16" fmla="*/ 204 w 206"/>
                <a:gd name="T17" fmla="*/ 23 h 218"/>
                <a:gd name="T18" fmla="*/ 185 w 206"/>
                <a:gd name="T19" fmla="*/ 13 h 218"/>
                <a:gd name="T20" fmla="*/ 172 w 206"/>
                <a:gd name="T21" fmla="*/ 13 h 218"/>
                <a:gd name="T22" fmla="*/ 164 w 206"/>
                <a:gd name="T23" fmla="*/ 4 h 218"/>
                <a:gd name="T24" fmla="*/ 156 w 206"/>
                <a:gd name="T25" fmla="*/ 6 h 218"/>
                <a:gd name="T26" fmla="*/ 134 w 206"/>
                <a:gd name="T27" fmla="*/ 6 h 218"/>
                <a:gd name="T28" fmla="*/ 114 w 206"/>
                <a:gd name="T29" fmla="*/ 9 h 218"/>
                <a:gd name="T30" fmla="*/ 89 w 206"/>
                <a:gd name="T31" fmla="*/ 13 h 218"/>
                <a:gd name="T32" fmla="*/ 68 w 206"/>
                <a:gd name="T33" fmla="*/ 16 h 218"/>
                <a:gd name="T34" fmla="*/ 66 w 206"/>
                <a:gd name="T35" fmla="*/ 35 h 218"/>
                <a:gd name="T36" fmla="*/ 53 w 206"/>
                <a:gd name="T37" fmla="*/ 71 h 218"/>
                <a:gd name="T38" fmla="*/ 43 w 206"/>
                <a:gd name="T39" fmla="*/ 102 h 218"/>
                <a:gd name="T40" fmla="*/ 32 w 206"/>
                <a:gd name="T41" fmla="*/ 117 h 218"/>
                <a:gd name="T42" fmla="*/ 18 w 206"/>
                <a:gd name="T43" fmla="*/ 117 h 218"/>
                <a:gd name="T44" fmla="*/ 0 w 206"/>
                <a:gd name="T45" fmla="*/ 121 h 218"/>
                <a:gd name="T46" fmla="*/ 4 w 206"/>
                <a:gd name="T47" fmla="*/ 135 h 218"/>
                <a:gd name="T48" fmla="*/ 47 w 206"/>
                <a:gd name="T49" fmla="*/ 132 h 218"/>
                <a:gd name="T50" fmla="*/ 53 w 206"/>
                <a:gd name="T51" fmla="*/ 150 h 218"/>
                <a:gd name="T52" fmla="*/ 76 w 206"/>
                <a:gd name="T53" fmla="*/ 155 h 218"/>
                <a:gd name="T54" fmla="*/ 89 w 206"/>
                <a:gd name="T55" fmla="*/ 145 h 218"/>
                <a:gd name="T56" fmla="*/ 102 w 206"/>
                <a:gd name="T57" fmla="*/ 149 h 218"/>
                <a:gd name="T58" fmla="*/ 103 w 206"/>
                <a:gd name="T59" fmla="*/ 174 h 218"/>
                <a:gd name="T60" fmla="*/ 108 w 206"/>
                <a:gd name="T61" fmla="*/ 192 h 218"/>
                <a:gd name="T62" fmla="*/ 124 w 206"/>
                <a:gd name="T63" fmla="*/ 188 h 218"/>
                <a:gd name="T64" fmla="*/ 130 w 206"/>
                <a:gd name="T65" fmla="*/ 191 h 218"/>
                <a:gd name="T66" fmla="*/ 140 w 206"/>
                <a:gd name="T67" fmla="*/ 193 h 218"/>
                <a:gd name="T68" fmla="*/ 153 w 206"/>
                <a:gd name="T69" fmla="*/ 201 h 218"/>
                <a:gd name="T70" fmla="*/ 162 w 206"/>
                <a:gd name="T71" fmla="*/ 198 h 218"/>
                <a:gd name="T72" fmla="*/ 177 w 206"/>
                <a:gd name="T73" fmla="*/ 206 h 218"/>
                <a:gd name="T74" fmla="*/ 189 w 206"/>
                <a:gd name="T75" fmla="*/ 216 h 218"/>
                <a:gd name="T76" fmla="*/ 190 w 206"/>
                <a:gd name="T77" fmla="*/ 203 h 218"/>
                <a:gd name="T78" fmla="*/ 175 w 206"/>
                <a:gd name="T79" fmla="*/ 196 h 218"/>
                <a:gd name="T80" fmla="*/ 178 w 206"/>
                <a:gd name="T81" fmla="*/ 173 h 218"/>
                <a:gd name="T82" fmla="*/ 182 w 206"/>
                <a:gd name="T83" fmla="*/ 160 h 218"/>
                <a:gd name="T84" fmla="*/ 196 w 206"/>
                <a:gd name="T85" fmla="*/ 157 h 218"/>
                <a:gd name="T86" fmla="*/ 189 w 206"/>
                <a:gd name="T87" fmla="*/ 144 h 21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6"/>
                <a:gd name="T133" fmla="*/ 0 h 218"/>
                <a:gd name="T134" fmla="*/ 206 w 206"/>
                <a:gd name="T135" fmla="*/ 218 h 21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6" h="218">
                  <a:moveTo>
                    <a:pt x="189" y="144"/>
                  </a:moveTo>
                  <a:cubicBezTo>
                    <a:pt x="183" y="141"/>
                    <a:pt x="181" y="103"/>
                    <a:pt x="184" y="102"/>
                  </a:cubicBezTo>
                  <a:cubicBezTo>
                    <a:pt x="184" y="102"/>
                    <a:pt x="185" y="102"/>
                    <a:pt x="185" y="103"/>
                  </a:cubicBezTo>
                  <a:cubicBezTo>
                    <a:pt x="184" y="95"/>
                    <a:pt x="184" y="95"/>
                    <a:pt x="184" y="95"/>
                  </a:cubicBezTo>
                  <a:cubicBezTo>
                    <a:pt x="184" y="95"/>
                    <a:pt x="184" y="94"/>
                    <a:pt x="184" y="94"/>
                  </a:cubicBezTo>
                  <a:cubicBezTo>
                    <a:pt x="183" y="94"/>
                    <a:pt x="181" y="93"/>
                    <a:pt x="181" y="91"/>
                  </a:cubicBezTo>
                  <a:cubicBezTo>
                    <a:pt x="181" y="88"/>
                    <a:pt x="184" y="88"/>
                    <a:pt x="184" y="88"/>
                  </a:cubicBezTo>
                  <a:cubicBezTo>
                    <a:pt x="184" y="88"/>
                    <a:pt x="183" y="82"/>
                    <a:pt x="186" y="81"/>
                  </a:cubicBezTo>
                  <a:cubicBezTo>
                    <a:pt x="187" y="80"/>
                    <a:pt x="187" y="80"/>
                    <a:pt x="187" y="79"/>
                  </a:cubicBezTo>
                  <a:cubicBezTo>
                    <a:pt x="189" y="78"/>
                    <a:pt x="189" y="74"/>
                    <a:pt x="189" y="71"/>
                  </a:cubicBezTo>
                  <a:cubicBezTo>
                    <a:pt x="189" y="68"/>
                    <a:pt x="190" y="64"/>
                    <a:pt x="191" y="62"/>
                  </a:cubicBezTo>
                  <a:cubicBezTo>
                    <a:pt x="193" y="59"/>
                    <a:pt x="192" y="55"/>
                    <a:pt x="194" y="54"/>
                  </a:cubicBezTo>
                  <a:cubicBezTo>
                    <a:pt x="196" y="52"/>
                    <a:pt x="196" y="48"/>
                    <a:pt x="198" y="47"/>
                  </a:cubicBezTo>
                  <a:cubicBezTo>
                    <a:pt x="201" y="47"/>
                    <a:pt x="203" y="46"/>
                    <a:pt x="203" y="44"/>
                  </a:cubicBezTo>
                  <a:cubicBezTo>
                    <a:pt x="203" y="43"/>
                    <a:pt x="206" y="41"/>
                    <a:pt x="206" y="38"/>
                  </a:cubicBezTo>
                  <a:cubicBezTo>
                    <a:pt x="206" y="36"/>
                    <a:pt x="203" y="36"/>
                    <a:pt x="203" y="33"/>
                  </a:cubicBezTo>
                  <a:cubicBezTo>
                    <a:pt x="203" y="30"/>
                    <a:pt x="204" y="23"/>
                    <a:pt x="204" y="23"/>
                  </a:cubicBezTo>
                  <a:cubicBezTo>
                    <a:pt x="204" y="23"/>
                    <a:pt x="204" y="23"/>
                    <a:pt x="204" y="23"/>
                  </a:cubicBezTo>
                  <a:cubicBezTo>
                    <a:pt x="198" y="18"/>
                    <a:pt x="192" y="13"/>
                    <a:pt x="191" y="12"/>
                  </a:cubicBezTo>
                  <a:cubicBezTo>
                    <a:pt x="189" y="11"/>
                    <a:pt x="185" y="13"/>
                    <a:pt x="185" y="13"/>
                  </a:cubicBezTo>
                  <a:cubicBezTo>
                    <a:pt x="185" y="13"/>
                    <a:pt x="182" y="10"/>
                    <a:pt x="179" y="13"/>
                  </a:cubicBezTo>
                  <a:cubicBezTo>
                    <a:pt x="176" y="15"/>
                    <a:pt x="172" y="13"/>
                    <a:pt x="172" y="13"/>
                  </a:cubicBezTo>
                  <a:cubicBezTo>
                    <a:pt x="172" y="13"/>
                    <a:pt x="168" y="11"/>
                    <a:pt x="167" y="7"/>
                  </a:cubicBezTo>
                  <a:cubicBezTo>
                    <a:pt x="166" y="6"/>
                    <a:pt x="165" y="5"/>
                    <a:pt x="164" y="4"/>
                  </a:cubicBezTo>
                  <a:cubicBezTo>
                    <a:pt x="164" y="5"/>
                    <a:pt x="164" y="5"/>
                    <a:pt x="164" y="5"/>
                  </a:cubicBezTo>
                  <a:cubicBezTo>
                    <a:pt x="156" y="6"/>
                    <a:pt x="156" y="6"/>
                    <a:pt x="156" y="6"/>
                  </a:cubicBezTo>
                  <a:cubicBezTo>
                    <a:pt x="156" y="6"/>
                    <a:pt x="146" y="0"/>
                    <a:pt x="143" y="5"/>
                  </a:cubicBezTo>
                  <a:cubicBezTo>
                    <a:pt x="141" y="9"/>
                    <a:pt x="139" y="6"/>
                    <a:pt x="134" y="6"/>
                  </a:cubicBezTo>
                  <a:cubicBezTo>
                    <a:pt x="130" y="6"/>
                    <a:pt x="125" y="8"/>
                    <a:pt x="123" y="9"/>
                  </a:cubicBezTo>
                  <a:cubicBezTo>
                    <a:pt x="120" y="11"/>
                    <a:pt x="116" y="8"/>
                    <a:pt x="114" y="9"/>
                  </a:cubicBezTo>
                  <a:cubicBezTo>
                    <a:pt x="111" y="11"/>
                    <a:pt x="110" y="17"/>
                    <a:pt x="110" y="17"/>
                  </a:cubicBezTo>
                  <a:cubicBezTo>
                    <a:pt x="89" y="13"/>
                    <a:pt x="89" y="13"/>
                    <a:pt x="89" y="13"/>
                  </a:cubicBezTo>
                  <a:cubicBezTo>
                    <a:pt x="89" y="13"/>
                    <a:pt x="84" y="7"/>
                    <a:pt x="79" y="7"/>
                  </a:cubicBezTo>
                  <a:cubicBezTo>
                    <a:pt x="75" y="7"/>
                    <a:pt x="68" y="16"/>
                    <a:pt x="68" y="16"/>
                  </a:cubicBezTo>
                  <a:cubicBezTo>
                    <a:pt x="68" y="23"/>
                    <a:pt x="68" y="23"/>
                    <a:pt x="68" y="23"/>
                  </a:cubicBezTo>
                  <a:cubicBezTo>
                    <a:pt x="69" y="28"/>
                    <a:pt x="67" y="33"/>
                    <a:pt x="66" y="35"/>
                  </a:cubicBezTo>
                  <a:cubicBezTo>
                    <a:pt x="64" y="38"/>
                    <a:pt x="62" y="40"/>
                    <a:pt x="62" y="47"/>
                  </a:cubicBezTo>
                  <a:cubicBezTo>
                    <a:pt x="62" y="54"/>
                    <a:pt x="53" y="65"/>
                    <a:pt x="53" y="71"/>
                  </a:cubicBezTo>
                  <a:cubicBezTo>
                    <a:pt x="53" y="76"/>
                    <a:pt x="44" y="80"/>
                    <a:pt x="44" y="83"/>
                  </a:cubicBezTo>
                  <a:cubicBezTo>
                    <a:pt x="44" y="87"/>
                    <a:pt x="43" y="94"/>
                    <a:pt x="43" y="102"/>
                  </a:cubicBezTo>
                  <a:cubicBezTo>
                    <a:pt x="43" y="110"/>
                    <a:pt x="39" y="103"/>
                    <a:pt x="39" y="110"/>
                  </a:cubicBezTo>
                  <a:cubicBezTo>
                    <a:pt x="39" y="117"/>
                    <a:pt x="35" y="113"/>
                    <a:pt x="32" y="117"/>
                  </a:cubicBezTo>
                  <a:cubicBezTo>
                    <a:pt x="28" y="120"/>
                    <a:pt x="27" y="121"/>
                    <a:pt x="27" y="117"/>
                  </a:cubicBezTo>
                  <a:cubicBezTo>
                    <a:pt x="27" y="114"/>
                    <a:pt x="22" y="113"/>
                    <a:pt x="18" y="117"/>
                  </a:cubicBezTo>
                  <a:cubicBezTo>
                    <a:pt x="14" y="120"/>
                    <a:pt x="12" y="117"/>
                    <a:pt x="10" y="116"/>
                  </a:cubicBezTo>
                  <a:cubicBezTo>
                    <a:pt x="9" y="115"/>
                    <a:pt x="4" y="118"/>
                    <a:pt x="0" y="121"/>
                  </a:cubicBezTo>
                  <a:cubicBezTo>
                    <a:pt x="2" y="126"/>
                    <a:pt x="3" y="130"/>
                    <a:pt x="4" y="134"/>
                  </a:cubicBezTo>
                  <a:cubicBezTo>
                    <a:pt x="4" y="134"/>
                    <a:pt x="4" y="135"/>
                    <a:pt x="4" y="135"/>
                  </a:cubicBezTo>
                  <a:cubicBezTo>
                    <a:pt x="6" y="133"/>
                    <a:pt x="9" y="132"/>
                    <a:pt x="10" y="132"/>
                  </a:cubicBezTo>
                  <a:cubicBezTo>
                    <a:pt x="14" y="131"/>
                    <a:pt x="47" y="132"/>
                    <a:pt x="47" y="132"/>
                  </a:cubicBezTo>
                  <a:cubicBezTo>
                    <a:pt x="47" y="132"/>
                    <a:pt x="50" y="137"/>
                    <a:pt x="49" y="141"/>
                  </a:cubicBezTo>
                  <a:cubicBezTo>
                    <a:pt x="48" y="146"/>
                    <a:pt x="51" y="144"/>
                    <a:pt x="53" y="150"/>
                  </a:cubicBezTo>
                  <a:cubicBezTo>
                    <a:pt x="56" y="156"/>
                    <a:pt x="58" y="158"/>
                    <a:pt x="63" y="157"/>
                  </a:cubicBezTo>
                  <a:cubicBezTo>
                    <a:pt x="68" y="155"/>
                    <a:pt x="74" y="154"/>
                    <a:pt x="76" y="155"/>
                  </a:cubicBezTo>
                  <a:cubicBezTo>
                    <a:pt x="78" y="155"/>
                    <a:pt x="77" y="146"/>
                    <a:pt x="80" y="145"/>
                  </a:cubicBezTo>
                  <a:cubicBezTo>
                    <a:pt x="83" y="143"/>
                    <a:pt x="89" y="145"/>
                    <a:pt x="89" y="145"/>
                  </a:cubicBezTo>
                  <a:cubicBezTo>
                    <a:pt x="89" y="145"/>
                    <a:pt x="90" y="147"/>
                    <a:pt x="95" y="147"/>
                  </a:cubicBezTo>
                  <a:cubicBezTo>
                    <a:pt x="100" y="147"/>
                    <a:pt x="102" y="145"/>
                    <a:pt x="102" y="149"/>
                  </a:cubicBezTo>
                  <a:cubicBezTo>
                    <a:pt x="102" y="152"/>
                    <a:pt x="103" y="156"/>
                    <a:pt x="104" y="158"/>
                  </a:cubicBezTo>
                  <a:cubicBezTo>
                    <a:pt x="106" y="159"/>
                    <a:pt x="100" y="172"/>
                    <a:pt x="103" y="174"/>
                  </a:cubicBezTo>
                  <a:cubicBezTo>
                    <a:pt x="105" y="176"/>
                    <a:pt x="109" y="180"/>
                    <a:pt x="108" y="183"/>
                  </a:cubicBezTo>
                  <a:cubicBezTo>
                    <a:pt x="108" y="185"/>
                    <a:pt x="106" y="191"/>
                    <a:pt x="108" y="192"/>
                  </a:cubicBezTo>
                  <a:cubicBezTo>
                    <a:pt x="110" y="192"/>
                    <a:pt x="111" y="189"/>
                    <a:pt x="114" y="189"/>
                  </a:cubicBezTo>
                  <a:cubicBezTo>
                    <a:pt x="118" y="189"/>
                    <a:pt x="121" y="189"/>
                    <a:pt x="124" y="188"/>
                  </a:cubicBezTo>
                  <a:cubicBezTo>
                    <a:pt x="126" y="187"/>
                    <a:pt x="127" y="187"/>
                    <a:pt x="127" y="188"/>
                  </a:cubicBezTo>
                  <a:cubicBezTo>
                    <a:pt x="129" y="189"/>
                    <a:pt x="130" y="191"/>
                    <a:pt x="130" y="191"/>
                  </a:cubicBezTo>
                  <a:cubicBezTo>
                    <a:pt x="130" y="191"/>
                    <a:pt x="131" y="194"/>
                    <a:pt x="133" y="193"/>
                  </a:cubicBezTo>
                  <a:cubicBezTo>
                    <a:pt x="135" y="192"/>
                    <a:pt x="141" y="191"/>
                    <a:pt x="140" y="193"/>
                  </a:cubicBezTo>
                  <a:cubicBezTo>
                    <a:pt x="140" y="195"/>
                    <a:pt x="142" y="199"/>
                    <a:pt x="144" y="198"/>
                  </a:cubicBezTo>
                  <a:cubicBezTo>
                    <a:pt x="146" y="197"/>
                    <a:pt x="151" y="201"/>
                    <a:pt x="153" y="201"/>
                  </a:cubicBezTo>
                  <a:cubicBezTo>
                    <a:pt x="156" y="201"/>
                    <a:pt x="158" y="201"/>
                    <a:pt x="158" y="200"/>
                  </a:cubicBezTo>
                  <a:cubicBezTo>
                    <a:pt x="158" y="198"/>
                    <a:pt x="161" y="196"/>
                    <a:pt x="162" y="198"/>
                  </a:cubicBezTo>
                  <a:cubicBezTo>
                    <a:pt x="163" y="200"/>
                    <a:pt x="166" y="204"/>
                    <a:pt x="168" y="204"/>
                  </a:cubicBezTo>
                  <a:cubicBezTo>
                    <a:pt x="171" y="204"/>
                    <a:pt x="177" y="204"/>
                    <a:pt x="177" y="206"/>
                  </a:cubicBezTo>
                  <a:cubicBezTo>
                    <a:pt x="177" y="208"/>
                    <a:pt x="179" y="214"/>
                    <a:pt x="181" y="216"/>
                  </a:cubicBezTo>
                  <a:cubicBezTo>
                    <a:pt x="184" y="218"/>
                    <a:pt x="189" y="216"/>
                    <a:pt x="189" y="216"/>
                  </a:cubicBezTo>
                  <a:cubicBezTo>
                    <a:pt x="189" y="216"/>
                    <a:pt x="191" y="214"/>
                    <a:pt x="191" y="211"/>
                  </a:cubicBezTo>
                  <a:cubicBezTo>
                    <a:pt x="191" y="207"/>
                    <a:pt x="191" y="203"/>
                    <a:pt x="190" y="203"/>
                  </a:cubicBezTo>
                  <a:cubicBezTo>
                    <a:pt x="188" y="203"/>
                    <a:pt x="186" y="206"/>
                    <a:pt x="182" y="205"/>
                  </a:cubicBezTo>
                  <a:cubicBezTo>
                    <a:pt x="179" y="204"/>
                    <a:pt x="176" y="197"/>
                    <a:pt x="175" y="196"/>
                  </a:cubicBezTo>
                  <a:cubicBezTo>
                    <a:pt x="173" y="195"/>
                    <a:pt x="177" y="189"/>
                    <a:pt x="177" y="186"/>
                  </a:cubicBezTo>
                  <a:cubicBezTo>
                    <a:pt x="177" y="183"/>
                    <a:pt x="180" y="174"/>
                    <a:pt x="178" y="173"/>
                  </a:cubicBezTo>
                  <a:cubicBezTo>
                    <a:pt x="176" y="172"/>
                    <a:pt x="177" y="169"/>
                    <a:pt x="179" y="167"/>
                  </a:cubicBezTo>
                  <a:cubicBezTo>
                    <a:pt x="182" y="165"/>
                    <a:pt x="178" y="160"/>
                    <a:pt x="182" y="160"/>
                  </a:cubicBezTo>
                  <a:cubicBezTo>
                    <a:pt x="186" y="160"/>
                    <a:pt x="194" y="160"/>
                    <a:pt x="196" y="157"/>
                  </a:cubicBezTo>
                  <a:cubicBezTo>
                    <a:pt x="196" y="157"/>
                    <a:pt x="196" y="157"/>
                    <a:pt x="196" y="157"/>
                  </a:cubicBezTo>
                  <a:cubicBezTo>
                    <a:pt x="197" y="156"/>
                    <a:pt x="197" y="156"/>
                    <a:pt x="197" y="155"/>
                  </a:cubicBezTo>
                  <a:cubicBezTo>
                    <a:pt x="195" y="151"/>
                    <a:pt x="192" y="145"/>
                    <a:pt x="189" y="14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2" name="Freeform 159"/>
            <p:cNvSpPr>
              <a:spLocks noChangeArrowheads="1"/>
            </p:cNvSpPr>
            <p:nvPr/>
          </p:nvSpPr>
          <p:spPr bwMode="auto">
            <a:xfrm>
              <a:off x="4260864" y="2520953"/>
              <a:ext cx="34925" cy="46038"/>
            </a:xfrm>
            <a:custGeom>
              <a:avLst/>
              <a:gdLst>
                <a:gd name="T0" fmla="*/ 1 w 18"/>
                <a:gd name="T1" fmla="*/ 12 h 24"/>
                <a:gd name="T2" fmla="*/ 4 w 18"/>
                <a:gd name="T3" fmla="*/ 24 h 24"/>
                <a:gd name="T4" fmla="*/ 9 w 18"/>
                <a:gd name="T5" fmla="*/ 21 h 24"/>
                <a:gd name="T6" fmla="*/ 18 w 18"/>
                <a:gd name="T7" fmla="*/ 8 h 24"/>
                <a:gd name="T8" fmla="*/ 15 w 18"/>
                <a:gd name="T9" fmla="*/ 6 h 24"/>
                <a:gd name="T10" fmla="*/ 14 w 18"/>
                <a:gd name="T11" fmla="*/ 0 h 24"/>
                <a:gd name="T12" fmla="*/ 9 w 18"/>
                <a:gd name="T13" fmla="*/ 0 h 24"/>
                <a:gd name="T14" fmla="*/ 3 w 18"/>
                <a:gd name="T15" fmla="*/ 4 h 24"/>
                <a:gd name="T16" fmla="*/ 0 w 18"/>
                <a:gd name="T17" fmla="*/ 3 h 24"/>
                <a:gd name="T18" fmla="*/ 0 w 18"/>
                <a:gd name="T19" fmla="*/ 4 h 24"/>
                <a:gd name="T20" fmla="*/ 1 w 18"/>
                <a:gd name="T21" fmla="*/ 12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
                <a:gd name="T34" fmla="*/ 0 h 24"/>
                <a:gd name="T35" fmla="*/ 18 w 18"/>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 h="24">
                  <a:moveTo>
                    <a:pt x="1" y="12"/>
                  </a:moveTo>
                  <a:cubicBezTo>
                    <a:pt x="2" y="14"/>
                    <a:pt x="3" y="19"/>
                    <a:pt x="4" y="24"/>
                  </a:cubicBezTo>
                  <a:cubicBezTo>
                    <a:pt x="6" y="22"/>
                    <a:pt x="8" y="21"/>
                    <a:pt x="9" y="21"/>
                  </a:cubicBezTo>
                  <a:cubicBezTo>
                    <a:pt x="11" y="20"/>
                    <a:pt x="18" y="8"/>
                    <a:pt x="18" y="8"/>
                  </a:cubicBezTo>
                  <a:cubicBezTo>
                    <a:pt x="15" y="6"/>
                    <a:pt x="15" y="6"/>
                    <a:pt x="15" y="6"/>
                  </a:cubicBezTo>
                  <a:cubicBezTo>
                    <a:pt x="15" y="6"/>
                    <a:pt x="15" y="3"/>
                    <a:pt x="14" y="0"/>
                  </a:cubicBezTo>
                  <a:cubicBezTo>
                    <a:pt x="12" y="0"/>
                    <a:pt x="9" y="0"/>
                    <a:pt x="9" y="0"/>
                  </a:cubicBezTo>
                  <a:cubicBezTo>
                    <a:pt x="9" y="0"/>
                    <a:pt x="10" y="5"/>
                    <a:pt x="3" y="4"/>
                  </a:cubicBezTo>
                  <a:cubicBezTo>
                    <a:pt x="2" y="3"/>
                    <a:pt x="1" y="3"/>
                    <a:pt x="0" y="3"/>
                  </a:cubicBezTo>
                  <a:cubicBezTo>
                    <a:pt x="0" y="3"/>
                    <a:pt x="0" y="4"/>
                    <a:pt x="0" y="4"/>
                  </a:cubicBezTo>
                  <a:lnTo>
                    <a:pt x="1" y="12"/>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3" name="Freeform 160"/>
            <p:cNvSpPr>
              <a:spLocks noChangeArrowheads="1"/>
            </p:cNvSpPr>
            <p:nvPr/>
          </p:nvSpPr>
          <p:spPr bwMode="auto">
            <a:xfrm>
              <a:off x="4281502" y="2698754"/>
              <a:ext cx="230189" cy="368300"/>
            </a:xfrm>
            <a:custGeom>
              <a:avLst/>
              <a:gdLst>
                <a:gd name="T0" fmla="*/ 119 w 120"/>
                <a:gd name="T1" fmla="*/ 50 h 193"/>
                <a:gd name="T2" fmla="*/ 116 w 120"/>
                <a:gd name="T3" fmla="*/ 28 h 193"/>
                <a:gd name="T4" fmla="*/ 115 w 120"/>
                <a:gd name="T5" fmla="*/ 1 h 193"/>
                <a:gd name="T6" fmla="*/ 115 w 120"/>
                <a:gd name="T7" fmla="*/ 0 h 193"/>
                <a:gd name="T8" fmla="*/ 103 w 120"/>
                <a:gd name="T9" fmla="*/ 7 h 193"/>
                <a:gd name="T10" fmla="*/ 95 w 120"/>
                <a:gd name="T11" fmla="*/ 9 h 193"/>
                <a:gd name="T12" fmla="*/ 89 w 120"/>
                <a:gd name="T13" fmla="*/ 8 h 193"/>
                <a:gd name="T14" fmla="*/ 85 w 120"/>
                <a:gd name="T15" fmla="*/ 13 h 193"/>
                <a:gd name="T16" fmla="*/ 78 w 120"/>
                <a:gd name="T17" fmla="*/ 13 h 193"/>
                <a:gd name="T18" fmla="*/ 69 w 120"/>
                <a:gd name="T19" fmla="*/ 15 h 193"/>
                <a:gd name="T20" fmla="*/ 65 w 120"/>
                <a:gd name="T21" fmla="*/ 11 h 193"/>
                <a:gd name="T22" fmla="*/ 58 w 120"/>
                <a:gd name="T23" fmla="*/ 13 h 193"/>
                <a:gd name="T24" fmla="*/ 52 w 120"/>
                <a:gd name="T25" fmla="*/ 12 h 193"/>
                <a:gd name="T26" fmla="*/ 51 w 120"/>
                <a:gd name="T27" fmla="*/ 16 h 193"/>
                <a:gd name="T28" fmla="*/ 56 w 120"/>
                <a:gd name="T29" fmla="*/ 40 h 193"/>
                <a:gd name="T30" fmla="*/ 63 w 120"/>
                <a:gd name="T31" fmla="*/ 46 h 193"/>
                <a:gd name="T32" fmla="*/ 63 w 120"/>
                <a:gd name="T33" fmla="*/ 58 h 193"/>
                <a:gd name="T34" fmla="*/ 57 w 120"/>
                <a:gd name="T35" fmla="*/ 65 h 193"/>
                <a:gd name="T36" fmla="*/ 56 w 120"/>
                <a:gd name="T37" fmla="*/ 75 h 193"/>
                <a:gd name="T38" fmla="*/ 46 w 120"/>
                <a:gd name="T39" fmla="*/ 62 h 193"/>
                <a:gd name="T40" fmla="*/ 48 w 120"/>
                <a:gd name="T41" fmla="*/ 47 h 193"/>
                <a:gd name="T42" fmla="*/ 39 w 120"/>
                <a:gd name="T43" fmla="*/ 46 h 193"/>
                <a:gd name="T44" fmla="*/ 31 w 120"/>
                <a:gd name="T45" fmla="*/ 40 h 193"/>
                <a:gd name="T46" fmla="*/ 0 w 120"/>
                <a:gd name="T47" fmla="*/ 52 h 193"/>
                <a:gd name="T48" fmla="*/ 2 w 120"/>
                <a:gd name="T49" fmla="*/ 60 h 193"/>
                <a:gd name="T50" fmla="*/ 2 w 120"/>
                <a:gd name="T51" fmla="*/ 60 h 193"/>
                <a:gd name="T52" fmla="*/ 3 w 120"/>
                <a:gd name="T53" fmla="*/ 64 h 193"/>
                <a:gd name="T54" fmla="*/ 18 w 120"/>
                <a:gd name="T55" fmla="*/ 67 h 193"/>
                <a:gd name="T56" fmla="*/ 31 w 120"/>
                <a:gd name="T57" fmla="*/ 72 h 193"/>
                <a:gd name="T58" fmla="*/ 31 w 120"/>
                <a:gd name="T59" fmla="*/ 89 h 193"/>
                <a:gd name="T60" fmla="*/ 28 w 120"/>
                <a:gd name="T61" fmla="*/ 99 h 193"/>
                <a:gd name="T62" fmla="*/ 32 w 120"/>
                <a:gd name="T63" fmla="*/ 108 h 193"/>
                <a:gd name="T64" fmla="*/ 26 w 120"/>
                <a:gd name="T65" fmla="*/ 116 h 193"/>
                <a:gd name="T66" fmla="*/ 23 w 120"/>
                <a:gd name="T67" fmla="*/ 127 h 193"/>
                <a:gd name="T68" fmla="*/ 11 w 120"/>
                <a:gd name="T69" fmla="*/ 138 h 193"/>
                <a:gd name="T70" fmla="*/ 12 w 120"/>
                <a:gd name="T71" fmla="*/ 139 h 193"/>
                <a:gd name="T72" fmla="*/ 19 w 120"/>
                <a:gd name="T73" fmla="*/ 160 h 193"/>
                <a:gd name="T74" fmla="*/ 20 w 120"/>
                <a:gd name="T75" fmla="*/ 180 h 193"/>
                <a:gd name="T76" fmla="*/ 21 w 120"/>
                <a:gd name="T77" fmla="*/ 193 h 193"/>
                <a:gd name="T78" fmla="*/ 30 w 120"/>
                <a:gd name="T79" fmla="*/ 193 h 193"/>
                <a:gd name="T80" fmla="*/ 30 w 120"/>
                <a:gd name="T81" fmla="*/ 187 h 193"/>
                <a:gd name="T82" fmla="*/ 26 w 120"/>
                <a:gd name="T83" fmla="*/ 183 h 193"/>
                <a:gd name="T84" fmla="*/ 43 w 120"/>
                <a:gd name="T85" fmla="*/ 170 h 193"/>
                <a:gd name="T86" fmla="*/ 57 w 120"/>
                <a:gd name="T87" fmla="*/ 161 h 193"/>
                <a:gd name="T88" fmla="*/ 59 w 120"/>
                <a:gd name="T89" fmla="*/ 145 h 193"/>
                <a:gd name="T90" fmla="*/ 57 w 120"/>
                <a:gd name="T91" fmla="*/ 130 h 193"/>
                <a:gd name="T92" fmla="*/ 51 w 120"/>
                <a:gd name="T93" fmla="*/ 116 h 193"/>
                <a:gd name="T94" fmla="*/ 53 w 120"/>
                <a:gd name="T95" fmla="*/ 108 h 193"/>
                <a:gd name="T96" fmla="*/ 58 w 120"/>
                <a:gd name="T97" fmla="*/ 102 h 193"/>
                <a:gd name="T98" fmla="*/ 68 w 120"/>
                <a:gd name="T99" fmla="*/ 96 h 193"/>
                <a:gd name="T100" fmla="*/ 79 w 120"/>
                <a:gd name="T101" fmla="*/ 83 h 193"/>
                <a:gd name="T102" fmla="*/ 101 w 120"/>
                <a:gd name="T103" fmla="*/ 73 h 193"/>
                <a:gd name="T104" fmla="*/ 119 w 120"/>
                <a:gd name="T105" fmla="*/ 50 h 19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20"/>
                <a:gd name="T160" fmla="*/ 0 h 193"/>
                <a:gd name="T161" fmla="*/ 120 w 120"/>
                <a:gd name="T162" fmla="*/ 193 h 19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20" h="193">
                  <a:moveTo>
                    <a:pt x="119" y="50"/>
                  </a:moveTo>
                  <a:cubicBezTo>
                    <a:pt x="118" y="47"/>
                    <a:pt x="116" y="33"/>
                    <a:pt x="116" y="28"/>
                  </a:cubicBezTo>
                  <a:cubicBezTo>
                    <a:pt x="117" y="22"/>
                    <a:pt x="115" y="8"/>
                    <a:pt x="115" y="1"/>
                  </a:cubicBezTo>
                  <a:cubicBezTo>
                    <a:pt x="115" y="0"/>
                    <a:pt x="115" y="0"/>
                    <a:pt x="115" y="0"/>
                  </a:cubicBezTo>
                  <a:cubicBezTo>
                    <a:pt x="110" y="3"/>
                    <a:pt x="104" y="5"/>
                    <a:pt x="103" y="7"/>
                  </a:cubicBezTo>
                  <a:cubicBezTo>
                    <a:pt x="102" y="9"/>
                    <a:pt x="98" y="6"/>
                    <a:pt x="95" y="9"/>
                  </a:cubicBezTo>
                  <a:cubicBezTo>
                    <a:pt x="93" y="11"/>
                    <a:pt x="91" y="9"/>
                    <a:pt x="89" y="8"/>
                  </a:cubicBezTo>
                  <a:cubicBezTo>
                    <a:pt x="86" y="8"/>
                    <a:pt x="85" y="11"/>
                    <a:pt x="85" y="13"/>
                  </a:cubicBezTo>
                  <a:cubicBezTo>
                    <a:pt x="85" y="15"/>
                    <a:pt x="80" y="14"/>
                    <a:pt x="78" y="13"/>
                  </a:cubicBezTo>
                  <a:cubicBezTo>
                    <a:pt x="77" y="13"/>
                    <a:pt x="71" y="15"/>
                    <a:pt x="69" y="15"/>
                  </a:cubicBezTo>
                  <a:cubicBezTo>
                    <a:pt x="66" y="15"/>
                    <a:pt x="68" y="12"/>
                    <a:pt x="65" y="11"/>
                  </a:cubicBezTo>
                  <a:cubicBezTo>
                    <a:pt x="62" y="10"/>
                    <a:pt x="60" y="13"/>
                    <a:pt x="58" y="13"/>
                  </a:cubicBezTo>
                  <a:cubicBezTo>
                    <a:pt x="57" y="13"/>
                    <a:pt x="54" y="12"/>
                    <a:pt x="52" y="12"/>
                  </a:cubicBezTo>
                  <a:cubicBezTo>
                    <a:pt x="52" y="13"/>
                    <a:pt x="52" y="15"/>
                    <a:pt x="51" y="16"/>
                  </a:cubicBezTo>
                  <a:cubicBezTo>
                    <a:pt x="49" y="21"/>
                    <a:pt x="56" y="34"/>
                    <a:pt x="56" y="40"/>
                  </a:cubicBezTo>
                  <a:cubicBezTo>
                    <a:pt x="59" y="42"/>
                    <a:pt x="62" y="44"/>
                    <a:pt x="63" y="46"/>
                  </a:cubicBezTo>
                  <a:cubicBezTo>
                    <a:pt x="66" y="50"/>
                    <a:pt x="63" y="50"/>
                    <a:pt x="63" y="58"/>
                  </a:cubicBezTo>
                  <a:cubicBezTo>
                    <a:pt x="64" y="66"/>
                    <a:pt x="60" y="62"/>
                    <a:pt x="57" y="65"/>
                  </a:cubicBezTo>
                  <a:cubicBezTo>
                    <a:pt x="54" y="68"/>
                    <a:pt x="57" y="74"/>
                    <a:pt x="56" y="75"/>
                  </a:cubicBezTo>
                  <a:cubicBezTo>
                    <a:pt x="55" y="77"/>
                    <a:pt x="46" y="64"/>
                    <a:pt x="46" y="62"/>
                  </a:cubicBezTo>
                  <a:cubicBezTo>
                    <a:pt x="45" y="60"/>
                    <a:pt x="49" y="52"/>
                    <a:pt x="48" y="47"/>
                  </a:cubicBezTo>
                  <a:cubicBezTo>
                    <a:pt x="47" y="42"/>
                    <a:pt x="41" y="45"/>
                    <a:pt x="39" y="46"/>
                  </a:cubicBezTo>
                  <a:cubicBezTo>
                    <a:pt x="37" y="46"/>
                    <a:pt x="32" y="40"/>
                    <a:pt x="31" y="40"/>
                  </a:cubicBezTo>
                  <a:cubicBezTo>
                    <a:pt x="30" y="40"/>
                    <a:pt x="0" y="52"/>
                    <a:pt x="0" y="52"/>
                  </a:cubicBezTo>
                  <a:cubicBezTo>
                    <a:pt x="2" y="60"/>
                    <a:pt x="2" y="60"/>
                    <a:pt x="2" y="60"/>
                  </a:cubicBezTo>
                  <a:cubicBezTo>
                    <a:pt x="2" y="60"/>
                    <a:pt x="2" y="60"/>
                    <a:pt x="2" y="60"/>
                  </a:cubicBezTo>
                  <a:cubicBezTo>
                    <a:pt x="3" y="64"/>
                    <a:pt x="3" y="64"/>
                    <a:pt x="3" y="64"/>
                  </a:cubicBezTo>
                  <a:cubicBezTo>
                    <a:pt x="3" y="64"/>
                    <a:pt x="13" y="64"/>
                    <a:pt x="18" y="67"/>
                  </a:cubicBezTo>
                  <a:cubicBezTo>
                    <a:pt x="22" y="70"/>
                    <a:pt x="29" y="71"/>
                    <a:pt x="31" y="72"/>
                  </a:cubicBezTo>
                  <a:cubicBezTo>
                    <a:pt x="32" y="73"/>
                    <a:pt x="31" y="84"/>
                    <a:pt x="31" y="89"/>
                  </a:cubicBezTo>
                  <a:cubicBezTo>
                    <a:pt x="32" y="95"/>
                    <a:pt x="25" y="96"/>
                    <a:pt x="28" y="99"/>
                  </a:cubicBezTo>
                  <a:cubicBezTo>
                    <a:pt x="31" y="102"/>
                    <a:pt x="30" y="107"/>
                    <a:pt x="32" y="108"/>
                  </a:cubicBezTo>
                  <a:cubicBezTo>
                    <a:pt x="34" y="108"/>
                    <a:pt x="28" y="115"/>
                    <a:pt x="26" y="116"/>
                  </a:cubicBezTo>
                  <a:cubicBezTo>
                    <a:pt x="23" y="118"/>
                    <a:pt x="26" y="123"/>
                    <a:pt x="23" y="127"/>
                  </a:cubicBezTo>
                  <a:cubicBezTo>
                    <a:pt x="21" y="130"/>
                    <a:pt x="15" y="135"/>
                    <a:pt x="11" y="138"/>
                  </a:cubicBezTo>
                  <a:cubicBezTo>
                    <a:pt x="12" y="139"/>
                    <a:pt x="12" y="139"/>
                    <a:pt x="12" y="139"/>
                  </a:cubicBezTo>
                  <a:cubicBezTo>
                    <a:pt x="13" y="141"/>
                    <a:pt x="16" y="158"/>
                    <a:pt x="19" y="160"/>
                  </a:cubicBezTo>
                  <a:cubicBezTo>
                    <a:pt x="22" y="162"/>
                    <a:pt x="20" y="179"/>
                    <a:pt x="20" y="180"/>
                  </a:cubicBezTo>
                  <a:cubicBezTo>
                    <a:pt x="20" y="182"/>
                    <a:pt x="21" y="193"/>
                    <a:pt x="21" y="193"/>
                  </a:cubicBezTo>
                  <a:cubicBezTo>
                    <a:pt x="21" y="193"/>
                    <a:pt x="26" y="193"/>
                    <a:pt x="30" y="193"/>
                  </a:cubicBezTo>
                  <a:cubicBezTo>
                    <a:pt x="30" y="190"/>
                    <a:pt x="30" y="188"/>
                    <a:pt x="30" y="187"/>
                  </a:cubicBezTo>
                  <a:cubicBezTo>
                    <a:pt x="30" y="182"/>
                    <a:pt x="27" y="186"/>
                    <a:pt x="26" y="183"/>
                  </a:cubicBezTo>
                  <a:cubicBezTo>
                    <a:pt x="24" y="179"/>
                    <a:pt x="34" y="173"/>
                    <a:pt x="43" y="170"/>
                  </a:cubicBezTo>
                  <a:cubicBezTo>
                    <a:pt x="53" y="166"/>
                    <a:pt x="56" y="164"/>
                    <a:pt x="57" y="161"/>
                  </a:cubicBezTo>
                  <a:cubicBezTo>
                    <a:pt x="58" y="158"/>
                    <a:pt x="57" y="148"/>
                    <a:pt x="59" y="145"/>
                  </a:cubicBezTo>
                  <a:cubicBezTo>
                    <a:pt x="60" y="141"/>
                    <a:pt x="58" y="139"/>
                    <a:pt x="57" y="130"/>
                  </a:cubicBezTo>
                  <a:cubicBezTo>
                    <a:pt x="55" y="122"/>
                    <a:pt x="52" y="121"/>
                    <a:pt x="51" y="116"/>
                  </a:cubicBezTo>
                  <a:cubicBezTo>
                    <a:pt x="50" y="111"/>
                    <a:pt x="50" y="108"/>
                    <a:pt x="53" y="108"/>
                  </a:cubicBezTo>
                  <a:cubicBezTo>
                    <a:pt x="56" y="107"/>
                    <a:pt x="56" y="106"/>
                    <a:pt x="58" y="102"/>
                  </a:cubicBezTo>
                  <a:cubicBezTo>
                    <a:pt x="60" y="97"/>
                    <a:pt x="63" y="99"/>
                    <a:pt x="68" y="96"/>
                  </a:cubicBezTo>
                  <a:cubicBezTo>
                    <a:pt x="72" y="92"/>
                    <a:pt x="72" y="88"/>
                    <a:pt x="79" y="83"/>
                  </a:cubicBezTo>
                  <a:cubicBezTo>
                    <a:pt x="87" y="77"/>
                    <a:pt x="94" y="77"/>
                    <a:pt x="101" y="73"/>
                  </a:cubicBezTo>
                  <a:cubicBezTo>
                    <a:pt x="108" y="69"/>
                    <a:pt x="120" y="53"/>
                    <a:pt x="119" y="5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4" name="Freeform 161"/>
            <p:cNvSpPr>
              <a:spLocks noChangeArrowheads="1"/>
            </p:cNvSpPr>
            <p:nvPr/>
          </p:nvSpPr>
          <p:spPr bwMode="auto">
            <a:xfrm>
              <a:off x="4268802" y="2489204"/>
              <a:ext cx="233364" cy="238125"/>
            </a:xfrm>
            <a:custGeom>
              <a:avLst/>
              <a:gdLst>
                <a:gd name="T0" fmla="*/ 114 w 122"/>
                <a:gd name="T1" fmla="*/ 100 h 125"/>
                <a:gd name="T2" fmla="*/ 110 w 122"/>
                <a:gd name="T3" fmla="*/ 88 h 125"/>
                <a:gd name="T4" fmla="*/ 109 w 122"/>
                <a:gd name="T5" fmla="*/ 79 h 125"/>
                <a:gd name="T6" fmla="*/ 111 w 122"/>
                <a:gd name="T7" fmla="*/ 71 h 125"/>
                <a:gd name="T8" fmla="*/ 105 w 122"/>
                <a:gd name="T9" fmla="*/ 61 h 125"/>
                <a:gd name="T10" fmla="*/ 110 w 122"/>
                <a:gd name="T11" fmla="*/ 44 h 125"/>
                <a:gd name="T12" fmla="*/ 91 w 122"/>
                <a:gd name="T13" fmla="*/ 30 h 125"/>
                <a:gd name="T14" fmla="*/ 92 w 122"/>
                <a:gd name="T15" fmla="*/ 24 h 125"/>
                <a:gd name="T16" fmla="*/ 49 w 122"/>
                <a:gd name="T17" fmla="*/ 1 h 125"/>
                <a:gd name="T18" fmla="*/ 44 w 122"/>
                <a:gd name="T19" fmla="*/ 12 h 125"/>
                <a:gd name="T20" fmla="*/ 44 w 122"/>
                <a:gd name="T21" fmla="*/ 19 h 125"/>
                <a:gd name="T22" fmla="*/ 26 w 122"/>
                <a:gd name="T23" fmla="*/ 18 h 125"/>
                <a:gd name="T24" fmla="*/ 26 w 122"/>
                <a:gd name="T25" fmla="*/ 0 h 125"/>
                <a:gd name="T26" fmla="*/ 17 w 122"/>
                <a:gd name="T27" fmla="*/ 1 h 125"/>
                <a:gd name="T28" fmla="*/ 11 w 122"/>
                <a:gd name="T29" fmla="*/ 2 h 125"/>
                <a:gd name="T30" fmla="*/ 13 w 122"/>
                <a:gd name="T31" fmla="*/ 7 h 125"/>
                <a:gd name="T32" fmla="*/ 15 w 122"/>
                <a:gd name="T33" fmla="*/ 15 h 125"/>
                <a:gd name="T34" fmla="*/ 10 w 122"/>
                <a:gd name="T35" fmla="*/ 17 h 125"/>
                <a:gd name="T36" fmla="*/ 11 w 122"/>
                <a:gd name="T37" fmla="*/ 23 h 125"/>
                <a:gd name="T38" fmla="*/ 14 w 122"/>
                <a:gd name="T39" fmla="*/ 25 h 125"/>
                <a:gd name="T40" fmla="*/ 5 w 122"/>
                <a:gd name="T41" fmla="*/ 38 h 125"/>
                <a:gd name="T42" fmla="*/ 0 w 122"/>
                <a:gd name="T43" fmla="*/ 41 h 125"/>
                <a:gd name="T44" fmla="*/ 7 w 122"/>
                <a:gd name="T45" fmla="*/ 62 h 125"/>
                <a:gd name="T46" fmla="*/ 13 w 122"/>
                <a:gd name="T47" fmla="*/ 77 h 125"/>
                <a:gd name="T48" fmla="*/ 15 w 122"/>
                <a:gd name="T49" fmla="*/ 86 h 125"/>
                <a:gd name="T50" fmla="*/ 9 w 122"/>
                <a:gd name="T51" fmla="*/ 81 h 125"/>
                <a:gd name="T52" fmla="*/ 8 w 122"/>
                <a:gd name="T53" fmla="*/ 83 h 125"/>
                <a:gd name="T54" fmla="*/ 8 w 122"/>
                <a:gd name="T55" fmla="*/ 83 h 125"/>
                <a:gd name="T56" fmla="*/ 16 w 122"/>
                <a:gd name="T57" fmla="*/ 88 h 125"/>
                <a:gd name="T58" fmla="*/ 26 w 122"/>
                <a:gd name="T59" fmla="*/ 92 h 125"/>
                <a:gd name="T60" fmla="*/ 41 w 122"/>
                <a:gd name="T61" fmla="*/ 99 h 125"/>
                <a:gd name="T62" fmla="*/ 42 w 122"/>
                <a:gd name="T63" fmla="*/ 100 h 125"/>
                <a:gd name="T64" fmla="*/ 49 w 122"/>
                <a:gd name="T65" fmla="*/ 100 h 125"/>
                <a:gd name="T66" fmla="*/ 51 w 122"/>
                <a:gd name="T67" fmla="*/ 99 h 125"/>
                <a:gd name="T68" fmla="*/ 59 w 122"/>
                <a:gd name="T69" fmla="*/ 122 h 125"/>
                <a:gd name="T70" fmla="*/ 65 w 122"/>
                <a:gd name="T71" fmla="*/ 123 h 125"/>
                <a:gd name="T72" fmla="*/ 72 w 122"/>
                <a:gd name="T73" fmla="*/ 121 h 125"/>
                <a:gd name="T74" fmla="*/ 76 w 122"/>
                <a:gd name="T75" fmla="*/ 125 h 125"/>
                <a:gd name="T76" fmla="*/ 85 w 122"/>
                <a:gd name="T77" fmla="*/ 123 h 125"/>
                <a:gd name="T78" fmla="*/ 92 w 122"/>
                <a:gd name="T79" fmla="*/ 123 h 125"/>
                <a:gd name="T80" fmla="*/ 96 w 122"/>
                <a:gd name="T81" fmla="*/ 118 h 125"/>
                <a:gd name="T82" fmla="*/ 102 w 122"/>
                <a:gd name="T83" fmla="*/ 119 h 125"/>
                <a:gd name="T84" fmla="*/ 110 w 122"/>
                <a:gd name="T85" fmla="*/ 117 h 125"/>
                <a:gd name="T86" fmla="*/ 122 w 122"/>
                <a:gd name="T87" fmla="*/ 110 h 125"/>
                <a:gd name="T88" fmla="*/ 114 w 122"/>
                <a:gd name="T89" fmla="*/ 100 h 12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22"/>
                <a:gd name="T136" fmla="*/ 0 h 125"/>
                <a:gd name="T137" fmla="*/ 122 w 122"/>
                <a:gd name="T138" fmla="*/ 125 h 12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22" h="125">
                  <a:moveTo>
                    <a:pt x="114" y="100"/>
                  </a:moveTo>
                  <a:cubicBezTo>
                    <a:pt x="114" y="93"/>
                    <a:pt x="110" y="93"/>
                    <a:pt x="110" y="88"/>
                  </a:cubicBezTo>
                  <a:cubicBezTo>
                    <a:pt x="110" y="84"/>
                    <a:pt x="111" y="80"/>
                    <a:pt x="109" y="79"/>
                  </a:cubicBezTo>
                  <a:cubicBezTo>
                    <a:pt x="107" y="79"/>
                    <a:pt x="108" y="75"/>
                    <a:pt x="111" y="71"/>
                  </a:cubicBezTo>
                  <a:cubicBezTo>
                    <a:pt x="114" y="67"/>
                    <a:pt x="106" y="66"/>
                    <a:pt x="105" y="61"/>
                  </a:cubicBezTo>
                  <a:cubicBezTo>
                    <a:pt x="105" y="59"/>
                    <a:pt x="107" y="52"/>
                    <a:pt x="110" y="44"/>
                  </a:cubicBezTo>
                  <a:cubicBezTo>
                    <a:pt x="101" y="37"/>
                    <a:pt x="91" y="30"/>
                    <a:pt x="91" y="30"/>
                  </a:cubicBezTo>
                  <a:cubicBezTo>
                    <a:pt x="92" y="24"/>
                    <a:pt x="92" y="24"/>
                    <a:pt x="92" y="24"/>
                  </a:cubicBezTo>
                  <a:cubicBezTo>
                    <a:pt x="49" y="1"/>
                    <a:pt x="49" y="1"/>
                    <a:pt x="49" y="1"/>
                  </a:cubicBezTo>
                  <a:cubicBezTo>
                    <a:pt x="49" y="6"/>
                    <a:pt x="47" y="10"/>
                    <a:pt x="44" y="12"/>
                  </a:cubicBezTo>
                  <a:cubicBezTo>
                    <a:pt x="40" y="13"/>
                    <a:pt x="48" y="18"/>
                    <a:pt x="44" y="19"/>
                  </a:cubicBezTo>
                  <a:cubicBezTo>
                    <a:pt x="41" y="19"/>
                    <a:pt x="32" y="15"/>
                    <a:pt x="26" y="18"/>
                  </a:cubicBezTo>
                  <a:cubicBezTo>
                    <a:pt x="22" y="19"/>
                    <a:pt x="23" y="9"/>
                    <a:pt x="26" y="0"/>
                  </a:cubicBezTo>
                  <a:cubicBezTo>
                    <a:pt x="17" y="1"/>
                    <a:pt x="17" y="1"/>
                    <a:pt x="17" y="1"/>
                  </a:cubicBezTo>
                  <a:cubicBezTo>
                    <a:pt x="17" y="1"/>
                    <a:pt x="14" y="2"/>
                    <a:pt x="11" y="2"/>
                  </a:cubicBezTo>
                  <a:cubicBezTo>
                    <a:pt x="13" y="7"/>
                    <a:pt x="13" y="7"/>
                    <a:pt x="13" y="7"/>
                  </a:cubicBezTo>
                  <a:cubicBezTo>
                    <a:pt x="13" y="7"/>
                    <a:pt x="15" y="12"/>
                    <a:pt x="15" y="15"/>
                  </a:cubicBezTo>
                  <a:cubicBezTo>
                    <a:pt x="15" y="16"/>
                    <a:pt x="13" y="17"/>
                    <a:pt x="10" y="17"/>
                  </a:cubicBezTo>
                  <a:cubicBezTo>
                    <a:pt x="11" y="20"/>
                    <a:pt x="11" y="23"/>
                    <a:pt x="11" y="23"/>
                  </a:cubicBezTo>
                  <a:cubicBezTo>
                    <a:pt x="14" y="25"/>
                    <a:pt x="14" y="25"/>
                    <a:pt x="14" y="25"/>
                  </a:cubicBezTo>
                  <a:cubicBezTo>
                    <a:pt x="14" y="25"/>
                    <a:pt x="7" y="37"/>
                    <a:pt x="5" y="38"/>
                  </a:cubicBezTo>
                  <a:cubicBezTo>
                    <a:pt x="4" y="38"/>
                    <a:pt x="2" y="39"/>
                    <a:pt x="0" y="41"/>
                  </a:cubicBezTo>
                  <a:cubicBezTo>
                    <a:pt x="1" y="49"/>
                    <a:pt x="3" y="59"/>
                    <a:pt x="7" y="62"/>
                  </a:cubicBezTo>
                  <a:cubicBezTo>
                    <a:pt x="12" y="68"/>
                    <a:pt x="11" y="74"/>
                    <a:pt x="13" y="77"/>
                  </a:cubicBezTo>
                  <a:cubicBezTo>
                    <a:pt x="14" y="81"/>
                    <a:pt x="19" y="85"/>
                    <a:pt x="15" y="86"/>
                  </a:cubicBezTo>
                  <a:cubicBezTo>
                    <a:pt x="13" y="87"/>
                    <a:pt x="11" y="85"/>
                    <a:pt x="9" y="81"/>
                  </a:cubicBezTo>
                  <a:cubicBezTo>
                    <a:pt x="9" y="82"/>
                    <a:pt x="9" y="82"/>
                    <a:pt x="8" y="83"/>
                  </a:cubicBezTo>
                  <a:cubicBezTo>
                    <a:pt x="8" y="83"/>
                    <a:pt x="8" y="83"/>
                    <a:pt x="8" y="83"/>
                  </a:cubicBezTo>
                  <a:cubicBezTo>
                    <a:pt x="11" y="86"/>
                    <a:pt x="15" y="88"/>
                    <a:pt x="16" y="88"/>
                  </a:cubicBezTo>
                  <a:cubicBezTo>
                    <a:pt x="19" y="88"/>
                    <a:pt x="24" y="92"/>
                    <a:pt x="26" y="92"/>
                  </a:cubicBezTo>
                  <a:cubicBezTo>
                    <a:pt x="29" y="93"/>
                    <a:pt x="40" y="97"/>
                    <a:pt x="41" y="99"/>
                  </a:cubicBezTo>
                  <a:cubicBezTo>
                    <a:pt x="41" y="99"/>
                    <a:pt x="41" y="99"/>
                    <a:pt x="42" y="100"/>
                  </a:cubicBezTo>
                  <a:cubicBezTo>
                    <a:pt x="44" y="100"/>
                    <a:pt x="47" y="99"/>
                    <a:pt x="49" y="100"/>
                  </a:cubicBezTo>
                  <a:cubicBezTo>
                    <a:pt x="50" y="99"/>
                    <a:pt x="50" y="99"/>
                    <a:pt x="51" y="99"/>
                  </a:cubicBezTo>
                  <a:cubicBezTo>
                    <a:pt x="55" y="99"/>
                    <a:pt x="59" y="113"/>
                    <a:pt x="59" y="122"/>
                  </a:cubicBezTo>
                  <a:cubicBezTo>
                    <a:pt x="61" y="122"/>
                    <a:pt x="64" y="123"/>
                    <a:pt x="65" y="123"/>
                  </a:cubicBezTo>
                  <a:cubicBezTo>
                    <a:pt x="67" y="123"/>
                    <a:pt x="69" y="120"/>
                    <a:pt x="72" y="121"/>
                  </a:cubicBezTo>
                  <a:cubicBezTo>
                    <a:pt x="75" y="122"/>
                    <a:pt x="73" y="125"/>
                    <a:pt x="76" y="125"/>
                  </a:cubicBezTo>
                  <a:cubicBezTo>
                    <a:pt x="78" y="125"/>
                    <a:pt x="84" y="123"/>
                    <a:pt x="85" y="123"/>
                  </a:cubicBezTo>
                  <a:cubicBezTo>
                    <a:pt x="87" y="124"/>
                    <a:pt x="92" y="125"/>
                    <a:pt x="92" y="123"/>
                  </a:cubicBezTo>
                  <a:cubicBezTo>
                    <a:pt x="92" y="121"/>
                    <a:pt x="93" y="118"/>
                    <a:pt x="96" y="118"/>
                  </a:cubicBezTo>
                  <a:cubicBezTo>
                    <a:pt x="98" y="119"/>
                    <a:pt x="100" y="121"/>
                    <a:pt x="102" y="119"/>
                  </a:cubicBezTo>
                  <a:cubicBezTo>
                    <a:pt x="105" y="116"/>
                    <a:pt x="109" y="119"/>
                    <a:pt x="110" y="117"/>
                  </a:cubicBezTo>
                  <a:cubicBezTo>
                    <a:pt x="111" y="115"/>
                    <a:pt x="117" y="113"/>
                    <a:pt x="122" y="110"/>
                  </a:cubicBezTo>
                  <a:cubicBezTo>
                    <a:pt x="122" y="104"/>
                    <a:pt x="115" y="107"/>
                    <a:pt x="114" y="10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5" name="Freeform 162"/>
            <p:cNvSpPr>
              <a:spLocks noChangeArrowheads="1"/>
            </p:cNvSpPr>
            <p:nvPr/>
          </p:nvSpPr>
          <p:spPr bwMode="auto">
            <a:xfrm>
              <a:off x="4337065" y="2678115"/>
              <a:ext cx="71438" cy="168276"/>
            </a:xfrm>
            <a:custGeom>
              <a:avLst/>
              <a:gdLst>
                <a:gd name="T0" fmla="*/ 34 w 37"/>
                <a:gd name="T1" fmla="*/ 57 h 88"/>
                <a:gd name="T2" fmla="*/ 27 w 37"/>
                <a:gd name="T3" fmla="*/ 51 h 88"/>
                <a:gd name="T4" fmla="*/ 27 w 37"/>
                <a:gd name="T5" fmla="*/ 53 h 88"/>
                <a:gd name="T6" fmla="*/ 15 w 37"/>
                <a:gd name="T7" fmla="*/ 35 h 88"/>
                <a:gd name="T8" fmla="*/ 16 w 37"/>
                <a:gd name="T9" fmla="*/ 15 h 88"/>
                <a:gd name="T10" fmla="*/ 13 w 37"/>
                <a:gd name="T11" fmla="*/ 1 h 88"/>
                <a:gd name="T12" fmla="*/ 6 w 37"/>
                <a:gd name="T13" fmla="*/ 1 h 88"/>
                <a:gd name="T14" fmla="*/ 10 w 37"/>
                <a:gd name="T15" fmla="*/ 12 h 88"/>
                <a:gd name="T16" fmla="*/ 6 w 37"/>
                <a:gd name="T17" fmla="*/ 14 h 88"/>
                <a:gd name="T18" fmla="*/ 7 w 37"/>
                <a:gd name="T19" fmla="*/ 32 h 88"/>
                <a:gd name="T20" fmla="*/ 2 w 37"/>
                <a:gd name="T21" fmla="*/ 35 h 88"/>
                <a:gd name="T22" fmla="*/ 0 w 37"/>
                <a:gd name="T23" fmla="*/ 46 h 88"/>
                <a:gd name="T24" fmla="*/ 2 w 37"/>
                <a:gd name="T25" fmla="*/ 51 h 88"/>
                <a:gd name="T26" fmla="*/ 2 w 37"/>
                <a:gd name="T27" fmla="*/ 51 h 88"/>
                <a:gd name="T28" fmla="*/ 10 w 37"/>
                <a:gd name="T29" fmla="*/ 57 h 88"/>
                <a:gd name="T30" fmla="*/ 19 w 37"/>
                <a:gd name="T31" fmla="*/ 58 h 88"/>
                <a:gd name="T32" fmla="*/ 17 w 37"/>
                <a:gd name="T33" fmla="*/ 73 h 88"/>
                <a:gd name="T34" fmla="*/ 27 w 37"/>
                <a:gd name="T35" fmla="*/ 86 h 88"/>
                <a:gd name="T36" fmla="*/ 28 w 37"/>
                <a:gd name="T37" fmla="*/ 76 h 88"/>
                <a:gd name="T38" fmla="*/ 34 w 37"/>
                <a:gd name="T39" fmla="*/ 69 h 88"/>
                <a:gd name="T40" fmla="*/ 34 w 37"/>
                <a:gd name="T41" fmla="*/ 57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7"/>
                <a:gd name="T64" fmla="*/ 0 h 88"/>
                <a:gd name="T65" fmla="*/ 37 w 37"/>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7" h="88">
                  <a:moveTo>
                    <a:pt x="34" y="57"/>
                  </a:moveTo>
                  <a:cubicBezTo>
                    <a:pt x="33" y="55"/>
                    <a:pt x="30" y="53"/>
                    <a:pt x="27" y="51"/>
                  </a:cubicBezTo>
                  <a:cubicBezTo>
                    <a:pt x="27" y="51"/>
                    <a:pt x="27" y="52"/>
                    <a:pt x="27" y="53"/>
                  </a:cubicBezTo>
                  <a:cubicBezTo>
                    <a:pt x="24" y="57"/>
                    <a:pt x="16" y="44"/>
                    <a:pt x="15" y="35"/>
                  </a:cubicBezTo>
                  <a:cubicBezTo>
                    <a:pt x="14" y="27"/>
                    <a:pt x="19" y="23"/>
                    <a:pt x="16" y="15"/>
                  </a:cubicBezTo>
                  <a:cubicBezTo>
                    <a:pt x="13" y="9"/>
                    <a:pt x="11" y="3"/>
                    <a:pt x="13" y="1"/>
                  </a:cubicBezTo>
                  <a:cubicBezTo>
                    <a:pt x="11" y="0"/>
                    <a:pt x="8" y="1"/>
                    <a:pt x="6" y="1"/>
                  </a:cubicBezTo>
                  <a:cubicBezTo>
                    <a:pt x="7" y="4"/>
                    <a:pt x="10" y="10"/>
                    <a:pt x="10" y="12"/>
                  </a:cubicBezTo>
                  <a:cubicBezTo>
                    <a:pt x="10" y="14"/>
                    <a:pt x="7" y="11"/>
                    <a:pt x="6" y="14"/>
                  </a:cubicBezTo>
                  <a:cubicBezTo>
                    <a:pt x="5" y="17"/>
                    <a:pt x="4" y="30"/>
                    <a:pt x="7" y="32"/>
                  </a:cubicBezTo>
                  <a:cubicBezTo>
                    <a:pt x="9" y="35"/>
                    <a:pt x="2" y="33"/>
                    <a:pt x="2" y="35"/>
                  </a:cubicBezTo>
                  <a:cubicBezTo>
                    <a:pt x="2" y="38"/>
                    <a:pt x="1" y="46"/>
                    <a:pt x="0" y="46"/>
                  </a:cubicBezTo>
                  <a:cubicBezTo>
                    <a:pt x="0" y="47"/>
                    <a:pt x="1" y="49"/>
                    <a:pt x="2" y="51"/>
                  </a:cubicBezTo>
                  <a:cubicBezTo>
                    <a:pt x="2" y="51"/>
                    <a:pt x="2" y="51"/>
                    <a:pt x="2" y="51"/>
                  </a:cubicBezTo>
                  <a:cubicBezTo>
                    <a:pt x="3" y="51"/>
                    <a:pt x="8" y="57"/>
                    <a:pt x="10" y="57"/>
                  </a:cubicBezTo>
                  <a:cubicBezTo>
                    <a:pt x="12" y="56"/>
                    <a:pt x="18" y="53"/>
                    <a:pt x="19" y="58"/>
                  </a:cubicBezTo>
                  <a:cubicBezTo>
                    <a:pt x="20" y="63"/>
                    <a:pt x="16" y="71"/>
                    <a:pt x="17" y="73"/>
                  </a:cubicBezTo>
                  <a:cubicBezTo>
                    <a:pt x="17" y="75"/>
                    <a:pt x="26" y="88"/>
                    <a:pt x="27" y="86"/>
                  </a:cubicBezTo>
                  <a:cubicBezTo>
                    <a:pt x="28" y="85"/>
                    <a:pt x="25" y="79"/>
                    <a:pt x="28" y="76"/>
                  </a:cubicBezTo>
                  <a:cubicBezTo>
                    <a:pt x="31" y="73"/>
                    <a:pt x="35" y="77"/>
                    <a:pt x="34" y="69"/>
                  </a:cubicBezTo>
                  <a:cubicBezTo>
                    <a:pt x="34" y="61"/>
                    <a:pt x="37" y="61"/>
                    <a:pt x="34" y="5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6" name="Freeform 163"/>
            <p:cNvSpPr>
              <a:spLocks noChangeArrowheads="1"/>
            </p:cNvSpPr>
            <p:nvPr/>
          </p:nvSpPr>
          <p:spPr bwMode="auto">
            <a:xfrm>
              <a:off x="7164412" y="2919416"/>
              <a:ext cx="73025" cy="57151"/>
            </a:xfrm>
            <a:custGeom>
              <a:avLst/>
              <a:gdLst>
                <a:gd name="T0" fmla="*/ 1 w 38"/>
                <a:gd name="T1" fmla="*/ 5 h 30"/>
                <a:gd name="T2" fmla="*/ 34 w 38"/>
                <a:gd name="T3" fmla="*/ 27 h 30"/>
                <a:gd name="T4" fmla="*/ 1 w 38"/>
                <a:gd name="T5" fmla="*/ 5 h 30"/>
                <a:gd name="T6" fmla="*/ 0 60000 65536"/>
                <a:gd name="T7" fmla="*/ 0 60000 65536"/>
                <a:gd name="T8" fmla="*/ 0 60000 65536"/>
                <a:gd name="T9" fmla="*/ 0 w 38"/>
                <a:gd name="T10" fmla="*/ 0 h 30"/>
                <a:gd name="T11" fmla="*/ 38 w 38"/>
                <a:gd name="T12" fmla="*/ 30 h 30"/>
              </a:gdLst>
              <a:ahLst/>
              <a:cxnLst>
                <a:cxn ang="T6">
                  <a:pos x="T0" y="T1"/>
                </a:cxn>
                <a:cxn ang="T7">
                  <a:pos x="T2" y="T3"/>
                </a:cxn>
                <a:cxn ang="T8">
                  <a:pos x="T4" y="T5"/>
                </a:cxn>
              </a:cxnLst>
              <a:rect l="T9" t="T10" r="T11" b="T12"/>
              <a:pathLst>
                <a:path w="38" h="30">
                  <a:moveTo>
                    <a:pt x="1" y="5"/>
                  </a:moveTo>
                  <a:cubicBezTo>
                    <a:pt x="0" y="0"/>
                    <a:pt x="38" y="25"/>
                    <a:pt x="34" y="27"/>
                  </a:cubicBezTo>
                  <a:cubicBezTo>
                    <a:pt x="30" y="30"/>
                    <a:pt x="2" y="9"/>
                    <a:pt x="1"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7" name="Freeform 164"/>
            <p:cNvSpPr>
              <a:spLocks noChangeArrowheads="1"/>
            </p:cNvSpPr>
            <p:nvPr/>
          </p:nvSpPr>
          <p:spPr bwMode="auto">
            <a:xfrm>
              <a:off x="5102242" y="1530352"/>
              <a:ext cx="166689" cy="111125"/>
            </a:xfrm>
            <a:custGeom>
              <a:avLst/>
              <a:gdLst>
                <a:gd name="T0" fmla="*/ 71 w 87"/>
                <a:gd name="T1" fmla="*/ 47 h 58"/>
                <a:gd name="T2" fmla="*/ 75 w 87"/>
                <a:gd name="T3" fmla="*/ 51 h 58"/>
                <a:gd name="T4" fmla="*/ 83 w 87"/>
                <a:gd name="T5" fmla="*/ 53 h 58"/>
                <a:gd name="T6" fmla="*/ 87 w 87"/>
                <a:gd name="T7" fmla="*/ 52 h 58"/>
                <a:gd name="T8" fmla="*/ 84 w 87"/>
                <a:gd name="T9" fmla="*/ 37 h 58"/>
                <a:gd name="T10" fmla="*/ 73 w 87"/>
                <a:gd name="T11" fmla="*/ 30 h 58"/>
                <a:gd name="T12" fmla="*/ 72 w 87"/>
                <a:gd name="T13" fmla="*/ 20 h 58"/>
                <a:gd name="T14" fmla="*/ 57 w 87"/>
                <a:gd name="T15" fmla="*/ 21 h 58"/>
                <a:gd name="T16" fmla="*/ 47 w 87"/>
                <a:gd name="T17" fmla="*/ 19 h 58"/>
                <a:gd name="T18" fmla="*/ 37 w 87"/>
                <a:gd name="T19" fmla="*/ 19 h 58"/>
                <a:gd name="T20" fmla="*/ 21 w 87"/>
                <a:gd name="T21" fmla="*/ 18 h 58"/>
                <a:gd name="T22" fmla="*/ 29 w 87"/>
                <a:gd name="T23" fmla="*/ 11 h 58"/>
                <a:gd name="T24" fmla="*/ 33 w 87"/>
                <a:gd name="T25" fmla="*/ 11 h 58"/>
                <a:gd name="T26" fmla="*/ 37 w 87"/>
                <a:gd name="T27" fmla="*/ 2 h 58"/>
                <a:gd name="T28" fmla="*/ 29 w 87"/>
                <a:gd name="T29" fmla="*/ 4 h 58"/>
                <a:gd name="T30" fmla="*/ 20 w 87"/>
                <a:gd name="T31" fmla="*/ 6 h 58"/>
                <a:gd name="T32" fmla="*/ 15 w 87"/>
                <a:gd name="T33" fmla="*/ 12 h 58"/>
                <a:gd name="T34" fmla="*/ 11 w 87"/>
                <a:gd name="T35" fmla="*/ 18 h 58"/>
                <a:gd name="T36" fmla="*/ 1 w 87"/>
                <a:gd name="T37" fmla="*/ 22 h 58"/>
                <a:gd name="T38" fmla="*/ 8 w 87"/>
                <a:gd name="T39" fmla="*/ 31 h 58"/>
                <a:gd name="T40" fmla="*/ 9 w 87"/>
                <a:gd name="T41" fmla="*/ 41 h 58"/>
                <a:gd name="T42" fmla="*/ 4 w 87"/>
                <a:gd name="T43" fmla="*/ 52 h 58"/>
                <a:gd name="T44" fmla="*/ 10 w 87"/>
                <a:gd name="T45" fmla="*/ 53 h 58"/>
                <a:gd name="T46" fmla="*/ 21 w 87"/>
                <a:gd name="T47" fmla="*/ 50 h 58"/>
                <a:gd name="T48" fmla="*/ 32 w 87"/>
                <a:gd name="T49" fmla="*/ 44 h 58"/>
                <a:gd name="T50" fmla="*/ 42 w 87"/>
                <a:gd name="T51" fmla="*/ 35 h 58"/>
                <a:gd name="T52" fmla="*/ 47 w 87"/>
                <a:gd name="T53" fmla="*/ 44 h 58"/>
                <a:gd name="T54" fmla="*/ 47 w 87"/>
                <a:gd name="T55" fmla="*/ 57 h 58"/>
                <a:gd name="T56" fmla="*/ 52 w 87"/>
                <a:gd name="T57" fmla="*/ 58 h 58"/>
                <a:gd name="T58" fmla="*/ 58 w 87"/>
                <a:gd name="T59" fmla="*/ 56 h 58"/>
                <a:gd name="T60" fmla="*/ 71 w 87"/>
                <a:gd name="T61" fmla="*/ 47 h 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7"/>
                <a:gd name="T94" fmla="*/ 0 h 58"/>
                <a:gd name="T95" fmla="*/ 87 w 87"/>
                <a:gd name="T96" fmla="*/ 58 h 5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7" h="58">
                  <a:moveTo>
                    <a:pt x="71" y="47"/>
                  </a:moveTo>
                  <a:cubicBezTo>
                    <a:pt x="73" y="49"/>
                    <a:pt x="73" y="51"/>
                    <a:pt x="75" y="51"/>
                  </a:cubicBezTo>
                  <a:cubicBezTo>
                    <a:pt x="77" y="50"/>
                    <a:pt x="81" y="51"/>
                    <a:pt x="83" y="53"/>
                  </a:cubicBezTo>
                  <a:cubicBezTo>
                    <a:pt x="85" y="53"/>
                    <a:pt x="87" y="52"/>
                    <a:pt x="87" y="52"/>
                  </a:cubicBezTo>
                  <a:cubicBezTo>
                    <a:pt x="87" y="52"/>
                    <a:pt x="85" y="41"/>
                    <a:pt x="84" y="37"/>
                  </a:cubicBezTo>
                  <a:cubicBezTo>
                    <a:pt x="84" y="34"/>
                    <a:pt x="73" y="30"/>
                    <a:pt x="73" y="30"/>
                  </a:cubicBezTo>
                  <a:cubicBezTo>
                    <a:pt x="72" y="20"/>
                    <a:pt x="72" y="20"/>
                    <a:pt x="72" y="20"/>
                  </a:cubicBezTo>
                  <a:cubicBezTo>
                    <a:pt x="72" y="20"/>
                    <a:pt x="59" y="22"/>
                    <a:pt x="57" y="21"/>
                  </a:cubicBezTo>
                  <a:cubicBezTo>
                    <a:pt x="55" y="20"/>
                    <a:pt x="50" y="23"/>
                    <a:pt x="47" y="19"/>
                  </a:cubicBezTo>
                  <a:cubicBezTo>
                    <a:pt x="45" y="16"/>
                    <a:pt x="41" y="22"/>
                    <a:pt x="37" y="19"/>
                  </a:cubicBezTo>
                  <a:cubicBezTo>
                    <a:pt x="33" y="16"/>
                    <a:pt x="22" y="20"/>
                    <a:pt x="21" y="18"/>
                  </a:cubicBezTo>
                  <a:cubicBezTo>
                    <a:pt x="21" y="15"/>
                    <a:pt x="26" y="11"/>
                    <a:pt x="29" y="11"/>
                  </a:cubicBezTo>
                  <a:cubicBezTo>
                    <a:pt x="30" y="11"/>
                    <a:pt x="31" y="11"/>
                    <a:pt x="33" y="11"/>
                  </a:cubicBezTo>
                  <a:cubicBezTo>
                    <a:pt x="34" y="9"/>
                    <a:pt x="37" y="3"/>
                    <a:pt x="37" y="2"/>
                  </a:cubicBezTo>
                  <a:cubicBezTo>
                    <a:pt x="36" y="0"/>
                    <a:pt x="32" y="2"/>
                    <a:pt x="29" y="4"/>
                  </a:cubicBezTo>
                  <a:cubicBezTo>
                    <a:pt x="26" y="6"/>
                    <a:pt x="21" y="3"/>
                    <a:pt x="20" y="6"/>
                  </a:cubicBezTo>
                  <a:cubicBezTo>
                    <a:pt x="19" y="9"/>
                    <a:pt x="18" y="12"/>
                    <a:pt x="15" y="12"/>
                  </a:cubicBezTo>
                  <a:cubicBezTo>
                    <a:pt x="12" y="12"/>
                    <a:pt x="14" y="17"/>
                    <a:pt x="11" y="18"/>
                  </a:cubicBezTo>
                  <a:cubicBezTo>
                    <a:pt x="8" y="19"/>
                    <a:pt x="1" y="19"/>
                    <a:pt x="1" y="22"/>
                  </a:cubicBezTo>
                  <a:cubicBezTo>
                    <a:pt x="0" y="25"/>
                    <a:pt x="8" y="27"/>
                    <a:pt x="8" y="31"/>
                  </a:cubicBezTo>
                  <a:cubicBezTo>
                    <a:pt x="7" y="34"/>
                    <a:pt x="12" y="38"/>
                    <a:pt x="9" y="41"/>
                  </a:cubicBezTo>
                  <a:cubicBezTo>
                    <a:pt x="6" y="43"/>
                    <a:pt x="4" y="46"/>
                    <a:pt x="4" y="52"/>
                  </a:cubicBezTo>
                  <a:cubicBezTo>
                    <a:pt x="7" y="54"/>
                    <a:pt x="9" y="55"/>
                    <a:pt x="10" y="53"/>
                  </a:cubicBezTo>
                  <a:cubicBezTo>
                    <a:pt x="11" y="49"/>
                    <a:pt x="21" y="53"/>
                    <a:pt x="21" y="50"/>
                  </a:cubicBezTo>
                  <a:cubicBezTo>
                    <a:pt x="21" y="47"/>
                    <a:pt x="32" y="48"/>
                    <a:pt x="32" y="44"/>
                  </a:cubicBezTo>
                  <a:cubicBezTo>
                    <a:pt x="32" y="41"/>
                    <a:pt x="38" y="34"/>
                    <a:pt x="42" y="35"/>
                  </a:cubicBezTo>
                  <a:cubicBezTo>
                    <a:pt x="46" y="35"/>
                    <a:pt x="42" y="42"/>
                    <a:pt x="47" y="44"/>
                  </a:cubicBezTo>
                  <a:cubicBezTo>
                    <a:pt x="51" y="46"/>
                    <a:pt x="44" y="54"/>
                    <a:pt x="47" y="57"/>
                  </a:cubicBezTo>
                  <a:cubicBezTo>
                    <a:pt x="48" y="58"/>
                    <a:pt x="50" y="58"/>
                    <a:pt x="52" y="58"/>
                  </a:cubicBezTo>
                  <a:cubicBezTo>
                    <a:pt x="54" y="57"/>
                    <a:pt x="56" y="56"/>
                    <a:pt x="58" y="56"/>
                  </a:cubicBezTo>
                  <a:cubicBezTo>
                    <a:pt x="63" y="52"/>
                    <a:pt x="69" y="46"/>
                    <a:pt x="71" y="4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8" name="Freeform 165"/>
            <p:cNvSpPr>
              <a:spLocks noChangeArrowheads="1"/>
            </p:cNvSpPr>
            <p:nvPr/>
          </p:nvSpPr>
          <p:spPr bwMode="auto">
            <a:xfrm>
              <a:off x="1943107" y="1908177"/>
              <a:ext cx="19050" cy="39688"/>
            </a:xfrm>
            <a:custGeom>
              <a:avLst/>
              <a:gdLst>
                <a:gd name="T0" fmla="*/ 8 w 10"/>
                <a:gd name="T1" fmla="*/ 19 h 21"/>
                <a:gd name="T2" fmla="*/ 4 w 10"/>
                <a:gd name="T3" fmla="*/ 15 h 21"/>
                <a:gd name="T4" fmla="*/ 0 w 10"/>
                <a:gd name="T5" fmla="*/ 7 h 21"/>
                <a:gd name="T6" fmla="*/ 4 w 10"/>
                <a:gd name="T7" fmla="*/ 4 h 21"/>
                <a:gd name="T8" fmla="*/ 5 w 10"/>
                <a:gd name="T9" fmla="*/ 12 h 21"/>
                <a:gd name="T10" fmla="*/ 8 w 10"/>
                <a:gd name="T11" fmla="*/ 19 h 21"/>
                <a:gd name="T12" fmla="*/ 0 60000 65536"/>
                <a:gd name="T13" fmla="*/ 0 60000 65536"/>
                <a:gd name="T14" fmla="*/ 0 60000 65536"/>
                <a:gd name="T15" fmla="*/ 0 60000 65536"/>
                <a:gd name="T16" fmla="*/ 0 60000 65536"/>
                <a:gd name="T17" fmla="*/ 0 60000 65536"/>
                <a:gd name="T18" fmla="*/ 0 w 10"/>
                <a:gd name="T19" fmla="*/ 0 h 21"/>
                <a:gd name="T20" fmla="*/ 10 w 10"/>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0" h="21">
                  <a:moveTo>
                    <a:pt x="8" y="19"/>
                  </a:moveTo>
                  <a:cubicBezTo>
                    <a:pt x="8" y="21"/>
                    <a:pt x="4" y="17"/>
                    <a:pt x="4" y="15"/>
                  </a:cubicBezTo>
                  <a:cubicBezTo>
                    <a:pt x="4" y="12"/>
                    <a:pt x="0" y="12"/>
                    <a:pt x="0" y="7"/>
                  </a:cubicBezTo>
                  <a:cubicBezTo>
                    <a:pt x="0" y="3"/>
                    <a:pt x="2" y="0"/>
                    <a:pt x="4" y="4"/>
                  </a:cubicBezTo>
                  <a:cubicBezTo>
                    <a:pt x="7" y="8"/>
                    <a:pt x="5" y="10"/>
                    <a:pt x="5" y="12"/>
                  </a:cubicBezTo>
                  <a:cubicBezTo>
                    <a:pt x="6" y="14"/>
                    <a:pt x="10" y="17"/>
                    <a:pt x="8"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9" name="Freeform 166"/>
            <p:cNvSpPr>
              <a:spLocks noChangeArrowheads="1"/>
            </p:cNvSpPr>
            <p:nvPr/>
          </p:nvSpPr>
          <p:spPr bwMode="auto">
            <a:xfrm>
              <a:off x="2298707" y="2235202"/>
              <a:ext cx="25400" cy="20638"/>
            </a:xfrm>
            <a:custGeom>
              <a:avLst/>
              <a:gdLst>
                <a:gd name="T0" fmla="*/ 3 w 13"/>
                <a:gd name="T1" fmla="*/ 10 h 11"/>
                <a:gd name="T2" fmla="*/ 2 w 13"/>
                <a:gd name="T3" fmla="*/ 4 h 11"/>
                <a:gd name="T4" fmla="*/ 11 w 13"/>
                <a:gd name="T5" fmla="*/ 2 h 11"/>
                <a:gd name="T6" fmla="*/ 11 w 13"/>
                <a:gd name="T7" fmla="*/ 8 h 11"/>
                <a:gd name="T8" fmla="*/ 3 w 13"/>
                <a:gd name="T9" fmla="*/ 10 h 11"/>
                <a:gd name="T10" fmla="*/ 0 60000 65536"/>
                <a:gd name="T11" fmla="*/ 0 60000 65536"/>
                <a:gd name="T12" fmla="*/ 0 60000 65536"/>
                <a:gd name="T13" fmla="*/ 0 60000 65536"/>
                <a:gd name="T14" fmla="*/ 0 60000 65536"/>
                <a:gd name="T15" fmla="*/ 0 w 13"/>
                <a:gd name="T16" fmla="*/ 0 h 11"/>
                <a:gd name="T17" fmla="*/ 13 w 13"/>
                <a:gd name="T18" fmla="*/ 11 h 11"/>
              </a:gdLst>
              <a:ahLst/>
              <a:cxnLst>
                <a:cxn ang="T10">
                  <a:pos x="T0" y="T1"/>
                </a:cxn>
                <a:cxn ang="T11">
                  <a:pos x="T2" y="T3"/>
                </a:cxn>
                <a:cxn ang="T12">
                  <a:pos x="T4" y="T5"/>
                </a:cxn>
                <a:cxn ang="T13">
                  <a:pos x="T6" y="T7"/>
                </a:cxn>
                <a:cxn ang="T14">
                  <a:pos x="T8" y="T9"/>
                </a:cxn>
              </a:cxnLst>
              <a:rect l="T15" t="T16" r="T17" b="T18"/>
              <a:pathLst>
                <a:path w="13" h="11">
                  <a:moveTo>
                    <a:pt x="3" y="10"/>
                  </a:moveTo>
                  <a:cubicBezTo>
                    <a:pt x="1" y="8"/>
                    <a:pt x="5" y="5"/>
                    <a:pt x="2" y="4"/>
                  </a:cubicBezTo>
                  <a:cubicBezTo>
                    <a:pt x="0" y="3"/>
                    <a:pt x="8" y="0"/>
                    <a:pt x="11" y="2"/>
                  </a:cubicBezTo>
                  <a:cubicBezTo>
                    <a:pt x="13" y="4"/>
                    <a:pt x="13" y="7"/>
                    <a:pt x="11" y="8"/>
                  </a:cubicBezTo>
                  <a:cubicBezTo>
                    <a:pt x="9" y="9"/>
                    <a:pt x="4" y="11"/>
                    <a:pt x="3"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0" name="Freeform 167"/>
            <p:cNvSpPr>
              <a:spLocks noChangeArrowheads="1"/>
            </p:cNvSpPr>
            <p:nvPr/>
          </p:nvSpPr>
          <p:spPr bwMode="auto">
            <a:xfrm>
              <a:off x="4572014" y="1519239"/>
              <a:ext cx="71438" cy="61913"/>
            </a:xfrm>
            <a:custGeom>
              <a:avLst/>
              <a:gdLst>
                <a:gd name="T0" fmla="*/ 35 w 37"/>
                <a:gd name="T1" fmla="*/ 26 h 33"/>
                <a:gd name="T2" fmla="*/ 28 w 37"/>
                <a:gd name="T3" fmla="*/ 17 h 33"/>
                <a:gd name="T4" fmla="*/ 24 w 37"/>
                <a:gd name="T5" fmla="*/ 8 h 33"/>
                <a:gd name="T6" fmla="*/ 21 w 37"/>
                <a:gd name="T7" fmla="*/ 2 h 33"/>
                <a:gd name="T8" fmla="*/ 11 w 37"/>
                <a:gd name="T9" fmla="*/ 1 h 33"/>
                <a:gd name="T10" fmla="*/ 0 w 37"/>
                <a:gd name="T11" fmla="*/ 3 h 33"/>
                <a:gd name="T12" fmla="*/ 2 w 37"/>
                <a:gd name="T13" fmla="*/ 12 h 33"/>
                <a:gd name="T14" fmla="*/ 11 w 37"/>
                <a:gd name="T15" fmla="*/ 16 h 33"/>
                <a:gd name="T16" fmla="*/ 13 w 37"/>
                <a:gd name="T17" fmla="*/ 20 h 33"/>
                <a:gd name="T18" fmla="*/ 14 w 37"/>
                <a:gd name="T19" fmla="*/ 20 h 33"/>
                <a:gd name="T20" fmla="*/ 17 w 37"/>
                <a:gd name="T21" fmla="*/ 22 h 33"/>
                <a:gd name="T22" fmla="*/ 22 w 37"/>
                <a:gd name="T23" fmla="*/ 25 h 33"/>
                <a:gd name="T24" fmla="*/ 28 w 37"/>
                <a:gd name="T25" fmla="*/ 27 h 33"/>
                <a:gd name="T26" fmla="*/ 30 w 37"/>
                <a:gd name="T27" fmla="*/ 33 h 33"/>
                <a:gd name="T28" fmla="*/ 37 w 37"/>
                <a:gd name="T29" fmla="*/ 31 h 33"/>
                <a:gd name="T30" fmla="*/ 35 w 37"/>
                <a:gd name="T31" fmla="*/ 26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7"/>
                <a:gd name="T49" fmla="*/ 0 h 33"/>
                <a:gd name="T50" fmla="*/ 37 w 37"/>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7" h="33">
                  <a:moveTo>
                    <a:pt x="35" y="26"/>
                  </a:moveTo>
                  <a:cubicBezTo>
                    <a:pt x="35" y="23"/>
                    <a:pt x="28" y="21"/>
                    <a:pt x="28" y="17"/>
                  </a:cubicBezTo>
                  <a:cubicBezTo>
                    <a:pt x="28" y="14"/>
                    <a:pt x="23" y="11"/>
                    <a:pt x="24" y="8"/>
                  </a:cubicBezTo>
                  <a:cubicBezTo>
                    <a:pt x="24" y="6"/>
                    <a:pt x="22" y="4"/>
                    <a:pt x="21" y="2"/>
                  </a:cubicBezTo>
                  <a:cubicBezTo>
                    <a:pt x="18" y="1"/>
                    <a:pt x="14" y="0"/>
                    <a:pt x="11" y="1"/>
                  </a:cubicBezTo>
                  <a:cubicBezTo>
                    <a:pt x="7" y="1"/>
                    <a:pt x="4" y="2"/>
                    <a:pt x="0" y="3"/>
                  </a:cubicBezTo>
                  <a:cubicBezTo>
                    <a:pt x="2" y="6"/>
                    <a:pt x="0" y="7"/>
                    <a:pt x="2" y="12"/>
                  </a:cubicBezTo>
                  <a:cubicBezTo>
                    <a:pt x="4" y="17"/>
                    <a:pt x="9" y="14"/>
                    <a:pt x="11" y="16"/>
                  </a:cubicBezTo>
                  <a:cubicBezTo>
                    <a:pt x="11" y="16"/>
                    <a:pt x="12" y="18"/>
                    <a:pt x="13" y="20"/>
                  </a:cubicBezTo>
                  <a:cubicBezTo>
                    <a:pt x="13" y="20"/>
                    <a:pt x="13" y="20"/>
                    <a:pt x="14" y="20"/>
                  </a:cubicBezTo>
                  <a:cubicBezTo>
                    <a:pt x="16" y="20"/>
                    <a:pt x="16" y="21"/>
                    <a:pt x="17" y="22"/>
                  </a:cubicBezTo>
                  <a:cubicBezTo>
                    <a:pt x="19" y="23"/>
                    <a:pt x="21" y="24"/>
                    <a:pt x="22" y="25"/>
                  </a:cubicBezTo>
                  <a:cubicBezTo>
                    <a:pt x="24" y="25"/>
                    <a:pt x="25" y="23"/>
                    <a:pt x="28" y="27"/>
                  </a:cubicBezTo>
                  <a:cubicBezTo>
                    <a:pt x="30" y="29"/>
                    <a:pt x="30" y="30"/>
                    <a:pt x="30" y="33"/>
                  </a:cubicBezTo>
                  <a:cubicBezTo>
                    <a:pt x="33" y="33"/>
                    <a:pt x="35" y="32"/>
                    <a:pt x="37" y="31"/>
                  </a:cubicBezTo>
                  <a:cubicBezTo>
                    <a:pt x="36" y="29"/>
                    <a:pt x="35" y="27"/>
                    <a:pt x="35" y="2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1" name="Freeform 168"/>
            <p:cNvSpPr>
              <a:spLocks noEditPoints="1" noChangeArrowheads="1"/>
            </p:cNvSpPr>
            <p:nvPr/>
          </p:nvSpPr>
          <p:spPr bwMode="auto">
            <a:xfrm>
              <a:off x="4605353" y="1504952"/>
              <a:ext cx="106364" cy="87313"/>
            </a:xfrm>
            <a:custGeom>
              <a:avLst/>
              <a:gdLst>
                <a:gd name="T0" fmla="*/ 53 w 56"/>
                <a:gd name="T1" fmla="*/ 15 h 46"/>
                <a:gd name="T2" fmla="*/ 43 w 56"/>
                <a:gd name="T3" fmla="*/ 2 h 46"/>
                <a:gd name="T4" fmla="*/ 35 w 56"/>
                <a:gd name="T5" fmla="*/ 8 h 46"/>
                <a:gd name="T6" fmla="*/ 30 w 56"/>
                <a:gd name="T7" fmla="*/ 8 h 46"/>
                <a:gd name="T8" fmla="*/ 22 w 56"/>
                <a:gd name="T9" fmla="*/ 2 h 46"/>
                <a:gd name="T10" fmla="*/ 18 w 56"/>
                <a:gd name="T11" fmla="*/ 0 h 46"/>
                <a:gd name="T12" fmla="*/ 16 w 56"/>
                <a:gd name="T13" fmla="*/ 4 h 46"/>
                <a:gd name="T14" fmla="*/ 20 w 56"/>
                <a:gd name="T15" fmla="*/ 9 h 46"/>
                <a:gd name="T16" fmla="*/ 11 w 56"/>
                <a:gd name="T17" fmla="*/ 9 h 46"/>
                <a:gd name="T18" fmla="*/ 3 w 56"/>
                <a:gd name="T19" fmla="*/ 6 h 46"/>
                <a:gd name="T20" fmla="*/ 7 w 56"/>
                <a:gd name="T21" fmla="*/ 15 h 46"/>
                <a:gd name="T22" fmla="*/ 11 w 56"/>
                <a:gd name="T23" fmla="*/ 24 h 46"/>
                <a:gd name="T24" fmla="*/ 18 w 56"/>
                <a:gd name="T25" fmla="*/ 33 h 46"/>
                <a:gd name="T26" fmla="*/ 20 w 56"/>
                <a:gd name="T27" fmla="*/ 38 h 46"/>
                <a:gd name="T28" fmla="*/ 34 w 56"/>
                <a:gd name="T29" fmla="*/ 30 h 46"/>
                <a:gd name="T30" fmla="*/ 36 w 56"/>
                <a:gd name="T31" fmla="*/ 40 h 46"/>
                <a:gd name="T32" fmla="*/ 44 w 56"/>
                <a:gd name="T33" fmla="*/ 46 h 46"/>
                <a:gd name="T34" fmla="*/ 46 w 56"/>
                <a:gd name="T35" fmla="*/ 39 h 46"/>
                <a:gd name="T36" fmla="*/ 53 w 56"/>
                <a:gd name="T37" fmla="*/ 15 h 46"/>
                <a:gd name="T38" fmla="*/ 5 w 56"/>
                <a:gd name="T39" fmla="*/ 32 h 46"/>
                <a:gd name="T40" fmla="*/ 0 w 56"/>
                <a:gd name="T41" fmla="*/ 29 h 46"/>
                <a:gd name="T42" fmla="*/ 3 w 56"/>
                <a:gd name="T43" fmla="*/ 35 h 46"/>
                <a:gd name="T44" fmla="*/ 11 w 56"/>
                <a:gd name="T45" fmla="*/ 40 h 46"/>
                <a:gd name="T46" fmla="*/ 13 w 56"/>
                <a:gd name="T47" fmla="*/ 40 h 46"/>
                <a:gd name="T48" fmla="*/ 11 w 56"/>
                <a:gd name="T49" fmla="*/ 34 h 46"/>
                <a:gd name="T50" fmla="*/ 5 w 56"/>
                <a:gd name="T51" fmla="*/ 32 h 4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6"/>
                <a:gd name="T79" fmla="*/ 0 h 46"/>
                <a:gd name="T80" fmla="*/ 56 w 56"/>
                <a:gd name="T81" fmla="*/ 46 h 4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6" h="46">
                  <a:moveTo>
                    <a:pt x="53" y="15"/>
                  </a:moveTo>
                  <a:cubicBezTo>
                    <a:pt x="51" y="13"/>
                    <a:pt x="47" y="8"/>
                    <a:pt x="43" y="2"/>
                  </a:cubicBezTo>
                  <a:cubicBezTo>
                    <a:pt x="41" y="6"/>
                    <a:pt x="36" y="5"/>
                    <a:pt x="35" y="8"/>
                  </a:cubicBezTo>
                  <a:cubicBezTo>
                    <a:pt x="34" y="10"/>
                    <a:pt x="32" y="7"/>
                    <a:pt x="30" y="8"/>
                  </a:cubicBezTo>
                  <a:cubicBezTo>
                    <a:pt x="29" y="8"/>
                    <a:pt x="25" y="2"/>
                    <a:pt x="22" y="2"/>
                  </a:cubicBezTo>
                  <a:cubicBezTo>
                    <a:pt x="21" y="1"/>
                    <a:pt x="20" y="1"/>
                    <a:pt x="18" y="0"/>
                  </a:cubicBezTo>
                  <a:cubicBezTo>
                    <a:pt x="17" y="2"/>
                    <a:pt x="16" y="3"/>
                    <a:pt x="16" y="4"/>
                  </a:cubicBezTo>
                  <a:cubicBezTo>
                    <a:pt x="17" y="6"/>
                    <a:pt x="21" y="8"/>
                    <a:pt x="20" y="9"/>
                  </a:cubicBezTo>
                  <a:cubicBezTo>
                    <a:pt x="18" y="11"/>
                    <a:pt x="13" y="10"/>
                    <a:pt x="11" y="9"/>
                  </a:cubicBezTo>
                  <a:cubicBezTo>
                    <a:pt x="9" y="7"/>
                    <a:pt x="4" y="4"/>
                    <a:pt x="3" y="6"/>
                  </a:cubicBezTo>
                  <a:cubicBezTo>
                    <a:pt x="2" y="8"/>
                    <a:pt x="8" y="13"/>
                    <a:pt x="7" y="15"/>
                  </a:cubicBezTo>
                  <a:cubicBezTo>
                    <a:pt x="6" y="18"/>
                    <a:pt x="11" y="21"/>
                    <a:pt x="11" y="24"/>
                  </a:cubicBezTo>
                  <a:cubicBezTo>
                    <a:pt x="11" y="28"/>
                    <a:pt x="18" y="30"/>
                    <a:pt x="18" y="33"/>
                  </a:cubicBezTo>
                  <a:cubicBezTo>
                    <a:pt x="18" y="34"/>
                    <a:pt x="19" y="36"/>
                    <a:pt x="20" y="38"/>
                  </a:cubicBezTo>
                  <a:cubicBezTo>
                    <a:pt x="26" y="36"/>
                    <a:pt x="30" y="32"/>
                    <a:pt x="34" y="30"/>
                  </a:cubicBezTo>
                  <a:cubicBezTo>
                    <a:pt x="39" y="27"/>
                    <a:pt x="37" y="38"/>
                    <a:pt x="36" y="40"/>
                  </a:cubicBezTo>
                  <a:cubicBezTo>
                    <a:pt x="35" y="41"/>
                    <a:pt x="40" y="44"/>
                    <a:pt x="44" y="46"/>
                  </a:cubicBezTo>
                  <a:cubicBezTo>
                    <a:pt x="44" y="43"/>
                    <a:pt x="44" y="41"/>
                    <a:pt x="46" y="39"/>
                  </a:cubicBezTo>
                  <a:cubicBezTo>
                    <a:pt x="52" y="32"/>
                    <a:pt x="56" y="21"/>
                    <a:pt x="53" y="15"/>
                  </a:cubicBezTo>
                  <a:close/>
                  <a:moveTo>
                    <a:pt x="5" y="32"/>
                  </a:moveTo>
                  <a:cubicBezTo>
                    <a:pt x="4" y="31"/>
                    <a:pt x="2" y="30"/>
                    <a:pt x="0" y="29"/>
                  </a:cubicBezTo>
                  <a:cubicBezTo>
                    <a:pt x="0" y="31"/>
                    <a:pt x="0" y="34"/>
                    <a:pt x="3" y="35"/>
                  </a:cubicBezTo>
                  <a:cubicBezTo>
                    <a:pt x="8" y="37"/>
                    <a:pt x="1" y="38"/>
                    <a:pt x="11" y="40"/>
                  </a:cubicBezTo>
                  <a:cubicBezTo>
                    <a:pt x="12" y="40"/>
                    <a:pt x="12" y="40"/>
                    <a:pt x="13" y="40"/>
                  </a:cubicBezTo>
                  <a:cubicBezTo>
                    <a:pt x="13" y="37"/>
                    <a:pt x="13" y="36"/>
                    <a:pt x="11" y="34"/>
                  </a:cubicBezTo>
                  <a:cubicBezTo>
                    <a:pt x="8" y="30"/>
                    <a:pt x="7" y="32"/>
                    <a:pt x="5" y="3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2" name="Freeform 169"/>
            <p:cNvSpPr>
              <a:spLocks noChangeArrowheads="1"/>
            </p:cNvSpPr>
            <p:nvPr/>
          </p:nvSpPr>
          <p:spPr bwMode="auto">
            <a:xfrm>
              <a:off x="4946665" y="1595439"/>
              <a:ext cx="309564" cy="220663"/>
            </a:xfrm>
            <a:custGeom>
              <a:avLst/>
              <a:gdLst>
                <a:gd name="T0" fmla="*/ 156 w 162"/>
                <a:gd name="T1" fmla="*/ 17 h 116"/>
                <a:gd name="T2" fmla="*/ 152 w 162"/>
                <a:gd name="T3" fmla="*/ 13 h 116"/>
                <a:gd name="T4" fmla="*/ 139 w 162"/>
                <a:gd name="T5" fmla="*/ 22 h 116"/>
                <a:gd name="T6" fmla="*/ 134 w 162"/>
                <a:gd name="T7" fmla="*/ 24 h 116"/>
                <a:gd name="T8" fmla="*/ 128 w 162"/>
                <a:gd name="T9" fmla="*/ 23 h 116"/>
                <a:gd name="T10" fmla="*/ 128 w 162"/>
                <a:gd name="T11" fmla="*/ 10 h 116"/>
                <a:gd name="T12" fmla="*/ 123 w 162"/>
                <a:gd name="T13" fmla="*/ 1 h 116"/>
                <a:gd name="T14" fmla="*/ 113 w 162"/>
                <a:gd name="T15" fmla="*/ 10 h 116"/>
                <a:gd name="T16" fmla="*/ 102 w 162"/>
                <a:gd name="T17" fmla="*/ 16 h 116"/>
                <a:gd name="T18" fmla="*/ 91 w 162"/>
                <a:gd name="T19" fmla="*/ 19 h 116"/>
                <a:gd name="T20" fmla="*/ 81 w 162"/>
                <a:gd name="T21" fmla="*/ 16 h 116"/>
                <a:gd name="T22" fmla="*/ 72 w 162"/>
                <a:gd name="T23" fmla="*/ 13 h 116"/>
                <a:gd name="T24" fmla="*/ 62 w 162"/>
                <a:gd name="T25" fmla="*/ 11 h 116"/>
                <a:gd name="T26" fmla="*/ 53 w 162"/>
                <a:gd name="T27" fmla="*/ 17 h 116"/>
                <a:gd name="T28" fmla="*/ 47 w 162"/>
                <a:gd name="T29" fmla="*/ 28 h 116"/>
                <a:gd name="T30" fmla="*/ 31 w 162"/>
                <a:gd name="T31" fmla="*/ 37 h 116"/>
                <a:gd name="T32" fmla="*/ 21 w 162"/>
                <a:gd name="T33" fmla="*/ 41 h 116"/>
                <a:gd name="T34" fmla="*/ 13 w 162"/>
                <a:gd name="T35" fmla="*/ 38 h 116"/>
                <a:gd name="T36" fmla="*/ 8 w 162"/>
                <a:gd name="T37" fmla="*/ 44 h 116"/>
                <a:gd name="T38" fmla="*/ 3 w 162"/>
                <a:gd name="T39" fmla="*/ 53 h 116"/>
                <a:gd name="T40" fmla="*/ 2 w 162"/>
                <a:gd name="T41" fmla="*/ 62 h 116"/>
                <a:gd name="T42" fmla="*/ 2 w 162"/>
                <a:gd name="T43" fmla="*/ 74 h 116"/>
                <a:gd name="T44" fmla="*/ 4 w 162"/>
                <a:gd name="T45" fmla="*/ 87 h 116"/>
                <a:gd name="T46" fmla="*/ 15 w 162"/>
                <a:gd name="T47" fmla="*/ 93 h 116"/>
                <a:gd name="T48" fmla="*/ 3 w 162"/>
                <a:gd name="T49" fmla="*/ 109 h 116"/>
                <a:gd name="T50" fmla="*/ 6 w 162"/>
                <a:gd name="T51" fmla="*/ 113 h 116"/>
                <a:gd name="T52" fmla="*/ 23 w 162"/>
                <a:gd name="T53" fmla="*/ 115 h 116"/>
                <a:gd name="T54" fmla="*/ 68 w 162"/>
                <a:gd name="T55" fmla="*/ 109 h 116"/>
                <a:gd name="T56" fmla="*/ 67 w 162"/>
                <a:gd name="T57" fmla="*/ 98 h 116"/>
                <a:gd name="T58" fmla="*/ 76 w 162"/>
                <a:gd name="T59" fmla="*/ 93 h 116"/>
                <a:gd name="T60" fmla="*/ 84 w 162"/>
                <a:gd name="T61" fmla="*/ 91 h 116"/>
                <a:gd name="T62" fmla="*/ 96 w 162"/>
                <a:gd name="T63" fmla="*/ 87 h 116"/>
                <a:gd name="T64" fmla="*/ 101 w 162"/>
                <a:gd name="T65" fmla="*/ 82 h 116"/>
                <a:gd name="T66" fmla="*/ 105 w 162"/>
                <a:gd name="T67" fmla="*/ 70 h 116"/>
                <a:gd name="T68" fmla="*/ 113 w 162"/>
                <a:gd name="T69" fmla="*/ 65 h 116"/>
                <a:gd name="T70" fmla="*/ 109 w 162"/>
                <a:gd name="T71" fmla="*/ 58 h 116"/>
                <a:gd name="T72" fmla="*/ 122 w 162"/>
                <a:gd name="T73" fmla="*/ 58 h 116"/>
                <a:gd name="T74" fmla="*/ 123 w 162"/>
                <a:gd name="T75" fmla="*/ 49 h 116"/>
                <a:gd name="T76" fmla="*/ 128 w 162"/>
                <a:gd name="T77" fmla="*/ 41 h 116"/>
                <a:gd name="T78" fmla="*/ 126 w 162"/>
                <a:gd name="T79" fmla="*/ 34 h 116"/>
                <a:gd name="T80" fmla="*/ 128 w 162"/>
                <a:gd name="T81" fmla="*/ 29 h 116"/>
                <a:gd name="T82" fmla="*/ 129 w 162"/>
                <a:gd name="T83" fmla="*/ 28 h 116"/>
                <a:gd name="T84" fmla="*/ 135 w 162"/>
                <a:gd name="T85" fmla="*/ 26 h 116"/>
                <a:gd name="T86" fmla="*/ 150 w 162"/>
                <a:gd name="T87" fmla="*/ 21 h 116"/>
                <a:gd name="T88" fmla="*/ 162 w 162"/>
                <a:gd name="T89" fmla="*/ 18 h 116"/>
                <a:gd name="T90" fmla="*/ 156 w 162"/>
                <a:gd name="T91" fmla="*/ 17 h 11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62"/>
                <a:gd name="T139" fmla="*/ 0 h 116"/>
                <a:gd name="T140" fmla="*/ 162 w 162"/>
                <a:gd name="T141" fmla="*/ 116 h 11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62" h="116">
                  <a:moveTo>
                    <a:pt x="156" y="17"/>
                  </a:moveTo>
                  <a:cubicBezTo>
                    <a:pt x="154" y="17"/>
                    <a:pt x="154" y="15"/>
                    <a:pt x="152" y="13"/>
                  </a:cubicBezTo>
                  <a:cubicBezTo>
                    <a:pt x="150" y="12"/>
                    <a:pt x="144" y="18"/>
                    <a:pt x="139" y="22"/>
                  </a:cubicBezTo>
                  <a:cubicBezTo>
                    <a:pt x="137" y="22"/>
                    <a:pt x="135" y="23"/>
                    <a:pt x="134" y="24"/>
                  </a:cubicBezTo>
                  <a:cubicBezTo>
                    <a:pt x="131" y="24"/>
                    <a:pt x="129" y="24"/>
                    <a:pt x="128" y="23"/>
                  </a:cubicBezTo>
                  <a:cubicBezTo>
                    <a:pt x="125" y="20"/>
                    <a:pt x="132" y="12"/>
                    <a:pt x="128" y="10"/>
                  </a:cubicBezTo>
                  <a:cubicBezTo>
                    <a:pt x="123" y="8"/>
                    <a:pt x="127" y="1"/>
                    <a:pt x="123" y="1"/>
                  </a:cubicBezTo>
                  <a:cubicBezTo>
                    <a:pt x="119" y="0"/>
                    <a:pt x="113" y="7"/>
                    <a:pt x="113" y="10"/>
                  </a:cubicBezTo>
                  <a:cubicBezTo>
                    <a:pt x="113" y="14"/>
                    <a:pt x="102" y="13"/>
                    <a:pt x="102" y="16"/>
                  </a:cubicBezTo>
                  <a:cubicBezTo>
                    <a:pt x="102" y="19"/>
                    <a:pt x="92" y="15"/>
                    <a:pt x="91" y="19"/>
                  </a:cubicBezTo>
                  <a:cubicBezTo>
                    <a:pt x="89" y="22"/>
                    <a:pt x="84" y="16"/>
                    <a:pt x="81" y="16"/>
                  </a:cubicBezTo>
                  <a:cubicBezTo>
                    <a:pt x="78" y="16"/>
                    <a:pt x="76" y="12"/>
                    <a:pt x="72" y="13"/>
                  </a:cubicBezTo>
                  <a:cubicBezTo>
                    <a:pt x="68" y="14"/>
                    <a:pt x="65" y="12"/>
                    <a:pt x="62" y="11"/>
                  </a:cubicBezTo>
                  <a:cubicBezTo>
                    <a:pt x="59" y="11"/>
                    <a:pt x="57" y="18"/>
                    <a:pt x="53" y="17"/>
                  </a:cubicBezTo>
                  <a:cubicBezTo>
                    <a:pt x="50" y="15"/>
                    <a:pt x="48" y="23"/>
                    <a:pt x="47" y="28"/>
                  </a:cubicBezTo>
                  <a:cubicBezTo>
                    <a:pt x="45" y="32"/>
                    <a:pt x="30" y="32"/>
                    <a:pt x="31" y="37"/>
                  </a:cubicBezTo>
                  <a:cubicBezTo>
                    <a:pt x="31" y="42"/>
                    <a:pt x="22" y="44"/>
                    <a:pt x="21" y="41"/>
                  </a:cubicBezTo>
                  <a:cubicBezTo>
                    <a:pt x="20" y="38"/>
                    <a:pt x="14" y="39"/>
                    <a:pt x="13" y="38"/>
                  </a:cubicBezTo>
                  <a:cubicBezTo>
                    <a:pt x="11" y="38"/>
                    <a:pt x="7" y="39"/>
                    <a:pt x="8" y="44"/>
                  </a:cubicBezTo>
                  <a:cubicBezTo>
                    <a:pt x="8" y="48"/>
                    <a:pt x="4" y="51"/>
                    <a:pt x="3" y="53"/>
                  </a:cubicBezTo>
                  <a:cubicBezTo>
                    <a:pt x="3" y="54"/>
                    <a:pt x="0" y="60"/>
                    <a:pt x="2" y="62"/>
                  </a:cubicBezTo>
                  <a:cubicBezTo>
                    <a:pt x="4" y="65"/>
                    <a:pt x="0" y="70"/>
                    <a:pt x="2" y="74"/>
                  </a:cubicBezTo>
                  <a:cubicBezTo>
                    <a:pt x="4" y="79"/>
                    <a:pt x="3" y="86"/>
                    <a:pt x="4" y="87"/>
                  </a:cubicBezTo>
                  <a:cubicBezTo>
                    <a:pt x="5" y="89"/>
                    <a:pt x="13" y="88"/>
                    <a:pt x="15" y="93"/>
                  </a:cubicBezTo>
                  <a:cubicBezTo>
                    <a:pt x="17" y="98"/>
                    <a:pt x="4" y="107"/>
                    <a:pt x="3" y="109"/>
                  </a:cubicBezTo>
                  <a:cubicBezTo>
                    <a:pt x="3" y="110"/>
                    <a:pt x="4" y="112"/>
                    <a:pt x="6" y="113"/>
                  </a:cubicBezTo>
                  <a:cubicBezTo>
                    <a:pt x="11" y="113"/>
                    <a:pt x="17" y="114"/>
                    <a:pt x="23" y="115"/>
                  </a:cubicBezTo>
                  <a:cubicBezTo>
                    <a:pt x="30" y="116"/>
                    <a:pt x="68" y="111"/>
                    <a:pt x="68" y="109"/>
                  </a:cubicBezTo>
                  <a:cubicBezTo>
                    <a:pt x="69" y="108"/>
                    <a:pt x="67" y="100"/>
                    <a:pt x="67" y="98"/>
                  </a:cubicBezTo>
                  <a:cubicBezTo>
                    <a:pt x="68" y="96"/>
                    <a:pt x="72" y="92"/>
                    <a:pt x="76" y="93"/>
                  </a:cubicBezTo>
                  <a:cubicBezTo>
                    <a:pt x="80" y="93"/>
                    <a:pt x="84" y="94"/>
                    <a:pt x="84" y="91"/>
                  </a:cubicBezTo>
                  <a:cubicBezTo>
                    <a:pt x="84" y="88"/>
                    <a:pt x="95" y="84"/>
                    <a:pt x="96" y="87"/>
                  </a:cubicBezTo>
                  <a:cubicBezTo>
                    <a:pt x="97" y="89"/>
                    <a:pt x="101" y="88"/>
                    <a:pt x="101" y="82"/>
                  </a:cubicBezTo>
                  <a:cubicBezTo>
                    <a:pt x="102" y="75"/>
                    <a:pt x="101" y="70"/>
                    <a:pt x="105" y="70"/>
                  </a:cubicBezTo>
                  <a:cubicBezTo>
                    <a:pt x="109" y="69"/>
                    <a:pt x="113" y="67"/>
                    <a:pt x="113" y="65"/>
                  </a:cubicBezTo>
                  <a:cubicBezTo>
                    <a:pt x="112" y="63"/>
                    <a:pt x="108" y="59"/>
                    <a:pt x="109" y="58"/>
                  </a:cubicBezTo>
                  <a:cubicBezTo>
                    <a:pt x="110" y="56"/>
                    <a:pt x="120" y="61"/>
                    <a:pt x="122" y="58"/>
                  </a:cubicBezTo>
                  <a:cubicBezTo>
                    <a:pt x="123" y="55"/>
                    <a:pt x="121" y="52"/>
                    <a:pt x="123" y="49"/>
                  </a:cubicBezTo>
                  <a:cubicBezTo>
                    <a:pt x="124" y="46"/>
                    <a:pt x="128" y="44"/>
                    <a:pt x="128" y="41"/>
                  </a:cubicBezTo>
                  <a:cubicBezTo>
                    <a:pt x="128" y="38"/>
                    <a:pt x="128" y="37"/>
                    <a:pt x="126" y="34"/>
                  </a:cubicBezTo>
                  <a:cubicBezTo>
                    <a:pt x="124" y="32"/>
                    <a:pt x="125" y="29"/>
                    <a:pt x="128" y="29"/>
                  </a:cubicBezTo>
                  <a:cubicBezTo>
                    <a:pt x="128" y="28"/>
                    <a:pt x="129" y="28"/>
                    <a:pt x="129" y="28"/>
                  </a:cubicBezTo>
                  <a:cubicBezTo>
                    <a:pt x="132" y="27"/>
                    <a:pt x="134" y="27"/>
                    <a:pt x="135" y="26"/>
                  </a:cubicBezTo>
                  <a:cubicBezTo>
                    <a:pt x="139" y="23"/>
                    <a:pt x="147" y="20"/>
                    <a:pt x="150" y="21"/>
                  </a:cubicBezTo>
                  <a:cubicBezTo>
                    <a:pt x="153" y="22"/>
                    <a:pt x="158" y="21"/>
                    <a:pt x="162" y="18"/>
                  </a:cubicBezTo>
                  <a:cubicBezTo>
                    <a:pt x="160" y="17"/>
                    <a:pt x="157" y="16"/>
                    <a:pt x="156" y="1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3" name="Freeform 170"/>
            <p:cNvSpPr>
              <a:spLocks noChangeArrowheads="1"/>
            </p:cNvSpPr>
            <p:nvPr/>
          </p:nvSpPr>
          <p:spPr bwMode="auto">
            <a:xfrm>
              <a:off x="4959365" y="1628777"/>
              <a:ext cx="355601" cy="320676"/>
            </a:xfrm>
            <a:custGeom>
              <a:avLst/>
              <a:gdLst>
                <a:gd name="T0" fmla="*/ 172 w 186"/>
                <a:gd name="T1" fmla="*/ 9 h 168"/>
                <a:gd name="T2" fmla="*/ 158 w 186"/>
                <a:gd name="T3" fmla="*/ 1 h 168"/>
                <a:gd name="T4" fmla="*/ 144 w 186"/>
                <a:gd name="T5" fmla="*/ 3 h 168"/>
                <a:gd name="T6" fmla="*/ 123 w 186"/>
                <a:gd name="T7" fmla="*/ 10 h 168"/>
                <a:gd name="T8" fmla="*/ 120 w 186"/>
                <a:gd name="T9" fmla="*/ 16 h 168"/>
                <a:gd name="T10" fmla="*/ 117 w 186"/>
                <a:gd name="T11" fmla="*/ 31 h 168"/>
                <a:gd name="T12" fmla="*/ 103 w 186"/>
                <a:gd name="T13" fmla="*/ 40 h 168"/>
                <a:gd name="T14" fmla="*/ 99 w 186"/>
                <a:gd name="T15" fmla="*/ 52 h 168"/>
                <a:gd name="T16" fmla="*/ 90 w 186"/>
                <a:gd name="T17" fmla="*/ 69 h 168"/>
                <a:gd name="T18" fmla="*/ 70 w 186"/>
                <a:gd name="T19" fmla="*/ 75 h 168"/>
                <a:gd name="T20" fmla="*/ 62 w 186"/>
                <a:gd name="T21" fmla="*/ 91 h 168"/>
                <a:gd name="T22" fmla="*/ 0 w 186"/>
                <a:gd name="T23" fmla="*/ 95 h 168"/>
                <a:gd name="T24" fmla="*/ 17 w 186"/>
                <a:gd name="T25" fmla="*/ 111 h 168"/>
                <a:gd name="T26" fmla="*/ 25 w 186"/>
                <a:gd name="T27" fmla="*/ 132 h 168"/>
                <a:gd name="T28" fmla="*/ 7 w 186"/>
                <a:gd name="T29" fmla="*/ 146 h 168"/>
                <a:gd name="T30" fmla="*/ 29 w 186"/>
                <a:gd name="T31" fmla="*/ 148 h 168"/>
                <a:gd name="T32" fmla="*/ 55 w 186"/>
                <a:gd name="T33" fmla="*/ 146 h 168"/>
                <a:gd name="T34" fmla="*/ 70 w 186"/>
                <a:gd name="T35" fmla="*/ 155 h 168"/>
                <a:gd name="T36" fmla="*/ 82 w 186"/>
                <a:gd name="T37" fmla="*/ 167 h 168"/>
                <a:gd name="T38" fmla="*/ 84 w 186"/>
                <a:gd name="T39" fmla="*/ 167 h 168"/>
                <a:gd name="T40" fmla="*/ 105 w 186"/>
                <a:gd name="T41" fmla="*/ 160 h 168"/>
                <a:gd name="T42" fmla="*/ 110 w 186"/>
                <a:gd name="T43" fmla="*/ 147 h 168"/>
                <a:gd name="T44" fmla="*/ 98 w 186"/>
                <a:gd name="T45" fmla="*/ 128 h 168"/>
                <a:gd name="T46" fmla="*/ 114 w 186"/>
                <a:gd name="T47" fmla="*/ 118 h 168"/>
                <a:gd name="T48" fmla="*/ 128 w 186"/>
                <a:gd name="T49" fmla="*/ 109 h 168"/>
                <a:gd name="T50" fmla="*/ 142 w 186"/>
                <a:gd name="T51" fmla="*/ 91 h 168"/>
                <a:gd name="T52" fmla="*/ 154 w 186"/>
                <a:gd name="T53" fmla="*/ 80 h 168"/>
                <a:gd name="T54" fmla="*/ 162 w 186"/>
                <a:gd name="T55" fmla="*/ 63 h 168"/>
                <a:gd name="T56" fmla="*/ 150 w 186"/>
                <a:gd name="T57" fmla="*/ 47 h 168"/>
                <a:gd name="T58" fmla="*/ 154 w 186"/>
                <a:gd name="T59" fmla="*/ 30 h 168"/>
                <a:gd name="T60" fmla="*/ 182 w 186"/>
                <a:gd name="T61" fmla="*/ 29 h 168"/>
                <a:gd name="T62" fmla="*/ 177 w 186"/>
                <a:gd name="T63" fmla="*/ 17 h 16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6"/>
                <a:gd name="T97" fmla="*/ 0 h 168"/>
                <a:gd name="T98" fmla="*/ 186 w 186"/>
                <a:gd name="T99" fmla="*/ 168 h 16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6" h="168">
                  <a:moveTo>
                    <a:pt x="177" y="17"/>
                  </a:moveTo>
                  <a:cubicBezTo>
                    <a:pt x="172" y="15"/>
                    <a:pt x="172" y="10"/>
                    <a:pt x="172" y="9"/>
                  </a:cubicBezTo>
                  <a:cubicBezTo>
                    <a:pt x="172" y="7"/>
                    <a:pt x="166" y="4"/>
                    <a:pt x="161" y="0"/>
                  </a:cubicBezTo>
                  <a:cubicBezTo>
                    <a:pt x="161" y="1"/>
                    <a:pt x="159" y="1"/>
                    <a:pt x="158" y="1"/>
                  </a:cubicBezTo>
                  <a:cubicBezTo>
                    <a:pt x="157" y="1"/>
                    <a:pt x="157" y="0"/>
                    <a:pt x="156" y="0"/>
                  </a:cubicBezTo>
                  <a:cubicBezTo>
                    <a:pt x="152" y="3"/>
                    <a:pt x="147" y="4"/>
                    <a:pt x="144" y="3"/>
                  </a:cubicBezTo>
                  <a:cubicBezTo>
                    <a:pt x="141" y="2"/>
                    <a:pt x="133" y="5"/>
                    <a:pt x="129" y="8"/>
                  </a:cubicBezTo>
                  <a:cubicBezTo>
                    <a:pt x="128" y="9"/>
                    <a:pt x="126" y="9"/>
                    <a:pt x="123" y="10"/>
                  </a:cubicBezTo>
                  <a:cubicBezTo>
                    <a:pt x="123" y="10"/>
                    <a:pt x="122" y="10"/>
                    <a:pt x="122" y="11"/>
                  </a:cubicBezTo>
                  <a:cubicBezTo>
                    <a:pt x="119" y="11"/>
                    <a:pt x="118" y="14"/>
                    <a:pt x="120" y="16"/>
                  </a:cubicBezTo>
                  <a:cubicBezTo>
                    <a:pt x="122" y="19"/>
                    <a:pt x="122" y="20"/>
                    <a:pt x="122" y="23"/>
                  </a:cubicBezTo>
                  <a:cubicBezTo>
                    <a:pt x="122" y="26"/>
                    <a:pt x="118" y="28"/>
                    <a:pt x="117" y="31"/>
                  </a:cubicBezTo>
                  <a:cubicBezTo>
                    <a:pt x="115" y="34"/>
                    <a:pt x="117" y="37"/>
                    <a:pt x="116" y="40"/>
                  </a:cubicBezTo>
                  <a:cubicBezTo>
                    <a:pt x="114" y="43"/>
                    <a:pt x="104" y="38"/>
                    <a:pt x="103" y="40"/>
                  </a:cubicBezTo>
                  <a:cubicBezTo>
                    <a:pt x="102" y="41"/>
                    <a:pt x="106" y="45"/>
                    <a:pt x="107" y="47"/>
                  </a:cubicBezTo>
                  <a:cubicBezTo>
                    <a:pt x="107" y="49"/>
                    <a:pt x="103" y="51"/>
                    <a:pt x="99" y="52"/>
                  </a:cubicBezTo>
                  <a:cubicBezTo>
                    <a:pt x="95" y="52"/>
                    <a:pt x="96" y="57"/>
                    <a:pt x="95" y="64"/>
                  </a:cubicBezTo>
                  <a:cubicBezTo>
                    <a:pt x="95" y="70"/>
                    <a:pt x="91" y="71"/>
                    <a:pt x="90" y="69"/>
                  </a:cubicBezTo>
                  <a:cubicBezTo>
                    <a:pt x="89" y="66"/>
                    <a:pt x="78" y="70"/>
                    <a:pt x="78" y="73"/>
                  </a:cubicBezTo>
                  <a:cubicBezTo>
                    <a:pt x="78" y="76"/>
                    <a:pt x="74" y="75"/>
                    <a:pt x="70" y="75"/>
                  </a:cubicBezTo>
                  <a:cubicBezTo>
                    <a:pt x="66" y="74"/>
                    <a:pt x="62" y="78"/>
                    <a:pt x="61" y="80"/>
                  </a:cubicBezTo>
                  <a:cubicBezTo>
                    <a:pt x="61" y="82"/>
                    <a:pt x="63" y="90"/>
                    <a:pt x="62" y="91"/>
                  </a:cubicBezTo>
                  <a:cubicBezTo>
                    <a:pt x="62" y="93"/>
                    <a:pt x="24" y="98"/>
                    <a:pt x="17" y="97"/>
                  </a:cubicBezTo>
                  <a:cubicBezTo>
                    <a:pt x="11" y="96"/>
                    <a:pt x="5" y="95"/>
                    <a:pt x="0" y="95"/>
                  </a:cubicBezTo>
                  <a:cubicBezTo>
                    <a:pt x="2" y="97"/>
                    <a:pt x="4" y="99"/>
                    <a:pt x="5" y="101"/>
                  </a:cubicBezTo>
                  <a:cubicBezTo>
                    <a:pt x="6" y="105"/>
                    <a:pt x="11" y="109"/>
                    <a:pt x="17" y="111"/>
                  </a:cubicBezTo>
                  <a:cubicBezTo>
                    <a:pt x="22" y="113"/>
                    <a:pt x="19" y="122"/>
                    <a:pt x="22" y="123"/>
                  </a:cubicBezTo>
                  <a:cubicBezTo>
                    <a:pt x="25" y="124"/>
                    <a:pt x="28" y="131"/>
                    <a:pt x="25" y="132"/>
                  </a:cubicBezTo>
                  <a:cubicBezTo>
                    <a:pt x="21" y="132"/>
                    <a:pt x="18" y="133"/>
                    <a:pt x="14" y="135"/>
                  </a:cubicBezTo>
                  <a:cubicBezTo>
                    <a:pt x="11" y="137"/>
                    <a:pt x="7" y="141"/>
                    <a:pt x="7" y="146"/>
                  </a:cubicBezTo>
                  <a:cubicBezTo>
                    <a:pt x="7" y="147"/>
                    <a:pt x="7" y="148"/>
                    <a:pt x="7" y="149"/>
                  </a:cubicBezTo>
                  <a:cubicBezTo>
                    <a:pt x="17" y="149"/>
                    <a:pt x="27" y="149"/>
                    <a:pt x="29" y="148"/>
                  </a:cubicBezTo>
                  <a:cubicBezTo>
                    <a:pt x="30" y="146"/>
                    <a:pt x="35" y="145"/>
                    <a:pt x="37" y="146"/>
                  </a:cubicBezTo>
                  <a:cubicBezTo>
                    <a:pt x="40" y="148"/>
                    <a:pt x="51" y="149"/>
                    <a:pt x="55" y="146"/>
                  </a:cubicBezTo>
                  <a:cubicBezTo>
                    <a:pt x="61" y="143"/>
                    <a:pt x="64" y="146"/>
                    <a:pt x="64" y="149"/>
                  </a:cubicBezTo>
                  <a:cubicBezTo>
                    <a:pt x="65" y="152"/>
                    <a:pt x="67" y="153"/>
                    <a:pt x="70" y="155"/>
                  </a:cubicBezTo>
                  <a:cubicBezTo>
                    <a:pt x="72" y="157"/>
                    <a:pt x="70" y="160"/>
                    <a:pt x="72" y="163"/>
                  </a:cubicBezTo>
                  <a:cubicBezTo>
                    <a:pt x="74" y="165"/>
                    <a:pt x="77" y="165"/>
                    <a:pt x="82" y="167"/>
                  </a:cubicBezTo>
                  <a:cubicBezTo>
                    <a:pt x="82" y="167"/>
                    <a:pt x="83" y="168"/>
                    <a:pt x="83" y="168"/>
                  </a:cubicBezTo>
                  <a:cubicBezTo>
                    <a:pt x="84" y="168"/>
                    <a:pt x="84" y="168"/>
                    <a:pt x="84" y="167"/>
                  </a:cubicBezTo>
                  <a:cubicBezTo>
                    <a:pt x="87" y="164"/>
                    <a:pt x="87" y="159"/>
                    <a:pt x="94" y="160"/>
                  </a:cubicBezTo>
                  <a:cubicBezTo>
                    <a:pt x="102" y="162"/>
                    <a:pt x="101" y="159"/>
                    <a:pt x="105" y="160"/>
                  </a:cubicBezTo>
                  <a:cubicBezTo>
                    <a:pt x="109" y="161"/>
                    <a:pt x="112" y="160"/>
                    <a:pt x="114" y="158"/>
                  </a:cubicBezTo>
                  <a:cubicBezTo>
                    <a:pt x="115" y="155"/>
                    <a:pt x="112" y="150"/>
                    <a:pt x="110" y="147"/>
                  </a:cubicBezTo>
                  <a:cubicBezTo>
                    <a:pt x="107" y="145"/>
                    <a:pt x="104" y="140"/>
                    <a:pt x="105" y="136"/>
                  </a:cubicBezTo>
                  <a:cubicBezTo>
                    <a:pt x="105" y="131"/>
                    <a:pt x="98" y="131"/>
                    <a:pt x="98" y="128"/>
                  </a:cubicBezTo>
                  <a:cubicBezTo>
                    <a:pt x="98" y="124"/>
                    <a:pt x="105" y="118"/>
                    <a:pt x="106" y="117"/>
                  </a:cubicBezTo>
                  <a:cubicBezTo>
                    <a:pt x="107" y="116"/>
                    <a:pt x="113" y="121"/>
                    <a:pt x="114" y="118"/>
                  </a:cubicBezTo>
                  <a:cubicBezTo>
                    <a:pt x="116" y="115"/>
                    <a:pt x="120" y="117"/>
                    <a:pt x="122" y="117"/>
                  </a:cubicBezTo>
                  <a:cubicBezTo>
                    <a:pt x="124" y="118"/>
                    <a:pt x="128" y="113"/>
                    <a:pt x="128" y="109"/>
                  </a:cubicBezTo>
                  <a:cubicBezTo>
                    <a:pt x="129" y="105"/>
                    <a:pt x="136" y="105"/>
                    <a:pt x="138" y="103"/>
                  </a:cubicBezTo>
                  <a:cubicBezTo>
                    <a:pt x="139" y="102"/>
                    <a:pt x="141" y="93"/>
                    <a:pt x="142" y="91"/>
                  </a:cubicBezTo>
                  <a:cubicBezTo>
                    <a:pt x="143" y="89"/>
                    <a:pt x="149" y="91"/>
                    <a:pt x="149" y="86"/>
                  </a:cubicBezTo>
                  <a:cubicBezTo>
                    <a:pt x="149" y="81"/>
                    <a:pt x="151" y="80"/>
                    <a:pt x="154" y="80"/>
                  </a:cubicBezTo>
                  <a:cubicBezTo>
                    <a:pt x="157" y="79"/>
                    <a:pt x="156" y="75"/>
                    <a:pt x="156" y="71"/>
                  </a:cubicBezTo>
                  <a:cubicBezTo>
                    <a:pt x="157" y="68"/>
                    <a:pt x="159" y="64"/>
                    <a:pt x="162" y="63"/>
                  </a:cubicBezTo>
                  <a:cubicBezTo>
                    <a:pt x="166" y="62"/>
                    <a:pt x="161" y="57"/>
                    <a:pt x="157" y="58"/>
                  </a:cubicBezTo>
                  <a:cubicBezTo>
                    <a:pt x="153" y="59"/>
                    <a:pt x="150" y="47"/>
                    <a:pt x="150" y="47"/>
                  </a:cubicBezTo>
                  <a:cubicBezTo>
                    <a:pt x="150" y="47"/>
                    <a:pt x="151" y="38"/>
                    <a:pt x="148" y="36"/>
                  </a:cubicBezTo>
                  <a:cubicBezTo>
                    <a:pt x="146" y="35"/>
                    <a:pt x="149" y="30"/>
                    <a:pt x="154" y="30"/>
                  </a:cubicBezTo>
                  <a:cubicBezTo>
                    <a:pt x="159" y="30"/>
                    <a:pt x="168" y="36"/>
                    <a:pt x="171" y="33"/>
                  </a:cubicBezTo>
                  <a:cubicBezTo>
                    <a:pt x="174" y="31"/>
                    <a:pt x="180" y="30"/>
                    <a:pt x="182" y="29"/>
                  </a:cubicBezTo>
                  <a:cubicBezTo>
                    <a:pt x="183" y="28"/>
                    <a:pt x="185" y="24"/>
                    <a:pt x="186" y="22"/>
                  </a:cubicBezTo>
                  <a:cubicBezTo>
                    <a:pt x="184" y="21"/>
                    <a:pt x="181" y="19"/>
                    <a:pt x="177" y="1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4" name="Freeform 171"/>
            <p:cNvSpPr>
              <a:spLocks noEditPoints="1" noChangeArrowheads="1"/>
            </p:cNvSpPr>
            <p:nvPr/>
          </p:nvSpPr>
          <p:spPr bwMode="auto">
            <a:xfrm>
              <a:off x="5672155" y="2346328"/>
              <a:ext cx="992191" cy="360363"/>
            </a:xfrm>
            <a:custGeom>
              <a:avLst/>
              <a:gdLst>
                <a:gd name="T0" fmla="*/ 38 w 519"/>
                <a:gd name="T1" fmla="*/ 80 h 189"/>
                <a:gd name="T2" fmla="*/ 147 w 519"/>
                <a:gd name="T3" fmla="*/ 101 h 189"/>
                <a:gd name="T4" fmla="*/ 22 w 519"/>
                <a:gd name="T5" fmla="*/ 52 h 189"/>
                <a:gd name="T6" fmla="*/ 278 w 519"/>
                <a:gd name="T7" fmla="*/ 134 h 189"/>
                <a:gd name="T8" fmla="*/ 290 w 519"/>
                <a:gd name="T9" fmla="*/ 107 h 189"/>
                <a:gd name="T10" fmla="*/ 306 w 519"/>
                <a:gd name="T11" fmla="*/ 111 h 189"/>
                <a:gd name="T12" fmla="*/ 317 w 519"/>
                <a:gd name="T13" fmla="*/ 76 h 189"/>
                <a:gd name="T14" fmla="*/ 318 w 519"/>
                <a:gd name="T15" fmla="*/ 63 h 189"/>
                <a:gd name="T16" fmla="*/ 297 w 519"/>
                <a:gd name="T17" fmla="*/ 53 h 189"/>
                <a:gd name="T18" fmla="*/ 266 w 519"/>
                <a:gd name="T19" fmla="*/ 97 h 189"/>
                <a:gd name="T20" fmla="*/ 123 w 519"/>
                <a:gd name="T21" fmla="*/ 106 h 189"/>
                <a:gd name="T22" fmla="*/ 118 w 519"/>
                <a:gd name="T23" fmla="*/ 87 h 189"/>
                <a:gd name="T24" fmla="*/ 114 w 519"/>
                <a:gd name="T25" fmla="*/ 95 h 189"/>
                <a:gd name="T26" fmla="*/ 95 w 519"/>
                <a:gd name="T27" fmla="*/ 71 h 189"/>
                <a:gd name="T28" fmla="*/ 78 w 519"/>
                <a:gd name="T29" fmla="*/ 50 h 189"/>
                <a:gd name="T30" fmla="*/ 52 w 519"/>
                <a:gd name="T31" fmla="*/ 34 h 189"/>
                <a:gd name="T32" fmla="*/ 2 w 519"/>
                <a:gd name="T33" fmla="*/ 5 h 189"/>
                <a:gd name="T34" fmla="*/ 45 w 519"/>
                <a:gd name="T35" fmla="*/ 65 h 189"/>
                <a:gd name="T36" fmla="*/ 99 w 519"/>
                <a:gd name="T37" fmla="*/ 128 h 189"/>
                <a:gd name="T38" fmla="*/ 121 w 519"/>
                <a:gd name="T39" fmla="*/ 117 h 189"/>
                <a:gd name="T40" fmla="*/ 373 w 519"/>
                <a:gd name="T41" fmla="*/ 53 h 189"/>
                <a:gd name="T42" fmla="*/ 376 w 519"/>
                <a:gd name="T43" fmla="*/ 64 h 189"/>
                <a:gd name="T44" fmla="*/ 348 w 519"/>
                <a:gd name="T45" fmla="*/ 106 h 189"/>
                <a:gd name="T46" fmla="*/ 277 w 519"/>
                <a:gd name="T47" fmla="*/ 167 h 189"/>
                <a:gd name="T48" fmla="*/ 322 w 519"/>
                <a:gd name="T49" fmla="*/ 162 h 189"/>
                <a:gd name="T50" fmla="*/ 387 w 519"/>
                <a:gd name="T51" fmla="*/ 107 h 189"/>
                <a:gd name="T52" fmla="*/ 218 w 519"/>
                <a:gd name="T53" fmla="*/ 158 h 189"/>
                <a:gd name="T54" fmla="*/ 196 w 519"/>
                <a:gd name="T55" fmla="*/ 147 h 189"/>
                <a:gd name="T56" fmla="*/ 122 w 519"/>
                <a:gd name="T57" fmla="*/ 138 h 189"/>
                <a:gd name="T58" fmla="*/ 131 w 519"/>
                <a:gd name="T59" fmla="*/ 153 h 189"/>
                <a:gd name="T60" fmla="*/ 201 w 519"/>
                <a:gd name="T61" fmla="*/ 164 h 189"/>
                <a:gd name="T62" fmla="*/ 218 w 519"/>
                <a:gd name="T63" fmla="*/ 158 h 189"/>
                <a:gd name="T64" fmla="*/ 452 w 519"/>
                <a:gd name="T65" fmla="*/ 106 h 189"/>
                <a:gd name="T66" fmla="*/ 404 w 519"/>
                <a:gd name="T67" fmla="*/ 82 h 189"/>
                <a:gd name="T68" fmla="*/ 435 w 519"/>
                <a:gd name="T69" fmla="*/ 94 h 189"/>
                <a:gd name="T70" fmla="*/ 417 w 519"/>
                <a:gd name="T71" fmla="*/ 101 h 189"/>
                <a:gd name="T72" fmla="*/ 444 w 519"/>
                <a:gd name="T73" fmla="*/ 114 h 189"/>
                <a:gd name="T74" fmla="*/ 492 w 519"/>
                <a:gd name="T75" fmla="*/ 143 h 189"/>
                <a:gd name="T76" fmla="*/ 507 w 519"/>
                <a:gd name="T77" fmla="*/ 161 h 189"/>
                <a:gd name="T78" fmla="*/ 480 w 519"/>
                <a:gd name="T79" fmla="*/ 86 h 189"/>
                <a:gd name="T80" fmla="*/ 330 w 519"/>
                <a:gd name="T81" fmla="*/ 175 h 189"/>
                <a:gd name="T82" fmla="*/ 336 w 519"/>
                <a:gd name="T83" fmla="*/ 177 h 189"/>
                <a:gd name="T84" fmla="*/ 339 w 519"/>
                <a:gd name="T85" fmla="*/ 174 h 189"/>
                <a:gd name="T86" fmla="*/ 250 w 519"/>
                <a:gd name="T87" fmla="*/ 67 h 189"/>
                <a:gd name="T88" fmla="*/ 255 w 519"/>
                <a:gd name="T89" fmla="*/ 39 h 189"/>
                <a:gd name="T90" fmla="*/ 254 w 519"/>
                <a:gd name="T91" fmla="*/ 20 h 189"/>
                <a:gd name="T92" fmla="*/ 225 w 519"/>
                <a:gd name="T93" fmla="*/ 36 h 189"/>
                <a:gd name="T94" fmla="*/ 201 w 519"/>
                <a:gd name="T95" fmla="*/ 51 h 189"/>
                <a:gd name="T96" fmla="*/ 165 w 519"/>
                <a:gd name="T97" fmla="*/ 52 h 189"/>
                <a:gd name="T98" fmla="*/ 153 w 519"/>
                <a:gd name="T99" fmla="*/ 61 h 189"/>
                <a:gd name="T100" fmla="*/ 180 w 519"/>
                <a:gd name="T101" fmla="*/ 103 h 189"/>
                <a:gd name="T102" fmla="*/ 218 w 519"/>
                <a:gd name="T103" fmla="*/ 112 h 189"/>
                <a:gd name="T104" fmla="*/ 268 w 519"/>
                <a:gd name="T105" fmla="*/ 178 h 189"/>
                <a:gd name="T106" fmla="*/ 268 w 519"/>
                <a:gd name="T107" fmla="*/ 178 h 189"/>
                <a:gd name="T108" fmla="*/ 236 w 519"/>
                <a:gd name="T109" fmla="*/ 169 h 189"/>
                <a:gd name="T110" fmla="*/ 251 w 519"/>
                <a:gd name="T111" fmla="*/ 161 h 18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19"/>
                <a:gd name="T169" fmla="*/ 0 h 189"/>
                <a:gd name="T170" fmla="*/ 519 w 519"/>
                <a:gd name="T171" fmla="*/ 189 h 18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19" h="189">
                  <a:moveTo>
                    <a:pt x="38" y="80"/>
                  </a:moveTo>
                  <a:cubicBezTo>
                    <a:pt x="37" y="82"/>
                    <a:pt x="41" y="89"/>
                    <a:pt x="43" y="87"/>
                  </a:cubicBezTo>
                  <a:cubicBezTo>
                    <a:pt x="46" y="85"/>
                    <a:pt x="40" y="75"/>
                    <a:pt x="38" y="80"/>
                  </a:cubicBezTo>
                  <a:close/>
                  <a:moveTo>
                    <a:pt x="147" y="101"/>
                  </a:moveTo>
                  <a:cubicBezTo>
                    <a:pt x="147" y="98"/>
                    <a:pt x="138" y="99"/>
                    <a:pt x="141" y="103"/>
                  </a:cubicBezTo>
                  <a:cubicBezTo>
                    <a:pt x="144" y="108"/>
                    <a:pt x="147" y="104"/>
                    <a:pt x="147" y="101"/>
                  </a:cubicBezTo>
                  <a:close/>
                  <a:moveTo>
                    <a:pt x="22" y="52"/>
                  </a:moveTo>
                  <a:cubicBezTo>
                    <a:pt x="21" y="55"/>
                    <a:pt x="25" y="65"/>
                    <a:pt x="29" y="61"/>
                  </a:cubicBezTo>
                  <a:cubicBezTo>
                    <a:pt x="33" y="57"/>
                    <a:pt x="22" y="48"/>
                    <a:pt x="22" y="52"/>
                  </a:cubicBezTo>
                  <a:close/>
                  <a:moveTo>
                    <a:pt x="273" y="109"/>
                  </a:moveTo>
                  <a:cubicBezTo>
                    <a:pt x="278" y="109"/>
                    <a:pt x="278" y="116"/>
                    <a:pt x="277" y="121"/>
                  </a:cubicBezTo>
                  <a:cubicBezTo>
                    <a:pt x="276" y="125"/>
                    <a:pt x="274" y="135"/>
                    <a:pt x="278" y="134"/>
                  </a:cubicBezTo>
                  <a:cubicBezTo>
                    <a:pt x="283" y="132"/>
                    <a:pt x="287" y="125"/>
                    <a:pt x="284" y="123"/>
                  </a:cubicBezTo>
                  <a:cubicBezTo>
                    <a:pt x="281" y="120"/>
                    <a:pt x="281" y="106"/>
                    <a:pt x="282" y="102"/>
                  </a:cubicBezTo>
                  <a:cubicBezTo>
                    <a:pt x="284" y="98"/>
                    <a:pt x="293" y="101"/>
                    <a:pt x="290" y="107"/>
                  </a:cubicBezTo>
                  <a:cubicBezTo>
                    <a:pt x="287" y="112"/>
                    <a:pt x="295" y="112"/>
                    <a:pt x="295" y="118"/>
                  </a:cubicBezTo>
                  <a:cubicBezTo>
                    <a:pt x="295" y="124"/>
                    <a:pt x="300" y="121"/>
                    <a:pt x="306" y="119"/>
                  </a:cubicBezTo>
                  <a:cubicBezTo>
                    <a:pt x="311" y="118"/>
                    <a:pt x="310" y="115"/>
                    <a:pt x="306" y="111"/>
                  </a:cubicBezTo>
                  <a:cubicBezTo>
                    <a:pt x="303" y="107"/>
                    <a:pt x="309" y="101"/>
                    <a:pt x="304" y="98"/>
                  </a:cubicBezTo>
                  <a:cubicBezTo>
                    <a:pt x="299" y="94"/>
                    <a:pt x="296" y="89"/>
                    <a:pt x="300" y="88"/>
                  </a:cubicBezTo>
                  <a:cubicBezTo>
                    <a:pt x="305" y="87"/>
                    <a:pt x="319" y="79"/>
                    <a:pt x="317" y="76"/>
                  </a:cubicBezTo>
                  <a:cubicBezTo>
                    <a:pt x="316" y="73"/>
                    <a:pt x="296" y="77"/>
                    <a:pt x="294" y="83"/>
                  </a:cubicBezTo>
                  <a:cubicBezTo>
                    <a:pt x="293" y="89"/>
                    <a:pt x="279" y="82"/>
                    <a:pt x="280" y="72"/>
                  </a:cubicBezTo>
                  <a:cubicBezTo>
                    <a:pt x="282" y="61"/>
                    <a:pt x="310" y="60"/>
                    <a:pt x="318" y="63"/>
                  </a:cubicBezTo>
                  <a:cubicBezTo>
                    <a:pt x="326" y="67"/>
                    <a:pt x="334" y="57"/>
                    <a:pt x="337" y="52"/>
                  </a:cubicBezTo>
                  <a:cubicBezTo>
                    <a:pt x="340" y="46"/>
                    <a:pt x="331" y="53"/>
                    <a:pt x="325" y="56"/>
                  </a:cubicBezTo>
                  <a:cubicBezTo>
                    <a:pt x="320" y="60"/>
                    <a:pt x="305" y="56"/>
                    <a:pt x="297" y="53"/>
                  </a:cubicBezTo>
                  <a:cubicBezTo>
                    <a:pt x="289" y="51"/>
                    <a:pt x="290" y="58"/>
                    <a:pt x="283" y="59"/>
                  </a:cubicBezTo>
                  <a:cubicBezTo>
                    <a:pt x="277" y="60"/>
                    <a:pt x="278" y="74"/>
                    <a:pt x="275" y="76"/>
                  </a:cubicBezTo>
                  <a:cubicBezTo>
                    <a:pt x="272" y="77"/>
                    <a:pt x="272" y="88"/>
                    <a:pt x="266" y="97"/>
                  </a:cubicBezTo>
                  <a:cubicBezTo>
                    <a:pt x="260" y="107"/>
                    <a:pt x="268" y="108"/>
                    <a:pt x="273" y="109"/>
                  </a:cubicBezTo>
                  <a:close/>
                  <a:moveTo>
                    <a:pt x="121" y="117"/>
                  </a:moveTo>
                  <a:cubicBezTo>
                    <a:pt x="121" y="113"/>
                    <a:pt x="123" y="108"/>
                    <a:pt x="123" y="106"/>
                  </a:cubicBezTo>
                  <a:cubicBezTo>
                    <a:pt x="123" y="103"/>
                    <a:pt x="124" y="102"/>
                    <a:pt x="127" y="103"/>
                  </a:cubicBezTo>
                  <a:cubicBezTo>
                    <a:pt x="130" y="104"/>
                    <a:pt x="130" y="97"/>
                    <a:pt x="128" y="96"/>
                  </a:cubicBezTo>
                  <a:cubicBezTo>
                    <a:pt x="125" y="95"/>
                    <a:pt x="124" y="87"/>
                    <a:pt x="118" y="87"/>
                  </a:cubicBezTo>
                  <a:cubicBezTo>
                    <a:pt x="113" y="87"/>
                    <a:pt x="114" y="92"/>
                    <a:pt x="117" y="92"/>
                  </a:cubicBezTo>
                  <a:cubicBezTo>
                    <a:pt x="120" y="92"/>
                    <a:pt x="122" y="95"/>
                    <a:pt x="121" y="97"/>
                  </a:cubicBezTo>
                  <a:cubicBezTo>
                    <a:pt x="120" y="100"/>
                    <a:pt x="119" y="95"/>
                    <a:pt x="114" y="95"/>
                  </a:cubicBezTo>
                  <a:cubicBezTo>
                    <a:pt x="110" y="96"/>
                    <a:pt x="113" y="90"/>
                    <a:pt x="107" y="89"/>
                  </a:cubicBezTo>
                  <a:cubicBezTo>
                    <a:pt x="102" y="89"/>
                    <a:pt x="103" y="79"/>
                    <a:pt x="97" y="79"/>
                  </a:cubicBezTo>
                  <a:cubicBezTo>
                    <a:pt x="92" y="79"/>
                    <a:pt x="91" y="75"/>
                    <a:pt x="95" y="71"/>
                  </a:cubicBezTo>
                  <a:cubicBezTo>
                    <a:pt x="99" y="68"/>
                    <a:pt x="89" y="65"/>
                    <a:pt x="89" y="61"/>
                  </a:cubicBezTo>
                  <a:cubicBezTo>
                    <a:pt x="89" y="57"/>
                    <a:pt x="83" y="59"/>
                    <a:pt x="83" y="56"/>
                  </a:cubicBezTo>
                  <a:cubicBezTo>
                    <a:pt x="83" y="53"/>
                    <a:pt x="81" y="54"/>
                    <a:pt x="78" y="50"/>
                  </a:cubicBezTo>
                  <a:cubicBezTo>
                    <a:pt x="75" y="46"/>
                    <a:pt x="73" y="50"/>
                    <a:pt x="71" y="47"/>
                  </a:cubicBezTo>
                  <a:cubicBezTo>
                    <a:pt x="68" y="44"/>
                    <a:pt x="64" y="42"/>
                    <a:pt x="62" y="43"/>
                  </a:cubicBezTo>
                  <a:cubicBezTo>
                    <a:pt x="60" y="44"/>
                    <a:pt x="54" y="39"/>
                    <a:pt x="52" y="34"/>
                  </a:cubicBezTo>
                  <a:cubicBezTo>
                    <a:pt x="51" y="29"/>
                    <a:pt x="35" y="22"/>
                    <a:pt x="33" y="17"/>
                  </a:cubicBezTo>
                  <a:cubicBezTo>
                    <a:pt x="31" y="11"/>
                    <a:pt x="26" y="9"/>
                    <a:pt x="17" y="9"/>
                  </a:cubicBezTo>
                  <a:cubicBezTo>
                    <a:pt x="8" y="9"/>
                    <a:pt x="4" y="0"/>
                    <a:pt x="2" y="5"/>
                  </a:cubicBezTo>
                  <a:cubicBezTo>
                    <a:pt x="0" y="10"/>
                    <a:pt x="12" y="23"/>
                    <a:pt x="18" y="26"/>
                  </a:cubicBezTo>
                  <a:cubicBezTo>
                    <a:pt x="23" y="30"/>
                    <a:pt x="26" y="42"/>
                    <a:pt x="33" y="42"/>
                  </a:cubicBezTo>
                  <a:cubicBezTo>
                    <a:pt x="40" y="43"/>
                    <a:pt x="40" y="64"/>
                    <a:pt x="45" y="65"/>
                  </a:cubicBezTo>
                  <a:cubicBezTo>
                    <a:pt x="50" y="66"/>
                    <a:pt x="61" y="82"/>
                    <a:pt x="63" y="91"/>
                  </a:cubicBezTo>
                  <a:cubicBezTo>
                    <a:pt x="64" y="100"/>
                    <a:pt x="75" y="104"/>
                    <a:pt x="79" y="110"/>
                  </a:cubicBezTo>
                  <a:cubicBezTo>
                    <a:pt x="83" y="117"/>
                    <a:pt x="97" y="125"/>
                    <a:pt x="99" y="128"/>
                  </a:cubicBezTo>
                  <a:cubicBezTo>
                    <a:pt x="101" y="131"/>
                    <a:pt x="103" y="137"/>
                    <a:pt x="105" y="134"/>
                  </a:cubicBezTo>
                  <a:cubicBezTo>
                    <a:pt x="107" y="131"/>
                    <a:pt x="114" y="134"/>
                    <a:pt x="117" y="134"/>
                  </a:cubicBezTo>
                  <a:cubicBezTo>
                    <a:pt x="120" y="134"/>
                    <a:pt x="121" y="122"/>
                    <a:pt x="121" y="117"/>
                  </a:cubicBezTo>
                  <a:close/>
                  <a:moveTo>
                    <a:pt x="376" y="64"/>
                  </a:moveTo>
                  <a:cubicBezTo>
                    <a:pt x="383" y="65"/>
                    <a:pt x="380" y="60"/>
                    <a:pt x="380" y="56"/>
                  </a:cubicBezTo>
                  <a:cubicBezTo>
                    <a:pt x="380" y="51"/>
                    <a:pt x="373" y="55"/>
                    <a:pt x="373" y="53"/>
                  </a:cubicBezTo>
                  <a:cubicBezTo>
                    <a:pt x="373" y="50"/>
                    <a:pt x="371" y="41"/>
                    <a:pt x="365" y="48"/>
                  </a:cubicBezTo>
                  <a:cubicBezTo>
                    <a:pt x="360" y="56"/>
                    <a:pt x="367" y="74"/>
                    <a:pt x="371" y="73"/>
                  </a:cubicBezTo>
                  <a:cubicBezTo>
                    <a:pt x="375" y="72"/>
                    <a:pt x="368" y="63"/>
                    <a:pt x="376" y="64"/>
                  </a:cubicBezTo>
                  <a:close/>
                  <a:moveTo>
                    <a:pt x="348" y="106"/>
                  </a:moveTo>
                  <a:cubicBezTo>
                    <a:pt x="350" y="111"/>
                    <a:pt x="359" y="114"/>
                    <a:pt x="362" y="109"/>
                  </a:cubicBezTo>
                  <a:cubicBezTo>
                    <a:pt x="365" y="105"/>
                    <a:pt x="347" y="99"/>
                    <a:pt x="348" y="106"/>
                  </a:cubicBezTo>
                  <a:close/>
                  <a:moveTo>
                    <a:pt x="322" y="162"/>
                  </a:moveTo>
                  <a:cubicBezTo>
                    <a:pt x="313" y="161"/>
                    <a:pt x="307" y="167"/>
                    <a:pt x="298" y="164"/>
                  </a:cubicBezTo>
                  <a:cubicBezTo>
                    <a:pt x="289" y="161"/>
                    <a:pt x="276" y="164"/>
                    <a:pt x="277" y="167"/>
                  </a:cubicBezTo>
                  <a:cubicBezTo>
                    <a:pt x="278" y="170"/>
                    <a:pt x="286" y="170"/>
                    <a:pt x="295" y="170"/>
                  </a:cubicBezTo>
                  <a:cubicBezTo>
                    <a:pt x="304" y="171"/>
                    <a:pt x="312" y="166"/>
                    <a:pt x="318" y="165"/>
                  </a:cubicBezTo>
                  <a:cubicBezTo>
                    <a:pt x="324" y="165"/>
                    <a:pt x="331" y="163"/>
                    <a:pt x="322" y="162"/>
                  </a:cubicBezTo>
                  <a:close/>
                  <a:moveTo>
                    <a:pt x="393" y="101"/>
                  </a:moveTo>
                  <a:cubicBezTo>
                    <a:pt x="385" y="98"/>
                    <a:pt x="370" y="100"/>
                    <a:pt x="371" y="105"/>
                  </a:cubicBezTo>
                  <a:cubicBezTo>
                    <a:pt x="373" y="109"/>
                    <a:pt x="380" y="107"/>
                    <a:pt x="387" y="107"/>
                  </a:cubicBezTo>
                  <a:cubicBezTo>
                    <a:pt x="394" y="107"/>
                    <a:pt x="397" y="112"/>
                    <a:pt x="401" y="112"/>
                  </a:cubicBezTo>
                  <a:cubicBezTo>
                    <a:pt x="405" y="112"/>
                    <a:pt x="402" y="104"/>
                    <a:pt x="393" y="101"/>
                  </a:cubicBezTo>
                  <a:close/>
                  <a:moveTo>
                    <a:pt x="218" y="158"/>
                  </a:moveTo>
                  <a:cubicBezTo>
                    <a:pt x="217" y="154"/>
                    <a:pt x="204" y="158"/>
                    <a:pt x="198" y="155"/>
                  </a:cubicBezTo>
                  <a:cubicBezTo>
                    <a:pt x="192" y="153"/>
                    <a:pt x="205" y="150"/>
                    <a:pt x="209" y="148"/>
                  </a:cubicBezTo>
                  <a:cubicBezTo>
                    <a:pt x="214" y="145"/>
                    <a:pt x="207" y="144"/>
                    <a:pt x="196" y="147"/>
                  </a:cubicBezTo>
                  <a:cubicBezTo>
                    <a:pt x="185" y="151"/>
                    <a:pt x="173" y="140"/>
                    <a:pt x="173" y="145"/>
                  </a:cubicBezTo>
                  <a:cubicBezTo>
                    <a:pt x="172" y="149"/>
                    <a:pt x="153" y="143"/>
                    <a:pt x="149" y="139"/>
                  </a:cubicBezTo>
                  <a:cubicBezTo>
                    <a:pt x="144" y="136"/>
                    <a:pt x="126" y="132"/>
                    <a:pt x="122" y="138"/>
                  </a:cubicBezTo>
                  <a:cubicBezTo>
                    <a:pt x="119" y="144"/>
                    <a:pt x="116" y="139"/>
                    <a:pt x="117" y="145"/>
                  </a:cubicBezTo>
                  <a:cubicBezTo>
                    <a:pt x="118" y="149"/>
                    <a:pt x="122" y="146"/>
                    <a:pt x="125" y="146"/>
                  </a:cubicBezTo>
                  <a:cubicBezTo>
                    <a:pt x="128" y="146"/>
                    <a:pt x="127" y="152"/>
                    <a:pt x="131" y="153"/>
                  </a:cubicBezTo>
                  <a:cubicBezTo>
                    <a:pt x="136" y="153"/>
                    <a:pt x="150" y="157"/>
                    <a:pt x="151" y="154"/>
                  </a:cubicBezTo>
                  <a:cubicBezTo>
                    <a:pt x="153" y="151"/>
                    <a:pt x="166" y="154"/>
                    <a:pt x="173" y="160"/>
                  </a:cubicBezTo>
                  <a:cubicBezTo>
                    <a:pt x="179" y="165"/>
                    <a:pt x="195" y="165"/>
                    <a:pt x="201" y="164"/>
                  </a:cubicBezTo>
                  <a:cubicBezTo>
                    <a:pt x="207" y="163"/>
                    <a:pt x="213" y="168"/>
                    <a:pt x="216" y="165"/>
                  </a:cubicBezTo>
                  <a:cubicBezTo>
                    <a:pt x="218" y="162"/>
                    <a:pt x="222" y="170"/>
                    <a:pt x="229" y="165"/>
                  </a:cubicBezTo>
                  <a:cubicBezTo>
                    <a:pt x="236" y="160"/>
                    <a:pt x="218" y="162"/>
                    <a:pt x="218" y="158"/>
                  </a:cubicBezTo>
                  <a:close/>
                  <a:moveTo>
                    <a:pt x="480" y="86"/>
                  </a:moveTo>
                  <a:cubicBezTo>
                    <a:pt x="475" y="86"/>
                    <a:pt x="474" y="95"/>
                    <a:pt x="470" y="95"/>
                  </a:cubicBezTo>
                  <a:cubicBezTo>
                    <a:pt x="466" y="95"/>
                    <a:pt x="460" y="104"/>
                    <a:pt x="452" y="106"/>
                  </a:cubicBezTo>
                  <a:cubicBezTo>
                    <a:pt x="444" y="109"/>
                    <a:pt x="443" y="83"/>
                    <a:pt x="440" y="78"/>
                  </a:cubicBezTo>
                  <a:cubicBezTo>
                    <a:pt x="436" y="73"/>
                    <a:pt x="416" y="69"/>
                    <a:pt x="414" y="75"/>
                  </a:cubicBezTo>
                  <a:cubicBezTo>
                    <a:pt x="412" y="81"/>
                    <a:pt x="405" y="78"/>
                    <a:pt x="404" y="82"/>
                  </a:cubicBezTo>
                  <a:cubicBezTo>
                    <a:pt x="404" y="87"/>
                    <a:pt x="406" y="85"/>
                    <a:pt x="410" y="85"/>
                  </a:cubicBezTo>
                  <a:cubicBezTo>
                    <a:pt x="415" y="85"/>
                    <a:pt x="415" y="89"/>
                    <a:pt x="417" y="93"/>
                  </a:cubicBezTo>
                  <a:cubicBezTo>
                    <a:pt x="419" y="97"/>
                    <a:pt x="431" y="94"/>
                    <a:pt x="435" y="94"/>
                  </a:cubicBezTo>
                  <a:cubicBezTo>
                    <a:pt x="439" y="94"/>
                    <a:pt x="439" y="99"/>
                    <a:pt x="434" y="97"/>
                  </a:cubicBezTo>
                  <a:cubicBezTo>
                    <a:pt x="428" y="95"/>
                    <a:pt x="428" y="100"/>
                    <a:pt x="424" y="99"/>
                  </a:cubicBezTo>
                  <a:cubicBezTo>
                    <a:pt x="420" y="98"/>
                    <a:pt x="415" y="98"/>
                    <a:pt x="417" y="101"/>
                  </a:cubicBezTo>
                  <a:cubicBezTo>
                    <a:pt x="420" y="103"/>
                    <a:pt x="424" y="105"/>
                    <a:pt x="424" y="111"/>
                  </a:cubicBezTo>
                  <a:cubicBezTo>
                    <a:pt x="424" y="116"/>
                    <a:pt x="432" y="115"/>
                    <a:pt x="432" y="111"/>
                  </a:cubicBezTo>
                  <a:cubicBezTo>
                    <a:pt x="432" y="106"/>
                    <a:pt x="436" y="112"/>
                    <a:pt x="444" y="114"/>
                  </a:cubicBezTo>
                  <a:cubicBezTo>
                    <a:pt x="451" y="116"/>
                    <a:pt x="446" y="119"/>
                    <a:pt x="454" y="119"/>
                  </a:cubicBezTo>
                  <a:cubicBezTo>
                    <a:pt x="461" y="120"/>
                    <a:pt x="479" y="125"/>
                    <a:pt x="485" y="130"/>
                  </a:cubicBezTo>
                  <a:cubicBezTo>
                    <a:pt x="492" y="135"/>
                    <a:pt x="487" y="139"/>
                    <a:pt x="492" y="143"/>
                  </a:cubicBezTo>
                  <a:cubicBezTo>
                    <a:pt x="496" y="148"/>
                    <a:pt x="497" y="153"/>
                    <a:pt x="491" y="153"/>
                  </a:cubicBezTo>
                  <a:cubicBezTo>
                    <a:pt x="485" y="153"/>
                    <a:pt x="479" y="159"/>
                    <a:pt x="481" y="162"/>
                  </a:cubicBezTo>
                  <a:cubicBezTo>
                    <a:pt x="482" y="165"/>
                    <a:pt x="502" y="161"/>
                    <a:pt x="507" y="161"/>
                  </a:cubicBezTo>
                  <a:cubicBezTo>
                    <a:pt x="510" y="161"/>
                    <a:pt x="513" y="166"/>
                    <a:pt x="519" y="170"/>
                  </a:cubicBezTo>
                  <a:cubicBezTo>
                    <a:pt x="519" y="99"/>
                    <a:pt x="519" y="99"/>
                    <a:pt x="519" y="99"/>
                  </a:cubicBezTo>
                  <a:cubicBezTo>
                    <a:pt x="504" y="94"/>
                    <a:pt x="484" y="85"/>
                    <a:pt x="480" y="86"/>
                  </a:cubicBezTo>
                  <a:close/>
                  <a:moveTo>
                    <a:pt x="336" y="170"/>
                  </a:moveTo>
                  <a:cubicBezTo>
                    <a:pt x="335" y="171"/>
                    <a:pt x="334" y="171"/>
                    <a:pt x="332" y="172"/>
                  </a:cubicBezTo>
                  <a:cubicBezTo>
                    <a:pt x="332" y="173"/>
                    <a:pt x="331" y="174"/>
                    <a:pt x="330" y="175"/>
                  </a:cubicBezTo>
                  <a:cubicBezTo>
                    <a:pt x="329" y="176"/>
                    <a:pt x="328" y="174"/>
                    <a:pt x="327" y="173"/>
                  </a:cubicBezTo>
                  <a:cubicBezTo>
                    <a:pt x="320" y="175"/>
                    <a:pt x="317" y="183"/>
                    <a:pt x="321" y="186"/>
                  </a:cubicBezTo>
                  <a:cubicBezTo>
                    <a:pt x="326" y="188"/>
                    <a:pt x="332" y="182"/>
                    <a:pt x="336" y="177"/>
                  </a:cubicBezTo>
                  <a:cubicBezTo>
                    <a:pt x="336" y="177"/>
                    <a:pt x="337" y="176"/>
                    <a:pt x="337" y="176"/>
                  </a:cubicBezTo>
                  <a:cubicBezTo>
                    <a:pt x="337" y="175"/>
                    <a:pt x="338" y="175"/>
                    <a:pt x="338" y="174"/>
                  </a:cubicBezTo>
                  <a:cubicBezTo>
                    <a:pt x="338" y="174"/>
                    <a:pt x="339" y="174"/>
                    <a:pt x="339" y="174"/>
                  </a:cubicBezTo>
                  <a:cubicBezTo>
                    <a:pt x="338" y="172"/>
                    <a:pt x="337" y="171"/>
                    <a:pt x="336" y="170"/>
                  </a:cubicBezTo>
                  <a:close/>
                  <a:moveTo>
                    <a:pt x="243" y="84"/>
                  </a:moveTo>
                  <a:cubicBezTo>
                    <a:pt x="249" y="81"/>
                    <a:pt x="250" y="74"/>
                    <a:pt x="250" y="67"/>
                  </a:cubicBezTo>
                  <a:cubicBezTo>
                    <a:pt x="249" y="60"/>
                    <a:pt x="264" y="60"/>
                    <a:pt x="267" y="57"/>
                  </a:cubicBezTo>
                  <a:cubicBezTo>
                    <a:pt x="269" y="55"/>
                    <a:pt x="263" y="50"/>
                    <a:pt x="259" y="48"/>
                  </a:cubicBezTo>
                  <a:cubicBezTo>
                    <a:pt x="255" y="46"/>
                    <a:pt x="258" y="42"/>
                    <a:pt x="255" y="39"/>
                  </a:cubicBezTo>
                  <a:cubicBezTo>
                    <a:pt x="252" y="37"/>
                    <a:pt x="247" y="30"/>
                    <a:pt x="252" y="29"/>
                  </a:cubicBezTo>
                  <a:cubicBezTo>
                    <a:pt x="256" y="29"/>
                    <a:pt x="249" y="23"/>
                    <a:pt x="252" y="21"/>
                  </a:cubicBezTo>
                  <a:cubicBezTo>
                    <a:pt x="253" y="21"/>
                    <a:pt x="253" y="20"/>
                    <a:pt x="254" y="20"/>
                  </a:cubicBezTo>
                  <a:cubicBezTo>
                    <a:pt x="252" y="19"/>
                    <a:pt x="250" y="18"/>
                    <a:pt x="249" y="18"/>
                  </a:cubicBezTo>
                  <a:cubicBezTo>
                    <a:pt x="243" y="18"/>
                    <a:pt x="231" y="17"/>
                    <a:pt x="231" y="26"/>
                  </a:cubicBezTo>
                  <a:cubicBezTo>
                    <a:pt x="232" y="34"/>
                    <a:pt x="224" y="31"/>
                    <a:pt x="225" y="36"/>
                  </a:cubicBezTo>
                  <a:cubicBezTo>
                    <a:pt x="225" y="40"/>
                    <a:pt x="221" y="40"/>
                    <a:pt x="221" y="46"/>
                  </a:cubicBezTo>
                  <a:cubicBezTo>
                    <a:pt x="222" y="52"/>
                    <a:pt x="218" y="50"/>
                    <a:pt x="211" y="53"/>
                  </a:cubicBezTo>
                  <a:cubicBezTo>
                    <a:pt x="205" y="56"/>
                    <a:pt x="207" y="51"/>
                    <a:pt x="201" y="51"/>
                  </a:cubicBezTo>
                  <a:cubicBezTo>
                    <a:pt x="194" y="51"/>
                    <a:pt x="193" y="54"/>
                    <a:pt x="189" y="56"/>
                  </a:cubicBezTo>
                  <a:cubicBezTo>
                    <a:pt x="185" y="57"/>
                    <a:pt x="177" y="55"/>
                    <a:pt x="175" y="57"/>
                  </a:cubicBezTo>
                  <a:cubicBezTo>
                    <a:pt x="172" y="59"/>
                    <a:pt x="168" y="52"/>
                    <a:pt x="165" y="52"/>
                  </a:cubicBezTo>
                  <a:cubicBezTo>
                    <a:pt x="164" y="52"/>
                    <a:pt x="163" y="49"/>
                    <a:pt x="162" y="45"/>
                  </a:cubicBezTo>
                  <a:cubicBezTo>
                    <a:pt x="162" y="45"/>
                    <a:pt x="161" y="45"/>
                    <a:pt x="161" y="45"/>
                  </a:cubicBezTo>
                  <a:cubicBezTo>
                    <a:pt x="156" y="45"/>
                    <a:pt x="149" y="57"/>
                    <a:pt x="153" y="61"/>
                  </a:cubicBezTo>
                  <a:cubicBezTo>
                    <a:pt x="158" y="65"/>
                    <a:pt x="157" y="73"/>
                    <a:pt x="159" y="76"/>
                  </a:cubicBezTo>
                  <a:cubicBezTo>
                    <a:pt x="162" y="80"/>
                    <a:pt x="169" y="81"/>
                    <a:pt x="169" y="88"/>
                  </a:cubicBezTo>
                  <a:cubicBezTo>
                    <a:pt x="169" y="95"/>
                    <a:pt x="175" y="106"/>
                    <a:pt x="180" y="103"/>
                  </a:cubicBezTo>
                  <a:cubicBezTo>
                    <a:pt x="184" y="100"/>
                    <a:pt x="187" y="104"/>
                    <a:pt x="189" y="107"/>
                  </a:cubicBezTo>
                  <a:cubicBezTo>
                    <a:pt x="190" y="110"/>
                    <a:pt x="200" y="105"/>
                    <a:pt x="204" y="105"/>
                  </a:cubicBezTo>
                  <a:cubicBezTo>
                    <a:pt x="207" y="106"/>
                    <a:pt x="217" y="108"/>
                    <a:pt x="218" y="112"/>
                  </a:cubicBezTo>
                  <a:cubicBezTo>
                    <a:pt x="219" y="116"/>
                    <a:pt x="228" y="112"/>
                    <a:pt x="234" y="109"/>
                  </a:cubicBezTo>
                  <a:cubicBezTo>
                    <a:pt x="241" y="107"/>
                    <a:pt x="237" y="88"/>
                    <a:pt x="243" y="84"/>
                  </a:cubicBezTo>
                  <a:close/>
                  <a:moveTo>
                    <a:pt x="268" y="178"/>
                  </a:moveTo>
                  <a:cubicBezTo>
                    <a:pt x="270" y="181"/>
                    <a:pt x="276" y="181"/>
                    <a:pt x="278" y="183"/>
                  </a:cubicBezTo>
                  <a:cubicBezTo>
                    <a:pt x="280" y="185"/>
                    <a:pt x="289" y="189"/>
                    <a:pt x="289" y="183"/>
                  </a:cubicBezTo>
                  <a:cubicBezTo>
                    <a:pt x="289" y="178"/>
                    <a:pt x="266" y="174"/>
                    <a:pt x="268" y="178"/>
                  </a:cubicBezTo>
                  <a:close/>
                  <a:moveTo>
                    <a:pt x="251" y="161"/>
                  </a:moveTo>
                  <a:cubicBezTo>
                    <a:pt x="250" y="164"/>
                    <a:pt x="244" y="165"/>
                    <a:pt x="241" y="163"/>
                  </a:cubicBezTo>
                  <a:cubicBezTo>
                    <a:pt x="238" y="160"/>
                    <a:pt x="234" y="166"/>
                    <a:pt x="236" y="169"/>
                  </a:cubicBezTo>
                  <a:cubicBezTo>
                    <a:pt x="237" y="170"/>
                    <a:pt x="244" y="175"/>
                    <a:pt x="252" y="171"/>
                  </a:cubicBezTo>
                  <a:cubicBezTo>
                    <a:pt x="260" y="167"/>
                    <a:pt x="266" y="171"/>
                    <a:pt x="268" y="167"/>
                  </a:cubicBezTo>
                  <a:cubicBezTo>
                    <a:pt x="270" y="162"/>
                    <a:pt x="253" y="158"/>
                    <a:pt x="251" y="16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5" name="Freeform 172"/>
            <p:cNvSpPr>
              <a:spLocks noEditPoints="1" noChangeArrowheads="1"/>
            </p:cNvSpPr>
            <p:nvPr/>
          </p:nvSpPr>
          <p:spPr bwMode="auto">
            <a:xfrm>
              <a:off x="6297630" y="2651128"/>
              <a:ext cx="69851" cy="30163"/>
            </a:xfrm>
            <a:custGeom>
              <a:avLst/>
              <a:gdLst>
                <a:gd name="T0" fmla="*/ 3 w 37"/>
                <a:gd name="T1" fmla="*/ 12 h 16"/>
                <a:gd name="T2" fmla="*/ 0 w 37"/>
                <a:gd name="T3" fmla="*/ 13 h 16"/>
                <a:gd name="T4" fmla="*/ 3 w 37"/>
                <a:gd name="T5" fmla="*/ 15 h 16"/>
                <a:gd name="T6" fmla="*/ 5 w 37"/>
                <a:gd name="T7" fmla="*/ 12 h 16"/>
                <a:gd name="T8" fmla="*/ 4 w 37"/>
                <a:gd name="T9" fmla="*/ 12 h 16"/>
                <a:gd name="T10" fmla="*/ 3 w 37"/>
                <a:gd name="T11" fmla="*/ 12 h 16"/>
                <a:gd name="T12" fmla="*/ 19 w 37"/>
                <a:gd name="T13" fmla="*/ 3 h 16"/>
                <a:gd name="T14" fmla="*/ 10 w 37"/>
                <a:gd name="T15" fmla="*/ 9 h 16"/>
                <a:gd name="T16" fmla="*/ 9 w 37"/>
                <a:gd name="T17" fmla="*/ 10 h 16"/>
                <a:gd name="T18" fmla="*/ 12 w 37"/>
                <a:gd name="T19" fmla="*/ 14 h 16"/>
                <a:gd name="T20" fmla="*/ 36 w 37"/>
                <a:gd name="T21" fmla="*/ 3 h 16"/>
                <a:gd name="T22" fmla="*/ 19 w 37"/>
                <a:gd name="T23" fmla="*/ 3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
                <a:gd name="T37" fmla="*/ 0 h 16"/>
                <a:gd name="T38" fmla="*/ 37 w 37"/>
                <a:gd name="T39" fmla="*/ 16 h 1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 h="16">
                  <a:moveTo>
                    <a:pt x="3" y="12"/>
                  </a:moveTo>
                  <a:cubicBezTo>
                    <a:pt x="2" y="12"/>
                    <a:pt x="1" y="12"/>
                    <a:pt x="0" y="13"/>
                  </a:cubicBezTo>
                  <a:cubicBezTo>
                    <a:pt x="1" y="14"/>
                    <a:pt x="2" y="16"/>
                    <a:pt x="3" y="15"/>
                  </a:cubicBezTo>
                  <a:cubicBezTo>
                    <a:pt x="4" y="14"/>
                    <a:pt x="5" y="13"/>
                    <a:pt x="5" y="12"/>
                  </a:cubicBezTo>
                  <a:cubicBezTo>
                    <a:pt x="5" y="12"/>
                    <a:pt x="4" y="12"/>
                    <a:pt x="4" y="12"/>
                  </a:cubicBezTo>
                  <a:cubicBezTo>
                    <a:pt x="3" y="12"/>
                    <a:pt x="3" y="12"/>
                    <a:pt x="3" y="12"/>
                  </a:cubicBezTo>
                  <a:close/>
                  <a:moveTo>
                    <a:pt x="19" y="3"/>
                  </a:moveTo>
                  <a:cubicBezTo>
                    <a:pt x="15" y="3"/>
                    <a:pt x="13" y="7"/>
                    <a:pt x="10" y="9"/>
                  </a:cubicBezTo>
                  <a:cubicBezTo>
                    <a:pt x="9" y="10"/>
                    <a:pt x="9" y="10"/>
                    <a:pt x="9" y="10"/>
                  </a:cubicBezTo>
                  <a:cubicBezTo>
                    <a:pt x="10" y="11"/>
                    <a:pt x="11" y="12"/>
                    <a:pt x="12" y="14"/>
                  </a:cubicBezTo>
                  <a:cubicBezTo>
                    <a:pt x="19" y="10"/>
                    <a:pt x="35" y="5"/>
                    <a:pt x="36" y="3"/>
                  </a:cubicBezTo>
                  <a:cubicBezTo>
                    <a:pt x="37" y="0"/>
                    <a:pt x="26" y="4"/>
                    <a:pt x="19"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6" name="Freeform 173"/>
            <p:cNvSpPr>
              <a:spLocks noChangeArrowheads="1"/>
            </p:cNvSpPr>
            <p:nvPr/>
          </p:nvSpPr>
          <p:spPr bwMode="auto">
            <a:xfrm>
              <a:off x="3925899" y="1370013"/>
              <a:ext cx="73025" cy="39688"/>
            </a:xfrm>
            <a:custGeom>
              <a:avLst/>
              <a:gdLst>
                <a:gd name="T0" fmla="*/ 0 w 38"/>
                <a:gd name="T1" fmla="*/ 19 h 21"/>
                <a:gd name="T2" fmla="*/ 7 w 38"/>
                <a:gd name="T3" fmla="*/ 18 h 21"/>
                <a:gd name="T4" fmla="*/ 9 w 38"/>
                <a:gd name="T5" fmla="*/ 21 h 21"/>
                <a:gd name="T6" fmla="*/ 17 w 38"/>
                <a:gd name="T7" fmla="*/ 20 h 21"/>
                <a:gd name="T8" fmla="*/ 24 w 38"/>
                <a:gd name="T9" fmla="*/ 20 h 21"/>
                <a:gd name="T10" fmla="*/ 28 w 38"/>
                <a:gd name="T11" fmla="*/ 15 h 21"/>
                <a:gd name="T12" fmla="*/ 31 w 38"/>
                <a:gd name="T13" fmla="*/ 9 h 21"/>
                <a:gd name="T14" fmla="*/ 38 w 38"/>
                <a:gd name="T15" fmla="*/ 5 h 21"/>
                <a:gd name="T16" fmla="*/ 35 w 38"/>
                <a:gd name="T17" fmla="*/ 0 h 21"/>
                <a:gd name="T18" fmla="*/ 27 w 38"/>
                <a:gd name="T19" fmla="*/ 3 h 21"/>
                <a:gd name="T20" fmla="*/ 18 w 38"/>
                <a:gd name="T21" fmla="*/ 6 h 21"/>
                <a:gd name="T22" fmla="*/ 5 w 38"/>
                <a:gd name="T23" fmla="*/ 4 h 21"/>
                <a:gd name="T24" fmla="*/ 1 w 38"/>
                <a:gd name="T25" fmla="*/ 4 h 21"/>
                <a:gd name="T26" fmla="*/ 0 w 38"/>
                <a:gd name="T27" fmla="*/ 19 h 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21"/>
                <a:gd name="T44" fmla="*/ 38 w 38"/>
                <a:gd name="T45" fmla="*/ 21 h 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21">
                  <a:moveTo>
                    <a:pt x="0" y="19"/>
                  </a:moveTo>
                  <a:cubicBezTo>
                    <a:pt x="3" y="18"/>
                    <a:pt x="6" y="17"/>
                    <a:pt x="7" y="18"/>
                  </a:cubicBezTo>
                  <a:cubicBezTo>
                    <a:pt x="8" y="18"/>
                    <a:pt x="9" y="20"/>
                    <a:pt x="9" y="21"/>
                  </a:cubicBezTo>
                  <a:cubicBezTo>
                    <a:pt x="11" y="21"/>
                    <a:pt x="16" y="20"/>
                    <a:pt x="17" y="20"/>
                  </a:cubicBezTo>
                  <a:cubicBezTo>
                    <a:pt x="19" y="19"/>
                    <a:pt x="24" y="21"/>
                    <a:pt x="24" y="20"/>
                  </a:cubicBezTo>
                  <a:cubicBezTo>
                    <a:pt x="25" y="18"/>
                    <a:pt x="26" y="15"/>
                    <a:pt x="28" y="15"/>
                  </a:cubicBezTo>
                  <a:cubicBezTo>
                    <a:pt x="30" y="15"/>
                    <a:pt x="29" y="10"/>
                    <a:pt x="31" y="9"/>
                  </a:cubicBezTo>
                  <a:cubicBezTo>
                    <a:pt x="33" y="9"/>
                    <a:pt x="38" y="5"/>
                    <a:pt x="38" y="5"/>
                  </a:cubicBezTo>
                  <a:cubicBezTo>
                    <a:pt x="38" y="5"/>
                    <a:pt x="36" y="1"/>
                    <a:pt x="35" y="0"/>
                  </a:cubicBezTo>
                  <a:cubicBezTo>
                    <a:pt x="34" y="0"/>
                    <a:pt x="32" y="3"/>
                    <a:pt x="27" y="3"/>
                  </a:cubicBezTo>
                  <a:cubicBezTo>
                    <a:pt x="23" y="3"/>
                    <a:pt x="20" y="6"/>
                    <a:pt x="18" y="6"/>
                  </a:cubicBezTo>
                  <a:cubicBezTo>
                    <a:pt x="16" y="6"/>
                    <a:pt x="9" y="4"/>
                    <a:pt x="5" y="4"/>
                  </a:cubicBezTo>
                  <a:cubicBezTo>
                    <a:pt x="4" y="4"/>
                    <a:pt x="2" y="4"/>
                    <a:pt x="1" y="4"/>
                  </a:cubicBezTo>
                  <a:cubicBezTo>
                    <a:pt x="0" y="7"/>
                    <a:pt x="0" y="13"/>
                    <a:pt x="0"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7" name="Freeform 174"/>
            <p:cNvSpPr>
              <a:spLocks noEditPoints="1" noChangeArrowheads="1"/>
            </p:cNvSpPr>
            <p:nvPr/>
          </p:nvSpPr>
          <p:spPr bwMode="auto">
            <a:xfrm>
              <a:off x="3790962" y="1365248"/>
              <a:ext cx="247651" cy="269874"/>
            </a:xfrm>
            <a:custGeom>
              <a:avLst/>
              <a:gdLst>
                <a:gd name="T0" fmla="*/ 90 w 130"/>
                <a:gd name="T1" fmla="*/ 122 h 141"/>
                <a:gd name="T2" fmla="*/ 77 w 130"/>
                <a:gd name="T3" fmla="*/ 122 h 141"/>
                <a:gd name="T4" fmla="*/ 67 w 130"/>
                <a:gd name="T5" fmla="*/ 127 h 141"/>
                <a:gd name="T6" fmla="*/ 79 w 130"/>
                <a:gd name="T7" fmla="*/ 133 h 141"/>
                <a:gd name="T8" fmla="*/ 92 w 130"/>
                <a:gd name="T9" fmla="*/ 141 h 141"/>
                <a:gd name="T10" fmla="*/ 95 w 130"/>
                <a:gd name="T11" fmla="*/ 134 h 141"/>
                <a:gd name="T12" fmla="*/ 99 w 130"/>
                <a:gd name="T13" fmla="*/ 123 h 141"/>
                <a:gd name="T14" fmla="*/ 90 w 130"/>
                <a:gd name="T15" fmla="*/ 122 h 141"/>
                <a:gd name="T16" fmla="*/ 26 w 130"/>
                <a:gd name="T17" fmla="*/ 85 h 141"/>
                <a:gd name="T18" fmla="*/ 18 w 130"/>
                <a:gd name="T19" fmla="*/ 87 h 141"/>
                <a:gd name="T20" fmla="*/ 22 w 130"/>
                <a:gd name="T21" fmla="*/ 101 h 141"/>
                <a:gd name="T22" fmla="*/ 27 w 130"/>
                <a:gd name="T23" fmla="*/ 112 h 141"/>
                <a:gd name="T24" fmla="*/ 34 w 130"/>
                <a:gd name="T25" fmla="*/ 107 h 141"/>
                <a:gd name="T26" fmla="*/ 36 w 130"/>
                <a:gd name="T27" fmla="*/ 89 h 141"/>
                <a:gd name="T28" fmla="*/ 26 w 130"/>
                <a:gd name="T29" fmla="*/ 85 h 141"/>
                <a:gd name="T30" fmla="*/ 108 w 130"/>
                <a:gd name="T31" fmla="*/ 79 h 141"/>
                <a:gd name="T32" fmla="*/ 99 w 130"/>
                <a:gd name="T33" fmla="*/ 73 h 141"/>
                <a:gd name="T34" fmla="*/ 82 w 130"/>
                <a:gd name="T35" fmla="*/ 55 h 141"/>
                <a:gd name="T36" fmla="*/ 66 w 130"/>
                <a:gd name="T37" fmla="*/ 38 h 141"/>
                <a:gd name="T38" fmla="*/ 66 w 130"/>
                <a:gd name="T39" fmla="*/ 27 h 141"/>
                <a:gd name="T40" fmla="*/ 71 w 130"/>
                <a:gd name="T41" fmla="*/ 21 h 141"/>
                <a:gd name="T42" fmla="*/ 72 w 130"/>
                <a:gd name="T43" fmla="*/ 6 h 141"/>
                <a:gd name="T44" fmla="*/ 66 w 130"/>
                <a:gd name="T45" fmla="*/ 5 h 141"/>
                <a:gd name="T46" fmla="*/ 64 w 130"/>
                <a:gd name="T47" fmla="*/ 0 h 141"/>
                <a:gd name="T48" fmla="*/ 55 w 130"/>
                <a:gd name="T49" fmla="*/ 1 h 141"/>
                <a:gd name="T50" fmla="*/ 48 w 130"/>
                <a:gd name="T51" fmla="*/ 3 h 141"/>
                <a:gd name="T52" fmla="*/ 46 w 130"/>
                <a:gd name="T53" fmla="*/ 2 h 141"/>
                <a:gd name="T54" fmla="*/ 44 w 130"/>
                <a:gd name="T55" fmla="*/ 5 h 141"/>
                <a:gd name="T56" fmla="*/ 42 w 130"/>
                <a:gd name="T57" fmla="*/ 7 h 141"/>
                <a:gd name="T58" fmla="*/ 39 w 130"/>
                <a:gd name="T59" fmla="*/ 9 h 141"/>
                <a:gd name="T60" fmla="*/ 34 w 130"/>
                <a:gd name="T61" fmla="*/ 10 h 141"/>
                <a:gd name="T62" fmla="*/ 30 w 130"/>
                <a:gd name="T63" fmla="*/ 12 h 141"/>
                <a:gd name="T64" fmla="*/ 27 w 130"/>
                <a:gd name="T65" fmla="*/ 16 h 141"/>
                <a:gd name="T66" fmla="*/ 20 w 130"/>
                <a:gd name="T67" fmla="*/ 9 h 141"/>
                <a:gd name="T68" fmla="*/ 15 w 130"/>
                <a:gd name="T69" fmla="*/ 17 h 141"/>
                <a:gd name="T70" fmla="*/ 5 w 130"/>
                <a:gd name="T71" fmla="*/ 17 h 141"/>
                <a:gd name="T72" fmla="*/ 6 w 130"/>
                <a:gd name="T73" fmla="*/ 23 h 141"/>
                <a:gd name="T74" fmla="*/ 4 w 130"/>
                <a:gd name="T75" fmla="*/ 27 h 141"/>
                <a:gd name="T76" fmla="*/ 2 w 130"/>
                <a:gd name="T77" fmla="*/ 30 h 141"/>
                <a:gd name="T78" fmla="*/ 5 w 130"/>
                <a:gd name="T79" fmla="*/ 36 h 141"/>
                <a:gd name="T80" fmla="*/ 8 w 130"/>
                <a:gd name="T81" fmla="*/ 41 h 141"/>
                <a:gd name="T82" fmla="*/ 13 w 130"/>
                <a:gd name="T83" fmla="*/ 43 h 141"/>
                <a:gd name="T84" fmla="*/ 12 w 130"/>
                <a:gd name="T85" fmla="*/ 47 h 141"/>
                <a:gd name="T86" fmla="*/ 17 w 130"/>
                <a:gd name="T87" fmla="*/ 45 h 141"/>
                <a:gd name="T88" fmla="*/ 25 w 130"/>
                <a:gd name="T89" fmla="*/ 38 h 141"/>
                <a:gd name="T90" fmla="*/ 41 w 130"/>
                <a:gd name="T91" fmla="*/ 45 h 141"/>
                <a:gd name="T92" fmla="*/ 44 w 130"/>
                <a:gd name="T93" fmla="*/ 52 h 141"/>
                <a:gd name="T94" fmla="*/ 55 w 130"/>
                <a:gd name="T95" fmla="*/ 65 h 141"/>
                <a:gd name="T96" fmla="*/ 70 w 130"/>
                <a:gd name="T97" fmla="*/ 79 h 141"/>
                <a:gd name="T98" fmla="*/ 81 w 130"/>
                <a:gd name="T99" fmla="*/ 83 h 141"/>
                <a:gd name="T100" fmla="*/ 91 w 130"/>
                <a:gd name="T101" fmla="*/ 90 h 141"/>
                <a:gd name="T102" fmla="*/ 99 w 130"/>
                <a:gd name="T103" fmla="*/ 96 h 141"/>
                <a:gd name="T104" fmla="*/ 103 w 130"/>
                <a:gd name="T105" fmla="*/ 103 h 141"/>
                <a:gd name="T106" fmla="*/ 103 w 130"/>
                <a:gd name="T107" fmla="*/ 115 h 141"/>
                <a:gd name="T108" fmla="*/ 104 w 130"/>
                <a:gd name="T109" fmla="*/ 124 h 141"/>
                <a:gd name="T110" fmla="*/ 109 w 130"/>
                <a:gd name="T111" fmla="*/ 115 h 141"/>
                <a:gd name="T112" fmla="*/ 116 w 130"/>
                <a:gd name="T113" fmla="*/ 108 h 141"/>
                <a:gd name="T114" fmla="*/ 111 w 130"/>
                <a:gd name="T115" fmla="*/ 99 h 141"/>
                <a:gd name="T116" fmla="*/ 121 w 130"/>
                <a:gd name="T117" fmla="*/ 95 h 141"/>
                <a:gd name="T118" fmla="*/ 130 w 130"/>
                <a:gd name="T119" fmla="*/ 95 h 141"/>
                <a:gd name="T120" fmla="*/ 108 w 130"/>
                <a:gd name="T121" fmla="*/ 79 h 14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30"/>
                <a:gd name="T184" fmla="*/ 0 h 141"/>
                <a:gd name="T185" fmla="*/ 130 w 130"/>
                <a:gd name="T186" fmla="*/ 141 h 14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30" h="141">
                  <a:moveTo>
                    <a:pt x="90" y="122"/>
                  </a:moveTo>
                  <a:cubicBezTo>
                    <a:pt x="84" y="124"/>
                    <a:pt x="81" y="124"/>
                    <a:pt x="77" y="122"/>
                  </a:cubicBezTo>
                  <a:cubicBezTo>
                    <a:pt x="73" y="120"/>
                    <a:pt x="66" y="124"/>
                    <a:pt x="67" y="127"/>
                  </a:cubicBezTo>
                  <a:cubicBezTo>
                    <a:pt x="68" y="129"/>
                    <a:pt x="71" y="131"/>
                    <a:pt x="79" y="133"/>
                  </a:cubicBezTo>
                  <a:cubicBezTo>
                    <a:pt x="87" y="135"/>
                    <a:pt x="88" y="141"/>
                    <a:pt x="92" y="141"/>
                  </a:cubicBezTo>
                  <a:cubicBezTo>
                    <a:pt x="95" y="141"/>
                    <a:pt x="96" y="138"/>
                    <a:pt x="95" y="134"/>
                  </a:cubicBezTo>
                  <a:cubicBezTo>
                    <a:pt x="94" y="129"/>
                    <a:pt x="99" y="124"/>
                    <a:pt x="99" y="123"/>
                  </a:cubicBezTo>
                  <a:cubicBezTo>
                    <a:pt x="100" y="122"/>
                    <a:pt x="97" y="121"/>
                    <a:pt x="90" y="122"/>
                  </a:cubicBezTo>
                  <a:close/>
                  <a:moveTo>
                    <a:pt x="26" y="85"/>
                  </a:moveTo>
                  <a:cubicBezTo>
                    <a:pt x="22" y="88"/>
                    <a:pt x="19" y="84"/>
                    <a:pt x="18" y="87"/>
                  </a:cubicBezTo>
                  <a:cubicBezTo>
                    <a:pt x="16" y="90"/>
                    <a:pt x="23" y="95"/>
                    <a:pt x="22" y="101"/>
                  </a:cubicBezTo>
                  <a:cubicBezTo>
                    <a:pt x="20" y="108"/>
                    <a:pt x="23" y="116"/>
                    <a:pt x="27" y="112"/>
                  </a:cubicBezTo>
                  <a:cubicBezTo>
                    <a:pt x="30" y="108"/>
                    <a:pt x="32" y="110"/>
                    <a:pt x="34" y="107"/>
                  </a:cubicBezTo>
                  <a:cubicBezTo>
                    <a:pt x="37" y="104"/>
                    <a:pt x="35" y="94"/>
                    <a:pt x="36" y="89"/>
                  </a:cubicBezTo>
                  <a:cubicBezTo>
                    <a:pt x="38" y="84"/>
                    <a:pt x="30" y="81"/>
                    <a:pt x="26" y="85"/>
                  </a:cubicBezTo>
                  <a:close/>
                  <a:moveTo>
                    <a:pt x="108" y="79"/>
                  </a:moveTo>
                  <a:cubicBezTo>
                    <a:pt x="103" y="77"/>
                    <a:pt x="106" y="72"/>
                    <a:pt x="99" y="73"/>
                  </a:cubicBezTo>
                  <a:cubicBezTo>
                    <a:pt x="92" y="73"/>
                    <a:pt x="84" y="64"/>
                    <a:pt x="82" y="55"/>
                  </a:cubicBezTo>
                  <a:cubicBezTo>
                    <a:pt x="79" y="45"/>
                    <a:pt x="69" y="44"/>
                    <a:pt x="66" y="38"/>
                  </a:cubicBezTo>
                  <a:cubicBezTo>
                    <a:pt x="63" y="33"/>
                    <a:pt x="68" y="32"/>
                    <a:pt x="66" y="27"/>
                  </a:cubicBezTo>
                  <a:cubicBezTo>
                    <a:pt x="65" y="24"/>
                    <a:pt x="68" y="22"/>
                    <a:pt x="71" y="21"/>
                  </a:cubicBezTo>
                  <a:cubicBezTo>
                    <a:pt x="71" y="15"/>
                    <a:pt x="71" y="9"/>
                    <a:pt x="72" y="6"/>
                  </a:cubicBezTo>
                  <a:cubicBezTo>
                    <a:pt x="69" y="5"/>
                    <a:pt x="67" y="5"/>
                    <a:pt x="66" y="5"/>
                  </a:cubicBezTo>
                  <a:cubicBezTo>
                    <a:pt x="65" y="4"/>
                    <a:pt x="64" y="0"/>
                    <a:pt x="64" y="0"/>
                  </a:cubicBezTo>
                  <a:cubicBezTo>
                    <a:pt x="63" y="0"/>
                    <a:pt x="56" y="0"/>
                    <a:pt x="55" y="1"/>
                  </a:cubicBezTo>
                  <a:cubicBezTo>
                    <a:pt x="53" y="2"/>
                    <a:pt x="50" y="5"/>
                    <a:pt x="48" y="3"/>
                  </a:cubicBezTo>
                  <a:cubicBezTo>
                    <a:pt x="47" y="3"/>
                    <a:pt x="47" y="3"/>
                    <a:pt x="46" y="2"/>
                  </a:cubicBezTo>
                  <a:cubicBezTo>
                    <a:pt x="44" y="5"/>
                    <a:pt x="44" y="5"/>
                    <a:pt x="44" y="5"/>
                  </a:cubicBezTo>
                  <a:cubicBezTo>
                    <a:pt x="44" y="5"/>
                    <a:pt x="44" y="7"/>
                    <a:pt x="42" y="7"/>
                  </a:cubicBezTo>
                  <a:cubicBezTo>
                    <a:pt x="41" y="7"/>
                    <a:pt x="39" y="6"/>
                    <a:pt x="39" y="9"/>
                  </a:cubicBezTo>
                  <a:cubicBezTo>
                    <a:pt x="39" y="11"/>
                    <a:pt x="35" y="10"/>
                    <a:pt x="34" y="10"/>
                  </a:cubicBezTo>
                  <a:cubicBezTo>
                    <a:pt x="32" y="10"/>
                    <a:pt x="30" y="10"/>
                    <a:pt x="30" y="12"/>
                  </a:cubicBezTo>
                  <a:cubicBezTo>
                    <a:pt x="30" y="14"/>
                    <a:pt x="29" y="19"/>
                    <a:pt x="27" y="16"/>
                  </a:cubicBezTo>
                  <a:cubicBezTo>
                    <a:pt x="24" y="14"/>
                    <a:pt x="21" y="8"/>
                    <a:pt x="20" y="9"/>
                  </a:cubicBezTo>
                  <a:cubicBezTo>
                    <a:pt x="19" y="9"/>
                    <a:pt x="17" y="17"/>
                    <a:pt x="15" y="17"/>
                  </a:cubicBezTo>
                  <a:cubicBezTo>
                    <a:pt x="13" y="17"/>
                    <a:pt x="8" y="17"/>
                    <a:pt x="5" y="17"/>
                  </a:cubicBezTo>
                  <a:cubicBezTo>
                    <a:pt x="4" y="20"/>
                    <a:pt x="5" y="22"/>
                    <a:pt x="6" y="23"/>
                  </a:cubicBezTo>
                  <a:cubicBezTo>
                    <a:pt x="8" y="23"/>
                    <a:pt x="6" y="26"/>
                    <a:pt x="4" y="27"/>
                  </a:cubicBezTo>
                  <a:cubicBezTo>
                    <a:pt x="3" y="28"/>
                    <a:pt x="0" y="27"/>
                    <a:pt x="2" y="30"/>
                  </a:cubicBezTo>
                  <a:cubicBezTo>
                    <a:pt x="4" y="33"/>
                    <a:pt x="7" y="33"/>
                    <a:pt x="5" y="36"/>
                  </a:cubicBezTo>
                  <a:cubicBezTo>
                    <a:pt x="3" y="38"/>
                    <a:pt x="5" y="41"/>
                    <a:pt x="8" y="41"/>
                  </a:cubicBezTo>
                  <a:cubicBezTo>
                    <a:pt x="10" y="41"/>
                    <a:pt x="14" y="41"/>
                    <a:pt x="13" y="43"/>
                  </a:cubicBezTo>
                  <a:cubicBezTo>
                    <a:pt x="12" y="44"/>
                    <a:pt x="12" y="45"/>
                    <a:pt x="12" y="47"/>
                  </a:cubicBezTo>
                  <a:cubicBezTo>
                    <a:pt x="14" y="46"/>
                    <a:pt x="15" y="46"/>
                    <a:pt x="17" y="45"/>
                  </a:cubicBezTo>
                  <a:cubicBezTo>
                    <a:pt x="21" y="43"/>
                    <a:pt x="19" y="40"/>
                    <a:pt x="25" y="38"/>
                  </a:cubicBezTo>
                  <a:cubicBezTo>
                    <a:pt x="31" y="37"/>
                    <a:pt x="38" y="42"/>
                    <a:pt x="41" y="45"/>
                  </a:cubicBezTo>
                  <a:cubicBezTo>
                    <a:pt x="43" y="49"/>
                    <a:pt x="44" y="49"/>
                    <a:pt x="44" y="52"/>
                  </a:cubicBezTo>
                  <a:cubicBezTo>
                    <a:pt x="45" y="55"/>
                    <a:pt x="47" y="60"/>
                    <a:pt x="55" y="65"/>
                  </a:cubicBezTo>
                  <a:cubicBezTo>
                    <a:pt x="63" y="71"/>
                    <a:pt x="66" y="76"/>
                    <a:pt x="70" y="79"/>
                  </a:cubicBezTo>
                  <a:cubicBezTo>
                    <a:pt x="74" y="81"/>
                    <a:pt x="79" y="80"/>
                    <a:pt x="81" y="83"/>
                  </a:cubicBezTo>
                  <a:cubicBezTo>
                    <a:pt x="84" y="86"/>
                    <a:pt x="87" y="88"/>
                    <a:pt x="91" y="90"/>
                  </a:cubicBezTo>
                  <a:cubicBezTo>
                    <a:pt x="95" y="92"/>
                    <a:pt x="95" y="96"/>
                    <a:pt x="99" y="96"/>
                  </a:cubicBezTo>
                  <a:cubicBezTo>
                    <a:pt x="103" y="97"/>
                    <a:pt x="100" y="100"/>
                    <a:pt x="103" y="103"/>
                  </a:cubicBezTo>
                  <a:cubicBezTo>
                    <a:pt x="105" y="106"/>
                    <a:pt x="106" y="112"/>
                    <a:pt x="103" y="115"/>
                  </a:cubicBezTo>
                  <a:cubicBezTo>
                    <a:pt x="101" y="119"/>
                    <a:pt x="102" y="124"/>
                    <a:pt x="104" y="124"/>
                  </a:cubicBezTo>
                  <a:cubicBezTo>
                    <a:pt x="105" y="124"/>
                    <a:pt x="109" y="118"/>
                    <a:pt x="109" y="115"/>
                  </a:cubicBezTo>
                  <a:cubicBezTo>
                    <a:pt x="110" y="112"/>
                    <a:pt x="113" y="112"/>
                    <a:pt x="116" y="108"/>
                  </a:cubicBezTo>
                  <a:cubicBezTo>
                    <a:pt x="118" y="105"/>
                    <a:pt x="112" y="104"/>
                    <a:pt x="111" y="99"/>
                  </a:cubicBezTo>
                  <a:cubicBezTo>
                    <a:pt x="109" y="95"/>
                    <a:pt x="116" y="91"/>
                    <a:pt x="121" y="95"/>
                  </a:cubicBezTo>
                  <a:cubicBezTo>
                    <a:pt x="127" y="98"/>
                    <a:pt x="130" y="101"/>
                    <a:pt x="130" y="95"/>
                  </a:cubicBezTo>
                  <a:cubicBezTo>
                    <a:pt x="130" y="89"/>
                    <a:pt x="112" y="82"/>
                    <a:pt x="108" y="7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8" name="Freeform 175"/>
            <p:cNvSpPr>
              <a:spLocks noChangeArrowheads="1"/>
            </p:cNvSpPr>
            <p:nvPr/>
          </p:nvSpPr>
          <p:spPr bwMode="auto">
            <a:xfrm>
              <a:off x="4038596" y="1465261"/>
              <a:ext cx="26988" cy="33338"/>
            </a:xfrm>
            <a:custGeom>
              <a:avLst/>
              <a:gdLst>
                <a:gd name="T0" fmla="*/ 5 w 14"/>
                <a:gd name="T1" fmla="*/ 0 h 18"/>
                <a:gd name="T2" fmla="*/ 1 w 14"/>
                <a:gd name="T3" fmla="*/ 8 h 18"/>
                <a:gd name="T4" fmla="*/ 0 w 14"/>
                <a:gd name="T5" fmla="*/ 12 h 18"/>
                <a:gd name="T6" fmla="*/ 8 w 14"/>
                <a:gd name="T7" fmla="*/ 18 h 18"/>
                <a:gd name="T8" fmla="*/ 9 w 14"/>
                <a:gd name="T9" fmla="*/ 18 h 18"/>
                <a:gd name="T10" fmla="*/ 14 w 14"/>
                <a:gd name="T11" fmla="*/ 10 h 18"/>
                <a:gd name="T12" fmla="*/ 5 w 14"/>
                <a:gd name="T13" fmla="*/ 0 h 18"/>
                <a:gd name="T14" fmla="*/ 0 60000 65536"/>
                <a:gd name="T15" fmla="*/ 0 60000 65536"/>
                <a:gd name="T16" fmla="*/ 0 60000 65536"/>
                <a:gd name="T17" fmla="*/ 0 60000 65536"/>
                <a:gd name="T18" fmla="*/ 0 60000 65536"/>
                <a:gd name="T19" fmla="*/ 0 60000 65536"/>
                <a:gd name="T20" fmla="*/ 0 60000 65536"/>
                <a:gd name="T21" fmla="*/ 0 w 14"/>
                <a:gd name="T22" fmla="*/ 0 h 18"/>
                <a:gd name="T23" fmla="*/ 14 w 14"/>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8">
                  <a:moveTo>
                    <a:pt x="5" y="0"/>
                  </a:moveTo>
                  <a:cubicBezTo>
                    <a:pt x="3" y="3"/>
                    <a:pt x="0" y="7"/>
                    <a:pt x="1" y="8"/>
                  </a:cubicBezTo>
                  <a:cubicBezTo>
                    <a:pt x="1" y="9"/>
                    <a:pt x="0" y="10"/>
                    <a:pt x="0" y="12"/>
                  </a:cubicBezTo>
                  <a:cubicBezTo>
                    <a:pt x="3" y="14"/>
                    <a:pt x="6" y="16"/>
                    <a:pt x="8" y="18"/>
                  </a:cubicBezTo>
                  <a:cubicBezTo>
                    <a:pt x="8" y="18"/>
                    <a:pt x="8" y="18"/>
                    <a:pt x="9" y="18"/>
                  </a:cubicBezTo>
                  <a:cubicBezTo>
                    <a:pt x="9" y="14"/>
                    <a:pt x="12" y="10"/>
                    <a:pt x="14" y="10"/>
                  </a:cubicBezTo>
                  <a:cubicBezTo>
                    <a:pt x="11" y="7"/>
                    <a:pt x="7" y="2"/>
                    <a:pt x="5"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9" name="Freeform 176"/>
            <p:cNvSpPr>
              <a:spLocks noChangeArrowheads="1"/>
            </p:cNvSpPr>
            <p:nvPr/>
          </p:nvSpPr>
          <p:spPr bwMode="auto">
            <a:xfrm>
              <a:off x="4044950" y="1389062"/>
              <a:ext cx="90488" cy="106363"/>
            </a:xfrm>
            <a:custGeom>
              <a:avLst/>
              <a:gdLst>
                <a:gd name="T0" fmla="*/ 41 w 47"/>
                <a:gd name="T1" fmla="*/ 37 h 56"/>
                <a:gd name="T2" fmla="*/ 41 w 47"/>
                <a:gd name="T3" fmla="*/ 29 h 56"/>
                <a:gd name="T4" fmla="*/ 42 w 47"/>
                <a:gd name="T5" fmla="*/ 23 h 56"/>
                <a:gd name="T6" fmla="*/ 29 w 47"/>
                <a:gd name="T7" fmla="*/ 20 h 56"/>
                <a:gd name="T8" fmla="*/ 28 w 47"/>
                <a:gd name="T9" fmla="*/ 13 h 56"/>
                <a:gd name="T10" fmla="*/ 24 w 47"/>
                <a:gd name="T11" fmla="*/ 9 h 56"/>
                <a:gd name="T12" fmla="*/ 20 w 47"/>
                <a:gd name="T13" fmla="*/ 2 h 56"/>
                <a:gd name="T14" fmla="*/ 20 w 47"/>
                <a:gd name="T15" fmla="*/ 2 h 56"/>
                <a:gd name="T16" fmla="*/ 17 w 47"/>
                <a:gd name="T17" fmla="*/ 1 h 56"/>
                <a:gd name="T18" fmla="*/ 12 w 47"/>
                <a:gd name="T19" fmla="*/ 0 h 56"/>
                <a:gd name="T20" fmla="*/ 0 w 47"/>
                <a:gd name="T21" fmla="*/ 3 h 56"/>
                <a:gd name="T22" fmla="*/ 3 w 47"/>
                <a:gd name="T23" fmla="*/ 10 h 56"/>
                <a:gd name="T24" fmla="*/ 7 w 47"/>
                <a:gd name="T25" fmla="*/ 18 h 56"/>
                <a:gd name="T26" fmla="*/ 6 w 47"/>
                <a:gd name="T27" fmla="*/ 36 h 56"/>
                <a:gd name="T28" fmla="*/ 2 w 47"/>
                <a:gd name="T29" fmla="*/ 40 h 56"/>
                <a:gd name="T30" fmla="*/ 11 w 47"/>
                <a:gd name="T31" fmla="*/ 50 h 56"/>
                <a:gd name="T32" fmla="*/ 11 w 47"/>
                <a:gd name="T33" fmla="*/ 50 h 56"/>
                <a:gd name="T34" fmla="*/ 21 w 47"/>
                <a:gd name="T35" fmla="*/ 56 h 56"/>
                <a:gd name="T36" fmla="*/ 41 w 47"/>
                <a:gd name="T37" fmla="*/ 52 h 56"/>
                <a:gd name="T38" fmla="*/ 41 w 47"/>
                <a:gd name="T39" fmla="*/ 49 h 56"/>
                <a:gd name="T40" fmla="*/ 45 w 47"/>
                <a:gd name="T41" fmla="*/ 44 h 56"/>
                <a:gd name="T42" fmla="*/ 41 w 47"/>
                <a:gd name="T43" fmla="*/ 37 h 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
                <a:gd name="T67" fmla="*/ 0 h 56"/>
                <a:gd name="T68" fmla="*/ 47 w 47"/>
                <a:gd name="T69" fmla="*/ 56 h 5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 h="56">
                  <a:moveTo>
                    <a:pt x="41" y="37"/>
                  </a:moveTo>
                  <a:cubicBezTo>
                    <a:pt x="39" y="35"/>
                    <a:pt x="39" y="31"/>
                    <a:pt x="41" y="29"/>
                  </a:cubicBezTo>
                  <a:cubicBezTo>
                    <a:pt x="44" y="28"/>
                    <a:pt x="42" y="26"/>
                    <a:pt x="42" y="23"/>
                  </a:cubicBezTo>
                  <a:cubicBezTo>
                    <a:pt x="42" y="21"/>
                    <a:pt x="31" y="20"/>
                    <a:pt x="29" y="20"/>
                  </a:cubicBezTo>
                  <a:cubicBezTo>
                    <a:pt x="27" y="19"/>
                    <a:pt x="30" y="13"/>
                    <a:pt x="28" y="13"/>
                  </a:cubicBezTo>
                  <a:cubicBezTo>
                    <a:pt x="25" y="13"/>
                    <a:pt x="24" y="11"/>
                    <a:pt x="24" y="9"/>
                  </a:cubicBezTo>
                  <a:cubicBezTo>
                    <a:pt x="24" y="7"/>
                    <a:pt x="20" y="3"/>
                    <a:pt x="20" y="2"/>
                  </a:cubicBezTo>
                  <a:cubicBezTo>
                    <a:pt x="20" y="2"/>
                    <a:pt x="20" y="2"/>
                    <a:pt x="20" y="2"/>
                  </a:cubicBezTo>
                  <a:cubicBezTo>
                    <a:pt x="19" y="1"/>
                    <a:pt x="17" y="1"/>
                    <a:pt x="17" y="1"/>
                  </a:cubicBezTo>
                  <a:cubicBezTo>
                    <a:pt x="15" y="1"/>
                    <a:pt x="12" y="0"/>
                    <a:pt x="12" y="0"/>
                  </a:cubicBezTo>
                  <a:cubicBezTo>
                    <a:pt x="12" y="0"/>
                    <a:pt x="5" y="2"/>
                    <a:pt x="0" y="3"/>
                  </a:cubicBezTo>
                  <a:cubicBezTo>
                    <a:pt x="1" y="6"/>
                    <a:pt x="2" y="9"/>
                    <a:pt x="3" y="10"/>
                  </a:cubicBezTo>
                  <a:cubicBezTo>
                    <a:pt x="7" y="11"/>
                    <a:pt x="6" y="15"/>
                    <a:pt x="7" y="18"/>
                  </a:cubicBezTo>
                  <a:cubicBezTo>
                    <a:pt x="8" y="21"/>
                    <a:pt x="8" y="36"/>
                    <a:pt x="6" y="36"/>
                  </a:cubicBezTo>
                  <a:cubicBezTo>
                    <a:pt x="5" y="36"/>
                    <a:pt x="4" y="37"/>
                    <a:pt x="2" y="40"/>
                  </a:cubicBezTo>
                  <a:cubicBezTo>
                    <a:pt x="4" y="42"/>
                    <a:pt x="8" y="47"/>
                    <a:pt x="11" y="50"/>
                  </a:cubicBezTo>
                  <a:cubicBezTo>
                    <a:pt x="11" y="50"/>
                    <a:pt x="11" y="50"/>
                    <a:pt x="11" y="50"/>
                  </a:cubicBezTo>
                  <a:cubicBezTo>
                    <a:pt x="13" y="50"/>
                    <a:pt x="21" y="56"/>
                    <a:pt x="21" y="56"/>
                  </a:cubicBezTo>
                  <a:cubicBezTo>
                    <a:pt x="21" y="56"/>
                    <a:pt x="33" y="53"/>
                    <a:pt x="41" y="52"/>
                  </a:cubicBezTo>
                  <a:cubicBezTo>
                    <a:pt x="41" y="51"/>
                    <a:pt x="41" y="50"/>
                    <a:pt x="41" y="49"/>
                  </a:cubicBezTo>
                  <a:cubicBezTo>
                    <a:pt x="41" y="47"/>
                    <a:pt x="43" y="44"/>
                    <a:pt x="45" y="44"/>
                  </a:cubicBezTo>
                  <a:cubicBezTo>
                    <a:pt x="47" y="44"/>
                    <a:pt x="44" y="39"/>
                    <a:pt x="41" y="3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23" name="文本框 22"/>
          <p:cNvSpPr txBox="1"/>
          <p:nvPr/>
        </p:nvSpPr>
        <p:spPr>
          <a:xfrm>
            <a:off x="1" y="2947584"/>
            <a:ext cx="7939594" cy="922020"/>
          </a:xfrm>
          <a:prstGeom prst="rect">
            <a:avLst/>
          </a:prstGeom>
          <a:noFill/>
        </p:spPr>
        <p:txBody>
          <a:bodyPr wrap="square" rtlCol="0">
            <a:spAutoFit/>
          </a:bodyPr>
          <a:lstStyle/>
          <a:p>
            <a:pPr lvl="0" algn="ctr" defTabSz="685800" eaLnBrk="0" fontAlgn="base" hangingPunct="0">
              <a:spcBef>
                <a:spcPct val="0"/>
              </a:spcBef>
              <a:spcAft>
                <a:spcPts val="0"/>
              </a:spcAft>
            </a:pPr>
            <a:r>
              <a:rPr kumimoji="1" lang="en-US" altLang="zh-CN" sz="54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2026.3.4</a:t>
            </a:r>
            <a:endParaRPr kumimoji="1" lang="zh-CN" altLang="en-US" sz="54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1" name="矩形 370"/>
          <p:cNvSpPr/>
          <p:nvPr/>
        </p:nvSpPr>
        <p:spPr>
          <a:xfrm>
            <a:off x="998964" y="3934298"/>
            <a:ext cx="5628092" cy="737235"/>
          </a:xfrm>
          <a:prstGeom prst="rect">
            <a:avLst/>
          </a:prstGeom>
        </p:spPr>
        <p:txBody>
          <a:bodyPr wrap="square">
            <a:spAutoFit/>
          </a:bodyPr>
          <a:lstStyle/>
          <a:p>
            <a:pPr marL="0" marR="0" lvl="0" indent="0" algn="ctr" defTabSz="914400" rtl="0" eaLnBrk="0" fontAlgn="base" latinLnBrk="0" hangingPunct="0">
              <a:lnSpc>
                <a:spcPct val="150000"/>
              </a:lnSpc>
              <a:spcBef>
                <a:spcPct val="0"/>
              </a:spcBef>
              <a:spcAft>
                <a:spcPts val="0"/>
              </a:spcAft>
              <a:buClrTx/>
              <a:buSzTx/>
              <a:buFontTx/>
              <a:buNone/>
              <a:defRPr/>
            </a:pPr>
            <a:r>
              <a:rPr kumimoji="1" lang="zh-CN" altLang="en-US" sz="28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主讲人：曾华琳</a:t>
            </a:r>
            <a:endParaRPr kumimoji="1" lang="zh-CN" altLang="en-US" sz="28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4" name="组合 3"/>
          <p:cNvGrpSpPr/>
          <p:nvPr/>
        </p:nvGrpSpPr>
        <p:grpSpPr>
          <a:xfrm>
            <a:off x="8102254" y="1704658"/>
            <a:ext cx="3881691" cy="3433977"/>
            <a:chOff x="8226111" y="1728368"/>
            <a:chExt cx="3881691" cy="3433977"/>
          </a:xfrm>
        </p:grpSpPr>
        <p:pic>
          <p:nvPicPr>
            <p:cNvPr id="187" name="图片 186"/>
            <p:cNvPicPr>
              <a:picLocks noChangeAspect="1"/>
            </p:cNvPicPr>
            <p:nvPr/>
          </p:nvPicPr>
          <p:blipFill>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884928" y="1728368"/>
              <a:ext cx="2561629" cy="2561629"/>
            </a:xfrm>
            <a:prstGeom prst="rect">
              <a:avLst/>
            </a:prstGeom>
          </p:spPr>
        </p:pic>
        <p:sp>
          <p:nvSpPr>
            <p:cNvPr id="188" name="文本框 187"/>
            <p:cNvSpPr txBox="1"/>
            <p:nvPr/>
          </p:nvSpPr>
          <p:spPr>
            <a:xfrm>
              <a:off x="8226111" y="4578780"/>
              <a:ext cx="3881691" cy="583565"/>
            </a:xfrm>
            <a:prstGeom prst="rect">
              <a:avLst/>
            </a:prstGeom>
            <a:noFill/>
            <a:effectLst/>
          </p:spPr>
          <p:txBody>
            <a:bodyPr wrap="square" rtlCol="0">
              <a:spAutoFit/>
            </a:bodyPr>
            <a:lstStyle/>
            <a:p>
              <a:pPr marL="0" marR="0" lvl="0" indent="0" algn="dist" defTabSz="914400" rtl="0" eaLnBrk="0" fontAlgn="base" latinLnBrk="0" hangingPunct="0">
                <a:lnSpc>
                  <a:spcPct val="100000"/>
                </a:lnSpc>
                <a:spcBef>
                  <a:spcPct val="0"/>
                </a:spcBef>
                <a:spcAft>
                  <a:spcPts val="0"/>
                </a:spcAft>
                <a:buClrTx/>
                <a:buSzTx/>
                <a:buFontTx/>
                <a:buNone/>
                <a:defRPr/>
              </a:pPr>
              <a:r>
                <a:rPr kumimoji="1" lang="zh-CN" altLang="en-US" sz="32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信息学院</a:t>
              </a:r>
              <a:endParaRPr kumimoji="1" lang="zh-CN" altLang="en-US" sz="32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83" name="文本框 182"/>
          <p:cNvSpPr txBox="1"/>
          <p:nvPr/>
        </p:nvSpPr>
        <p:spPr>
          <a:xfrm>
            <a:off x="2861449" y="1960628"/>
            <a:ext cx="2216698" cy="829945"/>
          </a:xfrm>
          <a:prstGeom prst="rect">
            <a:avLst/>
          </a:prstGeom>
          <a:noFill/>
          <a:effectLst/>
        </p:spPr>
        <p:txBody>
          <a:bodyPr wrap="square" rtlCol="0">
            <a:spAutoFit/>
          </a:bodyPr>
          <a:lstStyle/>
          <a:p>
            <a:pPr lvl="0" algn="dist" defTabSz="914400" eaLnBrk="0" fontAlgn="base" hangingPunct="0">
              <a:spcBef>
                <a:spcPct val="0"/>
              </a:spcBef>
              <a:spcAft>
                <a:spcPts val="0"/>
              </a:spcAft>
              <a:defRPr/>
            </a:pPr>
            <a:r>
              <a:rPr kumimoji="1" lang="zh-CN" altLang="en-US" sz="4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第一讲</a:t>
            </a:r>
            <a:endParaRPr kumimoji="1" lang="zh-CN" altLang="en-US" sz="48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transition spd="slow" advClick="0" advTm="8285">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1487488" y="404664"/>
            <a:ext cx="8353425" cy="5256584"/>
          </a:xfrm>
        </p:spPr>
        <p:txBody>
          <a:bodyPr>
            <a:normAutofit/>
          </a:bodyPr>
          <a:lstStyle/>
          <a:p>
            <a:pPr>
              <a:lnSpc>
                <a:spcPct val="120000"/>
              </a:lnSpc>
              <a:spcAft>
                <a:spcPts val="0"/>
              </a:spcAft>
              <a:defRPr/>
            </a:pPr>
            <a:r>
              <a:rPr lang="zh-CN" altLang="en-US" b="0" dirty="0">
                <a:latin typeface="宋体" panose="02010600030101010101" pitchFamily="2" charset="-122"/>
                <a:ea typeface="宋体" panose="02010600030101010101" pitchFamily="2" charset="-122"/>
              </a:rPr>
              <a:t>曾华琳  </a:t>
            </a:r>
            <a:br>
              <a:rPr lang="en-US" altLang="zh-CN" b="0" dirty="0">
                <a:latin typeface="宋体" panose="02010600030101010101" pitchFamily="2" charset="-122"/>
                <a:ea typeface="宋体" panose="02010600030101010101" pitchFamily="2" charset="-122"/>
              </a:rPr>
            </a:br>
            <a:r>
              <a:rPr lang="en-US" altLang="zh-CN" b="0" dirty="0">
                <a:latin typeface="宋体" panose="02010600030101010101" pitchFamily="2" charset="-122"/>
                <a:ea typeface="宋体" panose="02010600030101010101" pitchFamily="2" charset="-122"/>
              </a:rPr>
              <a:t>EMAIL:	</a:t>
            </a:r>
            <a:r>
              <a:rPr lang="en-US" altLang="zh-CN" b="0" dirty="0">
                <a:latin typeface="宋体" panose="02010600030101010101" pitchFamily="2" charset="-122"/>
                <a:ea typeface="宋体" panose="02010600030101010101" pitchFamily="2" charset="-122"/>
                <a:hlinkClick r:id="rId1"/>
              </a:rPr>
              <a:t>HLZENG@XMU.EDU.CN</a:t>
            </a:r>
            <a:br>
              <a:rPr lang="en-US" altLang="zh-CN" b="0" dirty="0">
                <a:latin typeface="宋体" panose="02010600030101010101" pitchFamily="2" charset="-122"/>
                <a:ea typeface="宋体" panose="02010600030101010101" pitchFamily="2" charset="-122"/>
              </a:rPr>
            </a:br>
            <a:r>
              <a:rPr lang="zh-CN" altLang="en-US" b="0" dirty="0">
                <a:latin typeface="宋体" panose="02010600030101010101" pitchFamily="2" charset="-122"/>
                <a:ea typeface="宋体" panose="02010600030101010101" pitchFamily="2" charset="-122"/>
              </a:rPr>
              <a:t>课程</a:t>
            </a:r>
            <a:r>
              <a:rPr lang="en-US" altLang="zh-CN" b="0" dirty="0" err="1">
                <a:latin typeface="宋体" panose="02010600030101010101" pitchFamily="2" charset="-122"/>
                <a:ea typeface="宋体" panose="02010600030101010101" pitchFamily="2" charset="-122"/>
              </a:rPr>
              <a:t>qq</a:t>
            </a:r>
            <a:r>
              <a:rPr lang="zh-CN" altLang="en-US" b="0" dirty="0">
                <a:latin typeface="宋体" panose="02010600030101010101" pitchFamily="2" charset="-122"/>
                <a:ea typeface="宋体" panose="02010600030101010101" pitchFamily="2" charset="-122"/>
              </a:rPr>
              <a:t>群：</a:t>
            </a:r>
            <a:r>
              <a:rPr lang="en-US" altLang="zh-CN" b="0" dirty="0">
                <a:latin typeface="宋体" panose="02010600030101010101" pitchFamily="2" charset="-122"/>
                <a:ea typeface="宋体" panose="02010600030101010101" pitchFamily="2" charset="-122"/>
              </a:rPr>
              <a:t>530736415</a:t>
            </a:r>
            <a:br>
              <a:rPr lang="en-US" altLang="zh-CN" b="0" dirty="0">
                <a:latin typeface="宋体" panose="02010600030101010101" pitchFamily="2" charset="-122"/>
                <a:ea typeface="宋体" panose="02010600030101010101" pitchFamily="2" charset="-122"/>
              </a:rPr>
            </a:br>
            <a:r>
              <a:rPr lang="zh-CN" altLang="en-US" b="0" dirty="0">
                <a:latin typeface="宋体" panose="02010600030101010101" pitchFamily="2" charset="-122"/>
                <a:ea typeface="宋体" panose="02010600030101010101" pitchFamily="2" charset="-122"/>
              </a:rPr>
              <a:t>助教：</a:t>
            </a:r>
            <a:r>
              <a:rPr lang="zh-CN" altLang="en-US" kern="100" dirty="0">
                <a:latin typeface="宋体" panose="02010600030101010101" pitchFamily="2" charset="-122"/>
                <a:ea typeface="宋体" panose="02010600030101010101" pitchFamily="2" charset="-122"/>
                <a:cs typeface="Times New Roman" panose="02020603050405020304" pitchFamily="18" charset="0"/>
              </a:rPr>
              <a:t>吴传杰，杨成义</a:t>
            </a:r>
            <a:br>
              <a:rPr lang="en-US" altLang="zh-CN" b="0" dirty="0">
                <a:latin typeface="宋体" panose="02010600030101010101" pitchFamily="2" charset="-122"/>
                <a:ea typeface="宋体" panose="02010600030101010101" pitchFamily="2" charset="-122"/>
              </a:rPr>
            </a:br>
            <a:r>
              <a:rPr lang="zh-CN" altLang="en-US" b="0" dirty="0">
                <a:latin typeface="宋体" panose="02010600030101010101" pitchFamily="2" charset="-122"/>
                <a:ea typeface="宋体" panose="02010600030101010101" pitchFamily="2" charset="-122"/>
              </a:rPr>
              <a:t>课程平台：</a:t>
            </a:r>
            <a:r>
              <a:rPr lang="zh-CN" altLang="en-US" b="0" dirty="0">
                <a:latin typeface="宋体" panose="02010600030101010101" pitchFamily="2" charset="-122"/>
                <a:ea typeface="宋体" panose="02010600030101010101" pitchFamily="2" charset="-122"/>
              </a:rPr>
              <a:t>雨课堂</a:t>
            </a:r>
            <a:endParaRPr lang="zh-CN" altLang="en-US" b="0" dirty="0">
              <a:latin typeface="宋体" panose="02010600030101010101" pitchFamily="2" charset="-122"/>
              <a:ea typeface="宋体" panose="02010600030101010101" pitchFamily="2" charset="-122"/>
            </a:endParaRPr>
          </a:p>
        </p:txBody>
      </p:sp>
      <p:pic>
        <p:nvPicPr>
          <p:cNvPr id="4" name="图片 3"/>
          <p:cNvPicPr>
            <a:picLocks noChangeAspect="1"/>
          </p:cNvPicPr>
          <p:nvPr/>
        </p:nvPicPr>
        <p:blipFill>
          <a:blip r:embed="rId2"/>
          <a:stretch>
            <a:fillRect/>
          </a:stretch>
        </p:blipFill>
        <p:spPr>
          <a:xfrm>
            <a:off x="8328025" y="-5080"/>
            <a:ext cx="385635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图片 34" descr="E:/设计图片素材/7598242_手绘中国风意境水墨山水风景画.jpg7598242_手绘中国风意境水墨山水风景画"/>
          <p:cNvPicPr>
            <a:picLocks noChangeAspect="1"/>
          </p:cNvPicPr>
          <p:nvPr>
            <p:custDataLst>
              <p:tags r:id="rId1"/>
            </p:custDataLst>
          </p:nvPr>
        </p:nvPicPr>
        <p:blipFill>
          <a:blip r:embed="rId2"/>
          <a:srcRect l="1917" r="1917"/>
          <a:stretch>
            <a:fillRect/>
          </a:stretch>
        </p:blipFill>
        <p:spPr>
          <a:xfrm>
            <a:off x="983615" y="476250"/>
            <a:ext cx="4034155" cy="5585460"/>
          </a:xfrm>
          <a:custGeom>
            <a:avLst/>
            <a:gdLst/>
            <a:ahLst/>
            <a:cxnLst>
              <a:cxn ang="3">
                <a:pos x="hc" y="t"/>
              </a:cxn>
              <a:cxn ang="cd2">
                <a:pos x="l" y="vc"/>
              </a:cxn>
              <a:cxn ang="cd4">
                <a:pos x="hc" y="b"/>
              </a:cxn>
              <a:cxn ang="0">
                <a:pos x="r" y="vc"/>
              </a:cxn>
            </a:cxnLst>
            <a:rect l="l" t="t" r="r" b="b"/>
            <a:pathLst>
              <a:path w="7785" h="10777">
                <a:moveTo>
                  <a:pt x="911" y="10769"/>
                </a:moveTo>
                <a:cubicBezTo>
                  <a:pt x="909" y="10776"/>
                  <a:pt x="905" y="10775"/>
                  <a:pt x="905" y="10777"/>
                </a:cubicBezTo>
                <a:lnTo>
                  <a:pt x="905" y="10777"/>
                </a:lnTo>
                <a:lnTo>
                  <a:pt x="895" y="10777"/>
                </a:lnTo>
                <a:lnTo>
                  <a:pt x="897" y="10774"/>
                </a:lnTo>
                <a:cubicBezTo>
                  <a:pt x="900" y="10771"/>
                  <a:pt x="905" y="10769"/>
                  <a:pt x="911" y="10769"/>
                </a:cubicBezTo>
                <a:close/>
                <a:moveTo>
                  <a:pt x="1139" y="10749"/>
                </a:moveTo>
                <a:cubicBezTo>
                  <a:pt x="1127" y="10762"/>
                  <a:pt x="1154" y="10763"/>
                  <a:pt x="1160" y="10770"/>
                </a:cubicBezTo>
                <a:cubicBezTo>
                  <a:pt x="1155" y="10770"/>
                  <a:pt x="1148" y="10767"/>
                  <a:pt x="1146" y="10771"/>
                </a:cubicBezTo>
                <a:cubicBezTo>
                  <a:pt x="1151" y="10773"/>
                  <a:pt x="1154" y="10774"/>
                  <a:pt x="1155" y="10776"/>
                </a:cubicBezTo>
                <a:lnTo>
                  <a:pt x="1155" y="10777"/>
                </a:lnTo>
                <a:lnTo>
                  <a:pt x="1099" y="10777"/>
                </a:lnTo>
                <a:lnTo>
                  <a:pt x="1100" y="10774"/>
                </a:lnTo>
                <a:cubicBezTo>
                  <a:pt x="1107" y="10760"/>
                  <a:pt x="1124" y="10755"/>
                  <a:pt x="1139" y="10749"/>
                </a:cubicBezTo>
                <a:close/>
                <a:moveTo>
                  <a:pt x="668" y="10742"/>
                </a:moveTo>
                <a:cubicBezTo>
                  <a:pt x="667" y="10742"/>
                  <a:pt x="664" y="10743"/>
                  <a:pt x="662" y="10745"/>
                </a:cubicBezTo>
                <a:cubicBezTo>
                  <a:pt x="675" y="10754"/>
                  <a:pt x="676" y="10742"/>
                  <a:pt x="668" y="10742"/>
                </a:cubicBezTo>
                <a:close/>
                <a:moveTo>
                  <a:pt x="699" y="10739"/>
                </a:moveTo>
                <a:cubicBezTo>
                  <a:pt x="706" y="10747"/>
                  <a:pt x="701" y="10760"/>
                  <a:pt x="706" y="10768"/>
                </a:cubicBezTo>
                <a:cubicBezTo>
                  <a:pt x="709" y="10763"/>
                  <a:pt x="714" y="10762"/>
                  <a:pt x="720" y="10763"/>
                </a:cubicBezTo>
                <a:cubicBezTo>
                  <a:pt x="720" y="10749"/>
                  <a:pt x="706" y="10747"/>
                  <a:pt x="699" y="10739"/>
                </a:cubicBezTo>
                <a:close/>
                <a:moveTo>
                  <a:pt x="1074" y="10736"/>
                </a:moveTo>
                <a:cubicBezTo>
                  <a:pt x="1067" y="10735"/>
                  <a:pt x="1057" y="10741"/>
                  <a:pt x="1048" y="10743"/>
                </a:cubicBezTo>
                <a:cubicBezTo>
                  <a:pt x="1053" y="10744"/>
                  <a:pt x="1048" y="10752"/>
                  <a:pt x="1053" y="10754"/>
                </a:cubicBezTo>
                <a:cubicBezTo>
                  <a:pt x="1060" y="10747"/>
                  <a:pt x="1078" y="10755"/>
                  <a:pt x="1078" y="10740"/>
                </a:cubicBezTo>
                <a:lnTo>
                  <a:pt x="1081" y="10739"/>
                </a:lnTo>
                <a:cubicBezTo>
                  <a:pt x="1079" y="10737"/>
                  <a:pt x="1077" y="10736"/>
                  <a:pt x="1074" y="10736"/>
                </a:cubicBezTo>
                <a:close/>
                <a:moveTo>
                  <a:pt x="986" y="10733"/>
                </a:moveTo>
                <a:lnTo>
                  <a:pt x="987" y="10734"/>
                </a:lnTo>
                <a:lnTo>
                  <a:pt x="985" y="10736"/>
                </a:lnTo>
                <a:cubicBezTo>
                  <a:pt x="984" y="10739"/>
                  <a:pt x="981" y="10741"/>
                  <a:pt x="981" y="10746"/>
                </a:cubicBezTo>
                <a:lnTo>
                  <a:pt x="995" y="10748"/>
                </a:lnTo>
                <a:cubicBezTo>
                  <a:pt x="996" y="10742"/>
                  <a:pt x="993" y="10738"/>
                  <a:pt x="990" y="10736"/>
                </a:cubicBezTo>
                <a:lnTo>
                  <a:pt x="987" y="10734"/>
                </a:lnTo>
                <a:lnTo>
                  <a:pt x="987" y="10733"/>
                </a:lnTo>
                <a:lnTo>
                  <a:pt x="986" y="10733"/>
                </a:lnTo>
                <a:close/>
                <a:moveTo>
                  <a:pt x="1020" y="10732"/>
                </a:moveTo>
                <a:cubicBezTo>
                  <a:pt x="1018" y="10732"/>
                  <a:pt x="1016" y="10732"/>
                  <a:pt x="1016" y="10735"/>
                </a:cubicBezTo>
                <a:cubicBezTo>
                  <a:pt x="1021" y="10737"/>
                  <a:pt x="1033" y="10734"/>
                  <a:pt x="1028" y="10744"/>
                </a:cubicBezTo>
                <a:lnTo>
                  <a:pt x="1007" y="10741"/>
                </a:lnTo>
                <a:cubicBezTo>
                  <a:pt x="1006" y="10744"/>
                  <a:pt x="1006" y="10748"/>
                  <a:pt x="1006" y="10751"/>
                </a:cubicBezTo>
                <a:lnTo>
                  <a:pt x="1009" y="10749"/>
                </a:lnTo>
                <a:cubicBezTo>
                  <a:pt x="1015" y="10754"/>
                  <a:pt x="1033" y="10747"/>
                  <a:pt x="1033" y="10734"/>
                </a:cubicBezTo>
                <a:cubicBezTo>
                  <a:pt x="1030" y="10735"/>
                  <a:pt x="1024" y="10732"/>
                  <a:pt x="1020" y="10732"/>
                </a:cubicBezTo>
                <a:close/>
                <a:moveTo>
                  <a:pt x="508" y="10718"/>
                </a:moveTo>
                <a:cubicBezTo>
                  <a:pt x="505" y="10718"/>
                  <a:pt x="504" y="10720"/>
                  <a:pt x="505" y="10724"/>
                </a:cubicBezTo>
                <a:cubicBezTo>
                  <a:pt x="512" y="10725"/>
                  <a:pt x="519" y="10727"/>
                  <a:pt x="521" y="10722"/>
                </a:cubicBezTo>
                <a:lnTo>
                  <a:pt x="522" y="10720"/>
                </a:lnTo>
                <a:lnTo>
                  <a:pt x="522" y="10720"/>
                </a:lnTo>
                <a:lnTo>
                  <a:pt x="522" y="10720"/>
                </a:lnTo>
                <a:lnTo>
                  <a:pt x="522" y="10720"/>
                </a:lnTo>
                <a:lnTo>
                  <a:pt x="520" y="10720"/>
                </a:lnTo>
                <a:cubicBezTo>
                  <a:pt x="516" y="10719"/>
                  <a:pt x="511" y="10718"/>
                  <a:pt x="508" y="10718"/>
                </a:cubicBezTo>
                <a:close/>
                <a:moveTo>
                  <a:pt x="834" y="10717"/>
                </a:moveTo>
                <a:cubicBezTo>
                  <a:pt x="819" y="10718"/>
                  <a:pt x="826" y="10757"/>
                  <a:pt x="836" y="10738"/>
                </a:cubicBezTo>
                <a:cubicBezTo>
                  <a:pt x="816" y="10736"/>
                  <a:pt x="842" y="10733"/>
                  <a:pt x="836" y="10717"/>
                </a:cubicBezTo>
                <a:lnTo>
                  <a:pt x="837" y="10717"/>
                </a:lnTo>
                <a:cubicBezTo>
                  <a:pt x="836" y="10716"/>
                  <a:pt x="835" y="10716"/>
                  <a:pt x="834" y="10717"/>
                </a:cubicBezTo>
                <a:close/>
                <a:moveTo>
                  <a:pt x="1062" y="10705"/>
                </a:moveTo>
                <a:lnTo>
                  <a:pt x="1058" y="10707"/>
                </a:lnTo>
                <a:lnTo>
                  <a:pt x="1059" y="10707"/>
                </a:lnTo>
                <a:lnTo>
                  <a:pt x="1055" y="10709"/>
                </a:lnTo>
                <a:cubicBezTo>
                  <a:pt x="1049" y="10713"/>
                  <a:pt x="1042" y="10717"/>
                  <a:pt x="1030" y="10717"/>
                </a:cubicBezTo>
                <a:cubicBezTo>
                  <a:pt x="1030" y="10721"/>
                  <a:pt x="1028" y="10728"/>
                  <a:pt x="1032" y="10728"/>
                </a:cubicBezTo>
                <a:cubicBezTo>
                  <a:pt x="1049" y="10731"/>
                  <a:pt x="1071" y="10724"/>
                  <a:pt x="1061" y="10710"/>
                </a:cubicBezTo>
                <a:lnTo>
                  <a:pt x="1059" y="10707"/>
                </a:lnTo>
                <a:lnTo>
                  <a:pt x="1062" y="10705"/>
                </a:lnTo>
                <a:close/>
                <a:moveTo>
                  <a:pt x="385" y="10705"/>
                </a:moveTo>
                <a:cubicBezTo>
                  <a:pt x="380" y="10721"/>
                  <a:pt x="394" y="10722"/>
                  <a:pt x="388" y="10739"/>
                </a:cubicBezTo>
                <a:cubicBezTo>
                  <a:pt x="376" y="10746"/>
                  <a:pt x="360" y="10745"/>
                  <a:pt x="352" y="10755"/>
                </a:cubicBezTo>
                <a:cubicBezTo>
                  <a:pt x="365" y="10771"/>
                  <a:pt x="374" y="10753"/>
                  <a:pt x="391" y="10764"/>
                </a:cubicBezTo>
                <a:lnTo>
                  <a:pt x="391" y="10764"/>
                </a:lnTo>
                <a:cubicBezTo>
                  <a:pt x="382" y="10743"/>
                  <a:pt x="408" y="10749"/>
                  <a:pt x="409" y="10732"/>
                </a:cubicBezTo>
                <a:cubicBezTo>
                  <a:pt x="401" y="10731"/>
                  <a:pt x="391" y="10725"/>
                  <a:pt x="404" y="10714"/>
                </a:cubicBezTo>
                <a:cubicBezTo>
                  <a:pt x="398" y="10711"/>
                  <a:pt x="396" y="10705"/>
                  <a:pt x="385" y="10705"/>
                </a:cubicBezTo>
                <a:close/>
                <a:moveTo>
                  <a:pt x="811" y="10697"/>
                </a:moveTo>
                <a:cubicBezTo>
                  <a:pt x="811" y="10700"/>
                  <a:pt x="811" y="10702"/>
                  <a:pt x="811" y="10704"/>
                </a:cubicBezTo>
                <a:lnTo>
                  <a:pt x="818" y="10704"/>
                </a:lnTo>
                <a:lnTo>
                  <a:pt x="818" y="10704"/>
                </a:lnTo>
                <a:cubicBezTo>
                  <a:pt x="819" y="10702"/>
                  <a:pt x="819" y="10700"/>
                  <a:pt x="818" y="10697"/>
                </a:cubicBezTo>
                <a:lnTo>
                  <a:pt x="811" y="10697"/>
                </a:lnTo>
                <a:close/>
                <a:moveTo>
                  <a:pt x="839" y="10696"/>
                </a:moveTo>
                <a:lnTo>
                  <a:pt x="839" y="10697"/>
                </a:lnTo>
                <a:lnTo>
                  <a:pt x="836" y="10696"/>
                </a:lnTo>
                <a:cubicBezTo>
                  <a:pt x="833" y="10696"/>
                  <a:pt x="830" y="10698"/>
                  <a:pt x="828" y="10701"/>
                </a:cubicBezTo>
                <a:cubicBezTo>
                  <a:pt x="831" y="10702"/>
                  <a:pt x="832" y="10705"/>
                  <a:pt x="835" y="10705"/>
                </a:cubicBezTo>
                <a:cubicBezTo>
                  <a:pt x="835" y="10702"/>
                  <a:pt x="838" y="10701"/>
                  <a:pt x="839" y="10698"/>
                </a:cubicBezTo>
                <a:lnTo>
                  <a:pt x="839" y="10697"/>
                </a:lnTo>
                <a:lnTo>
                  <a:pt x="839" y="10697"/>
                </a:lnTo>
                <a:lnTo>
                  <a:pt x="839" y="10696"/>
                </a:lnTo>
                <a:close/>
                <a:moveTo>
                  <a:pt x="651" y="10693"/>
                </a:moveTo>
                <a:lnTo>
                  <a:pt x="651" y="10700"/>
                </a:lnTo>
                <a:lnTo>
                  <a:pt x="658" y="10700"/>
                </a:lnTo>
                <a:lnTo>
                  <a:pt x="658" y="10693"/>
                </a:lnTo>
                <a:lnTo>
                  <a:pt x="651" y="10693"/>
                </a:lnTo>
                <a:close/>
                <a:moveTo>
                  <a:pt x="1025" y="10692"/>
                </a:moveTo>
                <a:cubicBezTo>
                  <a:pt x="1020" y="10692"/>
                  <a:pt x="1016" y="10695"/>
                  <a:pt x="1016" y="10698"/>
                </a:cubicBezTo>
                <a:lnTo>
                  <a:pt x="1019" y="10696"/>
                </a:lnTo>
                <a:cubicBezTo>
                  <a:pt x="1021" y="10700"/>
                  <a:pt x="1038" y="10708"/>
                  <a:pt x="1033" y="10697"/>
                </a:cubicBezTo>
                <a:cubicBezTo>
                  <a:pt x="1033" y="10693"/>
                  <a:pt x="1029" y="10691"/>
                  <a:pt x="1025" y="10692"/>
                </a:cubicBezTo>
                <a:close/>
                <a:moveTo>
                  <a:pt x="929" y="10681"/>
                </a:moveTo>
                <a:cubicBezTo>
                  <a:pt x="929" y="10682"/>
                  <a:pt x="929" y="10682"/>
                  <a:pt x="929" y="10683"/>
                </a:cubicBezTo>
                <a:cubicBezTo>
                  <a:pt x="928" y="10690"/>
                  <a:pt x="933" y="10696"/>
                  <a:pt x="940" y="10696"/>
                </a:cubicBezTo>
                <a:cubicBezTo>
                  <a:pt x="942" y="10692"/>
                  <a:pt x="942" y="10687"/>
                  <a:pt x="942" y="10683"/>
                </a:cubicBezTo>
                <a:lnTo>
                  <a:pt x="929" y="10681"/>
                </a:lnTo>
                <a:close/>
                <a:moveTo>
                  <a:pt x="1058" y="10680"/>
                </a:moveTo>
                <a:cubicBezTo>
                  <a:pt x="1056" y="10680"/>
                  <a:pt x="1053" y="10681"/>
                  <a:pt x="1052" y="10686"/>
                </a:cubicBezTo>
                <a:cubicBezTo>
                  <a:pt x="1066" y="10689"/>
                  <a:pt x="1063" y="10681"/>
                  <a:pt x="1058" y="10680"/>
                </a:cubicBezTo>
                <a:close/>
                <a:moveTo>
                  <a:pt x="353" y="10680"/>
                </a:moveTo>
                <a:cubicBezTo>
                  <a:pt x="348" y="10680"/>
                  <a:pt x="347" y="10683"/>
                  <a:pt x="347" y="10690"/>
                </a:cubicBezTo>
                <a:cubicBezTo>
                  <a:pt x="356" y="10693"/>
                  <a:pt x="354" y="10684"/>
                  <a:pt x="358" y="10681"/>
                </a:cubicBezTo>
                <a:cubicBezTo>
                  <a:pt x="356" y="10680"/>
                  <a:pt x="354" y="10680"/>
                  <a:pt x="353" y="10680"/>
                </a:cubicBezTo>
                <a:close/>
                <a:moveTo>
                  <a:pt x="994" y="10676"/>
                </a:moveTo>
                <a:lnTo>
                  <a:pt x="994" y="10677"/>
                </a:lnTo>
                <a:lnTo>
                  <a:pt x="992" y="10679"/>
                </a:lnTo>
                <a:cubicBezTo>
                  <a:pt x="984" y="10690"/>
                  <a:pt x="1000" y="10700"/>
                  <a:pt x="1007" y="10705"/>
                </a:cubicBezTo>
                <a:cubicBezTo>
                  <a:pt x="1006" y="10697"/>
                  <a:pt x="1003" y="10690"/>
                  <a:pt x="998" y="10683"/>
                </a:cubicBezTo>
                <a:lnTo>
                  <a:pt x="994" y="10677"/>
                </a:lnTo>
                <a:lnTo>
                  <a:pt x="995" y="10676"/>
                </a:lnTo>
                <a:lnTo>
                  <a:pt x="994" y="10676"/>
                </a:lnTo>
                <a:close/>
                <a:moveTo>
                  <a:pt x="856" y="10675"/>
                </a:moveTo>
                <a:cubicBezTo>
                  <a:pt x="855" y="10679"/>
                  <a:pt x="855" y="10682"/>
                  <a:pt x="854" y="10685"/>
                </a:cubicBezTo>
                <a:lnTo>
                  <a:pt x="860" y="10685"/>
                </a:lnTo>
                <a:cubicBezTo>
                  <a:pt x="861" y="10682"/>
                  <a:pt x="862" y="10678"/>
                  <a:pt x="862" y="10675"/>
                </a:cubicBezTo>
                <a:lnTo>
                  <a:pt x="856" y="10675"/>
                </a:lnTo>
                <a:close/>
                <a:moveTo>
                  <a:pt x="894" y="10673"/>
                </a:moveTo>
                <a:cubicBezTo>
                  <a:pt x="894" y="10672"/>
                  <a:pt x="893" y="10672"/>
                  <a:pt x="892" y="10673"/>
                </a:cubicBezTo>
                <a:cubicBezTo>
                  <a:pt x="888" y="10673"/>
                  <a:pt x="885" y="10677"/>
                  <a:pt x="886" y="10681"/>
                </a:cubicBezTo>
                <a:cubicBezTo>
                  <a:pt x="887" y="10685"/>
                  <a:pt x="890" y="10688"/>
                  <a:pt x="894" y="10687"/>
                </a:cubicBezTo>
                <a:cubicBezTo>
                  <a:pt x="895" y="10682"/>
                  <a:pt x="896" y="10678"/>
                  <a:pt x="896" y="10673"/>
                </a:cubicBezTo>
                <a:lnTo>
                  <a:pt x="897" y="10673"/>
                </a:lnTo>
                <a:cubicBezTo>
                  <a:pt x="896" y="10673"/>
                  <a:pt x="895" y="10673"/>
                  <a:pt x="894" y="10673"/>
                </a:cubicBezTo>
                <a:close/>
                <a:moveTo>
                  <a:pt x="1005" y="10664"/>
                </a:moveTo>
                <a:lnTo>
                  <a:pt x="1006" y="10664"/>
                </a:lnTo>
                <a:lnTo>
                  <a:pt x="1005" y="10667"/>
                </a:lnTo>
                <a:cubicBezTo>
                  <a:pt x="1003" y="10669"/>
                  <a:pt x="1001" y="10672"/>
                  <a:pt x="1001" y="10677"/>
                </a:cubicBezTo>
                <a:lnTo>
                  <a:pt x="1010" y="10678"/>
                </a:lnTo>
                <a:cubicBezTo>
                  <a:pt x="1011" y="10674"/>
                  <a:pt x="1010" y="10670"/>
                  <a:pt x="1008" y="10667"/>
                </a:cubicBezTo>
                <a:lnTo>
                  <a:pt x="1006" y="10664"/>
                </a:lnTo>
                <a:lnTo>
                  <a:pt x="1006" y="10664"/>
                </a:lnTo>
                <a:lnTo>
                  <a:pt x="1005" y="10664"/>
                </a:lnTo>
                <a:close/>
                <a:moveTo>
                  <a:pt x="7436" y="10658"/>
                </a:moveTo>
                <a:cubicBezTo>
                  <a:pt x="7429" y="10665"/>
                  <a:pt x="7425" y="10675"/>
                  <a:pt x="7426" y="10685"/>
                </a:cubicBezTo>
                <a:lnTo>
                  <a:pt x="7426" y="10684"/>
                </a:lnTo>
                <a:cubicBezTo>
                  <a:pt x="7450" y="10690"/>
                  <a:pt x="7457" y="10661"/>
                  <a:pt x="7436" y="10658"/>
                </a:cubicBezTo>
                <a:close/>
                <a:moveTo>
                  <a:pt x="524" y="10655"/>
                </a:moveTo>
                <a:cubicBezTo>
                  <a:pt x="521" y="10656"/>
                  <a:pt x="518" y="10658"/>
                  <a:pt x="516" y="10661"/>
                </a:cubicBezTo>
                <a:cubicBezTo>
                  <a:pt x="520" y="10666"/>
                  <a:pt x="528" y="10668"/>
                  <a:pt x="527" y="10655"/>
                </a:cubicBezTo>
                <a:lnTo>
                  <a:pt x="527" y="10655"/>
                </a:lnTo>
                <a:cubicBezTo>
                  <a:pt x="526" y="10655"/>
                  <a:pt x="525" y="10655"/>
                  <a:pt x="524" y="10655"/>
                </a:cubicBezTo>
                <a:close/>
                <a:moveTo>
                  <a:pt x="446" y="10655"/>
                </a:moveTo>
                <a:cubicBezTo>
                  <a:pt x="439" y="10667"/>
                  <a:pt x="452" y="10678"/>
                  <a:pt x="439" y="10678"/>
                </a:cubicBezTo>
                <a:cubicBezTo>
                  <a:pt x="435" y="10672"/>
                  <a:pt x="437" y="10660"/>
                  <a:pt x="421" y="10662"/>
                </a:cubicBezTo>
                <a:lnTo>
                  <a:pt x="422" y="10662"/>
                </a:lnTo>
                <a:cubicBezTo>
                  <a:pt x="416" y="10676"/>
                  <a:pt x="423" y="10681"/>
                  <a:pt x="425" y="10691"/>
                </a:cubicBezTo>
                <a:cubicBezTo>
                  <a:pt x="405" y="10676"/>
                  <a:pt x="380" y="10670"/>
                  <a:pt x="356" y="10672"/>
                </a:cubicBezTo>
                <a:cubicBezTo>
                  <a:pt x="367" y="10672"/>
                  <a:pt x="370" y="10680"/>
                  <a:pt x="367" y="10692"/>
                </a:cubicBezTo>
                <a:cubicBezTo>
                  <a:pt x="378" y="10697"/>
                  <a:pt x="374" y="10679"/>
                  <a:pt x="382" y="10681"/>
                </a:cubicBezTo>
                <a:cubicBezTo>
                  <a:pt x="389" y="10683"/>
                  <a:pt x="393" y="10687"/>
                  <a:pt x="404" y="10687"/>
                </a:cubicBezTo>
                <a:cubicBezTo>
                  <a:pt x="403" y="10703"/>
                  <a:pt x="421" y="10705"/>
                  <a:pt x="413" y="10726"/>
                </a:cubicBezTo>
                <a:cubicBezTo>
                  <a:pt x="425" y="10736"/>
                  <a:pt x="441" y="10740"/>
                  <a:pt x="456" y="10735"/>
                </a:cubicBezTo>
                <a:cubicBezTo>
                  <a:pt x="449" y="10707"/>
                  <a:pt x="468" y="10676"/>
                  <a:pt x="446" y="10655"/>
                </a:cubicBezTo>
                <a:close/>
                <a:moveTo>
                  <a:pt x="1120" y="10654"/>
                </a:moveTo>
                <a:cubicBezTo>
                  <a:pt x="1121" y="10663"/>
                  <a:pt x="1112" y="10659"/>
                  <a:pt x="1112" y="10666"/>
                </a:cubicBezTo>
                <a:lnTo>
                  <a:pt x="1128" y="10668"/>
                </a:lnTo>
                <a:lnTo>
                  <a:pt x="1131" y="10667"/>
                </a:lnTo>
                <a:cubicBezTo>
                  <a:pt x="1135" y="10656"/>
                  <a:pt x="1127" y="10656"/>
                  <a:pt x="1120" y="10654"/>
                </a:cubicBezTo>
                <a:close/>
                <a:moveTo>
                  <a:pt x="939" y="10652"/>
                </a:moveTo>
                <a:cubicBezTo>
                  <a:pt x="939" y="10655"/>
                  <a:pt x="938" y="10655"/>
                  <a:pt x="936" y="10655"/>
                </a:cubicBezTo>
                <a:lnTo>
                  <a:pt x="936" y="10655"/>
                </a:lnTo>
                <a:cubicBezTo>
                  <a:pt x="936" y="10657"/>
                  <a:pt x="936" y="10659"/>
                  <a:pt x="936" y="10662"/>
                </a:cubicBezTo>
                <a:cubicBezTo>
                  <a:pt x="939" y="10662"/>
                  <a:pt x="939" y="10663"/>
                  <a:pt x="939" y="10665"/>
                </a:cubicBezTo>
                <a:lnTo>
                  <a:pt x="945" y="10665"/>
                </a:lnTo>
                <a:cubicBezTo>
                  <a:pt x="946" y="10663"/>
                  <a:pt x="946" y="10663"/>
                  <a:pt x="949" y="10663"/>
                </a:cubicBezTo>
                <a:cubicBezTo>
                  <a:pt x="949" y="10660"/>
                  <a:pt x="951" y="10656"/>
                  <a:pt x="949" y="10656"/>
                </a:cubicBezTo>
                <a:cubicBezTo>
                  <a:pt x="947" y="10655"/>
                  <a:pt x="946" y="10655"/>
                  <a:pt x="946" y="10652"/>
                </a:cubicBezTo>
                <a:lnTo>
                  <a:pt x="939" y="10652"/>
                </a:lnTo>
                <a:close/>
                <a:moveTo>
                  <a:pt x="875" y="10623"/>
                </a:moveTo>
                <a:lnTo>
                  <a:pt x="876" y="10624"/>
                </a:lnTo>
                <a:lnTo>
                  <a:pt x="877" y="10627"/>
                </a:lnTo>
                <a:cubicBezTo>
                  <a:pt x="878" y="10648"/>
                  <a:pt x="863" y="10658"/>
                  <a:pt x="875" y="10671"/>
                </a:cubicBezTo>
                <a:cubicBezTo>
                  <a:pt x="881" y="10660"/>
                  <a:pt x="885" y="10635"/>
                  <a:pt x="877" y="10625"/>
                </a:cubicBezTo>
                <a:lnTo>
                  <a:pt x="876" y="10624"/>
                </a:lnTo>
                <a:lnTo>
                  <a:pt x="876" y="10623"/>
                </a:lnTo>
                <a:lnTo>
                  <a:pt x="875" y="10623"/>
                </a:lnTo>
                <a:close/>
                <a:moveTo>
                  <a:pt x="7425" y="10616"/>
                </a:moveTo>
                <a:cubicBezTo>
                  <a:pt x="7423" y="10623"/>
                  <a:pt x="7415" y="10627"/>
                  <a:pt x="7421" y="10633"/>
                </a:cubicBezTo>
                <a:cubicBezTo>
                  <a:pt x="7433" y="10637"/>
                  <a:pt x="7435" y="10616"/>
                  <a:pt x="7425" y="10616"/>
                </a:cubicBezTo>
                <a:close/>
                <a:moveTo>
                  <a:pt x="2216" y="10612"/>
                </a:moveTo>
                <a:lnTo>
                  <a:pt x="2215" y="10626"/>
                </a:lnTo>
                <a:cubicBezTo>
                  <a:pt x="2219" y="10625"/>
                  <a:pt x="2224" y="10627"/>
                  <a:pt x="2227" y="10631"/>
                </a:cubicBezTo>
                <a:cubicBezTo>
                  <a:pt x="2230" y="10619"/>
                  <a:pt x="2229" y="10611"/>
                  <a:pt x="2216" y="10612"/>
                </a:cubicBezTo>
                <a:close/>
                <a:moveTo>
                  <a:pt x="504" y="10606"/>
                </a:moveTo>
                <a:cubicBezTo>
                  <a:pt x="501" y="10606"/>
                  <a:pt x="492" y="10613"/>
                  <a:pt x="489" y="10613"/>
                </a:cubicBezTo>
                <a:cubicBezTo>
                  <a:pt x="498" y="10617"/>
                  <a:pt x="498" y="10609"/>
                  <a:pt x="506" y="10612"/>
                </a:cubicBezTo>
                <a:lnTo>
                  <a:pt x="506" y="10612"/>
                </a:lnTo>
                <a:cubicBezTo>
                  <a:pt x="507" y="10608"/>
                  <a:pt x="506" y="10606"/>
                  <a:pt x="504" y="10606"/>
                </a:cubicBezTo>
                <a:close/>
                <a:moveTo>
                  <a:pt x="2250" y="10603"/>
                </a:moveTo>
                <a:cubicBezTo>
                  <a:pt x="2245" y="10603"/>
                  <a:pt x="2241" y="10605"/>
                  <a:pt x="2241" y="10612"/>
                </a:cubicBezTo>
                <a:lnTo>
                  <a:pt x="2240" y="10612"/>
                </a:lnTo>
                <a:cubicBezTo>
                  <a:pt x="2249" y="10614"/>
                  <a:pt x="2255" y="10612"/>
                  <a:pt x="2256" y="10604"/>
                </a:cubicBezTo>
                <a:cubicBezTo>
                  <a:pt x="2254" y="10603"/>
                  <a:pt x="2252" y="10603"/>
                  <a:pt x="2250" y="10603"/>
                </a:cubicBezTo>
                <a:close/>
                <a:moveTo>
                  <a:pt x="2313" y="10598"/>
                </a:moveTo>
                <a:lnTo>
                  <a:pt x="2313" y="10598"/>
                </a:lnTo>
                <a:cubicBezTo>
                  <a:pt x="2311" y="10599"/>
                  <a:pt x="2310" y="10600"/>
                  <a:pt x="2308" y="10600"/>
                </a:cubicBezTo>
                <a:lnTo>
                  <a:pt x="2308" y="10600"/>
                </a:lnTo>
                <a:lnTo>
                  <a:pt x="2310" y="10599"/>
                </a:lnTo>
                <a:lnTo>
                  <a:pt x="2313" y="10598"/>
                </a:lnTo>
                <a:close/>
                <a:moveTo>
                  <a:pt x="859" y="10597"/>
                </a:moveTo>
                <a:lnTo>
                  <a:pt x="859" y="10597"/>
                </a:lnTo>
                <a:lnTo>
                  <a:pt x="859" y="10600"/>
                </a:lnTo>
                <a:cubicBezTo>
                  <a:pt x="857" y="10606"/>
                  <a:pt x="852" y="10607"/>
                  <a:pt x="856" y="10614"/>
                </a:cubicBezTo>
                <a:cubicBezTo>
                  <a:pt x="867" y="10618"/>
                  <a:pt x="866" y="10599"/>
                  <a:pt x="860" y="10597"/>
                </a:cubicBezTo>
                <a:lnTo>
                  <a:pt x="859" y="10597"/>
                </a:lnTo>
                <a:lnTo>
                  <a:pt x="859" y="10597"/>
                </a:lnTo>
                <a:lnTo>
                  <a:pt x="859" y="10597"/>
                </a:lnTo>
                <a:close/>
                <a:moveTo>
                  <a:pt x="451" y="10594"/>
                </a:moveTo>
                <a:cubicBezTo>
                  <a:pt x="439" y="10613"/>
                  <a:pt x="465" y="10631"/>
                  <a:pt x="441" y="10644"/>
                </a:cubicBezTo>
                <a:cubicBezTo>
                  <a:pt x="454" y="10648"/>
                  <a:pt x="450" y="10631"/>
                  <a:pt x="462" y="10633"/>
                </a:cubicBezTo>
                <a:lnTo>
                  <a:pt x="462" y="10633"/>
                </a:lnTo>
                <a:cubicBezTo>
                  <a:pt x="450" y="10621"/>
                  <a:pt x="480" y="10599"/>
                  <a:pt x="451" y="10594"/>
                </a:cubicBezTo>
                <a:close/>
                <a:moveTo>
                  <a:pt x="2267" y="10585"/>
                </a:moveTo>
                <a:cubicBezTo>
                  <a:pt x="2263" y="10599"/>
                  <a:pt x="2265" y="10608"/>
                  <a:pt x="2283" y="10607"/>
                </a:cubicBezTo>
                <a:cubicBezTo>
                  <a:pt x="2287" y="10593"/>
                  <a:pt x="2279" y="10588"/>
                  <a:pt x="2269" y="10585"/>
                </a:cubicBezTo>
                <a:lnTo>
                  <a:pt x="2267" y="10585"/>
                </a:lnTo>
                <a:close/>
                <a:moveTo>
                  <a:pt x="322" y="10577"/>
                </a:moveTo>
                <a:cubicBezTo>
                  <a:pt x="318" y="10577"/>
                  <a:pt x="316" y="10580"/>
                  <a:pt x="316" y="10587"/>
                </a:cubicBezTo>
                <a:cubicBezTo>
                  <a:pt x="326" y="10590"/>
                  <a:pt x="324" y="10581"/>
                  <a:pt x="328" y="10578"/>
                </a:cubicBezTo>
                <a:cubicBezTo>
                  <a:pt x="326" y="10577"/>
                  <a:pt x="324" y="10577"/>
                  <a:pt x="322" y="10577"/>
                </a:cubicBezTo>
                <a:close/>
                <a:moveTo>
                  <a:pt x="408" y="10565"/>
                </a:moveTo>
                <a:cubicBezTo>
                  <a:pt x="405" y="10565"/>
                  <a:pt x="402" y="10566"/>
                  <a:pt x="400" y="10567"/>
                </a:cubicBezTo>
                <a:lnTo>
                  <a:pt x="400" y="10567"/>
                </a:lnTo>
                <a:cubicBezTo>
                  <a:pt x="402" y="10570"/>
                  <a:pt x="418" y="10577"/>
                  <a:pt x="420" y="10570"/>
                </a:cubicBezTo>
                <a:cubicBezTo>
                  <a:pt x="417" y="10567"/>
                  <a:pt x="412" y="10565"/>
                  <a:pt x="408" y="10565"/>
                </a:cubicBezTo>
                <a:close/>
                <a:moveTo>
                  <a:pt x="450" y="10564"/>
                </a:moveTo>
                <a:lnTo>
                  <a:pt x="449" y="10574"/>
                </a:lnTo>
                <a:cubicBezTo>
                  <a:pt x="463" y="10574"/>
                  <a:pt x="444" y="10586"/>
                  <a:pt x="461" y="10586"/>
                </a:cubicBezTo>
                <a:cubicBezTo>
                  <a:pt x="463" y="10578"/>
                  <a:pt x="457" y="10575"/>
                  <a:pt x="461" y="10565"/>
                </a:cubicBezTo>
                <a:lnTo>
                  <a:pt x="450" y="10564"/>
                </a:lnTo>
                <a:close/>
                <a:moveTo>
                  <a:pt x="566" y="10563"/>
                </a:moveTo>
                <a:cubicBezTo>
                  <a:pt x="563" y="10563"/>
                  <a:pt x="562" y="10563"/>
                  <a:pt x="562" y="10566"/>
                </a:cubicBezTo>
                <a:cubicBezTo>
                  <a:pt x="567" y="10566"/>
                  <a:pt x="562" y="10575"/>
                  <a:pt x="567" y="10576"/>
                </a:cubicBezTo>
                <a:lnTo>
                  <a:pt x="568" y="10579"/>
                </a:lnTo>
                <a:cubicBezTo>
                  <a:pt x="569" y="10575"/>
                  <a:pt x="573" y="10573"/>
                  <a:pt x="572" y="10563"/>
                </a:cubicBezTo>
                <a:lnTo>
                  <a:pt x="566" y="10563"/>
                </a:lnTo>
                <a:close/>
                <a:moveTo>
                  <a:pt x="379" y="10552"/>
                </a:moveTo>
                <a:cubicBezTo>
                  <a:pt x="378" y="10552"/>
                  <a:pt x="377" y="10552"/>
                  <a:pt x="376" y="10552"/>
                </a:cubicBezTo>
                <a:cubicBezTo>
                  <a:pt x="374" y="10553"/>
                  <a:pt x="373" y="10553"/>
                  <a:pt x="372" y="10553"/>
                </a:cubicBezTo>
                <a:cubicBezTo>
                  <a:pt x="370" y="10558"/>
                  <a:pt x="371" y="10563"/>
                  <a:pt x="373" y="10567"/>
                </a:cubicBezTo>
                <a:cubicBezTo>
                  <a:pt x="382" y="10569"/>
                  <a:pt x="383" y="10559"/>
                  <a:pt x="388" y="10555"/>
                </a:cubicBezTo>
                <a:cubicBezTo>
                  <a:pt x="385" y="10554"/>
                  <a:pt x="382" y="10553"/>
                  <a:pt x="379" y="10552"/>
                </a:cubicBezTo>
                <a:close/>
                <a:moveTo>
                  <a:pt x="1175" y="10550"/>
                </a:moveTo>
                <a:cubicBezTo>
                  <a:pt x="1172" y="10550"/>
                  <a:pt x="1170" y="10550"/>
                  <a:pt x="1167" y="10551"/>
                </a:cubicBezTo>
                <a:cubicBezTo>
                  <a:pt x="1163" y="10562"/>
                  <a:pt x="1180" y="10557"/>
                  <a:pt x="1175" y="10569"/>
                </a:cubicBezTo>
                <a:cubicBezTo>
                  <a:pt x="1171" y="10568"/>
                  <a:pt x="1171" y="10564"/>
                  <a:pt x="1165" y="10564"/>
                </a:cubicBezTo>
                <a:lnTo>
                  <a:pt x="1164" y="10574"/>
                </a:lnTo>
                <a:cubicBezTo>
                  <a:pt x="1173" y="10576"/>
                  <a:pt x="1172" y="10570"/>
                  <a:pt x="1177" y="10576"/>
                </a:cubicBezTo>
                <a:lnTo>
                  <a:pt x="1180" y="10575"/>
                </a:lnTo>
                <a:cubicBezTo>
                  <a:pt x="1181" y="10569"/>
                  <a:pt x="1181" y="10563"/>
                  <a:pt x="1185" y="10567"/>
                </a:cubicBezTo>
                <a:cubicBezTo>
                  <a:pt x="1187" y="10555"/>
                  <a:pt x="1182" y="10550"/>
                  <a:pt x="1175" y="10550"/>
                </a:cubicBezTo>
                <a:close/>
                <a:moveTo>
                  <a:pt x="2270" y="10548"/>
                </a:moveTo>
                <a:cubicBezTo>
                  <a:pt x="2268" y="10554"/>
                  <a:pt x="2257" y="10549"/>
                  <a:pt x="2256" y="10556"/>
                </a:cubicBezTo>
                <a:lnTo>
                  <a:pt x="2253" y="10556"/>
                </a:lnTo>
                <a:cubicBezTo>
                  <a:pt x="2263" y="10560"/>
                  <a:pt x="2278" y="10554"/>
                  <a:pt x="2270" y="10548"/>
                </a:cubicBezTo>
                <a:close/>
                <a:moveTo>
                  <a:pt x="2387" y="10545"/>
                </a:moveTo>
                <a:cubicBezTo>
                  <a:pt x="2387" y="10548"/>
                  <a:pt x="2387" y="10550"/>
                  <a:pt x="2387" y="10552"/>
                </a:cubicBezTo>
                <a:lnTo>
                  <a:pt x="2393" y="10552"/>
                </a:lnTo>
                <a:lnTo>
                  <a:pt x="2393" y="10554"/>
                </a:lnTo>
                <a:lnTo>
                  <a:pt x="2393" y="10552"/>
                </a:lnTo>
                <a:lnTo>
                  <a:pt x="2393" y="10552"/>
                </a:lnTo>
                <a:lnTo>
                  <a:pt x="2393" y="10550"/>
                </a:lnTo>
                <a:cubicBezTo>
                  <a:pt x="2393" y="10549"/>
                  <a:pt x="2393" y="10547"/>
                  <a:pt x="2393" y="10545"/>
                </a:cubicBezTo>
                <a:lnTo>
                  <a:pt x="2387" y="10545"/>
                </a:lnTo>
                <a:close/>
                <a:moveTo>
                  <a:pt x="2360" y="10544"/>
                </a:moveTo>
                <a:cubicBezTo>
                  <a:pt x="2359" y="10551"/>
                  <a:pt x="2350" y="10547"/>
                  <a:pt x="2352" y="10557"/>
                </a:cubicBezTo>
                <a:lnTo>
                  <a:pt x="2352" y="10558"/>
                </a:lnTo>
                <a:cubicBezTo>
                  <a:pt x="2357" y="10560"/>
                  <a:pt x="2357" y="10564"/>
                  <a:pt x="2365" y="10562"/>
                </a:cubicBezTo>
                <a:cubicBezTo>
                  <a:pt x="2367" y="10556"/>
                  <a:pt x="2365" y="10549"/>
                  <a:pt x="2360" y="10544"/>
                </a:cubicBezTo>
                <a:close/>
                <a:moveTo>
                  <a:pt x="2358" y="10537"/>
                </a:moveTo>
                <a:cubicBezTo>
                  <a:pt x="2358" y="10539"/>
                  <a:pt x="2358" y="10541"/>
                  <a:pt x="2358" y="10543"/>
                </a:cubicBezTo>
                <a:lnTo>
                  <a:pt x="2365" y="10543"/>
                </a:lnTo>
                <a:cubicBezTo>
                  <a:pt x="2365" y="10541"/>
                  <a:pt x="2365" y="10539"/>
                  <a:pt x="2365" y="10537"/>
                </a:cubicBezTo>
                <a:lnTo>
                  <a:pt x="2358" y="10537"/>
                </a:lnTo>
                <a:close/>
                <a:moveTo>
                  <a:pt x="574" y="10529"/>
                </a:moveTo>
                <a:cubicBezTo>
                  <a:pt x="568" y="10528"/>
                  <a:pt x="561" y="10531"/>
                  <a:pt x="559" y="10538"/>
                </a:cubicBezTo>
                <a:lnTo>
                  <a:pt x="586" y="10541"/>
                </a:lnTo>
                <a:lnTo>
                  <a:pt x="586" y="10540"/>
                </a:lnTo>
                <a:cubicBezTo>
                  <a:pt x="587" y="10533"/>
                  <a:pt x="581" y="10529"/>
                  <a:pt x="574" y="10529"/>
                </a:cubicBezTo>
                <a:close/>
                <a:moveTo>
                  <a:pt x="2214" y="10523"/>
                </a:moveTo>
                <a:cubicBezTo>
                  <a:pt x="2214" y="10527"/>
                  <a:pt x="2210" y="10527"/>
                  <a:pt x="2210" y="10530"/>
                </a:cubicBezTo>
                <a:cubicBezTo>
                  <a:pt x="2213" y="10530"/>
                  <a:pt x="2214" y="10534"/>
                  <a:pt x="2216" y="10534"/>
                </a:cubicBezTo>
                <a:lnTo>
                  <a:pt x="2216" y="10533"/>
                </a:lnTo>
                <a:cubicBezTo>
                  <a:pt x="2217" y="10530"/>
                  <a:pt x="2220" y="10530"/>
                  <a:pt x="2220" y="10528"/>
                </a:cubicBezTo>
                <a:cubicBezTo>
                  <a:pt x="2217" y="10527"/>
                  <a:pt x="2217" y="10524"/>
                  <a:pt x="2214" y="10523"/>
                </a:cubicBezTo>
                <a:close/>
                <a:moveTo>
                  <a:pt x="460" y="10521"/>
                </a:moveTo>
                <a:lnTo>
                  <a:pt x="460" y="10521"/>
                </a:lnTo>
                <a:lnTo>
                  <a:pt x="458" y="10522"/>
                </a:lnTo>
                <a:cubicBezTo>
                  <a:pt x="455" y="10526"/>
                  <a:pt x="455" y="10533"/>
                  <a:pt x="461" y="10534"/>
                </a:cubicBezTo>
                <a:cubicBezTo>
                  <a:pt x="462" y="10530"/>
                  <a:pt x="464" y="10524"/>
                  <a:pt x="461" y="10521"/>
                </a:cubicBezTo>
                <a:lnTo>
                  <a:pt x="460" y="10521"/>
                </a:lnTo>
                <a:lnTo>
                  <a:pt x="460" y="10521"/>
                </a:lnTo>
                <a:lnTo>
                  <a:pt x="460" y="10521"/>
                </a:lnTo>
                <a:close/>
                <a:moveTo>
                  <a:pt x="318" y="10516"/>
                </a:moveTo>
                <a:cubicBezTo>
                  <a:pt x="288" y="10551"/>
                  <a:pt x="342" y="10545"/>
                  <a:pt x="330" y="10582"/>
                </a:cubicBezTo>
                <a:cubicBezTo>
                  <a:pt x="341" y="10573"/>
                  <a:pt x="356" y="10591"/>
                  <a:pt x="361" y="10573"/>
                </a:cubicBezTo>
                <a:cubicBezTo>
                  <a:pt x="350" y="10564"/>
                  <a:pt x="349" y="10573"/>
                  <a:pt x="338" y="10573"/>
                </a:cubicBezTo>
                <a:cubicBezTo>
                  <a:pt x="334" y="10552"/>
                  <a:pt x="361" y="10570"/>
                  <a:pt x="361" y="10552"/>
                </a:cubicBezTo>
                <a:lnTo>
                  <a:pt x="361" y="10552"/>
                </a:lnTo>
                <a:cubicBezTo>
                  <a:pt x="354" y="10542"/>
                  <a:pt x="348" y="10554"/>
                  <a:pt x="336" y="10552"/>
                </a:cubicBezTo>
                <a:cubicBezTo>
                  <a:pt x="337" y="10549"/>
                  <a:pt x="334" y="10548"/>
                  <a:pt x="334" y="10545"/>
                </a:cubicBezTo>
                <a:cubicBezTo>
                  <a:pt x="336" y="10539"/>
                  <a:pt x="345" y="10540"/>
                  <a:pt x="339" y="10532"/>
                </a:cubicBezTo>
                <a:cubicBezTo>
                  <a:pt x="330" y="10530"/>
                  <a:pt x="321" y="10529"/>
                  <a:pt x="318" y="10516"/>
                </a:cubicBezTo>
                <a:close/>
                <a:moveTo>
                  <a:pt x="1175" y="10514"/>
                </a:moveTo>
                <a:cubicBezTo>
                  <a:pt x="1170" y="10520"/>
                  <a:pt x="1168" y="10532"/>
                  <a:pt x="1162" y="10522"/>
                </a:cubicBezTo>
                <a:lnTo>
                  <a:pt x="1161" y="10520"/>
                </a:lnTo>
                <a:lnTo>
                  <a:pt x="1164" y="10518"/>
                </a:lnTo>
                <a:lnTo>
                  <a:pt x="1161" y="10519"/>
                </a:lnTo>
                <a:lnTo>
                  <a:pt x="1161" y="10520"/>
                </a:lnTo>
                <a:lnTo>
                  <a:pt x="1160" y="10521"/>
                </a:lnTo>
                <a:cubicBezTo>
                  <a:pt x="1157" y="10525"/>
                  <a:pt x="1156" y="10530"/>
                  <a:pt x="1156" y="10535"/>
                </a:cubicBezTo>
                <a:cubicBezTo>
                  <a:pt x="1164" y="10535"/>
                  <a:pt x="1173" y="10538"/>
                  <a:pt x="1178" y="10545"/>
                </a:cubicBezTo>
                <a:cubicBezTo>
                  <a:pt x="1190" y="10539"/>
                  <a:pt x="1186" y="10520"/>
                  <a:pt x="1175" y="10514"/>
                </a:cubicBezTo>
                <a:close/>
                <a:moveTo>
                  <a:pt x="574" y="10507"/>
                </a:moveTo>
                <a:cubicBezTo>
                  <a:pt x="572" y="10507"/>
                  <a:pt x="570" y="10508"/>
                  <a:pt x="570" y="10512"/>
                </a:cubicBezTo>
                <a:cubicBezTo>
                  <a:pt x="584" y="10516"/>
                  <a:pt x="578" y="10506"/>
                  <a:pt x="574" y="10507"/>
                </a:cubicBezTo>
                <a:close/>
                <a:moveTo>
                  <a:pt x="398" y="10499"/>
                </a:moveTo>
                <a:lnTo>
                  <a:pt x="397" y="10509"/>
                </a:lnTo>
                <a:lnTo>
                  <a:pt x="404" y="10509"/>
                </a:lnTo>
                <a:lnTo>
                  <a:pt x="405" y="10499"/>
                </a:lnTo>
                <a:lnTo>
                  <a:pt x="398" y="10499"/>
                </a:lnTo>
                <a:close/>
                <a:moveTo>
                  <a:pt x="334" y="10497"/>
                </a:moveTo>
                <a:cubicBezTo>
                  <a:pt x="331" y="10497"/>
                  <a:pt x="329" y="10498"/>
                  <a:pt x="330" y="10503"/>
                </a:cubicBezTo>
                <a:cubicBezTo>
                  <a:pt x="334" y="10505"/>
                  <a:pt x="335" y="10508"/>
                  <a:pt x="343" y="10508"/>
                </a:cubicBezTo>
                <a:lnTo>
                  <a:pt x="344" y="10498"/>
                </a:lnTo>
                <a:lnTo>
                  <a:pt x="345" y="10498"/>
                </a:lnTo>
                <a:cubicBezTo>
                  <a:pt x="342" y="10498"/>
                  <a:pt x="338" y="10497"/>
                  <a:pt x="334" y="10497"/>
                </a:cubicBezTo>
                <a:close/>
                <a:moveTo>
                  <a:pt x="452" y="10490"/>
                </a:moveTo>
                <a:cubicBezTo>
                  <a:pt x="444" y="10491"/>
                  <a:pt x="435" y="10500"/>
                  <a:pt x="431" y="10507"/>
                </a:cubicBezTo>
                <a:cubicBezTo>
                  <a:pt x="441" y="10501"/>
                  <a:pt x="450" y="10497"/>
                  <a:pt x="460" y="10493"/>
                </a:cubicBezTo>
                <a:lnTo>
                  <a:pt x="460" y="10493"/>
                </a:lnTo>
                <a:cubicBezTo>
                  <a:pt x="458" y="10491"/>
                  <a:pt x="455" y="10490"/>
                  <a:pt x="452" y="10490"/>
                </a:cubicBezTo>
                <a:close/>
                <a:moveTo>
                  <a:pt x="2215" y="10489"/>
                </a:moveTo>
                <a:cubicBezTo>
                  <a:pt x="2211" y="10493"/>
                  <a:pt x="2209" y="10501"/>
                  <a:pt x="2209" y="10509"/>
                </a:cubicBezTo>
                <a:lnTo>
                  <a:pt x="2209" y="10509"/>
                </a:lnTo>
                <a:cubicBezTo>
                  <a:pt x="2222" y="10514"/>
                  <a:pt x="2225" y="10491"/>
                  <a:pt x="2215" y="10489"/>
                </a:cubicBezTo>
                <a:close/>
                <a:moveTo>
                  <a:pt x="295" y="10484"/>
                </a:moveTo>
                <a:cubicBezTo>
                  <a:pt x="293" y="10484"/>
                  <a:pt x="292" y="10487"/>
                  <a:pt x="292" y="10489"/>
                </a:cubicBezTo>
                <a:cubicBezTo>
                  <a:pt x="292" y="10491"/>
                  <a:pt x="292" y="10494"/>
                  <a:pt x="292" y="10496"/>
                </a:cubicBezTo>
                <a:lnTo>
                  <a:pt x="299" y="10496"/>
                </a:lnTo>
                <a:cubicBezTo>
                  <a:pt x="299" y="10493"/>
                  <a:pt x="299" y="10491"/>
                  <a:pt x="299" y="10489"/>
                </a:cubicBezTo>
                <a:lnTo>
                  <a:pt x="297" y="10490"/>
                </a:lnTo>
                <a:lnTo>
                  <a:pt x="298" y="10487"/>
                </a:lnTo>
                <a:cubicBezTo>
                  <a:pt x="297" y="10485"/>
                  <a:pt x="296" y="10484"/>
                  <a:pt x="295" y="10484"/>
                </a:cubicBezTo>
                <a:close/>
                <a:moveTo>
                  <a:pt x="2241" y="10475"/>
                </a:moveTo>
                <a:cubicBezTo>
                  <a:pt x="2240" y="10479"/>
                  <a:pt x="2240" y="10482"/>
                  <a:pt x="2240" y="10486"/>
                </a:cubicBezTo>
                <a:cubicBezTo>
                  <a:pt x="2244" y="10486"/>
                  <a:pt x="2249" y="10488"/>
                  <a:pt x="2251" y="10484"/>
                </a:cubicBezTo>
                <a:cubicBezTo>
                  <a:pt x="2246" y="10482"/>
                  <a:pt x="2246" y="10477"/>
                  <a:pt x="2241" y="10476"/>
                </a:cubicBezTo>
                <a:lnTo>
                  <a:pt x="2241" y="10475"/>
                </a:lnTo>
                <a:close/>
                <a:moveTo>
                  <a:pt x="331" y="10474"/>
                </a:moveTo>
                <a:cubicBezTo>
                  <a:pt x="329" y="10474"/>
                  <a:pt x="328" y="10475"/>
                  <a:pt x="327" y="10479"/>
                </a:cubicBezTo>
                <a:cubicBezTo>
                  <a:pt x="341" y="10484"/>
                  <a:pt x="336" y="10473"/>
                  <a:pt x="331" y="10474"/>
                </a:cubicBezTo>
                <a:close/>
                <a:moveTo>
                  <a:pt x="2270" y="10470"/>
                </a:moveTo>
                <a:cubicBezTo>
                  <a:pt x="2267" y="10470"/>
                  <a:pt x="2265" y="10471"/>
                  <a:pt x="2262" y="10472"/>
                </a:cubicBezTo>
                <a:cubicBezTo>
                  <a:pt x="2267" y="10498"/>
                  <a:pt x="2248" y="10528"/>
                  <a:pt x="2278" y="10532"/>
                </a:cubicBezTo>
                <a:lnTo>
                  <a:pt x="2278" y="10531"/>
                </a:lnTo>
                <a:cubicBezTo>
                  <a:pt x="2280" y="10522"/>
                  <a:pt x="2273" y="10519"/>
                  <a:pt x="2270" y="10514"/>
                </a:cubicBezTo>
                <a:cubicBezTo>
                  <a:pt x="2286" y="10504"/>
                  <a:pt x="2281" y="10484"/>
                  <a:pt x="2276" y="10471"/>
                </a:cubicBezTo>
                <a:cubicBezTo>
                  <a:pt x="2275" y="10470"/>
                  <a:pt x="2274" y="10470"/>
                  <a:pt x="2272" y="10470"/>
                </a:cubicBezTo>
                <a:cubicBezTo>
                  <a:pt x="2272" y="10470"/>
                  <a:pt x="2271" y="10470"/>
                  <a:pt x="2270" y="10470"/>
                </a:cubicBezTo>
                <a:close/>
                <a:moveTo>
                  <a:pt x="458" y="10459"/>
                </a:moveTo>
                <a:lnTo>
                  <a:pt x="456" y="10469"/>
                </a:lnTo>
                <a:lnTo>
                  <a:pt x="466" y="10470"/>
                </a:lnTo>
                <a:lnTo>
                  <a:pt x="468" y="10460"/>
                </a:lnTo>
                <a:lnTo>
                  <a:pt x="458" y="10459"/>
                </a:lnTo>
                <a:close/>
                <a:moveTo>
                  <a:pt x="1179" y="10452"/>
                </a:moveTo>
                <a:lnTo>
                  <a:pt x="1176" y="10453"/>
                </a:lnTo>
                <a:lnTo>
                  <a:pt x="1178" y="10453"/>
                </a:lnTo>
                <a:lnTo>
                  <a:pt x="1177" y="10454"/>
                </a:lnTo>
                <a:cubicBezTo>
                  <a:pt x="1176" y="10458"/>
                  <a:pt x="1176" y="10464"/>
                  <a:pt x="1170" y="10473"/>
                </a:cubicBezTo>
                <a:cubicBezTo>
                  <a:pt x="1178" y="10476"/>
                  <a:pt x="1188" y="10456"/>
                  <a:pt x="1179" y="10453"/>
                </a:cubicBezTo>
                <a:lnTo>
                  <a:pt x="1178" y="10453"/>
                </a:lnTo>
                <a:lnTo>
                  <a:pt x="1178" y="10453"/>
                </a:lnTo>
                <a:cubicBezTo>
                  <a:pt x="1178" y="10452"/>
                  <a:pt x="1179" y="10452"/>
                  <a:pt x="1179" y="10452"/>
                </a:cubicBezTo>
                <a:close/>
                <a:moveTo>
                  <a:pt x="2308" y="10451"/>
                </a:moveTo>
                <a:cubicBezTo>
                  <a:pt x="2301" y="10451"/>
                  <a:pt x="2295" y="10456"/>
                  <a:pt x="2295" y="10463"/>
                </a:cubicBezTo>
                <a:lnTo>
                  <a:pt x="2297" y="10462"/>
                </a:lnTo>
                <a:cubicBezTo>
                  <a:pt x="2301" y="10463"/>
                  <a:pt x="2305" y="10477"/>
                  <a:pt x="2308" y="10468"/>
                </a:cubicBezTo>
                <a:cubicBezTo>
                  <a:pt x="2300" y="10467"/>
                  <a:pt x="2313" y="10460"/>
                  <a:pt x="2310" y="10451"/>
                </a:cubicBezTo>
                <a:cubicBezTo>
                  <a:pt x="2309" y="10451"/>
                  <a:pt x="2309" y="10451"/>
                  <a:pt x="2308" y="10451"/>
                </a:cubicBezTo>
                <a:close/>
                <a:moveTo>
                  <a:pt x="336" y="10442"/>
                </a:moveTo>
                <a:cubicBezTo>
                  <a:pt x="336" y="10442"/>
                  <a:pt x="335" y="10442"/>
                  <a:pt x="334" y="10442"/>
                </a:cubicBezTo>
                <a:cubicBezTo>
                  <a:pt x="332" y="10450"/>
                  <a:pt x="333" y="10455"/>
                  <a:pt x="339" y="10457"/>
                </a:cubicBezTo>
                <a:lnTo>
                  <a:pt x="340" y="10457"/>
                </a:lnTo>
                <a:cubicBezTo>
                  <a:pt x="340" y="10451"/>
                  <a:pt x="345" y="10442"/>
                  <a:pt x="336" y="10442"/>
                </a:cubicBezTo>
                <a:close/>
                <a:moveTo>
                  <a:pt x="352" y="10431"/>
                </a:moveTo>
                <a:lnTo>
                  <a:pt x="353" y="10432"/>
                </a:lnTo>
                <a:lnTo>
                  <a:pt x="353" y="10433"/>
                </a:lnTo>
                <a:cubicBezTo>
                  <a:pt x="352" y="10436"/>
                  <a:pt x="349" y="10436"/>
                  <a:pt x="349" y="10441"/>
                </a:cubicBezTo>
                <a:lnTo>
                  <a:pt x="359" y="10442"/>
                </a:lnTo>
                <a:cubicBezTo>
                  <a:pt x="359" y="10440"/>
                  <a:pt x="359" y="10438"/>
                  <a:pt x="359" y="10436"/>
                </a:cubicBezTo>
                <a:cubicBezTo>
                  <a:pt x="356" y="10435"/>
                  <a:pt x="355" y="10434"/>
                  <a:pt x="354" y="10432"/>
                </a:cubicBezTo>
                <a:lnTo>
                  <a:pt x="353" y="10432"/>
                </a:lnTo>
                <a:lnTo>
                  <a:pt x="353" y="10431"/>
                </a:lnTo>
                <a:lnTo>
                  <a:pt x="352" y="10431"/>
                </a:lnTo>
                <a:close/>
                <a:moveTo>
                  <a:pt x="1616" y="10403"/>
                </a:moveTo>
                <a:cubicBezTo>
                  <a:pt x="1613" y="10403"/>
                  <a:pt x="1611" y="10405"/>
                  <a:pt x="1616" y="10411"/>
                </a:cubicBezTo>
                <a:cubicBezTo>
                  <a:pt x="1622" y="10406"/>
                  <a:pt x="1619" y="10403"/>
                  <a:pt x="1616" y="10403"/>
                </a:cubicBezTo>
                <a:close/>
                <a:moveTo>
                  <a:pt x="358" y="10395"/>
                </a:moveTo>
                <a:cubicBezTo>
                  <a:pt x="358" y="10398"/>
                  <a:pt x="358" y="10400"/>
                  <a:pt x="358" y="10402"/>
                </a:cubicBezTo>
                <a:lnTo>
                  <a:pt x="365" y="10402"/>
                </a:lnTo>
                <a:cubicBezTo>
                  <a:pt x="365" y="10400"/>
                  <a:pt x="365" y="10398"/>
                  <a:pt x="365" y="10395"/>
                </a:cubicBezTo>
                <a:lnTo>
                  <a:pt x="358" y="10395"/>
                </a:lnTo>
                <a:close/>
                <a:moveTo>
                  <a:pt x="335" y="10391"/>
                </a:moveTo>
                <a:cubicBezTo>
                  <a:pt x="335" y="10395"/>
                  <a:pt x="333" y="10399"/>
                  <a:pt x="330" y="10402"/>
                </a:cubicBezTo>
                <a:lnTo>
                  <a:pt x="337" y="10402"/>
                </a:lnTo>
                <a:cubicBezTo>
                  <a:pt x="341" y="10398"/>
                  <a:pt x="341" y="10394"/>
                  <a:pt x="335" y="10391"/>
                </a:cubicBezTo>
                <a:close/>
                <a:moveTo>
                  <a:pt x="2269" y="10391"/>
                </a:moveTo>
                <a:cubicBezTo>
                  <a:pt x="2253" y="10419"/>
                  <a:pt x="2276" y="10431"/>
                  <a:pt x="2261" y="10454"/>
                </a:cubicBezTo>
                <a:cubicBezTo>
                  <a:pt x="2286" y="10457"/>
                  <a:pt x="2275" y="10403"/>
                  <a:pt x="2269" y="10391"/>
                </a:cubicBezTo>
                <a:lnTo>
                  <a:pt x="2269" y="10391"/>
                </a:lnTo>
                <a:close/>
                <a:moveTo>
                  <a:pt x="1180" y="10390"/>
                </a:moveTo>
                <a:lnTo>
                  <a:pt x="1178" y="10392"/>
                </a:lnTo>
                <a:lnTo>
                  <a:pt x="1179" y="10393"/>
                </a:lnTo>
                <a:lnTo>
                  <a:pt x="1177" y="10396"/>
                </a:lnTo>
                <a:cubicBezTo>
                  <a:pt x="1171" y="10409"/>
                  <a:pt x="1173" y="10425"/>
                  <a:pt x="1182" y="10437"/>
                </a:cubicBezTo>
                <a:cubicBezTo>
                  <a:pt x="1180" y="10424"/>
                  <a:pt x="1182" y="10411"/>
                  <a:pt x="1187" y="10400"/>
                </a:cubicBezTo>
                <a:cubicBezTo>
                  <a:pt x="1182" y="10400"/>
                  <a:pt x="1181" y="10397"/>
                  <a:pt x="1180" y="10394"/>
                </a:cubicBezTo>
                <a:lnTo>
                  <a:pt x="1179" y="10393"/>
                </a:lnTo>
                <a:lnTo>
                  <a:pt x="1180" y="10390"/>
                </a:lnTo>
                <a:close/>
                <a:moveTo>
                  <a:pt x="2212" y="10383"/>
                </a:moveTo>
                <a:cubicBezTo>
                  <a:pt x="2213" y="10410"/>
                  <a:pt x="2182" y="10380"/>
                  <a:pt x="2177" y="10395"/>
                </a:cubicBezTo>
                <a:cubicBezTo>
                  <a:pt x="2182" y="10398"/>
                  <a:pt x="2196" y="10394"/>
                  <a:pt x="2196" y="10401"/>
                </a:cubicBezTo>
                <a:cubicBezTo>
                  <a:pt x="2193" y="10414"/>
                  <a:pt x="2184" y="10415"/>
                  <a:pt x="2178" y="10405"/>
                </a:cubicBezTo>
                <a:cubicBezTo>
                  <a:pt x="2174" y="10426"/>
                  <a:pt x="2174" y="10446"/>
                  <a:pt x="2177" y="10467"/>
                </a:cubicBezTo>
                <a:cubicBezTo>
                  <a:pt x="2181" y="10460"/>
                  <a:pt x="2187" y="10459"/>
                  <a:pt x="2195" y="10459"/>
                </a:cubicBezTo>
                <a:cubicBezTo>
                  <a:pt x="2199" y="10469"/>
                  <a:pt x="2213" y="10472"/>
                  <a:pt x="2220" y="10480"/>
                </a:cubicBezTo>
                <a:lnTo>
                  <a:pt x="2220" y="10480"/>
                </a:lnTo>
                <a:cubicBezTo>
                  <a:pt x="2225" y="10467"/>
                  <a:pt x="2231" y="10457"/>
                  <a:pt x="2234" y="10443"/>
                </a:cubicBezTo>
                <a:cubicBezTo>
                  <a:pt x="2211" y="10436"/>
                  <a:pt x="2233" y="10399"/>
                  <a:pt x="2212" y="10383"/>
                </a:cubicBezTo>
                <a:close/>
                <a:moveTo>
                  <a:pt x="7474" y="10378"/>
                </a:moveTo>
                <a:cubicBezTo>
                  <a:pt x="7460" y="10379"/>
                  <a:pt x="7460" y="10395"/>
                  <a:pt x="7456" y="10408"/>
                </a:cubicBezTo>
                <a:cubicBezTo>
                  <a:pt x="7462" y="10408"/>
                  <a:pt x="7483" y="10420"/>
                  <a:pt x="7476" y="10412"/>
                </a:cubicBezTo>
                <a:cubicBezTo>
                  <a:pt x="7463" y="10400"/>
                  <a:pt x="7480" y="10390"/>
                  <a:pt x="7474" y="10378"/>
                </a:cubicBezTo>
                <a:lnTo>
                  <a:pt x="7474" y="10378"/>
                </a:lnTo>
                <a:close/>
                <a:moveTo>
                  <a:pt x="2267" y="10377"/>
                </a:moveTo>
                <a:cubicBezTo>
                  <a:pt x="2264" y="10377"/>
                  <a:pt x="2262" y="10385"/>
                  <a:pt x="2266" y="10387"/>
                </a:cubicBezTo>
                <a:cubicBezTo>
                  <a:pt x="2274" y="10391"/>
                  <a:pt x="2275" y="10375"/>
                  <a:pt x="2268" y="10377"/>
                </a:cubicBezTo>
                <a:lnTo>
                  <a:pt x="2267" y="10377"/>
                </a:lnTo>
                <a:close/>
                <a:moveTo>
                  <a:pt x="336" y="10373"/>
                </a:moveTo>
                <a:cubicBezTo>
                  <a:pt x="336" y="10373"/>
                  <a:pt x="337" y="10373"/>
                  <a:pt x="337" y="10374"/>
                </a:cubicBezTo>
                <a:lnTo>
                  <a:pt x="338" y="10374"/>
                </a:lnTo>
                <a:lnTo>
                  <a:pt x="336" y="10376"/>
                </a:lnTo>
                <a:cubicBezTo>
                  <a:pt x="335" y="10377"/>
                  <a:pt x="335" y="10378"/>
                  <a:pt x="334" y="10379"/>
                </a:cubicBezTo>
                <a:lnTo>
                  <a:pt x="332" y="10378"/>
                </a:lnTo>
                <a:lnTo>
                  <a:pt x="332" y="10377"/>
                </a:lnTo>
                <a:cubicBezTo>
                  <a:pt x="333" y="10375"/>
                  <a:pt x="334" y="10374"/>
                  <a:pt x="336" y="10373"/>
                </a:cubicBezTo>
                <a:close/>
                <a:moveTo>
                  <a:pt x="2179" y="10370"/>
                </a:moveTo>
                <a:cubicBezTo>
                  <a:pt x="2179" y="10372"/>
                  <a:pt x="2179" y="10374"/>
                  <a:pt x="2179" y="10376"/>
                </a:cubicBezTo>
                <a:lnTo>
                  <a:pt x="2186" y="10376"/>
                </a:lnTo>
                <a:cubicBezTo>
                  <a:pt x="2187" y="10374"/>
                  <a:pt x="2187" y="10372"/>
                  <a:pt x="2187" y="10370"/>
                </a:cubicBezTo>
                <a:lnTo>
                  <a:pt x="2179" y="10370"/>
                </a:lnTo>
                <a:close/>
                <a:moveTo>
                  <a:pt x="1641" y="10361"/>
                </a:moveTo>
                <a:lnTo>
                  <a:pt x="1643" y="10361"/>
                </a:lnTo>
                <a:cubicBezTo>
                  <a:pt x="1643" y="10364"/>
                  <a:pt x="1641" y="10365"/>
                  <a:pt x="1639" y="10365"/>
                </a:cubicBezTo>
                <a:lnTo>
                  <a:pt x="1637" y="10365"/>
                </a:lnTo>
                <a:lnTo>
                  <a:pt x="1641" y="10361"/>
                </a:lnTo>
                <a:close/>
                <a:moveTo>
                  <a:pt x="2203" y="10348"/>
                </a:moveTo>
                <a:cubicBezTo>
                  <a:pt x="2201" y="10348"/>
                  <a:pt x="2200" y="10349"/>
                  <a:pt x="2198" y="10350"/>
                </a:cubicBezTo>
                <a:lnTo>
                  <a:pt x="2196" y="10351"/>
                </a:lnTo>
                <a:lnTo>
                  <a:pt x="2196" y="10350"/>
                </a:lnTo>
                <a:lnTo>
                  <a:pt x="2196" y="10351"/>
                </a:lnTo>
                <a:lnTo>
                  <a:pt x="2196" y="10351"/>
                </a:lnTo>
                <a:lnTo>
                  <a:pt x="2197" y="10354"/>
                </a:lnTo>
                <a:cubicBezTo>
                  <a:pt x="2199" y="10363"/>
                  <a:pt x="2203" y="10364"/>
                  <a:pt x="2193" y="10371"/>
                </a:cubicBezTo>
                <a:cubicBezTo>
                  <a:pt x="2205" y="10370"/>
                  <a:pt x="2197" y="10383"/>
                  <a:pt x="2205" y="10383"/>
                </a:cubicBezTo>
                <a:cubicBezTo>
                  <a:pt x="2206" y="10368"/>
                  <a:pt x="2211" y="10370"/>
                  <a:pt x="2219" y="10358"/>
                </a:cubicBezTo>
                <a:cubicBezTo>
                  <a:pt x="2212" y="10356"/>
                  <a:pt x="2208" y="10349"/>
                  <a:pt x="2203" y="10348"/>
                </a:cubicBezTo>
                <a:close/>
                <a:moveTo>
                  <a:pt x="1203" y="10346"/>
                </a:moveTo>
                <a:cubicBezTo>
                  <a:pt x="1197" y="10346"/>
                  <a:pt x="1187" y="10356"/>
                  <a:pt x="1203" y="10361"/>
                </a:cubicBezTo>
                <a:cubicBezTo>
                  <a:pt x="1209" y="10350"/>
                  <a:pt x="1207" y="10346"/>
                  <a:pt x="1203" y="10346"/>
                </a:cubicBezTo>
                <a:close/>
                <a:moveTo>
                  <a:pt x="1180" y="10339"/>
                </a:moveTo>
                <a:lnTo>
                  <a:pt x="1178" y="10341"/>
                </a:lnTo>
                <a:cubicBezTo>
                  <a:pt x="1178" y="10341"/>
                  <a:pt x="1178" y="10342"/>
                  <a:pt x="1179" y="10342"/>
                </a:cubicBezTo>
                <a:lnTo>
                  <a:pt x="1179" y="10342"/>
                </a:lnTo>
                <a:lnTo>
                  <a:pt x="1179" y="10343"/>
                </a:lnTo>
                <a:cubicBezTo>
                  <a:pt x="1176" y="10352"/>
                  <a:pt x="1172" y="10369"/>
                  <a:pt x="1180" y="10375"/>
                </a:cubicBezTo>
                <a:cubicBezTo>
                  <a:pt x="1179" y="10371"/>
                  <a:pt x="1183" y="10353"/>
                  <a:pt x="1180" y="10344"/>
                </a:cubicBezTo>
                <a:lnTo>
                  <a:pt x="1179" y="10342"/>
                </a:lnTo>
                <a:lnTo>
                  <a:pt x="1180" y="10339"/>
                </a:lnTo>
                <a:close/>
                <a:moveTo>
                  <a:pt x="2177" y="10339"/>
                </a:moveTo>
                <a:cubicBezTo>
                  <a:pt x="2176" y="10338"/>
                  <a:pt x="2174" y="10339"/>
                  <a:pt x="2174" y="10341"/>
                </a:cubicBezTo>
                <a:cubicBezTo>
                  <a:pt x="2183" y="10341"/>
                  <a:pt x="2167" y="10362"/>
                  <a:pt x="2181" y="10359"/>
                </a:cubicBezTo>
                <a:lnTo>
                  <a:pt x="2182" y="10359"/>
                </a:lnTo>
                <a:cubicBezTo>
                  <a:pt x="2192" y="10355"/>
                  <a:pt x="2183" y="10340"/>
                  <a:pt x="2177" y="10339"/>
                </a:cubicBezTo>
                <a:close/>
                <a:moveTo>
                  <a:pt x="585" y="10333"/>
                </a:moveTo>
                <a:cubicBezTo>
                  <a:pt x="579" y="10333"/>
                  <a:pt x="573" y="10334"/>
                  <a:pt x="571" y="10339"/>
                </a:cubicBezTo>
                <a:cubicBezTo>
                  <a:pt x="573" y="10340"/>
                  <a:pt x="573" y="10342"/>
                  <a:pt x="573" y="10346"/>
                </a:cubicBezTo>
                <a:cubicBezTo>
                  <a:pt x="586" y="10348"/>
                  <a:pt x="595" y="10347"/>
                  <a:pt x="600" y="10339"/>
                </a:cubicBezTo>
                <a:lnTo>
                  <a:pt x="601" y="10337"/>
                </a:lnTo>
                <a:lnTo>
                  <a:pt x="602" y="10338"/>
                </a:lnTo>
                <a:lnTo>
                  <a:pt x="601" y="10336"/>
                </a:lnTo>
                <a:lnTo>
                  <a:pt x="601" y="10337"/>
                </a:lnTo>
                <a:lnTo>
                  <a:pt x="599" y="10336"/>
                </a:lnTo>
                <a:cubicBezTo>
                  <a:pt x="595" y="10334"/>
                  <a:pt x="590" y="10333"/>
                  <a:pt x="585" y="10333"/>
                </a:cubicBezTo>
                <a:close/>
                <a:moveTo>
                  <a:pt x="1273" y="10331"/>
                </a:moveTo>
                <a:cubicBezTo>
                  <a:pt x="1266" y="10331"/>
                  <a:pt x="1260" y="10336"/>
                  <a:pt x="1260" y="10344"/>
                </a:cubicBezTo>
                <a:lnTo>
                  <a:pt x="1276" y="10346"/>
                </a:lnTo>
                <a:cubicBezTo>
                  <a:pt x="1277" y="10341"/>
                  <a:pt x="1277" y="10336"/>
                  <a:pt x="1275" y="10332"/>
                </a:cubicBezTo>
                <a:lnTo>
                  <a:pt x="1276" y="10331"/>
                </a:lnTo>
                <a:cubicBezTo>
                  <a:pt x="1275" y="10331"/>
                  <a:pt x="1274" y="10331"/>
                  <a:pt x="1273" y="10331"/>
                </a:cubicBezTo>
                <a:close/>
                <a:moveTo>
                  <a:pt x="1330" y="10328"/>
                </a:moveTo>
                <a:lnTo>
                  <a:pt x="1330" y="10329"/>
                </a:lnTo>
                <a:lnTo>
                  <a:pt x="1330" y="10329"/>
                </a:lnTo>
                <a:lnTo>
                  <a:pt x="1329" y="10333"/>
                </a:lnTo>
                <a:cubicBezTo>
                  <a:pt x="1329" y="10335"/>
                  <a:pt x="1329" y="10337"/>
                  <a:pt x="1329" y="10339"/>
                </a:cubicBezTo>
                <a:cubicBezTo>
                  <a:pt x="1334" y="10338"/>
                  <a:pt x="1346" y="10345"/>
                  <a:pt x="1346" y="10338"/>
                </a:cubicBezTo>
                <a:cubicBezTo>
                  <a:pt x="1343" y="10334"/>
                  <a:pt x="1341" y="10329"/>
                  <a:pt x="1334" y="10329"/>
                </a:cubicBezTo>
                <a:lnTo>
                  <a:pt x="1330" y="10329"/>
                </a:lnTo>
                <a:lnTo>
                  <a:pt x="1330" y="10328"/>
                </a:lnTo>
                <a:close/>
                <a:moveTo>
                  <a:pt x="1634" y="10327"/>
                </a:moveTo>
                <a:cubicBezTo>
                  <a:pt x="1630" y="10328"/>
                  <a:pt x="1627" y="10330"/>
                  <a:pt x="1626" y="10334"/>
                </a:cubicBezTo>
                <a:cubicBezTo>
                  <a:pt x="1630" y="10339"/>
                  <a:pt x="1638" y="10340"/>
                  <a:pt x="1637" y="10329"/>
                </a:cubicBezTo>
                <a:lnTo>
                  <a:pt x="1638" y="10328"/>
                </a:lnTo>
                <a:cubicBezTo>
                  <a:pt x="1638" y="10328"/>
                  <a:pt x="1638" y="10328"/>
                  <a:pt x="1638" y="10328"/>
                </a:cubicBezTo>
                <a:cubicBezTo>
                  <a:pt x="1636" y="10327"/>
                  <a:pt x="1635" y="10327"/>
                  <a:pt x="1634" y="10327"/>
                </a:cubicBezTo>
                <a:close/>
                <a:moveTo>
                  <a:pt x="2268" y="10326"/>
                </a:moveTo>
                <a:cubicBezTo>
                  <a:pt x="2265" y="10333"/>
                  <a:pt x="2267" y="10339"/>
                  <a:pt x="2272" y="10344"/>
                </a:cubicBezTo>
                <a:cubicBezTo>
                  <a:pt x="2276" y="10340"/>
                  <a:pt x="2278" y="10334"/>
                  <a:pt x="2278" y="10328"/>
                </a:cubicBezTo>
                <a:lnTo>
                  <a:pt x="2268" y="10326"/>
                </a:lnTo>
                <a:close/>
                <a:moveTo>
                  <a:pt x="1199" y="10324"/>
                </a:moveTo>
                <a:lnTo>
                  <a:pt x="1197" y="10326"/>
                </a:lnTo>
                <a:lnTo>
                  <a:pt x="1198" y="10327"/>
                </a:lnTo>
                <a:lnTo>
                  <a:pt x="1198" y="10327"/>
                </a:lnTo>
                <a:cubicBezTo>
                  <a:pt x="1197" y="10333"/>
                  <a:pt x="1199" y="10338"/>
                  <a:pt x="1202" y="10340"/>
                </a:cubicBezTo>
                <a:cubicBezTo>
                  <a:pt x="1204" y="10334"/>
                  <a:pt x="1203" y="10329"/>
                  <a:pt x="1199" y="10327"/>
                </a:cubicBezTo>
                <a:lnTo>
                  <a:pt x="1198" y="10327"/>
                </a:lnTo>
                <a:lnTo>
                  <a:pt x="1199" y="10324"/>
                </a:lnTo>
                <a:close/>
                <a:moveTo>
                  <a:pt x="1324" y="10321"/>
                </a:moveTo>
                <a:cubicBezTo>
                  <a:pt x="1325" y="10326"/>
                  <a:pt x="1318" y="10339"/>
                  <a:pt x="1325" y="10339"/>
                </a:cubicBezTo>
                <a:lnTo>
                  <a:pt x="1326" y="10338"/>
                </a:lnTo>
                <a:cubicBezTo>
                  <a:pt x="1324" y="10333"/>
                  <a:pt x="1332" y="10321"/>
                  <a:pt x="1324" y="10321"/>
                </a:cubicBezTo>
                <a:close/>
                <a:moveTo>
                  <a:pt x="1237" y="10319"/>
                </a:moveTo>
                <a:lnTo>
                  <a:pt x="1235" y="10321"/>
                </a:lnTo>
                <a:lnTo>
                  <a:pt x="1235" y="10321"/>
                </a:lnTo>
                <a:lnTo>
                  <a:pt x="1235" y="10322"/>
                </a:lnTo>
                <a:cubicBezTo>
                  <a:pt x="1230" y="10327"/>
                  <a:pt x="1223" y="10331"/>
                  <a:pt x="1222" y="10343"/>
                </a:cubicBezTo>
                <a:cubicBezTo>
                  <a:pt x="1226" y="10352"/>
                  <a:pt x="1265" y="10364"/>
                  <a:pt x="1267" y="10356"/>
                </a:cubicBezTo>
                <a:cubicBezTo>
                  <a:pt x="1243" y="10356"/>
                  <a:pt x="1255" y="10328"/>
                  <a:pt x="1238" y="10322"/>
                </a:cubicBezTo>
                <a:lnTo>
                  <a:pt x="1235" y="10321"/>
                </a:lnTo>
                <a:lnTo>
                  <a:pt x="1237" y="10319"/>
                </a:lnTo>
                <a:close/>
                <a:moveTo>
                  <a:pt x="2194" y="10317"/>
                </a:moveTo>
                <a:cubicBezTo>
                  <a:pt x="2193" y="10322"/>
                  <a:pt x="2192" y="10328"/>
                  <a:pt x="2192" y="10334"/>
                </a:cubicBezTo>
                <a:cubicBezTo>
                  <a:pt x="2202" y="10331"/>
                  <a:pt x="2215" y="10350"/>
                  <a:pt x="2218" y="10334"/>
                </a:cubicBezTo>
                <a:lnTo>
                  <a:pt x="2219" y="10333"/>
                </a:lnTo>
                <a:cubicBezTo>
                  <a:pt x="2216" y="10325"/>
                  <a:pt x="2200" y="10338"/>
                  <a:pt x="2207" y="10319"/>
                </a:cubicBezTo>
                <a:lnTo>
                  <a:pt x="2194" y="10317"/>
                </a:lnTo>
                <a:close/>
                <a:moveTo>
                  <a:pt x="2270" y="10310"/>
                </a:moveTo>
                <a:lnTo>
                  <a:pt x="2268" y="10320"/>
                </a:lnTo>
                <a:lnTo>
                  <a:pt x="2275" y="10321"/>
                </a:lnTo>
                <a:lnTo>
                  <a:pt x="2276" y="10311"/>
                </a:lnTo>
                <a:lnTo>
                  <a:pt x="2270" y="10310"/>
                </a:lnTo>
                <a:close/>
                <a:moveTo>
                  <a:pt x="1319" y="10294"/>
                </a:moveTo>
                <a:cubicBezTo>
                  <a:pt x="1316" y="10295"/>
                  <a:pt x="1314" y="10297"/>
                  <a:pt x="1313" y="10299"/>
                </a:cubicBezTo>
                <a:cubicBezTo>
                  <a:pt x="1317" y="10301"/>
                  <a:pt x="1318" y="10304"/>
                  <a:pt x="1325" y="10304"/>
                </a:cubicBezTo>
                <a:lnTo>
                  <a:pt x="1327" y="10304"/>
                </a:lnTo>
                <a:cubicBezTo>
                  <a:pt x="1328" y="10300"/>
                  <a:pt x="1326" y="10296"/>
                  <a:pt x="1322" y="10295"/>
                </a:cubicBezTo>
                <a:cubicBezTo>
                  <a:pt x="1321" y="10294"/>
                  <a:pt x="1320" y="10294"/>
                  <a:pt x="1319" y="10294"/>
                </a:cubicBezTo>
                <a:close/>
                <a:moveTo>
                  <a:pt x="1628" y="10291"/>
                </a:moveTo>
                <a:cubicBezTo>
                  <a:pt x="1627" y="10291"/>
                  <a:pt x="1625" y="10293"/>
                  <a:pt x="1624" y="10296"/>
                </a:cubicBezTo>
                <a:cubicBezTo>
                  <a:pt x="1638" y="10301"/>
                  <a:pt x="1633" y="10290"/>
                  <a:pt x="1628" y="10291"/>
                </a:cubicBezTo>
                <a:close/>
                <a:moveTo>
                  <a:pt x="1559" y="10283"/>
                </a:moveTo>
                <a:cubicBezTo>
                  <a:pt x="1559" y="10286"/>
                  <a:pt x="1559" y="10288"/>
                  <a:pt x="1560" y="10291"/>
                </a:cubicBezTo>
                <a:lnTo>
                  <a:pt x="1566" y="10291"/>
                </a:lnTo>
                <a:cubicBezTo>
                  <a:pt x="1567" y="10289"/>
                  <a:pt x="1567" y="10286"/>
                  <a:pt x="1566" y="10284"/>
                </a:cubicBezTo>
                <a:lnTo>
                  <a:pt x="1560" y="10284"/>
                </a:lnTo>
                <a:lnTo>
                  <a:pt x="1559" y="10283"/>
                </a:lnTo>
                <a:close/>
                <a:moveTo>
                  <a:pt x="1519" y="10282"/>
                </a:moveTo>
                <a:cubicBezTo>
                  <a:pt x="1513" y="10283"/>
                  <a:pt x="1505" y="10288"/>
                  <a:pt x="1500" y="10293"/>
                </a:cubicBezTo>
                <a:cubicBezTo>
                  <a:pt x="1512" y="10294"/>
                  <a:pt x="1523" y="10297"/>
                  <a:pt x="1528" y="10289"/>
                </a:cubicBezTo>
                <a:lnTo>
                  <a:pt x="1528" y="10289"/>
                </a:lnTo>
                <a:cubicBezTo>
                  <a:pt x="1526" y="10284"/>
                  <a:pt x="1523" y="10282"/>
                  <a:pt x="1519" y="10282"/>
                </a:cubicBezTo>
                <a:close/>
                <a:moveTo>
                  <a:pt x="1596" y="10282"/>
                </a:moveTo>
                <a:cubicBezTo>
                  <a:pt x="1593" y="10282"/>
                  <a:pt x="1591" y="10283"/>
                  <a:pt x="1592" y="10288"/>
                </a:cubicBezTo>
                <a:lnTo>
                  <a:pt x="1592" y="10288"/>
                </a:lnTo>
                <a:cubicBezTo>
                  <a:pt x="1600" y="10290"/>
                  <a:pt x="1605" y="10289"/>
                  <a:pt x="1606" y="10283"/>
                </a:cubicBezTo>
                <a:cubicBezTo>
                  <a:pt x="1603" y="10283"/>
                  <a:pt x="1599" y="10282"/>
                  <a:pt x="1596" y="10282"/>
                </a:cubicBezTo>
                <a:close/>
                <a:moveTo>
                  <a:pt x="352" y="10281"/>
                </a:moveTo>
                <a:lnTo>
                  <a:pt x="352" y="10288"/>
                </a:lnTo>
                <a:lnTo>
                  <a:pt x="359" y="10288"/>
                </a:lnTo>
                <a:cubicBezTo>
                  <a:pt x="359" y="10286"/>
                  <a:pt x="359" y="10284"/>
                  <a:pt x="359" y="10281"/>
                </a:cubicBezTo>
                <a:lnTo>
                  <a:pt x="352" y="10281"/>
                </a:lnTo>
                <a:close/>
                <a:moveTo>
                  <a:pt x="7486" y="10274"/>
                </a:moveTo>
                <a:cubicBezTo>
                  <a:pt x="7486" y="10274"/>
                  <a:pt x="7485" y="10274"/>
                  <a:pt x="7485" y="10274"/>
                </a:cubicBezTo>
                <a:cubicBezTo>
                  <a:pt x="7483" y="10274"/>
                  <a:pt x="7482" y="10275"/>
                  <a:pt x="7480" y="10277"/>
                </a:cubicBezTo>
                <a:cubicBezTo>
                  <a:pt x="7478" y="10293"/>
                  <a:pt x="7500" y="10287"/>
                  <a:pt x="7500" y="10277"/>
                </a:cubicBezTo>
                <a:cubicBezTo>
                  <a:pt x="7493" y="10278"/>
                  <a:pt x="7490" y="10274"/>
                  <a:pt x="7486" y="10274"/>
                </a:cubicBezTo>
                <a:close/>
                <a:moveTo>
                  <a:pt x="1496" y="10272"/>
                </a:moveTo>
                <a:cubicBezTo>
                  <a:pt x="1493" y="10273"/>
                  <a:pt x="1490" y="10277"/>
                  <a:pt x="1488" y="10281"/>
                </a:cubicBezTo>
                <a:cubicBezTo>
                  <a:pt x="1494" y="10282"/>
                  <a:pt x="1499" y="10280"/>
                  <a:pt x="1502" y="10276"/>
                </a:cubicBezTo>
                <a:lnTo>
                  <a:pt x="1503" y="10276"/>
                </a:lnTo>
                <a:cubicBezTo>
                  <a:pt x="1500" y="10273"/>
                  <a:pt x="1498" y="10272"/>
                  <a:pt x="1496" y="10272"/>
                </a:cubicBezTo>
                <a:close/>
                <a:moveTo>
                  <a:pt x="1510" y="10270"/>
                </a:moveTo>
                <a:cubicBezTo>
                  <a:pt x="1499" y="10285"/>
                  <a:pt x="1520" y="10280"/>
                  <a:pt x="1510" y="10270"/>
                </a:cubicBezTo>
                <a:close/>
                <a:moveTo>
                  <a:pt x="493" y="10269"/>
                </a:moveTo>
                <a:cubicBezTo>
                  <a:pt x="489" y="10269"/>
                  <a:pt x="486" y="10271"/>
                  <a:pt x="485" y="10275"/>
                </a:cubicBezTo>
                <a:cubicBezTo>
                  <a:pt x="489" y="10280"/>
                  <a:pt x="501" y="10282"/>
                  <a:pt x="502" y="10274"/>
                </a:cubicBezTo>
                <a:lnTo>
                  <a:pt x="502" y="10274"/>
                </a:lnTo>
                <a:cubicBezTo>
                  <a:pt x="500" y="10271"/>
                  <a:pt x="496" y="10269"/>
                  <a:pt x="493" y="10269"/>
                </a:cubicBezTo>
                <a:close/>
                <a:moveTo>
                  <a:pt x="1595" y="10268"/>
                </a:moveTo>
                <a:cubicBezTo>
                  <a:pt x="1585" y="10268"/>
                  <a:pt x="1574" y="10269"/>
                  <a:pt x="1564" y="10271"/>
                </a:cubicBezTo>
                <a:cubicBezTo>
                  <a:pt x="1574" y="10275"/>
                  <a:pt x="1598" y="10279"/>
                  <a:pt x="1606" y="10270"/>
                </a:cubicBezTo>
                <a:lnTo>
                  <a:pt x="1605" y="10269"/>
                </a:lnTo>
                <a:cubicBezTo>
                  <a:pt x="1602" y="10269"/>
                  <a:pt x="1598" y="10268"/>
                  <a:pt x="1595" y="10268"/>
                </a:cubicBezTo>
                <a:close/>
                <a:moveTo>
                  <a:pt x="293" y="10266"/>
                </a:moveTo>
                <a:cubicBezTo>
                  <a:pt x="293" y="10270"/>
                  <a:pt x="289" y="10270"/>
                  <a:pt x="289" y="10273"/>
                </a:cubicBezTo>
                <a:cubicBezTo>
                  <a:pt x="292" y="10273"/>
                  <a:pt x="293" y="10277"/>
                  <a:pt x="295" y="10277"/>
                </a:cubicBezTo>
                <a:cubicBezTo>
                  <a:pt x="296" y="10274"/>
                  <a:pt x="298" y="10274"/>
                  <a:pt x="299" y="10272"/>
                </a:cubicBezTo>
                <a:lnTo>
                  <a:pt x="299" y="10271"/>
                </a:lnTo>
                <a:lnTo>
                  <a:pt x="300" y="10271"/>
                </a:lnTo>
                <a:lnTo>
                  <a:pt x="299" y="10271"/>
                </a:lnTo>
                <a:lnTo>
                  <a:pt x="299" y="10271"/>
                </a:lnTo>
                <a:lnTo>
                  <a:pt x="298" y="10270"/>
                </a:lnTo>
                <a:cubicBezTo>
                  <a:pt x="296" y="10269"/>
                  <a:pt x="295" y="10267"/>
                  <a:pt x="293" y="10266"/>
                </a:cubicBezTo>
                <a:close/>
                <a:moveTo>
                  <a:pt x="270" y="10266"/>
                </a:moveTo>
                <a:cubicBezTo>
                  <a:pt x="270" y="10277"/>
                  <a:pt x="266" y="10293"/>
                  <a:pt x="272" y="10300"/>
                </a:cubicBezTo>
                <a:cubicBezTo>
                  <a:pt x="284" y="10299"/>
                  <a:pt x="298" y="10299"/>
                  <a:pt x="303" y="10290"/>
                </a:cubicBezTo>
                <a:lnTo>
                  <a:pt x="303" y="10290"/>
                </a:lnTo>
                <a:cubicBezTo>
                  <a:pt x="296" y="10277"/>
                  <a:pt x="284" y="10268"/>
                  <a:pt x="270" y="10266"/>
                </a:cubicBezTo>
                <a:close/>
                <a:moveTo>
                  <a:pt x="1541" y="10257"/>
                </a:moveTo>
                <a:cubicBezTo>
                  <a:pt x="1540" y="10257"/>
                  <a:pt x="1540" y="10257"/>
                  <a:pt x="1539" y="10257"/>
                </a:cubicBezTo>
                <a:cubicBezTo>
                  <a:pt x="1543" y="10271"/>
                  <a:pt x="1536" y="10272"/>
                  <a:pt x="1528" y="10268"/>
                </a:cubicBezTo>
                <a:lnTo>
                  <a:pt x="1524" y="10265"/>
                </a:lnTo>
                <a:lnTo>
                  <a:pt x="1524" y="10265"/>
                </a:lnTo>
                <a:lnTo>
                  <a:pt x="1524" y="10265"/>
                </a:lnTo>
                <a:lnTo>
                  <a:pt x="1524" y="10265"/>
                </a:lnTo>
                <a:lnTo>
                  <a:pt x="1522" y="10279"/>
                </a:lnTo>
                <a:cubicBezTo>
                  <a:pt x="1534" y="10284"/>
                  <a:pt x="1555" y="10283"/>
                  <a:pt x="1558" y="10266"/>
                </a:cubicBezTo>
                <a:cubicBezTo>
                  <a:pt x="1548" y="10266"/>
                  <a:pt x="1551" y="10256"/>
                  <a:pt x="1541" y="10257"/>
                </a:cubicBezTo>
                <a:close/>
                <a:moveTo>
                  <a:pt x="1934" y="10257"/>
                </a:moveTo>
                <a:cubicBezTo>
                  <a:pt x="1933" y="10257"/>
                  <a:pt x="1932" y="10257"/>
                  <a:pt x="1931" y="10257"/>
                </a:cubicBezTo>
                <a:lnTo>
                  <a:pt x="1931" y="10257"/>
                </a:lnTo>
                <a:cubicBezTo>
                  <a:pt x="1931" y="10261"/>
                  <a:pt x="1930" y="10264"/>
                  <a:pt x="1930" y="10267"/>
                </a:cubicBezTo>
                <a:cubicBezTo>
                  <a:pt x="1938" y="10268"/>
                  <a:pt x="1946" y="10270"/>
                  <a:pt x="1947" y="10262"/>
                </a:cubicBezTo>
                <a:cubicBezTo>
                  <a:pt x="1940" y="10263"/>
                  <a:pt x="1940" y="10257"/>
                  <a:pt x="1934" y="10257"/>
                </a:cubicBezTo>
                <a:close/>
                <a:moveTo>
                  <a:pt x="1918" y="10253"/>
                </a:moveTo>
                <a:cubicBezTo>
                  <a:pt x="1911" y="10254"/>
                  <a:pt x="1904" y="10259"/>
                  <a:pt x="1903" y="10267"/>
                </a:cubicBezTo>
                <a:lnTo>
                  <a:pt x="1903" y="10267"/>
                </a:lnTo>
                <a:cubicBezTo>
                  <a:pt x="1908" y="10279"/>
                  <a:pt x="1926" y="10273"/>
                  <a:pt x="1928" y="10256"/>
                </a:cubicBezTo>
                <a:cubicBezTo>
                  <a:pt x="1926" y="10254"/>
                  <a:pt x="1923" y="10253"/>
                  <a:pt x="1921" y="10253"/>
                </a:cubicBezTo>
                <a:cubicBezTo>
                  <a:pt x="1920" y="10253"/>
                  <a:pt x="1919" y="10253"/>
                  <a:pt x="1918" y="10253"/>
                </a:cubicBezTo>
                <a:close/>
                <a:moveTo>
                  <a:pt x="611" y="10251"/>
                </a:moveTo>
                <a:cubicBezTo>
                  <a:pt x="605" y="10250"/>
                  <a:pt x="600" y="10252"/>
                  <a:pt x="600" y="10259"/>
                </a:cubicBezTo>
                <a:lnTo>
                  <a:pt x="599" y="10259"/>
                </a:lnTo>
                <a:cubicBezTo>
                  <a:pt x="605" y="10257"/>
                  <a:pt x="616" y="10261"/>
                  <a:pt x="618" y="10251"/>
                </a:cubicBezTo>
                <a:cubicBezTo>
                  <a:pt x="616" y="10251"/>
                  <a:pt x="613" y="10251"/>
                  <a:pt x="611" y="10251"/>
                </a:cubicBezTo>
                <a:close/>
                <a:moveTo>
                  <a:pt x="1581" y="10249"/>
                </a:moveTo>
                <a:cubicBezTo>
                  <a:pt x="1580" y="10251"/>
                  <a:pt x="1580" y="10253"/>
                  <a:pt x="1581" y="10256"/>
                </a:cubicBezTo>
                <a:lnTo>
                  <a:pt x="1595" y="10257"/>
                </a:lnTo>
                <a:cubicBezTo>
                  <a:pt x="1595" y="10255"/>
                  <a:pt x="1595" y="10253"/>
                  <a:pt x="1595" y="10251"/>
                </a:cubicBezTo>
                <a:lnTo>
                  <a:pt x="1581" y="10249"/>
                </a:lnTo>
                <a:lnTo>
                  <a:pt x="1581" y="10249"/>
                </a:lnTo>
                <a:close/>
                <a:moveTo>
                  <a:pt x="1751" y="10248"/>
                </a:moveTo>
                <a:cubicBezTo>
                  <a:pt x="1746" y="10249"/>
                  <a:pt x="1738" y="10261"/>
                  <a:pt x="1744" y="10261"/>
                </a:cubicBezTo>
                <a:cubicBezTo>
                  <a:pt x="1745" y="10257"/>
                  <a:pt x="1749" y="10259"/>
                  <a:pt x="1754" y="10259"/>
                </a:cubicBezTo>
                <a:lnTo>
                  <a:pt x="1756" y="10258"/>
                </a:lnTo>
                <a:cubicBezTo>
                  <a:pt x="1756" y="10256"/>
                  <a:pt x="1756" y="10254"/>
                  <a:pt x="1755" y="10252"/>
                </a:cubicBezTo>
                <a:cubicBezTo>
                  <a:pt x="1754" y="10249"/>
                  <a:pt x="1753" y="10248"/>
                  <a:pt x="1751" y="10248"/>
                </a:cubicBezTo>
                <a:close/>
                <a:moveTo>
                  <a:pt x="1493" y="10244"/>
                </a:moveTo>
                <a:lnTo>
                  <a:pt x="1492" y="10251"/>
                </a:lnTo>
                <a:lnTo>
                  <a:pt x="1499" y="10251"/>
                </a:lnTo>
                <a:cubicBezTo>
                  <a:pt x="1500" y="10248"/>
                  <a:pt x="1500" y="10246"/>
                  <a:pt x="1500" y="10244"/>
                </a:cubicBezTo>
                <a:lnTo>
                  <a:pt x="1493" y="10244"/>
                </a:lnTo>
                <a:close/>
                <a:moveTo>
                  <a:pt x="1679" y="10243"/>
                </a:moveTo>
                <a:cubicBezTo>
                  <a:pt x="1677" y="10244"/>
                  <a:pt x="1675" y="10245"/>
                  <a:pt x="1673" y="10247"/>
                </a:cubicBezTo>
                <a:lnTo>
                  <a:pt x="1673" y="10247"/>
                </a:lnTo>
                <a:cubicBezTo>
                  <a:pt x="1680" y="10276"/>
                  <a:pt x="1645" y="10268"/>
                  <a:pt x="1635" y="10252"/>
                </a:cubicBezTo>
                <a:cubicBezTo>
                  <a:pt x="1626" y="10254"/>
                  <a:pt x="1623" y="10265"/>
                  <a:pt x="1616" y="10270"/>
                </a:cubicBezTo>
                <a:cubicBezTo>
                  <a:pt x="1631" y="10282"/>
                  <a:pt x="1655" y="10274"/>
                  <a:pt x="1676" y="10274"/>
                </a:cubicBezTo>
                <a:cubicBezTo>
                  <a:pt x="1672" y="10283"/>
                  <a:pt x="1657" y="10287"/>
                  <a:pt x="1663" y="10296"/>
                </a:cubicBezTo>
                <a:cubicBezTo>
                  <a:pt x="1668" y="10297"/>
                  <a:pt x="1673" y="10295"/>
                  <a:pt x="1677" y="10291"/>
                </a:cubicBezTo>
                <a:cubicBezTo>
                  <a:pt x="1689" y="10279"/>
                  <a:pt x="1679" y="10250"/>
                  <a:pt x="1710" y="10249"/>
                </a:cubicBezTo>
                <a:cubicBezTo>
                  <a:pt x="1698" y="10250"/>
                  <a:pt x="1687" y="10243"/>
                  <a:pt x="1679" y="10243"/>
                </a:cubicBezTo>
                <a:close/>
                <a:moveTo>
                  <a:pt x="475" y="10240"/>
                </a:moveTo>
                <a:cubicBezTo>
                  <a:pt x="471" y="10240"/>
                  <a:pt x="468" y="10243"/>
                  <a:pt x="468" y="10249"/>
                </a:cubicBezTo>
                <a:cubicBezTo>
                  <a:pt x="474" y="10251"/>
                  <a:pt x="481" y="10249"/>
                  <a:pt x="486" y="10244"/>
                </a:cubicBezTo>
                <a:lnTo>
                  <a:pt x="486" y="10244"/>
                </a:lnTo>
                <a:cubicBezTo>
                  <a:pt x="484" y="10241"/>
                  <a:pt x="479" y="10239"/>
                  <a:pt x="475" y="10240"/>
                </a:cubicBezTo>
                <a:close/>
                <a:moveTo>
                  <a:pt x="1733" y="10238"/>
                </a:moveTo>
                <a:lnTo>
                  <a:pt x="1732" y="10248"/>
                </a:lnTo>
                <a:lnTo>
                  <a:pt x="1742" y="10249"/>
                </a:lnTo>
                <a:lnTo>
                  <a:pt x="1743" y="10239"/>
                </a:lnTo>
                <a:lnTo>
                  <a:pt x="1733" y="10238"/>
                </a:lnTo>
                <a:close/>
                <a:moveTo>
                  <a:pt x="1660" y="10235"/>
                </a:moveTo>
                <a:cubicBezTo>
                  <a:pt x="1659" y="10246"/>
                  <a:pt x="1647" y="10242"/>
                  <a:pt x="1643" y="10247"/>
                </a:cubicBezTo>
                <a:cubicBezTo>
                  <a:pt x="1647" y="10251"/>
                  <a:pt x="1653" y="10253"/>
                  <a:pt x="1659" y="10252"/>
                </a:cubicBezTo>
                <a:cubicBezTo>
                  <a:pt x="1661" y="10251"/>
                  <a:pt x="1668" y="10237"/>
                  <a:pt x="1661" y="10236"/>
                </a:cubicBezTo>
                <a:lnTo>
                  <a:pt x="1660" y="10235"/>
                </a:lnTo>
                <a:close/>
                <a:moveTo>
                  <a:pt x="1528" y="10235"/>
                </a:moveTo>
                <a:cubicBezTo>
                  <a:pt x="1528" y="10237"/>
                  <a:pt x="1528" y="10240"/>
                  <a:pt x="1528" y="10242"/>
                </a:cubicBezTo>
                <a:lnTo>
                  <a:pt x="1535" y="10242"/>
                </a:lnTo>
                <a:cubicBezTo>
                  <a:pt x="1535" y="10239"/>
                  <a:pt x="1535" y="10237"/>
                  <a:pt x="1535" y="10235"/>
                </a:cubicBezTo>
                <a:lnTo>
                  <a:pt x="1528" y="10235"/>
                </a:lnTo>
                <a:close/>
                <a:moveTo>
                  <a:pt x="1676" y="10220"/>
                </a:moveTo>
                <a:cubicBezTo>
                  <a:pt x="1675" y="10222"/>
                  <a:pt x="1675" y="10223"/>
                  <a:pt x="1675" y="10225"/>
                </a:cubicBezTo>
                <a:cubicBezTo>
                  <a:pt x="1676" y="10229"/>
                  <a:pt x="1679" y="10231"/>
                  <a:pt x="1683" y="10231"/>
                </a:cubicBezTo>
                <a:cubicBezTo>
                  <a:pt x="1687" y="10230"/>
                  <a:pt x="1689" y="10226"/>
                  <a:pt x="1689" y="10222"/>
                </a:cubicBezTo>
                <a:lnTo>
                  <a:pt x="1676" y="10220"/>
                </a:lnTo>
                <a:close/>
                <a:moveTo>
                  <a:pt x="2080" y="10219"/>
                </a:moveTo>
                <a:cubicBezTo>
                  <a:pt x="2080" y="10219"/>
                  <a:pt x="2079" y="10219"/>
                  <a:pt x="2078" y="10219"/>
                </a:cubicBezTo>
                <a:cubicBezTo>
                  <a:pt x="2086" y="10230"/>
                  <a:pt x="2085" y="10245"/>
                  <a:pt x="2077" y="10255"/>
                </a:cubicBezTo>
                <a:cubicBezTo>
                  <a:pt x="2081" y="10259"/>
                  <a:pt x="2087" y="10261"/>
                  <a:pt x="2093" y="10261"/>
                </a:cubicBezTo>
                <a:cubicBezTo>
                  <a:pt x="2091" y="10248"/>
                  <a:pt x="2091" y="10219"/>
                  <a:pt x="2080" y="10219"/>
                </a:cubicBezTo>
                <a:close/>
                <a:moveTo>
                  <a:pt x="1754" y="10217"/>
                </a:moveTo>
                <a:cubicBezTo>
                  <a:pt x="1748" y="10217"/>
                  <a:pt x="1745" y="10222"/>
                  <a:pt x="1744" y="10229"/>
                </a:cubicBezTo>
                <a:cubicBezTo>
                  <a:pt x="1754" y="10233"/>
                  <a:pt x="1760" y="10226"/>
                  <a:pt x="1758" y="10220"/>
                </a:cubicBezTo>
                <a:lnTo>
                  <a:pt x="1756" y="10217"/>
                </a:lnTo>
                <a:lnTo>
                  <a:pt x="1757" y="10217"/>
                </a:lnTo>
                <a:lnTo>
                  <a:pt x="1756" y="10217"/>
                </a:lnTo>
                <a:lnTo>
                  <a:pt x="1756" y="10217"/>
                </a:lnTo>
                <a:lnTo>
                  <a:pt x="1754" y="10217"/>
                </a:lnTo>
                <a:close/>
                <a:moveTo>
                  <a:pt x="1921" y="10216"/>
                </a:moveTo>
                <a:cubicBezTo>
                  <a:pt x="1918" y="10217"/>
                  <a:pt x="1914" y="10221"/>
                  <a:pt x="1912" y="10224"/>
                </a:cubicBezTo>
                <a:cubicBezTo>
                  <a:pt x="1918" y="10225"/>
                  <a:pt x="1923" y="10225"/>
                  <a:pt x="1925" y="10221"/>
                </a:cubicBezTo>
                <a:lnTo>
                  <a:pt x="1926" y="10219"/>
                </a:lnTo>
                <a:lnTo>
                  <a:pt x="1926" y="10219"/>
                </a:lnTo>
                <a:lnTo>
                  <a:pt x="1926" y="10219"/>
                </a:lnTo>
                <a:lnTo>
                  <a:pt x="1926" y="10219"/>
                </a:lnTo>
                <a:lnTo>
                  <a:pt x="1924" y="10217"/>
                </a:lnTo>
                <a:cubicBezTo>
                  <a:pt x="1924" y="10217"/>
                  <a:pt x="1923" y="10217"/>
                  <a:pt x="1922" y="10216"/>
                </a:cubicBezTo>
                <a:cubicBezTo>
                  <a:pt x="1922" y="10216"/>
                  <a:pt x="1921" y="10216"/>
                  <a:pt x="1921" y="10216"/>
                </a:cubicBezTo>
                <a:close/>
                <a:moveTo>
                  <a:pt x="1709" y="10216"/>
                </a:moveTo>
                <a:cubicBezTo>
                  <a:pt x="1705" y="10216"/>
                  <a:pt x="1701" y="10219"/>
                  <a:pt x="1701" y="10224"/>
                </a:cubicBezTo>
                <a:lnTo>
                  <a:pt x="1714" y="10226"/>
                </a:lnTo>
                <a:cubicBezTo>
                  <a:pt x="1716" y="10220"/>
                  <a:pt x="1713" y="10216"/>
                  <a:pt x="1709" y="10216"/>
                </a:cubicBezTo>
                <a:close/>
                <a:moveTo>
                  <a:pt x="1588" y="10209"/>
                </a:moveTo>
                <a:lnTo>
                  <a:pt x="1587" y="10209"/>
                </a:lnTo>
                <a:lnTo>
                  <a:pt x="1588" y="10209"/>
                </a:lnTo>
                <a:cubicBezTo>
                  <a:pt x="1607" y="10215"/>
                  <a:pt x="1592" y="10210"/>
                  <a:pt x="1588" y="10209"/>
                </a:cubicBezTo>
                <a:close/>
                <a:moveTo>
                  <a:pt x="1674" y="10200"/>
                </a:moveTo>
                <a:cubicBezTo>
                  <a:pt x="1674" y="10202"/>
                  <a:pt x="1674" y="10204"/>
                  <a:pt x="1674" y="10207"/>
                </a:cubicBezTo>
                <a:lnTo>
                  <a:pt x="1687" y="10208"/>
                </a:lnTo>
                <a:cubicBezTo>
                  <a:pt x="1687" y="10206"/>
                  <a:pt x="1687" y="10204"/>
                  <a:pt x="1687" y="10202"/>
                </a:cubicBezTo>
                <a:lnTo>
                  <a:pt x="1674" y="10200"/>
                </a:lnTo>
                <a:close/>
                <a:moveTo>
                  <a:pt x="1937" y="10186"/>
                </a:moveTo>
                <a:cubicBezTo>
                  <a:pt x="1930" y="10207"/>
                  <a:pt x="1946" y="10195"/>
                  <a:pt x="1937" y="10186"/>
                </a:cubicBezTo>
                <a:close/>
                <a:moveTo>
                  <a:pt x="1734" y="10181"/>
                </a:moveTo>
                <a:cubicBezTo>
                  <a:pt x="1728" y="10181"/>
                  <a:pt x="1722" y="10183"/>
                  <a:pt x="1722" y="10192"/>
                </a:cubicBezTo>
                <a:cubicBezTo>
                  <a:pt x="1732" y="10195"/>
                  <a:pt x="1738" y="10194"/>
                  <a:pt x="1740" y="10185"/>
                </a:cubicBezTo>
                <a:lnTo>
                  <a:pt x="1740" y="10181"/>
                </a:lnTo>
                <a:lnTo>
                  <a:pt x="1741" y="10181"/>
                </a:lnTo>
                <a:lnTo>
                  <a:pt x="1740" y="10181"/>
                </a:lnTo>
                <a:lnTo>
                  <a:pt x="1740" y="10181"/>
                </a:lnTo>
                <a:lnTo>
                  <a:pt x="1734" y="10181"/>
                </a:lnTo>
                <a:close/>
                <a:moveTo>
                  <a:pt x="1682" y="10180"/>
                </a:moveTo>
                <a:cubicBezTo>
                  <a:pt x="1678" y="10180"/>
                  <a:pt x="1674" y="10181"/>
                  <a:pt x="1673" y="10186"/>
                </a:cubicBezTo>
                <a:cubicBezTo>
                  <a:pt x="1680" y="10186"/>
                  <a:pt x="1693" y="10193"/>
                  <a:pt x="1691" y="10182"/>
                </a:cubicBezTo>
                <a:lnTo>
                  <a:pt x="1691" y="10181"/>
                </a:lnTo>
                <a:cubicBezTo>
                  <a:pt x="1688" y="10181"/>
                  <a:pt x="1685" y="10180"/>
                  <a:pt x="1682" y="10180"/>
                </a:cubicBezTo>
                <a:close/>
                <a:moveTo>
                  <a:pt x="1625" y="10176"/>
                </a:moveTo>
                <a:lnTo>
                  <a:pt x="1623" y="10186"/>
                </a:lnTo>
                <a:lnTo>
                  <a:pt x="1622" y="10186"/>
                </a:lnTo>
                <a:lnTo>
                  <a:pt x="1623" y="10186"/>
                </a:lnTo>
                <a:lnTo>
                  <a:pt x="1623" y="10186"/>
                </a:lnTo>
                <a:lnTo>
                  <a:pt x="1626" y="10186"/>
                </a:lnTo>
                <a:cubicBezTo>
                  <a:pt x="1629" y="10187"/>
                  <a:pt x="1632" y="10187"/>
                  <a:pt x="1634" y="10184"/>
                </a:cubicBezTo>
                <a:cubicBezTo>
                  <a:pt x="1629" y="10183"/>
                  <a:pt x="1629" y="10178"/>
                  <a:pt x="1625" y="10176"/>
                </a:cubicBezTo>
                <a:close/>
                <a:moveTo>
                  <a:pt x="1711" y="10174"/>
                </a:moveTo>
                <a:cubicBezTo>
                  <a:pt x="1706" y="10174"/>
                  <a:pt x="1701" y="10177"/>
                  <a:pt x="1701" y="10183"/>
                </a:cubicBezTo>
                <a:lnTo>
                  <a:pt x="1717" y="10185"/>
                </a:lnTo>
                <a:lnTo>
                  <a:pt x="1717" y="10185"/>
                </a:lnTo>
                <a:cubicBezTo>
                  <a:pt x="1719" y="10178"/>
                  <a:pt x="1715" y="10175"/>
                  <a:pt x="1711" y="10174"/>
                </a:cubicBezTo>
                <a:close/>
                <a:moveTo>
                  <a:pt x="292" y="10165"/>
                </a:moveTo>
                <a:lnTo>
                  <a:pt x="292" y="10165"/>
                </a:lnTo>
                <a:lnTo>
                  <a:pt x="291" y="10166"/>
                </a:lnTo>
                <a:cubicBezTo>
                  <a:pt x="283" y="10172"/>
                  <a:pt x="285" y="10196"/>
                  <a:pt x="288" y="10209"/>
                </a:cubicBezTo>
                <a:cubicBezTo>
                  <a:pt x="301" y="10204"/>
                  <a:pt x="288" y="10185"/>
                  <a:pt x="291" y="10168"/>
                </a:cubicBezTo>
                <a:lnTo>
                  <a:pt x="292" y="10165"/>
                </a:lnTo>
                <a:lnTo>
                  <a:pt x="292" y="10165"/>
                </a:lnTo>
                <a:lnTo>
                  <a:pt x="292" y="10165"/>
                </a:lnTo>
                <a:close/>
                <a:moveTo>
                  <a:pt x="1669" y="10162"/>
                </a:moveTo>
                <a:cubicBezTo>
                  <a:pt x="1665" y="10166"/>
                  <a:pt x="1663" y="10173"/>
                  <a:pt x="1671" y="10176"/>
                </a:cubicBezTo>
                <a:cubicBezTo>
                  <a:pt x="1671" y="10171"/>
                  <a:pt x="1674" y="10163"/>
                  <a:pt x="1669" y="10162"/>
                </a:cubicBezTo>
                <a:lnTo>
                  <a:pt x="1669" y="10162"/>
                </a:lnTo>
                <a:close/>
                <a:moveTo>
                  <a:pt x="1684" y="10161"/>
                </a:moveTo>
                <a:cubicBezTo>
                  <a:pt x="1681" y="10161"/>
                  <a:pt x="1678" y="10163"/>
                  <a:pt x="1676" y="10166"/>
                </a:cubicBezTo>
                <a:cubicBezTo>
                  <a:pt x="1683" y="10166"/>
                  <a:pt x="1697" y="10173"/>
                  <a:pt x="1700" y="10166"/>
                </a:cubicBezTo>
                <a:lnTo>
                  <a:pt x="1700" y="10166"/>
                </a:lnTo>
                <a:cubicBezTo>
                  <a:pt x="1694" y="10163"/>
                  <a:pt x="1689" y="10160"/>
                  <a:pt x="1684" y="10161"/>
                </a:cubicBezTo>
                <a:close/>
                <a:moveTo>
                  <a:pt x="1602" y="10160"/>
                </a:moveTo>
                <a:cubicBezTo>
                  <a:pt x="1601" y="10164"/>
                  <a:pt x="1597" y="10164"/>
                  <a:pt x="1597" y="10170"/>
                </a:cubicBezTo>
                <a:lnTo>
                  <a:pt x="1607" y="10171"/>
                </a:lnTo>
                <a:lnTo>
                  <a:pt x="1608" y="10171"/>
                </a:lnTo>
                <a:cubicBezTo>
                  <a:pt x="1608" y="10168"/>
                  <a:pt x="1608" y="10166"/>
                  <a:pt x="1608" y="10164"/>
                </a:cubicBezTo>
                <a:cubicBezTo>
                  <a:pt x="1605" y="10164"/>
                  <a:pt x="1605" y="10161"/>
                  <a:pt x="1602" y="10160"/>
                </a:cubicBezTo>
                <a:close/>
                <a:moveTo>
                  <a:pt x="1719" y="10156"/>
                </a:moveTo>
                <a:cubicBezTo>
                  <a:pt x="1715" y="10156"/>
                  <a:pt x="1710" y="10158"/>
                  <a:pt x="1709" y="10163"/>
                </a:cubicBezTo>
                <a:lnTo>
                  <a:pt x="1725" y="10165"/>
                </a:lnTo>
                <a:cubicBezTo>
                  <a:pt x="1726" y="10158"/>
                  <a:pt x="1722" y="10156"/>
                  <a:pt x="1719" y="10156"/>
                </a:cubicBezTo>
                <a:close/>
                <a:moveTo>
                  <a:pt x="1725" y="10138"/>
                </a:moveTo>
                <a:cubicBezTo>
                  <a:pt x="1720" y="10138"/>
                  <a:pt x="1717" y="10139"/>
                  <a:pt x="1716" y="10143"/>
                </a:cubicBezTo>
                <a:cubicBezTo>
                  <a:pt x="1721" y="10143"/>
                  <a:pt x="1730" y="10148"/>
                  <a:pt x="1730" y="10140"/>
                </a:cubicBezTo>
                <a:lnTo>
                  <a:pt x="1730" y="10139"/>
                </a:lnTo>
                <a:lnTo>
                  <a:pt x="1730" y="10139"/>
                </a:lnTo>
                <a:lnTo>
                  <a:pt x="1730" y="10138"/>
                </a:lnTo>
                <a:lnTo>
                  <a:pt x="1730" y="10139"/>
                </a:lnTo>
                <a:lnTo>
                  <a:pt x="1725" y="10138"/>
                </a:lnTo>
                <a:close/>
                <a:moveTo>
                  <a:pt x="731" y="10131"/>
                </a:moveTo>
                <a:cubicBezTo>
                  <a:pt x="731" y="10133"/>
                  <a:pt x="731" y="10135"/>
                  <a:pt x="731" y="10137"/>
                </a:cubicBezTo>
                <a:lnTo>
                  <a:pt x="737" y="10137"/>
                </a:lnTo>
                <a:cubicBezTo>
                  <a:pt x="737" y="10135"/>
                  <a:pt x="737" y="10133"/>
                  <a:pt x="737" y="10131"/>
                </a:cubicBezTo>
                <a:lnTo>
                  <a:pt x="731" y="10131"/>
                </a:lnTo>
                <a:close/>
                <a:moveTo>
                  <a:pt x="1902" y="10115"/>
                </a:moveTo>
                <a:lnTo>
                  <a:pt x="1901" y="10125"/>
                </a:lnTo>
                <a:lnTo>
                  <a:pt x="1908" y="10125"/>
                </a:lnTo>
                <a:lnTo>
                  <a:pt x="1909" y="10115"/>
                </a:lnTo>
                <a:lnTo>
                  <a:pt x="1902" y="10115"/>
                </a:lnTo>
                <a:close/>
                <a:moveTo>
                  <a:pt x="7491" y="10114"/>
                </a:moveTo>
                <a:cubicBezTo>
                  <a:pt x="7480" y="10113"/>
                  <a:pt x="7475" y="10132"/>
                  <a:pt x="7486" y="10135"/>
                </a:cubicBezTo>
                <a:lnTo>
                  <a:pt x="7487" y="10134"/>
                </a:lnTo>
                <a:cubicBezTo>
                  <a:pt x="7490" y="10129"/>
                  <a:pt x="7497" y="10126"/>
                  <a:pt x="7494" y="10114"/>
                </a:cubicBezTo>
                <a:cubicBezTo>
                  <a:pt x="7493" y="10114"/>
                  <a:pt x="7492" y="10114"/>
                  <a:pt x="7491" y="10114"/>
                </a:cubicBezTo>
                <a:close/>
                <a:moveTo>
                  <a:pt x="1840" y="10099"/>
                </a:moveTo>
                <a:cubicBezTo>
                  <a:pt x="1839" y="10103"/>
                  <a:pt x="1834" y="10101"/>
                  <a:pt x="1832" y="10105"/>
                </a:cubicBezTo>
                <a:cubicBezTo>
                  <a:pt x="1839" y="10108"/>
                  <a:pt x="1833" y="10124"/>
                  <a:pt x="1839" y="10129"/>
                </a:cubicBezTo>
                <a:cubicBezTo>
                  <a:pt x="1840" y="10122"/>
                  <a:pt x="1843" y="10119"/>
                  <a:pt x="1851" y="10121"/>
                </a:cubicBezTo>
                <a:cubicBezTo>
                  <a:pt x="1851" y="10111"/>
                  <a:pt x="1843" y="10107"/>
                  <a:pt x="1840" y="10100"/>
                </a:cubicBezTo>
                <a:lnTo>
                  <a:pt x="1840" y="10099"/>
                </a:lnTo>
                <a:close/>
                <a:moveTo>
                  <a:pt x="1814" y="10089"/>
                </a:moveTo>
                <a:cubicBezTo>
                  <a:pt x="1812" y="10093"/>
                  <a:pt x="1815" y="10099"/>
                  <a:pt x="1820" y="10100"/>
                </a:cubicBezTo>
                <a:cubicBezTo>
                  <a:pt x="1821" y="10096"/>
                  <a:pt x="1818" y="10091"/>
                  <a:pt x="1814" y="10089"/>
                </a:cubicBezTo>
                <a:lnTo>
                  <a:pt x="1814" y="10089"/>
                </a:lnTo>
                <a:close/>
                <a:moveTo>
                  <a:pt x="1858" y="10088"/>
                </a:moveTo>
                <a:cubicBezTo>
                  <a:pt x="1858" y="10090"/>
                  <a:pt x="1858" y="10092"/>
                  <a:pt x="1858" y="10095"/>
                </a:cubicBezTo>
                <a:lnTo>
                  <a:pt x="1865" y="10095"/>
                </a:lnTo>
                <a:cubicBezTo>
                  <a:pt x="1865" y="10093"/>
                  <a:pt x="1865" y="10091"/>
                  <a:pt x="1865" y="10088"/>
                </a:cubicBezTo>
                <a:lnTo>
                  <a:pt x="1858" y="10088"/>
                </a:lnTo>
                <a:lnTo>
                  <a:pt x="1858" y="10088"/>
                </a:lnTo>
                <a:close/>
                <a:moveTo>
                  <a:pt x="1791" y="10085"/>
                </a:moveTo>
                <a:cubicBezTo>
                  <a:pt x="1790" y="10092"/>
                  <a:pt x="1793" y="10095"/>
                  <a:pt x="1796" y="10098"/>
                </a:cubicBezTo>
                <a:lnTo>
                  <a:pt x="1799" y="10100"/>
                </a:lnTo>
                <a:lnTo>
                  <a:pt x="1799" y="10100"/>
                </a:lnTo>
                <a:lnTo>
                  <a:pt x="1799" y="10100"/>
                </a:lnTo>
                <a:lnTo>
                  <a:pt x="1799" y="10100"/>
                </a:lnTo>
                <a:lnTo>
                  <a:pt x="1800" y="10097"/>
                </a:lnTo>
                <a:cubicBezTo>
                  <a:pt x="1800" y="10091"/>
                  <a:pt x="1795" y="10089"/>
                  <a:pt x="1791" y="10085"/>
                </a:cubicBezTo>
                <a:close/>
                <a:moveTo>
                  <a:pt x="7490" y="10073"/>
                </a:moveTo>
                <a:cubicBezTo>
                  <a:pt x="7487" y="10074"/>
                  <a:pt x="7483" y="10078"/>
                  <a:pt x="7484" y="10091"/>
                </a:cubicBezTo>
                <a:cubicBezTo>
                  <a:pt x="7509" y="10091"/>
                  <a:pt x="7498" y="10072"/>
                  <a:pt x="7490" y="10073"/>
                </a:cubicBezTo>
                <a:close/>
                <a:moveTo>
                  <a:pt x="1799" y="10046"/>
                </a:moveTo>
                <a:cubicBezTo>
                  <a:pt x="1812" y="10061"/>
                  <a:pt x="1794" y="10073"/>
                  <a:pt x="1796" y="10079"/>
                </a:cubicBezTo>
                <a:cubicBezTo>
                  <a:pt x="1798" y="10066"/>
                  <a:pt x="1812" y="10087"/>
                  <a:pt x="1816" y="10072"/>
                </a:cubicBezTo>
                <a:cubicBezTo>
                  <a:pt x="1808" y="10065"/>
                  <a:pt x="1810" y="10051"/>
                  <a:pt x="1799" y="10046"/>
                </a:cubicBezTo>
                <a:close/>
                <a:moveTo>
                  <a:pt x="200" y="9939"/>
                </a:moveTo>
                <a:cubicBezTo>
                  <a:pt x="196" y="9945"/>
                  <a:pt x="192" y="9957"/>
                  <a:pt x="196" y="9960"/>
                </a:cubicBezTo>
                <a:cubicBezTo>
                  <a:pt x="186" y="9964"/>
                  <a:pt x="178" y="9956"/>
                  <a:pt x="169" y="9967"/>
                </a:cubicBezTo>
                <a:cubicBezTo>
                  <a:pt x="169" y="9984"/>
                  <a:pt x="171" y="10001"/>
                  <a:pt x="175" y="10017"/>
                </a:cubicBezTo>
                <a:cubicBezTo>
                  <a:pt x="187" y="10015"/>
                  <a:pt x="187" y="10000"/>
                  <a:pt x="189" y="9987"/>
                </a:cubicBezTo>
                <a:cubicBezTo>
                  <a:pt x="200" y="9968"/>
                  <a:pt x="222" y="9965"/>
                  <a:pt x="233" y="9948"/>
                </a:cubicBezTo>
                <a:cubicBezTo>
                  <a:pt x="227" y="9951"/>
                  <a:pt x="203" y="9949"/>
                  <a:pt x="200" y="9939"/>
                </a:cubicBezTo>
                <a:close/>
                <a:moveTo>
                  <a:pt x="7514" y="9915"/>
                </a:moveTo>
                <a:cubicBezTo>
                  <a:pt x="7505" y="9915"/>
                  <a:pt x="7502" y="9927"/>
                  <a:pt x="7512" y="9929"/>
                </a:cubicBezTo>
                <a:lnTo>
                  <a:pt x="7512" y="9929"/>
                </a:lnTo>
                <a:cubicBezTo>
                  <a:pt x="7508" y="9918"/>
                  <a:pt x="7523" y="9927"/>
                  <a:pt x="7519" y="9916"/>
                </a:cubicBezTo>
                <a:cubicBezTo>
                  <a:pt x="7517" y="9915"/>
                  <a:pt x="7516" y="9915"/>
                  <a:pt x="7514" y="9915"/>
                </a:cubicBezTo>
                <a:close/>
                <a:moveTo>
                  <a:pt x="218" y="9876"/>
                </a:moveTo>
                <a:cubicBezTo>
                  <a:pt x="217" y="9883"/>
                  <a:pt x="221" y="9885"/>
                  <a:pt x="221" y="9890"/>
                </a:cubicBezTo>
                <a:cubicBezTo>
                  <a:pt x="228" y="9889"/>
                  <a:pt x="228" y="9884"/>
                  <a:pt x="228" y="9876"/>
                </a:cubicBezTo>
                <a:lnTo>
                  <a:pt x="218" y="9876"/>
                </a:lnTo>
                <a:close/>
                <a:moveTo>
                  <a:pt x="195" y="9865"/>
                </a:moveTo>
                <a:cubicBezTo>
                  <a:pt x="190" y="9872"/>
                  <a:pt x="191" y="9885"/>
                  <a:pt x="187" y="9892"/>
                </a:cubicBezTo>
                <a:cubicBezTo>
                  <a:pt x="194" y="9893"/>
                  <a:pt x="196" y="9899"/>
                  <a:pt x="201" y="9903"/>
                </a:cubicBezTo>
                <a:cubicBezTo>
                  <a:pt x="210" y="9903"/>
                  <a:pt x="209" y="9893"/>
                  <a:pt x="214" y="9889"/>
                </a:cubicBezTo>
                <a:cubicBezTo>
                  <a:pt x="215" y="9878"/>
                  <a:pt x="204" y="9878"/>
                  <a:pt x="205" y="9866"/>
                </a:cubicBezTo>
                <a:lnTo>
                  <a:pt x="195" y="9866"/>
                </a:lnTo>
                <a:lnTo>
                  <a:pt x="195" y="9865"/>
                </a:lnTo>
                <a:close/>
                <a:moveTo>
                  <a:pt x="171" y="9861"/>
                </a:moveTo>
                <a:cubicBezTo>
                  <a:pt x="154" y="9869"/>
                  <a:pt x="180" y="9882"/>
                  <a:pt x="167" y="9896"/>
                </a:cubicBezTo>
                <a:lnTo>
                  <a:pt x="181" y="9896"/>
                </a:lnTo>
                <a:cubicBezTo>
                  <a:pt x="183" y="9883"/>
                  <a:pt x="180" y="9871"/>
                  <a:pt x="171" y="9862"/>
                </a:cubicBezTo>
                <a:lnTo>
                  <a:pt x="171" y="9861"/>
                </a:lnTo>
                <a:close/>
                <a:moveTo>
                  <a:pt x="7538" y="9858"/>
                </a:moveTo>
                <a:cubicBezTo>
                  <a:pt x="7523" y="9859"/>
                  <a:pt x="7526" y="9878"/>
                  <a:pt x="7513" y="9882"/>
                </a:cubicBezTo>
                <a:cubicBezTo>
                  <a:pt x="7542" y="9887"/>
                  <a:pt x="7532" y="9909"/>
                  <a:pt x="7556" y="9920"/>
                </a:cubicBezTo>
                <a:cubicBezTo>
                  <a:pt x="7562" y="9912"/>
                  <a:pt x="7557" y="9892"/>
                  <a:pt x="7563" y="9883"/>
                </a:cubicBezTo>
                <a:cubicBezTo>
                  <a:pt x="7536" y="9886"/>
                  <a:pt x="7543" y="9870"/>
                  <a:pt x="7537" y="9859"/>
                </a:cubicBezTo>
                <a:lnTo>
                  <a:pt x="7538" y="9858"/>
                </a:lnTo>
                <a:close/>
                <a:moveTo>
                  <a:pt x="7548" y="9855"/>
                </a:moveTo>
                <a:lnTo>
                  <a:pt x="7547" y="9856"/>
                </a:lnTo>
                <a:lnTo>
                  <a:pt x="7548" y="9856"/>
                </a:lnTo>
                <a:lnTo>
                  <a:pt x="7548" y="9860"/>
                </a:lnTo>
                <a:cubicBezTo>
                  <a:pt x="7547" y="9862"/>
                  <a:pt x="7547" y="9864"/>
                  <a:pt x="7547" y="9866"/>
                </a:cubicBezTo>
                <a:cubicBezTo>
                  <a:pt x="7554" y="9867"/>
                  <a:pt x="7560" y="9865"/>
                  <a:pt x="7560" y="9859"/>
                </a:cubicBezTo>
                <a:cubicBezTo>
                  <a:pt x="7556" y="9858"/>
                  <a:pt x="7555" y="9855"/>
                  <a:pt x="7550" y="9855"/>
                </a:cubicBezTo>
                <a:lnTo>
                  <a:pt x="7548" y="9856"/>
                </a:lnTo>
                <a:lnTo>
                  <a:pt x="7548" y="9855"/>
                </a:lnTo>
                <a:close/>
                <a:moveTo>
                  <a:pt x="149" y="9837"/>
                </a:moveTo>
                <a:cubicBezTo>
                  <a:pt x="121" y="9846"/>
                  <a:pt x="141" y="9868"/>
                  <a:pt x="144" y="9885"/>
                </a:cubicBezTo>
                <a:cubicBezTo>
                  <a:pt x="151" y="9875"/>
                  <a:pt x="145" y="9854"/>
                  <a:pt x="149" y="9838"/>
                </a:cubicBezTo>
                <a:lnTo>
                  <a:pt x="149" y="9837"/>
                </a:lnTo>
                <a:close/>
                <a:moveTo>
                  <a:pt x="123" y="9820"/>
                </a:moveTo>
                <a:cubicBezTo>
                  <a:pt x="114" y="9821"/>
                  <a:pt x="123" y="9841"/>
                  <a:pt x="115" y="9844"/>
                </a:cubicBezTo>
                <a:cubicBezTo>
                  <a:pt x="121" y="9852"/>
                  <a:pt x="132" y="9825"/>
                  <a:pt x="125" y="9820"/>
                </a:cubicBezTo>
                <a:lnTo>
                  <a:pt x="125" y="9820"/>
                </a:lnTo>
                <a:cubicBezTo>
                  <a:pt x="125" y="9820"/>
                  <a:pt x="124" y="9820"/>
                  <a:pt x="123" y="9820"/>
                </a:cubicBezTo>
                <a:close/>
                <a:moveTo>
                  <a:pt x="186" y="9818"/>
                </a:moveTo>
                <a:cubicBezTo>
                  <a:pt x="184" y="9818"/>
                  <a:pt x="181" y="9819"/>
                  <a:pt x="176" y="9821"/>
                </a:cubicBezTo>
                <a:cubicBezTo>
                  <a:pt x="182" y="9828"/>
                  <a:pt x="191" y="9819"/>
                  <a:pt x="186" y="9818"/>
                </a:cubicBezTo>
                <a:close/>
                <a:moveTo>
                  <a:pt x="53" y="9818"/>
                </a:moveTo>
                <a:cubicBezTo>
                  <a:pt x="52" y="9818"/>
                  <a:pt x="51" y="9818"/>
                  <a:pt x="50" y="9818"/>
                </a:cubicBezTo>
                <a:cubicBezTo>
                  <a:pt x="54" y="9822"/>
                  <a:pt x="53" y="9831"/>
                  <a:pt x="55" y="9837"/>
                </a:cubicBezTo>
                <a:lnTo>
                  <a:pt x="56" y="9838"/>
                </a:lnTo>
                <a:lnTo>
                  <a:pt x="55" y="9839"/>
                </a:lnTo>
                <a:lnTo>
                  <a:pt x="57" y="9839"/>
                </a:lnTo>
                <a:lnTo>
                  <a:pt x="56" y="9838"/>
                </a:lnTo>
                <a:lnTo>
                  <a:pt x="57" y="9838"/>
                </a:lnTo>
                <a:cubicBezTo>
                  <a:pt x="67" y="9834"/>
                  <a:pt x="65" y="9819"/>
                  <a:pt x="53" y="9818"/>
                </a:cubicBezTo>
                <a:close/>
                <a:moveTo>
                  <a:pt x="115" y="9780"/>
                </a:moveTo>
                <a:cubicBezTo>
                  <a:pt x="109" y="9780"/>
                  <a:pt x="114" y="9794"/>
                  <a:pt x="115" y="9797"/>
                </a:cubicBezTo>
                <a:cubicBezTo>
                  <a:pt x="122" y="9798"/>
                  <a:pt x="117" y="9785"/>
                  <a:pt x="119" y="9780"/>
                </a:cubicBezTo>
                <a:cubicBezTo>
                  <a:pt x="117" y="9780"/>
                  <a:pt x="116" y="9779"/>
                  <a:pt x="115" y="9780"/>
                </a:cubicBezTo>
                <a:close/>
                <a:moveTo>
                  <a:pt x="98" y="9741"/>
                </a:moveTo>
                <a:cubicBezTo>
                  <a:pt x="86" y="9754"/>
                  <a:pt x="107" y="9759"/>
                  <a:pt x="98" y="9741"/>
                </a:cubicBezTo>
                <a:close/>
                <a:moveTo>
                  <a:pt x="7577" y="9727"/>
                </a:moveTo>
                <a:cubicBezTo>
                  <a:pt x="7578" y="9727"/>
                  <a:pt x="7579" y="9727"/>
                  <a:pt x="7580" y="9727"/>
                </a:cubicBezTo>
                <a:cubicBezTo>
                  <a:pt x="7581" y="9727"/>
                  <a:pt x="7581" y="9728"/>
                  <a:pt x="7581" y="9728"/>
                </a:cubicBezTo>
                <a:lnTo>
                  <a:pt x="7582" y="9728"/>
                </a:lnTo>
                <a:lnTo>
                  <a:pt x="7577" y="9727"/>
                </a:lnTo>
                <a:lnTo>
                  <a:pt x="7577" y="9727"/>
                </a:lnTo>
                <a:close/>
                <a:moveTo>
                  <a:pt x="7561" y="9659"/>
                </a:moveTo>
                <a:cubicBezTo>
                  <a:pt x="7552" y="9659"/>
                  <a:pt x="7552" y="9669"/>
                  <a:pt x="7552" y="9680"/>
                </a:cubicBezTo>
                <a:lnTo>
                  <a:pt x="7552" y="9680"/>
                </a:lnTo>
                <a:cubicBezTo>
                  <a:pt x="7564" y="9681"/>
                  <a:pt x="7560" y="9665"/>
                  <a:pt x="7565" y="9660"/>
                </a:cubicBezTo>
                <a:cubicBezTo>
                  <a:pt x="7564" y="9660"/>
                  <a:pt x="7562" y="9659"/>
                  <a:pt x="7561" y="9659"/>
                </a:cubicBezTo>
                <a:close/>
                <a:moveTo>
                  <a:pt x="7547" y="9641"/>
                </a:moveTo>
                <a:cubicBezTo>
                  <a:pt x="7543" y="9641"/>
                  <a:pt x="7540" y="9645"/>
                  <a:pt x="7539" y="9653"/>
                </a:cubicBezTo>
                <a:lnTo>
                  <a:pt x="7539" y="9652"/>
                </a:lnTo>
                <a:cubicBezTo>
                  <a:pt x="7544" y="9657"/>
                  <a:pt x="7557" y="9653"/>
                  <a:pt x="7556" y="9643"/>
                </a:cubicBezTo>
                <a:cubicBezTo>
                  <a:pt x="7553" y="9642"/>
                  <a:pt x="7551" y="9641"/>
                  <a:pt x="7549" y="9641"/>
                </a:cubicBezTo>
                <a:cubicBezTo>
                  <a:pt x="7549" y="9641"/>
                  <a:pt x="7548" y="9641"/>
                  <a:pt x="7547" y="9641"/>
                </a:cubicBezTo>
                <a:close/>
                <a:moveTo>
                  <a:pt x="7593" y="9586"/>
                </a:moveTo>
                <a:cubicBezTo>
                  <a:pt x="7584" y="9587"/>
                  <a:pt x="7577" y="9591"/>
                  <a:pt x="7575" y="9599"/>
                </a:cubicBezTo>
                <a:cubicBezTo>
                  <a:pt x="7582" y="9610"/>
                  <a:pt x="7602" y="9606"/>
                  <a:pt x="7608" y="9610"/>
                </a:cubicBezTo>
                <a:cubicBezTo>
                  <a:pt x="7611" y="9619"/>
                  <a:pt x="7598" y="9624"/>
                  <a:pt x="7611" y="9624"/>
                </a:cubicBezTo>
                <a:cubicBezTo>
                  <a:pt x="7619" y="9618"/>
                  <a:pt x="7606" y="9606"/>
                  <a:pt x="7611" y="9593"/>
                </a:cubicBezTo>
                <a:lnTo>
                  <a:pt x="7611" y="9592"/>
                </a:lnTo>
                <a:cubicBezTo>
                  <a:pt x="7608" y="9589"/>
                  <a:pt x="7602" y="9587"/>
                  <a:pt x="7596" y="9586"/>
                </a:cubicBezTo>
                <a:cubicBezTo>
                  <a:pt x="7595" y="9586"/>
                  <a:pt x="7594" y="9586"/>
                  <a:pt x="7593" y="9586"/>
                </a:cubicBezTo>
                <a:close/>
                <a:moveTo>
                  <a:pt x="7549" y="9585"/>
                </a:moveTo>
                <a:cubicBezTo>
                  <a:pt x="7546" y="9586"/>
                  <a:pt x="7543" y="9586"/>
                  <a:pt x="7540" y="9589"/>
                </a:cubicBezTo>
                <a:cubicBezTo>
                  <a:pt x="7544" y="9606"/>
                  <a:pt x="7545" y="9624"/>
                  <a:pt x="7563" y="9626"/>
                </a:cubicBezTo>
                <a:cubicBezTo>
                  <a:pt x="7559" y="9609"/>
                  <a:pt x="7570" y="9609"/>
                  <a:pt x="7570" y="9596"/>
                </a:cubicBezTo>
                <a:lnTo>
                  <a:pt x="7571" y="9596"/>
                </a:lnTo>
                <a:cubicBezTo>
                  <a:pt x="7564" y="9593"/>
                  <a:pt x="7557" y="9585"/>
                  <a:pt x="7549" y="9585"/>
                </a:cubicBezTo>
                <a:close/>
                <a:moveTo>
                  <a:pt x="7572" y="9443"/>
                </a:moveTo>
                <a:cubicBezTo>
                  <a:pt x="7565" y="9442"/>
                  <a:pt x="7569" y="9466"/>
                  <a:pt x="7577" y="9464"/>
                </a:cubicBezTo>
                <a:lnTo>
                  <a:pt x="7578" y="9464"/>
                </a:lnTo>
                <a:cubicBezTo>
                  <a:pt x="7579" y="9457"/>
                  <a:pt x="7578" y="9449"/>
                  <a:pt x="7574" y="9443"/>
                </a:cubicBezTo>
                <a:cubicBezTo>
                  <a:pt x="7574" y="9443"/>
                  <a:pt x="7573" y="9443"/>
                  <a:pt x="7572" y="9443"/>
                </a:cubicBezTo>
                <a:close/>
                <a:moveTo>
                  <a:pt x="7562" y="9426"/>
                </a:moveTo>
                <a:lnTo>
                  <a:pt x="7561" y="9426"/>
                </a:lnTo>
                <a:lnTo>
                  <a:pt x="7562" y="9426"/>
                </a:lnTo>
                <a:lnTo>
                  <a:pt x="7562" y="9430"/>
                </a:lnTo>
                <a:cubicBezTo>
                  <a:pt x="7562" y="9431"/>
                  <a:pt x="7561" y="9432"/>
                  <a:pt x="7561" y="9433"/>
                </a:cubicBezTo>
                <a:lnTo>
                  <a:pt x="7568" y="9433"/>
                </a:lnTo>
                <a:cubicBezTo>
                  <a:pt x="7568" y="9431"/>
                  <a:pt x="7568" y="9429"/>
                  <a:pt x="7568" y="9426"/>
                </a:cubicBezTo>
                <a:lnTo>
                  <a:pt x="7562" y="9426"/>
                </a:lnTo>
                <a:lnTo>
                  <a:pt x="7562" y="9426"/>
                </a:lnTo>
                <a:close/>
                <a:moveTo>
                  <a:pt x="7567" y="9365"/>
                </a:moveTo>
                <a:lnTo>
                  <a:pt x="7566" y="9366"/>
                </a:lnTo>
                <a:lnTo>
                  <a:pt x="7567" y="9366"/>
                </a:lnTo>
                <a:lnTo>
                  <a:pt x="7567" y="9372"/>
                </a:lnTo>
                <a:cubicBezTo>
                  <a:pt x="7567" y="9379"/>
                  <a:pt x="7566" y="9386"/>
                  <a:pt x="7562" y="9389"/>
                </a:cubicBezTo>
                <a:cubicBezTo>
                  <a:pt x="7575" y="9393"/>
                  <a:pt x="7572" y="9381"/>
                  <a:pt x="7582" y="9383"/>
                </a:cubicBezTo>
                <a:cubicBezTo>
                  <a:pt x="7581" y="9374"/>
                  <a:pt x="7574" y="9372"/>
                  <a:pt x="7568" y="9368"/>
                </a:cubicBezTo>
                <a:lnTo>
                  <a:pt x="7567" y="9366"/>
                </a:lnTo>
                <a:lnTo>
                  <a:pt x="7567" y="9365"/>
                </a:lnTo>
                <a:close/>
                <a:moveTo>
                  <a:pt x="7608" y="9333"/>
                </a:moveTo>
                <a:cubicBezTo>
                  <a:pt x="7590" y="9340"/>
                  <a:pt x="7619" y="9342"/>
                  <a:pt x="7608" y="9333"/>
                </a:cubicBezTo>
                <a:close/>
                <a:moveTo>
                  <a:pt x="7643" y="9325"/>
                </a:moveTo>
                <a:cubicBezTo>
                  <a:pt x="7641" y="9324"/>
                  <a:pt x="7640" y="9325"/>
                  <a:pt x="7638" y="9330"/>
                </a:cubicBezTo>
                <a:cubicBezTo>
                  <a:pt x="7642" y="9334"/>
                  <a:pt x="7650" y="9335"/>
                  <a:pt x="7651" y="9327"/>
                </a:cubicBezTo>
                <a:cubicBezTo>
                  <a:pt x="7647" y="9327"/>
                  <a:pt x="7645" y="9325"/>
                  <a:pt x="7643" y="9325"/>
                </a:cubicBezTo>
                <a:close/>
                <a:moveTo>
                  <a:pt x="7594" y="9181"/>
                </a:moveTo>
                <a:cubicBezTo>
                  <a:pt x="7594" y="9183"/>
                  <a:pt x="7594" y="9185"/>
                  <a:pt x="7594" y="9188"/>
                </a:cubicBezTo>
                <a:cubicBezTo>
                  <a:pt x="7598" y="9188"/>
                  <a:pt x="7599" y="9191"/>
                  <a:pt x="7604" y="9191"/>
                </a:cubicBezTo>
                <a:lnTo>
                  <a:pt x="7605" y="9190"/>
                </a:lnTo>
                <a:cubicBezTo>
                  <a:pt x="7605" y="9187"/>
                  <a:pt x="7605" y="9184"/>
                  <a:pt x="7604" y="9181"/>
                </a:cubicBezTo>
                <a:lnTo>
                  <a:pt x="7594" y="9181"/>
                </a:lnTo>
                <a:close/>
                <a:moveTo>
                  <a:pt x="7603" y="9126"/>
                </a:moveTo>
                <a:cubicBezTo>
                  <a:pt x="7594" y="9125"/>
                  <a:pt x="7579" y="9135"/>
                  <a:pt x="7588" y="9143"/>
                </a:cubicBezTo>
                <a:cubicBezTo>
                  <a:pt x="7587" y="9132"/>
                  <a:pt x="7602" y="9137"/>
                  <a:pt x="7602" y="9127"/>
                </a:cubicBezTo>
                <a:lnTo>
                  <a:pt x="7603" y="9126"/>
                </a:lnTo>
                <a:close/>
                <a:moveTo>
                  <a:pt x="7640" y="9124"/>
                </a:moveTo>
                <a:cubicBezTo>
                  <a:pt x="7627" y="9124"/>
                  <a:pt x="7617" y="9127"/>
                  <a:pt x="7612" y="9137"/>
                </a:cubicBezTo>
                <a:cubicBezTo>
                  <a:pt x="7624" y="9143"/>
                  <a:pt x="7641" y="9142"/>
                  <a:pt x="7639" y="9124"/>
                </a:cubicBezTo>
                <a:lnTo>
                  <a:pt x="7640" y="9124"/>
                </a:lnTo>
                <a:close/>
                <a:moveTo>
                  <a:pt x="7613" y="9103"/>
                </a:moveTo>
                <a:cubicBezTo>
                  <a:pt x="7613" y="9107"/>
                  <a:pt x="7613" y="9110"/>
                  <a:pt x="7613" y="9113"/>
                </a:cubicBezTo>
                <a:cubicBezTo>
                  <a:pt x="7620" y="9114"/>
                  <a:pt x="7623" y="9111"/>
                  <a:pt x="7623" y="9103"/>
                </a:cubicBezTo>
                <a:lnTo>
                  <a:pt x="7613" y="9103"/>
                </a:lnTo>
                <a:close/>
                <a:moveTo>
                  <a:pt x="7594" y="9092"/>
                </a:moveTo>
                <a:lnTo>
                  <a:pt x="7593" y="9093"/>
                </a:lnTo>
                <a:lnTo>
                  <a:pt x="7593" y="9093"/>
                </a:lnTo>
                <a:lnTo>
                  <a:pt x="7593" y="9095"/>
                </a:lnTo>
                <a:cubicBezTo>
                  <a:pt x="7590" y="9100"/>
                  <a:pt x="7585" y="9103"/>
                  <a:pt x="7586" y="9114"/>
                </a:cubicBezTo>
                <a:cubicBezTo>
                  <a:pt x="7593" y="9116"/>
                  <a:pt x="7602" y="9116"/>
                  <a:pt x="7609" y="9114"/>
                </a:cubicBezTo>
                <a:cubicBezTo>
                  <a:pt x="7612" y="9100"/>
                  <a:pt x="7602" y="9099"/>
                  <a:pt x="7595" y="9095"/>
                </a:cubicBezTo>
                <a:lnTo>
                  <a:pt x="7593" y="9093"/>
                </a:lnTo>
                <a:lnTo>
                  <a:pt x="7594" y="9092"/>
                </a:lnTo>
                <a:close/>
                <a:moveTo>
                  <a:pt x="7598" y="9065"/>
                </a:moveTo>
                <a:cubicBezTo>
                  <a:pt x="7589" y="9065"/>
                  <a:pt x="7591" y="9090"/>
                  <a:pt x="7603" y="9083"/>
                </a:cubicBezTo>
                <a:lnTo>
                  <a:pt x="7604" y="9082"/>
                </a:lnTo>
                <a:cubicBezTo>
                  <a:pt x="7607" y="9073"/>
                  <a:pt x="7600" y="9073"/>
                  <a:pt x="7600" y="9066"/>
                </a:cubicBezTo>
                <a:cubicBezTo>
                  <a:pt x="7600" y="9065"/>
                  <a:pt x="7599" y="9065"/>
                  <a:pt x="7598" y="9065"/>
                </a:cubicBezTo>
                <a:close/>
                <a:moveTo>
                  <a:pt x="7643" y="9038"/>
                </a:moveTo>
                <a:cubicBezTo>
                  <a:pt x="7642" y="9038"/>
                  <a:pt x="7641" y="9038"/>
                  <a:pt x="7640" y="9038"/>
                </a:cubicBezTo>
                <a:cubicBezTo>
                  <a:pt x="7635" y="9039"/>
                  <a:pt x="7631" y="9041"/>
                  <a:pt x="7631" y="9046"/>
                </a:cubicBezTo>
                <a:cubicBezTo>
                  <a:pt x="7642" y="9041"/>
                  <a:pt x="7642" y="9049"/>
                  <a:pt x="7655" y="9050"/>
                </a:cubicBezTo>
                <a:lnTo>
                  <a:pt x="7655" y="9050"/>
                </a:lnTo>
                <a:cubicBezTo>
                  <a:pt x="7658" y="9043"/>
                  <a:pt x="7650" y="9039"/>
                  <a:pt x="7643" y="9038"/>
                </a:cubicBezTo>
                <a:close/>
                <a:moveTo>
                  <a:pt x="7598" y="9035"/>
                </a:moveTo>
                <a:lnTo>
                  <a:pt x="7598" y="9035"/>
                </a:lnTo>
                <a:lnTo>
                  <a:pt x="7598" y="9035"/>
                </a:lnTo>
                <a:lnTo>
                  <a:pt x="7594" y="9046"/>
                </a:lnTo>
                <a:cubicBezTo>
                  <a:pt x="7593" y="9050"/>
                  <a:pt x="7591" y="9054"/>
                  <a:pt x="7590" y="9058"/>
                </a:cubicBezTo>
                <a:cubicBezTo>
                  <a:pt x="7601" y="9057"/>
                  <a:pt x="7609" y="9065"/>
                  <a:pt x="7621" y="9062"/>
                </a:cubicBezTo>
                <a:cubicBezTo>
                  <a:pt x="7625" y="9054"/>
                  <a:pt x="7628" y="9045"/>
                  <a:pt x="7628" y="9035"/>
                </a:cubicBezTo>
                <a:lnTo>
                  <a:pt x="7598" y="9035"/>
                </a:lnTo>
                <a:lnTo>
                  <a:pt x="7598" y="9035"/>
                </a:lnTo>
                <a:close/>
                <a:moveTo>
                  <a:pt x="7604" y="8940"/>
                </a:moveTo>
                <a:lnTo>
                  <a:pt x="7604" y="8940"/>
                </a:lnTo>
                <a:lnTo>
                  <a:pt x="7602" y="8944"/>
                </a:lnTo>
                <a:cubicBezTo>
                  <a:pt x="7600" y="8948"/>
                  <a:pt x="7599" y="8953"/>
                  <a:pt x="7600" y="8957"/>
                </a:cubicBezTo>
                <a:cubicBezTo>
                  <a:pt x="7610" y="8962"/>
                  <a:pt x="7609" y="8943"/>
                  <a:pt x="7605" y="8941"/>
                </a:cubicBezTo>
                <a:lnTo>
                  <a:pt x="7604" y="8940"/>
                </a:lnTo>
                <a:lnTo>
                  <a:pt x="7604" y="8940"/>
                </a:lnTo>
                <a:lnTo>
                  <a:pt x="7604" y="8940"/>
                </a:lnTo>
                <a:close/>
                <a:moveTo>
                  <a:pt x="7629" y="8883"/>
                </a:moveTo>
                <a:lnTo>
                  <a:pt x="7629" y="8883"/>
                </a:lnTo>
                <a:lnTo>
                  <a:pt x="7628" y="8887"/>
                </a:lnTo>
                <a:cubicBezTo>
                  <a:pt x="7624" y="8894"/>
                  <a:pt x="7616" y="8897"/>
                  <a:pt x="7618" y="8911"/>
                </a:cubicBezTo>
                <a:cubicBezTo>
                  <a:pt x="7629" y="8910"/>
                  <a:pt x="7637" y="8919"/>
                  <a:pt x="7642" y="8911"/>
                </a:cubicBezTo>
                <a:cubicBezTo>
                  <a:pt x="7646" y="8903"/>
                  <a:pt x="7626" y="8902"/>
                  <a:pt x="7639" y="8897"/>
                </a:cubicBezTo>
                <a:cubicBezTo>
                  <a:pt x="7644" y="8898"/>
                  <a:pt x="7641" y="8906"/>
                  <a:pt x="7648" y="8904"/>
                </a:cubicBezTo>
                <a:lnTo>
                  <a:pt x="7655" y="8904"/>
                </a:lnTo>
                <a:cubicBezTo>
                  <a:pt x="7650" y="8895"/>
                  <a:pt x="7647" y="8886"/>
                  <a:pt x="7635" y="8884"/>
                </a:cubicBezTo>
                <a:lnTo>
                  <a:pt x="7629" y="8883"/>
                </a:lnTo>
                <a:lnTo>
                  <a:pt x="7629" y="8883"/>
                </a:lnTo>
                <a:lnTo>
                  <a:pt x="7629" y="8883"/>
                </a:lnTo>
                <a:close/>
                <a:moveTo>
                  <a:pt x="7613" y="8832"/>
                </a:moveTo>
                <a:lnTo>
                  <a:pt x="7613" y="8832"/>
                </a:lnTo>
                <a:lnTo>
                  <a:pt x="7612" y="8835"/>
                </a:lnTo>
                <a:cubicBezTo>
                  <a:pt x="7608" y="8842"/>
                  <a:pt x="7602" y="8853"/>
                  <a:pt x="7613" y="8856"/>
                </a:cubicBezTo>
                <a:cubicBezTo>
                  <a:pt x="7615" y="8849"/>
                  <a:pt x="7625" y="8837"/>
                  <a:pt x="7615" y="8833"/>
                </a:cubicBezTo>
                <a:lnTo>
                  <a:pt x="7613" y="8832"/>
                </a:lnTo>
                <a:lnTo>
                  <a:pt x="7613" y="8832"/>
                </a:lnTo>
                <a:lnTo>
                  <a:pt x="7613" y="8832"/>
                </a:lnTo>
                <a:close/>
                <a:moveTo>
                  <a:pt x="322" y="8443"/>
                </a:moveTo>
                <a:cubicBezTo>
                  <a:pt x="322" y="8454"/>
                  <a:pt x="332" y="8456"/>
                  <a:pt x="343" y="8454"/>
                </a:cubicBezTo>
                <a:cubicBezTo>
                  <a:pt x="344" y="8442"/>
                  <a:pt x="332" y="8443"/>
                  <a:pt x="322" y="8443"/>
                </a:cubicBezTo>
                <a:close/>
                <a:moveTo>
                  <a:pt x="7711" y="8270"/>
                </a:moveTo>
                <a:lnTo>
                  <a:pt x="7711" y="8270"/>
                </a:lnTo>
                <a:lnTo>
                  <a:pt x="7711" y="8272"/>
                </a:lnTo>
                <a:cubicBezTo>
                  <a:pt x="7710" y="8275"/>
                  <a:pt x="7705" y="8273"/>
                  <a:pt x="7704" y="8277"/>
                </a:cubicBezTo>
                <a:cubicBezTo>
                  <a:pt x="7709" y="8277"/>
                  <a:pt x="7710" y="8282"/>
                  <a:pt x="7714" y="8284"/>
                </a:cubicBezTo>
                <a:cubicBezTo>
                  <a:pt x="7714" y="8279"/>
                  <a:pt x="7715" y="8273"/>
                  <a:pt x="7713" y="8271"/>
                </a:cubicBezTo>
                <a:lnTo>
                  <a:pt x="7711" y="8270"/>
                </a:lnTo>
                <a:lnTo>
                  <a:pt x="7711" y="8270"/>
                </a:lnTo>
                <a:lnTo>
                  <a:pt x="7711" y="8270"/>
                </a:lnTo>
                <a:close/>
                <a:moveTo>
                  <a:pt x="267" y="8203"/>
                </a:moveTo>
                <a:cubicBezTo>
                  <a:pt x="266" y="8202"/>
                  <a:pt x="264" y="8203"/>
                  <a:pt x="263" y="8205"/>
                </a:cubicBezTo>
                <a:cubicBezTo>
                  <a:pt x="269" y="8220"/>
                  <a:pt x="271" y="8203"/>
                  <a:pt x="267" y="8203"/>
                </a:cubicBezTo>
                <a:close/>
                <a:moveTo>
                  <a:pt x="7534" y="8141"/>
                </a:moveTo>
                <a:lnTo>
                  <a:pt x="7534" y="8141"/>
                </a:lnTo>
                <a:lnTo>
                  <a:pt x="7535" y="8141"/>
                </a:lnTo>
                <a:lnTo>
                  <a:pt x="7534" y="8141"/>
                </a:lnTo>
                <a:lnTo>
                  <a:pt x="7534" y="8141"/>
                </a:lnTo>
                <a:close/>
                <a:moveTo>
                  <a:pt x="7687" y="8124"/>
                </a:moveTo>
                <a:cubicBezTo>
                  <a:pt x="7686" y="8124"/>
                  <a:pt x="7686" y="8124"/>
                  <a:pt x="7685" y="8124"/>
                </a:cubicBezTo>
                <a:cubicBezTo>
                  <a:pt x="7684" y="8128"/>
                  <a:pt x="7687" y="8133"/>
                  <a:pt x="7691" y="8134"/>
                </a:cubicBezTo>
                <a:lnTo>
                  <a:pt x="7691" y="8134"/>
                </a:lnTo>
                <a:cubicBezTo>
                  <a:pt x="7691" y="8130"/>
                  <a:pt x="7692" y="8124"/>
                  <a:pt x="7687" y="8124"/>
                </a:cubicBezTo>
                <a:close/>
                <a:moveTo>
                  <a:pt x="7692" y="8107"/>
                </a:moveTo>
                <a:cubicBezTo>
                  <a:pt x="7684" y="8129"/>
                  <a:pt x="7717" y="8112"/>
                  <a:pt x="7711" y="8131"/>
                </a:cubicBezTo>
                <a:cubicBezTo>
                  <a:pt x="7719" y="8130"/>
                  <a:pt x="7722" y="8124"/>
                  <a:pt x="7728" y="8122"/>
                </a:cubicBezTo>
                <a:lnTo>
                  <a:pt x="7728" y="8122"/>
                </a:lnTo>
                <a:cubicBezTo>
                  <a:pt x="7717" y="8116"/>
                  <a:pt x="7704" y="8111"/>
                  <a:pt x="7692" y="8107"/>
                </a:cubicBezTo>
                <a:close/>
                <a:moveTo>
                  <a:pt x="7701" y="8039"/>
                </a:moveTo>
                <a:cubicBezTo>
                  <a:pt x="7702" y="8040"/>
                  <a:pt x="7703" y="8040"/>
                  <a:pt x="7704" y="8040"/>
                </a:cubicBezTo>
                <a:lnTo>
                  <a:pt x="7704" y="8041"/>
                </a:lnTo>
                <a:lnTo>
                  <a:pt x="7703" y="8041"/>
                </a:lnTo>
                <a:cubicBezTo>
                  <a:pt x="7701" y="8042"/>
                  <a:pt x="7700" y="8043"/>
                  <a:pt x="7698" y="8044"/>
                </a:cubicBezTo>
                <a:lnTo>
                  <a:pt x="7697" y="8045"/>
                </a:lnTo>
                <a:lnTo>
                  <a:pt x="7696" y="8044"/>
                </a:lnTo>
                <a:cubicBezTo>
                  <a:pt x="7695" y="8044"/>
                  <a:pt x="7695" y="8044"/>
                  <a:pt x="7693" y="8043"/>
                </a:cubicBezTo>
                <a:cubicBezTo>
                  <a:pt x="7697" y="8040"/>
                  <a:pt x="7699" y="8039"/>
                  <a:pt x="7701" y="8039"/>
                </a:cubicBezTo>
                <a:close/>
                <a:moveTo>
                  <a:pt x="7479" y="8031"/>
                </a:moveTo>
                <a:lnTo>
                  <a:pt x="7478" y="8032"/>
                </a:lnTo>
                <a:lnTo>
                  <a:pt x="7478" y="8032"/>
                </a:lnTo>
                <a:lnTo>
                  <a:pt x="7478" y="8032"/>
                </a:lnTo>
                <a:cubicBezTo>
                  <a:pt x="7477" y="8035"/>
                  <a:pt x="7474" y="8036"/>
                  <a:pt x="7474" y="8042"/>
                </a:cubicBezTo>
                <a:cubicBezTo>
                  <a:pt x="7482" y="8047"/>
                  <a:pt x="7484" y="8032"/>
                  <a:pt x="7479" y="8032"/>
                </a:cubicBezTo>
                <a:lnTo>
                  <a:pt x="7478" y="8032"/>
                </a:lnTo>
                <a:lnTo>
                  <a:pt x="7479" y="8031"/>
                </a:lnTo>
                <a:close/>
                <a:moveTo>
                  <a:pt x="7434" y="7972"/>
                </a:moveTo>
                <a:cubicBezTo>
                  <a:pt x="7430" y="7973"/>
                  <a:pt x="7426" y="7975"/>
                  <a:pt x="7428" y="7981"/>
                </a:cubicBezTo>
                <a:lnTo>
                  <a:pt x="7438" y="7981"/>
                </a:lnTo>
                <a:lnTo>
                  <a:pt x="7439" y="7980"/>
                </a:lnTo>
                <a:cubicBezTo>
                  <a:pt x="7441" y="7975"/>
                  <a:pt x="7437" y="7972"/>
                  <a:pt x="7434" y="7972"/>
                </a:cubicBezTo>
                <a:close/>
                <a:moveTo>
                  <a:pt x="285" y="7949"/>
                </a:moveTo>
                <a:cubicBezTo>
                  <a:pt x="273" y="7964"/>
                  <a:pt x="263" y="7981"/>
                  <a:pt x="255" y="7998"/>
                </a:cubicBezTo>
                <a:cubicBezTo>
                  <a:pt x="265" y="8008"/>
                  <a:pt x="276" y="7997"/>
                  <a:pt x="286" y="7997"/>
                </a:cubicBezTo>
                <a:lnTo>
                  <a:pt x="284" y="7997"/>
                </a:lnTo>
                <a:cubicBezTo>
                  <a:pt x="281" y="7978"/>
                  <a:pt x="298" y="7956"/>
                  <a:pt x="285" y="7949"/>
                </a:cubicBezTo>
                <a:close/>
                <a:moveTo>
                  <a:pt x="7369" y="7932"/>
                </a:moveTo>
                <a:cubicBezTo>
                  <a:pt x="7369" y="7934"/>
                  <a:pt x="7369" y="7937"/>
                  <a:pt x="7369" y="7939"/>
                </a:cubicBezTo>
                <a:lnTo>
                  <a:pt x="7376" y="7939"/>
                </a:lnTo>
                <a:lnTo>
                  <a:pt x="7376" y="7932"/>
                </a:lnTo>
                <a:lnTo>
                  <a:pt x="7370" y="7932"/>
                </a:lnTo>
                <a:lnTo>
                  <a:pt x="7369" y="7932"/>
                </a:lnTo>
                <a:close/>
                <a:moveTo>
                  <a:pt x="272" y="7928"/>
                </a:moveTo>
                <a:cubicBezTo>
                  <a:pt x="268" y="7929"/>
                  <a:pt x="272" y="7940"/>
                  <a:pt x="279" y="7932"/>
                </a:cubicBezTo>
                <a:cubicBezTo>
                  <a:pt x="275" y="7929"/>
                  <a:pt x="273" y="7928"/>
                  <a:pt x="272" y="7928"/>
                </a:cubicBezTo>
                <a:close/>
                <a:moveTo>
                  <a:pt x="262" y="7914"/>
                </a:moveTo>
                <a:cubicBezTo>
                  <a:pt x="257" y="7913"/>
                  <a:pt x="253" y="7915"/>
                  <a:pt x="249" y="7917"/>
                </a:cubicBezTo>
                <a:lnTo>
                  <a:pt x="249" y="7917"/>
                </a:lnTo>
                <a:cubicBezTo>
                  <a:pt x="247" y="7925"/>
                  <a:pt x="250" y="7934"/>
                  <a:pt x="255" y="7941"/>
                </a:cubicBezTo>
                <a:cubicBezTo>
                  <a:pt x="251" y="7924"/>
                  <a:pt x="266" y="7927"/>
                  <a:pt x="266" y="7914"/>
                </a:cubicBezTo>
                <a:cubicBezTo>
                  <a:pt x="265" y="7914"/>
                  <a:pt x="263" y="7914"/>
                  <a:pt x="262" y="7914"/>
                </a:cubicBezTo>
                <a:close/>
                <a:moveTo>
                  <a:pt x="7379" y="7891"/>
                </a:moveTo>
                <a:cubicBezTo>
                  <a:pt x="7372" y="7891"/>
                  <a:pt x="7373" y="7906"/>
                  <a:pt x="7380" y="7905"/>
                </a:cubicBezTo>
                <a:cubicBezTo>
                  <a:pt x="7381" y="7900"/>
                  <a:pt x="7385" y="7899"/>
                  <a:pt x="7383" y="7892"/>
                </a:cubicBezTo>
                <a:lnTo>
                  <a:pt x="7382" y="7892"/>
                </a:lnTo>
                <a:cubicBezTo>
                  <a:pt x="7381" y="7891"/>
                  <a:pt x="7380" y="7891"/>
                  <a:pt x="7379" y="7891"/>
                </a:cubicBezTo>
                <a:close/>
                <a:moveTo>
                  <a:pt x="271" y="7867"/>
                </a:moveTo>
                <a:cubicBezTo>
                  <a:pt x="264" y="7874"/>
                  <a:pt x="268" y="7891"/>
                  <a:pt x="282" y="7891"/>
                </a:cubicBezTo>
                <a:cubicBezTo>
                  <a:pt x="286" y="7884"/>
                  <a:pt x="286" y="7874"/>
                  <a:pt x="282" y="7867"/>
                </a:cubicBezTo>
                <a:lnTo>
                  <a:pt x="272" y="7867"/>
                </a:lnTo>
                <a:lnTo>
                  <a:pt x="271" y="7867"/>
                </a:lnTo>
                <a:close/>
                <a:moveTo>
                  <a:pt x="290" y="7806"/>
                </a:moveTo>
                <a:cubicBezTo>
                  <a:pt x="285" y="7806"/>
                  <a:pt x="280" y="7808"/>
                  <a:pt x="278" y="7810"/>
                </a:cubicBezTo>
                <a:lnTo>
                  <a:pt x="277" y="7810"/>
                </a:lnTo>
                <a:cubicBezTo>
                  <a:pt x="286" y="7813"/>
                  <a:pt x="305" y="7829"/>
                  <a:pt x="311" y="7815"/>
                </a:cubicBezTo>
                <a:cubicBezTo>
                  <a:pt x="310" y="7809"/>
                  <a:pt x="300" y="7806"/>
                  <a:pt x="290" y="7806"/>
                </a:cubicBezTo>
                <a:close/>
                <a:moveTo>
                  <a:pt x="6992" y="7659"/>
                </a:moveTo>
                <a:lnTo>
                  <a:pt x="6992" y="7669"/>
                </a:lnTo>
                <a:lnTo>
                  <a:pt x="7002" y="7669"/>
                </a:lnTo>
                <a:lnTo>
                  <a:pt x="7002" y="7669"/>
                </a:lnTo>
                <a:lnTo>
                  <a:pt x="7002" y="7669"/>
                </a:lnTo>
                <a:lnTo>
                  <a:pt x="7002" y="7669"/>
                </a:lnTo>
                <a:lnTo>
                  <a:pt x="7002" y="7665"/>
                </a:lnTo>
                <a:cubicBezTo>
                  <a:pt x="7002" y="7664"/>
                  <a:pt x="7002" y="7663"/>
                  <a:pt x="7003" y="7662"/>
                </a:cubicBezTo>
                <a:cubicBezTo>
                  <a:pt x="6998" y="7662"/>
                  <a:pt x="6998" y="7659"/>
                  <a:pt x="6992" y="7659"/>
                </a:cubicBezTo>
                <a:close/>
                <a:moveTo>
                  <a:pt x="274" y="7658"/>
                </a:moveTo>
                <a:cubicBezTo>
                  <a:pt x="279" y="7659"/>
                  <a:pt x="277" y="7665"/>
                  <a:pt x="282" y="7665"/>
                </a:cubicBezTo>
                <a:cubicBezTo>
                  <a:pt x="282" y="7664"/>
                  <a:pt x="283" y="7664"/>
                  <a:pt x="283" y="7663"/>
                </a:cubicBezTo>
                <a:lnTo>
                  <a:pt x="285" y="7661"/>
                </a:lnTo>
                <a:lnTo>
                  <a:pt x="284" y="7661"/>
                </a:lnTo>
                <a:cubicBezTo>
                  <a:pt x="285" y="7666"/>
                  <a:pt x="287" y="7670"/>
                  <a:pt x="291" y="7672"/>
                </a:cubicBezTo>
                <a:cubicBezTo>
                  <a:pt x="281" y="7671"/>
                  <a:pt x="263" y="7667"/>
                  <a:pt x="272" y="7658"/>
                </a:cubicBezTo>
                <a:cubicBezTo>
                  <a:pt x="273" y="7658"/>
                  <a:pt x="274" y="7658"/>
                  <a:pt x="274" y="7658"/>
                </a:cubicBezTo>
                <a:close/>
                <a:moveTo>
                  <a:pt x="285" y="7657"/>
                </a:moveTo>
                <a:lnTo>
                  <a:pt x="285" y="7658"/>
                </a:lnTo>
                <a:cubicBezTo>
                  <a:pt x="285" y="7659"/>
                  <a:pt x="285" y="7660"/>
                  <a:pt x="285" y="7661"/>
                </a:cubicBezTo>
                <a:lnTo>
                  <a:pt x="285" y="7661"/>
                </a:lnTo>
                <a:lnTo>
                  <a:pt x="285" y="7659"/>
                </a:lnTo>
                <a:lnTo>
                  <a:pt x="285" y="7657"/>
                </a:lnTo>
                <a:close/>
                <a:moveTo>
                  <a:pt x="7017" y="7622"/>
                </a:moveTo>
                <a:cubicBezTo>
                  <a:pt x="7015" y="7622"/>
                  <a:pt x="7013" y="7623"/>
                  <a:pt x="7013" y="7628"/>
                </a:cubicBezTo>
                <a:cubicBezTo>
                  <a:pt x="7026" y="7631"/>
                  <a:pt x="7022" y="7623"/>
                  <a:pt x="7017" y="7622"/>
                </a:cubicBezTo>
                <a:close/>
                <a:moveTo>
                  <a:pt x="7525" y="7602"/>
                </a:moveTo>
                <a:cubicBezTo>
                  <a:pt x="7525" y="7607"/>
                  <a:pt x="7521" y="7607"/>
                  <a:pt x="7523" y="7612"/>
                </a:cubicBezTo>
                <a:lnTo>
                  <a:pt x="7540" y="7612"/>
                </a:lnTo>
                <a:cubicBezTo>
                  <a:pt x="7541" y="7603"/>
                  <a:pt x="7533" y="7603"/>
                  <a:pt x="7526" y="7602"/>
                </a:cubicBezTo>
                <a:lnTo>
                  <a:pt x="7525" y="7602"/>
                </a:lnTo>
                <a:close/>
                <a:moveTo>
                  <a:pt x="7172" y="7556"/>
                </a:moveTo>
                <a:cubicBezTo>
                  <a:pt x="7164" y="7556"/>
                  <a:pt x="7156" y="7560"/>
                  <a:pt x="7154" y="7565"/>
                </a:cubicBezTo>
                <a:lnTo>
                  <a:pt x="7191" y="7565"/>
                </a:lnTo>
                <a:cubicBezTo>
                  <a:pt x="7189" y="7558"/>
                  <a:pt x="7181" y="7555"/>
                  <a:pt x="7172" y="7556"/>
                </a:cubicBezTo>
                <a:close/>
                <a:moveTo>
                  <a:pt x="7151" y="7515"/>
                </a:moveTo>
                <a:cubicBezTo>
                  <a:pt x="7153" y="7525"/>
                  <a:pt x="7145" y="7526"/>
                  <a:pt x="7148" y="7538"/>
                </a:cubicBezTo>
                <a:lnTo>
                  <a:pt x="7164" y="7538"/>
                </a:lnTo>
                <a:cubicBezTo>
                  <a:pt x="7164" y="7529"/>
                  <a:pt x="7159" y="7520"/>
                  <a:pt x="7151" y="7515"/>
                </a:cubicBezTo>
                <a:close/>
                <a:moveTo>
                  <a:pt x="7161" y="7497"/>
                </a:moveTo>
                <a:cubicBezTo>
                  <a:pt x="7160" y="7503"/>
                  <a:pt x="7151" y="7500"/>
                  <a:pt x="7154" y="7511"/>
                </a:cubicBezTo>
                <a:cubicBezTo>
                  <a:pt x="7168" y="7516"/>
                  <a:pt x="7174" y="7529"/>
                  <a:pt x="7186" y="7536"/>
                </a:cubicBezTo>
                <a:lnTo>
                  <a:pt x="7191" y="7538"/>
                </a:lnTo>
                <a:lnTo>
                  <a:pt x="7191" y="7538"/>
                </a:lnTo>
                <a:lnTo>
                  <a:pt x="7191" y="7538"/>
                </a:lnTo>
                <a:lnTo>
                  <a:pt x="7191" y="7538"/>
                </a:lnTo>
                <a:lnTo>
                  <a:pt x="7191" y="7530"/>
                </a:lnTo>
                <a:cubicBezTo>
                  <a:pt x="7191" y="7527"/>
                  <a:pt x="7191" y="7524"/>
                  <a:pt x="7191" y="7521"/>
                </a:cubicBezTo>
                <a:cubicBezTo>
                  <a:pt x="7164" y="7523"/>
                  <a:pt x="7173" y="7508"/>
                  <a:pt x="7161" y="7497"/>
                </a:cubicBezTo>
                <a:close/>
                <a:moveTo>
                  <a:pt x="7559" y="7495"/>
                </a:moveTo>
                <a:cubicBezTo>
                  <a:pt x="7556" y="7495"/>
                  <a:pt x="7553" y="7498"/>
                  <a:pt x="7554" y="7504"/>
                </a:cubicBezTo>
                <a:lnTo>
                  <a:pt x="7566" y="7504"/>
                </a:lnTo>
                <a:cubicBezTo>
                  <a:pt x="7567" y="7499"/>
                  <a:pt x="7563" y="7495"/>
                  <a:pt x="7559" y="7495"/>
                </a:cubicBezTo>
                <a:close/>
                <a:moveTo>
                  <a:pt x="387" y="7465"/>
                </a:moveTo>
                <a:cubicBezTo>
                  <a:pt x="387" y="7465"/>
                  <a:pt x="386" y="7465"/>
                  <a:pt x="385" y="7465"/>
                </a:cubicBezTo>
                <a:cubicBezTo>
                  <a:pt x="380" y="7465"/>
                  <a:pt x="375" y="7470"/>
                  <a:pt x="373" y="7479"/>
                </a:cubicBezTo>
                <a:lnTo>
                  <a:pt x="373" y="7479"/>
                </a:lnTo>
                <a:cubicBezTo>
                  <a:pt x="376" y="7489"/>
                  <a:pt x="386" y="7493"/>
                  <a:pt x="396" y="7497"/>
                </a:cubicBezTo>
                <a:cubicBezTo>
                  <a:pt x="408" y="7481"/>
                  <a:pt x="398" y="7466"/>
                  <a:pt x="387" y="7465"/>
                </a:cubicBezTo>
                <a:close/>
                <a:moveTo>
                  <a:pt x="234" y="7452"/>
                </a:moveTo>
                <a:lnTo>
                  <a:pt x="234" y="7454"/>
                </a:lnTo>
                <a:lnTo>
                  <a:pt x="233" y="7452"/>
                </a:lnTo>
                <a:lnTo>
                  <a:pt x="234" y="7452"/>
                </a:lnTo>
                <a:close/>
                <a:moveTo>
                  <a:pt x="237" y="7440"/>
                </a:moveTo>
                <a:cubicBezTo>
                  <a:pt x="242" y="7441"/>
                  <a:pt x="243" y="7446"/>
                  <a:pt x="246" y="7449"/>
                </a:cubicBezTo>
                <a:lnTo>
                  <a:pt x="246" y="7449"/>
                </a:lnTo>
                <a:lnTo>
                  <a:pt x="244" y="7451"/>
                </a:lnTo>
                <a:lnTo>
                  <a:pt x="242" y="7453"/>
                </a:lnTo>
                <a:lnTo>
                  <a:pt x="238" y="7452"/>
                </a:lnTo>
                <a:cubicBezTo>
                  <a:pt x="237" y="7452"/>
                  <a:pt x="236" y="7452"/>
                  <a:pt x="235" y="7452"/>
                </a:cubicBezTo>
                <a:lnTo>
                  <a:pt x="234" y="7452"/>
                </a:lnTo>
                <a:lnTo>
                  <a:pt x="234" y="7440"/>
                </a:lnTo>
                <a:cubicBezTo>
                  <a:pt x="235" y="7440"/>
                  <a:pt x="236" y="7440"/>
                  <a:pt x="237" y="7440"/>
                </a:cubicBezTo>
                <a:close/>
                <a:moveTo>
                  <a:pt x="312" y="7429"/>
                </a:moveTo>
                <a:cubicBezTo>
                  <a:pt x="312" y="7431"/>
                  <a:pt x="313" y="7432"/>
                  <a:pt x="314" y="7433"/>
                </a:cubicBezTo>
                <a:lnTo>
                  <a:pt x="315" y="7434"/>
                </a:lnTo>
                <a:lnTo>
                  <a:pt x="314" y="7435"/>
                </a:lnTo>
                <a:cubicBezTo>
                  <a:pt x="313" y="7435"/>
                  <a:pt x="312" y="7436"/>
                  <a:pt x="311" y="7436"/>
                </a:cubicBezTo>
                <a:lnTo>
                  <a:pt x="309" y="7436"/>
                </a:lnTo>
                <a:lnTo>
                  <a:pt x="309" y="7435"/>
                </a:lnTo>
                <a:cubicBezTo>
                  <a:pt x="310" y="7433"/>
                  <a:pt x="311" y="7431"/>
                  <a:pt x="312" y="7429"/>
                </a:cubicBezTo>
                <a:close/>
                <a:moveTo>
                  <a:pt x="411" y="7407"/>
                </a:moveTo>
                <a:cubicBezTo>
                  <a:pt x="405" y="7407"/>
                  <a:pt x="399" y="7410"/>
                  <a:pt x="396" y="7413"/>
                </a:cubicBezTo>
                <a:cubicBezTo>
                  <a:pt x="414" y="7422"/>
                  <a:pt x="387" y="7414"/>
                  <a:pt x="389" y="7426"/>
                </a:cubicBezTo>
                <a:cubicBezTo>
                  <a:pt x="399" y="7422"/>
                  <a:pt x="420" y="7427"/>
                  <a:pt x="420" y="7410"/>
                </a:cubicBezTo>
                <a:lnTo>
                  <a:pt x="420" y="7410"/>
                </a:lnTo>
                <a:cubicBezTo>
                  <a:pt x="418" y="7408"/>
                  <a:pt x="414" y="7407"/>
                  <a:pt x="411" y="7407"/>
                </a:cubicBezTo>
                <a:close/>
                <a:moveTo>
                  <a:pt x="7488" y="7385"/>
                </a:moveTo>
                <a:cubicBezTo>
                  <a:pt x="7486" y="7399"/>
                  <a:pt x="7507" y="7389"/>
                  <a:pt x="7515" y="7392"/>
                </a:cubicBezTo>
                <a:lnTo>
                  <a:pt x="7515" y="7386"/>
                </a:lnTo>
                <a:lnTo>
                  <a:pt x="7488" y="7385"/>
                </a:lnTo>
                <a:close/>
                <a:moveTo>
                  <a:pt x="388" y="7337"/>
                </a:moveTo>
                <a:cubicBezTo>
                  <a:pt x="386" y="7337"/>
                  <a:pt x="384" y="7337"/>
                  <a:pt x="383" y="7338"/>
                </a:cubicBezTo>
                <a:cubicBezTo>
                  <a:pt x="381" y="7353"/>
                  <a:pt x="398" y="7347"/>
                  <a:pt x="403" y="7342"/>
                </a:cubicBezTo>
                <a:lnTo>
                  <a:pt x="403" y="7342"/>
                </a:lnTo>
                <a:cubicBezTo>
                  <a:pt x="398" y="7339"/>
                  <a:pt x="393" y="7337"/>
                  <a:pt x="388" y="7337"/>
                </a:cubicBezTo>
                <a:close/>
                <a:moveTo>
                  <a:pt x="6844" y="7333"/>
                </a:moveTo>
                <a:cubicBezTo>
                  <a:pt x="6843" y="7338"/>
                  <a:pt x="6845" y="7346"/>
                  <a:pt x="6840" y="7346"/>
                </a:cubicBezTo>
                <a:cubicBezTo>
                  <a:pt x="6818" y="7345"/>
                  <a:pt x="6843" y="7354"/>
                  <a:pt x="6847" y="7346"/>
                </a:cubicBezTo>
                <a:cubicBezTo>
                  <a:pt x="6847" y="7352"/>
                  <a:pt x="6847" y="7358"/>
                  <a:pt x="6847" y="7363"/>
                </a:cubicBezTo>
                <a:cubicBezTo>
                  <a:pt x="6856" y="7366"/>
                  <a:pt x="6854" y="7357"/>
                  <a:pt x="6860" y="7357"/>
                </a:cubicBezTo>
                <a:cubicBezTo>
                  <a:pt x="6860" y="7344"/>
                  <a:pt x="6857" y="7333"/>
                  <a:pt x="6844" y="7333"/>
                </a:cubicBezTo>
                <a:close/>
                <a:moveTo>
                  <a:pt x="340" y="7329"/>
                </a:moveTo>
                <a:cubicBezTo>
                  <a:pt x="340" y="7331"/>
                  <a:pt x="339" y="7333"/>
                  <a:pt x="340" y="7336"/>
                </a:cubicBezTo>
                <a:lnTo>
                  <a:pt x="347" y="7336"/>
                </a:lnTo>
                <a:cubicBezTo>
                  <a:pt x="347" y="7334"/>
                  <a:pt x="347" y="7331"/>
                  <a:pt x="347" y="7329"/>
                </a:cubicBezTo>
                <a:lnTo>
                  <a:pt x="340" y="7329"/>
                </a:lnTo>
                <a:lnTo>
                  <a:pt x="340" y="7329"/>
                </a:lnTo>
                <a:close/>
                <a:moveTo>
                  <a:pt x="7503" y="7319"/>
                </a:moveTo>
                <a:cubicBezTo>
                  <a:pt x="7501" y="7319"/>
                  <a:pt x="7499" y="7320"/>
                  <a:pt x="7499" y="7325"/>
                </a:cubicBezTo>
                <a:cubicBezTo>
                  <a:pt x="7512" y="7327"/>
                  <a:pt x="7508" y="7319"/>
                  <a:pt x="7503" y="7319"/>
                </a:cubicBezTo>
                <a:close/>
                <a:moveTo>
                  <a:pt x="7132" y="7314"/>
                </a:moveTo>
                <a:cubicBezTo>
                  <a:pt x="7124" y="7314"/>
                  <a:pt x="7122" y="7321"/>
                  <a:pt x="7112" y="7317"/>
                </a:cubicBezTo>
                <a:cubicBezTo>
                  <a:pt x="7112" y="7321"/>
                  <a:pt x="7112" y="7324"/>
                  <a:pt x="7112" y="7327"/>
                </a:cubicBezTo>
                <a:cubicBezTo>
                  <a:pt x="7122" y="7323"/>
                  <a:pt x="7135" y="7326"/>
                  <a:pt x="7142" y="7334"/>
                </a:cubicBezTo>
                <a:cubicBezTo>
                  <a:pt x="7144" y="7329"/>
                  <a:pt x="7147" y="7326"/>
                  <a:pt x="7149" y="7321"/>
                </a:cubicBezTo>
                <a:cubicBezTo>
                  <a:pt x="7143" y="7319"/>
                  <a:pt x="7129" y="7325"/>
                  <a:pt x="7132" y="7314"/>
                </a:cubicBezTo>
                <a:close/>
                <a:moveTo>
                  <a:pt x="357" y="7312"/>
                </a:moveTo>
                <a:cubicBezTo>
                  <a:pt x="356" y="7312"/>
                  <a:pt x="355" y="7312"/>
                  <a:pt x="354" y="7313"/>
                </a:cubicBezTo>
                <a:cubicBezTo>
                  <a:pt x="353" y="7320"/>
                  <a:pt x="353" y="7328"/>
                  <a:pt x="358" y="7329"/>
                </a:cubicBezTo>
                <a:lnTo>
                  <a:pt x="360" y="7330"/>
                </a:lnTo>
                <a:lnTo>
                  <a:pt x="360" y="7330"/>
                </a:lnTo>
                <a:lnTo>
                  <a:pt x="360" y="7330"/>
                </a:lnTo>
                <a:lnTo>
                  <a:pt x="360" y="7330"/>
                </a:lnTo>
                <a:lnTo>
                  <a:pt x="360" y="7328"/>
                </a:lnTo>
                <a:cubicBezTo>
                  <a:pt x="362" y="7325"/>
                  <a:pt x="366" y="7324"/>
                  <a:pt x="367" y="7320"/>
                </a:cubicBezTo>
                <a:cubicBezTo>
                  <a:pt x="361" y="7320"/>
                  <a:pt x="363" y="7313"/>
                  <a:pt x="357" y="7312"/>
                </a:cubicBezTo>
                <a:close/>
                <a:moveTo>
                  <a:pt x="300" y="7307"/>
                </a:moveTo>
                <a:cubicBezTo>
                  <a:pt x="295" y="7314"/>
                  <a:pt x="311" y="7317"/>
                  <a:pt x="311" y="7311"/>
                </a:cubicBezTo>
                <a:cubicBezTo>
                  <a:pt x="307" y="7311"/>
                  <a:pt x="307" y="7308"/>
                  <a:pt x="301" y="7308"/>
                </a:cubicBezTo>
                <a:lnTo>
                  <a:pt x="300" y="7307"/>
                </a:lnTo>
                <a:close/>
                <a:moveTo>
                  <a:pt x="391" y="7303"/>
                </a:moveTo>
                <a:cubicBezTo>
                  <a:pt x="390" y="7303"/>
                  <a:pt x="389" y="7304"/>
                  <a:pt x="388" y="7304"/>
                </a:cubicBezTo>
                <a:cubicBezTo>
                  <a:pt x="388" y="7307"/>
                  <a:pt x="388" y="7311"/>
                  <a:pt x="388" y="7314"/>
                </a:cubicBezTo>
                <a:cubicBezTo>
                  <a:pt x="396" y="7319"/>
                  <a:pt x="398" y="7304"/>
                  <a:pt x="391" y="7303"/>
                </a:cubicBezTo>
                <a:close/>
                <a:moveTo>
                  <a:pt x="7141" y="7283"/>
                </a:moveTo>
                <a:cubicBezTo>
                  <a:pt x="7141" y="7283"/>
                  <a:pt x="7140" y="7283"/>
                  <a:pt x="7139" y="7284"/>
                </a:cubicBezTo>
                <a:lnTo>
                  <a:pt x="7139" y="7294"/>
                </a:lnTo>
                <a:lnTo>
                  <a:pt x="7139" y="7294"/>
                </a:lnTo>
                <a:cubicBezTo>
                  <a:pt x="7143" y="7294"/>
                  <a:pt x="7149" y="7295"/>
                  <a:pt x="7149" y="7291"/>
                </a:cubicBezTo>
                <a:cubicBezTo>
                  <a:pt x="7145" y="7290"/>
                  <a:pt x="7146" y="7284"/>
                  <a:pt x="7141" y="7283"/>
                </a:cubicBezTo>
                <a:close/>
                <a:moveTo>
                  <a:pt x="7193" y="7278"/>
                </a:moveTo>
                <a:lnTo>
                  <a:pt x="7193" y="7278"/>
                </a:lnTo>
                <a:cubicBezTo>
                  <a:pt x="7188" y="7278"/>
                  <a:pt x="7185" y="7280"/>
                  <a:pt x="7183" y="7285"/>
                </a:cubicBezTo>
                <a:cubicBezTo>
                  <a:pt x="7188" y="7289"/>
                  <a:pt x="7196" y="7290"/>
                  <a:pt x="7193" y="7278"/>
                </a:cubicBezTo>
                <a:close/>
                <a:moveTo>
                  <a:pt x="327" y="7274"/>
                </a:moveTo>
                <a:cubicBezTo>
                  <a:pt x="325" y="7273"/>
                  <a:pt x="324" y="7274"/>
                  <a:pt x="322" y="7274"/>
                </a:cubicBezTo>
                <a:lnTo>
                  <a:pt x="322" y="7274"/>
                </a:lnTo>
                <a:cubicBezTo>
                  <a:pt x="320" y="7284"/>
                  <a:pt x="338" y="7288"/>
                  <a:pt x="339" y="7278"/>
                </a:cubicBezTo>
                <a:cubicBezTo>
                  <a:pt x="335" y="7275"/>
                  <a:pt x="331" y="7274"/>
                  <a:pt x="327" y="7274"/>
                </a:cubicBezTo>
                <a:close/>
                <a:moveTo>
                  <a:pt x="7083" y="7236"/>
                </a:moveTo>
                <a:lnTo>
                  <a:pt x="7082" y="7237"/>
                </a:lnTo>
                <a:cubicBezTo>
                  <a:pt x="7075" y="7237"/>
                  <a:pt x="7069" y="7268"/>
                  <a:pt x="7083" y="7266"/>
                </a:cubicBezTo>
                <a:cubicBezTo>
                  <a:pt x="7088" y="7264"/>
                  <a:pt x="7088" y="7239"/>
                  <a:pt x="7083" y="7236"/>
                </a:cubicBezTo>
                <a:close/>
                <a:moveTo>
                  <a:pt x="6881" y="7228"/>
                </a:moveTo>
                <a:cubicBezTo>
                  <a:pt x="6883" y="7235"/>
                  <a:pt x="6877" y="7248"/>
                  <a:pt x="6888" y="7245"/>
                </a:cubicBezTo>
                <a:cubicBezTo>
                  <a:pt x="6886" y="7239"/>
                  <a:pt x="6886" y="7231"/>
                  <a:pt x="6881" y="7228"/>
                </a:cubicBezTo>
                <a:close/>
                <a:moveTo>
                  <a:pt x="7136" y="7219"/>
                </a:moveTo>
                <a:lnTo>
                  <a:pt x="7136" y="7220"/>
                </a:lnTo>
                <a:cubicBezTo>
                  <a:pt x="7132" y="7225"/>
                  <a:pt x="7132" y="7233"/>
                  <a:pt x="7139" y="7233"/>
                </a:cubicBezTo>
                <a:cubicBezTo>
                  <a:pt x="7139" y="7228"/>
                  <a:pt x="7141" y="7220"/>
                  <a:pt x="7136" y="7219"/>
                </a:cubicBezTo>
                <a:close/>
                <a:moveTo>
                  <a:pt x="7314" y="7218"/>
                </a:moveTo>
                <a:cubicBezTo>
                  <a:pt x="7295" y="7219"/>
                  <a:pt x="7268" y="7247"/>
                  <a:pt x="7300" y="7252"/>
                </a:cubicBezTo>
                <a:lnTo>
                  <a:pt x="7300" y="7251"/>
                </a:lnTo>
                <a:cubicBezTo>
                  <a:pt x="7296" y="7229"/>
                  <a:pt x="7308" y="7241"/>
                  <a:pt x="7317" y="7235"/>
                </a:cubicBezTo>
                <a:cubicBezTo>
                  <a:pt x="7318" y="7229"/>
                  <a:pt x="7317" y="7223"/>
                  <a:pt x="7314" y="7218"/>
                </a:cubicBezTo>
                <a:close/>
                <a:moveTo>
                  <a:pt x="6925" y="7215"/>
                </a:moveTo>
                <a:cubicBezTo>
                  <a:pt x="6920" y="7215"/>
                  <a:pt x="6915" y="7217"/>
                  <a:pt x="6912" y="7222"/>
                </a:cubicBezTo>
                <a:cubicBezTo>
                  <a:pt x="6916" y="7223"/>
                  <a:pt x="6918" y="7227"/>
                  <a:pt x="6925" y="7225"/>
                </a:cubicBezTo>
                <a:lnTo>
                  <a:pt x="6925" y="7215"/>
                </a:lnTo>
                <a:close/>
                <a:moveTo>
                  <a:pt x="7191" y="7211"/>
                </a:moveTo>
                <a:cubicBezTo>
                  <a:pt x="7185" y="7211"/>
                  <a:pt x="7180" y="7212"/>
                  <a:pt x="7180" y="7220"/>
                </a:cubicBezTo>
                <a:lnTo>
                  <a:pt x="7180" y="7220"/>
                </a:lnTo>
                <a:cubicBezTo>
                  <a:pt x="7186" y="7220"/>
                  <a:pt x="7187" y="7224"/>
                  <a:pt x="7194" y="7224"/>
                </a:cubicBezTo>
                <a:cubicBezTo>
                  <a:pt x="7193" y="7217"/>
                  <a:pt x="7199" y="7217"/>
                  <a:pt x="7201" y="7214"/>
                </a:cubicBezTo>
                <a:cubicBezTo>
                  <a:pt x="7198" y="7213"/>
                  <a:pt x="7194" y="7211"/>
                  <a:pt x="7191" y="7211"/>
                </a:cubicBezTo>
                <a:close/>
                <a:moveTo>
                  <a:pt x="7515" y="7206"/>
                </a:moveTo>
                <a:cubicBezTo>
                  <a:pt x="7515" y="7210"/>
                  <a:pt x="7515" y="7213"/>
                  <a:pt x="7515" y="7217"/>
                </a:cubicBezTo>
                <a:cubicBezTo>
                  <a:pt x="7532" y="7212"/>
                  <a:pt x="7569" y="7228"/>
                  <a:pt x="7569" y="7207"/>
                </a:cubicBezTo>
                <a:lnTo>
                  <a:pt x="7569" y="7207"/>
                </a:lnTo>
                <a:cubicBezTo>
                  <a:pt x="7557" y="7207"/>
                  <a:pt x="7536" y="7217"/>
                  <a:pt x="7515" y="7206"/>
                </a:cubicBezTo>
                <a:close/>
                <a:moveTo>
                  <a:pt x="7462" y="7195"/>
                </a:moveTo>
                <a:cubicBezTo>
                  <a:pt x="7461" y="7195"/>
                  <a:pt x="7459" y="7195"/>
                  <a:pt x="7458" y="7196"/>
                </a:cubicBezTo>
                <a:cubicBezTo>
                  <a:pt x="7455" y="7211"/>
                  <a:pt x="7451" y="7225"/>
                  <a:pt x="7434" y="7226"/>
                </a:cubicBezTo>
                <a:cubicBezTo>
                  <a:pt x="7434" y="7231"/>
                  <a:pt x="7434" y="7235"/>
                  <a:pt x="7434" y="7240"/>
                </a:cubicBezTo>
                <a:cubicBezTo>
                  <a:pt x="7455" y="7237"/>
                  <a:pt x="7461" y="7218"/>
                  <a:pt x="7488" y="7223"/>
                </a:cubicBezTo>
                <a:cubicBezTo>
                  <a:pt x="7479" y="7213"/>
                  <a:pt x="7479" y="7196"/>
                  <a:pt x="7462" y="7195"/>
                </a:cubicBezTo>
                <a:close/>
                <a:moveTo>
                  <a:pt x="6982" y="7173"/>
                </a:moveTo>
                <a:cubicBezTo>
                  <a:pt x="6981" y="7173"/>
                  <a:pt x="6980" y="7174"/>
                  <a:pt x="6978" y="7174"/>
                </a:cubicBezTo>
                <a:cubicBezTo>
                  <a:pt x="6985" y="7189"/>
                  <a:pt x="6965" y="7178"/>
                  <a:pt x="6968" y="7191"/>
                </a:cubicBezTo>
                <a:cubicBezTo>
                  <a:pt x="6965" y="7204"/>
                  <a:pt x="6983" y="7197"/>
                  <a:pt x="6978" y="7212"/>
                </a:cubicBezTo>
                <a:lnTo>
                  <a:pt x="6935" y="7212"/>
                </a:lnTo>
                <a:cubicBezTo>
                  <a:pt x="6915" y="7231"/>
                  <a:pt x="6954" y="7236"/>
                  <a:pt x="6938" y="7252"/>
                </a:cubicBezTo>
                <a:cubicBezTo>
                  <a:pt x="6945" y="7262"/>
                  <a:pt x="6957" y="7246"/>
                  <a:pt x="6958" y="7259"/>
                </a:cubicBezTo>
                <a:cubicBezTo>
                  <a:pt x="6949" y="7269"/>
                  <a:pt x="6953" y="7277"/>
                  <a:pt x="6955" y="7293"/>
                </a:cubicBezTo>
                <a:cubicBezTo>
                  <a:pt x="6935" y="7296"/>
                  <a:pt x="6920" y="7271"/>
                  <a:pt x="6914" y="7296"/>
                </a:cubicBezTo>
                <a:cubicBezTo>
                  <a:pt x="6923" y="7295"/>
                  <a:pt x="6925" y="7301"/>
                  <a:pt x="6924" y="7310"/>
                </a:cubicBezTo>
                <a:cubicBezTo>
                  <a:pt x="6922" y="7322"/>
                  <a:pt x="6913" y="7307"/>
                  <a:pt x="6911" y="7320"/>
                </a:cubicBezTo>
                <a:cubicBezTo>
                  <a:pt x="6914" y="7321"/>
                  <a:pt x="6918" y="7320"/>
                  <a:pt x="6918" y="7323"/>
                </a:cubicBezTo>
                <a:cubicBezTo>
                  <a:pt x="6912" y="7345"/>
                  <a:pt x="6876" y="7337"/>
                  <a:pt x="6870" y="7360"/>
                </a:cubicBezTo>
                <a:cubicBezTo>
                  <a:pt x="6890" y="7361"/>
                  <a:pt x="6910" y="7367"/>
                  <a:pt x="6927" y="7377"/>
                </a:cubicBezTo>
                <a:cubicBezTo>
                  <a:pt x="6928" y="7385"/>
                  <a:pt x="6924" y="7387"/>
                  <a:pt x="6917" y="7387"/>
                </a:cubicBezTo>
                <a:cubicBezTo>
                  <a:pt x="6917" y="7377"/>
                  <a:pt x="6892" y="7372"/>
                  <a:pt x="6887" y="7377"/>
                </a:cubicBezTo>
                <a:cubicBezTo>
                  <a:pt x="6891" y="7378"/>
                  <a:pt x="6894" y="7381"/>
                  <a:pt x="6897" y="7384"/>
                </a:cubicBezTo>
                <a:cubicBezTo>
                  <a:pt x="6883" y="7389"/>
                  <a:pt x="6868" y="7393"/>
                  <a:pt x="6854" y="7396"/>
                </a:cubicBezTo>
                <a:cubicBezTo>
                  <a:pt x="6855" y="7403"/>
                  <a:pt x="6854" y="7411"/>
                  <a:pt x="6850" y="7417"/>
                </a:cubicBezTo>
                <a:cubicBezTo>
                  <a:pt x="6866" y="7413"/>
                  <a:pt x="6889" y="7396"/>
                  <a:pt x="6897" y="7421"/>
                </a:cubicBezTo>
                <a:cubicBezTo>
                  <a:pt x="6879" y="7410"/>
                  <a:pt x="6876" y="7432"/>
                  <a:pt x="6870" y="7444"/>
                </a:cubicBezTo>
                <a:cubicBezTo>
                  <a:pt x="6904" y="7487"/>
                  <a:pt x="6959" y="7450"/>
                  <a:pt x="7001" y="7435"/>
                </a:cubicBezTo>
                <a:cubicBezTo>
                  <a:pt x="7003" y="7481"/>
                  <a:pt x="7014" y="7521"/>
                  <a:pt x="7003" y="7557"/>
                </a:cubicBezTo>
                <a:cubicBezTo>
                  <a:pt x="7015" y="7579"/>
                  <a:pt x="6995" y="7608"/>
                  <a:pt x="7030" y="7618"/>
                </a:cubicBezTo>
                <a:lnTo>
                  <a:pt x="7030" y="7611"/>
                </a:lnTo>
                <a:cubicBezTo>
                  <a:pt x="7032" y="7611"/>
                  <a:pt x="7033" y="7611"/>
                  <a:pt x="7033" y="7608"/>
                </a:cubicBezTo>
                <a:cubicBezTo>
                  <a:pt x="7022" y="7608"/>
                  <a:pt x="7022" y="7599"/>
                  <a:pt x="7020" y="7591"/>
                </a:cubicBezTo>
                <a:cubicBezTo>
                  <a:pt x="7030" y="7590"/>
                  <a:pt x="7028" y="7577"/>
                  <a:pt x="7043" y="7581"/>
                </a:cubicBezTo>
                <a:cubicBezTo>
                  <a:pt x="7043" y="7584"/>
                  <a:pt x="7047" y="7585"/>
                  <a:pt x="7047" y="7588"/>
                </a:cubicBezTo>
                <a:cubicBezTo>
                  <a:pt x="7043" y="7594"/>
                  <a:pt x="7037" y="7590"/>
                  <a:pt x="7043" y="7598"/>
                </a:cubicBezTo>
                <a:cubicBezTo>
                  <a:pt x="7053" y="7598"/>
                  <a:pt x="7062" y="7579"/>
                  <a:pt x="7053" y="7571"/>
                </a:cubicBezTo>
                <a:cubicBezTo>
                  <a:pt x="7054" y="7575"/>
                  <a:pt x="7051" y="7580"/>
                  <a:pt x="7047" y="7581"/>
                </a:cubicBezTo>
                <a:cubicBezTo>
                  <a:pt x="7048" y="7573"/>
                  <a:pt x="7041" y="7574"/>
                  <a:pt x="7044" y="7564"/>
                </a:cubicBezTo>
                <a:cubicBezTo>
                  <a:pt x="7070" y="7565"/>
                  <a:pt x="7054" y="7522"/>
                  <a:pt x="7077" y="7537"/>
                </a:cubicBezTo>
                <a:cubicBezTo>
                  <a:pt x="7075" y="7527"/>
                  <a:pt x="7063" y="7526"/>
                  <a:pt x="7067" y="7510"/>
                </a:cubicBezTo>
                <a:cubicBezTo>
                  <a:pt x="7076" y="7509"/>
                  <a:pt x="7082" y="7503"/>
                  <a:pt x="7088" y="7510"/>
                </a:cubicBezTo>
                <a:cubicBezTo>
                  <a:pt x="7096" y="7487"/>
                  <a:pt x="7096" y="7445"/>
                  <a:pt x="7079" y="7429"/>
                </a:cubicBezTo>
                <a:cubicBezTo>
                  <a:pt x="7089" y="7424"/>
                  <a:pt x="7091" y="7412"/>
                  <a:pt x="7102" y="7408"/>
                </a:cubicBezTo>
                <a:cubicBezTo>
                  <a:pt x="7102" y="7397"/>
                  <a:pt x="7102" y="7385"/>
                  <a:pt x="7102" y="7374"/>
                </a:cubicBezTo>
                <a:cubicBezTo>
                  <a:pt x="7109" y="7376"/>
                  <a:pt x="7124" y="7370"/>
                  <a:pt x="7126" y="7378"/>
                </a:cubicBezTo>
                <a:cubicBezTo>
                  <a:pt x="7125" y="7392"/>
                  <a:pt x="7106" y="7387"/>
                  <a:pt x="7112" y="7408"/>
                </a:cubicBezTo>
                <a:cubicBezTo>
                  <a:pt x="7139" y="7413"/>
                  <a:pt x="7146" y="7397"/>
                  <a:pt x="7163" y="7391"/>
                </a:cubicBezTo>
                <a:cubicBezTo>
                  <a:pt x="7167" y="7396"/>
                  <a:pt x="7179" y="7393"/>
                  <a:pt x="7179" y="7402"/>
                </a:cubicBezTo>
                <a:cubicBezTo>
                  <a:pt x="7173" y="7403"/>
                  <a:pt x="7163" y="7398"/>
                  <a:pt x="7166" y="7408"/>
                </a:cubicBezTo>
                <a:cubicBezTo>
                  <a:pt x="7179" y="7403"/>
                  <a:pt x="7193" y="7429"/>
                  <a:pt x="7209" y="7419"/>
                </a:cubicBezTo>
                <a:cubicBezTo>
                  <a:pt x="7192" y="7419"/>
                  <a:pt x="7203" y="7401"/>
                  <a:pt x="7209" y="7398"/>
                </a:cubicBezTo>
                <a:cubicBezTo>
                  <a:pt x="7197" y="7397"/>
                  <a:pt x="7190" y="7391"/>
                  <a:pt x="7193" y="7374"/>
                </a:cubicBezTo>
                <a:cubicBezTo>
                  <a:pt x="7177" y="7370"/>
                  <a:pt x="7179" y="7384"/>
                  <a:pt x="7166" y="7381"/>
                </a:cubicBezTo>
                <a:cubicBezTo>
                  <a:pt x="7159" y="7378"/>
                  <a:pt x="7176" y="7348"/>
                  <a:pt x="7159" y="7347"/>
                </a:cubicBezTo>
                <a:cubicBezTo>
                  <a:pt x="7159" y="7356"/>
                  <a:pt x="7159" y="7365"/>
                  <a:pt x="7159" y="7374"/>
                </a:cubicBezTo>
                <a:cubicBezTo>
                  <a:pt x="7153" y="7372"/>
                  <a:pt x="7139" y="7380"/>
                  <a:pt x="7139" y="7370"/>
                </a:cubicBezTo>
                <a:cubicBezTo>
                  <a:pt x="7139" y="7361"/>
                  <a:pt x="7139" y="7350"/>
                  <a:pt x="7139" y="7340"/>
                </a:cubicBezTo>
                <a:cubicBezTo>
                  <a:pt x="7117" y="7345"/>
                  <a:pt x="7097" y="7339"/>
                  <a:pt x="7092" y="7319"/>
                </a:cubicBezTo>
                <a:cubicBezTo>
                  <a:pt x="7095" y="7318"/>
                  <a:pt x="7099" y="7319"/>
                  <a:pt x="7099" y="7316"/>
                </a:cubicBezTo>
                <a:cubicBezTo>
                  <a:pt x="7094" y="7312"/>
                  <a:pt x="7084" y="7313"/>
                  <a:pt x="7085" y="7302"/>
                </a:cubicBezTo>
                <a:cubicBezTo>
                  <a:pt x="7103" y="7294"/>
                  <a:pt x="7111" y="7276"/>
                  <a:pt x="7126" y="7265"/>
                </a:cubicBezTo>
                <a:lnTo>
                  <a:pt x="7096" y="7265"/>
                </a:lnTo>
                <a:cubicBezTo>
                  <a:pt x="7098" y="7280"/>
                  <a:pt x="7083" y="7276"/>
                  <a:pt x="7082" y="7286"/>
                </a:cubicBezTo>
                <a:cubicBezTo>
                  <a:pt x="7058" y="7281"/>
                  <a:pt x="7072" y="7268"/>
                  <a:pt x="7066" y="7239"/>
                </a:cubicBezTo>
                <a:cubicBezTo>
                  <a:pt x="7057" y="7240"/>
                  <a:pt x="7049" y="7240"/>
                  <a:pt x="7052" y="7229"/>
                </a:cubicBezTo>
                <a:cubicBezTo>
                  <a:pt x="7059" y="7228"/>
                  <a:pt x="7060" y="7232"/>
                  <a:pt x="7066" y="7232"/>
                </a:cubicBezTo>
                <a:cubicBezTo>
                  <a:pt x="7066" y="7219"/>
                  <a:pt x="7055" y="7219"/>
                  <a:pt x="7059" y="7201"/>
                </a:cubicBezTo>
                <a:cubicBezTo>
                  <a:pt x="7051" y="7206"/>
                  <a:pt x="7041" y="7213"/>
                  <a:pt x="7039" y="7198"/>
                </a:cubicBezTo>
                <a:cubicBezTo>
                  <a:pt x="7025" y="7205"/>
                  <a:pt x="7019" y="7201"/>
                  <a:pt x="7005" y="7205"/>
                </a:cubicBezTo>
                <a:cubicBezTo>
                  <a:pt x="7012" y="7184"/>
                  <a:pt x="6981" y="7201"/>
                  <a:pt x="6978" y="7191"/>
                </a:cubicBezTo>
                <a:lnTo>
                  <a:pt x="6978" y="7184"/>
                </a:lnTo>
                <a:cubicBezTo>
                  <a:pt x="6983" y="7182"/>
                  <a:pt x="6995" y="7188"/>
                  <a:pt x="6995" y="7181"/>
                </a:cubicBezTo>
                <a:cubicBezTo>
                  <a:pt x="6992" y="7177"/>
                  <a:pt x="6990" y="7173"/>
                  <a:pt x="6982" y="7173"/>
                </a:cubicBezTo>
                <a:close/>
                <a:moveTo>
                  <a:pt x="250" y="7165"/>
                </a:moveTo>
                <a:cubicBezTo>
                  <a:pt x="249" y="7165"/>
                  <a:pt x="248" y="7166"/>
                  <a:pt x="247" y="7166"/>
                </a:cubicBezTo>
                <a:lnTo>
                  <a:pt x="247" y="7176"/>
                </a:lnTo>
                <a:lnTo>
                  <a:pt x="246" y="7176"/>
                </a:lnTo>
                <a:lnTo>
                  <a:pt x="247" y="7176"/>
                </a:lnTo>
                <a:lnTo>
                  <a:pt x="247" y="7176"/>
                </a:lnTo>
                <a:lnTo>
                  <a:pt x="248" y="7176"/>
                </a:lnTo>
                <a:cubicBezTo>
                  <a:pt x="254" y="7178"/>
                  <a:pt x="256" y="7166"/>
                  <a:pt x="250" y="7165"/>
                </a:cubicBezTo>
                <a:close/>
                <a:moveTo>
                  <a:pt x="192" y="7165"/>
                </a:moveTo>
                <a:cubicBezTo>
                  <a:pt x="190" y="7165"/>
                  <a:pt x="188" y="7165"/>
                  <a:pt x="186" y="7167"/>
                </a:cubicBezTo>
                <a:lnTo>
                  <a:pt x="183" y="7170"/>
                </a:lnTo>
                <a:lnTo>
                  <a:pt x="183" y="7169"/>
                </a:lnTo>
                <a:lnTo>
                  <a:pt x="183" y="7170"/>
                </a:lnTo>
                <a:lnTo>
                  <a:pt x="183" y="7170"/>
                </a:lnTo>
                <a:lnTo>
                  <a:pt x="184" y="7171"/>
                </a:lnTo>
                <a:cubicBezTo>
                  <a:pt x="190" y="7174"/>
                  <a:pt x="199" y="7174"/>
                  <a:pt x="200" y="7168"/>
                </a:cubicBezTo>
                <a:cubicBezTo>
                  <a:pt x="200" y="7167"/>
                  <a:pt x="199" y="7166"/>
                  <a:pt x="198" y="7166"/>
                </a:cubicBezTo>
                <a:cubicBezTo>
                  <a:pt x="196" y="7165"/>
                  <a:pt x="194" y="7164"/>
                  <a:pt x="192" y="7165"/>
                </a:cubicBezTo>
                <a:close/>
                <a:moveTo>
                  <a:pt x="206" y="7164"/>
                </a:moveTo>
                <a:cubicBezTo>
                  <a:pt x="202" y="7175"/>
                  <a:pt x="222" y="7178"/>
                  <a:pt x="228" y="7172"/>
                </a:cubicBezTo>
                <a:cubicBezTo>
                  <a:pt x="221" y="7169"/>
                  <a:pt x="219" y="7162"/>
                  <a:pt x="207" y="7164"/>
                </a:cubicBezTo>
                <a:lnTo>
                  <a:pt x="206" y="7164"/>
                </a:lnTo>
                <a:close/>
                <a:moveTo>
                  <a:pt x="7006" y="7158"/>
                </a:moveTo>
                <a:cubicBezTo>
                  <a:pt x="7006" y="7164"/>
                  <a:pt x="7006" y="7169"/>
                  <a:pt x="7006" y="7175"/>
                </a:cubicBezTo>
                <a:cubicBezTo>
                  <a:pt x="7015" y="7174"/>
                  <a:pt x="7022" y="7167"/>
                  <a:pt x="7023" y="7158"/>
                </a:cubicBezTo>
                <a:lnTo>
                  <a:pt x="7006" y="7158"/>
                </a:lnTo>
                <a:close/>
                <a:moveTo>
                  <a:pt x="310" y="7146"/>
                </a:moveTo>
                <a:cubicBezTo>
                  <a:pt x="303" y="7145"/>
                  <a:pt x="292" y="7151"/>
                  <a:pt x="289" y="7156"/>
                </a:cubicBezTo>
                <a:lnTo>
                  <a:pt x="288" y="7157"/>
                </a:lnTo>
                <a:lnTo>
                  <a:pt x="287" y="7157"/>
                </a:lnTo>
                <a:lnTo>
                  <a:pt x="288" y="7157"/>
                </a:lnTo>
                <a:lnTo>
                  <a:pt x="288" y="7157"/>
                </a:lnTo>
                <a:lnTo>
                  <a:pt x="292" y="7157"/>
                </a:lnTo>
                <a:cubicBezTo>
                  <a:pt x="303" y="7156"/>
                  <a:pt x="307" y="7160"/>
                  <a:pt x="318" y="7155"/>
                </a:cubicBezTo>
                <a:cubicBezTo>
                  <a:pt x="318" y="7148"/>
                  <a:pt x="315" y="7146"/>
                  <a:pt x="310" y="7146"/>
                </a:cubicBezTo>
                <a:close/>
                <a:moveTo>
                  <a:pt x="7004" y="7138"/>
                </a:moveTo>
                <a:cubicBezTo>
                  <a:pt x="6997" y="7137"/>
                  <a:pt x="6991" y="7140"/>
                  <a:pt x="6992" y="7148"/>
                </a:cubicBezTo>
                <a:cubicBezTo>
                  <a:pt x="6998" y="7153"/>
                  <a:pt x="7016" y="7154"/>
                  <a:pt x="7013" y="7141"/>
                </a:cubicBezTo>
                <a:cubicBezTo>
                  <a:pt x="7011" y="7140"/>
                  <a:pt x="7007" y="7138"/>
                  <a:pt x="7004" y="7138"/>
                </a:cubicBezTo>
                <a:close/>
                <a:moveTo>
                  <a:pt x="7494" y="7135"/>
                </a:moveTo>
                <a:cubicBezTo>
                  <a:pt x="7494" y="7135"/>
                  <a:pt x="7493" y="7135"/>
                  <a:pt x="7492" y="7135"/>
                </a:cubicBezTo>
                <a:cubicBezTo>
                  <a:pt x="7484" y="7153"/>
                  <a:pt x="7487" y="7135"/>
                  <a:pt x="7471" y="7135"/>
                </a:cubicBezTo>
                <a:cubicBezTo>
                  <a:pt x="7468" y="7148"/>
                  <a:pt x="7451" y="7145"/>
                  <a:pt x="7434" y="7145"/>
                </a:cubicBezTo>
                <a:cubicBezTo>
                  <a:pt x="7434" y="7156"/>
                  <a:pt x="7434" y="7168"/>
                  <a:pt x="7434" y="7179"/>
                </a:cubicBezTo>
                <a:lnTo>
                  <a:pt x="7462" y="7179"/>
                </a:lnTo>
                <a:cubicBezTo>
                  <a:pt x="7464" y="7171"/>
                  <a:pt x="7458" y="7154"/>
                  <a:pt x="7465" y="7152"/>
                </a:cubicBezTo>
                <a:cubicBezTo>
                  <a:pt x="7471" y="7159"/>
                  <a:pt x="7468" y="7174"/>
                  <a:pt x="7472" y="7182"/>
                </a:cubicBezTo>
                <a:cubicBezTo>
                  <a:pt x="7489" y="7184"/>
                  <a:pt x="7475" y="7153"/>
                  <a:pt x="7489" y="7152"/>
                </a:cubicBezTo>
                <a:cubicBezTo>
                  <a:pt x="7487" y="7161"/>
                  <a:pt x="7490" y="7164"/>
                  <a:pt x="7499" y="7162"/>
                </a:cubicBezTo>
                <a:cubicBezTo>
                  <a:pt x="7497" y="7154"/>
                  <a:pt x="7504" y="7136"/>
                  <a:pt x="7494" y="7135"/>
                </a:cubicBezTo>
                <a:close/>
                <a:moveTo>
                  <a:pt x="7294" y="7134"/>
                </a:moveTo>
                <a:lnTo>
                  <a:pt x="7294" y="7140"/>
                </a:lnTo>
                <a:lnTo>
                  <a:pt x="7308" y="7140"/>
                </a:lnTo>
                <a:cubicBezTo>
                  <a:pt x="7308" y="7138"/>
                  <a:pt x="7308" y="7136"/>
                  <a:pt x="7308" y="7134"/>
                </a:cubicBezTo>
                <a:lnTo>
                  <a:pt x="7294" y="7134"/>
                </a:lnTo>
                <a:close/>
                <a:moveTo>
                  <a:pt x="7360" y="7127"/>
                </a:moveTo>
                <a:cubicBezTo>
                  <a:pt x="7356" y="7127"/>
                  <a:pt x="7351" y="7130"/>
                  <a:pt x="7348" y="7134"/>
                </a:cubicBezTo>
                <a:lnTo>
                  <a:pt x="7348" y="7134"/>
                </a:lnTo>
                <a:cubicBezTo>
                  <a:pt x="7355" y="7132"/>
                  <a:pt x="7368" y="7139"/>
                  <a:pt x="7365" y="7127"/>
                </a:cubicBezTo>
                <a:cubicBezTo>
                  <a:pt x="7364" y="7127"/>
                  <a:pt x="7362" y="7126"/>
                  <a:pt x="7360" y="7127"/>
                </a:cubicBezTo>
                <a:close/>
                <a:moveTo>
                  <a:pt x="219" y="7121"/>
                </a:moveTo>
                <a:cubicBezTo>
                  <a:pt x="220" y="7124"/>
                  <a:pt x="223" y="7125"/>
                  <a:pt x="225" y="7127"/>
                </a:cubicBezTo>
                <a:lnTo>
                  <a:pt x="225" y="7127"/>
                </a:lnTo>
                <a:lnTo>
                  <a:pt x="221" y="7128"/>
                </a:lnTo>
                <a:cubicBezTo>
                  <a:pt x="217" y="7129"/>
                  <a:pt x="213" y="7131"/>
                  <a:pt x="209" y="7132"/>
                </a:cubicBezTo>
                <a:lnTo>
                  <a:pt x="208" y="7132"/>
                </a:lnTo>
                <a:lnTo>
                  <a:pt x="208" y="7132"/>
                </a:lnTo>
                <a:cubicBezTo>
                  <a:pt x="207" y="7130"/>
                  <a:pt x="207" y="7127"/>
                  <a:pt x="208" y="7123"/>
                </a:cubicBezTo>
                <a:lnTo>
                  <a:pt x="209" y="7124"/>
                </a:lnTo>
                <a:cubicBezTo>
                  <a:pt x="214" y="7124"/>
                  <a:pt x="218" y="7124"/>
                  <a:pt x="219" y="7121"/>
                </a:cubicBezTo>
                <a:close/>
                <a:moveTo>
                  <a:pt x="7303" y="7098"/>
                </a:moveTo>
                <a:cubicBezTo>
                  <a:pt x="7303" y="7098"/>
                  <a:pt x="7302" y="7099"/>
                  <a:pt x="7301" y="7099"/>
                </a:cubicBezTo>
                <a:lnTo>
                  <a:pt x="7302" y="7100"/>
                </a:lnTo>
                <a:cubicBezTo>
                  <a:pt x="7299" y="7103"/>
                  <a:pt x="7303" y="7109"/>
                  <a:pt x="7304" y="7110"/>
                </a:cubicBezTo>
                <a:cubicBezTo>
                  <a:pt x="7315" y="7114"/>
                  <a:pt x="7309" y="7098"/>
                  <a:pt x="7303" y="7098"/>
                </a:cubicBezTo>
                <a:close/>
                <a:moveTo>
                  <a:pt x="6977" y="7097"/>
                </a:moveTo>
                <a:cubicBezTo>
                  <a:pt x="6972" y="7097"/>
                  <a:pt x="6966" y="7099"/>
                  <a:pt x="6961" y="7104"/>
                </a:cubicBezTo>
                <a:lnTo>
                  <a:pt x="6987" y="7104"/>
                </a:lnTo>
                <a:cubicBezTo>
                  <a:pt x="6980" y="7109"/>
                  <a:pt x="6980" y="7124"/>
                  <a:pt x="6980" y="7138"/>
                </a:cubicBezTo>
                <a:cubicBezTo>
                  <a:pt x="6962" y="7148"/>
                  <a:pt x="6947" y="7165"/>
                  <a:pt x="6939" y="7185"/>
                </a:cubicBezTo>
                <a:cubicBezTo>
                  <a:pt x="6955" y="7173"/>
                  <a:pt x="6967" y="7157"/>
                  <a:pt x="6993" y="7155"/>
                </a:cubicBezTo>
                <a:cubicBezTo>
                  <a:pt x="6991" y="7150"/>
                  <a:pt x="6980" y="7154"/>
                  <a:pt x="6980" y="7149"/>
                </a:cubicBezTo>
                <a:lnTo>
                  <a:pt x="6980" y="7138"/>
                </a:lnTo>
                <a:cubicBezTo>
                  <a:pt x="6994" y="7140"/>
                  <a:pt x="6997" y="7130"/>
                  <a:pt x="7004" y="7125"/>
                </a:cubicBezTo>
                <a:cubicBezTo>
                  <a:pt x="7004" y="7111"/>
                  <a:pt x="6991" y="7098"/>
                  <a:pt x="6977" y="7097"/>
                </a:cubicBezTo>
                <a:close/>
                <a:moveTo>
                  <a:pt x="7322" y="7086"/>
                </a:moveTo>
                <a:cubicBezTo>
                  <a:pt x="7322" y="7086"/>
                  <a:pt x="7321" y="7087"/>
                  <a:pt x="7321" y="7087"/>
                </a:cubicBezTo>
                <a:cubicBezTo>
                  <a:pt x="7318" y="7090"/>
                  <a:pt x="7318" y="7096"/>
                  <a:pt x="7322" y="7099"/>
                </a:cubicBezTo>
                <a:lnTo>
                  <a:pt x="7322" y="7100"/>
                </a:lnTo>
                <a:cubicBezTo>
                  <a:pt x="7331" y="7101"/>
                  <a:pt x="7331" y="7092"/>
                  <a:pt x="7335" y="7089"/>
                </a:cubicBezTo>
                <a:cubicBezTo>
                  <a:pt x="7329" y="7090"/>
                  <a:pt x="7328" y="7086"/>
                  <a:pt x="7322" y="7086"/>
                </a:cubicBezTo>
                <a:close/>
                <a:moveTo>
                  <a:pt x="7477" y="7083"/>
                </a:moveTo>
                <a:cubicBezTo>
                  <a:pt x="7454" y="7083"/>
                  <a:pt x="7455" y="7109"/>
                  <a:pt x="7429" y="7107"/>
                </a:cubicBezTo>
                <a:cubicBezTo>
                  <a:pt x="7429" y="7118"/>
                  <a:pt x="7435" y="7121"/>
                  <a:pt x="7433" y="7134"/>
                </a:cubicBezTo>
                <a:cubicBezTo>
                  <a:pt x="7444" y="7134"/>
                  <a:pt x="7451" y="7134"/>
                  <a:pt x="7455" y="7134"/>
                </a:cubicBezTo>
                <a:cubicBezTo>
                  <a:pt x="7447" y="7132"/>
                  <a:pt x="7427" y="7129"/>
                  <a:pt x="7436" y="7111"/>
                </a:cubicBezTo>
                <a:cubicBezTo>
                  <a:pt x="7461" y="7116"/>
                  <a:pt x="7465" y="7100"/>
                  <a:pt x="7490" y="7105"/>
                </a:cubicBezTo>
                <a:lnTo>
                  <a:pt x="7490" y="7118"/>
                </a:lnTo>
                <a:lnTo>
                  <a:pt x="7516" y="7118"/>
                </a:lnTo>
                <a:cubicBezTo>
                  <a:pt x="7516" y="7111"/>
                  <a:pt x="7516" y="7104"/>
                  <a:pt x="7516" y="7097"/>
                </a:cubicBezTo>
                <a:cubicBezTo>
                  <a:pt x="7504" y="7096"/>
                  <a:pt x="7484" y="7103"/>
                  <a:pt x="7490" y="7083"/>
                </a:cubicBezTo>
                <a:lnTo>
                  <a:pt x="7489" y="7084"/>
                </a:lnTo>
                <a:cubicBezTo>
                  <a:pt x="7485" y="7083"/>
                  <a:pt x="7481" y="7082"/>
                  <a:pt x="7477" y="7083"/>
                </a:cubicBezTo>
                <a:close/>
                <a:moveTo>
                  <a:pt x="7458" y="7073"/>
                </a:moveTo>
                <a:cubicBezTo>
                  <a:pt x="7456" y="7073"/>
                  <a:pt x="7454" y="7075"/>
                  <a:pt x="7453" y="7080"/>
                </a:cubicBezTo>
                <a:cubicBezTo>
                  <a:pt x="7467" y="7082"/>
                  <a:pt x="7463" y="7074"/>
                  <a:pt x="7458" y="7073"/>
                </a:cubicBezTo>
                <a:close/>
                <a:moveTo>
                  <a:pt x="7414" y="7063"/>
                </a:moveTo>
                <a:cubicBezTo>
                  <a:pt x="7410" y="7063"/>
                  <a:pt x="7407" y="7065"/>
                  <a:pt x="7409" y="7069"/>
                </a:cubicBezTo>
                <a:lnTo>
                  <a:pt x="7419" y="7069"/>
                </a:lnTo>
                <a:lnTo>
                  <a:pt x="7419" y="7070"/>
                </a:lnTo>
                <a:lnTo>
                  <a:pt x="7419" y="7069"/>
                </a:lnTo>
                <a:lnTo>
                  <a:pt x="7419" y="7069"/>
                </a:lnTo>
                <a:lnTo>
                  <a:pt x="7420" y="7069"/>
                </a:lnTo>
                <a:cubicBezTo>
                  <a:pt x="7421" y="7065"/>
                  <a:pt x="7417" y="7063"/>
                  <a:pt x="7414" y="7063"/>
                </a:cubicBezTo>
                <a:close/>
                <a:moveTo>
                  <a:pt x="7377" y="7056"/>
                </a:moveTo>
                <a:cubicBezTo>
                  <a:pt x="7371" y="7073"/>
                  <a:pt x="7340" y="7063"/>
                  <a:pt x="7343" y="7089"/>
                </a:cubicBezTo>
                <a:cubicBezTo>
                  <a:pt x="7367" y="7088"/>
                  <a:pt x="7350" y="7099"/>
                  <a:pt x="7350" y="7110"/>
                </a:cubicBezTo>
                <a:cubicBezTo>
                  <a:pt x="7358" y="7111"/>
                  <a:pt x="7357" y="7104"/>
                  <a:pt x="7366" y="7107"/>
                </a:cubicBezTo>
                <a:cubicBezTo>
                  <a:pt x="7366" y="7098"/>
                  <a:pt x="7366" y="7089"/>
                  <a:pt x="7366" y="7080"/>
                </a:cubicBezTo>
                <a:cubicBezTo>
                  <a:pt x="7377" y="7082"/>
                  <a:pt x="7373" y="7070"/>
                  <a:pt x="7383" y="7073"/>
                </a:cubicBezTo>
                <a:cubicBezTo>
                  <a:pt x="7385" y="7079"/>
                  <a:pt x="7379" y="7092"/>
                  <a:pt x="7388" y="7090"/>
                </a:cubicBezTo>
                <a:lnTo>
                  <a:pt x="7389" y="7090"/>
                </a:lnTo>
                <a:lnTo>
                  <a:pt x="7389" y="7090"/>
                </a:lnTo>
                <a:lnTo>
                  <a:pt x="7390" y="7090"/>
                </a:lnTo>
                <a:lnTo>
                  <a:pt x="7389" y="7090"/>
                </a:lnTo>
                <a:lnTo>
                  <a:pt x="7389" y="7078"/>
                </a:lnTo>
                <a:cubicBezTo>
                  <a:pt x="7390" y="7066"/>
                  <a:pt x="7389" y="7056"/>
                  <a:pt x="7377" y="7056"/>
                </a:cubicBezTo>
                <a:close/>
                <a:moveTo>
                  <a:pt x="7360" y="7045"/>
                </a:moveTo>
                <a:cubicBezTo>
                  <a:pt x="7359" y="7045"/>
                  <a:pt x="7358" y="7045"/>
                  <a:pt x="7357" y="7045"/>
                </a:cubicBezTo>
                <a:cubicBezTo>
                  <a:pt x="7352" y="7046"/>
                  <a:pt x="7349" y="7047"/>
                  <a:pt x="7350" y="7052"/>
                </a:cubicBezTo>
                <a:cubicBezTo>
                  <a:pt x="7360" y="7049"/>
                  <a:pt x="7383" y="7060"/>
                  <a:pt x="7383" y="7046"/>
                </a:cubicBezTo>
                <a:lnTo>
                  <a:pt x="7382" y="7046"/>
                </a:lnTo>
                <a:cubicBezTo>
                  <a:pt x="7377" y="7048"/>
                  <a:pt x="7367" y="7046"/>
                  <a:pt x="7360" y="7045"/>
                </a:cubicBezTo>
                <a:close/>
                <a:moveTo>
                  <a:pt x="7436" y="7029"/>
                </a:moveTo>
                <a:lnTo>
                  <a:pt x="7436" y="7030"/>
                </a:lnTo>
                <a:cubicBezTo>
                  <a:pt x="7437" y="7045"/>
                  <a:pt x="7455" y="7042"/>
                  <a:pt x="7463" y="7050"/>
                </a:cubicBezTo>
                <a:cubicBezTo>
                  <a:pt x="7462" y="7034"/>
                  <a:pt x="7445" y="7036"/>
                  <a:pt x="7436" y="7029"/>
                </a:cubicBezTo>
                <a:close/>
                <a:moveTo>
                  <a:pt x="7337" y="7025"/>
                </a:moveTo>
                <a:lnTo>
                  <a:pt x="7337" y="7032"/>
                </a:lnTo>
                <a:lnTo>
                  <a:pt x="7350" y="7032"/>
                </a:lnTo>
                <a:lnTo>
                  <a:pt x="7350" y="7025"/>
                </a:lnTo>
                <a:lnTo>
                  <a:pt x="7337" y="7025"/>
                </a:lnTo>
                <a:close/>
                <a:moveTo>
                  <a:pt x="7357" y="7015"/>
                </a:moveTo>
                <a:lnTo>
                  <a:pt x="7356" y="7016"/>
                </a:lnTo>
                <a:cubicBezTo>
                  <a:pt x="7356" y="7021"/>
                  <a:pt x="7355" y="7027"/>
                  <a:pt x="7364" y="7025"/>
                </a:cubicBezTo>
                <a:cubicBezTo>
                  <a:pt x="7364" y="7021"/>
                  <a:pt x="7361" y="7017"/>
                  <a:pt x="7357" y="7015"/>
                </a:cubicBezTo>
                <a:close/>
                <a:moveTo>
                  <a:pt x="7303" y="6991"/>
                </a:moveTo>
                <a:lnTo>
                  <a:pt x="7302" y="6992"/>
                </a:lnTo>
                <a:cubicBezTo>
                  <a:pt x="7295" y="6991"/>
                  <a:pt x="7289" y="6992"/>
                  <a:pt x="7290" y="6998"/>
                </a:cubicBezTo>
                <a:cubicBezTo>
                  <a:pt x="7303" y="6997"/>
                  <a:pt x="7291" y="7001"/>
                  <a:pt x="7293" y="7008"/>
                </a:cubicBezTo>
                <a:cubicBezTo>
                  <a:pt x="7306" y="7012"/>
                  <a:pt x="7303" y="7000"/>
                  <a:pt x="7303" y="6991"/>
                </a:cubicBezTo>
                <a:close/>
                <a:moveTo>
                  <a:pt x="7593" y="6960"/>
                </a:moveTo>
                <a:lnTo>
                  <a:pt x="7594" y="6960"/>
                </a:lnTo>
                <a:lnTo>
                  <a:pt x="7593" y="6963"/>
                </a:lnTo>
                <a:cubicBezTo>
                  <a:pt x="7592" y="6966"/>
                  <a:pt x="7590" y="6968"/>
                  <a:pt x="7590" y="6974"/>
                </a:cubicBezTo>
                <a:cubicBezTo>
                  <a:pt x="7599" y="6979"/>
                  <a:pt x="7599" y="6962"/>
                  <a:pt x="7594" y="6960"/>
                </a:cubicBezTo>
                <a:lnTo>
                  <a:pt x="7594" y="6960"/>
                </a:lnTo>
                <a:lnTo>
                  <a:pt x="7594" y="6960"/>
                </a:lnTo>
                <a:lnTo>
                  <a:pt x="7593" y="6960"/>
                </a:lnTo>
                <a:close/>
                <a:moveTo>
                  <a:pt x="237" y="6953"/>
                </a:moveTo>
                <a:cubicBezTo>
                  <a:pt x="238" y="6975"/>
                  <a:pt x="254" y="6993"/>
                  <a:pt x="275" y="6998"/>
                </a:cubicBezTo>
                <a:lnTo>
                  <a:pt x="274" y="6997"/>
                </a:lnTo>
                <a:cubicBezTo>
                  <a:pt x="275" y="6991"/>
                  <a:pt x="277" y="6991"/>
                  <a:pt x="282" y="6995"/>
                </a:cubicBezTo>
                <a:cubicBezTo>
                  <a:pt x="285" y="6964"/>
                  <a:pt x="258" y="6962"/>
                  <a:pt x="237" y="6953"/>
                </a:cubicBezTo>
                <a:close/>
                <a:moveTo>
                  <a:pt x="7351" y="6941"/>
                </a:moveTo>
                <a:cubicBezTo>
                  <a:pt x="7350" y="6944"/>
                  <a:pt x="7345" y="6944"/>
                  <a:pt x="7341" y="6944"/>
                </a:cubicBezTo>
                <a:lnTo>
                  <a:pt x="7340" y="6945"/>
                </a:lnTo>
                <a:cubicBezTo>
                  <a:pt x="7337" y="6983"/>
                  <a:pt x="7315" y="7004"/>
                  <a:pt x="7322" y="7052"/>
                </a:cubicBezTo>
                <a:lnTo>
                  <a:pt x="7292" y="7052"/>
                </a:lnTo>
                <a:cubicBezTo>
                  <a:pt x="7291" y="7064"/>
                  <a:pt x="7292" y="7075"/>
                  <a:pt x="7295" y="7086"/>
                </a:cubicBezTo>
                <a:cubicBezTo>
                  <a:pt x="7323" y="7090"/>
                  <a:pt x="7314" y="7057"/>
                  <a:pt x="7339" y="7059"/>
                </a:cubicBezTo>
                <a:cubicBezTo>
                  <a:pt x="7329" y="7041"/>
                  <a:pt x="7326" y="7019"/>
                  <a:pt x="7330" y="6998"/>
                </a:cubicBezTo>
                <a:lnTo>
                  <a:pt x="7350" y="6998"/>
                </a:lnTo>
                <a:cubicBezTo>
                  <a:pt x="7343" y="6971"/>
                  <a:pt x="7363" y="6971"/>
                  <a:pt x="7367" y="6955"/>
                </a:cubicBezTo>
                <a:cubicBezTo>
                  <a:pt x="7358" y="6954"/>
                  <a:pt x="7362" y="6941"/>
                  <a:pt x="7351" y="6941"/>
                </a:cubicBezTo>
                <a:close/>
                <a:moveTo>
                  <a:pt x="7355" y="6917"/>
                </a:moveTo>
                <a:cubicBezTo>
                  <a:pt x="7352" y="6917"/>
                  <a:pt x="7350" y="6918"/>
                  <a:pt x="7350" y="6921"/>
                </a:cubicBezTo>
                <a:cubicBezTo>
                  <a:pt x="7358" y="6922"/>
                  <a:pt x="7369" y="6928"/>
                  <a:pt x="7371" y="6917"/>
                </a:cubicBezTo>
                <a:lnTo>
                  <a:pt x="7370" y="6918"/>
                </a:lnTo>
                <a:cubicBezTo>
                  <a:pt x="7366" y="6919"/>
                  <a:pt x="7360" y="6917"/>
                  <a:pt x="7355" y="6917"/>
                </a:cubicBezTo>
                <a:close/>
                <a:moveTo>
                  <a:pt x="7434" y="6904"/>
                </a:moveTo>
                <a:lnTo>
                  <a:pt x="7434" y="6905"/>
                </a:lnTo>
                <a:cubicBezTo>
                  <a:pt x="7433" y="6909"/>
                  <a:pt x="7429" y="6911"/>
                  <a:pt x="7431" y="6917"/>
                </a:cubicBezTo>
                <a:cubicBezTo>
                  <a:pt x="7440" y="6923"/>
                  <a:pt x="7440" y="6904"/>
                  <a:pt x="7434" y="6904"/>
                </a:cubicBezTo>
                <a:close/>
                <a:moveTo>
                  <a:pt x="7518" y="6884"/>
                </a:moveTo>
                <a:cubicBezTo>
                  <a:pt x="7508" y="6885"/>
                  <a:pt x="7503" y="6892"/>
                  <a:pt x="7491" y="6891"/>
                </a:cubicBezTo>
                <a:lnTo>
                  <a:pt x="7491" y="6892"/>
                </a:lnTo>
                <a:cubicBezTo>
                  <a:pt x="7493" y="6896"/>
                  <a:pt x="7487" y="6909"/>
                  <a:pt x="7495" y="6908"/>
                </a:cubicBezTo>
                <a:cubicBezTo>
                  <a:pt x="7502" y="6899"/>
                  <a:pt x="7512" y="6894"/>
                  <a:pt x="7518" y="6884"/>
                </a:cubicBezTo>
                <a:close/>
                <a:moveTo>
                  <a:pt x="7621" y="6866"/>
                </a:moveTo>
                <a:cubicBezTo>
                  <a:pt x="7617" y="6870"/>
                  <a:pt x="7616" y="6886"/>
                  <a:pt x="7624" y="6887"/>
                </a:cubicBezTo>
                <a:cubicBezTo>
                  <a:pt x="7622" y="6880"/>
                  <a:pt x="7628" y="6866"/>
                  <a:pt x="7621" y="6866"/>
                </a:cubicBezTo>
                <a:close/>
                <a:moveTo>
                  <a:pt x="7455" y="6839"/>
                </a:moveTo>
                <a:cubicBezTo>
                  <a:pt x="7449" y="6839"/>
                  <a:pt x="7442" y="6841"/>
                  <a:pt x="7438" y="6839"/>
                </a:cubicBezTo>
                <a:lnTo>
                  <a:pt x="7438" y="6840"/>
                </a:lnTo>
                <a:cubicBezTo>
                  <a:pt x="7438" y="6845"/>
                  <a:pt x="7438" y="6849"/>
                  <a:pt x="7438" y="6853"/>
                </a:cubicBezTo>
                <a:cubicBezTo>
                  <a:pt x="7446" y="6850"/>
                  <a:pt x="7467" y="6860"/>
                  <a:pt x="7465" y="6847"/>
                </a:cubicBezTo>
                <a:cubicBezTo>
                  <a:pt x="7466" y="6840"/>
                  <a:pt x="7461" y="6839"/>
                  <a:pt x="7455" y="6839"/>
                </a:cubicBezTo>
                <a:close/>
                <a:moveTo>
                  <a:pt x="7035" y="6823"/>
                </a:moveTo>
                <a:cubicBezTo>
                  <a:pt x="7034" y="6830"/>
                  <a:pt x="7022" y="6826"/>
                  <a:pt x="7022" y="6833"/>
                </a:cubicBezTo>
                <a:lnTo>
                  <a:pt x="7035" y="6834"/>
                </a:lnTo>
                <a:cubicBezTo>
                  <a:pt x="7036" y="6838"/>
                  <a:pt x="7035" y="6844"/>
                  <a:pt x="7039" y="6844"/>
                </a:cubicBezTo>
                <a:cubicBezTo>
                  <a:pt x="7043" y="6839"/>
                  <a:pt x="7045" y="6823"/>
                  <a:pt x="7035" y="6823"/>
                </a:cubicBezTo>
                <a:close/>
                <a:moveTo>
                  <a:pt x="7052" y="6813"/>
                </a:moveTo>
                <a:cubicBezTo>
                  <a:pt x="7052" y="6822"/>
                  <a:pt x="7046" y="6824"/>
                  <a:pt x="7049" y="6834"/>
                </a:cubicBezTo>
                <a:lnTo>
                  <a:pt x="7049" y="6833"/>
                </a:lnTo>
                <a:cubicBezTo>
                  <a:pt x="7060" y="6836"/>
                  <a:pt x="7063" y="6815"/>
                  <a:pt x="7052" y="6813"/>
                </a:cubicBezTo>
                <a:close/>
                <a:moveTo>
                  <a:pt x="7499" y="6810"/>
                </a:moveTo>
                <a:lnTo>
                  <a:pt x="7499" y="6816"/>
                </a:lnTo>
                <a:cubicBezTo>
                  <a:pt x="7502" y="6816"/>
                  <a:pt x="7503" y="6820"/>
                  <a:pt x="7505" y="6820"/>
                </a:cubicBezTo>
                <a:cubicBezTo>
                  <a:pt x="7505" y="6816"/>
                  <a:pt x="7506" y="6812"/>
                  <a:pt x="7509" y="6810"/>
                </a:cubicBezTo>
                <a:lnTo>
                  <a:pt x="7499" y="6810"/>
                </a:lnTo>
                <a:close/>
                <a:moveTo>
                  <a:pt x="7035" y="6793"/>
                </a:moveTo>
                <a:cubicBezTo>
                  <a:pt x="7034" y="6793"/>
                  <a:pt x="7033" y="6793"/>
                  <a:pt x="7032" y="6793"/>
                </a:cubicBezTo>
                <a:cubicBezTo>
                  <a:pt x="7026" y="6794"/>
                  <a:pt x="7021" y="6800"/>
                  <a:pt x="7022" y="6806"/>
                </a:cubicBezTo>
                <a:cubicBezTo>
                  <a:pt x="7029" y="6807"/>
                  <a:pt x="7029" y="6815"/>
                  <a:pt x="7036" y="6816"/>
                </a:cubicBezTo>
                <a:lnTo>
                  <a:pt x="7036" y="6817"/>
                </a:lnTo>
                <a:cubicBezTo>
                  <a:pt x="7039" y="6814"/>
                  <a:pt x="7037" y="6805"/>
                  <a:pt x="7046" y="6806"/>
                </a:cubicBezTo>
                <a:cubicBezTo>
                  <a:pt x="7046" y="6805"/>
                  <a:pt x="7046" y="6804"/>
                  <a:pt x="7046" y="6803"/>
                </a:cubicBezTo>
                <a:cubicBezTo>
                  <a:pt x="7045" y="6797"/>
                  <a:pt x="7040" y="6793"/>
                  <a:pt x="7035" y="6793"/>
                </a:cubicBezTo>
                <a:close/>
                <a:moveTo>
                  <a:pt x="7020" y="6730"/>
                </a:moveTo>
                <a:cubicBezTo>
                  <a:pt x="7010" y="6731"/>
                  <a:pt x="7000" y="6736"/>
                  <a:pt x="7001" y="6742"/>
                </a:cubicBezTo>
                <a:cubicBezTo>
                  <a:pt x="7010" y="6740"/>
                  <a:pt x="7019" y="6739"/>
                  <a:pt x="7028" y="6739"/>
                </a:cubicBezTo>
                <a:lnTo>
                  <a:pt x="7036" y="6739"/>
                </a:lnTo>
                <a:lnTo>
                  <a:pt x="7036" y="6739"/>
                </a:lnTo>
                <a:lnTo>
                  <a:pt x="7038" y="6739"/>
                </a:lnTo>
                <a:lnTo>
                  <a:pt x="7036" y="6739"/>
                </a:lnTo>
                <a:lnTo>
                  <a:pt x="7035" y="6737"/>
                </a:lnTo>
                <a:cubicBezTo>
                  <a:pt x="7032" y="6732"/>
                  <a:pt x="7026" y="6730"/>
                  <a:pt x="7020" y="6730"/>
                </a:cubicBezTo>
                <a:close/>
                <a:moveTo>
                  <a:pt x="7483" y="6729"/>
                </a:moveTo>
                <a:cubicBezTo>
                  <a:pt x="7473" y="6730"/>
                  <a:pt x="7463" y="6732"/>
                  <a:pt x="7468" y="6733"/>
                </a:cubicBezTo>
                <a:lnTo>
                  <a:pt x="7469" y="6733"/>
                </a:lnTo>
                <a:cubicBezTo>
                  <a:pt x="7487" y="6727"/>
                  <a:pt x="7493" y="6744"/>
                  <a:pt x="7501" y="6737"/>
                </a:cubicBezTo>
                <a:cubicBezTo>
                  <a:pt x="7503" y="6731"/>
                  <a:pt x="7492" y="6729"/>
                  <a:pt x="7483" y="6729"/>
                </a:cubicBezTo>
                <a:close/>
                <a:moveTo>
                  <a:pt x="7331" y="6718"/>
                </a:moveTo>
                <a:cubicBezTo>
                  <a:pt x="7331" y="6721"/>
                  <a:pt x="7331" y="6725"/>
                  <a:pt x="7331" y="6728"/>
                </a:cubicBezTo>
                <a:lnTo>
                  <a:pt x="7341" y="6728"/>
                </a:lnTo>
                <a:cubicBezTo>
                  <a:pt x="7343" y="6718"/>
                  <a:pt x="7334" y="6722"/>
                  <a:pt x="7331" y="6718"/>
                </a:cubicBezTo>
                <a:close/>
                <a:moveTo>
                  <a:pt x="7007" y="6715"/>
                </a:moveTo>
                <a:cubicBezTo>
                  <a:pt x="7007" y="6715"/>
                  <a:pt x="7007" y="6715"/>
                  <a:pt x="7006" y="6715"/>
                </a:cubicBezTo>
                <a:cubicBezTo>
                  <a:pt x="7006" y="6720"/>
                  <a:pt x="7003" y="6720"/>
                  <a:pt x="7003" y="6726"/>
                </a:cubicBezTo>
                <a:cubicBezTo>
                  <a:pt x="7010" y="6730"/>
                  <a:pt x="7012" y="6716"/>
                  <a:pt x="7007" y="6715"/>
                </a:cubicBezTo>
                <a:close/>
                <a:moveTo>
                  <a:pt x="7063" y="6705"/>
                </a:moveTo>
                <a:cubicBezTo>
                  <a:pt x="7059" y="6726"/>
                  <a:pt x="7073" y="6713"/>
                  <a:pt x="7063" y="6705"/>
                </a:cubicBezTo>
                <a:close/>
                <a:moveTo>
                  <a:pt x="410" y="6670"/>
                </a:moveTo>
                <a:cubicBezTo>
                  <a:pt x="406" y="6671"/>
                  <a:pt x="400" y="6670"/>
                  <a:pt x="400" y="6673"/>
                </a:cubicBezTo>
                <a:cubicBezTo>
                  <a:pt x="402" y="6674"/>
                  <a:pt x="404" y="6674"/>
                  <a:pt x="404" y="6677"/>
                </a:cubicBezTo>
                <a:lnTo>
                  <a:pt x="404" y="6679"/>
                </a:lnTo>
                <a:cubicBezTo>
                  <a:pt x="409" y="6679"/>
                  <a:pt x="412" y="6678"/>
                  <a:pt x="410" y="6670"/>
                </a:cubicBezTo>
                <a:close/>
                <a:moveTo>
                  <a:pt x="7064" y="6658"/>
                </a:moveTo>
                <a:cubicBezTo>
                  <a:pt x="7058" y="6660"/>
                  <a:pt x="7050" y="6660"/>
                  <a:pt x="7047" y="6665"/>
                </a:cubicBezTo>
                <a:lnTo>
                  <a:pt x="7047" y="6666"/>
                </a:lnTo>
                <a:cubicBezTo>
                  <a:pt x="7051" y="6669"/>
                  <a:pt x="7069" y="6673"/>
                  <a:pt x="7064" y="6658"/>
                </a:cubicBezTo>
                <a:close/>
                <a:moveTo>
                  <a:pt x="447" y="6656"/>
                </a:moveTo>
                <a:cubicBezTo>
                  <a:pt x="447" y="6658"/>
                  <a:pt x="447" y="6661"/>
                  <a:pt x="447" y="6663"/>
                </a:cubicBezTo>
                <a:cubicBezTo>
                  <a:pt x="447" y="6665"/>
                  <a:pt x="448" y="6666"/>
                  <a:pt x="450" y="6666"/>
                </a:cubicBezTo>
                <a:lnTo>
                  <a:pt x="450" y="6669"/>
                </a:lnTo>
                <a:cubicBezTo>
                  <a:pt x="452" y="6664"/>
                  <a:pt x="456" y="6663"/>
                  <a:pt x="457" y="6656"/>
                </a:cubicBezTo>
                <a:lnTo>
                  <a:pt x="447" y="6656"/>
                </a:lnTo>
                <a:close/>
                <a:moveTo>
                  <a:pt x="7042" y="6630"/>
                </a:moveTo>
                <a:cubicBezTo>
                  <a:pt x="7038" y="6630"/>
                  <a:pt x="7035" y="6632"/>
                  <a:pt x="7037" y="6637"/>
                </a:cubicBezTo>
                <a:lnTo>
                  <a:pt x="7047" y="6637"/>
                </a:lnTo>
                <a:cubicBezTo>
                  <a:pt x="7050" y="6632"/>
                  <a:pt x="7046" y="6630"/>
                  <a:pt x="7042" y="6630"/>
                </a:cubicBezTo>
                <a:close/>
                <a:moveTo>
                  <a:pt x="356" y="6624"/>
                </a:moveTo>
                <a:lnTo>
                  <a:pt x="363" y="6624"/>
                </a:lnTo>
                <a:lnTo>
                  <a:pt x="363" y="6625"/>
                </a:lnTo>
                <a:lnTo>
                  <a:pt x="360" y="6629"/>
                </a:lnTo>
                <a:lnTo>
                  <a:pt x="359" y="6630"/>
                </a:lnTo>
                <a:lnTo>
                  <a:pt x="356" y="6630"/>
                </a:lnTo>
                <a:cubicBezTo>
                  <a:pt x="356" y="6628"/>
                  <a:pt x="356" y="6626"/>
                  <a:pt x="356" y="6624"/>
                </a:cubicBezTo>
                <a:close/>
                <a:moveTo>
                  <a:pt x="7037" y="6605"/>
                </a:moveTo>
                <a:cubicBezTo>
                  <a:pt x="7036" y="6605"/>
                  <a:pt x="7034" y="6618"/>
                  <a:pt x="7032" y="6621"/>
                </a:cubicBezTo>
                <a:lnTo>
                  <a:pt x="7030" y="6621"/>
                </a:lnTo>
                <a:cubicBezTo>
                  <a:pt x="7041" y="6625"/>
                  <a:pt x="7059" y="6619"/>
                  <a:pt x="7039" y="6614"/>
                </a:cubicBezTo>
                <a:cubicBezTo>
                  <a:pt x="7038" y="6607"/>
                  <a:pt x="7038" y="6605"/>
                  <a:pt x="7037" y="6605"/>
                </a:cubicBezTo>
                <a:close/>
                <a:moveTo>
                  <a:pt x="7091" y="6604"/>
                </a:moveTo>
                <a:cubicBezTo>
                  <a:pt x="7090" y="6611"/>
                  <a:pt x="7082" y="6610"/>
                  <a:pt x="7081" y="6617"/>
                </a:cubicBezTo>
                <a:lnTo>
                  <a:pt x="7097" y="6617"/>
                </a:lnTo>
                <a:cubicBezTo>
                  <a:pt x="7098" y="6610"/>
                  <a:pt x="7097" y="6604"/>
                  <a:pt x="7091" y="6604"/>
                </a:cubicBezTo>
                <a:close/>
                <a:moveTo>
                  <a:pt x="7467" y="6597"/>
                </a:moveTo>
                <a:cubicBezTo>
                  <a:pt x="7467" y="6597"/>
                  <a:pt x="7466" y="6597"/>
                  <a:pt x="7465" y="6598"/>
                </a:cubicBezTo>
                <a:lnTo>
                  <a:pt x="7465" y="6619"/>
                </a:lnTo>
                <a:lnTo>
                  <a:pt x="7466" y="6618"/>
                </a:lnTo>
                <a:cubicBezTo>
                  <a:pt x="7473" y="6614"/>
                  <a:pt x="7482" y="6613"/>
                  <a:pt x="7482" y="6605"/>
                </a:cubicBezTo>
                <a:cubicBezTo>
                  <a:pt x="7470" y="6609"/>
                  <a:pt x="7475" y="6597"/>
                  <a:pt x="7467" y="6597"/>
                </a:cubicBezTo>
                <a:close/>
                <a:moveTo>
                  <a:pt x="7515" y="6540"/>
                </a:moveTo>
                <a:cubicBezTo>
                  <a:pt x="7511" y="6539"/>
                  <a:pt x="7507" y="6541"/>
                  <a:pt x="7507" y="6544"/>
                </a:cubicBezTo>
                <a:cubicBezTo>
                  <a:pt x="7512" y="6545"/>
                  <a:pt x="7513" y="6548"/>
                  <a:pt x="7520" y="6547"/>
                </a:cubicBezTo>
                <a:cubicBezTo>
                  <a:pt x="7523" y="6542"/>
                  <a:pt x="7520" y="6540"/>
                  <a:pt x="7515" y="6540"/>
                </a:cubicBezTo>
                <a:close/>
                <a:moveTo>
                  <a:pt x="7489" y="6527"/>
                </a:moveTo>
                <a:cubicBezTo>
                  <a:pt x="7488" y="6527"/>
                  <a:pt x="7487" y="6527"/>
                  <a:pt x="7486" y="6527"/>
                </a:cubicBezTo>
                <a:cubicBezTo>
                  <a:pt x="7489" y="6536"/>
                  <a:pt x="7480" y="6556"/>
                  <a:pt x="7493" y="6554"/>
                </a:cubicBezTo>
                <a:lnTo>
                  <a:pt x="7494" y="6554"/>
                </a:lnTo>
                <a:cubicBezTo>
                  <a:pt x="7491" y="6546"/>
                  <a:pt x="7499" y="6527"/>
                  <a:pt x="7489" y="6527"/>
                </a:cubicBezTo>
                <a:close/>
                <a:moveTo>
                  <a:pt x="7031" y="6509"/>
                </a:moveTo>
                <a:cubicBezTo>
                  <a:pt x="7040" y="6525"/>
                  <a:pt x="7037" y="6544"/>
                  <a:pt x="7024" y="6557"/>
                </a:cubicBezTo>
                <a:cubicBezTo>
                  <a:pt x="7029" y="6557"/>
                  <a:pt x="7037" y="6555"/>
                  <a:pt x="7038" y="6560"/>
                </a:cubicBezTo>
                <a:cubicBezTo>
                  <a:pt x="7007" y="6575"/>
                  <a:pt x="7048" y="6616"/>
                  <a:pt x="7068" y="6591"/>
                </a:cubicBezTo>
                <a:cubicBezTo>
                  <a:pt x="7059" y="6591"/>
                  <a:pt x="7086" y="6573"/>
                  <a:pt x="7085" y="6557"/>
                </a:cubicBezTo>
                <a:cubicBezTo>
                  <a:pt x="7069" y="6539"/>
                  <a:pt x="7051" y="6523"/>
                  <a:pt x="7031" y="6509"/>
                </a:cubicBezTo>
                <a:close/>
                <a:moveTo>
                  <a:pt x="401" y="6477"/>
                </a:moveTo>
                <a:cubicBezTo>
                  <a:pt x="401" y="6478"/>
                  <a:pt x="401" y="6479"/>
                  <a:pt x="401" y="6479"/>
                </a:cubicBezTo>
                <a:lnTo>
                  <a:pt x="401" y="6480"/>
                </a:lnTo>
                <a:lnTo>
                  <a:pt x="400" y="6479"/>
                </a:lnTo>
                <a:cubicBezTo>
                  <a:pt x="393" y="6477"/>
                  <a:pt x="392" y="6491"/>
                  <a:pt x="398" y="6488"/>
                </a:cubicBezTo>
                <a:cubicBezTo>
                  <a:pt x="398" y="6484"/>
                  <a:pt x="400" y="6483"/>
                  <a:pt x="401" y="6481"/>
                </a:cubicBezTo>
                <a:lnTo>
                  <a:pt x="401" y="6480"/>
                </a:lnTo>
                <a:lnTo>
                  <a:pt x="401" y="6480"/>
                </a:lnTo>
                <a:lnTo>
                  <a:pt x="401" y="6477"/>
                </a:lnTo>
                <a:close/>
                <a:moveTo>
                  <a:pt x="7064" y="6474"/>
                </a:moveTo>
                <a:cubicBezTo>
                  <a:pt x="7054" y="6475"/>
                  <a:pt x="7042" y="6481"/>
                  <a:pt x="7031" y="6482"/>
                </a:cubicBezTo>
                <a:cubicBezTo>
                  <a:pt x="7033" y="6493"/>
                  <a:pt x="7034" y="6506"/>
                  <a:pt x="7044" y="6509"/>
                </a:cubicBezTo>
                <a:cubicBezTo>
                  <a:pt x="7050" y="6502"/>
                  <a:pt x="7055" y="6494"/>
                  <a:pt x="7065" y="6492"/>
                </a:cubicBezTo>
                <a:cubicBezTo>
                  <a:pt x="7067" y="6500"/>
                  <a:pt x="7087" y="6491"/>
                  <a:pt x="7085" y="6502"/>
                </a:cubicBezTo>
                <a:cubicBezTo>
                  <a:pt x="7072" y="6505"/>
                  <a:pt x="7065" y="6514"/>
                  <a:pt x="7065" y="6529"/>
                </a:cubicBezTo>
                <a:lnTo>
                  <a:pt x="7065" y="6530"/>
                </a:lnTo>
                <a:cubicBezTo>
                  <a:pt x="7082" y="6529"/>
                  <a:pt x="7078" y="6505"/>
                  <a:pt x="7101" y="6509"/>
                </a:cubicBezTo>
                <a:cubicBezTo>
                  <a:pt x="7107" y="6492"/>
                  <a:pt x="7089" y="6498"/>
                  <a:pt x="7091" y="6486"/>
                </a:cubicBezTo>
                <a:cubicBezTo>
                  <a:pt x="7083" y="6483"/>
                  <a:pt x="7067" y="6490"/>
                  <a:pt x="7064" y="6482"/>
                </a:cubicBezTo>
                <a:cubicBezTo>
                  <a:pt x="7069" y="6481"/>
                  <a:pt x="7076" y="6483"/>
                  <a:pt x="7078" y="6479"/>
                </a:cubicBezTo>
                <a:cubicBezTo>
                  <a:pt x="7075" y="6476"/>
                  <a:pt x="7072" y="6475"/>
                  <a:pt x="7068" y="6474"/>
                </a:cubicBezTo>
                <a:cubicBezTo>
                  <a:pt x="7067" y="6474"/>
                  <a:pt x="7065" y="6474"/>
                  <a:pt x="7064" y="6474"/>
                </a:cubicBezTo>
                <a:close/>
                <a:moveTo>
                  <a:pt x="7116" y="6472"/>
                </a:moveTo>
                <a:cubicBezTo>
                  <a:pt x="7113" y="6480"/>
                  <a:pt x="7098" y="6475"/>
                  <a:pt x="7095" y="6482"/>
                </a:cubicBezTo>
                <a:lnTo>
                  <a:pt x="7095" y="6483"/>
                </a:lnTo>
                <a:cubicBezTo>
                  <a:pt x="7105" y="6480"/>
                  <a:pt x="7121" y="6488"/>
                  <a:pt x="7123" y="6482"/>
                </a:cubicBezTo>
                <a:cubicBezTo>
                  <a:pt x="7117" y="6482"/>
                  <a:pt x="7121" y="6472"/>
                  <a:pt x="7116" y="6472"/>
                </a:cubicBezTo>
                <a:close/>
                <a:moveTo>
                  <a:pt x="7349" y="6447"/>
                </a:moveTo>
                <a:lnTo>
                  <a:pt x="7347" y="6448"/>
                </a:lnTo>
                <a:cubicBezTo>
                  <a:pt x="7341" y="6449"/>
                  <a:pt x="7332" y="6449"/>
                  <a:pt x="7335" y="6457"/>
                </a:cubicBezTo>
                <a:cubicBezTo>
                  <a:pt x="7344" y="6458"/>
                  <a:pt x="7352" y="6458"/>
                  <a:pt x="7349" y="6447"/>
                </a:cubicBezTo>
                <a:close/>
                <a:moveTo>
                  <a:pt x="400" y="6440"/>
                </a:moveTo>
                <a:lnTo>
                  <a:pt x="401" y="6443"/>
                </a:lnTo>
                <a:cubicBezTo>
                  <a:pt x="404" y="6451"/>
                  <a:pt x="395" y="6472"/>
                  <a:pt x="407" y="6467"/>
                </a:cubicBezTo>
                <a:cubicBezTo>
                  <a:pt x="409" y="6458"/>
                  <a:pt x="406" y="6448"/>
                  <a:pt x="400" y="6440"/>
                </a:cubicBezTo>
                <a:close/>
                <a:moveTo>
                  <a:pt x="7072" y="6439"/>
                </a:moveTo>
                <a:cubicBezTo>
                  <a:pt x="7069" y="6455"/>
                  <a:pt x="7037" y="6441"/>
                  <a:pt x="7032" y="6455"/>
                </a:cubicBezTo>
                <a:cubicBezTo>
                  <a:pt x="7049" y="6455"/>
                  <a:pt x="7068" y="6471"/>
                  <a:pt x="7077" y="6458"/>
                </a:cubicBezTo>
                <a:lnTo>
                  <a:pt x="7078" y="6456"/>
                </a:lnTo>
                <a:lnTo>
                  <a:pt x="7079" y="6456"/>
                </a:lnTo>
                <a:lnTo>
                  <a:pt x="7079" y="6455"/>
                </a:lnTo>
                <a:lnTo>
                  <a:pt x="7078" y="6456"/>
                </a:lnTo>
                <a:lnTo>
                  <a:pt x="7075" y="6456"/>
                </a:lnTo>
                <a:cubicBezTo>
                  <a:pt x="7070" y="6456"/>
                  <a:pt x="7066" y="6456"/>
                  <a:pt x="7065" y="6452"/>
                </a:cubicBezTo>
                <a:cubicBezTo>
                  <a:pt x="7076" y="6454"/>
                  <a:pt x="7077" y="6444"/>
                  <a:pt x="7072" y="6439"/>
                </a:cubicBezTo>
                <a:close/>
                <a:moveTo>
                  <a:pt x="441" y="6433"/>
                </a:moveTo>
                <a:lnTo>
                  <a:pt x="440" y="6440"/>
                </a:lnTo>
                <a:lnTo>
                  <a:pt x="447" y="6440"/>
                </a:lnTo>
                <a:cubicBezTo>
                  <a:pt x="447" y="6437"/>
                  <a:pt x="447" y="6435"/>
                  <a:pt x="447" y="6433"/>
                </a:cubicBezTo>
                <a:lnTo>
                  <a:pt x="441" y="6433"/>
                </a:lnTo>
                <a:close/>
                <a:moveTo>
                  <a:pt x="7527" y="6432"/>
                </a:moveTo>
                <a:cubicBezTo>
                  <a:pt x="7526" y="6432"/>
                  <a:pt x="7525" y="6432"/>
                  <a:pt x="7525" y="6432"/>
                </a:cubicBezTo>
                <a:cubicBezTo>
                  <a:pt x="7520" y="6434"/>
                  <a:pt x="7517" y="6463"/>
                  <a:pt x="7528" y="6459"/>
                </a:cubicBezTo>
                <a:cubicBezTo>
                  <a:pt x="7532" y="6458"/>
                  <a:pt x="7536" y="6432"/>
                  <a:pt x="7527" y="6432"/>
                </a:cubicBezTo>
                <a:close/>
                <a:moveTo>
                  <a:pt x="380" y="6413"/>
                </a:moveTo>
                <a:cubicBezTo>
                  <a:pt x="366" y="6412"/>
                  <a:pt x="382" y="6427"/>
                  <a:pt x="383" y="6413"/>
                </a:cubicBezTo>
                <a:cubicBezTo>
                  <a:pt x="382" y="6413"/>
                  <a:pt x="381" y="6413"/>
                  <a:pt x="380" y="6413"/>
                </a:cubicBezTo>
                <a:close/>
                <a:moveTo>
                  <a:pt x="453" y="6395"/>
                </a:moveTo>
                <a:lnTo>
                  <a:pt x="454" y="6398"/>
                </a:lnTo>
                <a:cubicBezTo>
                  <a:pt x="446" y="6396"/>
                  <a:pt x="440" y="6413"/>
                  <a:pt x="447" y="6413"/>
                </a:cubicBezTo>
                <a:cubicBezTo>
                  <a:pt x="447" y="6409"/>
                  <a:pt x="452" y="6409"/>
                  <a:pt x="457" y="6409"/>
                </a:cubicBezTo>
                <a:cubicBezTo>
                  <a:pt x="458" y="6404"/>
                  <a:pt x="456" y="6399"/>
                  <a:pt x="453" y="6395"/>
                </a:cubicBezTo>
                <a:close/>
                <a:moveTo>
                  <a:pt x="7569" y="6389"/>
                </a:moveTo>
                <a:cubicBezTo>
                  <a:pt x="7569" y="6391"/>
                  <a:pt x="7568" y="6393"/>
                  <a:pt x="7568" y="6395"/>
                </a:cubicBezTo>
                <a:lnTo>
                  <a:pt x="7575" y="6395"/>
                </a:lnTo>
                <a:lnTo>
                  <a:pt x="7575" y="6389"/>
                </a:lnTo>
                <a:lnTo>
                  <a:pt x="7569" y="6389"/>
                </a:lnTo>
                <a:close/>
                <a:moveTo>
                  <a:pt x="415" y="6264"/>
                </a:moveTo>
                <a:cubicBezTo>
                  <a:pt x="408" y="6265"/>
                  <a:pt x="407" y="6270"/>
                  <a:pt x="408" y="6278"/>
                </a:cubicBezTo>
                <a:lnTo>
                  <a:pt x="409" y="6280"/>
                </a:lnTo>
                <a:cubicBezTo>
                  <a:pt x="420" y="6284"/>
                  <a:pt x="420" y="6276"/>
                  <a:pt x="418" y="6264"/>
                </a:cubicBezTo>
                <a:cubicBezTo>
                  <a:pt x="417" y="6264"/>
                  <a:pt x="416" y="6264"/>
                  <a:pt x="415" y="6264"/>
                </a:cubicBezTo>
                <a:close/>
                <a:moveTo>
                  <a:pt x="7069" y="6229"/>
                </a:moveTo>
                <a:cubicBezTo>
                  <a:pt x="7068" y="6229"/>
                  <a:pt x="7068" y="6229"/>
                  <a:pt x="7067" y="6229"/>
                </a:cubicBezTo>
                <a:cubicBezTo>
                  <a:pt x="7058" y="6243"/>
                  <a:pt x="7039" y="6269"/>
                  <a:pt x="7060" y="6276"/>
                </a:cubicBezTo>
                <a:cubicBezTo>
                  <a:pt x="7059" y="6260"/>
                  <a:pt x="7067" y="6253"/>
                  <a:pt x="7070" y="6239"/>
                </a:cubicBezTo>
                <a:cubicBezTo>
                  <a:pt x="7083" y="6262"/>
                  <a:pt x="7053" y="6279"/>
                  <a:pt x="7066" y="6304"/>
                </a:cubicBezTo>
                <a:cubicBezTo>
                  <a:pt x="7050" y="6292"/>
                  <a:pt x="7047" y="6322"/>
                  <a:pt x="7033" y="6313"/>
                </a:cubicBezTo>
                <a:lnTo>
                  <a:pt x="7033" y="6330"/>
                </a:lnTo>
                <a:cubicBezTo>
                  <a:pt x="7055" y="6324"/>
                  <a:pt x="7034" y="6331"/>
                  <a:pt x="7043" y="6341"/>
                </a:cubicBezTo>
                <a:cubicBezTo>
                  <a:pt x="7047" y="6333"/>
                  <a:pt x="7069" y="6342"/>
                  <a:pt x="7069" y="6331"/>
                </a:cubicBezTo>
                <a:cubicBezTo>
                  <a:pt x="7076" y="6342"/>
                  <a:pt x="7061" y="6354"/>
                  <a:pt x="7052" y="6361"/>
                </a:cubicBezTo>
                <a:cubicBezTo>
                  <a:pt x="7056" y="6362"/>
                  <a:pt x="7060" y="6365"/>
                  <a:pt x="7062" y="6368"/>
                </a:cubicBezTo>
                <a:cubicBezTo>
                  <a:pt x="7053" y="6373"/>
                  <a:pt x="7058" y="6384"/>
                  <a:pt x="7055" y="6402"/>
                </a:cubicBezTo>
                <a:cubicBezTo>
                  <a:pt x="7083" y="6396"/>
                  <a:pt x="7061" y="6419"/>
                  <a:pt x="7079" y="6422"/>
                </a:cubicBezTo>
                <a:cubicBezTo>
                  <a:pt x="7098" y="6415"/>
                  <a:pt x="7107" y="6398"/>
                  <a:pt x="7120" y="6386"/>
                </a:cubicBezTo>
                <a:cubicBezTo>
                  <a:pt x="7109" y="6384"/>
                  <a:pt x="7082" y="6382"/>
                  <a:pt x="7100" y="6372"/>
                </a:cubicBezTo>
                <a:cubicBezTo>
                  <a:pt x="7092" y="6373"/>
                  <a:pt x="7087" y="6377"/>
                  <a:pt x="7076" y="6375"/>
                </a:cubicBezTo>
                <a:cubicBezTo>
                  <a:pt x="7070" y="6347"/>
                  <a:pt x="7090" y="6352"/>
                  <a:pt x="7083" y="6331"/>
                </a:cubicBezTo>
                <a:cubicBezTo>
                  <a:pt x="7088" y="6327"/>
                  <a:pt x="7094" y="6324"/>
                  <a:pt x="7100" y="6321"/>
                </a:cubicBezTo>
                <a:cubicBezTo>
                  <a:pt x="7101" y="6312"/>
                  <a:pt x="7100" y="6303"/>
                  <a:pt x="7097" y="6294"/>
                </a:cubicBezTo>
                <a:lnTo>
                  <a:pt x="7120" y="6294"/>
                </a:lnTo>
                <a:lnTo>
                  <a:pt x="7120" y="6294"/>
                </a:lnTo>
                <a:cubicBezTo>
                  <a:pt x="7119" y="6284"/>
                  <a:pt x="7134" y="6281"/>
                  <a:pt x="7120" y="6277"/>
                </a:cubicBezTo>
                <a:cubicBezTo>
                  <a:pt x="7125" y="6294"/>
                  <a:pt x="7103" y="6285"/>
                  <a:pt x="7093" y="6287"/>
                </a:cubicBezTo>
                <a:cubicBezTo>
                  <a:pt x="7091" y="6295"/>
                  <a:pt x="7097" y="6311"/>
                  <a:pt x="7090" y="6314"/>
                </a:cubicBezTo>
                <a:cubicBezTo>
                  <a:pt x="7084" y="6304"/>
                  <a:pt x="7076" y="6296"/>
                  <a:pt x="7066" y="6290"/>
                </a:cubicBezTo>
                <a:cubicBezTo>
                  <a:pt x="7079" y="6276"/>
                  <a:pt x="7085" y="6258"/>
                  <a:pt x="7084" y="6240"/>
                </a:cubicBezTo>
                <a:cubicBezTo>
                  <a:pt x="7072" y="6243"/>
                  <a:pt x="7078" y="6229"/>
                  <a:pt x="7069" y="6229"/>
                </a:cubicBezTo>
                <a:close/>
                <a:moveTo>
                  <a:pt x="401" y="6227"/>
                </a:moveTo>
                <a:cubicBezTo>
                  <a:pt x="396" y="6232"/>
                  <a:pt x="390" y="6244"/>
                  <a:pt x="398" y="6251"/>
                </a:cubicBezTo>
                <a:lnTo>
                  <a:pt x="398" y="6253"/>
                </a:lnTo>
                <a:cubicBezTo>
                  <a:pt x="413" y="6256"/>
                  <a:pt x="409" y="6232"/>
                  <a:pt x="401" y="6227"/>
                </a:cubicBezTo>
                <a:close/>
                <a:moveTo>
                  <a:pt x="414" y="6220"/>
                </a:moveTo>
                <a:lnTo>
                  <a:pt x="414" y="6223"/>
                </a:lnTo>
                <a:cubicBezTo>
                  <a:pt x="415" y="6227"/>
                  <a:pt x="412" y="6227"/>
                  <a:pt x="411" y="6227"/>
                </a:cubicBezTo>
                <a:cubicBezTo>
                  <a:pt x="416" y="6236"/>
                  <a:pt x="422" y="6222"/>
                  <a:pt x="414" y="6220"/>
                </a:cubicBezTo>
                <a:close/>
                <a:moveTo>
                  <a:pt x="7358" y="6201"/>
                </a:moveTo>
                <a:cubicBezTo>
                  <a:pt x="7357" y="6206"/>
                  <a:pt x="7353" y="6207"/>
                  <a:pt x="7355" y="6214"/>
                </a:cubicBezTo>
                <a:lnTo>
                  <a:pt x="7355" y="6214"/>
                </a:lnTo>
                <a:cubicBezTo>
                  <a:pt x="7365" y="6220"/>
                  <a:pt x="7365" y="6200"/>
                  <a:pt x="7358" y="6201"/>
                </a:cubicBezTo>
                <a:close/>
                <a:moveTo>
                  <a:pt x="7080" y="6158"/>
                </a:moveTo>
                <a:cubicBezTo>
                  <a:pt x="7079" y="6158"/>
                  <a:pt x="7079" y="6158"/>
                  <a:pt x="7078" y="6158"/>
                </a:cubicBezTo>
                <a:cubicBezTo>
                  <a:pt x="7080" y="6167"/>
                  <a:pt x="7071" y="6187"/>
                  <a:pt x="7084" y="6185"/>
                </a:cubicBezTo>
                <a:cubicBezTo>
                  <a:pt x="7082" y="6177"/>
                  <a:pt x="7090" y="6159"/>
                  <a:pt x="7080" y="6158"/>
                </a:cubicBezTo>
                <a:close/>
                <a:moveTo>
                  <a:pt x="7105" y="6152"/>
                </a:moveTo>
                <a:cubicBezTo>
                  <a:pt x="7105" y="6154"/>
                  <a:pt x="7105" y="6156"/>
                  <a:pt x="7105" y="6158"/>
                </a:cubicBezTo>
                <a:lnTo>
                  <a:pt x="7112" y="6158"/>
                </a:lnTo>
                <a:lnTo>
                  <a:pt x="7112" y="6152"/>
                </a:lnTo>
                <a:lnTo>
                  <a:pt x="7105" y="6152"/>
                </a:lnTo>
                <a:close/>
                <a:moveTo>
                  <a:pt x="7068" y="6118"/>
                </a:moveTo>
                <a:lnTo>
                  <a:pt x="7068" y="6124"/>
                </a:lnTo>
                <a:lnTo>
                  <a:pt x="7075" y="6124"/>
                </a:lnTo>
                <a:lnTo>
                  <a:pt x="7075" y="6118"/>
                </a:lnTo>
                <a:lnTo>
                  <a:pt x="7068" y="6118"/>
                </a:lnTo>
                <a:close/>
                <a:moveTo>
                  <a:pt x="7112" y="6050"/>
                </a:moveTo>
                <a:lnTo>
                  <a:pt x="7112" y="6050"/>
                </a:lnTo>
                <a:lnTo>
                  <a:pt x="7106" y="6051"/>
                </a:lnTo>
                <a:cubicBezTo>
                  <a:pt x="7094" y="6052"/>
                  <a:pt x="7088" y="6048"/>
                  <a:pt x="7078" y="6053"/>
                </a:cubicBezTo>
                <a:cubicBezTo>
                  <a:pt x="7088" y="6057"/>
                  <a:pt x="7098" y="6055"/>
                  <a:pt x="7091" y="6067"/>
                </a:cubicBezTo>
                <a:cubicBezTo>
                  <a:pt x="7099" y="6071"/>
                  <a:pt x="7099" y="6065"/>
                  <a:pt x="7105" y="6074"/>
                </a:cubicBezTo>
                <a:cubicBezTo>
                  <a:pt x="7107" y="6064"/>
                  <a:pt x="7105" y="6062"/>
                  <a:pt x="7110" y="6054"/>
                </a:cubicBezTo>
                <a:lnTo>
                  <a:pt x="7112" y="6050"/>
                </a:lnTo>
                <a:lnTo>
                  <a:pt x="7112" y="6050"/>
                </a:lnTo>
                <a:lnTo>
                  <a:pt x="7112" y="6050"/>
                </a:lnTo>
                <a:close/>
                <a:moveTo>
                  <a:pt x="7147" y="6049"/>
                </a:moveTo>
                <a:cubicBezTo>
                  <a:pt x="7140" y="6049"/>
                  <a:pt x="7131" y="6050"/>
                  <a:pt x="7139" y="6053"/>
                </a:cubicBezTo>
                <a:lnTo>
                  <a:pt x="7139" y="6054"/>
                </a:lnTo>
                <a:cubicBezTo>
                  <a:pt x="7144" y="6054"/>
                  <a:pt x="7163" y="6054"/>
                  <a:pt x="7153" y="6050"/>
                </a:cubicBezTo>
                <a:cubicBezTo>
                  <a:pt x="7151" y="6049"/>
                  <a:pt x="7149" y="6049"/>
                  <a:pt x="7147" y="6049"/>
                </a:cubicBezTo>
                <a:close/>
                <a:moveTo>
                  <a:pt x="315" y="6039"/>
                </a:moveTo>
                <a:lnTo>
                  <a:pt x="315" y="6045"/>
                </a:lnTo>
                <a:lnTo>
                  <a:pt x="321" y="6049"/>
                </a:lnTo>
                <a:cubicBezTo>
                  <a:pt x="321" y="6046"/>
                  <a:pt x="321" y="6042"/>
                  <a:pt x="321" y="6039"/>
                </a:cubicBezTo>
                <a:lnTo>
                  <a:pt x="315" y="6039"/>
                </a:lnTo>
                <a:close/>
                <a:moveTo>
                  <a:pt x="7127" y="6023"/>
                </a:moveTo>
                <a:cubicBezTo>
                  <a:pt x="7123" y="6023"/>
                  <a:pt x="7121" y="6024"/>
                  <a:pt x="7122" y="6030"/>
                </a:cubicBezTo>
                <a:cubicBezTo>
                  <a:pt x="7128" y="6028"/>
                  <a:pt x="7136" y="6028"/>
                  <a:pt x="7139" y="6023"/>
                </a:cubicBezTo>
                <a:cubicBezTo>
                  <a:pt x="7136" y="6024"/>
                  <a:pt x="7131" y="6023"/>
                  <a:pt x="7127" y="6023"/>
                </a:cubicBezTo>
                <a:close/>
                <a:moveTo>
                  <a:pt x="7079" y="6022"/>
                </a:moveTo>
                <a:cubicBezTo>
                  <a:pt x="7073" y="6022"/>
                  <a:pt x="7066" y="6024"/>
                  <a:pt x="7069" y="6030"/>
                </a:cubicBezTo>
                <a:cubicBezTo>
                  <a:pt x="7075" y="6026"/>
                  <a:pt x="7083" y="6026"/>
                  <a:pt x="7089" y="6030"/>
                </a:cubicBezTo>
                <a:cubicBezTo>
                  <a:pt x="7092" y="6024"/>
                  <a:pt x="7085" y="6022"/>
                  <a:pt x="7079" y="6022"/>
                </a:cubicBezTo>
                <a:close/>
                <a:moveTo>
                  <a:pt x="7099" y="6020"/>
                </a:moveTo>
                <a:cubicBezTo>
                  <a:pt x="7098" y="6019"/>
                  <a:pt x="7097" y="6019"/>
                  <a:pt x="7095" y="6020"/>
                </a:cubicBezTo>
                <a:cubicBezTo>
                  <a:pt x="7096" y="6024"/>
                  <a:pt x="7095" y="6030"/>
                  <a:pt x="7098" y="6030"/>
                </a:cubicBezTo>
                <a:cubicBezTo>
                  <a:pt x="7099" y="6028"/>
                  <a:pt x="7101" y="6024"/>
                  <a:pt x="7102" y="6026"/>
                </a:cubicBezTo>
                <a:cubicBezTo>
                  <a:pt x="7103" y="6029"/>
                  <a:pt x="7102" y="6033"/>
                  <a:pt x="7105" y="6033"/>
                </a:cubicBezTo>
                <a:lnTo>
                  <a:pt x="7106" y="6033"/>
                </a:lnTo>
                <a:cubicBezTo>
                  <a:pt x="7111" y="6028"/>
                  <a:pt x="7109" y="6020"/>
                  <a:pt x="7099" y="6020"/>
                </a:cubicBezTo>
                <a:close/>
                <a:moveTo>
                  <a:pt x="7092" y="6003"/>
                </a:moveTo>
                <a:lnTo>
                  <a:pt x="7092" y="6003"/>
                </a:lnTo>
                <a:lnTo>
                  <a:pt x="7091" y="6005"/>
                </a:lnTo>
                <a:cubicBezTo>
                  <a:pt x="7088" y="6009"/>
                  <a:pt x="7089" y="6015"/>
                  <a:pt x="7095" y="6016"/>
                </a:cubicBezTo>
                <a:cubicBezTo>
                  <a:pt x="7095" y="6012"/>
                  <a:pt x="7096" y="6006"/>
                  <a:pt x="7093" y="6003"/>
                </a:cubicBezTo>
                <a:lnTo>
                  <a:pt x="7092" y="6003"/>
                </a:lnTo>
                <a:lnTo>
                  <a:pt x="7092" y="6003"/>
                </a:lnTo>
                <a:lnTo>
                  <a:pt x="7092" y="6003"/>
                </a:lnTo>
                <a:close/>
                <a:moveTo>
                  <a:pt x="7139" y="5985"/>
                </a:moveTo>
                <a:lnTo>
                  <a:pt x="7139" y="5995"/>
                </a:lnTo>
                <a:lnTo>
                  <a:pt x="7149" y="5997"/>
                </a:lnTo>
                <a:lnTo>
                  <a:pt x="7149" y="5989"/>
                </a:lnTo>
                <a:cubicBezTo>
                  <a:pt x="7149" y="5987"/>
                  <a:pt x="7149" y="5985"/>
                  <a:pt x="7146" y="5985"/>
                </a:cubicBezTo>
                <a:cubicBezTo>
                  <a:pt x="7145" y="5989"/>
                  <a:pt x="7142" y="5987"/>
                  <a:pt x="7139" y="5985"/>
                </a:cubicBezTo>
                <a:close/>
                <a:moveTo>
                  <a:pt x="387" y="5979"/>
                </a:moveTo>
                <a:cubicBezTo>
                  <a:pt x="370" y="5980"/>
                  <a:pt x="391" y="5994"/>
                  <a:pt x="397" y="5980"/>
                </a:cubicBezTo>
                <a:cubicBezTo>
                  <a:pt x="393" y="5980"/>
                  <a:pt x="390" y="5979"/>
                  <a:pt x="387" y="5979"/>
                </a:cubicBezTo>
                <a:close/>
                <a:moveTo>
                  <a:pt x="7119" y="5966"/>
                </a:moveTo>
                <a:cubicBezTo>
                  <a:pt x="7119" y="5973"/>
                  <a:pt x="7122" y="5976"/>
                  <a:pt x="7130" y="5976"/>
                </a:cubicBezTo>
                <a:cubicBezTo>
                  <a:pt x="7132" y="5966"/>
                  <a:pt x="7123" y="5969"/>
                  <a:pt x="7119" y="5966"/>
                </a:cubicBezTo>
                <a:close/>
                <a:moveTo>
                  <a:pt x="7156" y="5942"/>
                </a:moveTo>
                <a:lnTo>
                  <a:pt x="7156" y="5943"/>
                </a:lnTo>
                <a:lnTo>
                  <a:pt x="7154" y="5944"/>
                </a:lnTo>
                <a:cubicBezTo>
                  <a:pt x="7143" y="5952"/>
                  <a:pt x="7150" y="5984"/>
                  <a:pt x="7166" y="5979"/>
                </a:cubicBezTo>
                <a:cubicBezTo>
                  <a:pt x="7164" y="5967"/>
                  <a:pt x="7152" y="5963"/>
                  <a:pt x="7155" y="5945"/>
                </a:cubicBezTo>
                <a:lnTo>
                  <a:pt x="7156" y="5943"/>
                </a:lnTo>
                <a:lnTo>
                  <a:pt x="7156" y="5942"/>
                </a:lnTo>
                <a:lnTo>
                  <a:pt x="7156" y="5942"/>
                </a:lnTo>
                <a:close/>
                <a:moveTo>
                  <a:pt x="7367" y="5937"/>
                </a:moveTo>
                <a:cubicBezTo>
                  <a:pt x="7361" y="5937"/>
                  <a:pt x="7357" y="5939"/>
                  <a:pt x="7357" y="5944"/>
                </a:cubicBezTo>
                <a:lnTo>
                  <a:pt x="7358" y="5944"/>
                </a:lnTo>
                <a:cubicBezTo>
                  <a:pt x="7365" y="5942"/>
                  <a:pt x="7381" y="5950"/>
                  <a:pt x="7378" y="5937"/>
                </a:cubicBezTo>
                <a:cubicBezTo>
                  <a:pt x="7374" y="5937"/>
                  <a:pt x="7370" y="5937"/>
                  <a:pt x="7367" y="5937"/>
                </a:cubicBezTo>
                <a:close/>
                <a:moveTo>
                  <a:pt x="306" y="5928"/>
                </a:moveTo>
                <a:cubicBezTo>
                  <a:pt x="309" y="5938"/>
                  <a:pt x="303" y="5957"/>
                  <a:pt x="310" y="5961"/>
                </a:cubicBezTo>
                <a:lnTo>
                  <a:pt x="310" y="5964"/>
                </a:lnTo>
                <a:cubicBezTo>
                  <a:pt x="313" y="5959"/>
                  <a:pt x="319" y="5929"/>
                  <a:pt x="306" y="5928"/>
                </a:cubicBezTo>
                <a:close/>
                <a:moveTo>
                  <a:pt x="300" y="5914"/>
                </a:moveTo>
                <a:lnTo>
                  <a:pt x="300" y="5918"/>
                </a:lnTo>
                <a:lnTo>
                  <a:pt x="306" y="5920"/>
                </a:lnTo>
                <a:lnTo>
                  <a:pt x="306" y="5914"/>
                </a:lnTo>
                <a:lnTo>
                  <a:pt x="300" y="5914"/>
                </a:lnTo>
                <a:close/>
                <a:moveTo>
                  <a:pt x="7096" y="5878"/>
                </a:moveTo>
                <a:cubicBezTo>
                  <a:pt x="7097" y="5883"/>
                  <a:pt x="7096" y="5889"/>
                  <a:pt x="7103" y="5888"/>
                </a:cubicBezTo>
                <a:cubicBezTo>
                  <a:pt x="7103" y="5883"/>
                  <a:pt x="7101" y="5879"/>
                  <a:pt x="7096" y="5878"/>
                </a:cubicBezTo>
                <a:close/>
                <a:moveTo>
                  <a:pt x="7084" y="5854"/>
                </a:moveTo>
                <a:cubicBezTo>
                  <a:pt x="7082" y="5862"/>
                  <a:pt x="7080" y="5870"/>
                  <a:pt x="7076" y="5877"/>
                </a:cubicBezTo>
                <a:cubicBezTo>
                  <a:pt x="7080" y="5877"/>
                  <a:pt x="7083" y="5879"/>
                  <a:pt x="7086" y="5881"/>
                </a:cubicBezTo>
                <a:cubicBezTo>
                  <a:pt x="7085" y="5868"/>
                  <a:pt x="7098" y="5868"/>
                  <a:pt x="7097" y="5854"/>
                </a:cubicBezTo>
                <a:lnTo>
                  <a:pt x="7084" y="5854"/>
                </a:lnTo>
                <a:close/>
                <a:moveTo>
                  <a:pt x="299" y="5819"/>
                </a:moveTo>
                <a:cubicBezTo>
                  <a:pt x="301" y="5819"/>
                  <a:pt x="303" y="5820"/>
                  <a:pt x="304" y="5821"/>
                </a:cubicBezTo>
                <a:lnTo>
                  <a:pt x="305" y="5821"/>
                </a:lnTo>
                <a:lnTo>
                  <a:pt x="305" y="5822"/>
                </a:lnTo>
                <a:lnTo>
                  <a:pt x="295" y="5822"/>
                </a:lnTo>
                <a:lnTo>
                  <a:pt x="295" y="5819"/>
                </a:lnTo>
                <a:cubicBezTo>
                  <a:pt x="297" y="5819"/>
                  <a:pt x="298" y="5818"/>
                  <a:pt x="299" y="5819"/>
                </a:cubicBezTo>
                <a:close/>
                <a:moveTo>
                  <a:pt x="355" y="5804"/>
                </a:moveTo>
                <a:cubicBezTo>
                  <a:pt x="340" y="5803"/>
                  <a:pt x="347" y="5822"/>
                  <a:pt x="358" y="5819"/>
                </a:cubicBezTo>
                <a:lnTo>
                  <a:pt x="358" y="5804"/>
                </a:lnTo>
                <a:cubicBezTo>
                  <a:pt x="357" y="5804"/>
                  <a:pt x="356" y="5804"/>
                  <a:pt x="355" y="5804"/>
                </a:cubicBezTo>
                <a:close/>
                <a:moveTo>
                  <a:pt x="7092" y="5799"/>
                </a:moveTo>
                <a:cubicBezTo>
                  <a:pt x="7088" y="5799"/>
                  <a:pt x="7083" y="5800"/>
                  <a:pt x="7083" y="5803"/>
                </a:cubicBezTo>
                <a:cubicBezTo>
                  <a:pt x="7089" y="5802"/>
                  <a:pt x="7090" y="5807"/>
                  <a:pt x="7096" y="5807"/>
                </a:cubicBezTo>
                <a:lnTo>
                  <a:pt x="7097" y="5807"/>
                </a:lnTo>
                <a:cubicBezTo>
                  <a:pt x="7100" y="5802"/>
                  <a:pt x="7096" y="5800"/>
                  <a:pt x="7092" y="5799"/>
                </a:cubicBezTo>
                <a:close/>
                <a:moveTo>
                  <a:pt x="396" y="5780"/>
                </a:moveTo>
                <a:cubicBezTo>
                  <a:pt x="391" y="5780"/>
                  <a:pt x="386" y="5782"/>
                  <a:pt x="385" y="5788"/>
                </a:cubicBezTo>
                <a:lnTo>
                  <a:pt x="385" y="5790"/>
                </a:lnTo>
                <a:cubicBezTo>
                  <a:pt x="397" y="5795"/>
                  <a:pt x="411" y="5794"/>
                  <a:pt x="422" y="5788"/>
                </a:cubicBezTo>
                <a:cubicBezTo>
                  <a:pt x="419" y="5785"/>
                  <a:pt x="406" y="5780"/>
                  <a:pt x="396" y="5780"/>
                </a:cubicBezTo>
                <a:close/>
                <a:moveTo>
                  <a:pt x="7212" y="5773"/>
                </a:moveTo>
                <a:cubicBezTo>
                  <a:pt x="7204" y="5772"/>
                  <a:pt x="7204" y="5779"/>
                  <a:pt x="7205" y="5787"/>
                </a:cubicBezTo>
                <a:lnTo>
                  <a:pt x="7205" y="5788"/>
                </a:lnTo>
                <a:cubicBezTo>
                  <a:pt x="7213" y="5788"/>
                  <a:pt x="7216" y="5783"/>
                  <a:pt x="7215" y="5773"/>
                </a:cubicBezTo>
                <a:cubicBezTo>
                  <a:pt x="7214" y="5773"/>
                  <a:pt x="7213" y="5773"/>
                  <a:pt x="7212" y="5773"/>
                </a:cubicBezTo>
                <a:close/>
                <a:moveTo>
                  <a:pt x="375" y="5764"/>
                </a:moveTo>
                <a:lnTo>
                  <a:pt x="375" y="5767"/>
                </a:lnTo>
                <a:cubicBezTo>
                  <a:pt x="356" y="5773"/>
                  <a:pt x="385" y="5809"/>
                  <a:pt x="371" y="5775"/>
                </a:cubicBezTo>
                <a:cubicBezTo>
                  <a:pt x="372" y="5770"/>
                  <a:pt x="376" y="5770"/>
                  <a:pt x="375" y="5764"/>
                </a:cubicBezTo>
                <a:close/>
                <a:moveTo>
                  <a:pt x="7093" y="5752"/>
                </a:moveTo>
                <a:cubicBezTo>
                  <a:pt x="7093" y="5763"/>
                  <a:pt x="7081" y="5762"/>
                  <a:pt x="7080" y="5773"/>
                </a:cubicBezTo>
                <a:cubicBezTo>
                  <a:pt x="7085" y="5774"/>
                  <a:pt x="7086" y="5778"/>
                  <a:pt x="7093" y="5776"/>
                </a:cubicBezTo>
                <a:lnTo>
                  <a:pt x="7094" y="5776"/>
                </a:lnTo>
                <a:cubicBezTo>
                  <a:pt x="7097" y="5773"/>
                  <a:pt x="7102" y="5755"/>
                  <a:pt x="7093" y="5752"/>
                </a:cubicBezTo>
                <a:close/>
                <a:moveTo>
                  <a:pt x="7085" y="5719"/>
                </a:moveTo>
                <a:cubicBezTo>
                  <a:pt x="7082" y="5719"/>
                  <a:pt x="7078" y="5720"/>
                  <a:pt x="7077" y="5725"/>
                </a:cubicBezTo>
                <a:cubicBezTo>
                  <a:pt x="7083" y="5725"/>
                  <a:pt x="7090" y="5727"/>
                  <a:pt x="7091" y="5722"/>
                </a:cubicBezTo>
                <a:lnTo>
                  <a:pt x="7091" y="5722"/>
                </a:lnTo>
                <a:cubicBezTo>
                  <a:pt x="7090" y="5720"/>
                  <a:pt x="7087" y="5719"/>
                  <a:pt x="7085" y="5719"/>
                </a:cubicBezTo>
                <a:close/>
                <a:moveTo>
                  <a:pt x="7199" y="5692"/>
                </a:moveTo>
                <a:lnTo>
                  <a:pt x="7199" y="5699"/>
                </a:lnTo>
                <a:lnTo>
                  <a:pt x="7206" y="5699"/>
                </a:lnTo>
                <a:lnTo>
                  <a:pt x="7206" y="5692"/>
                </a:lnTo>
                <a:lnTo>
                  <a:pt x="7199" y="5692"/>
                </a:lnTo>
                <a:close/>
                <a:moveTo>
                  <a:pt x="7211" y="5682"/>
                </a:moveTo>
                <a:cubicBezTo>
                  <a:pt x="7207" y="5682"/>
                  <a:pt x="7203" y="5684"/>
                  <a:pt x="7206" y="5689"/>
                </a:cubicBezTo>
                <a:lnTo>
                  <a:pt x="7216" y="5689"/>
                </a:lnTo>
                <a:cubicBezTo>
                  <a:pt x="7218" y="5684"/>
                  <a:pt x="7215" y="5682"/>
                  <a:pt x="7211" y="5682"/>
                </a:cubicBezTo>
                <a:close/>
                <a:moveTo>
                  <a:pt x="7091" y="5671"/>
                </a:moveTo>
                <a:lnTo>
                  <a:pt x="7091" y="5671"/>
                </a:lnTo>
                <a:lnTo>
                  <a:pt x="7088" y="5671"/>
                </a:lnTo>
                <a:cubicBezTo>
                  <a:pt x="7084" y="5672"/>
                  <a:pt x="7081" y="5673"/>
                  <a:pt x="7082" y="5678"/>
                </a:cubicBezTo>
                <a:lnTo>
                  <a:pt x="7087" y="5678"/>
                </a:lnTo>
                <a:cubicBezTo>
                  <a:pt x="7087" y="5675"/>
                  <a:pt x="7089" y="5675"/>
                  <a:pt x="7090" y="5673"/>
                </a:cubicBezTo>
                <a:lnTo>
                  <a:pt x="7091" y="5671"/>
                </a:lnTo>
                <a:lnTo>
                  <a:pt x="7092" y="5671"/>
                </a:lnTo>
                <a:lnTo>
                  <a:pt x="7091" y="5671"/>
                </a:lnTo>
                <a:close/>
                <a:moveTo>
                  <a:pt x="7213" y="5628"/>
                </a:moveTo>
                <a:cubicBezTo>
                  <a:pt x="7211" y="5628"/>
                  <a:pt x="7211" y="5630"/>
                  <a:pt x="7216" y="5635"/>
                </a:cubicBezTo>
                <a:cubicBezTo>
                  <a:pt x="7218" y="5637"/>
                  <a:pt x="7216" y="5638"/>
                  <a:pt x="7220" y="5638"/>
                </a:cubicBezTo>
                <a:lnTo>
                  <a:pt x="7219" y="5639"/>
                </a:lnTo>
                <a:cubicBezTo>
                  <a:pt x="7230" y="5637"/>
                  <a:pt x="7217" y="5629"/>
                  <a:pt x="7213" y="5628"/>
                </a:cubicBezTo>
                <a:close/>
                <a:moveTo>
                  <a:pt x="7421" y="5448"/>
                </a:moveTo>
                <a:cubicBezTo>
                  <a:pt x="7422" y="5453"/>
                  <a:pt x="7421" y="5459"/>
                  <a:pt x="7428" y="5458"/>
                </a:cubicBezTo>
                <a:lnTo>
                  <a:pt x="7429" y="5458"/>
                </a:lnTo>
                <a:cubicBezTo>
                  <a:pt x="7429" y="5453"/>
                  <a:pt x="7426" y="5448"/>
                  <a:pt x="7421" y="5448"/>
                </a:cubicBezTo>
                <a:close/>
                <a:moveTo>
                  <a:pt x="429" y="5432"/>
                </a:moveTo>
                <a:cubicBezTo>
                  <a:pt x="424" y="5433"/>
                  <a:pt x="420" y="5435"/>
                  <a:pt x="417" y="5439"/>
                </a:cubicBezTo>
                <a:lnTo>
                  <a:pt x="417" y="5442"/>
                </a:lnTo>
                <a:cubicBezTo>
                  <a:pt x="423" y="5440"/>
                  <a:pt x="437" y="5446"/>
                  <a:pt x="434" y="5432"/>
                </a:cubicBezTo>
                <a:cubicBezTo>
                  <a:pt x="432" y="5432"/>
                  <a:pt x="430" y="5432"/>
                  <a:pt x="429" y="5432"/>
                </a:cubicBezTo>
                <a:close/>
                <a:moveTo>
                  <a:pt x="7235" y="5385"/>
                </a:moveTo>
                <a:cubicBezTo>
                  <a:pt x="7239" y="5403"/>
                  <a:pt x="7223" y="5401"/>
                  <a:pt x="7228" y="5419"/>
                </a:cubicBezTo>
                <a:cubicBezTo>
                  <a:pt x="7237" y="5414"/>
                  <a:pt x="7242" y="5388"/>
                  <a:pt x="7242" y="5385"/>
                </a:cubicBezTo>
                <a:cubicBezTo>
                  <a:pt x="7241" y="5387"/>
                  <a:pt x="7239" y="5390"/>
                  <a:pt x="7238" y="5388"/>
                </a:cubicBezTo>
                <a:cubicBezTo>
                  <a:pt x="7238" y="5387"/>
                  <a:pt x="7238" y="5385"/>
                  <a:pt x="7235" y="5385"/>
                </a:cubicBezTo>
                <a:lnTo>
                  <a:pt x="7235" y="5385"/>
                </a:lnTo>
                <a:close/>
                <a:moveTo>
                  <a:pt x="7257" y="5371"/>
                </a:moveTo>
                <a:cubicBezTo>
                  <a:pt x="7249" y="5370"/>
                  <a:pt x="7252" y="5381"/>
                  <a:pt x="7248" y="5385"/>
                </a:cubicBezTo>
                <a:lnTo>
                  <a:pt x="7261" y="5385"/>
                </a:lnTo>
                <a:lnTo>
                  <a:pt x="7261" y="5372"/>
                </a:lnTo>
                <a:cubicBezTo>
                  <a:pt x="7260" y="5371"/>
                  <a:pt x="7258" y="5371"/>
                  <a:pt x="7257" y="5371"/>
                </a:cubicBezTo>
                <a:close/>
                <a:moveTo>
                  <a:pt x="455" y="5334"/>
                </a:moveTo>
                <a:cubicBezTo>
                  <a:pt x="447" y="5353"/>
                  <a:pt x="467" y="5351"/>
                  <a:pt x="455" y="5334"/>
                </a:cubicBezTo>
                <a:close/>
                <a:moveTo>
                  <a:pt x="418" y="5331"/>
                </a:moveTo>
                <a:cubicBezTo>
                  <a:pt x="417" y="5331"/>
                  <a:pt x="416" y="5331"/>
                  <a:pt x="415" y="5331"/>
                </a:cubicBezTo>
                <a:lnTo>
                  <a:pt x="415" y="5333"/>
                </a:lnTo>
                <a:cubicBezTo>
                  <a:pt x="416" y="5337"/>
                  <a:pt x="419" y="5340"/>
                  <a:pt x="422" y="5341"/>
                </a:cubicBezTo>
                <a:cubicBezTo>
                  <a:pt x="422" y="5336"/>
                  <a:pt x="422" y="5331"/>
                  <a:pt x="418" y="5331"/>
                </a:cubicBezTo>
                <a:close/>
                <a:moveTo>
                  <a:pt x="464" y="5320"/>
                </a:moveTo>
                <a:cubicBezTo>
                  <a:pt x="460" y="5320"/>
                  <a:pt x="456" y="5321"/>
                  <a:pt x="459" y="5327"/>
                </a:cubicBezTo>
                <a:lnTo>
                  <a:pt x="459" y="5330"/>
                </a:lnTo>
                <a:cubicBezTo>
                  <a:pt x="467" y="5330"/>
                  <a:pt x="471" y="5328"/>
                  <a:pt x="472" y="5320"/>
                </a:cubicBezTo>
                <a:cubicBezTo>
                  <a:pt x="470" y="5320"/>
                  <a:pt x="467" y="5320"/>
                  <a:pt x="464" y="5320"/>
                </a:cubicBezTo>
                <a:close/>
                <a:moveTo>
                  <a:pt x="458" y="5276"/>
                </a:moveTo>
                <a:cubicBezTo>
                  <a:pt x="453" y="5277"/>
                  <a:pt x="444" y="5275"/>
                  <a:pt x="444" y="5280"/>
                </a:cubicBezTo>
                <a:lnTo>
                  <a:pt x="445" y="5282"/>
                </a:lnTo>
                <a:cubicBezTo>
                  <a:pt x="451" y="5284"/>
                  <a:pt x="448" y="5295"/>
                  <a:pt x="458" y="5290"/>
                </a:cubicBezTo>
                <a:cubicBezTo>
                  <a:pt x="458" y="5285"/>
                  <a:pt x="458" y="5281"/>
                  <a:pt x="458" y="5276"/>
                </a:cubicBezTo>
                <a:close/>
                <a:moveTo>
                  <a:pt x="420" y="5121"/>
                </a:moveTo>
                <a:cubicBezTo>
                  <a:pt x="414" y="5121"/>
                  <a:pt x="407" y="5124"/>
                  <a:pt x="409" y="5132"/>
                </a:cubicBezTo>
                <a:lnTo>
                  <a:pt x="409" y="5134"/>
                </a:lnTo>
                <a:cubicBezTo>
                  <a:pt x="414" y="5140"/>
                  <a:pt x="432" y="5140"/>
                  <a:pt x="430" y="5125"/>
                </a:cubicBezTo>
                <a:cubicBezTo>
                  <a:pt x="428" y="5123"/>
                  <a:pt x="424" y="5121"/>
                  <a:pt x="420" y="5121"/>
                </a:cubicBezTo>
                <a:close/>
                <a:moveTo>
                  <a:pt x="403" y="5105"/>
                </a:moveTo>
                <a:lnTo>
                  <a:pt x="404" y="5105"/>
                </a:lnTo>
                <a:cubicBezTo>
                  <a:pt x="405" y="5106"/>
                  <a:pt x="407" y="5108"/>
                  <a:pt x="409" y="5108"/>
                </a:cubicBezTo>
                <a:lnTo>
                  <a:pt x="409" y="5108"/>
                </a:lnTo>
                <a:lnTo>
                  <a:pt x="407" y="5108"/>
                </a:lnTo>
                <a:cubicBezTo>
                  <a:pt x="406" y="5108"/>
                  <a:pt x="405" y="5107"/>
                  <a:pt x="405" y="5107"/>
                </a:cubicBezTo>
                <a:lnTo>
                  <a:pt x="403" y="5105"/>
                </a:lnTo>
                <a:close/>
                <a:moveTo>
                  <a:pt x="7431" y="5069"/>
                </a:moveTo>
                <a:cubicBezTo>
                  <a:pt x="7429" y="5069"/>
                  <a:pt x="7427" y="5069"/>
                  <a:pt x="7424" y="5069"/>
                </a:cubicBezTo>
                <a:cubicBezTo>
                  <a:pt x="7429" y="5077"/>
                  <a:pt x="7416" y="5081"/>
                  <a:pt x="7424" y="5082"/>
                </a:cubicBezTo>
                <a:cubicBezTo>
                  <a:pt x="7424" y="5075"/>
                  <a:pt x="7436" y="5081"/>
                  <a:pt x="7441" y="5079"/>
                </a:cubicBezTo>
                <a:lnTo>
                  <a:pt x="7442" y="5079"/>
                </a:lnTo>
                <a:cubicBezTo>
                  <a:pt x="7443" y="5071"/>
                  <a:pt x="7438" y="5069"/>
                  <a:pt x="7431" y="5069"/>
                </a:cubicBezTo>
                <a:close/>
                <a:moveTo>
                  <a:pt x="440" y="4924"/>
                </a:moveTo>
                <a:cubicBezTo>
                  <a:pt x="432" y="4924"/>
                  <a:pt x="425" y="4927"/>
                  <a:pt x="427" y="4932"/>
                </a:cubicBezTo>
                <a:lnTo>
                  <a:pt x="427" y="4934"/>
                </a:lnTo>
                <a:cubicBezTo>
                  <a:pt x="441" y="4935"/>
                  <a:pt x="442" y="4929"/>
                  <a:pt x="453" y="4932"/>
                </a:cubicBezTo>
                <a:cubicBezTo>
                  <a:pt x="455" y="4926"/>
                  <a:pt x="447" y="4924"/>
                  <a:pt x="440" y="4924"/>
                </a:cubicBezTo>
                <a:close/>
                <a:moveTo>
                  <a:pt x="7425" y="4761"/>
                </a:moveTo>
                <a:cubicBezTo>
                  <a:pt x="7424" y="4761"/>
                  <a:pt x="7423" y="4761"/>
                  <a:pt x="7422" y="4761"/>
                </a:cubicBezTo>
                <a:cubicBezTo>
                  <a:pt x="7418" y="4762"/>
                  <a:pt x="7416" y="4766"/>
                  <a:pt x="7418" y="4770"/>
                </a:cubicBezTo>
                <a:cubicBezTo>
                  <a:pt x="7419" y="4774"/>
                  <a:pt x="7423" y="4776"/>
                  <a:pt x="7427" y="4775"/>
                </a:cubicBezTo>
                <a:lnTo>
                  <a:pt x="7427" y="4761"/>
                </a:lnTo>
                <a:lnTo>
                  <a:pt x="7427" y="4761"/>
                </a:lnTo>
                <a:cubicBezTo>
                  <a:pt x="7427" y="4761"/>
                  <a:pt x="7426" y="4761"/>
                  <a:pt x="7425" y="4761"/>
                </a:cubicBezTo>
                <a:close/>
                <a:moveTo>
                  <a:pt x="7425" y="4692"/>
                </a:moveTo>
                <a:cubicBezTo>
                  <a:pt x="7422" y="4692"/>
                  <a:pt x="7420" y="4695"/>
                  <a:pt x="7417" y="4700"/>
                </a:cubicBezTo>
                <a:cubicBezTo>
                  <a:pt x="7422" y="4699"/>
                  <a:pt x="7434" y="4704"/>
                  <a:pt x="7434" y="4697"/>
                </a:cubicBezTo>
                <a:lnTo>
                  <a:pt x="7434" y="4697"/>
                </a:lnTo>
                <a:cubicBezTo>
                  <a:pt x="7431" y="4693"/>
                  <a:pt x="7428" y="4692"/>
                  <a:pt x="7425" y="4692"/>
                </a:cubicBezTo>
                <a:close/>
                <a:moveTo>
                  <a:pt x="7425" y="4602"/>
                </a:moveTo>
                <a:cubicBezTo>
                  <a:pt x="7415" y="4614"/>
                  <a:pt x="7437" y="4613"/>
                  <a:pt x="7425" y="4602"/>
                </a:cubicBezTo>
                <a:close/>
                <a:moveTo>
                  <a:pt x="421" y="4540"/>
                </a:moveTo>
                <a:cubicBezTo>
                  <a:pt x="427" y="4549"/>
                  <a:pt x="407" y="4547"/>
                  <a:pt x="418" y="4550"/>
                </a:cubicBezTo>
                <a:lnTo>
                  <a:pt x="418" y="4552"/>
                </a:lnTo>
                <a:cubicBezTo>
                  <a:pt x="420" y="4548"/>
                  <a:pt x="431" y="4552"/>
                  <a:pt x="431" y="4543"/>
                </a:cubicBezTo>
                <a:cubicBezTo>
                  <a:pt x="427" y="4543"/>
                  <a:pt x="426" y="4540"/>
                  <a:pt x="421" y="4540"/>
                </a:cubicBezTo>
                <a:close/>
                <a:moveTo>
                  <a:pt x="7345" y="4527"/>
                </a:moveTo>
                <a:lnTo>
                  <a:pt x="7345" y="4527"/>
                </a:lnTo>
                <a:cubicBezTo>
                  <a:pt x="7345" y="4532"/>
                  <a:pt x="7340" y="4534"/>
                  <a:pt x="7338" y="4537"/>
                </a:cubicBezTo>
                <a:lnTo>
                  <a:pt x="7348" y="4537"/>
                </a:lnTo>
                <a:lnTo>
                  <a:pt x="7348" y="4530"/>
                </a:lnTo>
                <a:cubicBezTo>
                  <a:pt x="7348" y="4528"/>
                  <a:pt x="7348" y="4527"/>
                  <a:pt x="7345" y="4527"/>
                </a:cubicBezTo>
                <a:close/>
                <a:moveTo>
                  <a:pt x="7425" y="4525"/>
                </a:moveTo>
                <a:lnTo>
                  <a:pt x="7426" y="4525"/>
                </a:lnTo>
                <a:lnTo>
                  <a:pt x="7425" y="4528"/>
                </a:lnTo>
                <a:cubicBezTo>
                  <a:pt x="7423" y="4530"/>
                  <a:pt x="7421" y="4533"/>
                  <a:pt x="7422" y="4538"/>
                </a:cubicBezTo>
                <a:cubicBezTo>
                  <a:pt x="7431" y="4543"/>
                  <a:pt x="7431" y="4526"/>
                  <a:pt x="7426" y="4525"/>
                </a:cubicBezTo>
                <a:lnTo>
                  <a:pt x="7426" y="4525"/>
                </a:lnTo>
                <a:lnTo>
                  <a:pt x="7426" y="4525"/>
                </a:lnTo>
                <a:lnTo>
                  <a:pt x="7425" y="4525"/>
                </a:lnTo>
                <a:close/>
                <a:moveTo>
                  <a:pt x="7351" y="4492"/>
                </a:moveTo>
                <a:cubicBezTo>
                  <a:pt x="7350" y="4492"/>
                  <a:pt x="7349" y="4493"/>
                  <a:pt x="7348" y="4493"/>
                </a:cubicBezTo>
                <a:cubicBezTo>
                  <a:pt x="7346" y="4496"/>
                  <a:pt x="7350" y="4504"/>
                  <a:pt x="7352" y="4504"/>
                </a:cubicBezTo>
                <a:cubicBezTo>
                  <a:pt x="7363" y="4508"/>
                  <a:pt x="7357" y="4492"/>
                  <a:pt x="7351" y="4492"/>
                </a:cubicBezTo>
                <a:close/>
                <a:moveTo>
                  <a:pt x="7372" y="4477"/>
                </a:moveTo>
                <a:cubicBezTo>
                  <a:pt x="7362" y="4493"/>
                  <a:pt x="7383" y="4485"/>
                  <a:pt x="7372" y="4477"/>
                </a:cubicBezTo>
                <a:close/>
                <a:moveTo>
                  <a:pt x="7372" y="4426"/>
                </a:moveTo>
                <a:lnTo>
                  <a:pt x="7372" y="4426"/>
                </a:lnTo>
                <a:cubicBezTo>
                  <a:pt x="7367" y="4426"/>
                  <a:pt x="7343" y="4424"/>
                  <a:pt x="7352" y="4429"/>
                </a:cubicBezTo>
                <a:cubicBezTo>
                  <a:pt x="7358" y="4428"/>
                  <a:pt x="7382" y="4431"/>
                  <a:pt x="7372" y="4426"/>
                </a:cubicBezTo>
                <a:close/>
                <a:moveTo>
                  <a:pt x="7319" y="4375"/>
                </a:moveTo>
                <a:cubicBezTo>
                  <a:pt x="7313" y="4375"/>
                  <a:pt x="7308" y="4381"/>
                  <a:pt x="7304" y="4385"/>
                </a:cubicBezTo>
                <a:cubicBezTo>
                  <a:pt x="7307" y="4385"/>
                  <a:pt x="7307" y="4387"/>
                  <a:pt x="7307" y="4391"/>
                </a:cubicBezTo>
                <a:lnTo>
                  <a:pt x="7306" y="4392"/>
                </a:lnTo>
                <a:cubicBezTo>
                  <a:pt x="7317" y="4393"/>
                  <a:pt x="7322" y="4388"/>
                  <a:pt x="7325" y="4378"/>
                </a:cubicBezTo>
                <a:cubicBezTo>
                  <a:pt x="7323" y="4376"/>
                  <a:pt x="7321" y="4375"/>
                  <a:pt x="7319" y="4375"/>
                </a:cubicBezTo>
                <a:close/>
                <a:moveTo>
                  <a:pt x="7345" y="4270"/>
                </a:moveTo>
                <a:cubicBezTo>
                  <a:pt x="7346" y="4270"/>
                  <a:pt x="7372" y="4276"/>
                  <a:pt x="7347" y="4270"/>
                </a:cubicBezTo>
                <a:cubicBezTo>
                  <a:pt x="7346" y="4270"/>
                  <a:pt x="7345" y="4270"/>
                  <a:pt x="7345" y="4270"/>
                </a:cubicBezTo>
                <a:close/>
                <a:moveTo>
                  <a:pt x="7377" y="4217"/>
                </a:moveTo>
                <a:lnTo>
                  <a:pt x="7378" y="4217"/>
                </a:lnTo>
                <a:lnTo>
                  <a:pt x="7376" y="4219"/>
                </a:lnTo>
                <a:cubicBezTo>
                  <a:pt x="7372" y="4224"/>
                  <a:pt x="7368" y="4231"/>
                  <a:pt x="7377" y="4233"/>
                </a:cubicBezTo>
                <a:cubicBezTo>
                  <a:pt x="7381" y="4229"/>
                  <a:pt x="7388" y="4220"/>
                  <a:pt x="7379" y="4217"/>
                </a:cubicBezTo>
                <a:lnTo>
                  <a:pt x="7378" y="4217"/>
                </a:lnTo>
                <a:lnTo>
                  <a:pt x="7378" y="4217"/>
                </a:lnTo>
                <a:lnTo>
                  <a:pt x="7377" y="4217"/>
                </a:lnTo>
                <a:close/>
                <a:moveTo>
                  <a:pt x="7434" y="4169"/>
                </a:moveTo>
                <a:cubicBezTo>
                  <a:pt x="7433" y="4169"/>
                  <a:pt x="7432" y="4169"/>
                  <a:pt x="7431" y="4170"/>
                </a:cubicBezTo>
                <a:cubicBezTo>
                  <a:pt x="7431" y="4175"/>
                  <a:pt x="7431" y="4181"/>
                  <a:pt x="7431" y="4186"/>
                </a:cubicBezTo>
                <a:lnTo>
                  <a:pt x="7432" y="4186"/>
                </a:lnTo>
                <a:cubicBezTo>
                  <a:pt x="7447" y="4192"/>
                  <a:pt x="7445" y="4168"/>
                  <a:pt x="7434" y="4169"/>
                </a:cubicBezTo>
                <a:close/>
                <a:moveTo>
                  <a:pt x="7303" y="4138"/>
                </a:moveTo>
                <a:cubicBezTo>
                  <a:pt x="7301" y="4149"/>
                  <a:pt x="7315" y="4183"/>
                  <a:pt x="7289" y="4185"/>
                </a:cubicBezTo>
                <a:lnTo>
                  <a:pt x="7310" y="4185"/>
                </a:lnTo>
                <a:cubicBezTo>
                  <a:pt x="7307" y="4165"/>
                  <a:pt x="7330" y="4172"/>
                  <a:pt x="7331" y="4158"/>
                </a:cubicBezTo>
                <a:cubicBezTo>
                  <a:pt x="7317" y="4158"/>
                  <a:pt x="7319" y="4140"/>
                  <a:pt x="7303" y="4138"/>
                </a:cubicBezTo>
                <a:close/>
                <a:moveTo>
                  <a:pt x="7430" y="4132"/>
                </a:moveTo>
                <a:cubicBezTo>
                  <a:pt x="7429" y="4132"/>
                  <a:pt x="7429" y="4132"/>
                  <a:pt x="7428" y="4132"/>
                </a:cubicBezTo>
                <a:lnTo>
                  <a:pt x="7429" y="4132"/>
                </a:lnTo>
                <a:cubicBezTo>
                  <a:pt x="7429" y="4137"/>
                  <a:pt x="7425" y="4137"/>
                  <a:pt x="7425" y="4143"/>
                </a:cubicBezTo>
                <a:cubicBezTo>
                  <a:pt x="7433" y="4148"/>
                  <a:pt x="7435" y="4133"/>
                  <a:pt x="7430" y="4132"/>
                </a:cubicBezTo>
                <a:close/>
                <a:moveTo>
                  <a:pt x="405" y="4107"/>
                </a:moveTo>
                <a:lnTo>
                  <a:pt x="405" y="4110"/>
                </a:lnTo>
                <a:cubicBezTo>
                  <a:pt x="400" y="4120"/>
                  <a:pt x="420" y="4119"/>
                  <a:pt x="415" y="4107"/>
                </a:cubicBezTo>
                <a:lnTo>
                  <a:pt x="405" y="4107"/>
                </a:lnTo>
                <a:close/>
                <a:moveTo>
                  <a:pt x="7268" y="4102"/>
                </a:moveTo>
                <a:cubicBezTo>
                  <a:pt x="7267" y="4102"/>
                  <a:pt x="7266" y="4102"/>
                  <a:pt x="7265" y="4102"/>
                </a:cubicBezTo>
                <a:cubicBezTo>
                  <a:pt x="7265" y="4106"/>
                  <a:pt x="7266" y="4110"/>
                  <a:pt x="7269" y="4113"/>
                </a:cubicBezTo>
                <a:lnTo>
                  <a:pt x="7272" y="4116"/>
                </a:lnTo>
                <a:lnTo>
                  <a:pt x="7272" y="4118"/>
                </a:lnTo>
                <a:lnTo>
                  <a:pt x="7272" y="4116"/>
                </a:lnTo>
                <a:lnTo>
                  <a:pt x="7272" y="4116"/>
                </a:lnTo>
                <a:lnTo>
                  <a:pt x="7272" y="4115"/>
                </a:lnTo>
                <a:cubicBezTo>
                  <a:pt x="7272" y="4110"/>
                  <a:pt x="7273" y="4103"/>
                  <a:pt x="7268" y="4102"/>
                </a:cubicBezTo>
                <a:close/>
                <a:moveTo>
                  <a:pt x="7228" y="4093"/>
                </a:moveTo>
                <a:lnTo>
                  <a:pt x="7228" y="4094"/>
                </a:lnTo>
                <a:cubicBezTo>
                  <a:pt x="7218" y="4100"/>
                  <a:pt x="7212" y="4124"/>
                  <a:pt x="7231" y="4123"/>
                </a:cubicBezTo>
                <a:cubicBezTo>
                  <a:pt x="7233" y="4115"/>
                  <a:pt x="7234" y="4106"/>
                  <a:pt x="7245" y="4106"/>
                </a:cubicBezTo>
                <a:cubicBezTo>
                  <a:pt x="7251" y="4107"/>
                  <a:pt x="7247" y="4117"/>
                  <a:pt x="7255" y="4116"/>
                </a:cubicBezTo>
                <a:cubicBezTo>
                  <a:pt x="7256" y="4110"/>
                  <a:pt x="7262" y="4108"/>
                  <a:pt x="7262" y="4100"/>
                </a:cubicBezTo>
                <a:cubicBezTo>
                  <a:pt x="7244" y="4093"/>
                  <a:pt x="7243" y="4106"/>
                  <a:pt x="7228" y="4093"/>
                </a:cubicBezTo>
                <a:close/>
                <a:moveTo>
                  <a:pt x="454" y="4039"/>
                </a:moveTo>
                <a:lnTo>
                  <a:pt x="456" y="4041"/>
                </a:lnTo>
                <a:lnTo>
                  <a:pt x="454" y="4040"/>
                </a:lnTo>
                <a:lnTo>
                  <a:pt x="454" y="4039"/>
                </a:lnTo>
                <a:close/>
                <a:moveTo>
                  <a:pt x="7173" y="4022"/>
                </a:moveTo>
                <a:cubicBezTo>
                  <a:pt x="7170" y="4021"/>
                  <a:pt x="7167" y="4022"/>
                  <a:pt x="7164" y="4025"/>
                </a:cubicBezTo>
                <a:cubicBezTo>
                  <a:pt x="7186" y="4029"/>
                  <a:pt x="7185" y="4072"/>
                  <a:pt x="7167" y="4079"/>
                </a:cubicBezTo>
                <a:cubicBezTo>
                  <a:pt x="7192" y="4080"/>
                  <a:pt x="7177" y="4115"/>
                  <a:pt x="7167" y="4120"/>
                </a:cubicBezTo>
                <a:cubicBezTo>
                  <a:pt x="7171" y="4123"/>
                  <a:pt x="7180" y="4123"/>
                  <a:pt x="7180" y="4130"/>
                </a:cubicBezTo>
                <a:cubicBezTo>
                  <a:pt x="7170" y="4153"/>
                  <a:pt x="7184" y="4163"/>
                  <a:pt x="7170" y="4184"/>
                </a:cubicBezTo>
                <a:cubicBezTo>
                  <a:pt x="7190" y="4218"/>
                  <a:pt x="7165" y="4271"/>
                  <a:pt x="7170" y="4310"/>
                </a:cubicBezTo>
                <a:cubicBezTo>
                  <a:pt x="7178" y="4386"/>
                  <a:pt x="7171" y="4491"/>
                  <a:pt x="7171" y="4583"/>
                </a:cubicBezTo>
                <a:cubicBezTo>
                  <a:pt x="7170" y="4707"/>
                  <a:pt x="7164" y="4836"/>
                  <a:pt x="7161" y="4955"/>
                </a:cubicBezTo>
                <a:cubicBezTo>
                  <a:pt x="7159" y="5029"/>
                  <a:pt x="7153" y="5103"/>
                  <a:pt x="7129" y="5161"/>
                </a:cubicBezTo>
                <a:cubicBezTo>
                  <a:pt x="7140" y="5166"/>
                  <a:pt x="7142" y="5179"/>
                  <a:pt x="7142" y="5195"/>
                </a:cubicBezTo>
                <a:cubicBezTo>
                  <a:pt x="7139" y="5205"/>
                  <a:pt x="7125" y="5203"/>
                  <a:pt x="7122" y="5212"/>
                </a:cubicBezTo>
                <a:cubicBezTo>
                  <a:pt x="7128" y="5214"/>
                  <a:pt x="7142" y="5208"/>
                  <a:pt x="7142" y="5215"/>
                </a:cubicBezTo>
                <a:cubicBezTo>
                  <a:pt x="7133" y="5228"/>
                  <a:pt x="7134" y="5245"/>
                  <a:pt x="7146" y="5256"/>
                </a:cubicBezTo>
                <a:cubicBezTo>
                  <a:pt x="7132" y="5263"/>
                  <a:pt x="7133" y="5289"/>
                  <a:pt x="7142" y="5300"/>
                </a:cubicBezTo>
                <a:cubicBezTo>
                  <a:pt x="7115" y="5371"/>
                  <a:pt x="7144" y="5439"/>
                  <a:pt x="7120" y="5520"/>
                </a:cubicBezTo>
                <a:lnTo>
                  <a:pt x="7120" y="5520"/>
                </a:lnTo>
                <a:cubicBezTo>
                  <a:pt x="7144" y="5549"/>
                  <a:pt x="7111" y="5585"/>
                  <a:pt x="7111" y="5612"/>
                </a:cubicBezTo>
                <a:cubicBezTo>
                  <a:pt x="7103" y="5608"/>
                  <a:pt x="7100" y="5600"/>
                  <a:pt x="7087" y="5601"/>
                </a:cubicBezTo>
                <a:cubicBezTo>
                  <a:pt x="7087" y="5616"/>
                  <a:pt x="7098" y="5621"/>
                  <a:pt x="7090" y="5635"/>
                </a:cubicBezTo>
                <a:cubicBezTo>
                  <a:pt x="7095" y="5645"/>
                  <a:pt x="7104" y="5629"/>
                  <a:pt x="7107" y="5639"/>
                </a:cubicBezTo>
                <a:cubicBezTo>
                  <a:pt x="7109" y="5651"/>
                  <a:pt x="7112" y="5655"/>
                  <a:pt x="7103" y="5662"/>
                </a:cubicBezTo>
                <a:cubicBezTo>
                  <a:pt x="7104" y="5662"/>
                  <a:pt x="7105" y="5662"/>
                  <a:pt x="7105" y="5662"/>
                </a:cubicBezTo>
                <a:cubicBezTo>
                  <a:pt x="7112" y="5663"/>
                  <a:pt x="7117" y="5669"/>
                  <a:pt x="7117" y="5676"/>
                </a:cubicBezTo>
                <a:cubicBezTo>
                  <a:pt x="7107" y="5680"/>
                  <a:pt x="7096" y="5670"/>
                  <a:pt x="7096" y="5676"/>
                </a:cubicBezTo>
                <a:cubicBezTo>
                  <a:pt x="7107" y="5682"/>
                  <a:pt x="7099" y="5692"/>
                  <a:pt x="7099" y="5703"/>
                </a:cubicBezTo>
                <a:cubicBezTo>
                  <a:pt x="7109" y="5706"/>
                  <a:pt x="7103" y="5692"/>
                  <a:pt x="7116" y="5696"/>
                </a:cubicBezTo>
                <a:cubicBezTo>
                  <a:pt x="7117" y="5706"/>
                  <a:pt x="7121" y="5718"/>
                  <a:pt x="7112" y="5727"/>
                </a:cubicBezTo>
                <a:cubicBezTo>
                  <a:pt x="7110" y="5727"/>
                  <a:pt x="7106" y="5727"/>
                  <a:pt x="7106" y="5730"/>
                </a:cubicBezTo>
                <a:cubicBezTo>
                  <a:pt x="7114" y="5732"/>
                  <a:pt x="7130" y="5726"/>
                  <a:pt x="7132" y="5734"/>
                </a:cubicBezTo>
                <a:cubicBezTo>
                  <a:pt x="7130" y="5741"/>
                  <a:pt x="7136" y="5756"/>
                  <a:pt x="7129" y="5757"/>
                </a:cubicBezTo>
                <a:cubicBezTo>
                  <a:pt x="7122" y="5758"/>
                  <a:pt x="7122" y="5753"/>
                  <a:pt x="7119" y="5750"/>
                </a:cubicBezTo>
                <a:cubicBezTo>
                  <a:pt x="7112" y="5772"/>
                  <a:pt x="7114" y="5795"/>
                  <a:pt x="7125" y="5815"/>
                </a:cubicBezTo>
                <a:cubicBezTo>
                  <a:pt x="7116" y="5820"/>
                  <a:pt x="7115" y="5832"/>
                  <a:pt x="7098" y="5828"/>
                </a:cubicBezTo>
                <a:cubicBezTo>
                  <a:pt x="7107" y="5845"/>
                  <a:pt x="7103" y="5870"/>
                  <a:pt x="7118" y="5889"/>
                </a:cubicBezTo>
                <a:cubicBezTo>
                  <a:pt x="7114" y="5894"/>
                  <a:pt x="7114" y="5903"/>
                  <a:pt x="7108" y="5903"/>
                </a:cubicBezTo>
                <a:cubicBezTo>
                  <a:pt x="7099" y="5898"/>
                  <a:pt x="7084" y="5908"/>
                  <a:pt x="7081" y="5919"/>
                </a:cubicBezTo>
                <a:cubicBezTo>
                  <a:pt x="7092" y="5917"/>
                  <a:pt x="7098" y="5920"/>
                  <a:pt x="7101" y="5926"/>
                </a:cubicBezTo>
                <a:cubicBezTo>
                  <a:pt x="7104" y="5917"/>
                  <a:pt x="7125" y="5919"/>
                  <a:pt x="7125" y="5930"/>
                </a:cubicBezTo>
                <a:cubicBezTo>
                  <a:pt x="7124" y="5940"/>
                  <a:pt x="7107" y="5934"/>
                  <a:pt x="7108" y="5947"/>
                </a:cubicBezTo>
                <a:cubicBezTo>
                  <a:pt x="7122" y="5947"/>
                  <a:pt x="7121" y="5951"/>
                  <a:pt x="7131" y="5947"/>
                </a:cubicBezTo>
                <a:cubicBezTo>
                  <a:pt x="7131" y="5938"/>
                  <a:pt x="7131" y="5929"/>
                  <a:pt x="7131" y="5919"/>
                </a:cubicBezTo>
                <a:cubicBezTo>
                  <a:pt x="7126" y="5919"/>
                  <a:pt x="7116" y="5923"/>
                  <a:pt x="7118" y="5916"/>
                </a:cubicBezTo>
                <a:cubicBezTo>
                  <a:pt x="7120" y="5909"/>
                  <a:pt x="7114" y="5894"/>
                  <a:pt x="7121" y="5892"/>
                </a:cubicBezTo>
                <a:cubicBezTo>
                  <a:pt x="7123" y="5896"/>
                  <a:pt x="7125" y="5900"/>
                  <a:pt x="7128" y="5902"/>
                </a:cubicBezTo>
                <a:cubicBezTo>
                  <a:pt x="7128" y="5894"/>
                  <a:pt x="7138" y="5894"/>
                  <a:pt x="7142" y="5889"/>
                </a:cubicBezTo>
                <a:cubicBezTo>
                  <a:pt x="7123" y="5881"/>
                  <a:pt x="7152" y="5870"/>
                  <a:pt x="7159" y="5866"/>
                </a:cubicBezTo>
                <a:cubicBezTo>
                  <a:pt x="7157" y="5841"/>
                  <a:pt x="7171" y="5801"/>
                  <a:pt x="7183" y="5812"/>
                </a:cubicBezTo>
                <a:cubicBezTo>
                  <a:pt x="7186" y="5800"/>
                  <a:pt x="7187" y="5786"/>
                  <a:pt x="7196" y="5781"/>
                </a:cubicBezTo>
                <a:cubicBezTo>
                  <a:pt x="7196" y="5768"/>
                  <a:pt x="7178" y="5772"/>
                  <a:pt x="7180" y="5758"/>
                </a:cubicBezTo>
                <a:cubicBezTo>
                  <a:pt x="7172" y="5755"/>
                  <a:pt x="7155" y="5762"/>
                  <a:pt x="7153" y="5754"/>
                </a:cubicBezTo>
                <a:cubicBezTo>
                  <a:pt x="7164" y="5753"/>
                  <a:pt x="7175" y="5754"/>
                  <a:pt x="7186" y="5758"/>
                </a:cubicBezTo>
                <a:cubicBezTo>
                  <a:pt x="7185" y="5749"/>
                  <a:pt x="7176" y="5748"/>
                  <a:pt x="7180" y="5734"/>
                </a:cubicBezTo>
                <a:cubicBezTo>
                  <a:pt x="7172" y="5732"/>
                  <a:pt x="7155" y="5738"/>
                  <a:pt x="7153" y="5730"/>
                </a:cubicBezTo>
                <a:cubicBezTo>
                  <a:pt x="7179" y="5734"/>
                  <a:pt x="7186" y="5719"/>
                  <a:pt x="7193" y="5704"/>
                </a:cubicBezTo>
                <a:cubicBezTo>
                  <a:pt x="7188" y="5703"/>
                  <a:pt x="7177" y="5707"/>
                  <a:pt x="7180" y="5697"/>
                </a:cubicBezTo>
                <a:cubicBezTo>
                  <a:pt x="7195" y="5674"/>
                  <a:pt x="7195" y="5645"/>
                  <a:pt x="7180" y="5622"/>
                </a:cubicBezTo>
                <a:cubicBezTo>
                  <a:pt x="7196" y="5627"/>
                  <a:pt x="7193" y="5611"/>
                  <a:pt x="7207" y="5613"/>
                </a:cubicBezTo>
                <a:cubicBezTo>
                  <a:pt x="7201" y="5596"/>
                  <a:pt x="7205" y="5593"/>
                  <a:pt x="7211" y="5575"/>
                </a:cubicBezTo>
                <a:cubicBezTo>
                  <a:pt x="7219" y="5579"/>
                  <a:pt x="7212" y="5596"/>
                  <a:pt x="7224" y="5596"/>
                </a:cubicBezTo>
                <a:cubicBezTo>
                  <a:pt x="7225" y="5583"/>
                  <a:pt x="7226" y="5552"/>
                  <a:pt x="7241" y="5542"/>
                </a:cubicBezTo>
                <a:cubicBezTo>
                  <a:pt x="7223" y="5528"/>
                  <a:pt x="7235" y="5501"/>
                  <a:pt x="7221" y="5488"/>
                </a:cubicBezTo>
                <a:cubicBezTo>
                  <a:pt x="7243" y="5490"/>
                  <a:pt x="7254" y="5482"/>
                  <a:pt x="7258" y="5467"/>
                </a:cubicBezTo>
                <a:cubicBezTo>
                  <a:pt x="7239" y="5460"/>
                  <a:pt x="7232" y="5442"/>
                  <a:pt x="7218" y="5430"/>
                </a:cubicBezTo>
                <a:cubicBezTo>
                  <a:pt x="7229" y="5422"/>
                  <a:pt x="7216" y="5407"/>
                  <a:pt x="7215" y="5392"/>
                </a:cubicBezTo>
                <a:cubicBezTo>
                  <a:pt x="7235" y="5393"/>
                  <a:pt x="7232" y="5368"/>
                  <a:pt x="7246" y="5362"/>
                </a:cubicBezTo>
                <a:cubicBezTo>
                  <a:pt x="7247" y="5331"/>
                  <a:pt x="7264" y="5298"/>
                  <a:pt x="7243" y="5271"/>
                </a:cubicBezTo>
                <a:cubicBezTo>
                  <a:pt x="7251" y="5270"/>
                  <a:pt x="7250" y="5259"/>
                  <a:pt x="7260" y="5261"/>
                </a:cubicBezTo>
                <a:cubicBezTo>
                  <a:pt x="7260" y="5248"/>
                  <a:pt x="7240" y="5237"/>
                  <a:pt x="7233" y="5251"/>
                </a:cubicBezTo>
                <a:cubicBezTo>
                  <a:pt x="7234" y="5240"/>
                  <a:pt x="7221" y="5243"/>
                  <a:pt x="7217" y="5237"/>
                </a:cubicBezTo>
                <a:cubicBezTo>
                  <a:pt x="7221" y="5227"/>
                  <a:pt x="7237" y="5228"/>
                  <a:pt x="7237" y="5214"/>
                </a:cubicBezTo>
                <a:cubicBezTo>
                  <a:pt x="7232" y="5208"/>
                  <a:pt x="7233" y="5195"/>
                  <a:pt x="7228" y="5190"/>
                </a:cubicBezTo>
                <a:cubicBezTo>
                  <a:pt x="7228" y="5193"/>
                  <a:pt x="7217" y="5201"/>
                  <a:pt x="7217" y="5193"/>
                </a:cubicBezTo>
                <a:cubicBezTo>
                  <a:pt x="7220" y="5187"/>
                  <a:pt x="7224" y="5181"/>
                  <a:pt x="7228" y="5176"/>
                </a:cubicBezTo>
                <a:cubicBezTo>
                  <a:pt x="7219" y="5172"/>
                  <a:pt x="7209" y="5170"/>
                  <a:pt x="7207" y="5159"/>
                </a:cubicBezTo>
                <a:cubicBezTo>
                  <a:pt x="7226" y="5159"/>
                  <a:pt x="7245" y="5158"/>
                  <a:pt x="7264" y="5156"/>
                </a:cubicBezTo>
                <a:cubicBezTo>
                  <a:pt x="7253" y="5138"/>
                  <a:pt x="7217" y="5158"/>
                  <a:pt x="7213" y="5146"/>
                </a:cubicBezTo>
                <a:cubicBezTo>
                  <a:pt x="7219" y="5127"/>
                  <a:pt x="7229" y="5150"/>
                  <a:pt x="7237" y="5136"/>
                </a:cubicBezTo>
                <a:cubicBezTo>
                  <a:pt x="7233" y="5136"/>
                  <a:pt x="7233" y="5126"/>
                  <a:pt x="7237" y="5126"/>
                </a:cubicBezTo>
                <a:cubicBezTo>
                  <a:pt x="7235" y="5134"/>
                  <a:pt x="7238" y="5138"/>
                  <a:pt x="7247" y="5136"/>
                </a:cubicBezTo>
                <a:cubicBezTo>
                  <a:pt x="7235" y="5126"/>
                  <a:pt x="7230" y="5077"/>
                  <a:pt x="7257" y="5092"/>
                </a:cubicBezTo>
                <a:cubicBezTo>
                  <a:pt x="7255" y="5082"/>
                  <a:pt x="7267" y="5086"/>
                  <a:pt x="7264" y="5075"/>
                </a:cubicBezTo>
                <a:lnTo>
                  <a:pt x="7237" y="5075"/>
                </a:lnTo>
                <a:cubicBezTo>
                  <a:pt x="7238" y="5067"/>
                  <a:pt x="7232" y="5064"/>
                  <a:pt x="7234" y="5054"/>
                </a:cubicBezTo>
                <a:cubicBezTo>
                  <a:pt x="7238" y="5059"/>
                  <a:pt x="7247" y="5056"/>
                  <a:pt x="7251" y="5051"/>
                </a:cubicBezTo>
                <a:cubicBezTo>
                  <a:pt x="7226" y="5037"/>
                  <a:pt x="7242" y="5023"/>
                  <a:pt x="7228" y="5000"/>
                </a:cubicBezTo>
                <a:cubicBezTo>
                  <a:pt x="7236" y="4998"/>
                  <a:pt x="7245" y="5001"/>
                  <a:pt x="7251" y="5007"/>
                </a:cubicBezTo>
                <a:cubicBezTo>
                  <a:pt x="7258" y="4999"/>
                  <a:pt x="7257" y="4989"/>
                  <a:pt x="7251" y="4976"/>
                </a:cubicBezTo>
                <a:cubicBezTo>
                  <a:pt x="7243" y="4972"/>
                  <a:pt x="7241" y="4990"/>
                  <a:pt x="7238" y="4980"/>
                </a:cubicBezTo>
                <a:cubicBezTo>
                  <a:pt x="7238" y="4973"/>
                  <a:pt x="7238" y="4966"/>
                  <a:pt x="7238" y="4959"/>
                </a:cubicBezTo>
                <a:cubicBezTo>
                  <a:pt x="7245" y="4961"/>
                  <a:pt x="7249" y="4966"/>
                  <a:pt x="7255" y="4969"/>
                </a:cubicBezTo>
                <a:cubicBezTo>
                  <a:pt x="7255" y="4961"/>
                  <a:pt x="7255" y="4954"/>
                  <a:pt x="7255" y="4946"/>
                </a:cubicBezTo>
                <a:cubicBezTo>
                  <a:pt x="7241" y="4944"/>
                  <a:pt x="7231" y="4939"/>
                  <a:pt x="7234" y="4922"/>
                </a:cubicBezTo>
                <a:cubicBezTo>
                  <a:pt x="7239" y="4921"/>
                  <a:pt x="7247" y="4923"/>
                  <a:pt x="7247" y="4918"/>
                </a:cubicBezTo>
                <a:cubicBezTo>
                  <a:pt x="7231" y="4920"/>
                  <a:pt x="7234" y="4903"/>
                  <a:pt x="7231" y="4891"/>
                </a:cubicBezTo>
                <a:cubicBezTo>
                  <a:pt x="7239" y="4884"/>
                  <a:pt x="7255" y="4884"/>
                  <a:pt x="7261" y="4875"/>
                </a:cubicBezTo>
                <a:cubicBezTo>
                  <a:pt x="7258" y="4866"/>
                  <a:pt x="7246" y="4867"/>
                  <a:pt x="7248" y="4854"/>
                </a:cubicBezTo>
                <a:cubicBezTo>
                  <a:pt x="7263" y="4848"/>
                  <a:pt x="7252" y="4867"/>
                  <a:pt x="7264" y="4864"/>
                </a:cubicBezTo>
                <a:cubicBezTo>
                  <a:pt x="7268" y="4848"/>
                  <a:pt x="7253" y="4848"/>
                  <a:pt x="7258" y="4830"/>
                </a:cubicBezTo>
                <a:cubicBezTo>
                  <a:pt x="7264" y="4829"/>
                  <a:pt x="7267" y="4823"/>
                  <a:pt x="7275" y="4823"/>
                </a:cubicBezTo>
                <a:cubicBezTo>
                  <a:pt x="7276" y="4807"/>
                  <a:pt x="7268" y="4796"/>
                  <a:pt x="7262" y="4796"/>
                </a:cubicBezTo>
                <a:cubicBezTo>
                  <a:pt x="7283" y="4776"/>
                  <a:pt x="7262" y="4723"/>
                  <a:pt x="7276" y="4702"/>
                </a:cubicBezTo>
                <a:cubicBezTo>
                  <a:pt x="7271" y="4686"/>
                  <a:pt x="7251" y="4669"/>
                  <a:pt x="7263" y="4648"/>
                </a:cubicBezTo>
                <a:cubicBezTo>
                  <a:pt x="7268" y="4654"/>
                  <a:pt x="7275" y="4669"/>
                  <a:pt x="7284" y="4661"/>
                </a:cubicBezTo>
                <a:cubicBezTo>
                  <a:pt x="7275" y="4641"/>
                  <a:pt x="7280" y="4633"/>
                  <a:pt x="7287" y="4614"/>
                </a:cubicBezTo>
                <a:cubicBezTo>
                  <a:pt x="7282" y="4604"/>
                  <a:pt x="7272" y="4601"/>
                  <a:pt x="7267" y="4593"/>
                </a:cubicBezTo>
                <a:cubicBezTo>
                  <a:pt x="7280" y="4595"/>
                  <a:pt x="7270" y="4572"/>
                  <a:pt x="7274" y="4563"/>
                </a:cubicBezTo>
                <a:cubicBezTo>
                  <a:pt x="7265" y="4575"/>
                  <a:pt x="7256" y="4567"/>
                  <a:pt x="7240" y="4573"/>
                </a:cubicBezTo>
                <a:cubicBezTo>
                  <a:pt x="7240" y="4560"/>
                  <a:pt x="7240" y="4548"/>
                  <a:pt x="7240" y="4535"/>
                </a:cubicBezTo>
                <a:cubicBezTo>
                  <a:pt x="7248" y="4538"/>
                  <a:pt x="7269" y="4529"/>
                  <a:pt x="7267" y="4543"/>
                </a:cubicBezTo>
                <a:cubicBezTo>
                  <a:pt x="7278" y="4539"/>
                  <a:pt x="7294" y="4541"/>
                  <a:pt x="7294" y="4526"/>
                </a:cubicBezTo>
                <a:cubicBezTo>
                  <a:pt x="7287" y="4515"/>
                  <a:pt x="7279" y="4525"/>
                  <a:pt x="7270" y="4519"/>
                </a:cubicBezTo>
                <a:cubicBezTo>
                  <a:pt x="7274" y="4495"/>
                  <a:pt x="7278" y="4471"/>
                  <a:pt x="7284" y="4448"/>
                </a:cubicBezTo>
                <a:cubicBezTo>
                  <a:pt x="7272" y="4444"/>
                  <a:pt x="7279" y="4461"/>
                  <a:pt x="7268" y="4458"/>
                </a:cubicBezTo>
                <a:cubicBezTo>
                  <a:pt x="7269" y="4452"/>
                  <a:pt x="7258" y="4444"/>
                  <a:pt x="7268" y="4441"/>
                </a:cubicBezTo>
                <a:cubicBezTo>
                  <a:pt x="7267" y="4446"/>
                  <a:pt x="7270" y="4450"/>
                  <a:pt x="7274" y="4451"/>
                </a:cubicBezTo>
                <a:cubicBezTo>
                  <a:pt x="7273" y="4433"/>
                  <a:pt x="7285" y="4415"/>
                  <a:pt x="7271" y="4404"/>
                </a:cubicBezTo>
                <a:lnTo>
                  <a:pt x="7288" y="4404"/>
                </a:lnTo>
                <a:cubicBezTo>
                  <a:pt x="7286" y="4410"/>
                  <a:pt x="7281" y="4413"/>
                  <a:pt x="7281" y="4421"/>
                </a:cubicBezTo>
                <a:cubicBezTo>
                  <a:pt x="7288" y="4420"/>
                  <a:pt x="7289" y="4424"/>
                  <a:pt x="7295" y="4424"/>
                </a:cubicBezTo>
                <a:cubicBezTo>
                  <a:pt x="7296" y="4417"/>
                  <a:pt x="7300" y="4405"/>
                  <a:pt x="7288" y="4404"/>
                </a:cubicBezTo>
                <a:cubicBezTo>
                  <a:pt x="7285" y="4372"/>
                  <a:pt x="7300" y="4341"/>
                  <a:pt x="7326" y="4323"/>
                </a:cubicBezTo>
                <a:cubicBezTo>
                  <a:pt x="7301" y="4322"/>
                  <a:pt x="7333" y="4312"/>
                  <a:pt x="7322" y="4306"/>
                </a:cubicBezTo>
                <a:cubicBezTo>
                  <a:pt x="7319" y="4309"/>
                  <a:pt x="7296" y="4302"/>
                  <a:pt x="7296" y="4309"/>
                </a:cubicBezTo>
                <a:cubicBezTo>
                  <a:pt x="7303" y="4311"/>
                  <a:pt x="7306" y="4329"/>
                  <a:pt x="7296" y="4330"/>
                </a:cubicBezTo>
                <a:cubicBezTo>
                  <a:pt x="7299" y="4310"/>
                  <a:pt x="7286" y="4308"/>
                  <a:pt x="7289" y="4289"/>
                </a:cubicBezTo>
                <a:cubicBezTo>
                  <a:pt x="7300" y="4285"/>
                  <a:pt x="7310" y="4282"/>
                  <a:pt x="7310" y="4268"/>
                </a:cubicBezTo>
                <a:cubicBezTo>
                  <a:pt x="7308" y="4258"/>
                  <a:pt x="7292" y="4263"/>
                  <a:pt x="7297" y="4247"/>
                </a:cubicBezTo>
                <a:cubicBezTo>
                  <a:pt x="7303" y="4253"/>
                  <a:pt x="7311" y="4253"/>
                  <a:pt x="7317" y="4247"/>
                </a:cubicBezTo>
                <a:cubicBezTo>
                  <a:pt x="7305" y="4213"/>
                  <a:pt x="7274" y="4255"/>
                  <a:pt x="7254" y="4237"/>
                </a:cubicBezTo>
                <a:cubicBezTo>
                  <a:pt x="7253" y="4225"/>
                  <a:pt x="7254" y="4214"/>
                  <a:pt x="7257" y="4203"/>
                </a:cubicBezTo>
                <a:cubicBezTo>
                  <a:pt x="7262" y="4205"/>
                  <a:pt x="7266" y="4209"/>
                  <a:pt x="7267" y="4213"/>
                </a:cubicBezTo>
                <a:cubicBezTo>
                  <a:pt x="7257" y="4209"/>
                  <a:pt x="7257" y="4244"/>
                  <a:pt x="7267" y="4240"/>
                </a:cubicBezTo>
                <a:cubicBezTo>
                  <a:pt x="7275" y="4239"/>
                  <a:pt x="7269" y="4225"/>
                  <a:pt x="7271" y="4219"/>
                </a:cubicBezTo>
                <a:cubicBezTo>
                  <a:pt x="7286" y="4222"/>
                  <a:pt x="7286" y="4208"/>
                  <a:pt x="7304" y="4213"/>
                </a:cubicBezTo>
                <a:cubicBezTo>
                  <a:pt x="7310" y="4184"/>
                  <a:pt x="7263" y="4207"/>
                  <a:pt x="7264" y="4182"/>
                </a:cubicBezTo>
                <a:lnTo>
                  <a:pt x="7287" y="4182"/>
                </a:lnTo>
                <a:cubicBezTo>
                  <a:pt x="7287" y="4175"/>
                  <a:pt x="7287" y="4168"/>
                  <a:pt x="7287" y="4161"/>
                </a:cubicBezTo>
                <a:cubicBezTo>
                  <a:pt x="7280" y="4159"/>
                  <a:pt x="7265" y="4165"/>
                  <a:pt x="7264" y="4158"/>
                </a:cubicBezTo>
                <a:cubicBezTo>
                  <a:pt x="7275" y="4157"/>
                  <a:pt x="7286" y="4158"/>
                  <a:pt x="7297" y="4161"/>
                </a:cubicBezTo>
                <a:cubicBezTo>
                  <a:pt x="7297" y="4152"/>
                  <a:pt x="7297" y="4141"/>
                  <a:pt x="7297" y="4131"/>
                </a:cubicBezTo>
                <a:cubicBezTo>
                  <a:pt x="7285" y="4131"/>
                  <a:pt x="7270" y="4134"/>
                  <a:pt x="7267" y="4124"/>
                </a:cubicBezTo>
                <a:cubicBezTo>
                  <a:pt x="7266" y="4132"/>
                  <a:pt x="7273" y="4131"/>
                  <a:pt x="7270" y="4141"/>
                </a:cubicBezTo>
                <a:lnTo>
                  <a:pt x="7244" y="4141"/>
                </a:lnTo>
                <a:cubicBezTo>
                  <a:pt x="7242" y="4136"/>
                  <a:pt x="7248" y="4124"/>
                  <a:pt x="7240" y="4124"/>
                </a:cubicBezTo>
                <a:cubicBezTo>
                  <a:pt x="7227" y="4138"/>
                  <a:pt x="7205" y="4145"/>
                  <a:pt x="7193" y="4127"/>
                </a:cubicBezTo>
                <a:cubicBezTo>
                  <a:pt x="7194" y="4127"/>
                  <a:pt x="7195" y="4127"/>
                  <a:pt x="7195" y="4127"/>
                </a:cubicBezTo>
                <a:cubicBezTo>
                  <a:pt x="7202" y="4126"/>
                  <a:pt x="7207" y="4120"/>
                  <a:pt x="7207" y="4113"/>
                </a:cubicBezTo>
                <a:cubicBezTo>
                  <a:pt x="7187" y="4112"/>
                  <a:pt x="7196" y="4076"/>
                  <a:pt x="7180" y="4079"/>
                </a:cubicBezTo>
                <a:cubicBezTo>
                  <a:pt x="7180" y="4072"/>
                  <a:pt x="7192" y="4078"/>
                  <a:pt x="7197" y="4076"/>
                </a:cubicBezTo>
                <a:cubicBezTo>
                  <a:pt x="7195" y="4067"/>
                  <a:pt x="7195" y="4058"/>
                  <a:pt x="7197" y="4049"/>
                </a:cubicBezTo>
                <a:cubicBezTo>
                  <a:pt x="7193" y="4049"/>
                  <a:pt x="7187" y="4052"/>
                  <a:pt x="7187" y="4046"/>
                </a:cubicBezTo>
                <a:cubicBezTo>
                  <a:pt x="7188" y="4039"/>
                  <a:pt x="7198" y="4043"/>
                  <a:pt x="7197" y="4036"/>
                </a:cubicBezTo>
                <a:cubicBezTo>
                  <a:pt x="7191" y="4033"/>
                  <a:pt x="7182" y="4022"/>
                  <a:pt x="7173" y="4022"/>
                </a:cubicBezTo>
                <a:close/>
                <a:moveTo>
                  <a:pt x="410" y="4000"/>
                </a:moveTo>
                <a:cubicBezTo>
                  <a:pt x="406" y="4006"/>
                  <a:pt x="394" y="4014"/>
                  <a:pt x="404" y="4024"/>
                </a:cubicBezTo>
                <a:lnTo>
                  <a:pt x="404" y="4025"/>
                </a:lnTo>
                <a:cubicBezTo>
                  <a:pt x="416" y="4029"/>
                  <a:pt x="417" y="4005"/>
                  <a:pt x="410" y="4000"/>
                </a:cubicBezTo>
                <a:close/>
                <a:moveTo>
                  <a:pt x="7165" y="3996"/>
                </a:moveTo>
                <a:cubicBezTo>
                  <a:pt x="7158" y="4005"/>
                  <a:pt x="7167" y="4015"/>
                  <a:pt x="7175" y="4017"/>
                </a:cubicBezTo>
                <a:cubicBezTo>
                  <a:pt x="7174" y="4004"/>
                  <a:pt x="7183" y="4019"/>
                  <a:pt x="7185" y="4009"/>
                </a:cubicBezTo>
                <a:lnTo>
                  <a:pt x="7185" y="4009"/>
                </a:lnTo>
                <a:lnTo>
                  <a:pt x="7186" y="4009"/>
                </a:lnTo>
                <a:lnTo>
                  <a:pt x="7185" y="4007"/>
                </a:lnTo>
                <a:lnTo>
                  <a:pt x="7185" y="4009"/>
                </a:lnTo>
                <a:lnTo>
                  <a:pt x="7183" y="4008"/>
                </a:lnTo>
                <a:cubicBezTo>
                  <a:pt x="7176" y="4005"/>
                  <a:pt x="7174" y="3998"/>
                  <a:pt x="7165" y="3996"/>
                </a:cubicBezTo>
                <a:close/>
                <a:moveTo>
                  <a:pt x="7199" y="3994"/>
                </a:moveTo>
                <a:cubicBezTo>
                  <a:pt x="7202" y="4005"/>
                  <a:pt x="7203" y="4017"/>
                  <a:pt x="7202" y="4028"/>
                </a:cubicBezTo>
                <a:cubicBezTo>
                  <a:pt x="7219" y="4030"/>
                  <a:pt x="7230" y="4025"/>
                  <a:pt x="7232" y="4011"/>
                </a:cubicBezTo>
                <a:lnTo>
                  <a:pt x="7232" y="4006"/>
                </a:lnTo>
                <a:lnTo>
                  <a:pt x="7232" y="4006"/>
                </a:lnTo>
                <a:lnTo>
                  <a:pt x="7232" y="4005"/>
                </a:lnTo>
                <a:lnTo>
                  <a:pt x="7232" y="4006"/>
                </a:lnTo>
                <a:lnTo>
                  <a:pt x="7224" y="4003"/>
                </a:lnTo>
                <a:cubicBezTo>
                  <a:pt x="7216" y="4001"/>
                  <a:pt x="7208" y="3997"/>
                  <a:pt x="7199" y="3994"/>
                </a:cubicBezTo>
                <a:close/>
                <a:moveTo>
                  <a:pt x="386" y="3980"/>
                </a:moveTo>
                <a:lnTo>
                  <a:pt x="386" y="3982"/>
                </a:lnTo>
                <a:cubicBezTo>
                  <a:pt x="382" y="3991"/>
                  <a:pt x="402" y="3991"/>
                  <a:pt x="397" y="3980"/>
                </a:cubicBezTo>
                <a:lnTo>
                  <a:pt x="386" y="3980"/>
                </a:lnTo>
                <a:close/>
                <a:moveTo>
                  <a:pt x="7246" y="3957"/>
                </a:moveTo>
                <a:cubicBezTo>
                  <a:pt x="7236" y="3958"/>
                  <a:pt x="7227" y="3962"/>
                  <a:pt x="7219" y="3967"/>
                </a:cubicBezTo>
                <a:lnTo>
                  <a:pt x="7219" y="3968"/>
                </a:lnTo>
                <a:cubicBezTo>
                  <a:pt x="7228" y="3972"/>
                  <a:pt x="7214" y="3979"/>
                  <a:pt x="7219" y="3988"/>
                </a:cubicBezTo>
                <a:cubicBezTo>
                  <a:pt x="7238" y="3988"/>
                  <a:pt x="7244" y="3975"/>
                  <a:pt x="7246" y="3957"/>
                </a:cubicBezTo>
                <a:close/>
                <a:moveTo>
                  <a:pt x="252" y="3929"/>
                </a:moveTo>
                <a:cubicBezTo>
                  <a:pt x="252" y="3933"/>
                  <a:pt x="252" y="3938"/>
                  <a:pt x="252" y="3942"/>
                </a:cubicBezTo>
                <a:lnTo>
                  <a:pt x="252" y="3943"/>
                </a:lnTo>
                <a:cubicBezTo>
                  <a:pt x="253" y="3943"/>
                  <a:pt x="253" y="3943"/>
                  <a:pt x="254" y="3943"/>
                </a:cubicBezTo>
                <a:cubicBezTo>
                  <a:pt x="261" y="3942"/>
                  <a:pt x="266" y="3936"/>
                  <a:pt x="265" y="3929"/>
                </a:cubicBezTo>
                <a:lnTo>
                  <a:pt x="252" y="3929"/>
                </a:lnTo>
                <a:close/>
                <a:moveTo>
                  <a:pt x="278" y="3894"/>
                </a:moveTo>
                <a:lnTo>
                  <a:pt x="284" y="3894"/>
                </a:lnTo>
                <a:lnTo>
                  <a:pt x="284" y="3898"/>
                </a:lnTo>
                <a:lnTo>
                  <a:pt x="279" y="3897"/>
                </a:lnTo>
                <a:lnTo>
                  <a:pt x="278" y="3894"/>
                </a:lnTo>
                <a:close/>
                <a:moveTo>
                  <a:pt x="291" y="3894"/>
                </a:moveTo>
                <a:lnTo>
                  <a:pt x="305" y="3894"/>
                </a:lnTo>
                <a:lnTo>
                  <a:pt x="305" y="3894"/>
                </a:lnTo>
                <a:lnTo>
                  <a:pt x="302" y="3895"/>
                </a:lnTo>
                <a:cubicBezTo>
                  <a:pt x="301" y="3896"/>
                  <a:pt x="299" y="3896"/>
                  <a:pt x="297" y="3897"/>
                </a:cubicBezTo>
                <a:lnTo>
                  <a:pt x="292" y="3897"/>
                </a:lnTo>
                <a:lnTo>
                  <a:pt x="292" y="3897"/>
                </a:lnTo>
                <a:cubicBezTo>
                  <a:pt x="292" y="3896"/>
                  <a:pt x="292" y="3895"/>
                  <a:pt x="291" y="3894"/>
                </a:cubicBezTo>
                <a:close/>
                <a:moveTo>
                  <a:pt x="7378" y="3878"/>
                </a:moveTo>
                <a:cubicBezTo>
                  <a:pt x="7378" y="3878"/>
                  <a:pt x="7377" y="3878"/>
                  <a:pt x="7376" y="3878"/>
                </a:cubicBezTo>
                <a:cubicBezTo>
                  <a:pt x="7372" y="3879"/>
                  <a:pt x="7370" y="3883"/>
                  <a:pt x="7371" y="3887"/>
                </a:cubicBezTo>
                <a:cubicBezTo>
                  <a:pt x="7372" y="3891"/>
                  <a:pt x="7376" y="3893"/>
                  <a:pt x="7380" y="3892"/>
                </a:cubicBezTo>
                <a:lnTo>
                  <a:pt x="7380" y="3879"/>
                </a:lnTo>
                <a:lnTo>
                  <a:pt x="7381" y="3879"/>
                </a:lnTo>
                <a:cubicBezTo>
                  <a:pt x="7380" y="3878"/>
                  <a:pt x="7379" y="3878"/>
                  <a:pt x="7378" y="3878"/>
                </a:cubicBezTo>
                <a:close/>
                <a:moveTo>
                  <a:pt x="7352" y="3861"/>
                </a:moveTo>
                <a:cubicBezTo>
                  <a:pt x="7348" y="3861"/>
                  <a:pt x="7345" y="3862"/>
                  <a:pt x="7347" y="3868"/>
                </a:cubicBezTo>
                <a:cubicBezTo>
                  <a:pt x="7351" y="3873"/>
                  <a:pt x="7364" y="3873"/>
                  <a:pt x="7364" y="3863"/>
                </a:cubicBezTo>
                <a:lnTo>
                  <a:pt x="7363" y="3861"/>
                </a:lnTo>
                <a:lnTo>
                  <a:pt x="7364" y="3861"/>
                </a:lnTo>
                <a:lnTo>
                  <a:pt x="7363" y="3861"/>
                </a:lnTo>
                <a:lnTo>
                  <a:pt x="7363" y="3861"/>
                </a:lnTo>
                <a:lnTo>
                  <a:pt x="7362" y="3862"/>
                </a:lnTo>
                <a:cubicBezTo>
                  <a:pt x="7359" y="3862"/>
                  <a:pt x="7355" y="3861"/>
                  <a:pt x="7352" y="3861"/>
                </a:cubicBezTo>
                <a:close/>
                <a:moveTo>
                  <a:pt x="7190" y="3859"/>
                </a:moveTo>
                <a:cubicBezTo>
                  <a:pt x="7187" y="3873"/>
                  <a:pt x="7176" y="3878"/>
                  <a:pt x="7170" y="3889"/>
                </a:cubicBezTo>
                <a:cubicBezTo>
                  <a:pt x="7180" y="3889"/>
                  <a:pt x="7181" y="3898"/>
                  <a:pt x="7183" y="3906"/>
                </a:cubicBezTo>
                <a:cubicBezTo>
                  <a:pt x="7178" y="3905"/>
                  <a:pt x="7174" y="3908"/>
                  <a:pt x="7173" y="3913"/>
                </a:cubicBezTo>
                <a:cubicBezTo>
                  <a:pt x="7186" y="3917"/>
                  <a:pt x="7181" y="3903"/>
                  <a:pt x="7189" y="3903"/>
                </a:cubicBezTo>
                <a:cubicBezTo>
                  <a:pt x="7193" y="3890"/>
                  <a:pt x="7181" y="3893"/>
                  <a:pt x="7183" y="3882"/>
                </a:cubicBezTo>
                <a:lnTo>
                  <a:pt x="7183" y="3884"/>
                </a:lnTo>
                <a:cubicBezTo>
                  <a:pt x="7203" y="3894"/>
                  <a:pt x="7181" y="3874"/>
                  <a:pt x="7193" y="3866"/>
                </a:cubicBezTo>
                <a:cubicBezTo>
                  <a:pt x="7197" y="3884"/>
                  <a:pt x="7196" y="3887"/>
                  <a:pt x="7200" y="3903"/>
                </a:cubicBezTo>
                <a:cubicBezTo>
                  <a:pt x="7212" y="3900"/>
                  <a:pt x="7218" y="3891"/>
                  <a:pt x="7220" y="3880"/>
                </a:cubicBezTo>
                <a:cubicBezTo>
                  <a:pt x="7206" y="3877"/>
                  <a:pt x="7200" y="3865"/>
                  <a:pt x="7190" y="3859"/>
                </a:cubicBezTo>
                <a:close/>
                <a:moveTo>
                  <a:pt x="454" y="3833"/>
                </a:moveTo>
                <a:cubicBezTo>
                  <a:pt x="444" y="3833"/>
                  <a:pt x="443" y="3849"/>
                  <a:pt x="448" y="3854"/>
                </a:cubicBezTo>
                <a:lnTo>
                  <a:pt x="448" y="3856"/>
                </a:lnTo>
                <a:cubicBezTo>
                  <a:pt x="461" y="3855"/>
                  <a:pt x="458" y="3844"/>
                  <a:pt x="454" y="3833"/>
                </a:cubicBezTo>
                <a:close/>
                <a:moveTo>
                  <a:pt x="7180" y="3825"/>
                </a:moveTo>
                <a:lnTo>
                  <a:pt x="7180" y="3826"/>
                </a:lnTo>
                <a:cubicBezTo>
                  <a:pt x="7176" y="3826"/>
                  <a:pt x="7172" y="3827"/>
                  <a:pt x="7173" y="3832"/>
                </a:cubicBezTo>
                <a:cubicBezTo>
                  <a:pt x="7177" y="3831"/>
                  <a:pt x="7183" y="3832"/>
                  <a:pt x="7183" y="3828"/>
                </a:cubicBezTo>
                <a:cubicBezTo>
                  <a:pt x="7181" y="3828"/>
                  <a:pt x="7180" y="3828"/>
                  <a:pt x="7180" y="3825"/>
                </a:cubicBezTo>
                <a:close/>
                <a:moveTo>
                  <a:pt x="7197" y="3805"/>
                </a:moveTo>
                <a:lnTo>
                  <a:pt x="7197" y="3806"/>
                </a:lnTo>
                <a:lnTo>
                  <a:pt x="7195" y="3806"/>
                </a:lnTo>
                <a:cubicBezTo>
                  <a:pt x="7187" y="3805"/>
                  <a:pt x="7169" y="3806"/>
                  <a:pt x="7180" y="3811"/>
                </a:cubicBezTo>
                <a:cubicBezTo>
                  <a:pt x="7184" y="3801"/>
                  <a:pt x="7195" y="3816"/>
                  <a:pt x="7197" y="3807"/>
                </a:cubicBezTo>
                <a:lnTo>
                  <a:pt x="7197" y="3806"/>
                </a:lnTo>
                <a:lnTo>
                  <a:pt x="7197" y="3806"/>
                </a:lnTo>
                <a:lnTo>
                  <a:pt x="7197" y="3805"/>
                </a:lnTo>
                <a:close/>
                <a:moveTo>
                  <a:pt x="7274" y="3789"/>
                </a:moveTo>
                <a:cubicBezTo>
                  <a:pt x="7261" y="3800"/>
                  <a:pt x="7244" y="3807"/>
                  <a:pt x="7227" y="3809"/>
                </a:cubicBezTo>
                <a:cubicBezTo>
                  <a:pt x="7228" y="3818"/>
                  <a:pt x="7236" y="3825"/>
                  <a:pt x="7245" y="3824"/>
                </a:cubicBezTo>
                <a:cubicBezTo>
                  <a:pt x="7255" y="3823"/>
                  <a:pt x="7261" y="3815"/>
                  <a:pt x="7261" y="3805"/>
                </a:cubicBezTo>
                <a:cubicBezTo>
                  <a:pt x="7266" y="3806"/>
                  <a:pt x="7273" y="3804"/>
                  <a:pt x="7274" y="3809"/>
                </a:cubicBezTo>
                <a:cubicBezTo>
                  <a:pt x="7262" y="3813"/>
                  <a:pt x="7269" y="3829"/>
                  <a:pt x="7274" y="3836"/>
                </a:cubicBezTo>
                <a:cubicBezTo>
                  <a:pt x="7266" y="3838"/>
                  <a:pt x="7257" y="3839"/>
                  <a:pt x="7257" y="3849"/>
                </a:cubicBezTo>
                <a:cubicBezTo>
                  <a:pt x="7262" y="3853"/>
                  <a:pt x="7271" y="3854"/>
                  <a:pt x="7274" y="3860"/>
                </a:cubicBezTo>
                <a:cubicBezTo>
                  <a:pt x="7269" y="3863"/>
                  <a:pt x="7265" y="3870"/>
                  <a:pt x="7257" y="3870"/>
                </a:cubicBezTo>
                <a:cubicBezTo>
                  <a:pt x="7257" y="3881"/>
                  <a:pt x="7270" y="3879"/>
                  <a:pt x="7273" y="3887"/>
                </a:cubicBezTo>
                <a:lnTo>
                  <a:pt x="7257" y="3887"/>
                </a:lnTo>
                <a:cubicBezTo>
                  <a:pt x="7256" y="3906"/>
                  <a:pt x="7261" y="3925"/>
                  <a:pt x="7273" y="3941"/>
                </a:cubicBezTo>
                <a:cubicBezTo>
                  <a:pt x="7263" y="3937"/>
                  <a:pt x="7253" y="3931"/>
                  <a:pt x="7256" y="3914"/>
                </a:cubicBezTo>
                <a:cubicBezTo>
                  <a:pt x="7244" y="3919"/>
                  <a:pt x="7250" y="3904"/>
                  <a:pt x="7240" y="3907"/>
                </a:cubicBezTo>
                <a:cubicBezTo>
                  <a:pt x="7229" y="3917"/>
                  <a:pt x="7223" y="3917"/>
                  <a:pt x="7204" y="3913"/>
                </a:cubicBezTo>
                <a:cubicBezTo>
                  <a:pt x="7204" y="3928"/>
                  <a:pt x="7216" y="3929"/>
                  <a:pt x="7225" y="3934"/>
                </a:cubicBezTo>
                <a:cubicBezTo>
                  <a:pt x="7235" y="3934"/>
                  <a:pt x="7236" y="3926"/>
                  <a:pt x="7246" y="3927"/>
                </a:cubicBezTo>
                <a:cubicBezTo>
                  <a:pt x="7240" y="3940"/>
                  <a:pt x="7260" y="3928"/>
                  <a:pt x="7259" y="3937"/>
                </a:cubicBezTo>
                <a:cubicBezTo>
                  <a:pt x="7253" y="3944"/>
                  <a:pt x="7262" y="3944"/>
                  <a:pt x="7256" y="3951"/>
                </a:cubicBezTo>
                <a:cubicBezTo>
                  <a:pt x="7276" y="3954"/>
                  <a:pt x="7275" y="3950"/>
                  <a:pt x="7289" y="3944"/>
                </a:cubicBezTo>
                <a:cubicBezTo>
                  <a:pt x="7301" y="3954"/>
                  <a:pt x="7296" y="3961"/>
                  <a:pt x="7299" y="3975"/>
                </a:cubicBezTo>
                <a:cubicBezTo>
                  <a:pt x="7284" y="3970"/>
                  <a:pt x="7276" y="3984"/>
                  <a:pt x="7266" y="3968"/>
                </a:cubicBezTo>
                <a:cubicBezTo>
                  <a:pt x="7263" y="3978"/>
                  <a:pt x="7272" y="4000"/>
                  <a:pt x="7255" y="3995"/>
                </a:cubicBezTo>
                <a:cubicBezTo>
                  <a:pt x="7257" y="4004"/>
                  <a:pt x="7263" y="4012"/>
                  <a:pt x="7272" y="4015"/>
                </a:cubicBezTo>
                <a:lnTo>
                  <a:pt x="7272" y="4039"/>
                </a:lnTo>
                <a:cubicBezTo>
                  <a:pt x="7293" y="4042"/>
                  <a:pt x="7276" y="4084"/>
                  <a:pt x="7281" y="4103"/>
                </a:cubicBezTo>
                <a:lnTo>
                  <a:pt x="7295" y="4103"/>
                </a:lnTo>
                <a:cubicBezTo>
                  <a:pt x="7297" y="4095"/>
                  <a:pt x="7291" y="4079"/>
                  <a:pt x="7298" y="4076"/>
                </a:cubicBezTo>
                <a:cubicBezTo>
                  <a:pt x="7298" y="4085"/>
                  <a:pt x="7298" y="4094"/>
                  <a:pt x="7298" y="4103"/>
                </a:cubicBezTo>
                <a:cubicBezTo>
                  <a:pt x="7307" y="4090"/>
                  <a:pt x="7309" y="4050"/>
                  <a:pt x="7298" y="4046"/>
                </a:cubicBezTo>
                <a:cubicBezTo>
                  <a:pt x="7301" y="4040"/>
                  <a:pt x="7310" y="4040"/>
                  <a:pt x="7315" y="4036"/>
                </a:cubicBezTo>
                <a:cubicBezTo>
                  <a:pt x="7313" y="4022"/>
                  <a:pt x="7301" y="4016"/>
                  <a:pt x="7292" y="4009"/>
                </a:cubicBezTo>
                <a:cubicBezTo>
                  <a:pt x="7300" y="4005"/>
                  <a:pt x="7297" y="3990"/>
                  <a:pt x="7313" y="3995"/>
                </a:cubicBezTo>
                <a:cubicBezTo>
                  <a:pt x="7312" y="3984"/>
                  <a:pt x="7308" y="3973"/>
                  <a:pt x="7299" y="3965"/>
                </a:cubicBezTo>
                <a:cubicBezTo>
                  <a:pt x="7312" y="3965"/>
                  <a:pt x="7316" y="3956"/>
                  <a:pt x="7326" y="3955"/>
                </a:cubicBezTo>
                <a:cubicBezTo>
                  <a:pt x="7320" y="3941"/>
                  <a:pt x="7308" y="3940"/>
                  <a:pt x="7320" y="3924"/>
                </a:cubicBezTo>
                <a:cubicBezTo>
                  <a:pt x="7304" y="3917"/>
                  <a:pt x="7299" y="3900"/>
                  <a:pt x="7290" y="3887"/>
                </a:cubicBezTo>
                <a:cubicBezTo>
                  <a:pt x="7302" y="3884"/>
                  <a:pt x="7314" y="3856"/>
                  <a:pt x="7300" y="3850"/>
                </a:cubicBezTo>
                <a:cubicBezTo>
                  <a:pt x="7300" y="3855"/>
                  <a:pt x="7301" y="3863"/>
                  <a:pt x="7297" y="3863"/>
                </a:cubicBezTo>
                <a:cubicBezTo>
                  <a:pt x="7288" y="3845"/>
                  <a:pt x="7283" y="3826"/>
                  <a:pt x="7284" y="3806"/>
                </a:cubicBezTo>
                <a:cubicBezTo>
                  <a:pt x="7290" y="3804"/>
                  <a:pt x="7304" y="3810"/>
                  <a:pt x="7301" y="3799"/>
                </a:cubicBezTo>
                <a:cubicBezTo>
                  <a:pt x="7291" y="3797"/>
                  <a:pt x="7269" y="3806"/>
                  <a:pt x="7274" y="3789"/>
                </a:cubicBezTo>
                <a:close/>
                <a:moveTo>
                  <a:pt x="7284" y="3752"/>
                </a:moveTo>
                <a:cubicBezTo>
                  <a:pt x="7286" y="3761"/>
                  <a:pt x="7282" y="3764"/>
                  <a:pt x="7274" y="3762"/>
                </a:cubicBezTo>
                <a:lnTo>
                  <a:pt x="7274" y="3779"/>
                </a:lnTo>
                <a:lnTo>
                  <a:pt x="7290" y="3779"/>
                </a:lnTo>
                <a:cubicBezTo>
                  <a:pt x="7289" y="3770"/>
                  <a:pt x="7292" y="3767"/>
                  <a:pt x="7301" y="3769"/>
                </a:cubicBezTo>
                <a:cubicBezTo>
                  <a:pt x="7301" y="3763"/>
                  <a:pt x="7301" y="3758"/>
                  <a:pt x="7301" y="3752"/>
                </a:cubicBezTo>
                <a:lnTo>
                  <a:pt x="7284" y="3752"/>
                </a:lnTo>
                <a:close/>
                <a:moveTo>
                  <a:pt x="370" y="3746"/>
                </a:moveTo>
                <a:cubicBezTo>
                  <a:pt x="344" y="3747"/>
                  <a:pt x="331" y="3763"/>
                  <a:pt x="336" y="3789"/>
                </a:cubicBezTo>
                <a:cubicBezTo>
                  <a:pt x="341" y="3791"/>
                  <a:pt x="357" y="3797"/>
                  <a:pt x="357" y="3792"/>
                </a:cubicBezTo>
                <a:cubicBezTo>
                  <a:pt x="355" y="3783"/>
                  <a:pt x="356" y="3773"/>
                  <a:pt x="360" y="3765"/>
                </a:cubicBezTo>
                <a:cubicBezTo>
                  <a:pt x="373" y="3766"/>
                  <a:pt x="368" y="3784"/>
                  <a:pt x="384" y="3782"/>
                </a:cubicBezTo>
                <a:cubicBezTo>
                  <a:pt x="384" y="3779"/>
                  <a:pt x="386" y="3778"/>
                  <a:pt x="390" y="3777"/>
                </a:cubicBezTo>
                <a:cubicBezTo>
                  <a:pt x="393" y="3761"/>
                  <a:pt x="378" y="3764"/>
                  <a:pt x="383" y="3747"/>
                </a:cubicBezTo>
                <a:cubicBezTo>
                  <a:pt x="378" y="3746"/>
                  <a:pt x="374" y="3746"/>
                  <a:pt x="370" y="3746"/>
                </a:cubicBezTo>
                <a:close/>
                <a:moveTo>
                  <a:pt x="7191" y="3740"/>
                </a:moveTo>
                <a:cubicBezTo>
                  <a:pt x="7191" y="3745"/>
                  <a:pt x="7187" y="3745"/>
                  <a:pt x="7187" y="3750"/>
                </a:cubicBezTo>
                <a:lnTo>
                  <a:pt x="7187" y="3752"/>
                </a:lnTo>
                <a:cubicBezTo>
                  <a:pt x="7196" y="3757"/>
                  <a:pt x="7197" y="3740"/>
                  <a:pt x="7191" y="3740"/>
                </a:cubicBezTo>
                <a:close/>
                <a:moveTo>
                  <a:pt x="7200" y="3714"/>
                </a:moveTo>
                <a:cubicBezTo>
                  <a:pt x="7208" y="3735"/>
                  <a:pt x="7199" y="3754"/>
                  <a:pt x="7200" y="3778"/>
                </a:cubicBezTo>
                <a:lnTo>
                  <a:pt x="7220" y="3778"/>
                </a:lnTo>
                <a:lnTo>
                  <a:pt x="7221" y="3779"/>
                </a:lnTo>
                <a:lnTo>
                  <a:pt x="7221" y="3778"/>
                </a:lnTo>
                <a:lnTo>
                  <a:pt x="7220" y="3778"/>
                </a:lnTo>
                <a:lnTo>
                  <a:pt x="7219" y="3776"/>
                </a:lnTo>
                <a:cubicBezTo>
                  <a:pt x="7210" y="3758"/>
                  <a:pt x="7217" y="3725"/>
                  <a:pt x="7200" y="3714"/>
                </a:cubicBezTo>
                <a:close/>
                <a:moveTo>
                  <a:pt x="7180" y="3703"/>
                </a:moveTo>
                <a:cubicBezTo>
                  <a:pt x="7179" y="3703"/>
                  <a:pt x="7178" y="3703"/>
                  <a:pt x="7178" y="3703"/>
                </a:cubicBezTo>
                <a:lnTo>
                  <a:pt x="7178" y="3704"/>
                </a:lnTo>
                <a:cubicBezTo>
                  <a:pt x="7179" y="3717"/>
                  <a:pt x="7169" y="3726"/>
                  <a:pt x="7177" y="3734"/>
                </a:cubicBezTo>
                <a:lnTo>
                  <a:pt x="7187" y="3734"/>
                </a:lnTo>
                <a:cubicBezTo>
                  <a:pt x="7184" y="3723"/>
                  <a:pt x="7193" y="3726"/>
                  <a:pt x="7194" y="3720"/>
                </a:cubicBezTo>
                <a:cubicBezTo>
                  <a:pt x="7187" y="3718"/>
                  <a:pt x="7190" y="3703"/>
                  <a:pt x="7180" y="3703"/>
                </a:cubicBezTo>
                <a:close/>
                <a:moveTo>
                  <a:pt x="7248" y="3681"/>
                </a:moveTo>
                <a:cubicBezTo>
                  <a:pt x="7252" y="3698"/>
                  <a:pt x="7235" y="3690"/>
                  <a:pt x="7231" y="3698"/>
                </a:cubicBezTo>
                <a:cubicBezTo>
                  <a:pt x="7236" y="3700"/>
                  <a:pt x="7248" y="3693"/>
                  <a:pt x="7248" y="3701"/>
                </a:cubicBezTo>
                <a:cubicBezTo>
                  <a:pt x="7248" y="3709"/>
                  <a:pt x="7248" y="3717"/>
                  <a:pt x="7248" y="3725"/>
                </a:cubicBezTo>
                <a:lnTo>
                  <a:pt x="7238" y="3725"/>
                </a:lnTo>
                <a:cubicBezTo>
                  <a:pt x="7240" y="3733"/>
                  <a:pt x="7231" y="3754"/>
                  <a:pt x="7244" y="3752"/>
                </a:cubicBezTo>
                <a:cubicBezTo>
                  <a:pt x="7254" y="3751"/>
                  <a:pt x="7241" y="3727"/>
                  <a:pt x="7251" y="3725"/>
                </a:cubicBezTo>
                <a:lnTo>
                  <a:pt x="7274" y="3725"/>
                </a:lnTo>
                <a:cubicBezTo>
                  <a:pt x="7275" y="3710"/>
                  <a:pt x="7291" y="3713"/>
                  <a:pt x="7291" y="3698"/>
                </a:cubicBezTo>
                <a:cubicBezTo>
                  <a:pt x="7279" y="3702"/>
                  <a:pt x="7288" y="3684"/>
                  <a:pt x="7281" y="3681"/>
                </a:cubicBezTo>
                <a:lnTo>
                  <a:pt x="7248" y="3681"/>
                </a:lnTo>
                <a:close/>
                <a:moveTo>
                  <a:pt x="7182" y="3632"/>
                </a:moveTo>
                <a:cubicBezTo>
                  <a:pt x="7186" y="3653"/>
                  <a:pt x="7169" y="3660"/>
                  <a:pt x="7178" y="3676"/>
                </a:cubicBezTo>
                <a:cubicBezTo>
                  <a:pt x="7188" y="3672"/>
                  <a:pt x="7181" y="3652"/>
                  <a:pt x="7195" y="3646"/>
                </a:cubicBezTo>
                <a:lnTo>
                  <a:pt x="7195" y="3647"/>
                </a:lnTo>
                <a:cubicBezTo>
                  <a:pt x="7197" y="3652"/>
                  <a:pt x="7191" y="3665"/>
                  <a:pt x="7198" y="3664"/>
                </a:cubicBezTo>
                <a:cubicBezTo>
                  <a:pt x="7201" y="3657"/>
                  <a:pt x="7207" y="3654"/>
                  <a:pt x="7205" y="3643"/>
                </a:cubicBezTo>
                <a:cubicBezTo>
                  <a:pt x="7197" y="3640"/>
                  <a:pt x="7192" y="3632"/>
                  <a:pt x="7182" y="3632"/>
                </a:cubicBezTo>
                <a:close/>
                <a:moveTo>
                  <a:pt x="353" y="3604"/>
                </a:moveTo>
                <a:cubicBezTo>
                  <a:pt x="352" y="3603"/>
                  <a:pt x="351" y="3604"/>
                  <a:pt x="351" y="3606"/>
                </a:cubicBezTo>
                <a:cubicBezTo>
                  <a:pt x="356" y="3606"/>
                  <a:pt x="353" y="3616"/>
                  <a:pt x="357" y="3616"/>
                </a:cubicBezTo>
                <a:lnTo>
                  <a:pt x="358" y="3617"/>
                </a:lnTo>
                <a:cubicBezTo>
                  <a:pt x="360" y="3612"/>
                  <a:pt x="356" y="3604"/>
                  <a:pt x="353" y="3604"/>
                </a:cubicBezTo>
                <a:close/>
                <a:moveTo>
                  <a:pt x="7183" y="3529"/>
                </a:moveTo>
                <a:cubicBezTo>
                  <a:pt x="7178" y="3529"/>
                  <a:pt x="7173" y="3530"/>
                  <a:pt x="7169" y="3535"/>
                </a:cubicBezTo>
                <a:cubicBezTo>
                  <a:pt x="7175" y="3540"/>
                  <a:pt x="7165" y="3556"/>
                  <a:pt x="7169" y="3569"/>
                </a:cubicBezTo>
                <a:cubicBezTo>
                  <a:pt x="7174" y="3571"/>
                  <a:pt x="7186" y="3565"/>
                  <a:pt x="7186" y="3573"/>
                </a:cubicBezTo>
                <a:cubicBezTo>
                  <a:pt x="7182" y="3588"/>
                  <a:pt x="7161" y="3568"/>
                  <a:pt x="7161" y="3581"/>
                </a:cubicBezTo>
                <a:cubicBezTo>
                  <a:pt x="7174" y="3585"/>
                  <a:pt x="7168" y="3636"/>
                  <a:pt x="7184" y="3615"/>
                </a:cubicBezTo>
                <a:cubicBezTo>
                  <a:pt x="7172" y="3618"/>
                  <a:pt x="7181" y="3606"/>
                  <a:pt x="7184" y="3605"/>
                </a:cubicBezTo>
                <a:cubicBezTo>
                  <a:pt x="7185" y="3610"/>
                  <a:pt x="7192" y="3607"/>
                  <a:pt x="7194" y="3605"/>
                </a:cubicBezTo>
                <a:cubicBezTo>
                  <a:pt x="7194" y="3613"/>
                  <a:pt x="7194" y="3619"/>
                  <a:pt x="7194" y="3626"/>
                </a:cubicBezTo>
                <a:cubicBezTo>
                  <a:pt x="7207" y="3627"/>
                  <a:pt x="7212" y="3619"/>
                  <a:pt x="7221" y="3616"/>
                </a:cubicBezTo>
                <a:cubicBezTo>
                  <a:pt x="7221" y="3604"/>
                  <a:pt x="7221" y="3591"/>
                  <a:pt x="7221" y="3579"/>
                </a:cubicBezTo>
                <a:cubicBezTo>
                  <a:pt x="7230" y="3576"/>
                  <a:pt x="7250" y="3586"/>
                  <a:pt x="7248" y="3573"/>
                </a:cubicBezTo>
                <a:cubicBezTo>
                  <a:pt x="7237" y="3574"/>
                  <a:pt x="7226" y="3572"/>
                  <a:pt x="7215" y="3569"/>
                </a:cubicBezTo>
                <a:cubicBezTo>
                  <a:pt x="7203" y="3577"/>
                  <a:pt x="7222" y="3588"/>
                  <a:pt x="7215" y="3590"/>
                </a:cubicBezTo>
                <a:cubicBezTo>
                  <a:pt x="7178" y="3589"/>
                  <a:pt x="7200" y="3538"/>
                  <a:pt x="7215" y="3533"/>
                </a:cubicBezTo>
                <a:cubicBezTo>
                  <a:pt x="7204" y="3533"/>
                  <a:pt x="7192" y="3528"/>
                  <a:pt x="7183" y="3529"/>
                </a:cubicBezTo>
                <a:close/>
                <a:moveTo>
                  <a:pt x="7271" y="3481"/>
                </a:moveTo>
                <a:cubicBezTo>
                  <a:pt x="7271" y="3481"/>
                  <a:pt x="7270" y="3481"/>
                  <a:pt x="7269" y="3481"/>
                </a:cubicBezTo>
                <a:cubicBezTo>
                  <a:pt x="7268" y="3487"/>
                  <a:pt x="7270" y="3494"/>
                  <a:pt x="7276" y="3498"/>
                </a:cubicBezTo>
                <a:lnTo>
                  <a:pt x="7276" y="3499"/>
                </a:lnTo>
                <a:cubicBezTo>
                  <a:pt x="7275" y="3493"/>
                  <a:pt x="7281" y="3480"/>
                  <a:pt x="7271" y="3481"/>
                </a:cubicBezTo>
                <a:close/>
                <a:moveTo>
                  <a:pt x="435" y="3401"/>
                </a:moveTo>
                <a:cubicBezTo>
                  <a:pt x="434" y="3413"/>
                  <a:pt x="410" y="3403"/>
                  <a:pt x="405" y="3412"/>
                </a:cubicBezTo>
                <a:cubicBezTo>
                  <a:pt x="419" y="3411"/>
                  <a:pt x="397" y="3424"/>
                  <a:pt x="405" y="3439"/>
                </a:cubicBezTo>
                <a:lnTo>
                  <a:pt x="406" y="3440"/>
                </a:lnTo>
                <a:cubicBezTo>
                  <a:pt x="419" y="3436"/>
                  <a:pt x="432" y="3423"/>
                  <a:pt x="449" y="3431"/>
                </a:cubicBezTo>
                <a:cubicBezTo>
                  <a:pt x="457" y="3419"/>
                  <a:pt x="444" y="3406"/>
                  <a:pt x="435" y="3401"/>
                </a:cubicBezTo>
                <a:close/>
                <a:moveTo>
                  <a:pt x="7302" y="3388"/>
                </a:moveTo>
                <a:cubicBezTo>
                  <a:pt x="7296" y="3387"/>
                  <a:pt x="7289" y="3397"/>
                  <a:pt x="7276" y="3393"/>
                </a:cubicBezTo>
                <a:lnTo>
                  <a:pt x="7276" y="3414"/>
                </a:lnTo>
                <a:lnTo>
                  <a:pt x="7277" y="3415"/>
                </a:lnTo>
                <a:cubicBezTo>
                  <a:pt x="7289" y="3413"/>
                  <a:pt x="7292" y="3405"/>
                  <a:pt x="7303" y="3410"/>
                </a:cubicBezTo>
                <a:cubicBezTo>
                  <a:pt x="7301" y="3399"/>
                  <a:pt x="7309" y="3400"/>
                  <a:pt x="7307" y="3389"/>
                </a:cubicBezTo>
                <a:cubicBezTo>
                  <a:pt x="7305" y="3388"/>
                  <a:pt x="7304" y="3388"/>
                  <a:pt x="7302" y="3388"/>
                </a:cubicBezTo>
                <a:close/>
                <a:moveTo>
                  <a:pt x="275" y="3387"/>
                </a:moveTo>
                <a:cubicBezTo>
                  <a:pt x="277" y="3397"/>
                  <a:pt x="268" y="3419"/>
                  <a:pt x="285" y="3414"/>
                </a:cubicBezTo>
                <a:lnTo>
                  <a:pt x="284" y="3415"/>
                </a:lnTo>
                <a:cubicBezTo>
                  <a:pt x="292" y="3412"/>
                  <a:pt x="286" y="3396"/>
                  <a:pt x="288" y="3387"/>
                </a:cubicBezTo>
                <a:lnTo>
                  <a:pt x="275" y="3387"/>
                </a:lnTo>
                <a:close/>
                <a:moveTo>
                  <a:pt x="7332" y="3177"/>
                </a:moveTo>
                <a:lnTo>
                  <a:pt x="7332" y="3178"/>
                </a:lnTo>
                <a:lnTo>
                  <a:pt x="7330" y="3178"/>
                </a:lnTo>
                <a:cubicBezTo>
                  <a:pt x="7315" y="3176"/>
                  <a:pt x="7317" y="3199"/>
                  <a:pt x="7332" y="3194"/>
                </a:cubicBezTo>
                <a:lnTo>
                  <a:pt x="7332" y="3178"/>
                </a:lnTo>
                <a:lnTo>
                  <a:pt x="7333" y="3178"/>
                </a:lnTo>
                <a:lnTo>
                  <a:pt x="7332" y="3177"/>
                </a:lnTo>
                <a:close/>
                <a:moveTo>
                  <a:pt x="7252" y="3092"/>
                </a:moveTo>
                <a:cubicBezTo>
                  <a:pt x="7247" y="3093"/>
                  <a:pt x="7242" y="3097"/>
                  <a:pt x="7242" y="3102"/>
                </a:cubicBezTo>
                <a:lnTo>
                  <a:pt x="7263" y="3102"/>
                </a:lnTo>
                <a:cubicBezTo>
                  <a:pt x="7263" y="3094"/>
                  <a:pt x="7258" y="3092"/>
                  <a:pt x="7252" y="3092"/>
                </a:cubicBezTo>
                <a:close/>
                <a:moveTo>
                  <a:pt x="7115" y="3088"/>
                </a:moveTo>
                <a:cubicBezTo>
                  <a:pt x="7116" y="3095"/>
                  <a:pt x="7112" y="3096"/>
                  <a:pt x="7112" y="3102"/>
                </a:cubicBezTo>
                <a:lnTo>
                  <a:pt x="7112" y="3102"/>
                </a:lnTo>
                <a:cubicBezTo>
                  <a:pt x="7121" y="3107"/>
                  <a:pt x="7121" y="3088"/>
                  <a:pt x="7115" y="3088"/>
                </a:cubicBezTo>
                <a:close/>
                <a:moveTo>
                  <a:pt x="7226" y="3075"/>
                </a:moveTo>
                <a:cubicBezTo>
                  <a:pt x="7226" y="3079"/>
                  <a:pt x="7225" y="3085"/>
                  <a:pt x="7229" y="3085"/>
                </a:cubicBezTo>
                <a:lnTo>
                  <a:pt x="7229" y="3086"/>
                </a:lnTo>
                <a:cubicBezTo>
                  <a:pt x="7230" y="3081"/>
                  <a:pt x="7235" y="3081"/>
                  <a:pt x="7235" y="3075"/>
                </a:cubicBezTo>
                <a:lnTo>
                  <a:pt x="7226" y="3075"/>
                </a:lnTo>
                <a:close/>
                <a:moveTo>
                  <a:pt x="7103" y="2984"/>
                </a:moveTo>
                <a:cubicBezTo>
                  <a:pt x="7103" y="2987"/>
                  <a:pt x="7103" y="2990"/>
                  <a:pt x="7103" y="2994"/>
                </a:cubicBezTo>
                <a:lnTo>
                  <a:pt x="7112" y="2994"/>
                </a:lnTo>
                <a:lnTo>
                  <a:pt x="7113" y="2994"/>
                </a:lnTo>
                <a:cubicBezTo>
                  <a:pt x="7115" y="2985"/>
                  <a:pt x="7106" y="2987"/>
                  <a:pt x="7103" y="2984"/>
                </a:cubicBezTo>
                <a:close/>
                <a:moveTo>
                  <a:pt x="7083" y="2975"/>
                </a:moveTo>
                <a:cubicBezTo>
                  <a:pt x="7081" y="2974"/>
                  <a:pt x="7080" y="2975"/>
                  <a:pt x="7079" y="2980"/>
                </a:cubicBezTo>
                <a:lnTo>
                  <a:pt x="7080" y="2980"/>
                </a:lnTo>
                <a:cubicBezTo>
                  <a:pt x="7087" y="2981"/>
                  <a:pt x="7087" y="2991"/>
                  <a:pt x="7092" y="2994"/>
                </a:cubicBezTo>
                <a:cubicBezTo>
                  <a:pt x="7092" y="2988"/>
                  <a:pt x="7092" y="2982"/>
                  <a:pt x="7092" y="2977"/>
                </a:cubicBezTo>
                <a:cubicBezTo>
                  <a:pt x="7088" y="2977"/>
                  <a:pt x="7085" y="2975"/>
                  <a:pt x="7083" y="2975"/>
                </a:cubicBezTo>
                <a:close/>
                <a:moveTo>
                  <a:pt x="94" y="2936"/>
                </a:moveTo>
                <a:cubicBezTo>
                  <a:pt x="92" y="2935"/>
                  <a:pt x="89" y="2937"/>
                  <a:pt x="84" y="2938"/>
                </a:cubicBezTo>
                <a:lnTo>
                  <a:pt x="84" y="2938"/>
                </a:lnTo>
                <a:cubicBezTo>
                  <a:pt x="84" y="2950"/>
                  <a:pt x="89" y="2945"/>
                  <a:pt x="98" y="2944"/>
                </a:cubicBezTo>
                <a:cubicBezTo>
                  <a:pt x="97" y="2938"/>
                  <a:pt x="96" y="2936"/>
                  <a:pt x="94" y="2936"/>
                </a:cubicBezTo>
                <a:close/>
                <a:moveTo>
                  <a:pt x="7200" y="2933"/>
                </a:moveTo>
                <a:lnTo>
                  <a:pt x="7200" y="2934"/>
                </a:lnTo>
                <a:lnTo>
                  <a:pt x="7197" y="2934"/>
                </a:lnTo>
                <a:cubicBezTo>
                  <a:pt x="7194" y="2934"/>
                  <a:pt x="7191" y="2936"/>
                  <a:pt x="7190" y="2939"/>
                </a:cubicBezTo>
                <a:cubicBezTo>
                  <a:pt x="7196" y="2938"/>
                  <a:pt x="7196" y="2944"/>
                  <a:pt x="7200" y="2946"/>
                </a:cubicBezTo>
                <a:cubicBezTo>
                  <a:pt x="7200" y="2942"/>
                  <a:pt x="7201" y="2939"/>
                  <a:pt x="7203" y="2936"/>
                </a:cubicBezTo>
                <a:cubicBezTo>
                  <a:pt x="7202" y="2936"/>
                  <a:pt x="7200" y="2936"/>
                  <a:pt x="7200" y="2934"/>
                </a:cubicBezTo>
                <a:lnTo>
                  <a:pt x="7200" y="2934"/>
                </a:lnTo>
                <a:lnTo>
                  <a:pt x="7201" y="2934"/>
                </a:lnTo>
                <a:lnTo>
                  <a:pt x="7200" y="2933"/>
                </a:lnTo>
                <a:close/>
                <a:moveTo>
                  <a:pt x="274" y="2927"/>
                </a:moveTo>
                <a:cubicBezTo>
                  <a:pt x="266" y="2927"/>
                  <a:pt x="259" y="2935"/>
                  <a:pt x="268" y="2939"/>
                </a:cubicBezTo>
                <a:lnTo>
                  <a:pt x="268" y="2938"/>
                </a:lnTo>
                <a:cubicBezTo>
                  <a:pt x="268" y="2932"/>
                  <a:pt x="279" y="2936"/>
                  <a:pt x="278" y="2928"/>
                </a:cubicBezTo>
                <a:cubicBezTo>
                  <a:pt x="277" y="2928"/>
                  <a:pt x="275" y="2927"/>
                  <a:pt x="274" y="2927"/>
                </a:cubicBezTo>
                <a:close/>
                <a:moveTo>
                  <a:pt x="7226" y="2905"/>
                </a:moveTo>
                <a:cubicBezTo>
                  <a:pt x="7222" y="2905"/>
                  <a:pt x="7219" y="2907"/>
                  <a:pt x="7217" y="2912"/>
                </a:cubicBezTo>
                <a:cubicBezTo>
                  <a:pt x="7228" y="2919"/>
                  <a:pt x="7241" y="2921"/>
                  <a:pt x="7254" y="2920"/>
                </a:cubicBezTo>
                <a:lnTo>
                  <a:pt x="7254" y="2907"/>
                </a:lnTo>
                <a:lnTo>
                  <a:pt x="7255" y="2907"/>
                </a:lnTo>
                <a:lnTo>
                  <a:pt x="7254" y="2906"/>
                </a:lnTo>
                <a:lnTo>
                  <a:pt x="7254" y="2907"/>
                </a:lnTo>
                <a:lnTo>
                  <a:pt x="7251" y="2907"/>
                </a:lnTo>
                <a:cubicBezTo>
                  <a:pt x="7241" y="2908"/>
                  <a:pt x="7232" y="2905"/>
                  <a:pt x="7226" y="2905"/>
                </a:cubicBezTo>
                <a:close/>
                <a:moveTo>
                  <a:pt x="153" y="2883"/>
                </a:moveTo>
                <a:cubicBezTo>
                  <a:pt x="143" y="2894"/>
                  <a:pt x="166" y="2893"/>
                  <a:pt x="153" y="2883"/>
                </a:cubicBezTo>
                <a:close/>
                <a:moveTo>
                  <a:pt x="29" y="2865"/>
                </a:moveTo>
                <a:cubicBezTo>
                  <a:pt x="29" y="2869"/>
                  <a:pt x="22" y="2868"/>
                  <a:pt x="22" y="2872"/>
                </a:cubicBezTo>
                <a:cubicBezTo>
                  <a:pt x="36" y="2867"/>
                  <a:pt x="29" y="2881"/>
                  <a:pt x="39" y="2879"/>
                </a:cubicBezTo>
                <a:cubicBezTo>
                  <a:pt x="40" y="2870"/>
                  <a:pt x="31" y="2870"/>
                  <a:pt x="29" y="2865"/>
                </a:cubicBezTo>
                <a:close/>
                <a:moveTo>
                  <a:pt x="7147" y="2851"/>
                </a:moveTo>
                <a:lnTo>
                  <a:pt x="7147" y="2858"/>
                </a:lnTo>
                <a:lnTo>
                  <a:pt x="7154" y="2858"/>
                </a:lnTo>
                <a:cubicBezTo>
                  <a:pt x="7154" y="2856"/>
                  <a:pt x="7154" y="2854"/>
                  <a:pt x="7154" y="2851"/>
                </a:cubicBezTo>
                <a:lnTo>
                  <a:pt x="7147" y="2851"/>
                </a:lnTo>
                <a:close/>
                <a:moveTo>
                  <a:pt x="7181" y="2709"/>
                </a:moveTo>
                <a:lnTo>
                  <a:pt x="7182" y="2716"/>
                </a:lnTo>
                <a:lnTo>
                  <a:pt x="7188" y="2716"/>
                </a:lnTo>
                <a:cubicBezTo>
                  <a:pt x="7188" y="2714"/>
                  <a:pt x="7188" y="2711"/>
                  <a:pt x="7188" y="2709"/>
                </a:cubicBezTo>
                <a:lnTo>
                  <a:pt x="7181" y="2709"/>
                </a:lnTo>
                <a:close/>
                <a:moveTo>
                  <a:pt x="265" y="2706"/>
                </a:moveTo>
                <a:cubicBezTo>
                  <a:pt x="264" y="2705"/>
                  <a:pt x="263" y="2705"/>
                  <a:pt x="261" y="2706"/>
                </a:cubicBezTo>
                <a:cubicBezTo>
                  <a:pt x="260" y="2720"/>
                  <a:pt x="250" y="2726"/>
                  <a:pt x="249" y="2740"/>
                </a:cubicBezTo>
                <a:cubicBezTo>
                  <a:pt x="239" y="2737"/>
                  <a:pt x="228" y="2737"/>
                  <a:pt x="218" y="2740"/>
                </a:cubicBezTo>
                <a:cubicBezTo>
                  <a:pt x="223" y="2750"/>
                  <a:pt x="219" y="2754"/>
                  <a:pt x="218" y="2767"/>
                </a:cubicBezTo>
                <a:cubicBezTo>
                  <a:pt x="225" y="2778"/>
                  <a:pt x="236" y="2779"/>
                  <a:pt x="236" y="2790"/>
                </a:cubicBezTo>
                <a:cubicBezTo>
                  <a:pt x="230" y="2798"/>
                  <a:pt x="209" y="2794"/>
                  <a:pt x="209" y="2808"/>
                </a:cubicBezTo>
                <a:cubicBezTo>
                  <a:pt x="218" y="2817"/>
                  <a:pt x="235" y="2806"/>
                  <a:pt x="242" y="2804"/>
                </a:cubicBezTo>
                <a:cubicBezTo>
                  <a:pt x="242" y="2807"/>
                  <a:pt x="246" y="2808"/>
                  <a:pt x="246" y="2810"/>
                </a:cubicBezTo>
                <a:cubicBezTo>
                  <a:pt x="244" y="2815"/>
                  <a:pt x="241" y="2819"/>
                  <a:pt x="236" y="2821"/>
                </a:cubicBezTo>
                <a:cubicBezTo>
                  <a:pt x="239" y="2808"/>
                  <a:pt x="221" y="2814"/>
                  <a:pt x="223" y="2821"/>
                </a:cubicBezTo>
                <a:cubicBezTo>
                  <a:pt x="234" y="2819"/>
                  <a:pt x="228" y="2862"/>
                  <a:pt x="213" y="2862"/>
                </a:cubicBezTo>
                <a:cubicBezTo>
                  <a:pt x="232" y="2896"/>
                  <a:pt x="194" y="2901"/>
                  <a:pt x="170" y="2890"/>
                </a:cubicBezTo>
                <a:cubicBezTo>
                  <a:pt x="165" y="2917"/>
                  <a:pt x="184" y="2919"/>
                  <a:pt x="194" y="2930"/>
                </a:cubicBezTo>
                <a:lnTo>
                  <a:pt x="173" y="2930"/>
                </a:lnTo>
                <a:cubicBezTo>
                  <a:pt x="174" y="2937"/>
                  <a:pt x="170" y="2938"/>
                  <a:pt x="170" y="2944"/>
                </a:cubicBezTo>
                <a:cubicBezTo>
                  <a:pt x="202" y="2944"/>
                  <a:pt x="244" y="2950"/>
                  <a:pt x="233" y="2926"/>
                </a:cubicBezTo>
                <a:cubicBezTo>
                  <a:pt x="238" y="2931"/>
                  <a:pt x="248" y="2929"/>
                  <a:pt x="257" y="2929"/>
                </a:cubicBezTo>
                <a:cubicBezTo>
                  <a:pt x="261" y="2917"/>
                  <a:pt x="284" y="2923"/>
                  <a:pt x="290" y="2898"/>
                </a:cubicBezTo>
                <a:cubicBezTo>
                  <a:pt x="280" y="2898"/>
                  <a:pt x="277" y="2891"/>
                  <a:pt x="273" y="2885"/>
                </a:cubicBezTo>
                <a:cubicBezTo>
                  <a:pt x="278" y="2876"/>
                  <a:pt x="285" y="2869"/>
                  <a:pt x="294" y="2864"/>
                </a:cubicBezTo>
                <a:lnTo>
                  <a:pt x="294" y="2864"/>
                </a:lnTo>
                <a:cubicBezTo>
                  <a:pt x="296" y="2865"/>
                  <a:pt x="298" y="2866"/>
                  <a:pt x="300" y="2866"/>
                </a:cubicBezTo>
                <a:cubicBezTo>
                  <a:pt x="315" y="2871"/>
                  <a:pt x="331" y="2862"/>
                  <a:pt x="335" y="2846"/>
                </a:cubicBezTo>
                <a:cubicBezTo>
                  <a:pt x="315" y="2833"/>
                  <a:pt x="298" y="2873"/>
                  <a:pt x="284" y="2854"/>
                </a:cubicBezTo>
                <a:cubicBezTo>
                  <a:pt x="295" y="2849"/>
                  <a:pt x="296" y="2831"/>
                  <a:pt x="311" y="2840"/>
                </a:cubicBezTo>
                <a:cubicBezTo>
                  <a:pt x="315" y="2832"/>
                  <a:pt x="313" y="2812"/>
                  <a:pt x="321" y="2826"/>
                </a:cubicBezTo>
                <a:cubicBezTo>
                  <a:pt x="326" y="2822"/>
                  <a:pt x="324" y="2812"/>
                  <a:pt x="324" y="2803"/>
                </a:cubicBezTo>
                <a:cubicBezTo>
                  <a:pt x="314" y="2802"/>
                  <a:pt x="317" y="2814"/>
                  <a:pt x="303" y="2810"/>
                </a:cubicBezTo>
                <a:cubicBezTo>
                  <a:pt x="301" y="2798"/>
                  <a:pt x="308" y="2797"/>
                  <a:pt x="306" y="2786"/>
                </a:cubicBezTo>
                <a:cubicBezTo>
                  <a:pt x="299" y="2775"/>
                  <a:pt x="294" y="2788"/>
                  <a:pt x="290" y="2783"/>
                </a:cubicBezTo>
                <a:cubicBezTo>
                  <a:pt x="290" y="2777"/>
                  <a:pt x="290" y="2772"/>
                  <a:pt x="290" y="2766"/>
                </a:cubicBezTo>
                <a:cubicBezTo>
                  <a:pt x="292" y="2767"/>
                  <a:pt x="303" y="2774"/>
                  <a:pt x="303" y="2766"/>
                </a:cubicBezTo>
                <a:cubicBezTo>
                  <a:pt x="301" y="2743"/>
                  <a:pt x="268" y="2741"/>
                  <a:pt x="282" y="2712"/>
                </a:cubicBezTo>
                <a:cubicBezTo>
                  <a:pt x="271" y="2716"/>
                  <a:pt x="272" y="2707"/>
                  <a:pt x="265" y="2706"/>
                </a:cubicBezTo>
                <a:close/>
                <a:moveTo>
                  <a:pt x="128" y="2682"/>
                </a:moveTo>
                <a:cubicBezTo>
                  <a:pt x="118" y="2683"/>
                  <a:pt x="133" y="2696"/>
                  <a:pt x="134" y="2683"/>
                </a:cubicBezTo>
                <a:cubicBezTo>
                  <a:pt x="133" y="2683"/>
                  <a:pt x="132" y="2682"/>
                  <a:pt x="131" y="2682"/>
                </a:cubicBezTo>
                <a:cubicBezTo>
                  <a:pt x="130" y="2682"/>
                  <a:pt x="129" y="2682"/>
                  <a:pt x="128" y="2682"/>
                </a:cubicBezTo>
                <a:close/>
                <a:moveTo>
                  <a:pt x="104" y="2665"/>
                </a:moveTo>
                <a:cubicBezTo>
                  <a:pt x="88" y="2665"/>
                  <a:pt x="91" y="2682"/>
                  <a:pt x="80" y="2686"/>
                </a:cubicBezTo>
                <a:cubicBezTo>
                  <a:pt x="92" y="2688"/>
                  <a:pt x="97" y="2682"/>
                  <a:pt x="104" y="2679"/>
                </a:cubicBezTo>
                <a:lnTo>
                  <a:pt x="103" y="2679"/>
                </a:lnTo>
                <a:cubicBezTo>
                  <a:pt x="103" y="2675"/>
                  <a:pt x="103" y="2670"/>
                  <a:pt x="104" y="2665"/>
                </a:cubicBezTo>
                <a:close/>
                <a:moveTo>
                  <a:pt x="103" y="2629"/>
                </a:moveTo>
                <a:cubicBezTo>
                  <a:pt x="102" y="2641"/>
                  <a:pt x="119" y="2655"/>
                  <a:pt x="121" y="2642"/>
                </a:cubicBezTo>
                <a:cubicBezTo>
                  <a:pt x="110" y="2646"/>
                  <a:pt x="114" y="2635"/>
                  <a:pt x="114" y="2629"/>
                </a:cubicBezTo>
                <a:lnTo>
                  <a:pt x="104" y="2629"/>
                </a:lnTo>
                <a:lnTo>
                  <a:pt x="103" y="2629"/>
                </a:lnTo>
                <a:close/>
                <a:moveTo>
                  <a:pt x="227" y="2588"/>
                </a:moveTo>
                <a:lnTo>
                  <a:pt x="227" y="2601"/>
                </a:lnTo>
                <a:lnTo>
                  <a:pt x="234" y="2601"/>
                </a:lnTo>
                <a:cubicBezTo>
                  <a:pt x="234" y="2597"/>
                  <a:pt x="234" y="2592"/>
                  <a:pt x="234" y="2588"/>
                </a:cubicBezTo>
                <a:lnTo>
                  <a:pt x="227" y="2588"/>
                </a:lnTo>
                <a:close/>
                <a:moveTo>
                  <a:pt x="337" y="2580"/>
                </a:moveTo>
                <a:cubicBezTo>
                  <a:pt x="331" y="2581"/>
                  <a:pt x="327" y="2586"/>
                  <a:pt x="328" y="2592"/>
                </a:cubicBezTo>
                <a:lnTo>
                  <a:pt x="328" y="2592"/>
                </a:lnTo>
                <a:cubicBezTo>
                  <a:pt x="335" y="2590"/>
                  <a:pt x="351" y="2598"/>
                  <a:pt x="349" y="2586"/>
                </a:cubicBezTo>
                <a:cubicBezTo>
                  <a:pt x="347" y="2581"/>
                  <a:pt x="342" y="2579"/>
                  <a:pt x="337" y="2580"/>
                </a:cubicBezTo>
                <a:close/>
                <a:moveTo>
                  <a:pt x="368" y="2575"/>
                </a:moveTo>
                <a:lnTo>
                  <a:pt x="368" y="2575"/>
                </a:lnTo>
                <a:cubicBezTo>
                  <a:pt x="367" y="2585"/>
                  <a:pt x="352" y="2580"/>
                  <a:pt x="355" y="2592"/>
                </a:cubicBezTo>
                <a:cubicBezTo>
                  <a:pt x="364" y="2594"/>
                  <a:pt x="377" y="2581"/>
                  <a:pt x="368" y="2575"/>
                </a:cubicBezTo>
                <a:close/>
                <a:moveTo>
                  <a:pt x="180" y="2574"/>
                </a:moveTo>
                <a:cubicBezTo>
                  <a:pt x="180" y="2579"/>
                  <a:pt x="182" y="2583"/>
                  <a:pt x="187" y="2584"/>
                </a:cubicBezTo>
                <a:lnTo>
                  <a:pt x="187" y="2585"/>
                </a:lnTo>
                <a:cubicBezTo>
                  <a:pt x="187" y="2580"/>
                  <a:pt x="188" y="2573"/>
                  <a:pt x="180" y="2574"/>
                </a:cubicBezTo>
                <a:close/>
                <a:moveTo>
                  <a:pt x="170" y="2574"/>
                </a:moveTo>
                <a:cubicBezTo>
                  <a:pt x="167" y="2573"/>
                  <a:pt x="164" y="2580"/>
                  <a:pt x="170" y="2585"/>
                </a:cubicBezTo>
                <a:cubicBezTo>
                  <a:pt x="172" y="2577"/>
                  <a:pt x="171" y="2574"/>
                  <a:pt x="170" y="2574"/>
                </a:cubicBezTo>
                <a:close/>
                <a:moveTo>
                  <a:pt x="152" y="2569"/>
                </a:moveTo>
                <a:cubicBezTo>
                  <a:pt x="149" y="2569"/>
                  <a:pt x="146" y="2571"/>
                  <a:pt x="144" y="2575"/>
                </a:cubicBezTo>
                <a:cubicBezTo>
                  <a:pt x="153" y="2590"/>
                  <a:pt x="133" y="2603"/>
                  <a:pt x="147" y="2619"/>
                </a:cubicBezTo>
                <a:lnTo>
                  <a:pt x="160" y="2619"/>
                </a:lnTo>
                <a:lnTo>
                  <a:pt x="160" y="2619"/>
                </a:lnTo>
                <a:cubicBezTo>
                  <a:pt x="176" y="2597"/>
                  <a:pt x="152" y="2586"/>
                  <a:pt x="164" y="2572"/>
                </a:cubicBezTo>
                <a:cubicBezTo>
                  <a:pt x="160" y="2570"/>
                  <a:pt x="156" y="2569"/>
                  <a:pt x="152" y="2569"/>
                </a:cubicBezTo>
                <a:close/>
                <a:moveTo>
                  <a:pt x="418" y="2564"/>
                </a:moveTo>
                <a:lnTo>
                  <a:pt x="419" y="2565"/>
                </a:lnTo>
                <a:cubicBezTo>
                  <a:pt x="419" y="2569"/>
                  <a:pt x="419" y="2572"/>
                  <a:pt x="418" y="2574"/>
                </a:cubicBezTo>
                <a:lnTo>
                  <a:pt x="428" y="2574"/>
                </a:lnTo>
                <a:lnTo>
                  <a:pt x="428" y="2568"/>
                </a:lnTo>
                <a:cubicBezTo>
                  <a:pt x="424" y="2567"/>
                  <a:pt x="423" y="2564"/>
                  <a:pt x="418" y="2564"/>
                </a:cubicBezTo>
                <a:close/>
                <a:moveTo>
                  <a:pt x="7164" y="2561"/>
                </a:moveTo>
                <a:cubicBezTo>
                  <a:pt x="7164" y="2561"/>
                  <a:pt x="7163" y="2561"/>
                  <a:pt x="7162" y="2562"/>
                </a:cubicBezTo>
                <a:lnTo>
                  <a:pt x="7162" y="2568"/>
                </a:lnTo>
                <a:lnTo>
                  <a:pt x="7163" y="2569"/>
                </a:lnTo>
                <a:cubicBezTo>
                  <a:pt x="7167" y="2569"/>
                  <a:pt x="7167" y="2571"/>
                  <a:pt x="7169" y="2572"/>
                </a:cubicBezTo>
                <a:cubicBezTo>
                  <a:pt x="7168" y="2567"/>
                  <a:pt x="7169" y="2562"/>
                  <a:pt x="7164" y="2561"/>
                </a:cubicBezTo>
                <a:close/>
                <a:moveTo>
                  <a:pt x="401" y="2561"/>
                </a:moveTo>
                <a:lnTo>
                  <a:pt x="402" y="2562"/>
                </a:lnTo>
                <a:cubicBezTo>
                  <a:pt x="402" y="2565"/>
                  <a:pt x="399" y="2566"/>
                  <a:pt x="399" y="2568"/>
                </a:cubicBezTo>
                <a:cubicBezTo>
                  <a:pt x="404" y="2567"/>
                  <a:pt x="410" y="2568"/>
                  <a:pt x="409" y="2561"/>
                </a:cubicBezTo>
                <a:lnTo>
                  <a:pt x="401" y="2561"/>
                </a:lnTo>
                <a:close/>
                <a:moveTo>
                  <a:pt x="415" y="2534"/>
                </a:moveTo>
                <a:lnTo>
                  <a:pt x="415" y="2535"/>
                </a:lnTo>
                <a:lnTo>
                  <a:pt x="414" y="2535"/>
                </a:lnTo>
                <a:cubicBezTo>
                  <a:pt x="405" y="2536"/>
                  <a:pt x="411" y="2551"/>
                  <a:pt x="401" y="2551"/>
                </a:cubicBezTo>
                <a:cubicBezTo>
                  <a:pt x="413" y="2553"/>
                  <a:pt x="415" y="2547"/>
                  <a:pt x="415" y="2538"/>
                </a:cubicBezTo>
                <a:lnTo>
                  <a:pt x="415" y="2535"/>
                </a:lnTo>
                <a:lnTo>
                  <a:pt x="415" y="2535"/>
                </a:lnTo>
                <a:lnTo>
                  <a:pt x="415" y="2534"/>
                </a:lnTo>
                <a:close/>
                <a:moveTo>
                  <a:pt x="190" y="2520"/>
                </a:moveTo>
                <a:cubicBezTo>
                  <a:pt x="189" y="2520"/>
                  <a:pt x="188" y="2520"/>
                  <a:pt x="187" y="2520"/>
                </a:cubicBezTo>
                <a:cubicBezTo>
                  <a:pt x="186" y="2525"/>
                  <a:pt x="189" y="2529"/>
                  <a:pt x="194" y="2530"/>
                </a:cubicBezTo>
                <a:lnTo>
                  <a:pt x="194" y="2531"/>
                </a:lnTo>
                <a:cubicBezTo>
                  <a:pt x="194" y="2526"/>
                  <a:pt x="195" y="2521"/>
                  <a:pt x="190" y="2520"/>
                </a:cubicBezTo>
                <a:close/>
                <a:moveTo>
                  <a:pt x="7179" y="2380"/>
                </a:moveTo>
                <a:cubicBezTo>
                  <a:pt x="7177" y="2388"/>
                  <a:pt x="7170" y="2390"/>
                  <a:pt x="7172" y="2401"/>
                </a:cubicBezTo>
                <a:lnTo>
                  <a:pt x="7173" y="2400"/>
                </a:lnTo>
                <a:cubicBezTo>
                  <a:pt x="7189" y="2407"/>
                  <a:pt x="7192" y="2381"/>
                  <a:pt x="7179" y="2380"/>
                </a:cubicBezTo>
                <a:close/>
                <a:moveTo>
                  <a:pt x="459" y="2368"/>
                </a:moveTo>
                <a:cubicBezTo>
                  <a:pt x="454" y="2373"/>
                  <a:pt x="453" y="2388"/>
                  <a:pt x="462" y="2388"/>
                </a:cubicBezTo>
                <a:lnTo>
                  <a:pt x="463" y="2390"/>
                </a:lnTo>
                <a:cubicBezTo>
                  <a:pt x="461" y="2384"/>
                  <a:pt x="467" y="2370"/>
                  <a:pt x="459" y="2368"/>
                </a:cubicBezTo>
                <a:close/>
                <a:moveTo>
                  <a:pt x="7183" y="2333"/>
                </a:moveTo>
                <a:cubicBezTo>
                  <a:pt x="7168" y="2333"/>
                  <a:pt x="7184" y="2348"/>
                  <a:pt x="7187" y="2334"/>
                </a:cubicBezTo>
                <a:cubicBezTo>
                  <a:pt x="7185" y="2334"/>
                  <a:pt x="7184" y="2333"/>
                  <a:pt x="7183" y="2333"/>
                </a:cubicBezTo>
                <a:close/>
                <a:moveTo>
                  <a:pt x="7138" y="2326"/>
                </a:moveTo>
                <a:cubicBezTo>
                  <a:pt x="7132" y="2326"/>
                  <a:pt x="7135" y="2339"/>
                  <a:pt x="7143" y="2329"/>
                </a:cubicBezTo>
                <a:cubicBezTo>
                  <a:pt x="7141" y="2327"/>
                  <a:pt x="7139" y="2326"/>
                  <a:pt x="7138" y="2326"/>
                </a:cubicBezTo>
                <a:close/>
                <a:moveTo>
                  <a:pt x="7212" y="2313"/>
                </a:moveTo>
                <a:cubicBezTo>
                  <a:pt x="7211" y="2322"/>
                  <a:pt x="7204" y="2332"/>
                  <a:pt x="7215" y="2334"/>
                </a:cubicBezTo>
                <a:lnTo>
                  <a:pt x="7215" y="2334"/>
                </a:lnTo>
                <a:cubicBezTo>
                  <a:pt x="7212" y="2322"/>
                  <a:pt x="7224" y="2317"/>
                  <a:pt x="7212" y="2313"/>
                </a:cubicBezTo>
                <a:close/>
                <a:moveTo>
                  <a:pt x="470" y="2310"/>
                </a:moveTo>
                <a:cubicBezTo>
                  <a:pt x="468" y="2310"/>
                  <a:pt x="467" y="2310"/>
                  <a:pt x="465" y="2310"/>
                </a:cubicBezTo>
                <a:cubicBezTo>
                  <a:pt x="462" y="2315"/>
                  <a:pt x="459" y="2337"/>
                  <a:pt x="465" y="2341"/>
                </a:cubicBezTo>
                <a:lnTo>
                  <a:pt x="466" y="2342"/>
                </a:lnTo>
                <a:cubicBezTo>
                  <a:pt x="468" y="2330"/>
                  <a:pt x="482" y="2329"/>
                  <a:pt x="482" y="2314"/>
                </a:cubicBezTo>
                <a:cubicBezTo>
                  <a:pt x="479" y="2311"/>
                  <a:pt x="474" y="2310"/>
                  <a:pt x="470" y="2310"/>
                </a:cubicBezTo>
                <a:close/>
                <a:moveTo>
                  <a:pt x="7206" y="2270"/>
                </a:moveTo>
                <a:cubicBezTo>
                  <a:pt x="7206" y="2272"/>
                  <a:pt x="7206" y="2275"/>
                  <a:pt x="7206" y="2277"/>
                </a:cubicBezTo>
                <a:lnTo>
                  <a:pt x="7213" y="2277"/>
                </a:lnTo>
                <a:lnTo>
                  <a:pt x="7213" y="2270"/>
                </a:lnTo>
                <a:lnTo>
                  <a:pt x="7206" y="2270"/>
                </a:lnTo>
                <a:close/>
                <a:moveTo>
                  <a:pt x="7211" y="2252"/>
                </a:moveTo>
                <a:cubicBezTo>
                  <a:pt x="7205" y="2251"/>
                  <a:pt x="7204" y="2264"/>
                  <a:pt x="7210" y="2263"/>
                </a:cubicBezTo>
                <a:cubicBezTo>
                  <a:pt x="7210" y="2259"/>
                  <a:pt x="7214" y="2259"/>
                  <a:pt x="7214" y="2253"/>
                </a:cubicBezTo>
                <a:lnTo>
                  <a:pt x="7213" y="2253"/>
                </a:lnTo>
                <a:cubicBezTo>
                  <a:pt x="7212" y="2252"/>
                  <a:pt x="7211" y="2252"/>
                  <a:pt x="7211" y="2252"/>
                </a:cubicBezTo>
                <a:close/>
                <a:moveTo>
                  <a:pt x="485" y="2245"/>
                </a:moveTo>
                <a:cubicBezTo>
                  <a:pt x="475" y="2245"/>
                  <a:pt x="468" y="2250"/>
                  <a:pt x="456" y="2249"/>
                </a:cubicBezTo>
                <a:cubicBezTo>
                  <a:pt x="461" y="2261"/>
                  <a:pt x="456" y="2283"/>
                  <a:pt x="469" y="2287"/>
                </a:cubicBezTo>
                <a:lnTo>
                  <a:pt x="470" y="2288"/>
                </a:lnTo>
                <a:cubicBezTo>
                  <a:pt x="479" y="2276"/>
                  <a:pt x="485" y="2261"/>
                  <a:pt x="489" y="2246"/>
                </a:cubicBezTo>
                <a:cubicBezTo>
                  <a:pt x="488" y="2246"/>
                  <a:pt x="486" y="2246"/>
                  <a:pt x="485" y="2245"/>
                </a:cubicBezTo>
                <a:close/>
                <a:moveTo>
                  <a:pt x="7122" y="2230"/>
                </a:moveTo>
                <a:cubicBezTo>
                  <a:pt x="7117" y="2235"/>
                  <a:pt x="7117" y="2243"/>
                  <a:pt x="7125" y="2244"/>
                </a:cubicBezTo>
                <a:lnTo>
                  <a:pt x="7126" y="2244"/>
                </a:lnTo>
                <a:cubicBezTo>
                  <a:pt x="7126" y="2239"/>
                  <a:pt x="7128" y="2231"/>
                  <a:pt x="7122" y="2230"/>
                </a:cubicBezTo>
                <a:close/>
                <a:moveTo>
                  <a:pt x="469" y="2223"/>
                </a:moveTo>
                <a:cubicBezTo>
                  <a:pt x="469" y="2225"/>
                  <a:pt x="469" y="2226"/>
                  <a:pt x="466" y="2226"/>
                </a:cubicBezTo>
                <a:lnTo>
                  <a:pt x="466" y="2233"/>
                </a:lnTo>
                <a:lnTo>
                  <a:pt x="467" y="2235"/>
                </a:lnTo>
                <a:cubicBezTo>
                  <a:pt x="475" y="2239"/>
                  <a:pt x="477" y="2223"/>
                  <a:pt x="469" y="2223"/>
                </a:cubicBezTo>
                <a:close/>
                <a:moveTo>
                  <a:pt x="465" y="2205"/>
                </a:moveTo>
                <a:cubicBezTo>
                  <a:pt x="463" y="2204"/>
                  <a:pt x="459" y="2211"/>
                  <a:pt x="466" y="2216"/>
                </a:cubicBezTo>
                <a:cubicBezTo>
                  <a:pt x="467" y="2208"/>
                  <a:pt x="466" y="2205"/>
                  <a:pt x="465" y="2205"/>
                </a:cubicBezTo>
                <a:close/>
                <a:moveTo>
                  <a:pt x="7123" y="2200"/>
                </a:moveTo>
                <a:cubicBezTo>
                  <a:pt x="7112" y="2222"/>
                  <a:pt x="7135" y="2221"/>
                  <a:pt x="7123" y="2200"/>
                </a:cubicBezTo>
                <a:close/>
                <a:moveTo>
                  <a:pt x="725" y="2191"/>
                </a:moveTo>
                <a:cubicBezTo>
                  <a:pt x="724" y="2191"/>
                  <a:pt x="723" y="2191"/>
                  <a:pt x="722" y="2191"/>
                </a:cubicBezTo>
                <a:cubicBezTo>
                  <a:pt x="718" y="2199"/>
                  <a:pt x="737" y="2202"/>
                  <a:pt x="735" y="2198"/>
                </a:cubicBezTo>
                <a:lnTo>
                  <a:pt x="735" y="2198"/>
                </a:lnTo>
                <a:cubicBezTo>
                  <a:pt x="729" y="2198"/>
                  <a:pt x="730" y="2191"/>
                  <a:pt x="725" y="2191"/>
                </a:cubicBezTo>
                <a:close/>
                <a:moveTo>
                  <a:pt x="7185" y="2178"/>
                </a:moveTo>
                <a:cubicBezTo>
                  <a:pt x="7187" y="2189"/>
                  <a:pt x="7165" y="2205"/>
                  <a:pt x="7185" y="2215"/>
                </a:cubicBezTo>
                <a:cubicBezTo>
                  <a:pt x="7191" y="2198"/>
                  <a:pt x="7201" y="2213"/>
                  <a:pt x="7215" y="2213"/>
                </a:cubicBezTo>
                <a:lnTo>
                  <a:pt x="7214" y="2212"/>
                </a:lnTo>
                <a:cubicBezTo>
                  <a:pt x="7219" y="2208"/>
                  <a:pt x="7219" y="2201"/>
                  <a:pt x="7215" y="2196"/>
                </a:cubicBezTo>
                <a:cubicBezTo>
                  <a:pt x="7207" y="2197"/>
                  <a:pt x="7203" y="2201"/>
                  <a:pt x="7192" y="2198"/>
                </a:cubicBezTo>
                <a:cubicBezTo>
                  <a:pt x="7192" y="2194"/>
                  <a:pt x="7188" y="2194"/>
                  <a:pt x="7189" y="2188"/>
                </a:cubicBezTo>
                <a:cubicBezTo>
                  <a:pt x="7197" y="2189"/>
                  <a:pt x="7206" y="2189"/>
                  <a:pt x="7206" y="2182"/>
                </a:cubicBezTo>
                <a:cubicBezTo>
                  <a:pt x="7193" y="2188"/>
                  <a:pt x="7195" y="2181"/>
                  <a:pt x="7185" y="2178"/>
                </a:cubicBezTo>
                <a:close/>
                <a:moveTo>
                  <a:pt x="469" y="2176"/>
                </a:moveTo>
                <a:cubicBezTo>
                  <a:pt x="456" y="2183"/>
                  <a:pt x="445" y="2195"/>
                  <a:pt x="439" y="2209"/>
                </a:cubicBezTo>
                <a:lnTo>
                  <a:pt x="456" y="2209"/>
                </a:lnTo>
                <a:lnTo>
                  <a:pt x="457" y="2211"/>
                </a:lnTo>
                <a:cubicBezTo>
                  <a:pt x="451" y="2193"/>
                  <a:pt x="480" y="2195"/>
                  <a:pt x="469" y="2176"/>
                </a:cubicBezTo>
                <a:close/>
                <a:moveTo>
                  <a:pt x="758" y="2164"/>
                </a:moveTo>
                <a:cubicBezTo>
                  <a:pt x="757" y="2169"/>
                  <a:pt x="752" y="2170"/>
                  <a:pt x="751" y="2174"/>
                </a:cubicBezTo>
                <a:lnTo>
                  <a:pt x="752" y="2174"/>
                </a:lnTo>
                <a:cubicBezTo>
                  <a:pt x="759" y="2177"/>
                  <a:pt x="767" y="2166"/>
                  <a:pt x="758" y="2164"/>
                </a:cubicBezTo>
                <a:close/>
                <a:moveTo>
                  <a:pt x="696" y="2161"/>
                </a:moveTo>
                <a:cubicBezTo>
                  <a:pt x="696" y="2164"/>
                  <a:pt x="696" y="2166"/>
                  <a:pt x="694" y="2169"/>
                </a:cubicBezTo>
                <a:lnTo>
                  <a:pt x="693" y="2170"/>
                </a:lnTo>
                <a:lnTo>
                  <a:pt x="692" y="2171"/>
                </a:lnTo>
                <a:lnTo>
                  <a:pt x="693" y="2171"/>
                </a:lnTo>
                <a:lnTo>
                  <a:pt x="693" y="2170"/>
                </a:lnTo>
                <a:lnTo>
                  <a:pt x="694" y="2170"/>
                </a:lnTo>
                <a:cubicBezTo>
                  <a:pt x="699" y="2170"/>
                  <a:pt x="709" y="2174"/>
                  <a:pt x="710" y="2168"/>
                </a:cubicBezTo>
                <a:cubicBezTo>
                  <a:pt x="706" y="2167"/>
                  <a:pt x="706" y="2165"/>
                  <a:pt x="706" y="2161"/>
                </a:cubicBezTo>
                <a:lnTo>
                  <a:pt x="696" y="2161"/>
                </a:lnTo>
                <a:close/>
                <a:moveTo>
                  <a:pt x="7119" y="2155"/>
                </a:moveTo>
                <a:cubicBezTo>
                  <a:pt x="7118" y="2155"/>
                  <a:pt x="7118" y="2155"/>
                  <a:pt x="7117" y="2156"/>
                </a:cubicBezTo>
                <a:lnTo>
                  <a:pt x="7118" y="2156"/>
                </a:lnTo>
                <a:cubicBezTo>
                  <a:pt x="7117" y="2160"/>
                  <a:pt x="7119" y="2164"/>
                  <a:pt x="7123" y="2166"/>
                </a:cubicBezTo>
                <a:cubicBezTo>
                  <a:pt x="7123" y="2161"/>
                  <a:pt x="7124" y="2156"/>
                  <a:pt x="7119" y="2155"/>
                </a:cubicBezTo>
                <a:close/>
                <a:moveTo>
                  <a:pt x="472" y="2149"/>
                </a:moveTo>
                <a:cubicBezTo>
                  <a:pt x="471" y="2149"/>
                  <a:pt x="470" y="2149"/>
                  <a:pt x="470" y="2149"/>
                </a:cubicBezTo>
                <a:lnTo>
                  <a:pt x="471" y="2150"/>
                </a:lnTo>
                <a:cubicBezTo>
                  <a:pt x="471" y="2155"/>
                  <a:pt x="471" y="2161"/>
                  <a:pt x="469" y="2166"/>
                </a:cubicBezTo>
                <a:cubicBezTo>
                  <a:pt x="470" y="2166"/>
                  <a:pt x="470" y="2166"/>
                  <a:pt x="471" y="2166"/>
                </a:cubicBezTo>
                <a:cubicBezTo>
                  <a:pt x="478" y="2166"/>
                  <a:pt x="483" y="2160"/>
                  <a:pt x="483" y="2153"/>
                </a:cubicBezTo>
                <a:cubicBezTo>
                  <a:pt x="479" y="2152"/>
                  <a:pt x="477" y="2149"/>
                  <a:pt x="472" y="2149"/>
                </a:cubicBezTo>
                <a:close/>
                <a:moveTo>
                  <a:pt x="7209" y="2141"/>
                </a:moveTo>
                <a:cubicBezTo>
                  <a:pt x="7199" y="2146"/>
                  <a:pt x="7190" y="2150"/>
                  <a:pt x="7186" y="2142"/>
                </a:cubicBezTo>
                <a:cubicBezTo>
                  <a:pt x="7191" y="2155"/>
                  <a:pt x="7177" y="2162"/>
                  <a:pt x="7189" y="2172"/>
                </a:cubicBezTo>
                <a:cubicBezTo>
                  <a:pt x="7194" y="2166"/>
                  <a:pt x="7191" y="2152"/>
                  <a:pt x="7203" y="2155"/>
                </a:cubicBezTo>
                <a:cubicBezTo>
                  <a:pt x="7198" y="2159"/>
                  <a:pt x="7197" y="2172"/>
                  <a:pt x="7206" y="2172"/>
                </a:cubicBezTo>
                <a:cubicBezTo>
                  <a:pt x="7208" y="2169"/>
                  <a:pt x="7210" y="2166"/>
                  <a:pt x="7212" y="2164"/>
                </a:cubicBezTo>
                <a:lnTo>
                  <a:pt x="7221" y="2164"/>
                </a:lnTo>
                <a:lnTo>
                  <a:pt x="7221" y="2157"/>
                </a:lnTo>
                <a:lnTo>
                  <a:pt x="7215" y="2157"/>
                </a:lnTo>
                <a:cubicBezTo>
                  <a:pt x="7217" y="2153"/>
                  <a:pt x="7217" y="2149"/>
                  <a:pt x="7217" y="2145"/>
                </a:cubicBezTo>
                <a:cubicBezTo>
                  <a:pt x="7214" y="2144"/>
                  <a:pt x="7210" y="2145"/>
                  <a:pt x="7210" y="2141"/>
                </a:cubicBezTo>
                <a:lnTo>
                  <a:pt x="7209" y="2141"/>
                </a:lnTo>
                <a:close/>
                <a:moveTo>
                  <a:pt x="759" y="2107"/>
                </a:moveTo>
                <a:cubicBezTo>
                  <a:pt x="752" y="2113"/>
                  <a:pt x="741" y="2114"/>
                  <a:pt x="735" y="2120"/>
                </a:cubicBezTo>
                <a:lnTo>
                  <a:pt x="732" y="2124"/>
                </a:lnTo>
                <a:lnTo>
                  <a:pt x="732" y="2124"/>
                </a:lnTo>
                <a:lnTo>
                  <a:pt x="732" y="2124"/>
                </a:lnTo>
                <a:lnTo>
                  <a:pt x="732" y="2124"/>
                </a:lnTo>
                <a:lnTo>
                  <a:pt x="736" y="2123"/>
                </a:lnTo>
                <a:cubicBezTo>
                  <a:pt x="747" y="2120"/>
                  <a:pt x="759" y="2120"/>
                  <a:pt x="759" y="2107"/>
                </a:cubicBezTo>
                <a:close/>
                <a:moveTo>
                  <a:pt x="7268" y="2056"/>
                </a:moveTo>
                <a:lnTo>
                  <a:pt x="7269" y="2058"/>
                </a:lnTo>
                <a:lnTo>
                  <a:pt x="7267" y="2057"/>
                </a:lnTo>
                <a:lnTo>
                  <a:pt x="7268" y="2056"/>
                </a:lnTo>
                <a:close/>
                <a:moveTo>
                  <a:pt x="7375" y="2054"/>
                </a:moveTo>
                <a:lnTo>
                  <a:pt x="7377" y="2054"/>
                </a:lnTo>
                <a:lnTo>
                  <a:pt x="7375" y="2054"/>
                </a:lnTo>
                <a:lnTo>
                  <a:pt x="7375" y="2054"/>
                </a:lnTo>
                <a:close/>
                <a:moveTo>
                  <a:pt x="7104" y="2051"/>
                </a:moveTo>
                <a:cubicBezTo>
                  <a:pt x="7108" y="2057"/>
                  <a:pt x="7102" y="2072"/>
                  <a:pt x="7113" y="2072"/>
                </a:cubicBezTo>
                <a:cubicBezTo>
                  <a:pt x="7121" y="2071"/>
                  <a:pt x="7115" y="2057"/>
                  <a:pt x="7117" y="2051"/>
                </a:cubicBezTo>
                <a:lnTo>
                  <a:pt x="7104" y="2051"/>
                </a:lnTo>
                <a:close/>
                <a:moveTo>
                  <a:pt x="7399" y="2045"/>
                </a:moveTo>
                <a:cubicBezTo>
                  <a:pt x="7404" y="2045"/>
                  <a:pt x="7407" y="2048"/>
                  <a:pt x="7408" y="2054"/>
                </a:cubicBezTo>
                <a:cubicBezTo>
                  <a:pt x="7394" y="2056"/>
                  <a:pt x="7385" y="2056"/>
                  <a:pt x="7378" y="2054"/>
                </a:cubicBezTo>
                <a:lnTo>
                  <a:pt x="7377" y="2054"/>
                </a:lnTo>
                <a:lnTo>
                  <a:pt x="7377" y="2054"/>
                </a:lnTo>
                <a:cubicBezTo>
                  <a:pt x="7381" y="2049"/>
                  <a:pt x="7392" y="2044"/>
                  <a:pt x="7399" y="2045"/>
                </a:cubicBezTo>
                <a:close/>
                <a:moveTo>
                  <a:pt x="458" y="2040"/>
                </a:moveTo>
                <a:cubicBezTo>
                  <a:pt x="456" y="2040"/>
                  <a:pt x="455" y="2040"/>
                  <a:pt x="453" y="2041"/>
                </a:cubicBezTo>
                <a:cubicBezTo>
                  <a:pt x="459" y="2057"/>
                  <a:pt x="466" y="2054"/>
                  <a:pt x="456" y="2072"/>
                </a:cubicBezTo>
                <a:lnTo>
                  <a:pt x="457" y="2072"/>
                </a:lnTo>
                <a:cubicBezTo>
                  <a:pt x="463" y="2069"/>
                  <a:pt x="471" y="2069"/>
                  <a:pt x="477" y="2072"/>
                </a:cubicBezTo>
                <a:cubicBezTo>
                  <a:pt x="479" y="2061"/>
                  <a:pt x="474" y="2059"/>
                  <a:pt x="474" y="2051"/>
                </a:cubicBezTo>
                <a:cubicBezTo>
                  <a:pt x="459" y="2056"/>
                  <a:pt x="466" y="2040"/>
                  <a:pt x="458" y="2040"/>
                </a:cubicBezTo>
                <a:close/>
                <a:moveTo>
                  <a:pt x="7254" y="2030"/>
                </a:moveTo>
                <a:cubicBezTo>
                  <a:pt x="7249" y="2039"/>
                  <a:pt x="7269" y="2040"/>
                  <a:pt x="7264" y="2030"/>
                </a:cubicBezTo>
                <a:lnTo>
                  <a:pt x="7254" y="2030"/>
                </a:lnTo>
                <a:close/>
                <a:moveTo>
                  <a:pt x="7225" y="2028"/>
                </a:moveTo>
                <a:cubicBezTo>
                  <a:pt x="7219" y="2027"/>
                  <a:pt x="7218" y="2040"/>
                  <a:pt x="7224" y="2039"/>
                </a:cubicBezTo>
                <a:lnTo>
                  <a:pt x="7225" y="2040"/>
                </a:lnTo>
                <a:cubicBezTo>
                  <a:pt x="7225" y="2035"/>
                  <a:pt x="7229" y="2035"/>
                  <a:pt x="7227" y="2029"/>
                </a:cubicBezTo>
                <a:cubicBezTo>
                  <a:pt x="7226" y="2028"/>
                  <a:pt x="7225" y="2028"/>
                  <a:pt x="7225" y="2028"/>
                </a:cubicBezTo>
                <a:close/>
                <a:moveTo>
                  <a:pt x="7281" y="2013"/>
                </a:moveTo>
                <a:cubicBezTo>
                  <a:pt x="7270" y="2012"/>
                  <a:pt x="7272" y="2023"/>
                  <a:pt x="7264" y="2026"/>
                </a:cubicBezTo>
                <a:cubicBezTo>
                  <a:pt x="7272" y="2025"/>
                  <a:pt x="7278" y="2027"/>
                  <a:pt x="7278" y="2033"/>
                </a:cubicBezTo>
                <a:cubicBezTo>
                  <a:pt x="7266" y="2039"/>
                  <a:pt x="7277" y="2050"/>
                  <a:pt x="7269" y="2056"/>
                </a:cubicBezTo>
                <a:lnTo>
                  <a:pt x="7268" y="2056"/>
                </a:lnTo>
                <a:lnTo>
                  <a:pt x="7268" y="2056"/>
                </a:lnTo>
                <a:cubicBezTo>
                  <a:pt x="7262" y="2048"/>
                  <a:pt x="7242" y="2053"/>
                  <a:pt x="7237" y="2043"/>
                </a:cubicBezTo>
                <a:cubicBezTo>
                  <a:pt x="7237" y="2059"/>
                  <a:pt x="7270" y="2049"/>
                  <a:pt x="7257" y="2070"/>
                </a:cubicBezTo>
                <a:cubicBezTo>
                  <a:pt x="7275" y="2065"/>
                  <a:pt x="7293" y="2066"/>
                  <a:pt x="7300" y="2078"/>
                </a:cubicBezTo>
                <a:cubicBezTo>
                  <a:pt x="7302" y="2076"/>
                  <a:pt x="7303" y="2074"/>
                  <a:pt x="7304" y="2071"/>
                </a:cubicBezTo>
                <a:cubicBezTo>
                  <a:pt x="7305" y="2064"/>
                  <a:pt x="7300" y="2058"/>
                  <a:pt x="7294" y="2057"/>
                </a:cubicBezTo>
                <a:cubicBezTo>
                  <a:pt x="7297" y="2069"/>
                  <a:pt x="7280" y="2062"/>
                  <a:pt x="7280" y="2057"/>
                </a:cubicBezTo>
                <a:cubicBezTo>
                  <a:pt x="7281" y="2052"/>
                  <a:pt x="7304" y="2056"/>
                  <a:pt x="7294" y="2050"/>
                </a:cubicBezTo>
                <a:cubicBezTo>
                  <a:pt x="7293" y="2051"/>
                  <a:pt x="7293" y="2050"/>
                  <a:pt x="7292" y="2050"/>
                </a:cubicBezTo>
                <a:cubicBezTo>
                  <a:pt x="7285" y="2050"/>
                  <a:pt x="7280" y="2044"/>
                  <a:pt x="7281" y="2037"/>
                </a:cubicBezTo>
                <a:cubicBezTo>
                  <a:pt x="7284" y="2033"/>
                  <a:pt x="7293" y="2036"/>
                  <a:pt x="7291" y="2027"/>
                </a:cubicBezTo>
                <a:cubicBezTo>
                  <a:pt x="7274" y="2029"/>
                  <a:pt x="7290" y="2020"/>
                  <a:pt x="7281" y="2013"/>
                </a:cubicBezTo>
                <a:close/>
                <a:moveTo>
                  <a:pt x="7219" y="2005"/>
                </a:moveTo>
                <a:lnTo>
                  <a:pt x="7219" y="2012"/>
                </a:lnTo>
                <a:lnTo>
                  <a:pt x="7226" y="2012"/>
                </a:lnTo>
                <a:lnTo>
                  <a:pt x="7226" y="2005"/>
                </a:lnTo>
                <a:lnTo>
                  <a:pt x="7219" y="2005"/>
                </a:lnTo>
                <a:close/>
                <a:moveTo>
                  <a:pt x="7112" y="2003"/>
                </a:moveTo>
                <a:lnTo>
                  <a:pt x="7112" y="2010"/>
                </a:lnTo>
                <a:cubicBezTo>
                  <a:pt x="7116" y="2014"/>
                  <a:pt x="7120" y="2014"/>
                  <a:pt x="7121" y="2007"/>
                </a:cubicBezTo>
                <a:cubicBezTo>
                  <a:pt x="7117" y="2007"/>
                  <a:pt x="7117" y="2003"/>
                  <a:pt x="7112" y="2003"/>
                </a:cubicBezTo>
                <a:close/>
                <a:moveTo>
                  <a:pt x="7199" y="1999"/>
                </a:moveTo>
                <a:cubicBezTo>
                  <a:pt x="7190" y="1999"/>
                  <a:pt x="7186" y="2004"/>
                  <a:pt x="7186" y="2012"/>
                </a:cubicBezTo>
                <a:cubicBezTo>
                  <a:pt x="7195" y="2012"/>
                  <a:pt x="7204" y="2011"/>
                  <a:pt x="7203" y="1999"/>
                </a:cubicBezTo>
                <a:cubicBezTo>
                  <a:pt x="7201" y="1999"/>
                  <a:pt x="7200" y="1998"/>
                  <a:pt x="7199" y="1999"/>
                </a:cubicBezTo>
                <a:close/>
                <a:moveTo>
                  <a:pt x="7146" y="1994"/>
                </a:moveTo>
                <a:cubicBezTo>
                  <a:pt x="7146" y="1994"/>
                  <a:pt x="7145" y="1994"/>
                  <a:pt x="7144" y="1994"/>
                </a:cubicBezTo>
                <a:lnTo>
                  <a:pt x="7146" y="1994"/>
                </a:lnTo>
                <a:cubicBezTo>
                  <a:pt x="7144" y="2007"/>
                  <a:pt x="7155" y="2005"/>
                  <a:pt x="7157" y="1998"/>
                </a:cubicBezTo>
                <a:cubicBezTo>
                  <a:pt x="7153" y="1997"/>
                  <a:pt x="7151" y="1994"/>
                  <a:pt x="7146" y="1994"/>
                </a:cubicBezTo>
                <a:close/>
                <a:moveTo>
                  <a:pt x="7164" y="1988"/>
                </a:moveTo>
                <a:cubicBezTo>
                  <a:pt x="7159" y="1996"/>
                  <a:pt x="7175" y="1998"/>
                  <a:pt x="7174" y="1991"/>
                </a:cubicBezTo>
                <a:lnTo>
                  <a:pt x="7176" y="1991"/>
                </a:lnTo>
                <a:cubicBezTo>
                  <a:pt x="7173" y="1991"/>
                  <a:pt x="7172" y="1991"/>
                  <a:pt x="7171" y="1988"/>
                </a:cubicBezTo>
                <a:lnTo>
                  <a:pt x="7164" y="1988"/>
                </a:lnTo>
                <a:close/>
                <a:moveTo>
                  <a:pt x="7203" y="1967"/>
                </a:moveTo>
                <a:lnTo>
                  <a:pt x="7212" y="1969"/>
                </a:lnTo>
                <a:lnTo>
                  <a:pt x="7212" y="1969"/>
                </a:lnTo>
                <a:lnTo>
                  <a:pt x="7211" y="1969"/>
                </a:lnTo>
                <a:lnTo>
                  <a:pt x="7203" y="1967"/>
                </a:lnTo>
                <a:close/>
                <a:moveTo>
                  <a:pt x="477" y="1960"/>
                </a:moveTo>
                <a:lnTo>
                  <a:pt x="477" y="1970"/>
                </a:lnTo>
                <a:lnTo>
                  <a:pt x="483" y="1970"/>
                </a:lnTo>
                <a:lnTo>
                  <a:pt x="483" y="1960"/>
                </a:lnTo>
                <a:lnTo>
                  <a:pt x="477" y="1960"/>
                </a:lnTo>
                <a:close/>
                <a:moveTo>
                  <a:pt x="7171" y="1956"/>
                </a:moveTo>
                <a:cubicBezTo>
                  <a:pt x="7164" y="1956"/>
                  <a:pt x="7167" y="1965"/>
                  <a:pt x="7160" y="1964"/>
                </a:cubicBezTo>
                <a:lnTo>
                  <a:pt x="7159" y="1964"/>
                </a:lnTo>
                <a:lnTo>
                  <a:pt x="7159" y="1963"/>
                </a:lnTo>
                <a:lnTo>
                  <a:pt x="7158" y="1964"/>
                </a:lnTo>
                <a:lnTo>
                  <a:pt x="7159" y="1964"/>
                </a:lnTo>
                <a:lnTo>
                  <a:pt x="7159" y="1965"/>
                </a:lnTo>
                <a:cubicBezTo>
                  <a:pt x="7159" y="1972"/>
                  <a:pt x="7164" y="1978"/>
                  <a:pt x="7171" y="1978"/>
                </a:cubicBezTo>
                <a:cubicBezTo>
                  <a:pt x="7179" y="1971"/>
                  <a:pt x="7167" y="1964"/>
                  <a:pt x="7175" y="1957"/>
                </a:cubicBezTo>
                <a:cubicBezTo>
                  <a:pt x="7173" y="1957"/>
                  <a:pt x="7172" y="1956"/>
                  <a:pt x="7171" y="1956"/>
                </a:cubicBezTo>
                <a:close/>
                <a:moveTo>
                  <a:pt x="7185" y="1921"/>
                </a:moveTo>
                <a:lnTo>
                  <a:pt x="7184" y="1921"/>
                </a:lnTo>
                <a:cubicBezTo>
                  <a:pt x="7186" y="1942"/>
                  <a:pt x="7188" y="1945"/>
                  <a:pt x="7181" y="1961"/>
                </a:cubicBezTo>
                <a:cubicBezTo>
                  <a:pt x="7187" y="1963"/>
                  <a:pt x="7186" y="1971"/>
                  <a:pt x="7197" y="1968"/>
                </a:cubicBezTo>
                <a:cubicBezTo>
                  <a:pt x="7205" y="1954"/>
                  <a:pt x="7195" y="1941"/>
                  <a:pt x="7198" y="1921"/>
                </a:cubicBezTo>
                <a:lnTo>
                  <a:pt x="7185" y="1921"/>
                </a:lnTo>
                <a:close/>
                <a:moveTo>
                  <a:pt x="447" y="1909"/>
                </a:moveTo>
                <a:lnTo>
                  <a:pt x="448" y="1910"/>
                </a:lnTo>
                <a:cubicBezTo>
                  <a:pt x="442" y="1915"/>
                  <a:pt x="443" y="1929"/>
                  <a:pt x="453" y="1926"/>
                </a:cubicBezTo>
                <a:cubicBezTo>
                  <a:pt x="454" y="1918"/>
                  <a:pt x="454" y="1909"/>
                  <a:pt x="447" y="1909"/>
                </a:cubicBezTo>
                <a:close/>
                <a:moveTo>
                  <a:pt x="7214" y="1892"/>
                </a:moveTo>
                <a:cubicBezTo>
                  <a:pt x="7213" y="1892"/>
                  <a:pt x="7213" y="1893"/>
                  <a:pt x="7212" y="1894"/>
                </a:cubicBezTo>
                <a:lnTo>
                  <a:pt x="7211" y="1894"/>
                </a:lnTo>
                <a:cubicBezTo>
                  <a:pt x="7206" y="1903"/>
                  <a:pt x="7224" y="1906"/>
                  <a:pt x="7215" y="1901"/>
                </a:cubicBezTo>
                <a:cubicBezTo>
                  <a:pt x="7215" y="1897"/>
                  <a:pt x="7215" y="1892"/>
                  <a:pt x="7214" y="1892"/>
                </a:cubicBezTo>
                <a:close/>
                <a:moveTo>
                  <a:pt x="7188" y="1880"/>
                </a:moveTo>
                <a:cubicBezTo>
                  <a:pt x="7183" y="1892"/>
                  <a:pt x="7188" y="1896"/>
                  <a:pt x="7181" y="1907"/>
                </a:cubicBezTo>
                <a:cubicBezTo>
                  <a:pt x="7188" y="1909"/>
                  <a:pt x="7196" y="1908"/>
                  <a:pt x="7202" y="1904"/>
                </a:cubicBezTo>
                <a:cubicBezTo>
                  <a:pt x="7202" y="1895"/>
                  <a:pt x="7204" y="1885"/>
                  <a:pt x="7199" y="1881"/>
                </a:cubicBezTo>
                <a:lnTo>
                  <a:pt x="7189" y="1881"/>
                </a:lnTo>
                <a:lnTo>
                  <a:pt x="7188" y="1880"/>
                </a:lnTo>
                <a:close/>
                <a:moveTo>
                  <a:pt x="7192" y="1860"/>
                </a:moveTo>
                <a:cubicBezTo>
                  <a:pt x="7193" y="1868"/>
                  <a:pt x="7182" y="1863"/>
                  <a:pt x="7183" y="1870"/>
                </a:cubicBezTo>
                <a:cubicBezTo>
                  <a:pt x="7191" y="1869"/>
                  <a:pt x="7190" y="1877"/>
                  <a:pt x="7199" y="1874"/>
                </a:cubicBezTo>
                <a:cubicBezTo>
                  <a:pt x="7200" y="1869"/>
                  <a:pt x="7197" y="1864"/>
                  <a:pt x="7193" y="1860"/>
                </a:cubicBezTo>
                <a:lnTo>
                  <a:pt x="7192" y="1860"/>
                </a:lnTo>
                <a:close/>
                <a:moveTo>
                  <a:pt x="7190" y="1820"/>
                </a:moveTo>
                <a:cubicBezTo>
                  <a:pt x="7192" y="1828"/>
                  <a:pt x="7186" y="1827"/>
                  <a:pt x="7184" y="1831"/>
                </a:cubicBezTo>
                <a:lnTo>
                  <a:pt x="7184" y="1832"/>
                </a:lnTo>
                <a:lnTo>
                  <a:pt x="7183" y="1832"/>
                </a:lnTo>
                <a:lnTo>
                  <a:pt x="7183" y="1833"/>
                </a:lnTo>
                <a:lnTo>
                  <a:pt x="7184" y="1832"/>
                </a:lnTo>
                <a:lnTo>
                  <a:pt x="7187" y="1832"/>
                </a:lnTo>
                <a:cubicBezTo>
                  <a:pt x="7191" y="1833"/>
                  <a:pt x="7196" y="1833"/>
                  <a:pt x="7197" y="1830"/>
                </a:cubicBezTo>
                <a:cubicBezTo>
                  <a:pt x="7190" y="1830"/>
                  <a:pt x="7195" y="1821"/>
                  <a:pt x="7190" y="1820"/>
                </a:cubicBezTo>
                <a:close/>
                <a:moveTo>
                  <a:pt x="7201" y="1807"/>
                </a:moveTo>
                <a:lnTo>
                  <a:pt x="7201" y="1813"/>
                </a:lnTo>
                <a:lnTo>
                  <a:pt x="7206" y="1813"/>
                </a:lnTo>
                <a:lnTo>
                  <a:pt x="7206" y="1807"/>
                </a:lnTo>
                <a:lnTo>
                  <a:pt x="7201" y="1807"/>
                </a:lnTo>
                <a:close/>
                <a:moveTo>
                  <a:pt x="7150" y="1801"/>
                </a:moveTo>
                <a:cubicBezTo>
                  <a:pt x="7144" y="1809"/>
                  <a:pt x="7161" y="1812"/>
                  <a:pt x="7158" y="1805"/>
                </a:cubicBezTo>
                <a:cubicBezTo>
                  <a:pt x="7156" y="1804"/>
                  <a:pt x="7155" y="1804"/>
                  <a:pt x="7155" y="1801"/>
                </a:cubicBezTo>
                <a:lnTo>
                  <a:pt x="7150" y="1801"/>
                </a:lnTo>
                <a:close/>
                <a:moveTo>
                  <a:pt x="7116" y="1790"/>
                </a:moveTo>
                <a:cubicBezTo>
                  <a:pt x="7115" y="1790"/>
                  <a:pt x="7113" y="1790"/>
                  <a:pt x="7112" y="1790"/>
                </a:cubicBezTo>
                <a:lnTo>
                  <a:pt x="7113" y="1790"/>
                </a:lnTo>
                <a:cubicBezTo>
                  <a:pt x="7110" y="1803"/>
                  <a:pt x="7129" y="1804"/>
                  <a:pt x="7128" y="1794"/>
                </a:cubicBezTo>
                <a:cubicBezTo>
                  <a:pt x="7125" y="1791"/>
                  <a:pt x="7120" y="1790"/>
                  <a:pt x="7116" y="1790"/>
                </a:cubicBezTo>
                <a:close/>
                <a:moveTo>
                  <a:pt x="7232" y="1763"/>
                </a:moveTo>
                <a:cubicBezTo>
                  <a:pt x="7231" y="1770"/>
                  <a:pt x="7219" y="1766"/>
                  <a:pt x="7218" y="1773"/>
                </a:cubicBezTo>
                <a:lnTo>
                  <a:pt x="7235" y="1773"/>
                </a:lnTo>
                <a:cubicBezTo>
                  <a:pt x="7235" y="1769"/>
                  <a:pt x="7236" y="1763"/>
                  <a:pt x="7232" y="1763"/>
                </a:cubicBezTo>
                <a:close/>
                <a:moveTo>
                  <a:pt x="736" y="1754"/>
                </a:moveTo>
                <a:cubicBezTo>
                  <a:pt x="734" y="1767"/>
                  <a:pt x="737" y="1775"/>
                  <a:pt x="746" y="1778"/>
                </a:cubicBezTo>
                <a:cubicBezTo>
                  <a:pt x="752" y="1768"/>
                  <a:pt x="751" y="1767"/>
                  <a:pt x="749" y="1754"/>
                </a:cubicBezTo>
                <a:lnTo>
                  <a:pt x="736" y="1754"/>
                </a:lnTo>
                <a:close/>
                <a:moveTo>
                  <a:pt x="7199" y="1746"/>
                </a:moveTo>
                <a:cubicBezTo>
                  <a:pt x="7197" y="1746"/>
                  <a:pt x="7196" y="1747"/>
                  <a:pt x="7195" y="1752"/>
                </a:cubicBezTo>
                <a:cubicBezTo>
                  <a:pt x="7201" y="1750"/>
                  <a:pt x="7216" y="1756"/>
                  <a:pt x="7216" y="1749"/>
                </a:cubicBezTo>
                <a:lnTo>
                  <a:pt x="7215" y="1749"/>
                </a:lnTo>
                <a:cubicBezTo>
                  <a:pt x="7207" y="1750"/>
                  <a:pt x="7202" y="1746"/>
                  <a:pt x="7199" y="1746"/>
                </a:cubicBezTo>
                <a:close/>
                <a:moveTo>
                  <a:pt x="580" y="1744"/>
                </a:moveTo>
                <a:cubicBezTo>
                  <a:pt x="565" y="1744"/>
                  <a:pt x="581" y="1759"/>
                  <a:pt x="583" y="1744"/>
                </a:cubicBezTo>
                <a:cubicBezTo>
                  <a:pt x="582" y="1744"/>
                  <a:pt x="581" y="1744"/>
                  <a:pt x="580" y="1744"/>
                </a:cubicBezTo>
                <a:close/>
                <a:moveTo>
                  <a:pt x="7116" y="1728"/>
                </a:moveTo>
                <a:cubicBezTo>
                  <a:pt x="7116" y="1728"/>
                  <a:pt x="7123" y="1729"/>
                  <a:pt x="7125" y="1730"/>
                </a:cubicBezTo>
                <a:cubicBezTo>
                  <a:pt x="7118" y="1728"/>
                  <a:pt x="7116" y="1728"/>
                  <a:pt x="7116" y="1728"/>
                </a:cubicBezTo>
                <a:close/>
                <a:moveTo>
                  <a:pt x="7178" y="1718"/>
                </a:moveTo>
                <a:cubicBezTo>
                  <a:pt x="7178" y="1728"/>
                  <a:pt x="7174" y="1736"/>
                  <a:pt x="7158" y="1738"/>
                </a:cubicBezTo>
                <a:cubicBezTo>
                  <a:pt x="7161" y="1749"/>
                  <a:pt x="7155" y="1751"/>
                  <a:pt x="7151" y="1755"/>
                </a:cubicBezTo>
                <a:cubicBezTo>
                  <a:pt x="7173" y="1755"/>
                  <a:pt x="7171" y="1778"/>
                  <a:pt x="7181" y="1789"/>
                </a:cubicBezTo>
                <a:cubicBezTo>
                  <a:pt x="7176" y="1784"/>
                  <a:pt x="7166" y="1785"/>
                  <a:pt x="7167" y="1796"/>
                </a:cubicBezTo>
                <a:cubicBezTo>
                  <a:pt x="7176" y="1794"/>
                  <a:pt x="7185" y="1794"/>
                  <a:pt x="7194" y="1796"/>
                </a:cubicBezTo>
                <a:cubicBezTo>
                  <a:pt x="7181" y="1779"/>
                  <a:pt x="7195" y="1773"/>
                  <a:pt x="7205" y="1762"/>
                </a:cubicBezTo>
                <a:cubicBezTo>
                  <a:pt x="7193" y="1763"/>
                  <a:pt x="7185" y="1760"/>
                  <a:pt x="7182" y="1752"/>
                </a:cubicBezTo>
                <a:cubicBezTo>
                  <a:pt x="7186" y="1744"/>
                  <a:pt x="7194" y="1739"/>
                  <a:pt x="7202" y="1738"/>
                </a:cubicBezTo>
                <a:cubicBezTo>
                  <a:pt x="7202" y="1724"/>
                  <a:pt x="7194" y="1718"/>
                  <a:pt x="7179" y="1718"/>
                </a:cubicBezTo>
                <a:lnTo>
                  <a:pt x="7178" y="1718"/>
                </a:lnTo>
                <a:close/>
                <a:moveTo>
                  <a:pt x="587" y="1714"/>
                </a:moveTo>
                <a:cubicBezTo>
                  <a:pt x="576" y="1713"/>
                  <a:pt x="577" y="1729"/>
                  <a:pt x="583" y="1735"/>
                </a:cubicBezTo>
                <a:cubicBezTo>
                  <a:pt x="596" y="1737"/>
                  <a:pt x="595" y="1719"/>
                  <a:pt x="590" y="1714"/>
                </a:cubicBezTo>
                <a:lnTo>
                  <a:pt x="589" y="1714"/>
                </a:lnTo>
                <a:cubicBezTo>
                  <a:pt x="588" y="1714"/>
                  <a:pt x="587" y="1714"/>
                  <a:pt x="587" y="1714"/>
                </a:cubicBezTo>
                <a:close/>
                <a:moveTo>
                  <a:pt x="7243" y="1702"/>
                </a:moveTo>
                <a:cubicBezTo>
                  <a:pt x="7242" y="1721"/>
                  <a:pt x="7218" y="1715"/>
                  <a:pt x="7213" y="1729"/>
                </a:cubicBezTo>
                <a:cubicBezTo>
                  <a:pt x="7222" y="1729"/>
                  <a:pt x="7227" y="1736"/>
                  <a:pt x="7236" y="1736"/>
                </a:cubicBezTo>
                <a:cubicBezTo>
                  <a:pt x="7236" y="1731"/>
                  <a:pt x="7236" y="1724"/>
                  <a:pt x="7243" y="1726"/>
                </a:cubicBezTo>
                <a:cubicBezTo>
                  <a:pt x="7240" y="1740"/>
                  <a:pt x="7252" y="1740"/>
                  <a:pt x="7256" y="1747"/>
                </a:cubicBezTo>
                <a:cubicBezTo>
                  <a:pt x="7250" y="1745"/>
                  <a:pt x="7244" y="1747"/>
                  <a:pt x="7239" y="1750"/>
                </a:cubicBezTo>
                <a:cubicBezTo>
                  <a:pt x="7247" y="1774"/>
                  <a:pt x="7247" y="1800"/>
                  <a:pt x="7241" y="1824"/>
                </a:cubicBezTo>
                <a:cubicBezTo>
                  <a:pt x="7244" y="1821"/>
                  <a:pt x="7242" y="1812"/>
                  <a:pt x="7251" y="1814"/>
                </a:cubicBezTo>
                <a:cubicBezTo>
                  <a:pt x="7250" y="1822"/>
                  <a:pt x="7248" y="1830"/>
                  <a:pt x="7237" y="1827"/>
                </a:cubicBezTo>
                <a:cubicBezTo>
                  <a:pt x="7242" y="1843"/>
                  <a:pt x="7273" y="1831"/>
                  <a:pt x="7278" y="1822"/>
                </a:cubicBezTo>
                <a:cubicBezTo>
                  <a:pt x="7273" y="1815"/>
                  <a:pt x="7263" y="1827"/>
                  <a:pt x="7261" y="1815"/>
                </a:cubicBezTo>
                <a:lnTo>
                  <a:pt x="7274" y="1815"/>
                </a:lnTo>
                <a:cubicBezTo>
                  <a:pt x="7274" y="1789"/>
                  <a:pt x="7260" y="1770"/>
                  <a:pt x="7276" y="1754"/>
                </a:cubicBezTo>
                <a:cubicBezTo>
                  <a:pt x="7265" y="1751"/>
                  <a:pt x="7261" y="1741"/>
                  <a:pt x="7256" y="1733"/>
                </a:cubicBezTo>
                <a:cubicBezTo>
                  <a:pt x="7261" y="1730"/>
                  <a:pt x="7266" y="1727"/>
                  <a:pt x="7270" y="1723"/>
                </a:cubicBezTo>
                <a:cubicBezTo>
                  <a:pt x="7266" y="1711"/>
                  <a:pt x="7250" y="1711"/>
                  <a:pt x="7244" y="1702"/>
                </a:cubicBezTo>
                <a:lnTo>
                  <a:pt x="7243" y="1702"/>
                </a:lnTo>
                <a:close/>
                <a:moveTo>
                  <a:pt x="576" y="1691"/>
                </a:moveTo>
                <a:cubicBezTo>
                  <a:pt x="575" y="1691"/>
                  <a:pt x="574" y="1691"/>
                  <a:pt x="573" y="1691"/>
                </a:cubicBezTo>
                <a:lnTo>
                  <a:pt x="573" y="1703"/>
                </a:lnTo>
                <a:lnTo>
                  <a:pt x="572" y="1704"/>
                </a:lnTo>
                <a:cubicBezTo>
                  <a:pt x="574" y="1705"/>
                  <a:pt x="577" y="1705"/>
                  <a:pt x="579" y="1704"/>
                </a:cubicBezTo>
                <a:cubicBezTo>
                  <a:pt x="583" y="1703"/>
                  <a:pt x="584" y="1698"/>
                  <a:pt x="583" y="1695"/>
                </a:cubicBezTo>
                <a:cubicBezTo>
                  <a:pt x="582" y="1692"/>
                  <a:pt x="579" y="1691"/>
                  <a:pt x="576" y="1691"/>
                </a:cubicBezTo>
                <a:close/>
                <a:moveTo>
                  <a:pt x="708" y="1674"/>
                </a:moveTo>
                <a:cubicBezTo>
                  <a:pt x="705" y="1674"/>
                  <a:pt x="706" y="1688"/>
                  <a:pt x="712" y="1680"/>
                </a:cubicBezTo>
                <a:cubicBezTo>
                  <a:pt x="710" y="1675"/>
                  <a:pt x="709" y="1674"/>
                  <a:pt x="708" y="1674"/>
                </a:cubicBezTo>
                <a:close/>
                <a:moveTo>
                  <a:pt x="625" y="1662"/>
                </a:moveTo>
                <a:lnTo>
                  <a:pt x="626" y="1663"/>
                </a:lnTo>
                <a:cubicBezTo>
                  <a:pt x="627" y="1668"/>
                  <a:pt x="625" y="1676"/>
                  <a:pt x="629" y="1675"/>
                </a:cubicBezTo>
                <a:cubicBezTo>
                  <a:pt x="630" y="1672"/>
                  <a:pt x="632" y="1672"/>
                  <a:pt x="636" y="1672"/>
                </a:cubicBezTo>
                <a:cubicBezTo>
                  <a:pt x="636" y="1670"/>
                  <a:pt x="636" y="1667"/>
                  <a:pt x="636" y="1665"/>
                </a:cubicBezTo>
                <a:cubicBezTo>
                  <a:pt x="632" y="1665"/>
                  <a:pt x="628" y="1664"/>
                  <a:pt x="625" y="1662"/>
                </a:cubicBezTo>
                <a:close/>
                <a:moveTo>
                  <a:pt x="558" y="1637"/>
                </a:moveTo>
                <a:cubicBezTo>
                  <a:pt x="557" y="1637"/>
                  <a:pt x="556" y="1638"/>
                  <a:pt x="555" y="1638"/>
                </a:cubicBezTo>
                <a:lnTo>
                  <a:pt x="556" y="1640"/>
                </a:lnTo>
                <a:cubicBezTo>
                  <a:pt x="552" y="1653"/>
                  <a:pt x="554" y="1667"/>
                  <a:pt x="561" y="1678"/>
                </a:cubicBezTo>
                <a:cubicBezTo>
                  <a:pt x="568" y="1680"/>
                  <a:pt x="575" y="1679"/>
                  <a:pt x="582" y="1675"/>
                </a:cubicBezTo>
                <a:lnTo>
                  <a:pt x="582" y="1665"/>
                </a:lnTo>
                <a:cubicBezTo>
                  <a:pt x="572" y="1660"/>
                  <a:pt x="569" y="1669"/>
                  <a:pt x="565" y="1658"/>
                </a:cubicBezTo>
                <a:cubicBezTo>
                  <a:pt x="569" y="1654"/>
                  <a:pt x="574" y="1652"/>
                  <a:pt x="572" y="1641"/>
                </a:cubicBezTo>
                <a:cubicBezTo>
                  <a:pt x="565" y="1643"/>
                  <a:pt x="564" y="1637"/>
                  <a:pt x="558" y="1637"/>
                </a:cubicBezTo>
                <a:close/>
                <a:moveTo>
                  <a:pt x="399" y="1632"/>
                </a:moveTo>
                <a:cubicBezTo>
                  <a:pt x="402" y="1647"/>
                  <a:pt x="388" y="1646"/>
                  <a:pt x="386" y="1656"/>
                </a:cubicBezTo>
                <a:cubicBezTo>
                  <a:pt x="399" y="1653"/>
                  <a:pt x="386" y="1679"/>
                  <a:pt x="399" y="1677"/>
                </a:cubicBezTo>
                <a:lnTo>
                  <a:pt x="398" y="1676"/>
                </a:lnTo>
                <a:cubicBezTo>
                  <a:pt x="400" y="1662"/>
                  <a:pt x="405" y="1648"/>
                  <a:pt x="412" y="1635"/>
                </a:cubicBezTo>
                <a:cubicBezTo>
                  <a:pt x="406" y="1636"/>
                  <a:pt x="405" y="1632"/>
                  <a:pt x="399" y="1632"/>
                </a:cubicBezTo>
                <a:close/>
                <a:moveTo>
                  <a:pt x="7269" y="1628"/>
                </a:moveTo>
                <a:cubicBezTo>
                  <a:pt x="7269" y="1632"/>
                  <a:pt x="7269" y="1635"/>
                  <a:pt x="7269" y="1639"/>
                </a:cubicBezTo>
                <a:lnTo>
                  <a:pt x="7275" y="1639"/>
                </a:lnTo>
                <a:lnTo>
                  <a:pt x="7275" y="1628"/>
                </a:lnTo>
                <a:lnTo>
                  <a:pt x="7269" y="1628"/>
                </a:lnTo>
                <a:close/>
                <a:moveTo>
                  <a:pt x="624" y="1624"/>
                </a:moveTo>
                <a:cubicBezTo>
                  <a:pt x="633" y="1637"/>
                  <a:pt x="636" y="1642"/>
                  <a:pt x="624" y="1654"/>
                </a:cubicBezTo>
                <a:cubicBezTo>
                  <a:pt x="639" y="1650"/>
                  <a:pt x="637" y="1664"/>
                  <a:pt x="651" y="1661"/>
                </a:cubicBezTo>
                <a:cubicBezTo>
                  <a:pt x="652" y="1655"/>
                  <a:pt x="646" y="1653"/>
                  <a:pt x="651" y="1651"/>
                </a:cubicBezTo>
                <a:cubicBezTo>
                  <a:pt x="657" y="1657"/>
                  <a:pt x="666" y="1658"/>
                  <a:pt x="664" y="1672"/>
                </a:cubicBezTo>
                <a:cubicBezTo>
                  <a:pt x="656" y="1677"/>
                  <a:pt x="639" y="1672"/>
                  <a:pt x="637" y="1682"/>
                </a:cubicBezTo>
                <a:cubicBezTo>
                  <a:pt x="644" y="1684"/>
                  <a:pt x="658" y="1678"/>
                  <a:pt x="658" y="1686"/>
                </a:cubicBezTo>
                <a:cubicBezTo>
                  <a:pt x="649" y="1696"/>
                  <a:pt x="631" y="1732"/>
                  <a:pt x="621" y="1709"/>
                </a:cubicBezTo>
                <a:cubicBezTo>
                  <a:pt x="623" y="1717"/>
                  <a:pt x="617" y="1734"/>
                  <a:pt x="624" y="1736"/>
                </a:cubicBezTo>
                <a:cubicBezTo>
                  <a:pt x="625" y="1732"/>
                  <a:pt x="624" y="1726"/>
                  <a:pt x="628" y="1726"/>
                </a:cubicBezTo>
                <a:cubicBezTo>
                  <a:pt x="628" y="1732"/>
                  <a:pt x="638" y="1728"/>
                  <a:pt x="638" y="1733"/>
                </a:cubicBezTo>
                <a:cubicBezTo>
                  <a:pt x="632" y="1750"/>
                  <a:pt x="638" y="1778"/>
                  <a:pt x="614" y="1777"/>
                </a:cubicBezTo>
                <a:cubicBezTo>
                  <a:pt x="612" y="1769"/>
                  <a:pt x="598" y="1755"/>
                  <a:pt x="591" y="1763"/>
                </a:cubicBezTo>
                <a:cubicBezTo>
                  <a:pt x="601" y="1760"/>
                  <a:pt x="597" y="1771"/>
                  <a:pt x="597" y="1777"/>
                </a:cubicBezTo>
                <a:cubicBezTo>
                  <a:pt x="607" y="1777"/>
                  <a:pt x="617" y="1780"/>
                  <a:pt x="624" y="1787"/>
                </a:cubicBezTo>
                <a:cubicBezTo>
                  <a:pt x="613" y="1788"/>
                  <a:pt x="616" y="1800"/>
                  <a:pt x="614" y="1804"/>
                </a:cubicBezTo>
                <a:cubicBezTo>
                  <a:pt x="600" y="1804"/>
                  <a:pt x="586" y="1808"/>
                  <a:pt x="574" y="1814"/>
                </a:cubicBezTo>
                <a:cubicBezTo>
                  <a:pt x="575" y="1815"/>
                  <a:pt x="575" y="1817"/>
                  <a:pt x="576" y="1819"/>
                </a:cubicBezTo>
                <a:cubicBezTo>
                  <a:pt x="578" y="1830"/>
                  <a:pt x="571" y="1842"/>
                  <a:pt x="560" y="1844"/>
                </a:cubicBezTo>
                <a:cubicBezTo>
                  <a:pt x="584" y="1857"/>
                  <a:pt x="579" y="1889"/>
                  <a:pt x="587" y="1905"/>
                </a:cubicBezTo>
                <a:cubicBezTo>
                  <a:pt x="599" y="1905"/>
                  <a:pt x="604" y="1896"/>
                  <a:pt x="608" y="1909"/>
                </a:cubicBezTo>
                <a:cubicBezTo>
                  <a:pt x="611" y="1921"/>
                  <a:pt x="601" y="1919"/>
                  <a:pt x="598" y="1925"/>
                </a:cubicBezTo>
                <a:cubicBezTo>
                  <a:pt x="613" y="1919"/>
                  <a:pt x="609" y="1950"/>
                  <a:pt x="604" y="1952"/>
                </a:cubicBezTo>
                <a:cubicBezTo>
                  <a:pt x="592" y="1958"/>
                  <a:pt x="602" y="1941"/>
                  <a:pt x="594" y="1942"/>
                </a:cubicBezTo>
                <a:cubicBezTo>
                  <a:pt x="593" y="1949"/>
                  <a:pt x="587" y="1951"/>
                  <a:pt x="584" y="1956"/>
                </a:cubicBezTo>
                <a:lnTo>
                  <a:pt x="585" y="1957"/>
                </a:lnTo>
                <a:cubicBezTo>
                  <a:pt x="591" y="1961"/>
                  <a:pt x="590" y="1970"/>
                  <a:pt x="596" y="1969"/>
                </a:cubicBezTo>
                <a:cubicBezTo>
                  <a:pt x="596" y="1963"/>
                  <a:pt x="595" y="1957"/>
                  <a:pt x="602" y="1958"/>
                </a:cubicBezTo>
                <a:cubicBezTo>
                  <a:pt x="609" y="1964"/>
                  <a:pt x="619" y="1968"/>
                  <a:pt x="623" y="1975"/>
                </a:cubicBezTo>
                <a:cubicBezTo>
                  <a:pt x="624" y="1984"/>
                  <a:pt x="623" y="1994"/>
                  <a:pt x="620" y="2002"/>
                </a:cubicBezTo>
                <a:cubicBezTo>
                  <a:pt x="624" y="2012"/>
                  <a:pt x="636" y="2015"/>
                  <a:pt x="636" y="2029"/>
                </a:cubicBezTo>
                <a:cubicBezTo>
                  <a:pt x="646" y="2029"/>
                  <a:pt x="655" y="2029"/>
                  <a:pt x="653" y="2040"/>
                </a:cubicBezTo>
                <a:cubicBezTo>
                  <a:pt x="650" y="2040"/>
                  <a:pt x="646" y="2025"/>
                  <a:pt x="643" y="2036"/>
                </a:cubicBezTo>
                <a:cubicBezTo>
                  <a:pt x="656" y="2035"/>
                  <a:pt x="644" y="2057"/>
                  <a:pt x="653" y="2060"/>
                </a:cubicBezTo>
                <a:cubicBezTo>
                  <a:pt x="654" y="2055"/>
                  <a:pt x="659" y="2053"/>
                  <a:pt x="663" y="2053"/>
                </a:cubicBezTo>
                <a:cubicBezTo>
                  <a:pt x="668" y="2056"/>
                  <a:pt x="673" y="2059"/>
                  <a:pt x="677" y="2063"/>
                </a:cubicBezTo>
                <a:cubicBezTo>
                  <a:pt x="666" y="2062"/>
                  <a:pt x="661" y="2066"/>
                  <a:pt x="663" y="2077"/>
                </a:cubicBezTo>
                <a:cubicBezTo>
                  <a:pt x="672" y="2082"/>
                  <a:pt x="690" y="2079"/>
                  <a:pt x="693" y="2090"/>
                </a:cubicBezTo>
                <a:cubicBezTo>
                  <a:pt x="684" y="2110"/>
                  <a:pt x="676" y="2130"/>
                  <a:pt x="666" y="2148"/>
                </a:cubicBezTo>
                <a:cubicBezTo>
                  <a:pt x="687" y="2145"/>
                  <a:pt x="696" y="2154"/>
                  <a:pt x="713" y="2141"/>
                </a:cubicBezTo>
                <a:cubicBezTo>
                  <a:pt x="706" y="2139"/>
                  <a:pt x="691" y="2145"/>
                  <a:pt x="690" y="2138"/>
                </a:cubicBezTo>
                <a:cubicBezTo>
                  <a:pt x="714" y="2145"/>
                  <a:pt x="696" y="2117"/>
                  <a:pt x="703" y="2114"/>
                </a:cubicBezTo>
                <a:cubicBezTo>
                  <a:pt x="709" y="2121"/>
                  <a:pt x="712" y="2131"/>
                  <a:pt x="720" y="2135"/>
                </a:cubicBezTo>
                <a:cubicBezTo>
                  <a:pt x="720" y="2129"/>
                  <a:pt x="730" y="2133"/>
                  <a:pt x="730" y="2125"/>
                </a:cubicBezTo>
                <a:cubicBezTo>
                  <a:pt x="724" y="2117"/>
                  <a:pt x="712" y="2116"/>
                  <a:pt x="703" y="2112"/>
                </a:cubicBezTo>
                <a:cubicBezTo>
                  <a:pt x="722" y="2107"/>
                  <a:pt x="721" y="2089"/>
                  <a:pt x="745" y="2098"/>
                </a:cubicBezTo>
                <a:cubicBezTo>
                  <a:pt x="746" y="2087"/>
                  <a:pt x="758" y="2086"/>
                  <a:pt x="758" y="2074"/>
                </a:cubicBezTo>
                <a:cubicBezTo>
                  <a:pt x="754" y="2069"/>
                  <a:pt x="748" y="2067"/>
                  <a:pt x="748" y="2057"/>
                </a:cubicBezTo>
                <a:cubicBezTo>
                  <a:pt x="759" y="2049"/>
                  <a:pt x="767" y="2028"/>
                  <a:pt x="748" y="2024"/>
                </a:cubicBezTo>
                <a:cubicBezTo>
                  <a:pt x="744" y="2009"/>
                  <a:pt x="757" y="2013"/>
                  <a:pt x="761" y="2007"/>
                </a:cubicBezTo>
                <a:cubicBezTo>
                  <a:pt x="736" y="2003"/>
                  <a:pt x="748" y="1958"/>
                  <a:pt x="751" y="1946"/>
                </a:cubicBezTo>
                <a:cubicBezTo>
                  <a:pt x="746" y="1932"/>
                  <a:pt x="736" y="1923"/>
                  <a:pt x="731" y="1909"/>
                </a:cubicBezTo>
                <a:cubicBezTo>
                  <a:pt x="739" y="1900"/>
                  <a:pt x="742" y="1894"/>
                  <a:pt x="738" y="1885"/>
                </a:cubicBezTo>
                <a:cubicBezTo>
                  <a:pt x="727" y="1881"/>
                  <a:pt x="735" y="1896"/>
                  <a:pt x="724" y="1892"/>
                </a:cubicBezTo>
                <a:cubicBezTo>
                  <a:pt x="724" y="1887"/>
                  <a:pt x="721" y="1887"/>
                  <a:pt x="721" y="1882"/>
                </a:cubicBezTo>
                <a:cubicBezTo>
                  <a:pt x="727" y="1877"/>
                  <a:pt x="734" y="1875"/>
                  <a:pt x="731" y="1861"/>
                </a:cubicBezTo>
                <a:cubicBezTo>
                  <a:pt x="740" y="1861"/>
                  <a:pt x="738" y="1866"/>
                  <a:pt x="744" y="1861"/>
                </a:cubicBezTo>
                <a:cubicBezTo>
                  <a:pt x="741" y="1851"/>
                  <a:pt x="749" y="1852"/>
                  <a:pt x="748" y="1844"/>
                </a:cubicBezTo>
                <a:cubicBezTo>
                  <a:pt x="738" y="1842"/>
                  <a:pt x="729" y="1840"/>
                  <a:pt x="731" y="1827"/>
                </a:cubicBezTo>
                <a:cubicBezTo>
                  <a:pt x="769" y="1816"/>
                  <a:pt x="729" y="1781"/>
                  <a:pt x="724" y="1763"/>
                </a:cubicBezTo>
                <a:cubicBezTo>
                  <a:pt x="737" y="1765"/>
                  <a:pt x="731" y="1742"/>
                  <a:pt x="728" y="1739"/>
                </a:cubicBezTo>
                <a:cubicBezTo>
                  <a:pt x="716" y="1736"/>
                  <a:pt x="713" y="1746"/>
                  <a:pt x="707" y="1739"/>
                </a:cubicBezTo>
                <a:cubicBezTo>
                  <a:pt x="713" y="1726"/>
                  <a:pt x="719" y="1713"/>
                  <a:pt x="724" y="1699"/>
                </a:cubicBezTo>
                <a:cubicBezTo>
                  <a:pt x="711" y="1695"/>
                  <a:pt x="718" y="1713"/>
                  <a:pt x="711" y="1715"/>
                </a:cubicBezTo>
                <a:cubicBezTo>
                  <a:pt x="707" y="1715"/>
                  <a:pt x="706" y="1719"/>
                  <a:pt x="704" y="1719"/>
                </a:cubicBezTo>
                <a:cubicBezTo>
                  <a:pt x="704" y="1710"/>
                  <a:pt x="695" y="1710"/>
                  <a:pt x="690" y="1705"/>
                </a:cubicBezTo>
                <a:cubicBezTo>
                  <a:pt x="712" y="1696"/>
                  <a:pt x="691" y="1674"/>
                  <a:pt x="694" y="1655"/>
                </a:cubicBezTo>
                <a:cubicBezTo>
                  <a:pt x="669" y="1645"/>
                  <a:pt x="654" y="1627"/>
                  <a:pt x="624" y="1624"/>
                </a:cubicBezTo>
                <a:close/>
                <a:moveTo>
                  <a:pt x="7112" y="1609"/>
                </a:moveTo>
                <a:cubicBezTo>
                  <a:pt x="7109" y="1609"/>
                  <a:pt x="7107" y="1611"/>
                  <a:pt x="7105" y="1615"/>
                </a:cubicBezTo>
                <a:cubicBezTo>
                  <a:pt x="7118" y="1613"/>
                  <a:pt x="7128" y="1626"/>
                  <a:pt x="7132" y="1613"/>
                </a:cubicBezTo>
                <a:lnTo>
                  <a:pt x="7131" y="1612"/>
                </a:lnTo>
                <a:cubicBezTo>
                  <a:pt x="7122" y="1612"/>
                  <a:pt x="7116" y="1609"/>
                  <a:pt x="7112" y="1609"/>
                </a:cubicBezTo>
                <a:close/>
                <a:moveTo>
                  <a:pt x="7195" y="1603"/>
                </a:moveTo>
                <a:cubicBezTo>
                  <a:pt x="7183" y="1614"/>
                  <a:pt x="7165" y="1598"/>
                  <a:pt x="7158" y="1616"/>
                </a:cubicBezTo>
                <a:cubicBezTo>
                  <a:pt x="7167" y="1624"/>
                  <a:pt x="7181" y="1616"/>
                  <a:pt x="7192" y="1616"/>
                </a:cubicBezTo>
                <a:cubicBezTo>
                  <a:pt x="7191" y="1610"/>
                  <a:pt x="7195" y="1609"/>
                  <a:pt x="7195" y="1603"/>
                </a:cubicBezTo>
                <a:lnTo>
                  <a:pt x="7195" y="1603"/>
                </a:lnTo>
                <a:close/>
                <a:moveTo>
                  <a:pt x="7114" y="1591"/>
                </a:moveTo>
                <a:cubicBezTo>
                  <a:pt x="7114" y="1595"/>
                  <a:pt x="7110" y="1595"/>
                  <a:pt x="7112" y="1602"/>
                </a:cubicBezTo>
                <a:cubicBezTo>
                  <a:pt x="7116" y="1602"/>
                  <a:pt x="7121" y="1600"/>
                  <a:pt x="7122" y="1595"/>
                </a:cubicBezTo>
                <a:cubicBezTo>
                  <a:pt x="7119" y="1595"/>
                  <a:pt x="7118" y="1592"/>
                  <a:pt x="7116" y="1592"/>
                </a:cubicBezTo>
                <a:lnTo>
                  <a:pt x="7114" y="1591"/>
                </a:lnTo>
                <a:close/>
                <a:moveTo>
                  <a:pt x="624" y="1590"/>
                </a:moveTo>
                <a:cubicBezTo>
                  <a:pt x="613" y="1591"/>
                  <a:pt x="617" y="1608"/>
                  <a:pt x="600" y="1603"/>
                </a:cubicBezTo>
                <a:cubicBezTo>
                  <a:pt x="604" y="1614"/>
                  <a:pt x="595" y="1611"/>
                  <a:pt x="593" y="1617"/>
                </a:cubicBezTo>
                <a:cubicBezTo>
                  <a:pt x="600" y="1616"/>
                  <a:pt x="600" y="1621"/>
                  <a:pt x="603" y="1623"/>
                </a:cubicBezTo>
                <a:cubicBezTo>
                  <a:pt x="610" y="1616"/>
                  <a:pt x="614" y="1606"/>
                  <a:pt x="624" y="1603"/>
                </a:cubicBezTo>
                <a:cubicBezTo>
                  <a:pt x="629" y="1603"/>
                  <a:pt x="627" y="1611"/>
                  <a:pt x="627" y="1616"/>
                </a:cubicBezTo>
                <a:cubicBezTo>
                  <a:pt x="639" y="1609"/>
                  <a:pt x="655" y="1610"/>
                  <a:pt x="658" y="1603"/>
                </a:cubicBezTo>
                <a:cubicBezTo>
                  <a:pt x="645" y="1598"/>
                  <a:pt x="639" y="1589"/>
                  <a:pt x="624" y="1590"/>
                </a:cubicBezTo>
                <a:close/>
                <a:moveTo>
                  <a:pt x="7089" y="1583"/>
                </a:moveTo>
                <a:cubicBezTo>
                  <a:pt x="7084" y="1584"/>
                  <a:pt x="7083" y="1587"/>
                  <a:pt x="7078" y="1588"/>
                </a:cubicBezTo>
                <a:cubicBezTo>
                  <a:pt x="7076" y="1598"/>
                  <a:pt x="7086" y="1597"/>
                  <a:pt x="7091" y="1601"/>
                </a:cubicBezTo>
                <a:cubicBezTo>
                  <a:pt x="7095" y="1597"/>
                  <a:pt x="7095" y="1589"/>
                  <a:pt x="7091" y="1584"/>
                </a:cubicBezTo>
                <a:lnTo>
                  <a:pt x="7091" y="1584"/>
                </a:lnTo>
                <a:cubicBezTo>
                  <a:pt x="7090" y="1583"/>
                  <a:pt x="7090" y="1583"/>
                  <a:pt x="7089" y="1583"/>
                </a:cubicBezTo>
                <a:close/>
                <a:moveTo>
                  <a:pt x="7149" y="1561"/>
                </a:moveTo>
                <a:cubicBezTo>
                  <a:pt x="7147" y="1571"/>
                  <a:pt x="7159" y="1566"/>
                  <a:pt x="7156" y="1576"/>
                </a:cubicBezTo>
                <a:lnTo>
                  <a:pt x="7156" y="1578"/>
                </a:lnTo>
                <a:lnTo>
                  <a:pt x="7155" y="1578"/>
                </a:lnTo>
                <a:lnTo>
                  <a:pt x="7156" y="1578"/>
                </a:lnTo>
                <a:lnTo>
                  <a:pt x="7156" y="1578"/>
                </a:lnTo>
                <a:lnTo>
                  <a:pt x="7162" y="1578"/>
                </a:lnTo>
                <a:cubicBezTo>
                  <a:pt x="7169" y="1577"/>
                  <a:pt x="7173" y="1574"/>
                  <a:pt x="7173" y="1565"/>
                </a:cubicBezTo>
                <a:cubicBezTo>
                  <a:pt x="7166" y="1561"/>
                  <a:pt x="7159" y="1567"/>
                  <a:pt x="7149" y="1561"/>
                </a:cubicBezTo>
                <a:close/>
                <a:moveTo>
                  <a:pt x="7249" y="1557"/>
                </a:moveTo>
                <a:cubicBezTo>
                  <a:pt x="7244" y="1566"/>
                  <a:pt x="7223" y="1559"/>
                  <a:pt x="7223" y="1574"/>
                </a:cubicBezTo>
                <a:cubicBezTo>
                  <a:pt x="7213" y="1562"/>
                  <a:pt x="7196" y="1573"/>
                  <a:pt x="7183" y="1576"/>
                </a:cubicBezTo>
                <a:cubicBezTo>
                  <a:pt x="7201" y="1583"/>
                  <a:pt x="7226" y="1576"/>
                  <a:pt x="7243" y="1581"/>
                </a:cubicBezTo>
                <a:cubicBezTo>
                  <a:pt x="7235" y="1596"/>
                  <a:pt x="7222" y="1590"/>
                  <a:pt x="7209" y="1594"/>
                </a:cubicBezTo>
                <a:cubicBezTo>
                  <a:pt x="7207" y="1604"/>
                  <a:pt x="7219" y="1603"/>
                  <a:pt x="7219" y="1611"/>
                </a:cubicBezTo>
                <a:cubicBezTo>
                  <a:pt x="7232" y="1602"/>
                  <a:pt x="7238" y="1605"/>
                  <a:pt x="7256" y="1602"/>
                </a:cubicBezTo>
                <a:cubicBezTo>
                  <a:pt x="7258" y="1595"/>
                  <a:pt x="7252" y="1581"/>
                  <a:pt x="7259" y="1581"/>
                </a:cubicBezTo>
                <a:cubicBezTo>
                  <a:pt x="7273" y="1580"/>
                  <a:pt x="7294" y="1587"/>
                  <a:pt x="7290" y="1568"/>
                </a:cubicBezTo>
                <a:cubicBezTo>
                  <a:pt x="7282" y="1563"/>
                  <a:pt x="7268" y="1575"/>
                  <a:pt x="7253" y="1574"/>
                </a:cubicBezTo>
                <a:cubicBezTo>
                  <a:pt x="7254" y="1566"/>
                  <a:pt x="7261" y="1559"/>
                  <a:pt x="7250" y="1557"/>
                </a:cubicBezTo>
                <a:lnTo>
                  <a:pt x="7249" y="1557"/>
                </a:lnTo>
                <a:close/>
                <a:moveTo>
                  <a:pt x="597" y="1552"/>
                </a:moveTo>
                <a:cubicBezTo>
                  <a:pt x="597" y="1556"/>
                  <a:pt x="593" y="1557"/>
                  <a:pt x="591" y="1558"/>
                </a:cubicBezTo>
                <a:cubicBezTo>
                  <a:pt x="589" y="1571"/>
                  <a:pt x="604" y="1567"/>
                  <a:pt x="601" y="1582"/>
                </a:cubicBezTo>
                <a:cubicBezTo>
                  <a:pt x="612" y="1577"/>
                  <a:pt x="613" y="1582"/>
                  <a:pt x="627" y="1582"/>
                </a:cubicBezTo>
                <a:cubicBezTo>
                  <a:pt x="621" y="1572"/>
                  <a:pt x="630" y="1567"/>
                  <a:pt x="624" y="1559"/>
                </a:cubicBezTo>
                <a:lnTo>
                  <a:pt x="623" y="1559"/>
                </a:lnTo>
                <a:cubicBezTo>
                  <a:pt x="608" y="1563"/>
                  <a:pt x="605" y="1560"/>
                  <a:pt x="597" y="1552"/>
                </a:cubicBezTo>
                <a:close/>
                <a:moveTo>
                  <a:pt x="7180" y="1545"/>
                </a:moveTo>
                <a:cubicBezTo>
                  <a:pt x="7179" y="1545"/>
                  <a:pt x="7178" y="1545"/>
                  <a:pt x="7177" y="1545"/>
                </a:cubicBezTo>
                <a:lnTo>
                  <a:pt x="7176" y="1545"/>
                </a:lnTo>
                <a:cubicBezTo>
                  <a:pt x="7176" y="1548"/>
                  <a:pt x="7176" y="1552"/>
                  <a:pt x="7176" y="1555"/>
                </a:cubicBezTo>
                <a:cubicBezTo>
                  <a:pt x="7181" y="1555"/>
                  <a:pt x="7189" y="1557"/>
                  <a:pt x="7190" y="1552"/>
                </a:cubicBezTo>
                <a:cubicBezTo>
                  <a:pt x="7184" y="1552"/>
                  <a:pt x="7185" y="1545"/>
                  <a:pt x="7180" y="1545"/>
                </a:cubicBezTo>
                <a:close/>
                <a:moveTo>
                  <a:pt x="7236" y="1537"/>
                </a:moveTo>
                <a:cubicBezTo>
                  <a:pt x="7234" y="1537"/>
                  <a:pt x="7233" y="1538"/>
                  <a:pt x="7231" y="1539"/>
                </a:cubicBezTo>
                <a:cubicBezTo>
                  <a:pt x="7243" y="1537"/>
                  <a:pt x="7237" y="1551"/>
                  <a:pt x="7227" y="1546"/>
                </a:cubicBezTo>
                <a:cubicBezTo>
                  <a:pt x="7224" y="1558"/>
                  <a:pt x="7232" y="1561"/>
                  <a:pt x="7244" y="1560"/>
                </a:cubicBezTo>
                <a:cubicBezTo>
                  <a:pt x="7250" y="1536"/>
                  <a:pt x="7263" y="1565"/>
                  <a:pt x="7270" y="1557"/>
                </a:cubicBezTo>
                <a:cubicBezTo>
                  <a:pt x="7270" y="1554"/>
                  <a:pt x="7270" y="1551"/>
                  <a:pt x="7270" y="1547"/>
                </a:cubicBezTo>
                <a:lnTo>
                  <a:pt x="7270" y="1547"/>
                </a:lnTo>
                <a:cubicBezTo>
                  <a:pt x="7258" y="1556"/>
                  <a:pt x="7248" y="1538"/>
                  <a:pt x="7238" y="1537"/>
                </a:cubicBezTo>
                <a:cubicBezTo>
                  <a:pt x="7237" y="1537"/>
                  <a:pt x="7237" y="1537"/>
                  <a:pt x="7236" y="1537"/>
                </a:cubicBezTo>
                <a:close/>
                <a:moveTo>
                  <a:pt x="468" y="1534"/>
                </a:moveTo>
                <a:lnTo>
                  <a:pt x="469" y="1534"/>
                </a:lnTo>
                <a:cubicBezTo>
                  <a:pt x="471" y="1544"/>
                  <a:pt x="462" y="1541"/>
                  <a:pt x="461" y="1548"/>
                </a:cubicBezTo>
                <a:cubicBezTo>
                  <a:pt x="472" y="1554"/>
                  <a:pt x="476" y="1535"/>
                  <a:pt x="468" y="1534"/>
                </a:cubicBezTo>
                <a:close/>
                <a:moveTo>
                  <a:pt x="601" y="1514"/>
                </a:moveTo>
                <a:lnTo>
                  <a:pt x="600" y="1515"/>
                </a:lnTo>
                <a:cubicBezTo>
                  <a:pt x="596" y="1515"/>
                  <a:pt x="593" y="1517"/>
                  <a:pt x="591" y="1520"/>
                </a:cubicBezTo>
                <a:cubicBezTo>
                  <a:pt x="598" y="1519"/>
                  <a:pt x="598" y="1525"/>
                  <a:pt x="601" y="1527"/>
                </a:cubicBezTo>
                <a:lnTo>
                  <a:pt x="601" y="1514"/>
                </a:lnTo>
                <a:close/>
                <a:moveTo>
                  <a:pt x="7226" y="1512"/>
                </a:moveTo>
                <a:cubicBezTo>
                  <a:pt x="7226" y="1512"/>
                  <a:pt x="7225" y="1512"/>
                  <a:pt x="7224" y="1512"/>
                </a:cubicBezTo>
                <a:cubicBezTo>
                  <a:pt x="7223" y="1521"/>
                  <a:pt x="7225" y="1526"/>
                  <a:pt x="7234" y="1526"/>
                </a:cubicBezTo>
                <a:cubicBezTo>
                  <a:pt x="7234" y="1522"/>
                  <a:pt x="7238" y="1521"/>
                  <a:pt x="7238" y="1516"/>
                </a:cubicBezTo>
                <a:lnTo>
                  <a:pt x="7237" y="1516"/>
                </a:lnTo>
                <a:cubicBezTo>
                  <a:pt x="7233" y="1515"/>
                  <a:pt x="7231" y="1512"/>
                  <a:pt x="7226" y="1512"/>
                </a:cubicBezTo>
                <a:close/>
                <a:moveTo>
                  <a:pt x="7150" y="1510"/>
                </a:moveTo>
                <a:cubicBezTo>
                  <a:pt x="7147" y="1514"/>
                  <a:pt x="7145" y="1520"/>
                  <a:pt x="7145" y="1526"/>
                </a:cubicBezTo>
                <a:cubicBezTo>
                  <a:pt x="7145" y="1538"/>
                  <a:pt x="7153" y="1549"/>
                  <a:pt x="7165" y="1551"/>
                </a:cubicBezTo>
                <a:lnTo>
                  <a:pt x="7169" y="1551"/>
                </a:lnTo>
                <a:lnTo>
                  <a:pt x="7169" y="1552"/>
                </a:lnTo>
                <a:lnTo>
                  <a:pt x="7170" y="1552"/>
                </a:lnTo>
                <a:lnTo>
                  <a:pt x="7169" y="1551"/>
                </a:lnTo>
                <a:lnTo>
                  <a:pt x="7170" y="1546"/>
                </a:lnTo>
                <a:cubicBezTo>
                  <a:pt x="7173" y="1531"/>
                  <a:pt x="7170" y="1514"/>
                  <a:pt x="7150" y="1510"/>
                </a:cubicBezTo>
                <a:close/>
                <a:moveTo>
                  <a:pt x="7183" y="1508"/>
                </a:moveTo>
                <a:cubicBezTo>
                  <a:pt x="7178" y="1513"/>
                  <a:pt x="7180" y="1525"/>
                  <a:pt x="7180" y="1535"/>
                </a:cubicBezTo>
                <a:cubicBezTo>
                  <a:pt x="7188" y="1537"/>
                  <a:pt x="7196" y="1540"/>
                  <a:pt x="7196" y="1549"/>
                </a:cubicBezTo>
                <a:cubicBezTo>
                  <a:pt x="7194" y="1549"/>
                  <a:pt x="7192" y="1552"/>
                  <a:pt x="7196" y="1552"/>
                </a:cubicBezTo>
                <a:cubicBezTo>
                  <a:pt x="7198" y="1545"/>
                  <a:pt x="7214" y="1552"/>
                  <a:pt x="7217" y="1546"/>
                </a:cubicBezTo>
                <a:cubicBezTo>
                  <a:pt x="7207" y="1529"/>
                  <a:pt x="7186" y="1525"/>
                  <a:pt x="7184" y="1508"/>
                </a:cubicBezTo>
                <a:lnTo>
                  <a:pt x="7183" y="1508"/>
                </a:lnTo>
                <a:close/>
                <a:moveTo>
                  <a:pt x="7209" y="1502"/>
                </a:moveTo>
                <a:cubicBezTo>
                  <a:pt x="7202" y="1502"/>
                  <a:pt x="7195" y="1506"/>
                  <a:pt x="7197" y="1515"/>
                </a:cubicBezTo>
                <a:cubicBezTo>
                  <a:pt x="7207" y="1514"/>
                  <a:pt x="7218" y="1514"/>
                  <a:pt x="7221" y="1505"/>
                </a:cubicBezTo>
                <a:lnTo>
                  <a:pt x="7220" y="1505"/>
                </a:lnTo>
                <a:cubicBezTo>
                  <a:pt x="7218" y="1503"/>
                  <a:pt x="7213" y="1502"/>
                  <a:pt x="7209" y="1502"/>
                </a:cubicBezTo>
                <a:close/>
                <a:moveTo>
                  <a:pt x="7134" y="1491"/>
                </a:moveTo>
                <a:cubicBezTo>
                  <a:pt x="7128" y="1490"/>
                  <a:pt x="7130" y="1503"/>
                  <a:pt x="7139" y="1493"/>
                </a:cubicBezTo>
                <a:cubicBezTo>
                  <a:pt x="7137" y="1491"/>
                  <a:pt x="7135" y="1491"/>
                  <a:pt x="7134" y="1491"/>
                </a:cubicBezTo>
                <a:close/>
                <a:moveTo>
                  <a:pt x="7144" y="1490"/>
                </a:moveTo>
                <a:lnTo>
                  <a:pt x="7144" y="1497"/>
                </a:lnTo>
                <a:lnTo>
                  <a:pt x="7149" y="1497"/>
                </a:lnTo>
                <a:lnTo>
                  <a:pt x="7149" y="1490"/>
                </a:lnTo>
                <a:lnTo>
                  <a:pt x="7144" y="1490"/>
                </a:lnTo>
                <a:close/>
                <a:moveTo>
                  <a:pt x="556" y="1468"/>
                </a:moveTo>
                <a:lnTo>
                  <a:pt x="556" y="1475"/>
                </a:lnTo>
                <a:lnTo>
                  <a:pt x="563" y="1475"/>
                </a:lnTo>
                <a:lnTo>
                  <a:pt x="563" y="1468"/>
                </a:lnTo>
                <a:lnTo>
                  <a:pt x="556" y="1468"/>
                </a:lnTo>
                <a:close/>
                <a:moveTo>
                  <a:pt x="7126" y="1466"/>
                </a:moveTo>
                <a:cubicBezTo>
                  <a:pt x="7123" y="1466"/>
                  <a:pt x="7121" y="1469"/>
                  <a:pt x="7122" y="1476"/>
                </a:cubicBezTo>
                <a:lnTo>
                  <a:pt x="7124" y="1476"/>
                </a:lnTo>
                <a:cubicBezTo>
                  <a:pt x="7128" y="1476"/>
                  <a:pt x="7131" y="1473"/>
                  <a:pt x="7132" y="1470"/>
                </a:cubicBezTo>
                <a:cubicBezTo>
                  <a:pt x="7131" y="1468"/>
                  <a:pt x="7128" y="1467"/>
                  <a:pt x="7126" y="1466"/>
                </a:cubicBezTo>
                <a:close/>
                <a:moveTo>
                  <a:pt x="595" y="1466"/>
                </a:moveTo>
                <a:lnTo>
                  <a:pt x="593" y="1467"/>
                </a:lnTo>
                <a:cubicBezTo>
                  <a:pt x="582" y="1464"/>
                  <a:pt x="585" y="1493"/>
                  <a:pt x="591" y="1493"/>
                </a:cubicBezTo>
                <a:cubicBezTo>
                  <a:pt x="591" y="1482"/>
                  <a:pt x="597" y="1479"/>
                  <a:pt x="595" y="1466"/>
                </a:cubicBezTo>
                <a:close/>
                <a:moveTo>
                  <a:pt x="419" y="1453"/>
                </a:moveTo>
                <a:cubicBezTo>
                  <a:pt x="407" y="1460"/>
                  <a:pt x="427" y="1484"/>
                  <a:pt x="430" y="1467"/>
                </a:cubicBezTo>
                <a:cubicBezTo>
                  <a:pt x="416" y="1473"/>
                  <a:pt x="428" y="1452"/>
                  <a:pt x="420" y="1454"/>
                </a:cubicBezTo>
                <a:lnTo>
                  <a:pt x="419" y="1453"/>
                </a:lnTo>
                <a:close/>
                <a:moveTo>
                  <a:pt x="7157" y="1453"/>
                </a:moveTo>
                <a:cubicBezTo>
                  <a:pt x="7151" y="1453"/>
                  <a:pt x="7159" y="1469"/>
                  <a:pt x="7165" y="1464"/>
                </a:cubicBezTo>
                <a:cubicBezTo>
                  <a:pt x="7168" y="1461"/>
                  <a:pt x="7163" y="1453"/>
                  <a:pt x="7162" y="1453"/>
                </a:cubicBezTo>
                <a:lnTo>
                  <a:pt x="7161" y="1453"/>
                </a:lnTo>
                <a:cubicBezTo>
                  <a:pt x="7159" y="1453"/>
                  <a:pt x="7158" y="1452"/>
                  <a:pt x="7157" y="1453"/>
                </a:cubicBezTo>
                <a:close/>
                <a:moveTo>
                  <a:pt x="7131" y="1447"/>
                </a:moveTo>
                <a:cubicBezTo>
                  <a:pt x="7128" y="1446"/>
                  <a:pt x="7126" y="1449"/>
                  <a:pt x="7124" y="1452"/>
                </a:cubicBezTo>
                <a:lnTo>
                  <a:pt x="7122" y="1456"/>
                </a:lnTo>
                <a:lnTo>
                  <a:pt x="7121" y="1456"/>
                </a:lnTo>
                <a:lnTo>
                  <a:pt x="7122" y="1456"/>
                </a:lnTo>
                <a:lnTo>
                  <a:pt x="7122" y="1456"/>
                </a:lnTo>
                <a:lnTo>
                  <a:pt x="7126" y="1456"/>
                </a:lnTo>
                <a:cubicBezTo>
                  <a:pt x="7131" y="1456"/>
                  <a:pt x="7134" y="1454"/>
                  <a:pt x="7136" y="1450"/>
                </a:cubicBezTo>
                <a:cubicBezTo>
                  <a:pt x="7134" y="1448"/>
                  <a:pt x="7132" y="1447"/>
                  <a:pt x="7131" y="1447"/>
                </a:cubicBezTo>
                <a:close/>
                <a:moveTo>
                  <a:pt x="7144" y="1433"/>
                </a:moveTo>
                <a:cubicBezTo>
                  <a:pt x="7144" y="1433"/>
                  <a:pt x="7144" y="1433"/>
                  <a:pt x="7143" y="1433"/>
                </a:cubicBezTo>
                <a:cubicBezTo>
                  <a:pt x="7143" y="1435"/>
                  <a:pt x="7140" y="1434"/>
                  <a:pt x="7140" y="1436"/>
                </a:cubicBezTo>
                <a:cubicBezTo>
                  <a:pt x="7140" y="1438"/>
                  <a:pt x="7140" y="1440"/>
                  <a:pt x="7140" y="1443"/>
                </a:cubicBezTo>
                <a:lnTo>
                  <a:pt x="7141" y="1443"/>
                </a:lnTo>
                <a:cubicBezTo>
                  <a:pt x="7149" y="1448"/>
                  <a:pt x="7151" y="1433"/>
                  <a:pt x="7144" y="1433"/>
                </a:cubicBezTo>
                <a:close/>
                <a:moveTo>
                  <a:pt x="511" y="1420"/>
                </a:moveTo>
                <a:cubicBezTo>
                  <a:pt x="507" y="1420"/>
                  <a:pt x="504" y="1422"/>
                  <a:pt x="505" y="1428"/>
                </a:cubicBezTo>
                <a:cubicBezTo>
                  <a:pt x="509" y="1428"/>
                  <a:pt x="512" y="1427"/>
                  <a:pt x="514" y="1424"/>
                </a:cubicBezTo>
                <a:lnTo>
                  <a:pt x="515" y="1422"/>
                </a:lnTo>
                <a:lnTo>
                  <a:pt x="516" y="1423"/>
                </a:lnTo>
                <a:lnTo>
                  <a:pt x="515" y="1421"/>
                </a:lnTo>
                <a:lnTo>
                  <a:pt x="515" y="1422"/>
                </a:lnTo>
                <a:lnTo>
                  <a:pt x="515" y="1421"/>
                </a:lnTo>
                <a:cubicBezTo>
                  <a:pt x="513" y="1421"/>
                  <a:pt x="512" y="1420"/>
                  <a:pt x="511" y="1420"/>
                </a:cubicBezTo>
                <a:close/>
                <a:moveTo>
                  <a:pt x="519" y="1418"/>
                </a:moveTo>
                <a:cubicBezTo>
                  <a:pt x="521" y="1428"/>
                  <a:pt x="521" y="1438"/>
                  <a:pt x="519" y="1448"/>
                </a:cubicBezTo>
                <a:cubicBezTo>
                  <a:pt x="516" y="1456"/>
                  <a:pt x="495" y="1445"/>
                  <a:pt x="499" y="1459"/>
                </a:cubicBezTo>
                <a:cubicBezTo>
                  <a:pt x="511" y="1457"/>
                  <a:pt x="516" y="1454"/>
                  <a:pt x="522" y="1465"/>
                </a:cubicBezTo>
                <a:cubicBezTo>
                  <a:pt x="517" y="1469"/>
                  <a:pt x="511" y="1470"/>
                  <a:pt x="505" y="1469"/>
                </a:cubicBezTo>
                <a:cubicBezTo>
                  <a:pt x="503" y="1486"/>
                  <a:pt x="519" y="1486"/>
                  <a:pt x="529" y="1492"/>
                </a:cubicBezTo>
                <a:cubicBezTo>
                  <a:pt x="518" y="1496"/>
                  <a:pt x="511" y="1505"/>
                  <a:pt x="512" y="1516"/>
                </a:cubicBezTo>
                <a:lnTo>
                  <a:pt x="512" y="1518"/>
                </a:lnTo>
                <a:cubicBezTo>
                  <a:pt x="529" y="1546"/>
                  <a:pt x="528" y="1585"/>
                  <a:pt x="546" y="1618"/>
                </a:cubicBezTo>
                <a:lnTo>
                  <a:pt x="563" y="1618"/>
                </a:lnTo>
                <a:cubicBezTo>
                  <a:pt x="564" y="1612"/>
                  <a:pt x="570" y="1609"/>
                  <a:pt x="570" y="1601"/>
                </a:cubicBezTo>
                <a:cubicBezTo>
                  <a:pt x="569" y="1601"/>
                  <a:pt x="569" y="1601"/>
                  <a:pt x="569" y="1601"/>
                </a:cubicBezTo>
                <a:cubicBezTo>
                  <a:pt x="565" y="1597"/>
                  <a:pt x="560" y="1597"/>
                  <a:pt x="556" y="1601"/>
                </a:cubicBezTo>
                <a:cubicBezTo>
                  <a:pt x="546" y="1585"/>
                  <a:pt x="549" y="1563"/>
                  <a:pt x="563" y="1551"/>
                </a:cubicBezTo>
                <a:cubicBezTo>
                  <a:pt x="566" y="1540"/>
                  <a:pt x="557" y="1540"/>
                  <a:pt x="560" y="1530"/>
                </a:cubicBezTo>
                <a:cubicBezTo>
                  <a:pt x="546" y="1529"/>
                  <a:pt x="555" y="1551"/>
                  <a:pt x="536" y="1547"/>
                </a:cubicBezTo>
                <a:cubicBezTo>
                  <a:pt x="549" y="1531"/>
                  <a:pt x="557" y="1512"/>
                  <a:pt x="560" y="1492"/>
                </a:cubicBezTo>
                <a:cubicBezTo>
                  <a:pt x="553" y="1486"/>
                  <a:pt x="536" y="1489"/>
                  <a:pt x="533" y="1479"/>
                </a:cubicBezTo>
                <a:cubicBezTo>
                  <a:pt x="537" y="1460"/>
                  <a:pt x="539" y="1441"/>
                  <a:pt x="540" y="1421"/>
                </a:cubicBezTo>
                <a:cubicBezTo>
                  <a:pt x="531" y="1422"/>
                  <a:pt x="523" y="1422"/>
                  <a:pt x="519" y="1418"/>
                </a:cubicBezTo>
                <a:close/>
                <a:moveTo>
                  <a:pt x="7093" y="1397"/>
                </a:moveTo>
                <a:cubicBezTo>
                  <a:pt x="7089" y="1397"/>
                  <a:pt x="7087" y="1399"/>
                  <a:pt x="7089" y="1405"/>
                </a:cubicBezTo>
                <a:cubicBezTo>
                  <a:pt x="7097" y="1406"/>
                  <a:pt x="7105" y="1406"/>
                  <a:pt x="7105" y="1399"/>
                </a:cubicBezTo>
                <a:cubicBezTo>
                  <a:pt x="7102" y="1399"/>
                  <a:pt x="7097" y="1397"/>
                  <a:pt x="7093" y="1397"/>
                </a:cubicBezTo>
                <a:close/>
                <a:moveTo>
                  <a:pt x="537" y="1390"/>
                </a:moveTo>
                <a:cubicBezTo>
                  <a:pt x="532" y="1398"/>
                  <a:pt x="529" y="1396"/>
                  <a:pt x="533" y="1406"/>
                </a:cubicBezTo>
                <a:lnTo>
                  <a:pt x="543" y="1406"/>
                </a:lnTo>
                <a:lnTo>
                  <a:pt x="543" y="1406"/>
                </a:lnTo>
                <a:cubicBezTo>
                  <a:pt x="544" y="1399"/>
                  <a:pt x="541" y="1392"/>
                  <a:pt x="537" y="1390"/>
                </a:cubicBezTo>
                <a:close/>
                <a:moveTo>
                  <a:pt x="7142" y="1385"/>
                </a:moveTo>
                <a:cubicBezTo>
                  <a:pt x="7141" y="1386"/>
                  <a:pt x="7141" y="1387"/>
                  <a:pt x="7140" y="1389"/>
                </a:cubicBezTo>
                <a:cubicBezTo>
                  <a:pt x="7138" y="1394"/>
                  <a:pt x="7140" y="1401"/>
                  <a:pt x="7146" y="1403"/>
                </a:cubicBezTo>
                <a:cubicBezTo>
                  <a:pt x="7147" y="1391"/>
                  <a:pt x="7156" y="1410"/>
                  <a:pt x="7156" y="1400"/>
                </a:cubicBezTo>
                <a:cubicBezTo>
                  <a:pt x="7153" y="1399"/>
                  <a:pt x="7153" y="1394"/>
                  <a:pt x="7153" y="1390"/>
                </a:cubicBezTo>
                <a:cubicBezTo>
                  <a:pt x="7149" y="1390"/>
                  <a:pt x="7146" y="1388"/>
                  <a:pt x="7143" y="1386"/>
                </a:cubicBezTo>
                <a:lnTo>
                  <a:pt x="7142" y="1385"/>
                </a:lnTo>
                <a:close/>
                <a:moveTo>
                  <a:pt x="7119" y="1385"/>
                </a:moveTo>
                <a:cubicBezTo>
                  <a:pt x="7121" y="1394"/>
                  <a:pt x="7112" y="1391"/>
                  <a:pt x="7113" y="1399"/>
                </a:cubicBezTo>
                <a:cubicBezTo>
                  <a:pt x="7124" y="1397"/>
                  <a:pt x="7123" y="1405"/>
                  <a:pt x="7133" y="1403"/>
                </a:cubicBezTo>
                <a:cubicBezTo>
                  <a:pt x="7136" y="1390"/>
                  <a:pt x="7130" y="1386"/>
                  <a:pt x="7120" y="1386"/>
                </a:cubicBezTo>
                <a:lnTo>
                  <a:pt x="7119" y="1385"/>
                </a:lnTo>
                <a:close/>
                <a:moveTo>
                  <a:pt x="505" y="1375"/>
                </a:moveTo>
                <a:cubicBezTo>
                  <a:pt x="504" y="1375"/>
                  <a:pt x="503" y="1376"/>
                  <a:pt x="502" y="1377"/>
                </a:cubicBezTo>
                <a:cubicBezTo>
                  <a:pt x="504" y="1378"/>
                  <a:pt x="505" y="1378"/>
                  <a:pt x="505" y="1381"/>
                </a:cubicBezTo>
                <a:cubicBezTo>
                  <a:pt x="501" y="1382"/>
                  <a:pt x="499" y="1386"/>
                  <a:pt x="492" y="1384"/>
                </a:cubicBezTo>
                <a:lnTo>
                  <a:pt x="493" y="1386"/>
                </a:lnTo>
                <a:cubicBezTo>
                  <a:pt x="492" y="1396"/>
                  <a:pt x="500" y="1397"/>
                  <a:pt x="509" y="1394"/>
                </a:cubicBezTo>
                <a:cubicBezTo>
                  <a:pt x="511" y="1388"/>
                  <a:pt x="508" y="1374"/>
                  <a:pt x="505" y="1375"/>
                </a:cubicBezTo>
                <a:close/>
                <a:moveTo>
                  <a:pt x="7255" y="1371"/>
                </a:moveTo>
                <a:cubicBezTo>
                  <a:pt x="7250" y="1370"/>
                  <a:pt x="7252" y="1384"/>
                  <a:pt x="7260" y="1373"/>
                </a:cubicBezTo>
                <a:cubicBezTo>
                  <a:pt x="7258" y="1372"/>
                  <a:pt x="7257" y="1371"/>
                  <a:pt x="7255" y="1371"/>
                </a:cubicBezTo>
                <a:close/>
                <a:moveTo>
                  <a:pt x="7147" y="1365"/>
                </a:moveTo>
                <a:lnTo>
                  <a:pt x="7147" y="1372"/>
                </a:lnTo>
                <a:lnTo>
                  <a:pt x="7153" y="1372"/>
                </a:lnTo>
                <a:cubicBezTo>
                  <a:pt x="7153" y="1370"/>
                  <a:pt x="7153" y="1367"/>
                  <a:pt x="7153" y="1365"/>
                </a:cubicBezTo>
                <a:lnTo>
                  <a:pt x="7147" y="1365"/>
                </a:lnTo>
                <a:close/>
                <a:moveTo>
                  <a:pt x="7211" y="1364"/>
                </a:moveTo>
                <a:cubicBezTo>
                  <a:pt x="7208" y="1364"/>
                  <a:pt x="7204" y="1365"/>
                  <a:pt x="7200" y="1369"/>
                </a:cubicBezTo>
                <a:cubicBezTo>
                  <a:pt x="7197" y="1380"/>
                  <a:pt x="7205" y="1379"/>
                  <a:pt x="7206" y="1386"/>
                </a:cubicBezTo>
                <a:lnTo>
                  <a:pt x="7206" y="1387"/>
                </a:lnTo>
                <a:cubicBezTo>
                  <a:pt x="7221" y="1389"/>
                  <a:pt x="7225" y="1381"/>
                  <a:pt x="7230" y="1373"/>
                </a:cubicBezTo>
                <a:cubicBezTo>
                  <a:pt x="7223" y="1369"/>
                  <a:pt x="7217" y="1365"/>
                  <a:pt x="7211" y="1364"/>
                </a:cubicBezTo>
                <a:close/>
                <a:moveTo>
                  <a:pt x="7161" y="1352"/>
                </a:moveTo>
                <a:cubicBezTo>
                  <a:pt x="7157" y="1352"/>
                  <a:pt x="7155" y="1355"/>
                  <a:pt x="7157" y="1362"/>
                </a:cubicBezTo>
                <a:cubicBezTo>
                  <a:pt x="7162" y="1363"/>
                  <a:pt x="7166" y="1360"/>
                  <a:pt x="7167" y="1355"/>
                </a:cubicBezTo>
                <a:lnTo>
                  <a:pt x="7167" y="1355"/>
                </a:lnTo>
                <a:cubicBezTo>
                  <a:pt x="7165" y="1353"/>
                  <a:pt x="7163" y="1352"/>
                  <a:pt x="7161" y="1352"/>
                </a:cubicBezTo>
                <a:close/>
                <a:moveTo>
                  <a:pt x="7213" y="1320"/>
                </a:moveTo>
                <a:cubicBezTo>
                  <a:pt x="7205" y="1321"/>
                  <a:pt x="7198" y="1324"/>
                  <a:pt x="7194" y="1331"/>
                </a:cubicBezTo>
                <a:cubicBezTo>
                  <a:pt x="7202" y="1331"/>
                  <a:pt x="7209" y="1325"/>
                  <a:pt x="7211" y="1335"/>
                </a:cubicBezTo>
                <a:cubicBezTo>
                  <a:pt x="7205" y="1336"/>
                  <a:pt x="7204" y="1341"/>
                  <a:pt x="7204" y="1349"/>
                </a:cubicBezTo>
                <a:cubicBezTo>
                  <a:pt x="7216" y="1351"/>
                  <a:pt x="7228" y="1353"/>
                  <a:pt x="7241" y="1353"/>
                </a:cubicBezTo>
                <a:lnTo>
                  <a:pt x="7240" y="1354"/>
                </a:lnTo>
                <a:cubicBezTo>
                  <a:pt x="7253" y="1333"/>
                  <a:pt x="7232" y="1319"/>
                  <a:pt x="7213" y="1320"/>
                </a:cubicBezTo>
                <a:close/>
                <a:moveTo>
                  <a:pt x="7134" y="1317"/>
                </a:moveTo>
                <a:lnTo>
                  <a:pt x="7134" y="1317"/>
                </a:lnTo>
                <a:lnTo>
                  <a:pt x="7131" y="1317"/>
                </a:lnTo>
                <a:cubicBezTo>
                  <a:pt x="7124" y="1316"/>
                  <a:pt x="7115" y="1320"/>
                  <a:pt x="7124" y="1323"/>
                </a:cubicBezTo>
                <a:cubicBezTo>
                  <a:pt x="7124" y="1317"/>
                  <a:pt x="7132" y="1320"/>
                  <a:pt x="7134" y="1318"/>
                </a:cubicBezTo>
                <a:lnTo>
                  <a:pt x="7134" y="1317"/>
                </a:lnTo>
                <a:lnTo>
                  <a:pt x="7134" y="1317"/>
                </a:lnTo>
                <a:lnTo>
                  <a:pt x="7134" y="1317"/>
                </a:lnTo>
                <a:close/>
                <a:moveTo>
                  <a:pt x="496" y="1306"/>
                </a:moveTo>
                <a:lnTo>
                  <a:pt x="496" y="1308"/>
                </a:lnTo>
                <a:cubicBezTo>
                  <a:pt x="473" y="1305"/>
                  <a:pt x="477" y="1337"/>
                  <a:pt x="492" y="1337"/>
                </a:cubicBezTo>
                <a:cubicBezTo>
                  <a:pt x="492" y="1326"/>
                  <a:pt x="506" y="1318"/>
                  <a:pt x="496" y="1306"/>
                </a:cubicBezTo>
                <a:close/>
                <a:moveTo>
                  <a:pt x="7128" y="1273"/>
                </a:moveTo>
                <a:cubicBezTo>
                  <a:pt x="7122" y="1273"/>
                  <a:pt x="7130" y="1289"/>
                  <a:pt x="7135" y="1284"/>
                </a:cubicBezTo>
                <a:cubicBezTo>
                  <a:pt x="7137" y="1281"/>
                  <a:pt x="7133" y="1274"/>
                  <a:pt x="7132" y="1274"/>
                </a:cubicBezTo>
                <a:lnTo>
                  <a:pt x="7132" y="1273"/>
                </a:lnTo>
                <a:cubicBezTo>
                  <a:pt x="7130" y="1273"/>
                  <a:pt x="7129" y="1273"/>
                  <a:pt x="7128" y="1273"/>
                </a:cubicBezTo>
                <a:close/>
                <a:moveTo>
                  <a:pt x="7123" y="1253"/>
                </a:moveTo>
                <a:cubicBezTo>
                  <a:pt x="7118" y="1254"/>
                  <a:pt x="7116" y="1256"/>
                  <a:pt x="7115" y="1261"/>
                </a:cubicBezTo>
                <a:lnTo>
                  <a:pt x="7115" y="1263"/>
                </a:lnTo>
                <a:lnTo>
                  <a:pt x="7115" y="1263"/>
                </a:lnTo>
                <a:lnTo>
                  <a:pt x="7115" y="1264"/>
                </a:lnTo>
                <a:lnTo>
                  <a:pt x="7115" y="1263"/>
                </a:lnTo>
                <a:lnTo>
                  <a:pt x="7118" y="1263"/>
                </a:lnTo>
                <a:cubicBezTo>
                  <a:pt x="7124" y="1263"/>
                  <a:pt x="7126" y="1260"/>
                  <a:pt x="7125" y="1254"/>
                </a:cubicBezTo>
                <a:cubicBezTo>
                  <a:pt x="7124" y="1253"/>
                  <a:pt x="7124" y="1253"/>
                  <a:pt x="7123" y="1253"/>
                </a:cubicBezTo>
                <a:close/>
                <a:moveTo>
                  <a:pt x="347" y="1250"/>
                </a:moveTo>
                <a:cubicBezTo>
                  <a:pt x="348" y="1258"/>
                  <a:pt x="344" y="1271"/>
                  <a:pt x="348" y="1276"/>
                </a:cubicBezTo>
                <a:lnTo>
                  <a:pt x="349" y="1277"/>
                </a:lnTo>
                <a:lnTo>
                  <a:pt x="349" y="1277"/>
                </a:lnTo>
                <a:lnTo>
                  <a:pt x="350" y="1278"/>
                </a:lnTo>
                <a:lnTo>
                  <a:pt x="349" y="1277"/>
                </a:lnTo>
                <a:lnTo>
                  <a:pt x="349" y="1274"/>
                </a:lnTo>
                <a:cubicBezTo>
                  <a:pt x="348" y="1265"/>
                  <a:pt x="352" y="1252"/>
                  <a:pt x="347" y="1250"/>
                </a:cubicBezTo>
                <a:close/>
                <a:moveTo>
                  <a:pt x="7147" y="1197"/>
                </a:moveTo>
                <a:cubicBezTo>
                  <a:pt x="7143" y="1206"/>
                  <a:pt x="7107" y="1209"/>
                  <a:pt x="7116" y="1230"/>
                </a:cubicBezTo>
                <a:lnTo>
                  <a:pt x="7116" y="1229"/>
                </a:lnTo>
                <a:cubicBezTo>
                  <a:pt x="7131" y="1227"/>
                  <a:pt x="7135" y="1212"/>
                  <a:pt x="7150" y="1210"/>
                </a:cubicBezTo>
                <a:cubicBezTo>
                  <a:pt x="7149" y="1205"/>
                  <a:pt x="7151" y="1198"/>
                  <a:pt x="7147" y="1197"/>
                </a:cubicBezTo>
                <a:close/>
                <a:moveTo>
                  <a:pt x="7134" y="1159"/>
                </a:moveTo>
                <a:cubicBezTo>
                  <a:pt x="7126" y="1160"/>
                  <a:pt x="7120" y="1162"/>
                  <a:pt x="7117" y="1169"/>
                </a:cubicBezTo>
                <a:cubicBezTo>
                  <a:pt x="7134" y="1172"/>
                  <a:pt x="7106" y="1179"/>
                  <a:pt x="7110" y="1192"/>
                </a:cubicBezTo>
                <a:cubicBezTo>
                  <a:pt x="7130" y="1191"/>
                  <a:pt x="7134" y="1192"/>
                  <a:pt x="7147" y="1183"/>
                </a:cubicBezTo>
                <a:cubicBezTo>
                  <a:pt x="7122" y="1187"/>
                  <a:pt x="7144" y="1167"/>
                  <a:pt x="7134" y="1159"/>
                </a:cubicBezTo>
                <a:close/>
                <a:moveTo>
                  <a:pt x="477" y="1155"/>
                </a:moveTo>
                <a:lnTo>
                  <a:pt x="477" y="1156"/>
                </a:lnTo>
                <a:cubicBezTo>
                  <a:pt x="477" y="1156"/>
                  <a:pt x="476" y="1157"/>
                  <a:pt x="476" y="1157"/>
                </a:cubicBezTo>
                <a:cubicBezTo>
                  <a:pt x="472" y="1163"/>
                  <a:pt x="474" y="1172"/>
                  <a:pt x="480" y="1176"/>
                </a:cubicBezTo>
                <a:cubicBezTo>
                  <a:pt x="479" y="1169"/>
                  <a:pt x="485" y="1169"/>
                  <a:pt x="487" y="1166"/>
                </a:cubicBezTo>
                <a:cubicBezTo>
                  <a:pt x="481" y="1165"/>
                  <a:pt x="484" y="1154"/>
                  <a:pt x="477" y="1155"/>
                </a:cubicBezTo>
                <a:close/>
                <a:moveTo>
                  <a:pt x="7178" y="1153"/>
                </a:moveTo>
                <a:cubicBezTo>
                  <a:pt x="7178" y="1158"/>
                  <a:pt x="7176" y="1166"/>
                  <a:pt x="7181" y="1167"/>
                </a:cubicBezTo>
                <a:lnTo>
                  <a:pt x="7181" y="1166"/>
                </a:lnTo>
                <a:cubicBezTo>
                  <a:pt x="7186" y="1162"/>
                  <a:pt x="7186" y="1154"/>
                  <a:pt x="7178" y="1153"/>
                </a:cubicBezTo>
                <a:close/>
                <a:moveTo>
                  <a:pt x="7232" y="1153"/>
                </a:moveTo>
                <a:lnTo>
                  <a:pt x="7232" y="1154"/>
                </a:lnTo>
                <a:cubicBezTo>
                  <a:pt x="7224" y="1156"/>
                  <a:pt x="7213" y="1155"/>
                  <a:pt x="7211" y="1163"/>
                </a:cubicBezTo>
                <a:cubicBezTo>
                  <a:pt x="7218" y="1166"/>
                  <a:pt x="7220" y="1172"/>
                  <a:pt x="7232" y="1170"/>
                </a:cubicBezTo>
                <a:cubicBezTo>
                  <a:pt x="7232" y="1164"/>
                  <a:pt x="7232" y="1159"/>
                  <a:pt x="7232" y="1153"/>
                </a:cubicBezTo>
                <a:close/>
                <a:moveTo>
                  <a:pt x="387" y="1149"/>
                </a:moveTo>
                <a:cubicBezTo>
                  <a:pt x="387" y="1153"/>
                  <a:pt x="386" y="1156"/>
                  <a:pt x="384" y="1159"/>
                </a:cubicBezTo>
                <a:lnTo>
                  <a:pt x="394" y="1159"/>
                </a:lnTo>
                <a:lnTo>
                  <a:pt x="394" y="1153"/>
                </a:lnTo>
                <a:cubicBezTo>
                  <a:pt x="391" y="1153"/>
                  <a:pt x="390" y="1149"/>
                  <a:pt x="387" y="1149"/>
                </a:cubicBezTo>
                <a:close/>
                <a:moveTo>
                  <a:pt x="7195" y="1145"/>
                </a:moveTo>
                <a:lnTo>
                  <a:pt x="7195" y="1146"/>
                </a:lnTo>
                <a:cubicBezTo>
                  <a:pt x="7191" y="1155"/>
                  <a:pt x="7201" y="1166"/>
                  <a:pt x="7205" y="1155"/>
                </a:cubicBezTo>
                <a:cubicBezTo>
                  <a:pt x="7203" y="1155"/>
                  <a:pt x="7202" y="1155"/>
                  <a:pt x="7202" y="1152"/>
                </a:cubicBezTo>
                <a:cubicBezTo>
                  <a:pt x="7207" y="1152"/>
                  <a:pt x="7213" y="1153"/>
                  <a:pt x="7212" y="1145"/>
                </a:cubicBezTo>
                <a:lnTo>
                  <a:pt x="7195" y="1145"/>
                </a:lnTo>
                <a:close/>
                <a:moveTo>
                  <a:pt x="7088" y="1144"/>
                </a:moveTo>
                <a:cubicBezTo>
                  <a:pt x="7084" y="1144"/>
                  <a:pt x="7078" y="1143"/>
                  <a:pt x="7078" y="1147"/>
                </a:cubicBezTo>
                <a:cubicBezTo>
                  <a:pt x="7080" y="1147"/>
                  <a:pt x="7081" y="1148"/>
                  <a:pt x="7081" y="1150"/>
                </a:cubicBezTo>
                <a:cubicBezTo>
                  <a:pt x="7085" y="1150"/>
                  <a:pt x="7089" y="1150"/>
                  <a:pt x="7088" y="1144"/>
                </a:cubicBezTo>
                <a:close/>
                <a:moveTo>
                  <a:pt x="7095" y="1125"/>
                </a:moveTo>
                <a:cubicBezTo>
                  <a:pt x="7095" y="1127"/>
                  <a:pt x="7093" y="1128"/>
                  <a:pt x="7092" y="1130"/>
                </a:cubicBezTo>
                <a:lnTo>
                  <a:pt x="7092" y="1130"/>
                </a:lnTo>
                <a:lnTo>
                  <a:pt x="7091" y="1130"/>
                </a:lnTo>
                <a:lnTo>
                  <a:pt x="7091" y="1131"/>
                </a:lnTo>
                <a:lnTo>
                  <a:pt x="7092" y="1130"/>
                </a:lnTo>
                <a:lnTo>
                  <a:pt x="7095" y="1130"/>
                </a:lnTo>
                <a:cubicBezTo>
                  <a:pt x="7099" y="1130"/>
                  <a:pt x="7103" y="1130"/>
                  <a:pt x="7102" y="1125"/>
                </a:cubicBezTo>
                <a:lnTo>
                  <a:pt x="7095" y="1125"/>
                </a:lnTo>
                <a:close/>
                <a:moveTo>
                  <a:pt x="305" y="1104"/>
                </a:moveTo>
                <a:cubicBezTo>
                  <a:pt x="299" y="1117"/>
                  <a:pt x="323" y="1120"/>
                  <a:pt x="320" y="1109"/>
                </a:cubicBezTo>
                <a:cubicBezTo>
                  <a:pt x="313" y="1109"/>
                  <a:pt x="312" y="1105"/>
                  <a:pt x="306" y="1105"/>
                </a:cubicBezTo>
                <a:lnTo>
                  <a:pt x="305" y="1104"/>
                </a:lnTo>
                <a:close/>
                <a:moveTo>
                  <a:pt x="350" y="1104"/>
                </a:moveTo>
                <a:cubicBezTo>
                  <a:pt x="343" y="1104"/>
                  <a:pt x="337" y="1109"/>
                  <a:pt x="337" y="1115"/>
                </a:cubicBezTo>
                <a:lnTo>
                  <a:pt x="354" y="1115"/>
                </a:lnTo>
                <a:lnTo>
                  <a:pt x="354" y="1105"/>
                </a:lnTo>
                <a:cubicBezTo>
                  <a:pt x="353" y="1105"/>
                  <a:pt x="351" y="1104"/>
                  <a:pt x="350" y="1104"/>
                </a:cubicBezTo>
                <a:close/>
                <a:moveTo>
                  <a:pt x="7126" y="1097"/>
                </a:moveTo>
                <a:cubicBezTo>
                  <a:pt x="7123" y="1108"/>
                  <a:pt x="7125" y="1113"/>
                  <a:pt x="7114" y="1117"/>
                </a:cubicBezTo>
                <a:lnTo>
                  <a:pt x="7112" y="1118"/>
                </a:lnTo>
                <a:lnTo>
                  <a:pt x="7112" y="1117"/>
                </a:lnTo>
                <a:lnTo>
                  <a:pt x="7112" y="1118"/>
                </a:lnTo>
                <a:lnTo>
                  <a:pt x="7112" y="1118"/>
                </a:lnTo>
                <a:lnTo>
                  <a:pt x="7115" y="1119"/>
                </a:lnTo>
                <a:cubicBezTo>
                  <a:pt x="7118" y="1121"/>
                  <a:pt x="7121" y="1124"/>
                  <a:pt x="7122" y="1127"/>
                </a:cubicBezTo>
                <a:cubicBezTo>
                  <a:pt x="7118" y="1132"/>
                  <a:pt x="7108" y="1131"/>
                  <a:pt x="7108" y="1141"/>
                </a:cubicBezTo>
                <a:cubicBezTo>
                  <a:pt x="7125" y="1138"/>
                  <a:pt x="7132" y="1145"/>
                  <a:pt x="7135" y="1155"/>
                </a:cubicBezTo>
                <a:lnTo>
                  <a:pt x="7135" y="1125"/>
                </a:lnTo>
                <a:cubicBezTo>
                  <a:pt x="7143" y="1127"/>
                  <a:pt x="7163" y="1135"/>
                  <a:pt x="7169" y="1129"/>
                </a:cubicBezTo>
                <a:cubicBezTo>
                  <a:pt x="7162" y="1129"/>
                  <a:pt x="7176" y="1105"/>
                  <a:pt x="7162" y="1105"/>
                </a:cubicBezTo>
                <a:cubicBezTo>
                  <a:pt x="7159" y="1110"/>
                  <a:pt x="7156" y="1114"/>
                  <a:pt x="7152" y="1118"/>
                </a:cubicBezTo>
                <a:cubicBezTo>
                  <a:pt x="7141" y="1113"/>
                  <a:pt x="7141" y="1097"/>
                  <a:pt x="7126" y="1097"/>
                </a:cubicBezTo>
                <a:close/>
                <a:moveTo>
                  <a:pt x="291" y="1085"/>
                </a:moveTo>
                <a:cubicBezTo>
                  <a:pt x="284" y="1085"/>
                  <a:pt x="275" y="1085"/>
                  <a:pt x="283" y="1088"/>
                </a:cubicBezTo>
                <a:lnTo>
                  <a:pt x="283" y="1088"/>
                </a:lnTo>
                <a:cubicBezTo>
                  <a:pt x="287" y="1088"/>
                  <a:pt x="307" y="1088"/>
                  <a:pt x="296" y="1085"/>
                </a:cubicBezTo>
                <a:cubicBezTo>
                  <a:pt x="295" y="1085"/>
                  <a:pt x="293" y="1085"/>
                  <a:pt x="291" y="1085"/>
                </a:cubicBezTo>
                <a:close/>
                <a:moveTo>
                  <a:pt x="316" y="1078"/>
                </a:moveTo>
                <a:cubicBezTo>
                  <a:pt x="314" y="1083"/>
                  <a:pt x="305" y="1083"/>
                  <a:pt x="306" y="1091"/>
                </a:cubicBezTo>
                <a:lnTo>
                  <a:pt x="306" y="1095"/>
                </a:lnTo>
                <a:lnTo>
                  <a:pt x="305" y="1094"/>
                </a:lnTo>
                <a:lnTo>
                  <a:pt x="306" y="1095"/>
                </a:lnTo>
                <a:lnTo>
                  <a:pt x="306" y="1095"/>
                </a:lnTo>
                <a:lnTo>
                  <a:pt x="310" y="1095"/>
                </a:lnTo>
                <a:cubicBezTo>
                  <a:pt x="314" y="1095"/>
                  <a:pt x="319" y="1094"/>
                  <a:pt x="323" y="1092"/>
                </a:cubicBezTo>
                <a:cubicBezTo>
                  <a:pt x="324" y="1084"/>
                  <a:pt x="322" y="1078"/>
                  <a:pt x="316" y="1078"/>
                </a:cubicBezTo>
                <a:close/>
                <a:moveTo>
                  <a:pt x="467" y="1057"/>
                </a:moveTo>
                <a:lnTo>
                  <a:pt x="467" y="1058"/>
                </a:lnTo>
                <a:cubicBezTo>
                  <a:pt x="457" y="1076"/>
                  <a:pt x="477" y="1095"/>
                  <a:pt x="467" y="1115"/>
                </a:cubicBezTo>
                <a:cubicBezTo>
                  <a:pt x="473" y="1112"/>
                  <a:pt x="478" y="1125"/>
                  <a:pt x="480" y="1115"/>
                </a:cubicBezTo>
                <a:cubicBezTo>
                  <a:pt x="469" y="1101"/>
                  <a:pt x="494" y="1095"/>
                  <a:pt x="494" y="1081"/>
                </a:cubicBezTo>
                <a:cubicBezTo>
                  <a:pt x="480" y="1082"/>
                  <a:pt x="490" y="1069"/>
                  <a:pt x="494" y="1067"/>
                </a:cubicBezTo>
                <a:cubicBezTo>
                  <a:pt x="486" y="1062"/>
                  <a:pt x="477" y="1058"/>
                  <a:pt x="467" y="1057"/>
                </a:cubicBezTo>
                <a:close/>
                <a:moveTo>
                  <a:pt x="300" y="1007"/>
                </a:moveTo>
                <a:cubicBezTo>
                  <a:pt x="304" y="1018"/>
                  <a:pt x="301" y="1038"/>
                  <a:pt x="317" y="1038"/>
                </a:cubicBezTo>
                <a:cubicBezTo>
                  <a:pt x="324" y="1034"/>
                  <a:pt x="318" y="1016"/>
                  <a:pt x="320" y="1007"/>
                </a:cubicBezTo>
                <a:lnTo>
                  <a:pt x="300" y="1007"/>
                </a:lnTo>
                <a:close/>
                <a:moveTo>
                  <a:pt x="7125" y="1000"/>
                </a:moveTo>
                <a:cubicBezTo>
                  <a:pt x="7118" y="1000"/>
                  <a:pt x="7112" y="1002"/>
                  <a:pt x="7109" y="1006"/>
                </a:cubicBezTo>
                <a:lnTo>
                  <a:pt x="7108" y="1009"/>
                </a:lnTo>
                <a:lnTo>
                  <a:pt x="7108" y="1009"/>
                </a:lnTo>
                <a:lnTo>
                  <a:pt x="7108" y="1010"/>
                </a:lnTo>
                <a:lnTo>
                  <a:pt x="7108" y="1009"/>
                </a:lnTo>
                <a:lnTo>
                  <a:pt x="7110" y="1011"/>
                </a:lnTo>
                <a:cubicBezTo>
                  <a:pt x="7111" y="1011"/>
                  <a:pt x="7112" y="1012"/>
                  <a:pt x="7113" y="1012"/>
                </a:cubicBezTo>
                <a:cubicBezTo>
                  <a:pt x="7122" y="1015"/>
                  <a:pt x="7132" y="1009"/>
                  <a:pt x="7135" y="1000"/>
                </a:cubicBezTo>
                <a:cubicBezTo>
                  <a:pt x="7131" y="1000"/>
                  <a:pt x="7128" y="1000"/>
                  <a:pt x="7125" y="1000"/>
                </a:cubicBezTo>
                <a:close/>
                <a:moveTo>
                  <a:pt x="7122" y="983"/>
                </a:moveTo>
                <a:cubicBezTo>
                  <a:pt x="7120" y="982"/>
                  <a:pt x="7117" y="983"/>
                  <a:pt x="7116" y="985"/>
                </a:cubicBezTo>
                <a:lnTo>
                  <a:pt x="7115" y="986"/>
                </a:lnTo>
                <a:lnTo>
                  <a:pt x="7115" y="986"/>
                </a:lnTo>
                <a:lnTo>
                  <a:pt x="7115" y="986"/>
                </a:lnTo>
                <a:lnTo>
                  <a:pt x="7115" y="986"/>
                </a:lnTo>
                <a:lnTo>
                  <a:pt x="7117" y="986"/>
                </a:lnTo>
                <a:cubicBezTo>
                  <a:pt x="7122" y="989"/>
                  <a:pt x="7125" y="993"/>
                  <a:pt x="7131" y="994"/>
                </a:cubicBezTo>
                <a:cubicBezTo>
                  <a:pt x="7134" y="987"/>
                  <a:pt x="7128" y="983"/>
                  <a:pt x="7122" y="983"/>
                </a:cubicBezTo>
                <a:close/>
                <a:moveTo>
                  <a:pt x="7104" y="962"/>
                </a:moveTo>
                <a:cubicBezTo>
                  <a:pt x="7094" y="962"/>
                  <a:pt x="7092" y="974"/>
                  <a:pt x="7102" y="976"/>
                </a:cubicBezTo>
                <a:lnTo>
                  <a:pt x="7102" y="975"/>
                </a:lnTo>
                <a:cubicBezTo>
                  <a:pt x="7103" y="970"/>
                  <a:pt x="7107" y="967"/>
                  <a:pt x="7109" y="963"/>
                </a:cubicBezTo>
                <a:cubicBezTo>
                  <a:pt x="7107" y="962"/>
                  <a:pt x="7105" y="962"/>
                  <a:pt x="7104" y="962"/>
                </a:cubicBezTo>
                <a:close/>
                <a:moveTo>
                  <a:pt x="277" y="947"/>
                </a:moveTo>
                <a:cubicBezTo>
                  <a:pt x="260" y="955"/>
                  <a:pt x="288" y="955"/>
                  <a:pt x="277" y="947"/>
                </a:cubicBezTo>
                <a:close/>
                <a:moveTo>
                  <a:pt x="7175" y="946"/>
                </a:moveTo>
                <a:cubicBezTo>
                  <a:pt x="7163" y="945"/>
                  <a:pt x="7149" y="951"/>
                  <a:pt x="7156" y="957"/>
                </a:cubicBezTo>
                <a:cubicBezTo>
                  <a:pt x="7159" y="948"/>
                  <a:pt x="7180" y="960"/>
                  <a:pt x="7179" y="947"/>
                </a:cubicBezTo>
                <a:lnTo>
                  <a:pt x="7179" y="946"/>
                </a:lnTo>
                <a:cubicBezTo>
                  <a:pt x="7178" y="946"/>
                  <a:pt x="7176" y="946"/>
                  <a:pt x="7175" y="946"/>
                </a:cubicBezTo>
                <a:close/>
                <a:moveTo>
                  <a:pt x="7099" y="932"/>
                </a:moveTo>
                <a:cubicBezTo>
                  <a:pt x="7080" y="937"/>
                  <a:pt x="7091" y="949"/>
                  <a:pt x="7099" y="932"/>
                </a:cubicBezTo>
                <a:close/>
                <a:moveTo>
                  <a:pt x="7173" y="920"/>
                </a:moveTo>
                <a:cubicBezTo>
                  <a:pt x="7172" y="920"/>
                  <a:pt x="7171" y="920"/>
                  <a:pt x="7170" y="920"/>
                </a:cubicBezTo>
                <a:cubicBezTo>
                  <a:pt x="7169" y="931"/>
                  <a:pt x="7182" y="928"/>
                  <a:pt x="7186" y="934"/>
                </a:cubicBezTo>
                <a:cubicBezTo>
                  <a:pt x="7187" y="929"/>
                  <a:pt x="7190" y="929"/>
                  <a:pt x="7190" y="924"/>
                </a:cubicBezTo>
                <a:lnTo>
                  <a:pt x="7190" y="923"/>
                </a:lnTo>
                <a:cubicBezTo>
                  <a:pt x="7183" y="923"/>
                  <a:pt x="7181" y="919"/>
                  <a:pt x="7173" y="920"/>
                </a:cubicBezTo>
                <a:close/>
                <a:moveTo>
                  <a:pt x="256" y="915"/>
                </a:moveTo>
                <a:cubicBezTo>
                  <a:pt x="255" y="915"/>
                  <a:pt x="254" y="916"/>
                  <a:pt x="253" y="916"/>
                </a:cubicBezTo>
                <a:cubicBezTo>
                  <a:pt x="255" y="921"/>
                  <a:pt x="249" y="933"/>
                  <a:pt x="256" y="933"/>
                </a:cubicBezTo>
                <a:lnTo>
                  <a:pt x="256" y="932"/>
                </a:lnTo>
                <a:cubicBezTo>
                  <a:pt x="256" y="927"/>
                  <a:pt x="262" y="929"/>
                  <a:pt x="263" y="926"/>
                </a:cubicBezTo>
                <a:cubicBezTo>
                  <a:pt x="256" y="927"/>
                  <a:pt x="263" y="915"/>
                  <a:pt x="256" y="915"/>
                </a:cubicBezTo>
                <a:close/>
                <a:moveTo>
                  <a:pt x="7130" y="909"/>
                </a:moveTo>
                <a:cubicBezTo>
                  <a:pt x="7120" y="915"/>
                  <a:pt x="7108" y="917"/>
                  <a:pt x="7096" y="915"/>
                </a:cubicBezTo>
                <a:cubicBezTo>
                  <a:pt x="7095" y="927"/>
                  <a:pt x="7113" y="922"/>
                  <a:pt x="7113" y="932"/>
                </a:cubicBezTo>
                <a:cubicBezTo>
                  <a:pt x="7104" y="930"/>
                  <a:pt x="7101" y="933"/>
                  <a:pt x="7102" y="942"/>
                </a:cubicBezTo>
                <a:cubicBezTo>
                  <a:pt x="7108" y="943"/>
                  <a:pt x="7114" y="942"/>
                  <a:pt x="7119" y="939"/>
                </a:cubicBezTo>
                <a:cubicBezTo>
                  <a:pt x="7132" y="947"/>
                  <a:pt x="7121" y="974"/>
                  <a:pt x="7132" y="970"/>
                </a:cubicBezTo>
                <a:lnTo>
                  <a:pt x="7132" y="969"/>
                </a:lnTo>
                <a:cubicBezTo>
                  <a:pt x="7120" y="957"/>
                  <a:pt x="7147" y="958"/>
                  <a:pt x="7139" y="940"/>
                </a:cubicBezTo>
                <a:cubicBezTo>
                  <a:pt x="7135" y="931"/>
                  <a:pt x="7126" y="943"/>
                  <a:pt x="7126" y="936"/>
                </a:cubicBezTo>
                <a:cubicBezTo>
                  <a:pt x="7125" y="923"/>
                  <a:pt x="7140" y="927"/>
                  <a:pt x="7137" y="913"/>
                </a:cubicBezTo>
                <a:cubicBezTo>
                  <a:pt x="7134" y="912"/>
                  <a:pt x="7130" y="912"/>
                  <a:pt x="7130" y="909"/>
                </a:cubicBezTo>
                <a:close/>
                <a:moveTo>
                  <a:pt x="324" y="899"/>
                </a:moveTo>
                <a:cubicBezTo>
                  <a:pt x="312" y="899"/>
                  <a:pt x="314" y="913"/>
                  <a:pt x="312" y="922"/>
                </a:cubicBezTo>
                <a:lnTo>
                  <a:pt x="310" y="925"/>
                </a:lnTo>
                <a:lnTo>
                  <a:pt x="310" y="925"/>
                </a:lnTo>
                <a:lnTo>
                  <a:pt x="310" y="926"/>
                </a:lnTo>
                <a:lnTo>
                  <a:pt x="310" y="925"/>
                </a:lnTo>
                <a:lnTo>
                  <a:pt x="313" y="926"/>
                </a:lnTo>
                <a:cubicBezTo>
                  <a:pt x="329" y="929"/>
                  <a:pt x="322" y="910"/>
                  <a:pt x="324" y="899"/>
                </a:cubicBezTo>
                <a:close/>
                <a:moveTo>
                  <a:pt x="300" y="881"/>
                </a:moveTo>
                <a:cubicBezTo>
                  <a:pt x="293" y="881"/>
                  <a:pt x="302" y="897"/>
                  <a:pt x="307" y="892"/>
                </a:cubicBezTo>
                <a:cubicBezTo>
                  <a:pt x="310" y="889"/>
                  <a:pt x="305" y="882"/>
                  <a:pt x="304" y="882"/>
                </a:cubicBezTo>
                <a:lnTo>
                  <a:pt x="303" y="881"/>
                </a:lnTo>
                <a:cubicBezTo>
                  <a:pt x="302" y="881"/>
                  <a:pt x="301" y="881"/>
                  <a:pt x="300" y="881"/>
                </a:cubicBezTo>
                <a:close/>
                <a:moveTo>
                  <a:pt x="177" y="881"/>
                </a:moveTo>
                <a:cubicBezTo>
                  <a:pt x="171" y="880"/>
                  <a:pt x="170" y="893"/>
                  <a:pt x="176" y="892"/>
                </a:cubicBezTo>
                <a:lnTo>
                  <a:pt x="176" y="891"/>
                </a:lnTo>
                <a:cubicBezTo>
                  <a:pt x="176" y="887"/>
                  <a:pt x="181" y="886"/>
                  <a:pt x="180" y="882"/>
                </a:cubicBezTo>
                <a:cubicBezTo>
                  <a:pt x="179" y="881"/>
                  <a:pt x="178" y="881"/>
                  <a:pt x="177" y="881"/>
                </a:cubicBezTo>
                <a:close/>
                <a:moveTo>
                  <a:pt x="7139" y="874"/>
                </a:moveTo>
                <a:cubicBezTo>
                  <a:pt x="7140" y="874"/>
                  <a:pt x="7141" y="874"/>
                  <a:pt x="7143" y="874"/>
                </a:cubicBezTo>
                <a:lnTo>
                  <a:pt x="7143" y="874"/>
                </a:lnTo>
                <a:lnTo>
                  <a:pt x="7144" y="875"/>
                </a:lnTo>
                <a:cubicBezTo>
                  <a:pt x="7144" y="879"/>
                  <a:pt x="7143" y="882"/>
                  <a:pt x="7141" y="884"/>
                </a:cubicBezTo>
                <a:lnTo>
                  <a:pt x="7139" y="888"/>
                </a:lnTo>
                <a:lnTo>
                  <a:pt x="7138" y="886"/>
                </a:lnTo>
                <a:cubicBezTo>
                  <a:pt x="7137" y="884"/>
                  <a:pt x="7137" y="880"/>
                  <a:pt x="7139" y="874"/>
                </a:cubicBezTo>
                <a:close/>
                <a:moveTo>
                  <a:pt x="284" y="868"/>
                </a:moveTo>
                <a:cubicBezTo>
                  <a:pt x="279" y="868"/>
                  <a:pt x="278" y="880"/>
                  <a:pt x="284" y="879"/>
                </a:cubicBezTo>
                <a:lnTo>
                  <a:pt x="283" y="878"/>
                </a:lnTo>
                <a:cubicBezTo>
                  <a:pt x="284" y="874"/>
                  <a:pt x="288" y="873"/>
                  <a:pt x="287" y="869"/>
                </a:cubicBezTo>
                <a:cubicBezTo>
                  <a:pt x="286" y="868"/>
                  <a:pt x="285" y="868"/>
                  <a:pt x="284" y="868"/>
                </a:cubicBezTo>
                <a:close/>
                <a:moveTo>
                  <a:pt x="219" y="845"/>
                </a:moveTo>
                <a:cubicBezTo>
                  <a:pt x="216" y="867"/>
                  <a:pt x="230" y="886"/>
                  <a:pt x="216" y="899"/>
                </a:cubicBezTo>
                <a:cubicBezTo>
                  <a:pt x="211" y="899"/>
                  <a:pt x="213" y="890"/>
                  <a:pt x="206" y="892"/>
                </a:cubicBezTo>
                <a:cubicBezTo>
                  <a:pt x="207" y="897"/>
                  <a:pt x="204" y="899"/>
                  <a:pt x="201" y="900"/>
                </a:cubicBezTo>
                <a:lnTo>
                  <a:pt x="200" y="901"/>
                </a:lnTo>
                <a:lnTo>
                  <a:pt x="200" y="901"/>
                </a:lnTo>
                <a:lnTo>
                  <a:pt x="199" y="902"/>
                </a:lnTo>
                <a:lnTo>
                  <a:pt x="200" y="901"/>
                </a:lnTo>
                <a:lnTo>
                  <a:pt x="213" y="903"/>
                </a:lnTo>
                <a:cubicBezTo>
                  <a:pt x="226" y="904"/>
                  <a:pt x="240" y="903"/>
                  <a:pt x="253" y="900"/>
                </a:cubicBezTo>
                <a:cubicBezTo>
                  <a:pt x="239" y="900"/>
                  <a:pt x="260" y="887"/>
                  <a:pt x="253" y="873"/>
                </a:cubicBezTo>
                <a:cubicBezTo>
                  <a:pt x="247" y="871"/>
                  <a:pt x="239" y="871"/>
                  <a:pt x="236" y="866"/>
                </a:cubicBezTo>
                <a:cubicBezTo>
                  <a:pt x="234" y="853"/>
                  <a:pt x="242" y="851"/>
                  <a:pt x="246" y="845"/>
                </a:cubicBezTo>
                <a:lnTo>
                  <a:pt x="219" y="845"/>
                </a:lnTo>
                <a:close/>
                <a:moveTo>
                  <a:pt x="7041" y="842"/>
                </a:moveTo>
                <a:cubicBezTo>
                  <a:pt x="7041" y="844"/>
                  <a:pt x="7041" y="846"/>
                  <a:pt x="7041" y="849"/>
                </a:cubicBezTo>
                <a:lnTo>
                  <a:pt x="7048" y="849"/>
                </a:lnTo>
                <a:cubicBezTo>
                  <a:pt x="7048" y="846"/>
                  <a:pt x="7048" y="844"/>
                  <a:pt x="7048" y="842"/>
                </a:cubicBezTo>
                <a:lnTo>
                  <a:pt x="7041" y="842"/>
                </a:lnTo>
                <a:close/>
                <a:moveTo>
                  <a:pt x="274" y="841"/>
                </a:moveTo>
                <a:cubicBezTo>
                  <a:pt x="273" y="841"/>
                  <a:pt x="272" y="841"/>
                  <a:pt x="270" y="841"/>
                </a:cubicBezTo>
                <a:cubicBezTo>
                  <a:pt x="269" y="852"/>
                  <a:pt x="275" y="855"/>
                  <a:pt x="280" y="858"/>
                </a:cubicBezTo>
                <a:lnTo>
                  <a:pt x="280" y="858"/>
                </a:lnTo>
                <a:cubicBezTo>
                  <a:pt x="276" y="847"/>
                  <a:pt x="291" y="855"/>
                  <a:pt x="287" y="845"/>
                </a:cubicBezTo>
                <a:cubicBezTo>
                  <a:pt x="280" y="846"/>
                  <a:pt x="280" y="840"/>
                  <a:pt x="274" y="841"/>
                </a:cubicBezTo>
                <a:close/>
                <a:moveTo>
                  <a:pt x="238" y="827"/>
                </a:moveTo>
                <a:cubicBezTo>
                  <a:pt x="233" y="827"/>
                  <a:pt x="230" y="829"/>
                  <a:pt x="230" y="834"/>
                </a:cubicBezTo>
                <a:cubicBezTo>
                  <a:pt x="236" y="834"/>
                  <a:pt x="234" y="843"/>
                  <a:pt x="243" y="841"/>
                </a:cubicBezTo>
                <a:lnTo>
                  <a:pt x="243" y="827"/>
                </a:lnTo>
                <a:cubicBezTo>
                  <a:pt x="241" y="827"/>
                  <a:pt x="239" y="827"/>
                  <a:pt x="238" y="827"/>
                </a:cubicBezTo>
                <a:close/>
                <a:moveTo>
                  <a:pt x="7048" y="788"/>
                </a:moveTo>
                <a:cubicBezTo>
                  <a:pt x="7048" y="791"/>
                  <a:pt x="7048" y="795"/>
                  <a:pt x="7048" y="798"/>
                </a:cubicBezTo>
                <a:lnTo>
                  <a:pt x="7049" y="798"/>
                </a:lnTo>
                <a:cubicBezTo>
                  <a:pt x="7056" y="799"/>
                  <a:pt x="7059" y="796"/>
                  <a:pt x="7058" y="788"/>
                </a:cubicBezTo>
                <a:lnTo>
                  <a:pt x="7048" y="788"/>
                </a:lnTo>
                <a:close/>
                <a:moveTo>
                  <a:pt x="266" y="783"/>
                </a:moveTo>
                <a:cubicBezTo>
                  <a:pt x="259" y="783"/>
                  <a:pt x="253" y="788"/>
                  <a:pt x="242" y="787"/>
                </a:cubicBezTo>
                <a:cubicBezTo>
                  <a:pt x="245" y="800"/>
                  <a:pt x="231" y="803"/>
                  <a:pt x="239" y="811"/>
                </a:cubicBezTo>
                <a:lnTo>
                  <a:pt x="252" y="811"/>
                </a:lnTo>
                <a:cubicBezTo>
                  <a:pt x="248" y="792"/>
                  <a:pt x="264" y="793"/>
                  <a:pt x="273" y="787"/>
                </a:cubicBezTo>
                <a:lnTo>
                  <a:pt x="273" y="787"/>
                </a:lnTo>
                <a:cubicBezTo>
                  <a:pt x="271" y="784"/>
                  <a:pt x="269" y="783"/>
                  <a:pt x="266" y="783"/>
                </a:cubicBezTo>
                <a:close/>
                <a:moveTo>
                  <a:pt x="7184" y="773"/>
                </a:moveTo>
                <a:lnTo>
                  <a:pt x="7185" y="773"/>
                </a:lnTo>
                <a:cubicBezTo>
                  <a:pt x="7185" y="774"/>
                  <a:pt x="7185" y="774"/>
                  <a:pt x="7186" y="774"/>
                </a:cubicBezTo>
                <a:lnTo>
                  <a:pt x="7187" y="775"/>
                </a:lnTo>
                <a:cubicBezTo>
                  <a:pt x="7186" y="778"/>
                  <a:pt x="7185" y="779"/>
                  <a:pt x="7183" y="780"/>
                </a:cubicBezTo>
                <a:lnTo>
                  <a:pt x="7181" y="781"/>
                </a:lnTo>
                <a:lnTo>
                  <a:pt x="7182" y="780"/>
                </a:lnTo>
                <a:cubicBezTo>
                  <a:pt x="7182" y="779"/>
                  <a:pt x="7183" y="777"/>
                  <a:pt x="7183" y="776"/>
                </a:cubicBezTo>
                <a:lnTo>
                  <a:pt x="7184" y="773"/>
                </a:lnTo>
                <a:close/>
                <a:moveTo>
                  <a:pt x="7120" y="763"/>
                </a:moveTo>
                <a:cubicBezTo>
                  <a:pt x="7116" y="764"/>
                  <a:pt x="7110" y="763"/>
                  <a:pt x="7110" y="767"/>
                </a:cubicBezTo>
                <a:cubicBezTo>
                  <a:pt x="7112" y="767"/>
                  <a:pt x="7113" y="767"/>
                  <a:pt x="7113" y="770"/>
                </a:cubicBezTo>
                <a:lnTo>
                  <a:pt x="7113" y="769"/>
                </a:lnTo>
                <a:cubicBezTo>
                  <a:pt x="7117" y="769"/>
                  <a:pt x="7121" y="768"/>
                  <a:pt x="7120" y="763"/>
                </a:cubicBezTo>
                <a:close/>
                <a:moveTo>
                  <a:pt x="7039" y="758"/>
                </a:moveTo>
                <a:cubicBezTo>
                  <a:pt x="7039" y="761"/>
                  <a:pt x="7039" y="764"/>
                  <a:pt x="7039" y="768"/>
                </a:cubicBezTo>
                <a:lnTo>
                  <a:pt x="7046" y="768"/>
                </a:lnTo>
                <a:lnTo>
                  <a:pt x="7046" y="758"/>
                </a:lnTo>
                <a:lnTo>
                  <a:pt x="7039" y="758"/>
                </a:lnTo>
                <a:close/>
                <a:moveTo>
                  <a:pt x="7139" y="754"/>
                </a:moveTo>
                <a:cubicBezTo>
                  <a:pt x="7136" y="754"/>
                  <a:pt x="7132" y="756"/>
                  <a:pt x="7130" y="760"/>
                </a:cubicBezTo>
                <a:lnTo>
                  <a:pt x="7130" y="763"/>
                </a:lnTo>
                <a:lnTo>
                  <a:pt x="7130" y="763"/>
                </a:lnTo>
                <a:lnTo>
                  <a:pt x="7130" y="764"/>
                </a:lnTo>
                <a:lnTo>
                  <a:pt x="7130" y="763"/>
                </a:lnTo>
                <a:lnTo>
                  <a:pt x="7136" y="763"/>
                </a:lnTo>
                <a:cubicBezTo>
                  <a:pt x="7142" y="763"/>
                  <a:pt x="7146" y="762"/>
                  <a:pt x="7147" y="757"/>
                </a:cubicBezTo>
                <a:cubicBezTo>
                  <a:pt x="7145" y="755"/>
                  <a:pt x="7142" y="754"/>
                  <a:pt x="7139" y="754"/>
                </a:cubicBezTo>
                <a:close/>
                <a:moveTo>
                  <a:pt x="7067" y="734"/>
                </a:moveTo>
                <a:lnTo>
                  <a:pt x="7067" y="741"/>
                </a:lnTo>
                <a:lnTo>
                  <a:pt x="7080" y="741"/>
                </a:lnTo>
                <a:cubicBezTo>
                  <a:pt x="7080" y="739"/>
                  <a:pt x="7080" y="737"/>
                  <a:pt x="7080" y="734"/>
                </a:cubicBezTo>
                <a:lnTo>
                  <a:pt x="7067" y="734"/>
                </a:lnTo>
                <a:close/>
                <a:moveTo>
                  <a:pt x="7047" y="734"/>
                </a:moveTo>
                <a:cubicBezTo>
                  <a:pt x="7042" y="734"/>
                  <a:pt x="7037" y="735"/>
                  <a:pt x="7037" y="740"/>
                </a:cubicBezTo>
                <a:cubicBezTo>
                  <a:pt x="7043" y="739"/>
                  <a:pt x="7057" y="745"/>
                  <a:pt x="7054" y="734"/>
                </a:cubicBezTo>
                <a:lnTo>
                  <a:pt x="7053" y="734"/>
                </a:lnTo>
                <a:cubicBezTo>
                  <a:pt x="7051" y="734"/>
                  <a:pt x="7049" y="734"/>
                  <a:pt x="7047" y="734"/>
                </a:cubicBezTo>
                <a:close/>
                <a:moveTo>
                  <a:pt x="250" y="726"/>
                </a:moveTo>
                <a:cubicBezTo>
                  <a:pt x="249" y="727"/>
                  <a:pt x="249" y="728"/>
                  <a:pt x="248" y="729"/>
                </a:cubicBezTo>
                <a:cubicBezTo>
                  <a:pt x="246" y="734"/>
                  <a:pt x="248" y="741"/>
                  <a:pt x="253" y="743"/>
                </a:cubicBezTo>
                <a:lnTo>
                  <a:pt x="254" y="743"/>
                </a:lnTo>
                <a:cubicBezTo>
                  <a:pt x="252" y="738"/>
                  <a:pt x="258" y="725"/>
                  <a:pt x="250" y="726"/>
                </a:cubicBezTo>
                <a:close/>
                <a:moveTo>
                  <a:pt x="7051" y="709"/>
                </a:moveTo>
                <a:cubicBezTo>
                  <a:pt x="7046" y="710"/>
                  <a:pt x="7041" y="714"/>
                  <a:pt x="7041" y="720"/>
                </a:cubicBezTo>
                <a:cubicBezTo>
                  <a:pt x="7048" y="728"/>
                  <a:pt x="7057" y="721"/>
                  <a:pt x="7057" y="710"/>
                </a:cubicBezTo>
                <a:lnTo>
                  <a:pt x="7057" y="710"/>
                </a:lnTo>
                <a:cubicBezTo>
                  <a:pt x="7056" y="710"/>
                  <a:pt x="7055" y="710"/>
                  <a:pt x="7054" y="709"/>
                </a:cubicBezTo>
                <a:cubicBezTo>
                  <a:pt x="7053" y="709"/>
                  <a:pt x="7052" y="709"/>
                  <a:pt x="7051" y="709"/>
                </a:cubicBezTo>
                <a:close/>
                <a:moveTo>
                  <a:pt x="240" y="707"/>
                </a:moveTo>
                <a:cubicBezTo>
                  <a:pt x="237" y="707"/>
                  <a:pt x="235" y="709"/>
                  <a:pt x="233" y="713"/>
                </a:cubicBezTo>
                <a:cubicBezTo>
                  <a:pt x="236" y="714"/>
                  <a:pt x="236" y="716"/>
                  <a:pt x="236" y="719"/>
                </a:cubicBezTo>
                <a:lnTo>
                  <a:pt x="237" y="719"/>
                </a:lnTo>
                <a:cubicBezTo>
                  <a:pt x="252" y="719"/>
                  <a:pt x="246" y="706"/>
                  <a:pt x="240" y="707"/>
                </a:cubicBezTo>
                <a:close/>
                <a:moveTo>
                  <a:pt x="7088" y="705"/>
                </a:moveTo>
                <a:cubicBezTo>
                  <a:pt x="7097" y="719"/>
                  <a:pt x="7078" y="741"/>
                  <a:pt x="7097" y="742"/>
                </a:cubicBezTo>
                <a:lnTo>
                  <a:pt x="7097" y="742"/>
                </a:lnTo>
                <a:cubicBezTo>
                  <a:pt x="7090" y="726"/>
                  <a:pt x="7103" y="712"/>
                  <a:pt x="7088" y="705"/>
                </a:cubicBezTo>
                <a:close/>
                <a:moveTo>
                  <a:pt x="7117" y="700"/>
                </a:moveTo>
                <a:cubicBezTo>
                  <a:pt x="7101" y="700"/>
                  <a:pt x="7099" y="732"/>
                  <a:pt x="7107" y="750"/>
                </a:cubicBezTo>
                <a:cubicBezTo>
                  <a:pt x="7121" y="749"/>
                  <a:pt x="7135" y="745"/>
                  <a:pt x="7147" y="737"/>
                </a:cubicBezTo>
                <a:cubicBezTo>
                  <a:pt x="7138" y="728"/>
                  <a:pt x="7115" y="734"/>
                  <a:pt x="7111" y="719"/>
                </a:cubicBezTo>
                <a:cubicBezTo>
                  <a:pt x="7107" y="704"/>
                  <a:pt x="7127" y="715"/>
                  <a:pt x="7125" y="703"/>
                </a:cubicBezTo>
                <a:lnTo>
                  <a:pt x="7125" y="702"/>
                </a:lnTo>
                <a:cubicBezTo>
                  <a:pt x="7122" y="700"/>
                  <a:pt x="7119" y="700"/>
                  <a:pt x="7117" y="700"/>
                </a:cubicBezTo>
                <a:close/>
                <a:moveTo>
                  <a:pt x="323" y="694"/>
                </a:moveTo>
                <a:cubicBezTo>
                  <a:pt x="313" y="694"/>
                  <a:pt x="320" y="711"/>
                  <a:pt x="308" y="708"/>
                </a:cubicBezTo>
                <a:cubicBezTo>
                  <a:pt x="309" y="699"/>
                  <a:pt x="307" y="694"/>
                  <a:pt x="298" y="695"/>
                </a:cubicBezTo>
                <a:cubicBezTo>
                  <a:pt x="290" y="700"/>
                  <a:pt x="290" y="714"/>
                  <a:pt x="271" y="708"/>
                </a:cubicBezTo>
                <a:cubicBezTo>
                  <a:pt x="278" y="722"/>
                  <a:pt x="263" y="723"/>
                  <a:pt x="258" y="732"/>
                </a:cubicBezTo>
                <a:cubicBezTo>
                  <a:pt x="257" y="742"/>
                  <a:pt x="265" y="743"/>
                  <a:pt x="264" y="753"/>
                </a:cubicBezTo>
                <a:cubicBezTo>
                  <a:pt x="257" y="756"/>
                  <a:pt x="247" y="757"/>
                  <a:pt x="247" y="766"/>
                </a:cubicBezTo>
                <a:cubicBezTo>
                  <a:pt x="258" y="768"/>
                  <a:pt x="259" y="760"/>
                  <a:pt x="271" y="763"/>
                </a:cubicBezTo>
                <a:cubicBezTo>
                  <a:pt x="271" y="772"/>
                  <a:pt x="281" y="770"/>
                  <a:pt x="281" y="780"/>
                </a:cubicBezTo>
                <a:cubicBezTo>
                  <a:pt x="291" y="777"/>
                  <a:pt x="305" y="779"/>
                  <a:pt x="308" y="770"/>
                </a:cubicBezTo>
                <a:cubicBezTo>
                  <a:pt x="282" y="768"/>
                  <a:pt x="286" y="761"/>
                  <a:pt x="271" y="759"/>
                </a:cubicBezTo>
                <a:cubicBezTo>
                  <a:pt x="271" y="756"/>
                  <a:pt x="271" y="753"/>
                  <a:pt x="271" y="749"/>
                </a:cubicBezTo>
                <a:cubicBezTo>
                  <a:pt x="288" y="746"/>
                  <a:pt x="294" y="735"/>
                  <a:pt x="311" y="746"/>
                </a:cubicBezTo>
                <a:cubicBezTo>
                  <a:pt x="316" y="732"/>
                  <a:pt x="302" y="720"/>
                  <a:pt x="294" y="709"/>
                </a:cubicBezTo>
                <a:cubicBezTo>
                  <a:pt x="317" y="703"/>
                  <a:pt x="310" y="726"/>
                  <a:pt x="322" y="729"/>
                </a:cubicBezTo>
                <a:lnTo>
                  <a:pt x="324" y="730"/>
                </a:lnTo>
                <a:lnTo>
                  <a:pt x="324" y="730"/>
                </a:lnTo>
                <a:lnTo>
                  <a:pt x="324" y="730"/>
                </a:lnTo>
                <a:lnTo>
                  <a:pt x="324" y="730"/>
                </a:lnTo>
                <a:lnTo>
                  <a:pt x="324" y="727"/>
                </a:lnTo>
                <a:cubicBezTo>
                  <a:pt x="323" y="712"/>
                  <a:pt x="321" y="712"/>
                  <a:pt x="328" y="702"/>
                </a:cubicBezTo>
                <a:cubicBezTo>
                  <a:pt x="325" y="701"/>
                  <a:pt x="325" y="699"/>
                  <a:pt x="325" y="695"/>
                </a:cubicBezTo>
                <a:cubicBezTo>
                  <a:pt x="324" y="694"/>
                  <a:pt x="323" y="694"/>
                  <a:pt x="323" y="694"/>
                </a:cubicBezTo>
                <a:close/>
                <a:moveTo>
                  <a:pt x="167" y="693"/>
                </a:moveTo>
                <a:cubicBezTo>
                  <a:pt x="164" y="693"/>
                  <a:pt x="161" y="698"/>
                  <a:pt x="167" y="702"/>
                </a:cubicBezTo>
                <a:cubicBezTo>
                  <a:pt x="170" y="696"/>
                  <a:pt x="170" y="694"/>
                  <a:pt x="168" y="693"/>
                </a:cubicBezTo>
                <a:cubicBezTo>
                  <a:pt x="168" y="693"/>
                  <a:pt x="167" y="693"/>
                  <a:pt x="167" y="693"/>
                </a:cubicBezTo>
                <a:close/>
                <a:moveTo>
                  <a:pt x="7078" y="688"/>
                </a:moveTo>
                <a:lnTo>
                  <a:pt x="7078" y="688"/>
                </a:lnTo>
                <a:cubicBezTo>
                  <a:pt x="7070" y="687"/>
                  <a:pt x="7068" y="693"/>
                  <a:pt x="7058" y="691"/>
                </a:cubicBezTo>
                <a:cubicBezTo>
                  <a:pt x="7060" y="700"/>
                  <a:pt x="7071" y="701"/>
                  <a:pt x="7078" y="705"/>
                </a:cubicBezTo>
                <a:cubicBezTo>
                  <a:pt x="7076" y="694"/>
                  <a:pt x="7084" y="695"/>
                  <a:pt x="7078" y="688"/>
                </a:cubicBezTo>
                <a:close/>
                <a:moveTo>
                  <a:pt x="7098" y="684"/>
                </a:moveTo>
                <a:lnTo>
                  <a:pt x="7098" y="685"/>
                </a:lnTo>
                <a:lnTo>
                  <a:pt x="7098" y="685"/>
                </a:lnTo>
                <a:lnTo>
                  <a:pt x="7098" y="688"/>
                </a:lnTo>
                <a:cubicBezTo>
                  <a:pt x="7098" y="692"/>
                  <a:pt x="7097" y="695"/>
                  <a:pt x="7095" y="699"/>
                </a:cubicBezTo>
                <a:cubicBezTo>
                  <a:pt x="7101" y="697"/>
                  <a:pt x="7109" y="698"/>
                  <a:pt x="7108" y="689"/>
                </a:cubicBezTo>
                <a:cubicBezTo>
                  <a:pt x="7105" y="689"/>
                  <a:pt x="7103" y="688"/>
                  <a:pt x="7100" y="687"/>
                </a:cubicBezTo>
                <a:lnTo>
                  <a:pt x="7098" y="685"/>
                </a:lnTo>
                <a:lnTo>
                  <a:pt x="7098" y="684"/>
                </a:lnTo>
                <a:close/>
                <a:moveTo>
                  <a:pt x="7018" y="682"/>
                </a:moveTo>
                <a:cubicBezTo>
                  <a:pt x="7018" y="688"/>
                  <a:pt x="7017" y="694"/>
                  <a:pt x="7024" y="693"/>
                </a:cubicBezTo>
                <a:lnTo>
                  <a:pt x="7024" y="686"/>
                </a:lnTo>
                <a:cubicBezTo>
                  <a:pt x="7021" y="686"/>
                  <a:pt x="7020" y="682"/>
                  <a:pt x="7018" y="682"/>
                </a:cubicBezTo>
                <a:close/>
                <a:moveTo>
                  <a:pt x="7173" y="681"/>
                </a:moveTo>
                <a:cubicBezTo>
                  <a:pt x="7171" y="681"/>
                  <a:pt x="7170" y="681"/>
                  <a:pt x="7168" y="683"/>
                </a:cubicBezTo>
                <a:cubicBezTo>
                  <a:pt x="7164" y="699"/>
                  <a:pt x="7188" y="688"/>
                  <a:pt x="7184" y="704"/>
                </a:cubicBezTo>
                <a:cubicBezTo>
                  <a:pt x="7192" y="705"/>
                  <a:pt x="7199" y="702"/>
                  <a:pt x="7205" y="698"/>
                </a:cubicBezTo>
                <a:cubicBezTo>
                  <a:pt x="7200" y="696"/>
                  <a:pt x="7201" y="690"/>
                  <a:pt x="7199" y="687"/>
                </a:cubicBezTo>
                <a:lnTo>
                  <a:pt x="7199" y="686"/>
                </a:lnTo>
                <a:cubicBezTo>
                  <a:pt x="7186" y="690"/>
                  <a:pt x="7179" y="680"/>
                  <a:pt x="7173" y="681"/>
                </a:cubicBezTo>
                <a:close/>
                <a:moveTo>
                  <a:pt x="7111" y="666"/>
                </a:moveTo>
                <a:lnTo>
                  <a:pt x="7114" y="668"/>
                </a:lnTo>
                <a:lnTo>
                  <a:pt x="7115" y="674"/>
                </a:lnTo>
                <a:cubicBezTo>
                  <a:pt x="7115" y="675"/>
                  <a:pt x="7115" y="677"/>
                  <a:pt x="7115" y="679"/>
                </a:cubicBezTo>
                <a:cubicBezTo>
                  <a:pt x="7114" y="679"/>
                  <a:pt x="7113" y="679"/>
                  <a:pt x="7112" y="679"/>
                </a:cubicBezTo>
                <a:lnTo>
                  <a:pt x="7111" y="679"/>
                </a:lnTo>
                <a:lnTo>
                  <a:pt x="7110" y="677"/>
                </a:lnTo>
                <a:cubicBezTo>
                  <a:pt x="7110" y="673"/>
                  <a:pt x="7110" y="670"/>
                  <a:pt x="7111" y="666"/>
                </a:cubicBezTo>
                <a:close/>
                <a:moveTo>
                  <a:pt x="7139" y="662"/>
                </a:moveTo>
                <a:cubicBezTo>
                  <a:pt x="7134" y="672"/>
                  <a:pt x="7154" y="672"/>
                  <a:pt x="7149" y="662"/>
                </a:cubicBezTo>
                <a:lnTo>
                  <a:pt x="7139" y="662"/>
                </a:lnTo>
                <a:close/>
                <a:moveTo>
                  <a:pt x="286" y="652"/>
                </a:moveTo>
                <a:cubicBezTo>
                  <a:pt x="284" y="652"/>
                  <a:pt x="282" y="652"/>
                  <a:pt x="280" y="652"/>
                </a:cubicBezTo>
                <a:cubicBezTo>
                  <a:pt x="275" y="674"/>
                  <a:pt x="260" y="678"/>
                  <a:pt x="248" y="681"/>
                </a:cubicBezTo>
                <a:lnTo>
                  <a:pt x="244" y="682"/>
                </a:lnTo>
                <a:lnTo>
                  <a:pt x="243" y="682"/>
                </a:lnTo>
                <a:lnTo>
                  <a:pt x="243" y="682"/>
                </a:lnTo>
                <a:lnTo>
                  <a:pt x="244" y="682"/>
                </a:lnTo>
                <a:lnTo>
                  <a:pt x="248" y="685"/>
                </a:lnTo>
                <a:cubicBezTo>
                  <a:pt x="262" y="691"/>
                  <a:pt x="283" y="689"/>
                  <a:pt x="297" y="693"/>
                </a:cubicBezTo>
                <a:cubicBezTo>
                  <a:pt x="299" y="679"/>
                  <a:pt x="308" y="673"/>
                  <a:pt x="314" y="662"/>
                </a:cubicBezTo>
                <a:cubicBezTo>
                  <a:pt x="301" y="662"/>
                  <a:pt x="298" y="653"/>
                  <a:pt x="286" y="652"/>
                </a:cubicBezTo>
                <a:close/>
                <a:moveTo>
                  <a:pt x="7119" y="648"/>
                </a:moveTo>
                <a:cubicBezTo>
                  <a:pt x="7119" y="651"/>
                  <a:pt x="7113" y="655"/>
                  <a:pt x="7119" y="658"/>
                </a:cubicBezTo>
                <a:cubicBezTo>
                  <a:pt x="7119" y="654"/>
                  <a:pt x="7125" y="651"/>
                  <a:pt x="7119" y="648"/>
                </a:cubicBezTo>
                <a:lnTo>
                  <a:pt x="7119" y="648"/>
                </a:lnTo>
                <a:close/>
                <a:moveTo>
                  <a:pt x="251" y="646"/>
                </a:moveTo>
                <a:cubicBezTo>
                  <a:pt x="242" y="647"/>
                  <a:pt x="230" y="654"/>
                  <a:pt x="233" y="668"/>
                </a:cubicBezTo>
                <a:cubicBezTo>
                  <a:pt x="249" y="669"/>
                  <a:pt x="250" y="656"/>
                  <a:pt x="260" y="651"/>
                </a:cubicBezTo>
                <a:lnTo>
                  <a:pt x="261" y="651"/>
                </a:lnTo>
                <a:cubicBezTo>
                  <a:pt x="259" y="648"/>
                  <a:pt x="256" y="646"/>
                  <a:pt x="251" y="646"/>
                </a:cubicBezTo>
                <a:close/>
                <a:moveTo>
                  <a:pt x="307" y="645"/>
                </a:moveTo>
                <a:lnTo>
                  <a:pt x="307" y="655"/>
                </a:lnTo>
                <a:lnTo>
                  <a:pt x="307" y="655"/>
                </a:lnTo>
                <a:cubicBezTo>
                  <a:pt x="311" y="654"/>
                  <a:pt x="317" y="656"/>
                  <a:pt x="317" y="652"/>
                </a:cubicBezTo>
                <a:cubicBezTo>
                  <a:pt x="312" y="651"/>
                  <a:pt x="312" y="646"/>
                  <a:pt x="307" y="645"/>
                </a:cubicBezTo>
                <a:close/>
                <a:moveTo>
                  <a:pt x="254" y="607"/>
                </a:moveTo>
                <a:cubicBezTo>
                  <a:pt x="241" y="607"/>
                  <a:pt x="240" y="620"/>
                  <a:pt x="237" y="632"/>
                </a:cubicBezTo>
                <a:cubicBezTo>
                  <a:pt x="242" y="635"/>
                  <a:pt x="248" y="636"/>
                  <a:pt x="254" y="635"/>
                </a:cubicBezTo>
                <a:cubicBezTo>
                  <a:pt x="250" y="622"/>
                  <a:pt x="261" y="615"/>
                  <a:pt x="254" y="608"/>
                </a:cubicBezTo>
                <a:lnTo>
                  <a:pt x="254" y="607"/>
                </a:lnTo>
                <a:close/>
                <a:moveTo>
                  <a:pt x="7003" y="601"/>
                </a:moveTo>
                <a:cubicBezTo>
                  <a:pt x="7003" y="605"/>
                  <a:pt x="7002" y="608"/>
                  <a:pt x="6999" y="611"/>
                </a:cubicBezTo>
                <a:cubicBezTo>
                  <a:pt x="7004" y="615"/>
                  <a:pt x="7017" y="610"/>
                  <a:pt x="7020" y="601"/>
                </a:cubicBezTo>
                <a:lnTo>
                  <a:pt x="7003" y="601"/>
                </a:lnTo>
                <a:close/>
                <a:moveTo>
                  <a:pt x="7100" y="600"/>
                </a:moveTo>
                <a:cubicBezTo>
                  <a:pt x="7095" y="608"/>
                  <a:pt x="7111" y="610"/>
                  <a:pt x="7110" y="604"/>
                </a:cubicBezTo>
                <a:cubicBezTo>
                  <a:pt x="7108" y="603"/>
                  <a:pt x="7107" y="603"/>
                  <a:pt x="7107" y="600"/>
                </a:cubicBezTo>
                <a:lnTo>
                  <a:pt x="7100" y="600"/>
                </a:lnTo>
                <a:lnTo>
                  <a:pt x="7100" y="600"/>
                </a:lnTo>
                <a:close/>
                <a:moveTo>
                  <a:pt x="258" y="586"/>
                </a:moveTo>
                <a:cubicBezTo>
                  <a:pt x="252" y="586"/>
                  <a:pt x="252" y="598"/>
                  <a:pt x="257" y="597"/>
                </a:cubicBezTo>
                <a:cubicBezTo>
                  <a:pt x="257" y="593"/>
                  <a:pt x="260" y="593"/>
                  <a:pt x="260" y="587"/>
                </a:cubicBezTo>
                <a:lnTo>
                  <a:pt x="261" y="587"/>
                </a:lnTo>
                <a:cubicBezTo>
                  <a:pt x="260" y="586"/>
                  <a:pt x="259" y="586"/>
                  <a:pt x="258" y="586"/>
                </a:cubicBezTo>
                <a:close/>
                <a:moveTo>
                  <a:pt x="7094" y="583"/>
                </a:moveTo>
                <a:cubicBezTo>
                  <a:pt x="7094" y="586"/>
                  <a:pt x="7094" y="588"/>
                  <a:pt x="7092" y="589"/>
                </a:cubicBezTo>
                <a:lnTo>
                  <a:pt x="7091" y="590"/>
                </a:lnTo>
                <a:lnTo>
                  <a:pt x="7092" y="584"/>
                </a:lnTo>
                <a:lnTo>
                  <a:pt x="7094" y="584"/>
                </a:lnTo>
                <a:lnTo>
                  <a:pt x="7094" y="583"/>
                </a:lnTo>
                <a:close/>
                <a:moveTo>
                  <a:pt x="7041" y="571"/>
                </a:moveTo>
                <a:lnTo>
                  <a:pt x="7040" y="592"/>
                </a:lnTo>
                <a:cubicBezTo>
                  <a:pt x="7051" y="591"/>
                  <a:pt x="7055" y="577"/>
                  <a:pt x="7051" y="571"/>
                </a:cubicBezTo>
                <a:lnTo>
                  <a:pt x="7041" y="571"/>
                </a:lnTo>
                <a:close/>
                <a:moveTo>
                  <a:pt x="7005" y="560"/>
                </a:moveTo>
                <a:cubicBezTo>
                  <a:pt x="7008" y="566"/>
                  <a:pt x="6995" y="571"/>
                  <a:pt x="7005" y="573"/>
                </a:cubicBezTo>
                <a:cubicBezTo>
                  <a:pt x="7016" y="569"/>
                  <a:pt x="7019" y="582"/>
                  <a:pt x="7011" y="594"/>
                </a:cubicBezTo>
                <a:cubicBezTo>
                  <a:pt x="7026" y="598"/>
                  <a:pt x="7021" y="579"/>
                  <a:pt x="7028" y="574"/>
                </a:cubicBezTo>
                <a:lnTo>
                  <a:pt x="7027" y="574"/>
                </a:lnTo>
                <a:cubicBezTo>
                  <a:pt x="7019" y="570"/>
                  <a:pt x="7012" y="565"/>
                  <a:pt x="7005" y="560"/>
                </a:cubicBezTo>
                <a:close/>
                <a:moveTo>
                  <a:pt x="7125" y="533"/>
                </a:moveTo>
                <a:cubicBezTo>
                  <a:pt x="7125" y="537"/>
                  <a:pt x="7125" y="542"/>
                  <a:pt x="7125" y="547"/>
                </a:cubicBezTo>
                <a:cubicBezTo>
                  <a:pt x="7130" y="547"/>
                  <a:pt x="7135" y="545"/>
                  <a:pt x="7138" y="540"/>
                </a:cubicBezTo>
                <a:cubicBezTo>
                  <a:pt x="7133" y="538"/>
                  <a:pt x="7130" y="535"/>
                  <a:pt x="7125" y="533"/>
                </a:cubicBezTo>
                <a:lnTo>
                  <a:pt x="7125" y="533"/>
                </a:lnTo>
                <a:close/>
                <a:moveTo>
                  <a:pt x="7072" y="525"/>
                </a:moveTo>
                <a:cubicBezTo>
                  <a:pt x="7068" y="530"/>
                  <a:pt x="7062" y="532"/>
                  <a:pt x="7058" y="529"/>
                </a:cubicBezTo>
                <a:cubicBezTo>
                  <a:pt x="7055" y="545"/>
                  <a:pt x="7086" y="531"/>
                  <a:pt x="7072" y="526"/>
                </a:cubicBezTo>
                <a:lnTo>
                  <a:pt x="7072" y="525"/>
                </a:lnTo>
                <a:close/>
                <a:moveTo>
                  <a:pt x="304" y="520"/>
                </a:moveTo>
                <a:cubicBezTo>
                  <a:pt x="298" y="541"/>
                  <a:pt x="298" y="549"/>
                  <a:pt x="287" y="561"/>
                </a:cubicBezTo>
                <a:cubicBezTo>
                  <a:pt x="280" y="551"/>
                  <a:pt x="255" y="543"/>
                  <a:pt x="253" y="564"/>
                </a:cubicBezTo>
                <a:cubicBezTo>
                  <a:pt x="262" y="565"/>
                  <a:pt x="271" y="564"/>
                  <a:pt x="280" y="561"/>
                </a:cubicBezTo>
                <a:cubicBezTo>
                  <a:pt x="275" y="580"/>
                  <a:pt x="288" y="579"/>
                  <a:pt x="290" y="591"/>
                </a:cubicBezTo>
                <a:cubicBezTo>
                  <a:pt x="290" y="599"/>
                  <a:pt x="287" y="601"/>
                  <a:pt x="280" y="601"/>
                </a:cubicBezTo>
                <a:cubicBezTo>
                  <a:pt x="286" y="609"/>
                  <a:pt x="286" y="621"/>
                  <a:pt x="280" y="628"/>
                </a:cubicBezTo>
                <a:cubicBezTo>
                  <a:pt x="289" y="632"/>
                  <a:pt x="292" y="642"/>
                  <a:pt x="300" y="645"/>
                </a:cubicBezTo>
                <a:cubicBezTo>
                  <a:pt x="310" y="630"/>
                  <a:pt x="303" y="625"/>
                  <a:pt x="297" y="612"/>
                </a:cubicBezTo>
                <a:cubicBezTo>
                  <a:pt x="302" y="611"/>
                  <a:pt x="303" y="606"/>
                  <a:pt x="307" y="605"/>
                </a:cubicBezTo>
                <a:cubicBezTo>
                  <a:pt x="308" y="611"/>
                  <a:pt x="304" y="622"/>
                  <a:pt x="314" y="618"/>
                </a:cubicBezTo>
                <a:cubicBezTo>
                  <a:pt x="313" y="603"/>
                  <a:pt x="316" y="588"/>
                  <a:pt x="324" y="574"/>
                </a:cubicBezTo>
                <a:lnTo>
                  <a:pt x="308" y="574"/>
                </a:lnTo>
                <a:lnTo>
                  <a:pt x="308" y="574"/>
                </a:lnTo>
                <a:lnTo>
                  <a:pt x="307" y="574"/>
                </a:lnTo>
                <a:lnTo>
                  <a:pt x="308" y="574"/>
                </a:lnTo>
                <a:lnTo>
                  <a:pt x="307" y="576"/>
                </a:lnTo>
                <a:cubicBezTo>
                  <a:pt x="307" y="582"/>
                  <a:pt x="311" y="591"/>
                  <a:pt x="304" y="591"/>
                </a:cubicBezTo>
                <a:cubicBezTo>
                  <a:pt x="306" y="586"/>
                  <a:pt x="300" y="532"/>
                  <a:pt x="320" y="544"/>
                </a:cubicBezTo>
                <a:lnTo>
                  <a:pt x="320" y="527"/>
                </a:lnTo>
                <a:cubicBezTo>
                  <a:pt x="310" y="530"/>
                  <a:pt x="307" y="524"/>
                  <a:pt x="304" y="520"/>
                </a:cubicBezTo>
                <a:close/>
                <a:moveTo>
                  <a:pt x="210" y="500"/>
                </a:moveTo>
                <a:cubicBezTo>
                  <a:pt x="209" y="500"/>
                  <a:pt x="208" y="500"/>
                  <a:pt x="207" y="500"/>
                </a:cubicBezTo>
                <a:cubicBezTo>
                  <a:pt x="204" y="511"/>
                  <a:pt x="212" y="511"/>
                  <a:pt x="217" y="514"/>
                </a:cubicBezTo>
                <a:lnTo>
                  <a:pt x="217" y="513"/>
                </a:lnTo>
                <a:cubicBezTo>
                  <a:pt x="218" y="505"/>
                  <a:pt x="217" y="500"/>
                  <a:pt x="210" y="500"/>
                </a:cubicBezTo>
                <a:close/>
                <a:moveTo>
                  <a:pt x="335" y="476"/>
                </a:moveTo>
                <a:cubicBezTo>
                  <a:pt x="324" y="481"/>
                  <a:pt x="314" y="488"/>
                  <a:pt x="305" y="496"/>
                </a:cubicBezTo>
                <a:cubicBezTo>
                  <a:pt x="298" y="484"/>
                  <a:pt x="283" y="511"/>
                  <a:pt x="282" y="493"/>
                </a:cubicBezTo>
                <a:cubicBezTo>
                  <a:pt x="261" y="496"/>
                  <a:pt x="263" y="523"/>
                  <a:pt x="255" y="523"/>
                </a:cubicBezTo>
                <a:cubicBezTo>
                  <a:pt x="278" y="525"/>
                  <a:pt x="284" y="497"/>
                  <a:pt x="308" y="510"/>
                </a:cubicBezTo>
                <a:cubicBezTo>
                  <a:pt x="306" y="494"/>
                  <a:pt x="324" y="499"/>
                  <a:pt x="335" y="496"/>
                </a:cubicBezTo>
                <a:lnTo>
                  <a:pt x="335" y="476"/>
                </a:lnTo>
                <a:close/>
                <a:moveTo>
                  <a:pt x="7135" y="475"/>
                </a:moveTo>
                <a:cubicBezTo>
                  <a:pt x="7111" y="475"/>
                  <a:pt x="7122" y="508"/>
                  <a:pt x="7142" y="507"/>
                </a:cubicBezTo>
                <a:cubicBezTo>
                  <a:pt x="7140" y="496"/>
                  <a:pt x="7146" y="494"/>
                  <a:pt x="7146" y="486"/>
                </a:cubicBezTo>
                <a:cubicBezTo>
                  <a:pt x="7137" y="487"/>
                  <a:pt x="7135" y="481"/>
                  <a:pt x="7140" y="476"/>
                </a:cubicBezTo>
                <a:lnTo>
                  <a:pt x="7140" y="476"/>
                </a:lnTo>
                <a:cubicBezTo>
                  <a:pt x="7138" y="475"/>
                  <a:pt x="7136" y="475"/>
                  <a:pt x="7135" y="475"/>
                </a:cubicBezTo>
                <a:close/>
                <a:moveTo>
                  <a:pt x="7073" y="460"/>
                </a:moveTo>
                <a:cubicBezTo>
                  <a:pt x="7063" y="463"/>
                  <a:pt x="7064" y="459"/>
                  <a:pt x="7056" y="463"/>
                </a:cubicBezTo>
                <a:lnTo>
                  <a:pt x="7056" y="463"/>
                </a:lnTo>
                <a:cubicBezTo>
                  <a:pt x="7055" y="476"/>
                  <a:pt x="7068" y="474"/>
                  <a:pt x="7076" y="477"/>
                </a:cubicBezTo>
                <a:cubicBezTo>
                  <a:pt x="7079" y="468"/>
                  <a:pt x="7072" y="468"/>
                  <a:pt x="7073" y="460"/>
                </a:cubicBezTo>
                <a:close/>
                <a:moveTo>
                  <a:pt x="4237" y="441"/>
                </a:moveTo>
                <a:cubicBezTo>
                  <a:pt x="4229" y="442"/>
                  <a:pt x="4227" y="449"/>
                  <a:pt x="4227" y="455"/>
                </a:cubicBezTo>
                <a:cubicBezTo>
                  <a:pt x="4231" y="455"/>
                  <a:pt x="4235" y="457"/>
                  <a:pt x="4238" y="459"/>
                </a:cubicBezTo>
                <a:lnTo>
                  <a:pt x="4238" y="458"/>
                </a:lnTo>
                <a:cubicBezTo>
                  <a:pt x="4237" y="450"/>
                  <a:pt x="4244" y="451"/>
                  <a:pt x="4240" y="441"/>
                </a:cubicBezTo>
                <a:cubicBezTo>
                  <a:pt x="4239" y="441"/>
                  <a:pt x="4238" y="441"/>
                  <a:pt x="4237" y="441"/>
                </a:cubicBezTo>
                <a:close/>
                <a:moveTo>
                  <a:pt x="2771" y="434"/>
                </a:moveTo>
                <a:cubicBezTo>
                  <a:pt x="2771" y="436"/>
                  <a:pt x="2771" y="438"/>
                  <a:pt x="2771" y="441"/>
                </a:cubicBezTo>
                <a:lnTo>
                  <a:pt x="2778" y="441"/>
                </a:lnTo>
                <a:cubicBezTo>
                  <a:pt x="2778" y="438"/>
                  <a:pt x="2778" y="436"/>
                  <a:pt x="2778" y="434"/>
                </a:cubicBezTo>
                <a:lnTo>
                  <a:pt x="2771" y="434"/>
                </a:lnTo>
                <a:close/>
                <a:moveTo>
                  <a:pt x="3327" y="426"/>
                </a:moveTo>
                <a:cubicBezTo>
                  <a:pt x="3324" y="426"/>
                  <a:pt x="3322" y="428"/>
                  <a:pt x="3322" y="433"/>
                </a:cubicBezTo>
                <a:cubicBezTo>
                  <a:pt x="3336" y="434"/>
                  <a:pt x="3331" y="426"/>
                  <a:pt x="3327" y="426"/>
                </a:cubicBezTo>
                <a:close/>
                <a:moveTo>
                  <a:pt x="4235" y="423"/>
                </a:moveTo>
                <a:cubicBezTo>
                  <a:pt x="4231" y="423"/>
                  <a:pt x="4228" y="426"/>
                  <a:pt x="4227" y="432"/>
                </a:cubicBezTo>
                <a:lnTo>
                  <a:pt x="4228" y="432"/>
                </a:lnTo>
                <a:cubicBezTo>
                  <a:pt x="4232" y="437"/>
                  <a:pt x="4248" y="437"/>
                  <a:pt x="4247" y="428"/>
                </a:cubicBezTo>
                <a:cubicBezTo>
                  <a:pt x="4243" y="425"/>
                  <a:pt x="4238" y="423"/>
                  <a:pt x="4235" y="423"/>
                </a:cubicBezTo>
                <a:close/>
                <a:moveTo>
                  <a:pt x="309" y="419"/>
                </a:moveTo>
                <a:cubicBezTo>
                  <a:pt x="309" y="424"/>
                  <a:pt x="308" y="431"/>
                  <a:pt x="315" y="429"/>
                </a:cubicBezTo>
                <a:lnTo>
                  <a:pt x="315" y="419"/>
                </a:lnTo>
                <a:lnTo>
                  <a:pt x="309" y="419"/>
                </a:lnTo>
                <a:close/>
                <a:moveTo>
                  <a:pt x="292" y="419"/>
                </a:moveTo>
                <a:cubicBezTo>
                  <a:pt x="295" y="438"/>
                  <a:pt x="281" y="439"/>
                  <a:pt x="268" y="443"/>
                </a:cubicBezTo>
                <a:lnTo>
                  <a:pt x="268" y="456"/>
                </a:lnTo>
                <a:cubicBezTo>
                  <a:pt x="280" y="461"/>
                  <a:pt x="290" y="457"/>
                  <a:pt x="309" y="456"/>
                </a:cubicBezTo>
                <a:lnTo>
                  <a:pt x="309" y="472"/>
                </a:lnTo>
                <a:lnTo>
                  <a:pt x="308" y="472"/>
                </a:lnTo>
                <a:lnTo>
                  <a:pt x="309" y="473"/>
                </a:lnTo>
                <a:lnTo>
                  <a:pt x="309" y="472"/>
                </a:lnTo>
                <a:lnTo>
                  <a:pt x="311" y="472"/>
                </a:lnTo>
                <a:cubicBezTo>
                  <a:pt x="323" y="467"/>
                  <a:pt x="321" y="448"/>
                  <a:pt x="345" y="456"/>
                </a:cubicBezTo>
                <a:cubicBezTo>
                  <a:pt x="345" y="441"/>
                  <a:pt x="356" y="437"/>
                  <a:pt x="352" y="419"/>
                </a:cubicBezTo>
                <a:cubicBezTo>
                  <a:pt x="336" y="425"/>
                  <a:pt x="327" y="437"/>
                  <a:pt x="309" y="440"/>
                </a:cubicBezTo>
                <a:cubicBezTo>
                  <a:pt x="309" y="438"/>
                  <a:pt x="309" y="436"/>
                  <a:pt x="309" y="435"/>
                </a:cubicBezTo>
                <a:cubicBezTo>
                  <a:pt x="309" y="426"/>
                  <a:pt x="301" y="418"/>
                  <a:pt x="292" y="419"/>
                </a:cubicBezTo>
                <a:close/>
                <a:moveTo>
                  <a:pt x="2737" y="418"/>
                </a:moveTo>
                <a:cubicBezTo>
                  <a:pt x="2736" y="418"/>
                  <a:pt x="2762" y="422"/>
                  <a:pt x="2740" y="418"/>
                </a:cubicBezTo>
                <a:cubicBezTo>
                  <a:pt x="2738" y="418"/>
                  <a:pt x="2738" y="418"/>
                  <a:pt x="2737" y="418"/>
                </a:cubicBezTo>
                <a:close/>
                <a:moveTo>
                  <a:pt x="3077" y="394"/>
                </a:moveTo>
                <a:cubicBezTo>
                  <a:pt x="3072" y="394"/>
                  <a:pt x="3052" y="393"/>
                  <a:pt x="3058" y="397"/>
                </a:cubicBezTo>
                <a:lnTo>
                  <a:pt x="3060" y="398"/>
                </a:lnTo>
                <a:lnTo>
                  <a:pt x="3059" y="398"/>
                </a:lnTo>
                <a:lnTo>
                  <a:pt x="3060" y="398"/>
                </a:lnTo>
                <a:lnTo>
                  <a:pt x="3060" y="398"/>
                </a:lnTo>
                <a:lnTo>
                  <a:pt x="3060" y="398"/>
                </a:lnTo>
                <a:cubicBezTo>
                  <a:pt x="3067" y="397"/>
                  <a:pt x="3086" y="398"/>
                  <a:pt x="3077" y="394"/>
                </a:cubicBezTo>
                <a:close/>
                <a:moveTo>
                  <a:pt x="2746" y="391"/>
                </a:moveTo>
                <a:cubicBezTo>
                  <a:pt x="2746" y="393"/>
                  <a:pt x="2743" y="392"/>
                  <a:pt x="2743" y="394"/>
                </a:cubicBezTo>
                <a:cubicBezTo>
                  <a:pt x="2743" y="396"/>
                  <a:pt x="2741" y="401"/>
                  <a:pt x="2743" y="401"/>
                </a:cubicBezTo>
                <a:cubicBezTo>
                  <a:pt x="2745" y="401"/>
                  <a:pt x="2746" y="401"/>
                  <a:pt x="2746" y="404"/>
                </a:cubicBezTo>
                <a:lnTo>
                  <a:pt x="2753" y="404"/>
                </a:lnTo>
                <a:lnTo>
                  <a:pt x="2751" y="401"/>
                </a:lnTo>
                <a:cubicBezTo>
                  <a:pt x="2751" y="399"/>
                  <a:pt x="2754" y="403"/>
                  <a:pt x="2754" y="401"/>
                </a:cubicBezTo>
                <a:cubicBezTo>
                  <a:pt x="2754" y="398"/>
                  <a:pt x="2756" y="394"/>
                  <a:pt x="2754" y="394"/>
                </a:cubicBezTo>
                <a:cubicBezTo>
                  <a:pt x="2752" y="394"/>
                  <a:pt x="2751" y="393"/>
                  <a:pt x="2751" y="391"/>
                </a:cubicBezTo>
                <a:lnTo>
                  <a:pt x="2746" y="391"/>
                </a:lnTo>
                <a:close/>
                <a:moveTo>
                  <a:pt x="4128" y="383"/>
                </a:moveTo>
                <a:cubicBezTo>
                  <a:pt x="4125" y="383"/>
                  <a:pt x="4120" y="385"/>
                  <a:pt x="4118" y="388"/>
                </a:cubicBezTo>
                <a:lnTo>
                  <a:pt x="4119" y="388"/>
                </a:lnTo>
                <a:cubicBezTo>
                  <a:pt x="4123" y="386"/>
                  <a:pt x="4136" y="392"/>
                  <a:pt x="4134" y="384"/>
                </a:cubicBezTo>
                <a:cubicBezTo>
                  <a:pt x="4133" y="383"/>
                  <a:pt x="4131" y="382"/>
                  <a:pt x="4128" y="383"/>
                </a:cubicBezTo>
                <a:close/>
                <a:moveTo>
                  <a:pt x="3518" y="382"/>
                </a:moveTo>
                <a:lnTo>
                  <a:pt x="3511" y="382"/>
                </a:lnTo>
                <a:cubicBezTo>
                  <a:pt x="3511" y="385"/>
                  <a:pt x="3511" y="389"/>
                  <a:pt x="3511" y="392"/>
                </a:cubicBezTo>
                <a:lnTo>
                  <a:pt x="3518" y="392"/>
                </a:lnTo>
                <a:cubicBezTo>
                  <a:pt x="3518" y="389"/>
                  <a:pt x="3518" y="385"/>
                  <a:pt x="3518" y="382"/>
                </a:cubicBezTo>
                <a:close/>
                <a:moveTo>
                  <a:pt x="2776" y="377"/>
                </a:moveTo>
                <a:cubicBezTo>
                  <a:pt x="2774" y="377"/>
                  <a:pt x="2772" y="379"/>
                  <a:pt x="2772" y="383"/>
                </a:cubicBezTo>
                <a:cubicBezTo>
                  <a:pt x="2786" y="385"/>
                  <a:pt x="2781" y="378"/>
                  <a:pt x="2776" y="377"/>
                </a:cubicBezTo>
                <a:close/>
                <a:moveTo>
                  <a:pt x="2857" y="373"/>
                </a:moveTo>
                <a:cubicBezTo>
                  <a:pt x="2854" y="373"/>
                  <a:pt x="2852" y="376"/>
                  <a:pt x="2858" y="381"/>
                </a:cubicBezTo>
                <a:cubicBezTo>
                  <a:pt x="2863" y="375"/>
                  <a:pt x="2860" y="373"/>
                  <a:pt x="2857" y="373"/>
                </a:cubicBezTo>
                <a:close/>
                <a:moveTo>
                  <a:pt x="4302" y="371"/>
                </a:moveTo>
                <a:cubicBezTo>
                  <a:pt x="4298" y="376"/>
                  <a:pt x="4297" y="392"/>
                  <a:pt x="4306" y="392"/>
                </a:cubicBezTo>
                <a:lnTo>
                  <a:pt x="4306" y="392"/>
                </a:lnTo>
                <a:cubicBezTo>
                  <a:pt x="4305" y="382"/>
                  <a:pt x="4315" y="375"/>
                  <a:pt x="4302" y="371"/>
                </a:cubicBezTo>
                <a:close/>
                <a:moveTo>
                  <a:pt x="3334" y="371"/>
                </a:moveTo>
                <a:cubicBezTo>
                  <a:pt x="3329" y="372"/>
                  <a:pt x="3326" y="374"/>
                  <a:pt x="3326" y="378"/>
                </a:cubicBezTo>
                <a:lnTo>
                  <a:pt x="3327" y="378"/>
                </a:lnTo>
                <a:cubicBezTo>
                  <a:pt x="3334" y="379"/>
                  <a:pt x="3339" y="377"/>
                  <a:pt x="3339" y="371"/>
                </a:cubicBezTo>
                <a:cubicBezTo>
                  <a:pt x="3338" y="371"/>
                  <a:pt x="3336" y="371"/>
                  <a:pt x="3334" y="371"/>
                </a:cubicBezTo>
                <a:close/>
                <a:moveTo>
                  <a:pt x="4261" y="366"/>
                </a:moveTo>
                <a:cubicBezTo>
                  <a:pt x="4254" y="366"/>
                  <a:pt x="4252" y="370"/>
                  <a:pt x="4252" y="377"/>
                </a:cubicBezTo>
                <a:lnTo>
                  <a:pt x="4261" y="376"/>
                </a:lnTo>
                <a:cubicBezTo>
                  <a:pt x="4261" y="373"/>
                  <a:pt x="4261" y="370"/>
                  <a:pt x="4261" y="366"/>
                </a:cubicBezTo>
                <a:close/>
                <a:moveTo>
                  <a:pt x="4272" y="366"/>
                </a:moveTo>
                <a:cubicBezTo>
                  <a:pt x="4272" y="368"/>
                  <a:pt x="4272" y="371"/>
                  <a:pt x="4272" y="373"/>
                </a:cubicBezTo>
                <a:lnTo>
                  <a:pt x="4279" y="373"/>
                </a:lnTo>
                <a:cubicBezTo>
                  <a:pt x="4279" y="371"/>
                  <a:pt x="4279" y="368"/>
                  <a:pt x="4279" y="366"/>
                </a:cubicBezTo>
                <a:lnTo>
                  <a:pt x="4272" y="366"/>
                </a:lnTo>
                <a:close/>
                <a:moveTo>
                  <a:pt x="200" y="364"/>
                </a:moveTo>
                <a:cubicBezTo>
                  <a:pt x="197" y="364"/>
                  <a:pt x="193" y="365"/>
                  <a:pt x="191" y="368"/>
                </a:cubicBezTo>
                <a:cubicBezTo>
                  <a:pt x="191" y="369"/>
                  <a:pt x="191" y="371"/>
                  <a:pt x="191" y="372"/>
                </a:cubicBezTo>
                <a:cubicBezTo>
                  <a:pt x="193" y="381"/>
                  <a:pt x="202" y="387"/>
                  <a:pt x="211" y="385"/>
                </a:cubicBezTo>
                <a:lnTo>
                  <a:pt x="211" y="384"/>
                </a:lnTo>
                <a:cubicBezTo>
                  <a:pt x="211" y="380"/>
                  <a:pt x="212" y="375"/>
                  <a:pt x="214" y="371"/>
                </a:cubicBezTo>
                <a:cubicBezTo>
                  <a:pt x="211" y="368"/>
                  <a:pt x="206" y="365"/>
                  <a:pt x="200" y="364"/>
                </a:cubicBezTo>
                <a:close/>
                <a:moveTo>
                  <a:pt x="4132" y="363"/>
                </a:moveTo>
                <a:cubicBezTo>
                  <a:pt x="4125" y="364"/>
                  <a:pt x="4127" y="379"/>
                  <a:pt x="4132" y="378"/>
                </a:cubicBezTo>
                <a:cubicBezTo>
                  <a:pt x="4133" y="373"/>
                  <a:pt x="4137" y="371"/>
                  <a:pt x="4135" y="364"/>
                </a:cubicBezTo>
                <a:lnTo>
                  <a:pt x="4135" y="364"/>
                </a:lnTo>
                <a:cubicBezTo>
                  <a:pt x="4133" y="363"/>
                  <a:pt x="4132" y="363"/>
                  <a:pt x="4132" y="363"/>
                </a:cubicBezTo>
                <a:close/>
                <a:moveTo>
                  <a:pt x="3279" y="362"/>
                </a:moveTo>
                <a:cubicBezTo>
                  <a:pt x="3265" y="371"/>
                  <a:pt x="3269" y="365"/>
                  <a:pt x="3252" y="363"/>
                </a:cubicBezTo>
                <a:cubicBezTo>
                  <a:pt x="3248" y="368"/>
                  <a:pt x="3250" y="376"/>
                  <a:pt x="3250" y="384"/>
                </a:cubicBezTo>
                <a:lnTo>
                  <a:pt x="3250" y="384"/>
                </a:lnTo>
                <a:cubicBezTo>
                  <a:pt x="3263" y="380"/>
                  <a:pt x="3275" y="375"/>
                  <a:pt x="3279" y="362"/>
                </a:cubicBezTo>
                <a:close/>
                <a:moveTo>
                  <a:pt x="7002" y="357"/>
                </a:moveTo>
                <a:cubicBezTo>
                  <a:pt x="6986" y="356"/>
                  <a:pt x="7002" y="372"/>
                  <a:pt x="7005" y="357"/>
                </a:cubicBezTo>
                <a:cubicBezTo>
                  <a:pt x="7004" y="357"/>
                  <a:pt x="7003" y="357"/>
                  <a:pt x="7002" y="357"/>
                </a:cubicBezTo>
                <a:close/>
                <a:moveTo>
                  <a:pt x="3520" y="355"/>
                </a:moveTo>
                <a:lnTo>
                  <a:pt x="3520" y="355"/>
                </a:lnTo>
                <a:lnTo>
                  <a:pt x="3518" y="355"/>
                </a:lnTo>
                <a:cubicBezTo>
                  <a:pt x="3514" y="357"/>
                  <a:pt x="3513" y="362"/>
                  <a:pt x="3514" y="368"/>
                </a:cubicBezTo>
                <a:cubicBezTo>
                  <a:pt x="3514" y="368"/>
                  <a:pt x="3514" y="369"/>
                  <a:pt x="3514" y="369"/>
                </a:cubicBezTo>
                <a:cubicBezTo>
                  <a:pt x="3522" y="374"/>
                  <a:pt x="3532" y="372"/>
                  <a:pt x="3537" y="364"/>
                </a:cubicBezTo>
                <a:cubicBezTo>
                  <a:pt x="3529" y="365"/>
                  <a:pt x="3529" y="357"/>
                  <a:pt x="3523" y="355"/>
                </a:cubicBezTo>
                <a:lnTo>
                  <a:pt x="3520" y="355"/>
                </a:lnTo>
                <a:lnTo>
                  <a:pt x="3520" y="355"/>
                </a:lnTo>
                <a:lnTo>
                  <a:pt x="3520" y="355"/>
                </a:lnTo>
                <a:close/>
                <a:moveTo>
                  <a:pt x="7041" y="351"/>
                </a:moveTo>
                <a:cubicBezTo>
                  <a:pt x="7034" y="351"/>
                  <a:pt x="7029" y="352"/>
                  <a:pt x="7029" y="358"/>
                </a:cubicBezTo>
                <a:lnTo>
                  <a:pt x="7028" y="358"/>
                </a:lnTo>
                <a:cubicBezTo>
                  <a:pt x="7041" y="357"/>
                  <a:pt x="7049" y="367"/>
                  <a:pt x="7052" y="352"/>
                </a:cubicBezTo>
                <a:cubicBezTo>
                  <a:pt x="7049" y="352"/>
                  <a:pt x="7044" y="351"/>
                  <a:pt x="7041" y="351"/>
                </a:cubicBezTo>
                <a:close/>
                <a:moveTo>
                  <a:pt x="3225" y="351"/>
                </a:moveTo>
                <a:cubicBezTo>
                  <a:pt x="3225" y="353"/>
                  <a:pt x="3225" y="355"/>
                  <a:pt x="3225" y="357"/>
                </a:cubicBezTo>
                <a:lnTo>
                  <a:pt x="3232" y="357"/>
                </a:lnTo>
                <a:cubicBezTo>
                  <a:pt x="3232" y="355"/>
                  <a:pt x="3232" y="353"/>
                  <a:pt x="3232" y="351"/>
                </a:cubicBezTo>
                <a:lnTo>
                  <a:pt x="3225" y="351"/>
                </a:lnTo>
                <a:close/>
                <a:moveTo>
                  <a:pt x="3098" y="342"/>
                </a:moveTo>
                <a:cubicBezTo>
                  <a:pt x="3097" y="342"/>
                  <a:pt x="3096" y="342"/>
                  <a:pt x="3095" y="342"/>
                </a:cubicBezTo>
                <a:cubicBezTo>
                  <a:pt x="3095" y="345"/>
                  <a:pt x="3095" y="347"/>
                  <a:pt x="3095" y="349"/>
                </a:cubicBezTo>
                <a:lnTo>
                  <a:pt x="3094" y="349"/>
                </a:lnTo>
                <a:cubicBezTo>
                  <a:pt x="3098" y="349"/>
                  <a:pt x="3098" y="352"/>
                  <a:pt x="3102" y="352"/>
                </a:cubicBezTo>
                <a:cubicBezTo>
                  <a:pt x="3102" y="348"/>
                  <a:pt x="3102" y="342"/>
                  <a:pt x="3098" y="342"/>
                </a:cubicBezTo>
                <a:close/>
                <a:moveTo>
                  <a:pt x="4136" y="341"/>
                </a:moveTo>
                <a:cubicBezTo>
                  <a:pt x="4134" y="341"/>
                  <a:pt x="4131" y="342"/>
                  <a:pt x="4131" y="347"/>
                </a:cubicBezTo>
                <a:cubicBezTo>
                  <a:pt x="4145" y="349"/>
                  <a:pt x="4141" y="341"/>
                  <a:pt x="4136" y="341"/>
                </a:cubicBezTo>
                <a:close/>
                <a:moveTo>
                  <a:pt x="2857" y="333"/>
                </a:moveTo>
                <a:cubicBezTo>
                  <a:pt x="2857" y="336"/>
                  <a:pt x="2857" y="338"/>
                  <a:pt x="2857" y="340"/>
                </a:cubicBezTo>
                <a:lnTo>
                  <a:pt x="2856" y="340"/>
                </a:lnTo>
                <a:cubicBezTo>
                  <a:pt x="2860" y="340"/>
                  <a:pt x="2861" y="345"/>
                  <a:pt x="2867" y="343"/>
                </a:cubicBezTo>
                <a:cubicBezTo>
                  <a:pt x="2867" y="340"/>
                  <a:pt x="2867" y="337"/>
                  <a:pt x="2867" y="333"/>
                </a:cubicBezTo>
                <a:lnTo>
                  <a:pt x="2857" y="333"/>
                </a:lnTo>
                <a:close/>
                <a:moveTo>
                  <a:pt x="3104" y="332"/>
                </a:moveTo>
                <a:cubicBezTo>
                  <a:pt x="3100" y="332"/>
                  <a:pt x="3096" y="335"/>
                  <a:pt x="3102" y="339"/>
                </a:cubicBezTo>
                <a:cubicBezTo>
                  <a:pt x="3110" y="334"/>
                  <a:pt x="3107" y="332"/>
                  <a:pt x="3104" y="332"/>
                </a:cubicBezTo>
                <a:close/>
                <a:moveTo>
                  <a:pt x="3070" y="330"/>
                </a:moveTo>
                <a:cubicBezTo>
                  <a:pt x="3069" y="330"/>
                  <a:pt x="3068" y="331"/>
                  <a:pt x="3068" y="334"/>
                </a:cubicBezTo>
                <a:lnTo>
                  <a:pt x="3068" y="336"/>
                </a:lnTo>
                <a:lnTo>
                  <a:pt x="3067" y="336"/>
                </a:lnTo>
                <a:lnTo>
                  <a:pt x="3068" y="337"/>
                </a:lnTo>
                <a:lnTo>
                  <a:pt x="3068" y="336"/>
                </a:lnTo>
                <a:lnTo>
                  <a:pt x="3071" y="336"/>
                </a:lnTo>
                <a:cubicBezTo>
                  <a:pt x="3075" y="336"/>
                  <a:pt x="3080" y="336"/>
                  <a:pt x="3081" y="333"/>
                </a:cubicBezTo>
                <a:cubicBezTo>
                  <a:pt x="3077" y="334"/>
                  <a:pt x="3073" y="330"/>
                  <a:pt x="3070" y="330"/>
                </a:cubicBezTo>
                <a:close/>
                <a:moveTo>
                  <a:pt x="245" y="327"/>
                </a:moveTo>
                <a:cubicBezTo>
                  <a:pt x="240" y="327"/>
                  <a:pt x="232" y="325"/>
                  <a:pt x="232" y="330"/>
                </a:cubicBezTo>
                <a:cubicBezTo>
                  <a:pt x="243" y="340"/>
                  <a:pt x="225" y="364"/>
                  <a:pt x="238" y="367"/>
                </a:cubicBezTo>
                <a:cubicBezTo>
                  <a:pt x="245" y="355"/>
                  <a:pt x="248" y="341"/>
                  <a:pt x="245" y="327"/>
                </a:cubicBezTo>
                <a:lnTo>
                  <a:pt x="245" y="327"/>
                </a:lnTo>
                <a:close/>
                <a:moveTo>
                  <a:pt x="4294" y="325"/>
                </a:moveTo>
                <a:cubicBezTo>
                  <a:pt x="4297" y="334"/>
                  <a:pt x="4290" y="334"/>
                  <a:pt x="4291" y="342"/>
                </a:cubicBezTo>
                <a:lnTo>
                  <a:pt x="4291" y="342"/>
                </a:lnTo>
                <a:cubicBezTo>
                  <a:pt x="4297" y="338"/>
                  <a:pt x="4308" y="340"/>
                  <a:pt x="4311" y="334"/>
                </a:cubicBezTo>
                <a:cubicBezTo>
                  <a:pt x="4308" y="329"/>
                  <a:pt x="4300" y="327"/>
                  <a:pt x="4294" y="325"/>
                </a:cubicBezTo>
                <a:close/>
                <a:moveTo>
                  <a:pt x="496" y="324"/>
                </a:moveTo>
                <a:lnTo>
                  <a:pt x="496" y="338"/>
                </a:lnTo>
                <a:cubicBezTo>
                  <a:pt x="499" y="338"/>
                  <a:pt x="503" y="337"/>
                  <a:pt x="506" y="334"/>
                </a:cubicBezTo>
                <a:lnTo>
                  <a:pt x="506" y="328"/>
                </a:lnTo>
                <a:lnTo>
                  <a:pt x="506" y="328"/>
                </a:lnTo>
                <a:cubicBezTo>
                  <a:pt x="502" y="328"/>
                  <a:pt x="499" y="327"/>
                  <a:pt x="496" y="324"/>
                </a:cubicBezTo>
                <a:close/>
                <a:moveTo>
                  <a:pt x="3151" y="324"/>
                </a:moveTo>
                <a:cubicBezTo>
                  <a:pt x="3150" y="324"/>
                  <a:pt x="3149" y="324"/>
                  <a:pt x="3148" y="324"/>
                </a:cubicBezTo>
                <a:cubicBezTo>
                  <a:pt x="3145" y="326"/>
                  <a:pt x="3143" y="330"/>
                  <a:pt x="3144" y="334"/>
                </a:cubicBezTo>
                <a:cubicBezTo>
                  <a:pt x="3151" y="339"/>
                  <a:pt x="3148" y="333"/>
                  <a:pt x="3158" y="334"/>
                </a:cubicBezTo>
                <a:cubicBezTo>
                  <a:pt x="3159" y="332"/>
                  <a:pt x="3159" y="330"/>
                  <a:pt x="3158" y="328"/>
                </a:cubicBezTo>
                <a:cubicBezTo>
                  <a:pt x="3157" y="326"/>
                  <a:pt x="3154" y="324"/>
                  <a:pt x="3151" y="324"/>
                </a:cubicBezTo>
                <a:close/>
                <a:moveTo>
                  <a:pt x="226" y="320"/>
                </a:moveTo>
                <a:cubicBezTo>
                  <a:pt x="222" y="321"/>
                  <a:pt x="220" y="324"/>
                  <a:pt x="215" y="324"/>
                </a:cubicBezTo>
                <a:cubicBezTo>
                  <a:pt x="214" y="332"/>
                  <a:pt x="217" y="338"/>
                  <a:pt x="221" y="341"/>
                </a:cubicBezTo>
                <a:lnTo>
                  <a:pt x="222" y="340"/>
                </a:lnTo>
                <a:cubicBezTo>
                  <a:pt x="217" y="327"/>
                  <a:pt x="232" y="333"/>
                  <a:pt x="228" y="320"/>
                </a:cubicBezTo>
                <a:cubicBezTo>
                  <a:pt x="228" y="320"/>
                  <a:pt x="227" y="320"/>
                  <a:pt x="226" y="320"/>
                </a:cubicBezTo>
                <a:close/>
                <a:moveTo>
                  <a:pt x="3600" y="317"/>
                </a:moveTo>
                <a:cubicBezTo>
                  <a:pt x="3600" y="319"/>
                  <a:pt x="3600" y="321"/>
                  <a:pt x="3600" y="324"/>
                </a:cubicBezTo>
                <a:lnTo>
                  <a:pt x="3605" y="324"/>
                </a:lnTo>
                <a:cubicBezTo>
                  <a:pt x="3605" y="321"/>
                  <a:pt x="3605" y="319"/>
                  <a:pt x="3605" y="317"/>
                </a:cubicBezTo>
                <a:lnTo>
                  <a:pt x="3600" y="317"/>
                </a:lnTo>
                <a:close/>
                <a:moveTo>
                  <a:pt x="3711" y="316"/>
                </a:moveTo>
                <a:cubicBezTo>
                  <a:pt x="3700" y="315"/>
                  <a:pt x="3704" y="330"/>
                  <a:pt x="3698" y="334"/>
                </a:cubicBezTo>
                <a:lnTo>
                  <a:pt x="3698" y="335"/>
                </a:lnTo>
                <a:cubicBezTo>
                  <a:pt x="3712" y="338"/>
                  <a:pt x="3708" y="323"/>
                  <a:pt x="3714" y="317"/>
                </a:cubicBezTo>
                <a:cubicBezTo>
                  <a:pt x="3713" y="316"/>
                  <a:pt x="3712" y="316"/>
                  <a:pt x="3711" y="316"/>
                </a:cubicBezTo>
                <a:close/>
                <a:moveTo>
                  <a:pt x="7113" y="316"/>
                </a:moveTo>
                <a:lnTo>
                  <a:pt x="7112" y="317"/>
                </a:lnTo>
                <a:cubicBezTo>
                  <a:pt x="7112" y="318"/>
                  <a:pt x="7111" y="318"/>
                  <a:pt x="7111" y="319"/>
                </a:cubicBezTo>
                <a:lnTo>
                  <a:pt x="7110" y="319"/>
                </a:lnTo>
                <a:lnTo>
                  <a:pt x="7109" y="318"/>
                </a:lnTo>
                <a:cubicBezTo>
                  <a:pt x="7108" y="318"/>
                  <a:pt x="7107" y="318"/>
                  <a:pt x="7106" y="317"/>
                </a:cubicBezTo>
                <a:lnTo>
                  <a:pt x="7106" y="316"/>
                </a:lnTo>
                <a:lnTo>
                  <a:pt x="7108" y="316"/>
                </a:lnTo>
                <a:cubicBezTo>
                  <a:pt x="7110" y="316"/>
                  <a:pt x="7112" y="317"/>
                  <a:pt x="7113" y="316"/>
                </a:cubicBezTo>
                <a:close/>
                <a:moveTo>
                  <a:pt x="3798" y="314"/>
                </a:moveTo>
                <a:cubicBezTo>
                  <a:pt x="3798" y="322"/>
                  <a:pt x="3797" y="332"/>
                  <a:pt x="3802" y="334"/>
                </a:cubicBezTo>
                <a:lnTo>
                  <a:pt x="3805" y="335"/>
                </a:lnTo>
                <a:lnTo>
                  <a:pt x="3805" y="335"/>
                </a:lnTo>
                <a:lnTo>
                  <a:pt x="3805" y="335"/>
                </a:lnTo>
                <a:lnTo>
                  <a:pt x="3805" y="335"/>
                </a:lnTo>
                <a:lnTo>
                  <a:pt x="3807" y="331"/>
                </a:lnTo>
                <a:cubicBezTo>
                  <a:pt x="3809" y="326"/>
                  <a:pt x="3809" y="322"/>
                  <a:pt x="3808" y="317"/>
                </a:cubicBezTo>
                <a:cubicBezTo>
                  <a:pt x="3804" y="317"/>
                  <a:pt x="3801" y="316"/>
                  <a:pt x="3798" y="314"/>
                </a:cubicBezTo>
                <a:close/>
                <a:moveTo>
                  <a:pt x="3519" y="314"/>
                </a:moveTo>
                <a:cubicBezTo>
                  <a:pt x="3519" y="316"/>
                  <a:pt x="3519" y="318"/>
                  <a:pt x="3519" y="321"/>
                </a:cubicBezTo>
                <a:lnTo>
                  <a:pt x="3525" y="321"/>
                </a:lnTo>
                <a:lnTo>
                  <a:pt x="3525" y="314"/>
                </a:lnTo>
                <a:lnTo>
                  <a:pt x="3519" y="314"/>
                </a:lnTo>
                <a:close/>
                <a:moveTo>
                  <a:pt x="2786" y="313"/>
                </a:moveTo>
                <a:cubicBezTo>
                  <a:pt x="2783" y="313"/>
                  <a:pt x="2781" y="314"/>
                  <a:pt x="2777" y="315"/>
                </a:cubicBezTo>
                <a:cubicBezTo>
                  <a:pt x="2777" y="320"/>
                  <a:pt x="2777" y="324"/>
                  <a:pt x="2777" y="329"/>
                </a:cubicBezTo>
                <a:cubicBezTo>
                  <a:pt x="2782" y="329"/>
                  <a:pt x="2787" y="328"/>
                  <a:pt x="2790" y="325"/>
                </a:cubicBezTo>
                <a:cubicBezTo>
                  <a:pt x="2805" y="339"/>
                  <a:pt x="2787" y="341"/>
                  <a:pt x="2788" y="359"/>
                </a:cubicBezTo>
                <a:lnTo>
                  <a:pt x="2788" y="359"/>
                </a:lnTo>
                <a:lnTo>
                  <a:pt x="2786" y="360"/>
                </a:lnTo>
                <a:lnTo>
                  <a:pt x="2788" y="362"/>
                </a:lnTo>
                <a:lnTo>
                  <a:pt x="2788" y="359"/>
                </a:lnTo>
                <a:lnTo>
                  <a:pt x="2790" y="358"/>
                </a:lnTo>
                <a:cubicBezTo>
                  <a:pt x="2804" y="351"/>
                  <a:pt x="2803" y="315"/>
                  <a:pt x="2786" y="313"/>
                </a:cubicBezTo>
                <a:close/>
                <a:moveTo>
                  <a:pt x="3368" y="309"/>
                </a:moveTo>
                <a:lnTo>
                  <a:pt x="3368" y="309"/>
                </a:lnTo>
                <a:lnTo>
                  <a:pt x="3364" y="309"/>
                </a:lnTo>
                <a:cubicBezTo>
                  <a:pt x="3360" y="309"/>
                  <a:pt x="3355" y="309"/>
                  <a:pt x="3354" y="313"/>
                </a:cubicBezTo>
                <a:cubicBezTo>
                  <a:pt x="3359" y="317"/>
                  <a:pt x="3366" y="317"/>
                  <a:pt x="3367" y="312"/>
                </a:cubicBezTo>
                <a:lnTo>
                  <a:pt x="3368" y="309"/>
                </a:lnTo>
                <a:lnTo>
                  <a:pt x="3368" y="309"/>
                </a:lnTo>
                <a:lnTo>
                  <a:pt x="3368" y="309"/>
                </a:lnTo>
                <a:close/>
                <a:moveTo>
                  <a:pt x="3274" y="309"/>
                </a:moveTo>
                <a:cubicBezTo>
                  <a:pt x="3274" y="311"/>
                  <a:pt x="3274" y="314"/>
                  <a:pt x="3274" y="316"/>
                </a:cubicBezTo>
                <a:lnTo>
                  <a:pt x="3280" y="316"/>
                </a:lnTo>
                <a:cubicBezTo>
                  <a:pt x="3280" y="314"/>
                  <a:pt x="3280" y="311"/>
                  <a:pt x="3280" y="309"/>
                </a:cubicBezTo>
                <a:lnTo>
                  <a:pt x="3274" y="309"/>
                </a:lnTo>
                <a:close/>
                <a:moveTo>
                  <a:pt x="3104" y="308"/>
                </a:moveTo>
                <a:cubicBezTo>
                  <a:pt x="3100" y="309"/>
                  <a:pt x="3097" y="309"/>
                  <a:pt x="3097" y="313"/>
                </a:cubicBezTo>
                <a:lnTo>
                  <a:pt x="3098" y="315"/>
                </a:lnTo>
                <a:lnTo>
                  <a:pt x="3097" y="315"/>
                </a:lnTo>
                <a:lnTo>
                  <a:pt x="3098" y="315"/>
                </a:lnTo>
                <a:lnTo>
                  <a:pt x="3098" y="315"/>
                </a:lnTo>
                <a:lnTo>
                  <a:pt x="3100" y="315"/>
                </a:lnTo>
                <a:cubicBezTo>
                  <a:pt x="3103" y="315"/>
                  <a:pt x="3106" y="315"/>
                  <a:pt x="3108" y="312"/>
                </a:cubicBezTo>
                <a:cubicBezTo>
                  <a:pt x="3105" y="311"/>
                  <a:pt x="3104" y="311"/>
                  <a:pt x="3104" y="308"/>
                </a:cubicBezTo>
                <a:close/>
                <a:moveTo>
                  <a:pt x="2937" y="307"/>
                </a:moveTo>
                <a:cubicBezTo>
                  <a:pt x="2927" y="308"/>
                  <a:pt x="2923" y="315"/>
                  <a:pt x="2913" y="315"/>
                </a:cubicBezTo>
                <a:cubicBezTo>
                  <a:pt x="2913" y="318"/>
                  <a:pt x="2913" y="322"/>
                  <a:pt x="2913" y="325"/>
                </a:cubicBezTo>
                <a:cubicBezTo>
                  <a:pt x="2918" y="324"/>
                  <a:pt x="2921" y="324"/>
                  <a:pt x="2920" y="318"/>
                </a:cubicBezTo>
                <a:lnTo>
                  <a:pt x="2919" y="318"/>
                </a:lnTo>
                <a:cubicBezTo>
                  <a:pt x="2927" y="316"/>
                  <a:pt x="2926" y="324"/>
                  <a:pt x="2937" y="321"/>
                </a:cubicBezTo>
                <a:lnTo>
                  <a:pt x="2937" y="307"/>
                </a:lnTo>
                <a:close/>
                <a:moveTo>
                  <a:pt x="3572" y="306"/>
                </a:moveTo>
                <a:lnTo>
                  <a:pt x="3572" y="306"/>
                </a:lnTo>
                <a:lnTo>
                  <a:pt x="3568" y="309"/>
                </a:lnTo>
                <a:cubicBezTo>
                  <a:pt x="3556" y="316"/>
                  <a:pt x="3537" y="316"/>
                  <a:pt x="3528" y="328"/>
                </a:cubicBezTo>
                <a:cubicBezTo>
                  <a:pt x="3543" y="329"/>
                  <a:pt x="3558" y="329"/>
                  <a:pt x="3572" y="327"/>
                </a:cubicBezTo>
                <a:cubicBezTo>
                  <a:pt x="3573" y="319"/>
                  <a:pt x="3578" y="313"/>
                  <a:pt x="3574" y="308"/>
                </a:cubicBezTo>
                <a:lnTo>
                  <a:pt x="3572" y="306"/>
                </a:lnTo>
                <a:lnTo>
                  <a:pt x="3572" y="306"/>
                </a:lnTo>
                <a:lnTo>
                  <a:pt x="3572" y="306"/>
                </a:lnTo>
                <a:close/>
                <a:moveTo>
                  <a:pt x="3898" y="305"/>
                </a:moveTo>
                <a:cubicBezTo>
                  <a:pt x="3891" y="309"/>
                  <a:pt x="3889" y="321"/>
                  <a:pt x="3881" y="309"/>
                </a:cubicBezTo>
                <a:cubicBezTo>
                  <a:pt x="3875" y="320"/>
                  <a:pt x="3896" y="327"/>
                  <a:pt x="3906" y="332"/>
                </a:cubicBezTo>
                <a:lnTo>
                  <a:pt x="3905" y="331"/>
                </a:lnTo>
                <a:cubicBezTo>
                  <a:pt x="3917" y="323"/>
                  <a:pt x="3916" y="304"/>
                  <a:pt x="3898" y="305"/>
                </a:cubicBezTo>
                <a:close/>
                <a:moveTo>
                  <a:pt x="7157" y="304"/>
                </a:moveTo>
                <a:lnTo>
                  <a:pt x="7160" y="304"/>
                </a:lnTo>
                <a:cubicBezTo>
                  <a:pt x="7160" y="306"/>
                  <a:pt x="7160" y="308"/>
                  <a:pt x="7160" y="311"/>
                </a:cubicBezTo>
                <a:lnTo>
                  <a:pt x="7158" y="311"/>
                </a:lnTo>
                <a:lnTo>
                  <a:pt x="7158" y="310"/>
                </a:lnTo>
                <a:cubicBezTo>
                  <a:pt x="7158" y="308"/>
                  <a:pt x="7158" y="306"/>
                  <a:pt x="7157" y="304"/>
                </a:cubicBezTo>
                <a:lnTo>
                  <a:pt x="7157" y="304"/>
                </a:lnTo>
                <a:close/>
                <a:moveTo>
                  <a:pt x="3675" y="304"/>
                </a:moveTo>
                <a:cubicBezTo>
                  <a:pt x="3671" y="304"/>
                  <a:pt x="3667" y="306"/>
                  <a:pt x="3670" y="311"/>
                </a:cubicBezTo>
                <a:lnTo>
                  <a:pt x="3680" y="311"/>
                </a:lnTo>
                <a:cubicBezTo>
                  <a:pt x="3682" y="306"/>
                  <a:pt x="3679" y="304"/>
                  <a:pt x="3675" y="304"/>
                </a:cubicBezTo>
                <a:close/>
                <a:moveTo>
                  <a:pt x="208" y="303"/>
                </a:moveTo>
                <a:cubicBezTo>
                  <a:pt x="193" y="303"/>
                  <a:pt x="209" y="318"/>
                  <a:pt x="211" y="304"/>
                </a:cubicBezTo>
                <a:cubicBezTo>
                  <a:pt x="210" y="303"/>
                  <a:pt x="209" y="303"/>
                  <a:pt x="208" y="303"/>
                </a:cubicBezTo>
                <a:close/>
                <a:moveTo>
                  <a:pt x="3027" y="301"/>
                </a:moveTo>
                <a:cubicBezTo>
                  <a:pt x="3026" y="301"/>
                  <a:pt x="3025" y="301"/>
                  <a:pt x="3024" y="301"/>
                </a:cubicBezTo>
                <a:cubicBezTo>
                  <a:pt x="3023" y="301"/>
                  <a:pt x="3022" y="302"/>
                  <a:pt x="3021" y="302"/>
                </a:cubicBezTo>
                <a:cubicBezTo>
                  <a:pt x="3015" y="304"/>
                  <a:pt x="3012" y="310"/>
                  <a:pt x="3013" y="316"/>
                </a:cubicBezTo>
                <a:lnTo>
                  <a:pt x="3014" y="318"/>
                </a:lnTo>
                <a:lnTo>
                  <a:pt x="3013" y="318"/>
                </a:lnTo>
                <a:lnTo>
                  <a:pt x="3014" y="318"/>
                </a:lnTo>
                <a:lnTo>
                  <a:pt x="3014" y="318"/>
                </a:lnTo>
                <a:lnTo>
                  <a:pt x="3018" y="318"/>
                </a:lnTo>
                <a:cubicBezTo>
                  <a:pt x="3028" y="318"/>
                  <a:pt x="3033" y="314"/>
                  <a:pt x="3033" y="304"/>
                </a:cubicBezTo>
                <a:cubicBezTo>
                  <a:pt x="3031" y="302"/>
                  <a:pt x="3029" y="301"/>
                  <a:pt x="3027" y="301"/>
                </a:cubicBezTo>
                <a:close/>
                <a:moveTo>
                  <a:pt x="3634" y="299"/>
                </a:moveTo>
                <a:lnTo>
                  <a:pt x="3634" y="300"/>
                </a:lnTo>
                <a:lnTo>
                  <a:pt x="3628" y="300"/>
                </a:lnTo>
                <a:cubicBezTo>
                  <a:pt x="3621" y="300"/>
                  <a:pt x="3614" y="301"/>
                  <a:pt x="3614" y="309"/>
                </a:cubicBezTo>
                <a:lnTo>
                  <a:pt x="3624" y="309"/>
                </a:lnTo>
                <a:cubicBezTo>
                  <a:pt x="3623" y="320"/>
                  <a:pt x="3628" y="324"/>
                  <a:pt x="3638" y="323"/>
                </a:cubicBezTo>
                <a:cubicBezTo>
                  <a:pt x="3639" y="308"/>
                  <a:pt x="3629" y="311"/>
                  <a:pt x="3633" y="301"/>
                </a:cubicBezTo>
                <a:lnTo>
                  <a:pt x="3634" y="300"/>
                </a:lnTo>
                <a:lnTo>
                  <a:pt x="3636" y="300"/>
                </a:lnTo>
                <a:lnTo>
                  <a:pt x="3634" y="299"/>
                </a:lnTo>
                <a:close/>
                <a:moveTo>
                  <a:pt x="2805" y="297"/>
                </a:moveTo>
                <a:cubicBezTo>
                  <a:pt x="2804" y="297"/>
                  <a:pt x="2803" y="297"/>
                  <a:pt x="2802" y="298"/>
                </a:cubicBezTo>
                <a:cubicBezTo>
                  <a:pt x="2795" y="299"/>
                  <a:pt x="2791" y="305"/>
                  <a:pt x="2792" y="312"/>
                </a:cubicBezTo>
                <a:cubicBezTo>
                  <a:pt x="2801" y="312"/>
                  <a:pt x="2813" y="313"/>
                  <a:pt x="2813" y="301"/>
                </a:cubicBezTo>
                <a:cubicBezTo>
                  <a:pt x="2811" y="299"/>
                  <a:pt x="2808" y="298"/>
                  <a:pt x="2805" y="297"/>
                </a:cubicBezTo>
                <a:close/>
                <a:moveTo>
                  <a:pt x="3834" y="297"/>
                </a:moveTo>
                <a:cubicBezTo>
                  <a:pt x="3834" y="302"/>
                  <a:pt x="3837" y="304"/>
                  <a:pt x="3838" y="308"/>
                </a:cubicBezTo>
                <a:lnTo>
                  <a:pt x="3838" y="310"/>
                </a:lnTo>
                <a:lnTo>
                  <a:pt x="3838" y="310"/>
                </a:lnTo>
                <a:lnTo>
                  <a:pt x="3838" y="310"/>
                </a:lnTo>
                <a:lnTo>
                  <a:pt x="3838" y="310"/>
                </a:lnTo>
                <a:lnTo>
                  <a:pt x="3841" y="310"/>
                </a:lnTo>
                <a:cubicBezTo>
                  <a:pt x="3845" y="310"/>
                  <a:pt x="3848" y="308"/>
                  <a:pt x="3851" y="306"/>
                </a:cubicBezTo>
                <a:cubicBezTo>
                  <a:pt x="3852" y="297"/>
                  <a:pt x="3843" y="297"/>
                  <a:pt x="3834" y="297"/>
                </a:cubicBezTo>
                <a:close/>
                <a:moveTo>
                  <a:pt x="3147" y="296"/>
                </a:moveTo>
                <a:cubicBezTo>
                  <a:pt x="3143" y="325"/>
                  <a:pt x="3157" y="310"/>
                  <a:pt x="3147" y="296"/>
                </a:cubicBezTo>
                <a:close/>
                <a:moveTo>
                  <a:pt x="3280" y="295"/>
                </a:moveTo>
                <a:cubicBezTo>
                  <a:pt x="3272" y="295"/>
                  <a:pt x="3270" y="298"/>
                  <a:pt x="3270" y="306"/>
                </a:cubicBezTo>
                <a:lnTo>
                  <a:pt x="3271" y="306"/>
                </a:lnTo>
                <a:cubicBezTo>
                  <a:pt x="3278" y="306"/>
                  <a:pt x="3281" y="303"/>
                  <a:pt x="3280" y="295"/>
                </a:cubicBezTo>
                <a:close/>
                <a:moveTo>
                  <a:pt x="3059" y="295"/>
                </a:moveTo>
                <a:cubicBezTo>
                  <a:pt x="3049" y="295"/>
                  <a:pt x="3040" y="299"/>
                  <a:pt x="3040" y="310"/>
                </a:cubicBezTo>
                <a:lnTo>
                  <a:pt x="3039" y="310"/>
                </a:lnTo>
                <a:cubicBezTo>
                  <a:pt x="3048" y="320"/>
                  <a:pt x="3084" y="318"/>
                  <a:pt x="3087" y="302"/>
                </a:cubicBezTo>
                <a:cubicBezTo>
                  <a:pt x="3080" y="297"/>
                  <a:pt x="3069" y="294"/>
                  <a:pt x="3059" y="295"/>
                </a:cubicBezTo>
                <a:close/>
                <a:moveTo>
                  <a:pt x="3656" y="294"/>
                </a:moveTo>
                <a:cubicBezTo>
                  <a:pt x="3651" y="294"/>
                  <a:pt x="3647" y="295"/>
                  <a:pt x="3643" y="298"/>
                </a:cubicBezTo>
                <a:cubicBezTo>
                  <a:pt x="3648" y="312"/>
                  <a:pt x="3650" y="307"/>
                  <a:pt x="3643" y="319"/>
                </a:cubicBezTo>
                <a:cubicBezTo>
                  <a:pt x="3648" y="320"/>
                  <a:pt x="3650" y="324"/>
                  <a:pt x="3657" y="322"/>
                </a:cubicBezTo>
                <a:lnTo>
                  <a:pt x="3657" y="323"/>
                </a:lnTo>
                <a:cubicBezTo>
                  <a:pt x="3662" y="314"/>
                  <a:pt x="3663" y="304"/>
                  <a:pt x="3660" y="294"/>
                </a:cubicBezTo>
                <a:cubicBezTo>
                  <a:pt x="3659" y="294"/>
                  <a:pt x="3657" y="294"/>
                  <a:pt x="3656" y="294"/>
                </a:cubicBezTo>
                <a:close/>
                <a:moveTo>
                  <a:pt x="3803" y="291"/>
                </a:moveTo>
                <a:cubicBezTo>
                  <a:pt x="3803" y="304"/>
                  <a:pt x="3813" y="306"/>
                  <a:pt x="3824" y="307"/>
                </a:cubicBezTo>
                <a:cubicBezTo>
                  <a:pt x="3824" y="287"/>
                  <a:pt x="3812" y="300"/>
                  <a:pt x="3803" y="291"/>
                </a:cubicBezTo>
                <a:close/>
                <a:moveTo>
                  <a:pt x="245" y="290"/>
                </a:moveTo>
                <a:lnTo>
                  <a:pt x="245" y="304"/>
                </a:lnTo>
                <a:lnTo>
                  <a:pt x="255" y="304"/>
                </a:lnTo>
                <a:cubicBezTo>
                  <a:pt x="256" y="295"/>
                  <a:pt x="250" y="293"/>
                  <a:pt x="245" y="290"/>
                </a:cubicBezTo>
                <a:close/>
                <a:moveTo>
                  <a:pt x="7110" y="289"/>
                </a:moveTo>
                <a:lnTo>
                  <a:pt x="7110" y="290"/>
                </a:lnTo>
                <a:lnTo>
                  <a:pt x="7110" y="301"/>
                </a:lnTo>
                <a:lnTo>
                  <a:pt x="7107" y="301"/>
                </a:lnTo>
                <a:lnTo>
                  <a:pt x="7106" y="301"/>
                </a:lnTo>
                <a:lnTo>
                  <a:pt x="7106" y="301"/>
                </a:lnTo>
                <a:lnTo>
                  <a:pt x="7106" y="299"/>
                </a:lnTo>
                <a:cubicBezTo>
                  <a:pt x="7106" y="296"/>
                  <a:pt x="7107" y="293"/>
                  <a:pt x="7109" y="291"/>
                </a:cubicBezTo>
                <a:lnTo>
                  <a:pt x="7109" y="289"/>
                </a:lnTo>
                <a:lnTo>
                  <a:pt x="7110" y="289"/>
                </a:lnTo>
                <a:close/>
                <a:moveTo>
                  <a:pt x="3102" y="287"/>
                </a:moveTo>
                <a:cubicBezTo>
                  <a:pt x="3098" y="287"/>
                  <a:pt x="3094" y="288"/>
                  <a:pt x="3093" y="291"/>
                </a:cubicBezTo>
                <a:lnTo>
                  <a:pt x="3093" y="291"/>
                </a:lnTo>
                <a:lnTo>
                  <a:pt x="3092" y="291"/>
                </a:lnTo>
                <a:lnTo>
                  <a:pt x="3093" y="292"/>
                </a:lnTo>
                <a:lnTo>
                  <a:pt x="3093" y="291"/>
                </a:lnTo>
                <a:lnTo>
                  <a:pt x="3095" y="291"/>
                </a:lnTo>
                <a:cubicBezTo>
                  <a:pt x="3099" y="292"/>
                  <a:pt x="3101" y="295"/>
                  <a:pt x="3107" y="295"/>
                </a:cubicBezTo>
                <a:cubicBezTo>
                  <a:pt x="3109" y="290"/>
                  <a:pt x="3106" y="288"/>
                  <a:pt x="3102" y="287"/>
                </a:cubicBezTo>
                <a:close/>
                <a:moveTo>
                  <a:pt x="3723" y="286"/>
                </a:moveTo>
                <a:cubicBezTo>
                  <a:pt x="3717" y="292"/>
                  <a:pt x="3723" y="294"/>
                  <a:pt x="3723" y="303"/>
                </a:cubicBezTo>
                <a:lnTo>
                  <a:pt x="3723" y="304"/>
                </a:lnTo>
                <a:cubicBezTo>
                  <a:pt x="3736" y="307"/>
                  <a:pt x="3730" y="285"/>
                  <a:pt x="3723" y="286"/>
                </a:cubicBezTo>
                <a:close/>
                <a:moveTo>
                  <a:pt x="3116" y="285"/>
                </a:moveTo>
                <a:cubicBezTo>
                  <a:pt x="3115" y="285"/>
                  <a:pt x="3114" y="285"/>
                  <a:pt x="3113" y="288"/>
                </a:cubicBezTo>
                <a:lnTo>
                  <a:pt x="3112" y="287"/>
                </a:lnTo>
                <a:cubicBezTo>
                  <a:pt x="3116" y="288"/>
                  <a:pt x="3120" y="293"/>
                  <a:pt x="3124" y="288"/>
                </a:cubicBezTo>
                <a:cubicBezTo>
                  <a:pt x="3121" y="288"/>
                  <a:pt x="3119" y="285"/>
                  <a:pt x="3116" y="285"/>
                </a:cubicBezTo>
                <a:close/>
                <a:moveTo>
                  <a:pt x="2932" y="280"/>
                </a:moveTo>
                <a:cubicBezTo>
                  <a:pt x="2932" y="283"/>
                  <a:pt x="2932" y="285"/>
                  <a:pt x="2932" y="287"/>
                </a:cubicBezTo>
                <a:lnTo>
                  <a:pt x="2937" y="287"/>
                </a:lnTo>
                <a:cubicBezTo>
                  <a:pt x="2937" y="285"/>
                  <a:pt x="2937" y="283"/>
                  <a:pt x="2937" y="280"/>
                </a:cubicBezTo>
                <a:lnTo>
                  <a:pt x="2932" y="280"/>
                </a:lnTo>
                <a:close/>
                <a:moveTo>
                  <a:pt x="3911" y="280"/>
                </a:moveTo>
                <a:cubicBezTo>
                  <a:pt x="3906" y="281"/>
                  <a:pt x="3902" y="282"/>
                  <a:pt x="3901" y="286"/>
                </a:cubicBezTo>
                <a:lnTo>
                  <a:pt x="3901" y="287"/>
                </a:lnTo>
                <a:lnTo>
                  <a:pt x="3900" y="287"/>
                </a:lnTo>
                <a:lnTo>
                  <a:pt x="3901" y="288"/>
                </a:lnTo>
                <a:lnTo>
                  <a:pt x="3901" y="287"/>
                </a:lnTo>
                <a:lnTo>
                  <a:pt x="3903" y="287"/>
                </a:lnTo>
                <a:cubicBezTo>
                  <a:pt x="3911" y="287"/>
                  <a:pt x="3923" y="290"/>
                  <a:pt x="3924" y="283"/>
                </a:cubicBezTo>
                <a:cubicBezTo>
                  <a:pt x="3922" y="281"/>
                  <a:pt x="3916" y="280"/>
                  <a:pt x="3911" y="280"/>
                </a:cubicBezTo>
                <a:close/>
                <a:moveTo>
                  <a:pt x="3869" y="278"/>
                </a:moveTo>
                <a:cubicBezTo>
                  <a:pt x="3865" y="278"/>
                  <a:pt x="3861" y="280"/>
                  <a:pt x="3860" y="282"/>
                </a:cubicBezTo>
                <a:lnTo>
                  <a:pt x="3860" y="282"/>
                </a:lnTo>
                <a:cubicBezTo>
                  <a:pt x="3864" y="288"/>
                  <a:pt x="3870" y="291"/>
                  <a:pt x="3881" y="288"/>
                </a:cubicBezTo>
                <a:cubicBezTo>
                  <a:pt x="3883" y="281"/>
                  <a:pt x="3876" y="278"/>
                  <a:pt x="3869" y="278"/>
                </a:cubicBezTo>
                <a:close/>
                <a:moveTo>
                  <a:pt x="3807" y="278"/>
                </a:moveTo>
                <a:cubicBezTo>
                  <a:pt x="3803" y="278"/>
                  <a:pt x="3800" y="279"/>
                  <a:pt x="3798" y="282"/>
                </a:cubicBezTo>
                <a:lnTo>
                  <a:pt x="3797" y="284"/>
                </a:lnTo>
                <a:lnTo>
                  <a:pt x="3796" y="284"/>
                </a:lnTo>
                <a:lnTo>
                  <a:pt x="3796" y="285"/>
                </a:lnTo>
                <a:lnTo>
                  <a:pt x="3797" y="284"/>
                </a:lnTo>
                <a:lnTo>
                  <a:pt x="3799" y="284"/>
                </a:lnTo>
                <a:cubicBezTo>
                  <a:pt x="3811" y="283"/>
                  <a:pt x="3829" y="298"/>
                  <a:pt x="3833" y="280"/>
                </a:cubicBezTo>
                <a:cubicBezTo>
                  <a:pt x="3825" y="280"/>
                  <a:pt x="3815" y="277"/>
                  <a:pt x="3807" y="278"/>
                </a:cubicBezTo>
                <a:close/>
                <a:moveTo>
                  <a:pt x="3026" y="277"/>
                </a:moveTo>
                <a:cubicBezTo>
                  <a:pt x="3015" y="291"/>
                  <a:pt x="3037" y="285"/>
                  <a:pt x="3026" y="277"/>
                </a:cubicBezTo>
                <a:close/>
                <a:moveTo>
                  <a:pt x="7044" y="277"/>
                </a:moveTo>
                <a:cubicBezTo>
                  <a:pt x="7044" y="287"/>
                  <a:pt x="7036" y="293"/>
                  <a:pt x="7045" y="299"/>
                </a:cubicBezTo>
                <a:lnTo>
                  <a:pt x="7047" y="301"/>
                </a:lnTo>
                <a:lnTo>
                  <a:pt x="7046" y="301"/>
                </a:lnTo>
                <a:lnTo>
                  <a:pt x="7047" y="301"/>
                </a:lnTo>
                <a:lnTo>
                  <a:pt x="7047" y="301"/>
                </a:lnTo>
                <a:lnTo>
                  <a:pt x="7047" y="298"/>
                </a:lnTo>
                <a:cubicBezTo>
                  <a:pt x="7050" y="291"/>
                  <a:pt x="7060" y="293"/>
                  <a:pt x="7064" y="287"/>
                </a:cubicBezTo>
                <a:cubicBezTo>
                  <a:pt x="7061" y="287"/>
                  <a:pt x="7061" y="285"/>
                  <a:pt x="7061" y="281"/>
                </a:cubicBezTo>
                <a:cubicBezTo>
                  <a:pt x="7055" y="282"/>
                  <a:pt x="7049" y="280"/>
                  <a:pt x="7044" y="277"/>
                </a:cubicBezTo>
                <a:close/>
                <a:moveTo>
                  <a:pt x="4055" y="275"/>
                </a:moveTo>
                <a:cubicBezTo>
                  <a:pt x="4055" y="277"/>
                  <a:pt x="4055" y="280"/>
                  <a:pt x="4055" y="282"/>
                </a:cubicBezTo>
                <a:lnTo>
                  <a:pt x="4061" y="282"/>
                </a:lnTo>
                <a:cubicBezTo>
                  <a:pt x="4061" y="280"/>
                  <a:pt x="4061" y="277"/>
                  <a:pt x="4061" y="275"/>
                </a:cubicBezTo>
                <a:lnTo>
                  <a:pt x="4055" y="275"/>
                </a:lnTo>
                <a:close/>
                <a:moveTo>
                  <a:pt x="3971" y="275"/>
                </a:moveTo>
                <a:cubicBezTo>
                  <a:pt x="3968" y="282"/>
                  <a:pt x="3980" y="290"/>
                  <a:pt x="3981" y="282"/>
                </a:cubicBezTo>
                <a:cubicBezTo>
                  <a:pt x="3976" y="281"/>
                  <a:pt x="3975" y="275"/>
                  <a:pt x="3971" y="275"/>
                </a:cubicBezTo>
                <a:lnTo>
                  <a:pt x="3971" y="275"/>
                </a:lnTo>
                <a:close/>
                <a:moveTo>
                  <a:pt x="599" y="274"/>
                </a:moveTo>
                <a:cubicBezTo>
                  <a:pt x="594" y="274"/>
                  <a:pt x="589" y="276"/>
                  <a:pt x="591" y="283"/>
                </a:cubicBezTo>
                <a:cubicBezTo>
                  <a:pt x="601" y="287"/>
                  <a:pt x="604" y="285"/>
                  <a:pt x="608" y="276"/>
                </a:cubicBezTo>
                <a:lnTo>
                  <a:pt x="607" y="277"/>
                </a:lnTo>
                <a:cubicBezTo>
                  <a:pt x="605" y="275"/>
                  <a:pt x="602" y="274"/>
                  <a:pt x="599" y="274"/>
                </a:cubicBezTo>
                <a:close/>
                <a:moveTo>
                  <a:pt x="3586" y="273"/>
                </a:moveTo>
                <a:lnTo>
                  <a:pt x="3586" y="275"/>
                </a:lnTo>
                <a:lnTo>
                  <a:pt x="3586" y="275"/>
                </a:lnTo>
                <a:cubicBezTo>
                  <a:pt x="3574" y="277"/>
                  <a:pt x="3574" y="281"/>
                  <a:pt x="3562" y="281"/>
                </a:cubicBezTo>
                <a:cubicBezTo>
                  <a:pt x="3562" y="285"/>
                  <a:pt x="3562" y="291"/>
                  <a:pt x="3566" y="291"/>
                </a:cubicBezTo>
                <a:cubicBezTo>
                  <a:pt x="3571" y="283"/>
                  <a:pt x="3578" y="285"/>
                  <a:pt x="3586" y="287"/>
                </a:cubicBezTo>
                <a:lnTo>
                  <a:pt x="3586" y="275"/>
                </a:lnTo>
                <a:lnTo>
                  <a:pt x="3588" y="274"/>
                </a:lnTo>
                <a:lnTo>
                  <a:pt x="3586" y="273"/>
                </a:lnTo>
                <a:close/>
                <a:moveTo>
                  <a:pt x="3770" y="273"/>
                </a:moveTo>
                <a:cubicBezTo>
                  <a:pt x="3765" y="273"/>
                  <a:pt x="3761" y="274"/>
                  <a:pt x="3759" y="278"/>
                </a:cubicBezTo>
                <a:cubicBezTo>
                  <a:pt x="3769" y="282"/>
                  <a:pt x="3778" y="286"/>
                  <a:pt x="3782" y="276"/>
                </a:cubicBezTo>
                <a:lnTo>
                  <a:pt x="3782" y="275"/>
                </a:lnTo>
                <a:lnTo>
                  <a:pt x="3783" y="275"/>
                </a:lnTo>
                <a:lnTo>
                  <a:pt x="3783" y="274"/>
                </a:lnTo>
                <a:lnTo>
                  <a:pt x="3782" y="275"/>
                </a:lnTo>
                <a:lnTo>
                  <a:pt x="3780" y="274"/>
                </a:lnTo>
                <a:cubicBezTo>
                  <a:pt x="3777" y="274"/>
                  <a:pt x="3773" y="273"/>
                  <a:pt x="3770" y="273"/>
                </a:cubicBezTo>
                <a:close/>
                <a:moveTo>
                  <a:pt x="3256" y="272"/>
                </a:moveTo>
                <a:cubicBezTo>
                  <a:pt x="3255" y="277"/>
                  <a:pt x="3251" y="279"/>
                  <a:pt x="3253" y="286"/>
                </a:cubicBezTo>
                <a:lnTo>
                  <a:pt x="3253" y="286"/>
                </a:lnTo>
                <a:cubicBezTo>
                  <a:pt x="3261" y="287"/>
                  <a:pt x="3266" y="285"/>
                  <a:pt x="3266" y="279"/>
                </a:cubicBezTo>
                <a:cubicBezTo>
                  <a:pt x="3261" y="278"/>
                  <a:pt x="3260" y="273"/>
                  <a:pt x="3256" y="272"/>
                </a:cubicBezTo>
                <a:close/>
                <a:moveTo>
                  <a:pt x="4141" y="269"/>
                </a:moveTo>
                <a:cubicBezTo>
                  <a:pt x="4136" y="269"/>
                  <a:pt x="4132" y="272"/>
                  <a:pt x="4135" y="280"/>
                </a:cubicBezTo>
                <a:cubicBezTo>
                  <a:pt x="4140" y="280"/>
                  <a:pt x="4148" y="278"/>
                  <a:pt x="4149" y="282"/>
                </a:cubicBezTo>
                <a:cubicBezTo>
                  <a:pt x="4143" y="286"/>
                  <a:pt x="4144" y="297"/>
                  <a:pt x="4135" y="290"/>
                </a:cubicBezTo>
                <a:cubicBezTo>
                  <a:pt x="4136" y="295"/>
                  <a:pt x="4135" y="303"/>
                  <a:pt x="4139" y="303"/>
                </a:cubicBezTo>
                <a:cubicBezTo>
                  <a:pt x="4147" y="294"/>
                  <a:pt x="4157" y="311"/>
                  <a:pt x="4166" y="288"/>
                </a:cubicBezTo>
                <a:cubicBezTo>
                  <a:pt x="4153" y="288"/>
                  <a:pt x="4150" y="283"/>
                  <a:pt x="4155" y="272"/>
                </a:cubicBezTo>
                <a:lnTo>
                  <a:pt x="4155" y="272"/>
                </a:lnTo>
                <a:cubicBezTo>
                  <a:pt x="4153" y="270"/>
                  <a:pt x="4146" y="268"/>
                  <a:pt x="4141" y="269"/>
                </a:cubicBezTo>
                <a:close/>
                <a:moveTo>
                  <a:pt x="3010" y="268"/>
                </a:moveTo>
                <a:cubicBezTo>
                  <a:pt x="3006" y="268"/>
                  <a:pt x="3004" y="271"/>
                  <a:pt x="2999" y="271"/>
                </a:cubicBezTo>
                <a:lnTo>
                  <a:pt x="2999" y="284"/>
                </a:lnTo>
                <a:lnTo>
                  <a:pt x="2998" y="285"/>
                </a:lnTo>
                <a:lnTo>
                  <a:pt x="2999" y="285"/>
                </a:lnTo>
                <a:lnTo>
                  <a:pt x="2999" y="284"/>
                </a:lnTo>
                <a:lnTo>
                  <a:pt x="3001" y="284"/>
                </a:lnTo>
                <a:cubicBezTo>
                  <a:pt x="3008" y="281"/>
                  <a:pt x="3010" y="274"/>
                  <a:pt x="3012" y="268"/>
                </a:cubicBezTo>
                <a:cubicBezTo>
                  <a:pt x="3012" y="268"/>
                  <a:pt x="3011" y="268"/>
                  <a:pt x="3010" y="268"/>
                </a:cubicBezTo>
                <a:close/>
                <a:moveTo>
                  <a:pt x="7100" y="266"/>
                </a:moveTo>
                <a:cubicBezTo>
                  <a:pt x="7100" y="267"/>
                  <a:pt x="7100" y="268"/>
                  <a:pt x="7098" y="269"/>
                </a:cubicBezTo>
                <a:lnTo>
                  <a:pt x="7097" y="269"/>
                </a:lnTo>
                <a:lnTo>
                  <a:pt x="7098" y="268"/>
                </a:lnTo>
                <a:lnTo>
                  <a:pt x="7097" y="269"/>
                </a:lnTo>
                <a:lnTo>
                  <a:pt x="7097" y="269"/>
                </a:lnTo>
                <a:lnTo>
                  <a:pt x="7097" y="270"/>
                </a:lnTo>
                <a:cubicBezTo>
                  <a:pt x="7096" y="273"/>
                  <a:pt x="7095" y="276"/>
                  <a:pt x="7097" y="276"/>
                </a:cubicBezTo>
                <a:cubicBezTo>
                  <a:pt x="7099" y="276"/>
                  <a:pt x="7100" y="276"/>
                  <a:pt x="7100" y="279"/>
                </a:cubicBezTo>
                <a:lnTo>
                  <a:pt x="7107" y="279"/>
                </a:lnTo>
                <a:cubicBezTo>
                  <a:pt x="7107" y="277"/>
                  <a:pt x="7107" y="276"/>
                  <a:pt x="7110" y="276"/>
                </a:cubicBezTo>
                <a:lnTo>
                  <a:pt x="7110" y="269"/>
                </a:lnTo>
                <a:cubicBezTo>
                  <a:pt x="7108" y="269"/>
                  <a:pt x="7107" y="268"/>
                  <a:pt x="7107" y="266"/>
                </a:cubicBezTo>
                <a:lnTo>
                  <a:pt x="7100" y="266"/>
                </a:lnTo>
                <a:close/>
                <a:moveTo>
                  <a:pt x="4031" y="263"/>
                </a:moveTo>
                <a:lnTo>
                  <a:pt x="4017" y="263"/>
                </a:lnTo>
                <a:cubicBezTo>
                  <a:pt x="4017" y="266"/>
                  <a:pt x="4017" y="268"/>
                  <a:pt x="4017" y="270"/>
                </a:cubicBezTo>
                <a:lnTo>
                  <a:pt x="4031" y="270"/>
                </a:lnTo>
                <a:lnTo>
                  <a:pt x="4031" y="263"/>
                </a:lnTo>
                <a:close/>
                <a:moveTo>
                  <a:pt x="2780" y="262"/>
                </a:moveTo>
                <a:cubicBezTo>
                  <a:pt x="2784" y="281"/>
                  <a:pt x="2770" y="285"/>
                  <a:pt x="2775" y="306"/>
                </a:cubicBezTo>
                <a:cubicBezTo>
                  <a:pt x="2787" y="299"/>
                  <a:pt x="2795" y="286"/>
                  <a:pt x="2811" y="290"/>
                </a:cubicBezTo>
                <a:lnTo>
                  <a:pt x="2814" y="291"/>
                </a:lnTo>
                <a:lnTo>
                  <a:pt x="2814" y="291"/>
                </a:lnTo>
                <a:lnTo>
                  <a:pt x="2815" y="291"/>
                </a:lnTo>
                <a:lnTo>
                  <a:pt x="2814" y="291"/>
                </a:lnTo>
                <a:lnTo>
                  <a:pt x="2815" y="287"/>
                </a:lnTo>
                <a:cubicBezTo>
                  <a:pt x="2817" y="284"/>
                  <a:pt x="2819" y="281"/>
                  <a:pt x="2822" y="278"/>
                </a:cubicBezTo>
                <a:cubicBezTo>
                  <a:pt x="2815" y="272"/>
                  <a:pt x="2808" y="266"/>
                  <a:pt x="2801" y="262"/>
                </a:cubicBezTo>
                <a:cubicBezTo>
                  <a:pt x="2799" y="273"/>
                  <a:pt x="2785" y="266"/>
                  <a:pt x="2780" y="262"/>
                </a:cubicBezTo>
                <a:close/>
                <a:moveTo>
                  <a:pt x="4093" y="261"/>
                </a:moveTo>
                <a:cubicBezTo>
                  <a:pt x="4084" y="261"/>
                  <a:pt x="4072" y="270"/>
                  <a:pt x="4070" y="275"/>
                </a:cubicBezTo>
                <a:lnTo>
                  <a:pt x="4071" y="275"/>
                </a:lnTo>
                <a:cubicBezTo>
                  <a:pt x="4084" y="269"/>
                  <a:pt x="4095" y="276"/>
                  <a:pt x="4104" y="270"/>
                </a:cubicBezTo>
                <a:cubicBezTo>
                  <a:pt x="4103" y="263"/>
                  <a:pt x="4099" y="260"/>
                  <a:pt x="4093" y="261"/>
                </a:cubicBezTo>
                <a:close/>
                <a:moveTo>
                  <a:pt x="4234" y="259"/>
                </a:moveTo>
                <a:cubicBezTo>
                  <a:pt x="4236" y="266"/>
                  <a:pt x="4235" y="273"/>
                  <a:pt x="4231" y="280"/>
                </a:cubicBezTo>
                <a:lnTo>
                  <a:pt x="4232" y="280"/>
                </a:lnTo>
                <a:cubicBezTo>
                  <a:pt x="4243" y="274"/>
                  <a:pt x="4248" y="283"/>
                  <a:pt x="4255" y="276"/>
                </a:cubicBezTo>
                <a:cubicBezTo>
                  <a:pt x="4244" y="271"/>
                  <a:pt x="4268" y="271"/>
                  <a:pt x="4261" y="259"/>
                </a:cubicBezTo>
                <a:lnTo>
                  <a:pt x="4234" y="259"/>
                </a:lnTo>
                <a:close/>
                <a:moveTo>
                  <a:pt x="3648" y="258"/>
                </a:moveTo>
                <a:lnTo>
                  <a:pt x="3648" y="259"/>
                </a:lnTo>
                <a:cubicBezTo>
                  <a:pt x="3648" y="261"/>
                  <a:pt x="3648" y="263"/>
                  <a:pt x="3648" y="265"/>
                </a:cubicBezTo>
                <a:cubicBezTo>
                  <a:pt x="3652" y="265"/>
                  <a:pt x="3653" y="269"/>
                  <a:pt x="3658" y="268"/>
                </a:cubicBezTo>
                <a:cubicBezTo>
                  <a:pt x="3658" y="265"/>
                  <a:pt x="3658" y="261"/>
                  <a:pt x="3658" y="258"/>
                </a:cubicBezTo>
                <a:lnTo>
                  <a:pt x="3648" y="258"/>
                </a:lnTo>
                <a:close/>
                <a:moveTo>
                  <a:pt x="3297" y="258"/>
                </a:moveTo>
                <a:cubicBezTo>
                  <a:pt x="3294" y="265"/>
                  <a:pt x="3273" y="255"/>
                  <a:pt x="3276" y="268"/>
                </a:cubicBezTo>
                <a:cubicBezTo>
                  <a:pt x="3282" y="279"/>
                  <a:pt x="3302" y="258"/>
                  <a:pt x="3297" y="258"/>
                </a:cubicBezTo>
                <a:close/>
                <a:moveTo>
                  <a:pt x="3982" y="257"/>
                </a:moveTo>
                <a:cubicBezTo>
                  <a:pt x="3978" y="258"/>
                  <a:pt x="3975" y="260"/>
                  <a:pt x="3977" y="265"/>
                </a:cubicBezTo>
                <a:lnTo>
                  <a:pt x="3987" y="265"/>
                </a:lnTo>
                <a:cubicBezTo>
                  <a:pt x="3989" y="260"/>
                  <a:pt x="3986" y="257"/>
                  <a:pt x="3982" y="257"/>
                </a:cubicBezTo>
                <a:close/>
                <a:moveTo>
                  <a:pt x="601" y="253"/>
                </a:moveTo>
                <a:cubicBezTo>
                  <a:pt x="601" y="257"/>
                  <a:pt x="595" y="256"/>
                  <a:pt x="595" y="259"/>
                </a:cubicBezTo>
                <a:lnTo>
                  <a:pt x="594" y="260"/>
                </a:lnTo>
                <a:cubicBezTo>
                  <a:pt x="598" y="260"/>
                  <a:pt x="598" y="265"/>
                  <a:pt x="605" y="263"/>
                </a:cubicBezTo>
                <a:cubicBezTo>
                  <a:pt x="604" y="259"/>
                  <a:pt x="605" y="253"/>
                  <a:pt x="601" y="253"/>
                </a:cubicBezTo>
                <a:close/>
                <a:moveTo>
                  <a:pt x="3636" y="252"/>
                </a:moveTo>
                <a:cubicBezTo>
                  <a:pt x="3634" y="252"/>
                  <a:pt x="3632" y="254"/>
                  <a:pt x="3631" y="258"/>
                </a:cubicBezTo>
                <a:cubicBezTo>
                  <a:pt x="3646" y="260"/>
                  <a:pt x="3641" y="252"/>
                  <a:pt x="3636" y="252"/>
                </a:cubicBezTo>
                <a:close/>
                <a:moveTo>
                  <a:pt x="2651" y="249"/>
                </a:moveTo>
                <a:cubicBezTo>
                  <a:pt x="2639" y="248"/>
                  <a:pt x="2638" y="276"/>
                  <a:pt x="2649" y="276"/>
                </a:cubicBezTo>
                <a:lnTo>
                  <a:pt x="2649" y="276"/>
                </a:lnTo>
                <a:cubicBezTo>
                  <a:pt x="2656" y="267"/>
                  <a:pt x="2655" y="262"/>
                  <a:pt x="2651" y="249"/>
                </a:cubicBezTo>
                <a:close/>
                <a:moveTo>
                  <a:pt x="2300" y="249"/>
                </a:moveTo>
                <a:cubicBezTo>
                  <a:pt x="2297" y="249"/>
                  <a:pt x="2295" y="250"/>
                  <a:pt x="2295" y="255"/>
                </a:cubicBezTo>
                <a:cubicBezTo>
                  <a:pt x="2309" y="257"/>
                  <a:pt x="2304" y="249"/>
                  <a:pt x="2300" y="249"/>
                </a:cubicBezTo>
                <a:close/>
                <a:moveTo>
                  <a:pt x="7066" y="248"/>
                </a:moveTo>
                <a:cubicBezTo>
                  <a:pt x="7059" y="250"/>
                  <a:pt x="7067" y="268"/>
                  <a:pt x="7077" y="254"/>
                </a:cubicBezTo>
                <a:cubicBezTo>
                  <a:pt x="7072" y="249"/>
                  <a:pt x="7068" y="248"/>
                  <a:pt x="7066" y="248"/>
                </a:cubicBezTo>
                <a:close/>
                <a:moveTo>
                  <a:pt x="3463" y="248"/>
                </a:moveTo>
                <a:cubicBezTo>
                  <a:pt x="3463" y="251"/>
                  <a:pt x="3463" y="255"/>
                  <a:pt x="3463" y="258"/>
                </a:cubicBezTo>
                <a:lnTo>
                  <a:pt x="3473" y="258"/>
                </a:lnTo>
                <a:cubicBezTo>
                  <a:pt x="3473" y="255"/>
                  <a:pt x="3473" y="251"/>
                  <a:pt x="3473" y="248"/>
                </a:cubicBezTo>
                <a:lnTo>
                  <a:pt x="3463" y="248"/>
                </a:lnTo>
                <a:close/>
                <a:moveTo>
                  <a:pt x="3368" y="245"/>
                </a:moveTo>
                <a:lnTo>
                  <a:pt x="3369" y="245"/>
                </a:lnTo>
                <a:lnTo>
                  <a:pt x="3369" y="246"/>
                </a:lnTo>
                <a:cubicBezTo>
                  <a:pt x="3368" y="249"/>
                  <a:pt x="3363" y="250"/>
                  <a:pt x="3361" y="252"/>
                </a:cubicBezTo>
                <a:cubicBezTo>
                  <a:pt x="3366" y="252"/>
                  <a:pt x="3366" y="256"/>
                  <a:pt x="3371" y="255"/>
                </a:cubicBezTo>
                <a:cubicBezTo>
                  <a:pt x="3371" y="253"/>
                  <a:pt x="3372" y="250"/>
                  <a:pt x="3371" y="248"/>
                </a:cubicBezTo>
                <a:cubicBezTo>
                  <a:pt x="3371" y="247"/>
                  <a:pt x="3371" y="245"/>
                  <a:pt x="3370" y="245"/>
                </a:cubicBezTo>
                <a:lnTo>
                  <a:pt x="3369" y="245"/>
                </a:lnTo>
                <a:lnTo>
                  <a:pt x="3369" y="245"/>
                </a:lnTo>
                <a:lnTo>
                  <a:pt x="3368" y="245"/>
                </a:lnTo>
                <a:close/>
                <a:moveTo>
                  <a:pt x="4002" y="243"/>
                </a:moveTo>
                <a:cubicBezTo>
                  <a:pt x="3998" y="243"/>
                  <a:pt x="3994" y="246"/>
                  <a:pt x="3994" y="250"/>
                </a:cubicBezTo>
                <a:cubicBezTo>
                  <a:pt x="3994" y="254"/>
                  <a:pt x="3996" y="257"/>
                  <a:pt x="4000" y="258"/>
                </a:cubicBezTo>
                <a:lnTo>
                  <a:pt x="4000" y="257"/>
                </a:lnTo>
                <a:cubicBezTo>
                  <a:pt x="4001" y="252"/>
                  <a:pt x="4005" y="250"/>
                  <a:pt x="4003" y="244"/>
                </a:cubicBezTo>
                <a:cubicBezTo>
                  <a:pt x="4003" y="244"/>
                  <a:pt x="4002" y="243"/>
                  <a:pt x="4002" y="243"/>
                </a:cubicBezTo>
                <a:close/>
                <a:moveTo>
                  <a:pt x="3025" y="243"/>
                </a:moveTo>
                <a:cubicBezTo>
                  <a:pt x="3025" y="243"/>
                  <a:pt x="3024" y="243"/>
                  <a:pt x="3024" y="243"/>
                </a:cubicBezTo>
                <a:cubicBezTo>
                  <a:pt x="3023" y="244"/>
                  <a:pt x="3022" y="245"/>
                  <a:pt x="3022" y="247"/>
                </a:cubicBezTo>
                <a:lnTo>
                  <a:pt x="3020" y="247"/>
                </a:lnTo>
                <a:cubicBezTo>
                  <a:pt x="3026" y="247"/>
                  <a:pt x="3023" y="255"/>
                  <a:pt x="3032" y="253"/>
                </a:cubicBezTo>
                <a:cubicBezTo>
                  <a:pt x="3033" y="249"/>
                  <a:pt x="3029" y="244"/>
                  <a:pt x="3025" y="243"/>
                </a:cubicBezTo>
                <a:close/>
                <a:moveTo>
                  <a:pt x="2870" y="242"/>
                </a:moveTo>
                <a:lnTo>
                  <a:pt x="2870" y="249"/>
                </a:lnTo>
                <a:lnTo>
                  <a:pt x="2877" y="249"/>
                </a:lnTo>
                <a:lnTo>
                  <a:pt x="2877" y="242"/>
                </a:lnTo>
                <a:lnTo>
                  <a:pt x="2870" y="242"/>
                </a:lnTo>
                <a:close/>
                <a:moveTo>
                  <a:pt x="2942" y="240"/>
                </a:moveTo>
                <a:cubicBezTo>
                  <a:pt x="2929" y="240"/>
                  <a:pt x="2917" y="241"/>
                  <a:pt x="2905" y="244"/>
                </a:cubicBezTo>
                <a:cubicBezTo>
                  <a:pt x="2909" y="257"/>
                  <a:pt x="2920" y="261"/>
                  <a:pt x="2905" y="271"/>
                </a:cubicBezTo>
                <a:cubicBezTo>
                  <a:pt x="2913" y="269"/>
                  <a:pt x="2912" y="277"/>
                  <a:pt x="2922" y="274"/>
                </a:cubicBezTo>
                <a:lnTo>
                  <a:pt x="2921" y="274"/>
                </a:lnTo>
                <a:cubicBezTo>
                  <a:pt x="2921" y="257"/>
                  <a:pt x="2933" y="251"/>
                  <a:pt x="2942" y="240"/>
                </a:cubicBezTo>
                <a:close/>
                <a:moveTo>
                  <a:pt x="2849" y="239"/>
                </a:moveTo>
                <a:cubicBezTo>
                  <a:pt x="2848" y="246"/>
                  <a:pt x="2850" y="254"/>
                  <a:pt x="2854" y="260"/>
                </a:cubicBezTo>
                <a:lnTo>
                  <a:pt x="2864" y="260"/>
                </a:lnTo>
                <a:cubicBezTo>
                  <a:pt x="2865" y="259"/>
                  <a:pt x="2865" y="258"/>
                  <a:pt x="2865" y="257"/>
                </a:cubicBezTo>
                <a:cubicBezTo>
                  <a:pt x="2866" y="248"/>
                  <a:pt x="2859" y="240"/>
                  <a:pt x="2850" y="239"/>
                </a:cubicBezTo>
                <a:lnTo>
                  <a:pt x="2849" y="239"/>
                </a:lnTo>
                <a:close/>
                <a:moveTo>
                  <a:pt x="3155" y="239"/>
                </a:moveTo>
                <a:cubicBezTo>
                  <a:pt x="3142" y="240"/>
                  <a:pt x="3150" y="258"/>
                  <a:pt x="3142" y="263"/>
                </a:cubicBezTo>
                <a:lnTo>
                  <a:pt x="3142" y="263"/>
                </a:lnTo>
                <a:cubicBezTo>
                  <a:pt x="3143" y="266"/>
                  <a:pt x="3146" y="268"/>
                  <a:pt x="3149" y="268"/>
                </a:cubicBezTo>
                <a:cubicBezTo>
                  <a:pt x="3155" y="269"/>
                  <a:pt x="3161" y="266"/>
                  <a:pt x="3162" y="260"/>
                </a:cubicBezTo>
                <a:cubicBezTo>
                  <a:pt x="3150" y="258"/>
                  <a:pt x="3152" y="247"/>
                  <a:pt x="3155" y="239"/>
                </a:cubicBezTo>
                <a:close/>
                <a:moveTo>
                  <a:pt x="7088" y="238"/>
                </a:moveTo>
                <a:lnTo>
                  <a:pt x="7089" y="238"/>
                </a:lnTo>
                <a:cubicBezTo>
                  <a:pt x="7092" y="239"/>
                  <a:pt x="7093" y="243"/>
                  <a:pt x="7093" y="247"/>
                </a:cubicBezTo>
                <a:lnTo>
                  <a:pt x="7093" y="247"/>
                </a:lnTo>
                <a:lnTo>
                  <a:pt x="7091" y="247"/>
                </a:lnTo>
                <a:cubicBezTo>
                  <a:pt x="7089" y="246"/>
                  <a:pt x="7088" y="244"/>
                  <a:pt x="7086" y="243"/>
                </a:cubicBezTo>
                <a:lnTo>
                  <a:pt x="7086" y="242"/>
                </a:lnTo>
                <a:lnTo>
                  <a:pt x="7086" y="241"/>
                </a:lnTo>
                <a:lnTo>
                  <a:pt x="7088" y="238"/>
                </a:lnTo>
                <a:close/>
                <a:moveTo>
                  <a:pt x="7088" y="237"/>
                </a:moveTo>
                <a:lnTo>
                  <a:pt x="7088" y="238"/>
                </a:lnTo>
                <a:lnTo>
                  <a:pt x="7087" y="238"/>
                </a:lnTo>
                <a:lnTo>
                  <a:pt x="7088" y="237"/>
                </a:lnTo>
                <a:close/>
                <a:moveTo>
                  <a:pt x="3974" y="237"/>
                </a:moveTo>
                <a:cubicBezTo>
                  <a:pt x="3971" y="237"/>
                  <a:pt x="3967" y="239"/>
                  <a:pt x="3970" y="244"/>
                </a:cubicBezTo>
                <a:lnTo>
                  <a:pt x="3980" y="244"/>
                </a:lnTo>
                <a:cubicBezTo>
                  <a:pt x="3982" y="239"/>
                  <a:pt x="3978" y="237"/>
                  <a:pt x="3974" y="237"/>
                </a:cubicBezTo>
                <a:close/>
                <a:moveTo>
                  <a:pt x="4023" y="236"/>
                </a:moveTo>
                <a:cubicBezTo>
                  <a:pt x="4017" y="238"/>
                  <a:pt x="4002" y="232"/>
                  <a:pt x="4007" y="244"/>
                </a:cubicBezTo>
                <a:cubicBezTo>
                  <a:pt x="4012" y="249"/>
                  <a:pt x="4026" y="248"/>
                  <a:pt x="4023" y="236"/>
                </a:cubicBezTo>
                <a:lnTo>
                  <a:pt x="4023" y="236"/>
                </a:lnTo>
                <a:close/>
                <a:moveTo>
                  <a:pt x="3071" y="235"/>
                </a:moveTo>
                <a:cubicBezTo>
                  <a:pt x="3057" y="235"/>
                  <a:pt x="3056" y="241"/>
                  <a:pt x="3045" y="236"/>
                </a:cubicBezTo>
                <a:cubicBezTo>
                  <a:pt x="3052" y="259"/>
                  <a:pt x="3045" y="268"/>
                  <a:pt x="3040" y="287"/>
                </a:cubicBezTo>
                <a:cubicBezTo>
                  <a:pt x="3057" y="288"/>
                  <a:pt x="3065" y="280"/>
                  <a:pt x="3083" y="282"/>
                </a:cubicBezTo>
                <a:cubicBezTo>
                  <a:pt x="3091" y="274"/>
                  <a:pt x="3078" y="276"/>
                  <a:pt x="3079" y="265"/>
                </a:cubicBezTo>
                <a:lnTo>
                  <a:pt x="3078" y="265"/>
                </a:lnTo>
                <a:cubicBezTo>
                  <a:pt x="3101" y="257"/>
                  <a:pt x="3101" y="266"/>
                  <a:pt x="3129" y="263"/>
                </a:cubicBezTo>
                <a:cubicBezTo>
                  <a:pt x="3123" y="236"/>
                  <a:pt x="3076" y="263"/>
                  <a:pt x="3055" y="249"/>
                </a:cubicBezTo>
                <a:cubicBezTo>
                  <a:pt x="3060" y="244"/>
                  <a:pt x="3072" y="246"/>
                  <a:pt x="3071" y="235"/>
                </a:cubicBezTo>
                <a:close/>
                <a:moveTo>
                  <a:pt x="2192" y="235"/>
                </a:moveTo>
                <a:cubicBezTo>
                  <a:pt x="2192" y="242"/>
                  <a:pt x="2196" y="243"/>
                  <a:pt x="2201" y="244"/>
                </a:cubicBezTo>
                <a:lnTo>
                  <a:pt x="2205" y="244"/>
                </a:lnTo>
                <a:lnTo>
                  <a:pt x="2205" y="244"/>
                </a:lnTo>
                <a:lnTo>
                  <a:pt x="2206" y="244"/>
                </a:lnTo>
                <a:lnTo>
                  <a:pt x="2205" y="244"/>
                </a:lnTo>
                <a:lnTo>
                  <a:pt x="2205" y="241"/>
                </a:lnTo>
                <a:cubicBezTo>
                  <a:pt x="2204" y="235"/>
                  <a:pt x="2197" y="236"/>
                  <a:pt x="2192" y="235"/>
                </a:cubicBezTo>
                <a:close/>
                <a:moveTo>
                  <a:pt x="4071" y="234"/>
                </a:moveTo>
                <a:cubicBezTo>
                  <a:pt x="4070" y="234"/>
                  <a:pt x="4068" y="234"/>
                  <a:pt x="4067" y="234"/>
                </a:cubicBezTo>
                <a:cubicBezTo>
                  <a:pt x="4067" y="238"/>
                  <a:pt x="4066" y="244"/>
                  <a:pt x="4070" y="244"/>
                </a:cubicBezTo>
                <a:cubicBezTo>
                  <a:pt x="4068" y="235"/>
                  <a:pt x="4086" y="246"/>
                  <a:pt x="4083" y="237"/>
                </a:cubicBezTo>
                <a:lnTo>
                  <a:pt x="4083" y="237"/>
                </a:lnTo>
                <a:cubicBezTo>
                  <a:pt x="4080" y="235"/>
                  <a:pt x="4075" y="234"/>
                  <a:pt x="4071" y="234"/>
                </a:cubicBezTo>
                <a:close/>
                <a:moveTo>
                  <a:pt x="4305" y="233"/>
                </a:moveTo>
                <a:cubicBezTo>
                  <a:pt x="4299" y="236"/>
                  <a:pt x="4290" y="235"/>
                  <a:pt x="4286" y="239"/>
                </a:cubicBezTo>
                <a:lnTo>
                  <a:pt x="4285" y="240"/>
                </a:lnTo>
                <a:lnTo>
                  <a:pt x="4284" y="240"/>
                </a:lnTo>
                <a:lnTo>
                  <a:pt x="4285" y="240"/>
                </a:lnTo>
                <a:lnTo>
                  <a:pt x="4285" y="240"/>
                </a:lnTo>
                <a:lnTo>
                  <a:pt x="4288" y="240"/>
                </a:lnTo>
                <a:cubicBezTo>
                  <a:pt x="4297" y="241"/>
                  <a:pt x="4307" y="249"/>
                  <a:pt x="4305" y="233"/>
                </a:cubicBezTo>
                <a:close/>
                <a:moveTo>
                  <a:pt x="3915" y="233"/>
                </a:moveTo>
                <a:cubicBezTo>
                  <a:pt x="3916" y="239"/>
                  <a:pt x="3913" y="249"/>
                  <a:pt x="3923" y="247"/>
                </a:cubicBezTo>
                <a:cubicBezTo>
                  <a:pt x="3923" y="239"/>
                  <a:pt x="3922" y="234"/>
                  <a:pt x="3916" y="234"/>
                </a:cubicBezTo>
                <a:lnTo>
                  <a:pt x="3915" y="233"/>
                </a:lnTo>
                <a:close/>
                <a:moveTo>
                  <a:pt x="3338" y="232"/>
                </a:moveTo>
                <a:lnTo>
                  <a:pt x="3338" y="232"/>
                </a:lnTo>
                <a:lnTo>
                  <a:pt x="3334" y="233"/>
                </a:lnTo>
                <a:cubicBezTo>
                  <a:pt x="3329" y="235"/>
                  <a:pt x="3324" y="237"/>
                  <a:pt x="3325" y="244"/>
                </a:cubicBezTo>
                <a:cubicBezTo>
                  <a:pt x="3331" y="246"/>
                  <a:pt x="3331" y="256"/>
                  <a:pt x="3342" y="253"/>
                </a:cubicBezTo>
                <a:cubicBezTo>
                  <a:pt x="3343" y="248"/>
                  <a:pt x="3343" y="242"/>
                  <a:pt x="3341" y="237"/>
                </a:cubicBezTo>
                <a:lnTo>
                  <a:pt x="3338" y="232"/>
                </a:lnTo>
                <a:lnTo>
                  <a:pt x="3339" y="232"/>
                </a:lnTo>
                <a:lnTo>
                  <a:pt x="3338" y="232"/>
                </a:lnTo>
                <a:close/>
                <a:moveTo>
                  <a:pt x="3940" y="231"/>
                </a:moveTo>
                <a:cubicBezTo>
                  <a:pt x="3934" y="231"/>
                  <a:pt x="3929" y="241"/>
                  <a:pt x="3936" y="243"/>
                </a:cubicBezTo>
                <a:cubicBezTo>
                  <a:pt x="3937" y="238"/>
                  <a:pt x="3942" y="237"/>
                  <a:pt x="3942" y="233"/>
                </a:cubicBezTo>
                <a:lnTo>
                  <a:pt x="3942" y="232"/>
                </a:lnTo>
                <a:cubicBezTo>
                  <a:pt x="3941" y="231"/>
                  <a:pt x="3940" y="231"/>
                  <a:pt x="3940" y="231"/>
                </a:cubicBezTo>
                <a:close/>
                <a:moveTo>
                  <a:pt x="3198" y="230"/>
                </a:moveTo>
                <a:lnTo>
                  <a:pt x="3198" y="230"/>
                </a:lnTo>
                <a:cubicBezTo>
                  <a:pt x="3201" y="243"/>
                  <a:pt x="3194" y="247"/>
                  <a:pt x="3195" y="257"/>
                </a:cubicBezTo>
                <a:cubicBezTo>
                  <a:pt x="3213" y="260"/>
                  <a:pt x="3208" y="233"/>
                  <a:pt x="3198" y="230"/>
                </a:cubicBezTo>
                <a:close/>
                <a:moveTo>
                  <a:pt x="4241" y="228"/>
                </a:moveTo>
                <a:lnTo>
                  <a:pt x="4240" y="229"/>
                </a:lnTo>
                <a:lnTo>
                  <a:pt x="4240" y="228"/>
                </a:lnTo>
                <a:lnTo>
                  <a:pt x="4239" y="230"/>
                </a:lnTo>
                <a:cubicBezTo>
                  <a:pt x="4238" y="230"/>
                  <a:pt x="4238" y="231"/>
                  <a:pt x="4237" y="232"/>
                </a:cubicBezTo>
                <a:cubicBezTo>
                  <a:pt x="4235" y="236"/>
                  <a:pt x="4236" y="242"/>
                  <a:pt x="4241" y="245"/>
                </a:cubicBezTo>
                <a:cubicBezTo>
                  <a:pt x="4245" y="248"/>
                  <a:pt x="4251" y="246"/>
                  <a:pt x="4254" y="241"/>
                </a:cubicBezTo>
                <a:cubicBezTo>
                  <a:pt x="4254" y="241"/>
                  <a:pt x="4254" y="240"/>
                  <a:pt x="4254" y="239"/>
                </a:cubicBezTo>
                <a:cubicBezTo>
                  <a:pt x="4253" y="233"/>
                  <a:pt x="4248" y="229"/>
                  <a:pt x="4242" y="228"/>
                </a:cubicBezTo>
                <a:lnTo>
                  <a:pt x="4240" y="228"/>
                </a:lnTo>
                <a:lnTo>
                  <a:pt x="4241" y="228"/>
                </a:lnTo>
                <a:close/>
                <a:moveTo>
                  <a:pt x="2295" y="228"/>
                </a:moveTo>
                <a:cubicBezTo>
                  <a:pt x="2295" y="230"/>
                  <a:pt x="2295" y="232"/>
                  <a:pt x="2295" y="235"/>
                </a:cubicBezTo>
                <a:lnTo>
                  <a:pt x="2302" y="235"/>
                </a:lnTo>
                <a:cubicBezTo>
                  <a:pt x="2302" y="233"/>
                  <a:pt x="2302" y="230"/>
                  <a:pt x="2302" y="228"/>
                </a:cubicBezTo>
                <a:lnTo>
                  <a:pt x="2295" y="228"/>
                </a:lnTo>
                <a:close/>
                <a:moveTo>
                  <a:pt x="3661" y="228"/>
                </a:moveTo>
                <a:cubicBezTo>
                  <a:pt x="3650" y="228"/>
                  <a:pt x="3639" y="233"/>
                  <a:pt x="3630" y="242"/>
                </a:cubicBezTo>
                <a:cubicBezTo>
                  <a:pt x="3643" y="239"/>
                  <a:pt x="3646" y="245"/>
                  <a:pt x="3657" y="244"/>
                </a:cubicBezTo>
                <a:cubicBezTo>
                  <a:pt x="3660" y="231"/>
                  <a:pt x="3667" y="243"/>
                  <a:pt x="3678" y="237"/>
                </a:cubicBezTo>
                <a:cubicBezTo>
                  <a:pt x="3678" y="237"/>
                  <a:pt x="3678" y="237"/>
                  <a:pt x="3678" y="237"/>
                </a:cubicBezTo>
                <a:cubicBezTo>
                  <a:pt x="3674" y="241"/>
                  <a:pt x="3674" y="247"/>
                  <a:pt x="3678" y="250"/>
                </a:cubicBezTo>
                <a:lnTo>
                  <a:pt x="3678" y="251"/>
                </a:lnTo>
                <a:cubicBezTo>
                  <a:pt x="3686" y="251"/>
                  <a:pt x="3692" y="249"/>
                  <a:pt x="3694" y="243"/>
                </a:cubicBezTo>
                <a:cubicBezTo>
                  <a:pt x="3693" y="242"/>
                  <a:pt x="3693" y="241"/>
                  <a:pt x="3692" y="241"/>
                </a:cubicBezTo>
                <a:cubicBezTo>
                  <a:pt x="3683" y="232"/>
                  <a:pt x="3672" y="228"/>
                  <a:pt x="3661" y="228"/>
                </a:cubicBezTo>
                <a:close/>
                <a:moveTo>
                  <a:pt x="3726" y="225"/>
                </a:moveTo>
                <a:cubicBezTo>
                  <a:pt x="3724" y="225"/>
                  <a:pt x="3723" y="225"/>
                  <a:pt x="3721" y="225"/>
                </a:cubicBezTo>
                <a:cubicBezTo>
                  <a:pt x="3716" y="239"/>
                  <a:pt x="3735" y="226"/>
                  <a:pt x="3735" y="235"/>
                </a:cubicBezTo>
                <a:cubicBezTo>
                  <a:pt x="3735" y="238"/>
                  <a:pt x="3735" y="241"/>
                  <a:pt x="3735" y="245"/>
                </a:cubicBezTo>
                <a:cubicBezTo>
                  <a:pt x="3717" y="249"/>
                  <a:pt x="3710" y="241"/>
                  <a:pt x="3698" y="239"/>
                </a:cubicBezTo>
                <a:cubicBezTo>
                  <a:pt x="3697" y="246"/>
                  <a:pt x="3702" y="247"/>
                  <a:pt x="3702" y="253"/>
                </a:cubicBezTo>
                <a:lnTo>
                  <a:pt x="3702" y="254"/>
                </a:lnTo>
                <a:cubicBezTo>
                  <a:pt x="3714" y="249"/>
                  <a:pt x="3725" y="254"/>
                  <a:pt x="3738" y="245"/>
                </a:cubicBezTo>
                <a:cubicBezTo>
                  <a:pt x="3739" y="233"/>
                  <a:pt x="3735" y="225"/>
                  <a:pt x="3726" y="225"/>
                </a:cubicBezTo>
                <a:close/>
                <a:moveTo>
                  <a:pt x="3571" y="224"/>
                </a:moveTo>
                <a:cubicBezTo>
                  <a:pt x="3567" y="224"/>
                  <a:pt x="3563" y="226"/>
                  <a:pt x="3565" y="230"/>
                </a:cubicBezTo>
                <a:lnTo>
                  <a:pt x="3575" y="230"/>
                </a:lnTo>
                <a:lnTo>
                  <a:pt x="3577" y="231"/>
                </a:lnTo>
                <a:cubicBezTo>
                  <a:pt x="3579" y="226"/>
                  <a:pt x="3575" y="224"/>
                  <a:pt x="3571" y="224"/>
                </a:cubicBezTo>
                <a:close/>
                <a:moveTo>
                  <a:pt x="3304" y="223"/>
                </a:moveTo>
                <a:cubicBezTo>
                  <a:pt x="3299" y="223"/>
                  <a:pt x="3296" y="224"/>
                  <a:pt x="3298" y="230"/>
                </a:cubicBezTo>
                <a:cubicBezTo>
                  <a:pt x="3304" y="231"/>
                  <a:pt x="3309" y="228"/>
                  <a:pt x="3311" y="223"/>
                </a:cubicBezTo>
                <a:cubicBezTo>
                  <a:pt x="3309" y="224"/>
                  <a:pt x="3306" y="223"/>
                  <a:pt x="3304" y="223"/>
                </a:cubicBezTo>
                <a:close/>
                <a:moveTo>
                  <a:pt x="560" y="223"/>
                </a:moveTo>
                <a:cubicBezTo>
                  <a:pt x="551" y="221"/>
                  <a:pt x="544" y="250"/>
                  <a:pt x="557" y="251"/>
                </a:cubicBezTo>
                <a:cubicBezTo>
                  <a:pt x="564" y="248"/>
                  <a:pt x="558" y="232"/>
                  <a:pt x="560" y="224"/>
                </a:cubicBezTo>
                <a:lnTo>
                  <a:pt x="560" y="223"/>
                </a:lnTo>
                <a:close/>
                <a:moveTo>
                  <a:pt x="228" y="222"/>
                </a:moveTo>
                <a:cubicBezTo>
                  <a:pt x="225" y="237"/>
                  <a:pt x="236" y="238"/>
                  <a:pt x="242" y="243"/>
                </a:cubicBezTo>
                <a:lnTo>
                  <a:pt x="242" y="242"/>
                </a:lnTo>
                <a:cubicBezTo>
                  <a:pt x="242" y="234"/>
                  <a:pt x="248" y="232"/>
                  <a:pt x="245" y="222"/>
                </a:cubicBezTo>
                <a:lnTo>
                  <a:pt x="228" y="222"/>
                </a:lnTo>
                <a:close/>
                <a:moveTo>
                  <a:pt x="3902" y="218"/>
                </a:moveTo>
                <a:cubicBezTo>
                  <a:pt x="3900" y="218"/>
                  <a:pt x="3898" y="222"/>
                  <a:pt x="3899" y="234"/>
                </a:cubicBezTo>
                <a:cubicBezTo>
                  <a:pt x="3911" y="232"/>
                  <a:pt x="3907" y="219"/>
                  <a:pt x="3903" y="218"/>
                </a:cubicBezTo>
                <a:cubicBezTo>
                  <a:pt x="3903" y="218"/>
                  <a:pt x="3903" y="218"/>
                  <a:pt x="3902" y="218"/>
                </a:cubicBezTo>
                <a:close/>
                <a:moveTo>
                  <a:pt x="4343" y="218"/>
                </a:moveTo>
                <a:cubicBezTo>
                  <a:pt x="4339" y="218"/>
                  <a:pt x="4335" y="219"/>
                  <a:pt x="4331" y="222"/>
                </a:cubicBezTo>
                <a:cubicBezTo>
                  <a:pt x="4331" y="225"/>
                  <a:pt x="4331" y="229"/>
                  <a:pt x="4331" y="232"/>
                </a:cubicBezTo>
                <a:lnTo>
                  <a:pt x="4331" y="232"/>
                </a:lnTo>
                <a:cubicBezTo>
                  <a:pt x="4341" y="232"/>
                  <a:pt x="4350" y="230"/>
                  <a:pt x="4348" y="218"/>
                </a:cubicBezTo>
                <a:cubicBezTo>
                  <a:pt x="4346" y="218"/>
                  <a:pt x="4345" y="218"/>
                  <a:pt x="4343" y="218"/>
                </a:cubicBezTo>
                <a:close/>
                <a:moveTo>
                  <a:pt x="3173" y="217"/>
                </a:moveTo>
                <a:cubicBezTo>
                  <a:pt x="3169" y="217"/>
                  <a:pt x="3166" y="219"/>
                  <a:pt x="3167" y="224"/>
                </a:cubicBezTo>
                <a:cubicBezTo>
                  <a:pt x="3177" y="221"/>
                  <a:pt x="3172" y="236"/>
                  <a:pt x="3184" y="230"/>
                </a:cubicBezTo>
                <a:lnTo>
                  <a:pt x="3184" y="231"/>
                </a:lnTo>
                <a:cubicBezTo>
                  <a:pt x="3187" y="223"/>
                  <a:pt x="3179" y="218"/>
                  <a:pt x="3173" y="217"/>
                </a:cubicBezTo>
                <a:close/>
                <a:moveTo>
                  <a:pt x="2975" y="217"/>
                </a:moveTo>
                <a:cubicBezTo>
                  <a:pt x="2973" y="217"/>
                  <a:pt x="2972" y="219"/>
                  <a:pt x="2971" y="222"/>
                </a:cubicBezTo>
                <a:lnTo>
                  <a:pt x="2970" y="225"/>
                </a:lnTo>
                <a:lnTo>
                  <a:pt x="2969" y="225"/>
                </a:lnTo>
                <a:lnTo>
                  <a:pt x="2970" y="225"/>
                </a:lnTo>
                <a:lnTo>
                  <a:pt x="2970" y="225"/>
                </a:lnTo>
                <a:lnTo>
                  <a:pt x="2971" y="224"/>
                </a:lnTo>
                <a:cubicBezTo>
                  <a:pt x="2979" y="224"/>
                  <a:pt x="2984" y="238"/>
                  <a:pt x="2991" y="228"/>
                </a:cubicBezTo>
                <a:cubicBezTo>
                  <a:pt x="2988" y="226"/>
                  <a:pt x="2980" y="217"/>
                  <a:pt x="2975" y="217"/>
                </a:cubicBezTo>
                <a:close/>
                <a:moveTo>
                  <a:pt x="3106" y="217"/>
                </a:moveTo>
                <a:cubicBezTo>
                  <a:pt x="3096" y="217"/>
                  <a:pt x="3090" y="232"/>
                  <a:pt x="3097" y="241"/>
                </a:cubicBezTo>
                <a:cubicBezTo>
                  <a:pt x="3110" y="237"/>
                  <a:pt x="3103" y="230"/>
                  <a:pt x="3113" y="220"/>
                </a:cubicBezTo>
                <a:lnTo>
                  <a:pt x="3113" y="220"/>
                </a:lnTo>
                <a:cubicBezTo>
                  <a:pt x="3111" y="218"/>
                  <a:pt x="3108" y="217"/>
                  <a:pt x="3106" y="217"/>
                </a:cubicBezTo>
                <a:close/>
                <a:moveTo>
                  <a:pt x="4126" y="216"/>
                </a:moveTo>
                <a:cubicBezTo>
                  <a:pt x="4125" y="216"/>
                  <a:pt x="4122" y="218"/>
                  <a:pt x="4117" y="223"/>
                </a:cubicBezTo>
                <a:lnTo>
                  <a:pt x="4116" y="223"/>
                </a:lnTo>
                <a:cubicBezTo>
                  <a:pt x="4104" y="222"/>
                  <a:pt x="4100" y="218"/>
                  <a:pt x="4090" y="223"/>
                </a:cubicBezTo>
                <a:cubicBezTo>
                  <a:pt x="4097" y="251"/>
                  <a:pt x="4129" y="216"/>
                  <a:pt x="4126" y="216"/>
                </a:cubicBezTo>
                <a:close/>
                <a:moveTo>
                  <a:pt x="3157" y="215"/>
                </a:moveTo>
                <a:cubicBezTo>
                  <a:pt x="3150" y="214"/>
                  <a:pt x="3148" y="218"/>
                  <a:pt x="3148" y="225"/>
                </a:cubicBezTo>
                <a:lnTo>
                  <a:pt x="3157" y="225"/>
                </a:lnTo>
                <a:cubicBezTo>
                  <a:pt x="3157" y="222"/>
                  <a:pt x="3157" y="218"/>
                  <a:pt x="3157" y="215"/>
                </a:cubicBezTo>
                <a:close/>
                <a:moveTo>
                  <a:pt x="3545" y="212"/>
                </a:moveTo>
                <a:cubicBezTo>
                  <a:pt x="3541" y="212"/>
                  <a:pt x="3538" y="214"/>
                  <a:pt x="3538" y="222"/>
                </a:cubicBezTo>
                <a:cubicBezTo>
                  <a:pt x="3548" y="223"/>
                  <a:pt x="3569" y="220"/>
                  <a:pt x="3559" y="215"/>
                </a:cubicBezTo>
                <a:cubicBezTo>
                  <a:pt x="3559" y="218"/>
                  <a:pt x="3551" y="212"/>
                  <a:pt x="3545" y="212"/>
                </a:cubicBezTo>
                <a:close/>
                <a:moveTo>
                  <a:pt x="2198" y="212"/>
                </a:moveTo>
                <a:cubicBezTo>
                  <a:pt x="2196" y="212"/>
                  <a:pt x="2194" y="213"/>
                  <a:pt x="2193" y="218"/>
                </a:cubicBezTo>
                <a:cubicBezTo>
                  <a:pt x="2208" y="220"/>
                  <a:pt x="2203" y="212"/>
                  <a:pt x="2198" y="212"/>
                </a:cubicBezTo>
                <a:close/>
                <a:moveTo>
                  <a:pt x="3053" y="211"/>
                </a:moveTo>
                <a:cubicBezTo>
                  <a:pt x="3046" y="212"/>
                  <a:pt x="3041" y="214"/>
                  <a:pt x="3043" y="223"/>
                </a:cubicBezTo>
                <a:cubicBezTo>
                  <a:pt x="3051" y="224"/>
                  <a:pt x="3057" y="221"/>
                  <a:pt x="3056" y="212"/>
                </a:cubicBezTo>
                <a:lnTo>
                  <a:pt x="3056" y="212"/>
                </a:lnTo>
                <a:cubicBezTo>
                  <a:pt x="3055" y="211"/>
                  <a:pt x="3054" y="211"/>
                  <a:pt x="3053" y="211"/>
                </a:cubicBezTo>
                <a:close/>
                <a:moveTo>
                  <a:pt x="2925" y="210"/>
                </a:moveTo>
                <a:cubicBezTo>
                  <a:pt x="2918" y="210"/>
                  <a:pt x="2911" y="213"/>
                  <a:pt x="2910" y="219"/>
                </a:cubicBezTo>
                <a:cubicBezTo>
                  <a:pt x="2918" y="217"/>
                  <a:pt x="2915" y="229"/>
                  <a:pt x="2921" y="229"/>
                </a:cubicBezTo>
                <a:cubicBezTo>
                  <a:pt x="2916" y="215"/>
                  <a:pt x="2940" y="227"/>
                  <a:pt x="2937" y="215"/>
                </a:cubicBezTo>
                <a:lnTo>
                  <a:pt x="2935" y="212"/>
                </a:lnTo>
                <a:cubicBezTo>
                  <a:pt x="2933" y="211"/>
                  <a:pt x="2929" y="210"/>
                  <a:pt x="2925" y="210"/>
                </a:cubicBezTo>
                <a:close/>
                <a:moveTo>
                  <a:pt x="3637" y="208"/>
                </a:moveTo>
                <a:cubicBezTo>
                  <a:pt x="3633" y="207"/>
                  <a:pt x="3628" y="209"/>
                  <a:pt x="3628" y="215"/>
                </a:cubicBezTo>
                <a:lnTo>
                  <a:pt x="3630" y="216"/>
                </a:lnTo>
                <a:cubicBezTo>
                  <a:pt x="3634" y="220"/>
                  <a:pt x="3646" y="220"/>
                  <a:pt x="3645" y="211"/>
                </a:cubicBezTo>
                <a:cubicBezTo>
                  <a:pt x="3643" y="209"/>
                  <a:pt x="3640" y="208"/>
                  <a:pt x="3637" y="208"/>
                </a:cubicBezTo>
                <a:close/>
                <a:moveTo>
                  <a:pt x="4264" y="207"/>
                </a:moveTo>
                <a:cubicBezTo>
                  <a:pt x="4252" y="207"/>
                  <a:pt x="4240" y="207"/>
                  <a:pt x="4237" y="215"/>
                </a:cubicBezTo>
                <a:cubicBezTo>
                  <a:pt x="4239" y="217"/>
                  <a:pt x="4242" y="219"/>
                  <a:pt x="4245" y="219"/>
                </a:cubicBezTo>
                <a:cubicBezTo>
                  <a:pt x="4253" y="221"/>
                  <a:pt x="4262" y="216"/>
                  <a:pt x="4264" y="207"/>
                </a:cubicBezTo>
                <a:close/>
                <a:moveTo>
                  <a:pt x="2865" y="207"/>
                </a:moveTo>
                <a:cubicBezTo>
                  <a:pt x="2862" y="207"/>
                  <a:pt x="2860" y="210"/>
                  <a:pt x="2866" y="215"/>
                </a:cubicBezTo>
                <a:cubicBezTo>
                  <a:pt x="2871" y="209"/>
                  <a:pt x="2868" y="207"/>
                  <a:pt x="2865" y="207"/>
                </a:cubicBezTo>
                <a:close/>
                <a:moveTo>
                  <a:pt x="3940" y="206"/>
                </a:moveTo>
                <a:cubicBezTo>
                  <a:pt x="3938" y="206"/>
                  <a:pt x="3937" y="206"/>
                  <a:pt x="3935" y="206"/>
                </a:cubicBezTo>
                <a:lnTo>
                  <a:pt x="3935" y="219"/>
                </a:lnTo>
                <a:lnTo>
                  <a:pt x="3935" y="219"/>
                </a:lnTo>
                <a:lnTo>
                  <a:pt x="3935" y="220"/>
                </a:lnTo>
                <a:lnTo>
                  <a:pt x="3935" y="219"/>
                </a:lnTo>
                <a:lnTo>
                  <a:pt x="3938" y="219"/>
                </a:lnTo>
                <a:cubicBezTo>
                  <a:pt x="3945" y="221"/>
                  <a:pt x="3950" y="224"/>
                  <a:pt x="3956" y="219"/>
                </a:cubicBezTo>
                <a:cubicBezTo>
                  <a:pt x="3955" y="209"/>
                  <a:pt x="3949" y="205"/>
                  <a:pt x="3940" y="206"/>
                </a:cubicBezTo>
                <a:close/>
                <a:moveTo>
                  <a:pt x="2785" y="205"/>
                </a:moveTo>
                <a:cubicBezTo>
                  <a:pt x="2783" y="205"/>
                  <a:pt x="2781" y="205"/>
                  <a:pt x="2779" y="206"/>
                </a:cubicBezTo>
                <a:cubicBezTo>
                  <a:pt x="2776" y="213"/>
                  <a:pt x="2776" y="220"/>
                  <a:pt x="2777" y="227"/>
                </a:cubicBezTo>
                <a:lnTo>
                  <a:pt x="2779" y="231"/>
                </a:lnTo>
                <a:lnTo>
                  <a:pt x="2778" y="231"/>
                </a:lnTo>
                <a:lnTo>
                  <a:pt x="2780" y="233"/>
                </a:lnTo>
                <a:lnTo>
                  <a:pt x="2779" y="231"/>
                </a:lnTo>
                <a:lnTo>
                  <a:pt x="2781" y="231"/>
                </a:lnTo>
                <a:cubicBezTo>
                  <a:pt x="2791" y="229"/>
                  <a:pt x="2796" y="207"/>
                  <a:pt x="2785" y="205"/>
                </a:cubicBezTo>
                <a:close/>
                <a:moveTo>
                  <a:pt x="3341" y="205"/>
                </a:moveTo>
                <a:cubicBezTo>
                  <a:pt x="3340" y="209"/>
                  <a:pt x="3336" y="211"/>
                  <a:pt x="3338" y="218"/>
                </a:cubicBezTo>
                <a:lnTo>
                  <a:pt x="3348" y="218"/>
                </a:lnTo>
                <a:lnTo>
                  <a:pt x="3348" y="218"/>
                </a:lnTo>
                <a:cubicBezTo>
                  <a:pt x="3349" y="211"/>
                  <a:pt x="3347" y="206"/>
                  <a:pt x="3341" y="205"/>
                </a:cubicBezTo>
                <a:close/>
                <a:moveTo>
                  <a:pt x="2302" y="205"/>
                </a:moveTo>
                <a:cubicBezTo>
                  <a:pt x="2298" y="205"/>
                  <a:pt x="2294" y="207"/>
                  <a:pt x="2300" y="211"/>
                </a:cubicBezTo>
                <a:cubicBezTo>
                  <a:pt x="2308" y="207"/>
                  <a:pt x="2305" y="205"/>
                  <a:pt x="2302" y="205"/>
                </a:cubicBezTo>
                <a:close/>
                <a:moveTo>
                  <a:pt x="2876" y="204"/>
                </a:moveTo>
                <a:lnTo>
                  <a:pt x="2876" y="211"/>
                </a:lnTo>
                <a:lnTo>
                  <a:pt x="2889" y="211"/>
                </a:lnTo>
                <a:cubicBezTo>
                  <a:pt x="2889" y="209"/>
                  <a:pt x="2889" y="207"/>
                  <a:pt x="2889" y="204"/>
                </a:cubicBezTo>
                <a:lnTo>
                  <a:pt x="2876" y="204"/>
                </a:lnTo>
                <a:close/>
                <a:moveTo>
                  <a:pt x="3287" y="204"/>
                </a:moveTo>
                <a:cubicBezTo>
                  <a:pt x="3287" y="206"/>
                  <a:pt x="3285" y="207"/>
                  <a:pt x="3281" y="207"/>
                </a:cubicBezTo>
                <a:cubicBezTo>
                  <a:pt x="3281" y="209"/>
                  <a:pt x="3281" y="212"/>
                  <a:pt x="3281" y="214"/>
                </a:cubicBezTo>
                <a:cubicBezTo>
                  <a:pt x="3285" y="214"/>
                  <a:pt x="3286" y="218"/>
                  <a:pt x="3291" y="217"/>
                </a:cubicBezTo>
                <a:cubicBezTo>
                  <a:pt x="3290" y="212"/>
                  <a:pt x="3292" y="204"/>
                  <a:pt x="3287" y="204"/>
                </a:cubicBezTo>
                <a:close/>
                <a:moveTo>
                  <a:pt x="4084" y="199"/>
                </a:moveTo>
                <a:cubicBezTo>
                  <a:pt x="4080" y="199"/>
                  <a:pt x="4076" y="202"/>
                  <a:pt x="4079" y="207"/>
                </a:cubicBezTo>
                <a:lnTo>
                  <a:pt x="4089" y="207"/>
                </a:lnTo>
                <a:lnTo>
                  <a:pt x="4089" y="207"/>
                </a:lnTo>
                <a:cubicBezTo>
                  <a:pt x="4091" y="202"/>
                  <a:pt x="4088" y="199"/>
                  <a:pt x="4084" y="199"/>
                </a:cubicBezTo>
                <a:close/>
                <a:moveTo>
                  <a:pt x="4122" y="199"/>
                </a:moveTo>
                <a:cubicBezTo>
                  <a:pt x="4111" y="205"/>
                  <a:pt x="4133" y="215"/>
                  <a:pt x="4129" y="199"/>
                </a:cubicBezTo>
                <a:lnTo>
                  <a:pt x="4122" y="199"/>
                </a:lnTo>
                <a:lnTo>
                  <a:pt x="4122" y="199"/>
                </a:lnTo>
                <a:close/>
                <a:moveTo>
                  <a:pt x="3706" y="198"/>
                </a:moveTo>
                <a:lnTo>
                  <a:pt x="3706" y="199"/>
                </a:lnTo>
                <a:cubicBezTo>
                  <a:pt x="3706" y="202"/>
                  <a:pt x="3706" y="204"/>
                  <a:pt x="3706" y="205"/>
                </a:cubicBezTo>
                <a:lnTo>
                  <a:pt x="3720" y="205"/>
                </a:lnTo>
                <a:cubicBezTo>
                  <a:pt x="3720" y="203"/>
                  <a:pt x="3720" y="201"/>
                  <a:pt x="3720" y="198"/>
                </a:cubicBezTo>
                <a:lnTo>
                  <a:pt x="3706" y="198"/>
                </a:lnTo>
                <a:close/>
                <a:moveTo>
                  <a:pt x="3072" y="198"/>
                </a:moveTo>
                <a:cubicBezTo>
                  <a:pt x="3067" y="203"/>
                  <a:pt x="3063" y="209"/>
                  <a:pt x="3059" y="216"/>
                </a:cubicBezTo>
                <a:cubicBezTo>
                  <a:pt x="3069" y="220"/>
                  <a:pt x="3079" y="225"/>
                  <a:pt x="3090" y="228"/>
                </a:cubicBezTo>
                <a:cubicBezTo>
                  <a:pt x="3089" y="206"/>
                  <a:pt x="3075" y="213"/>
                  <a:pt x="3072" y="198"/>
                </a:cubicBezTo>
                <a:lnTo>
                  <a:pt x="3072" y="198"/>
                </a:lnTo>
                <a:close/>
                <a:moveTo>
                  <a:pt x="3844" y="197"/>
                </a:moveTo>
                <a:cubicBezTo>
                  <a:pt x="3844" y="199"/>
                  <a:pt x="3844" y="200"/>
                  <a:pt x="3841" y="200"/>
                </a:cubicBezTo>
                <a:cubicBezTo>
                  <a:pt x="3841" y="203"/>
                  <a:pt x="3841" y="205"/>
                  <a:pt x="3841" y="207"/>
                </a:cubicBezTo>
                <a:cubicBezTo>
                  <a:pt x="3848" y="203"/>
                  <a:pt x="3854" y="216"/>
                  <a:pt x="3854" y="207"/>
                </a:cubicBezTo>
                <a:cubicBezTo>
                  <a:pt x="3848" y="207"/>
                  <a:pt x="3852" y="197"/>
                  <a:pt x="3844" y="197"/>
                </a:cubicBezTo>
                <a:close/>
                <a:moveTo>
                  <a:pt x="2825" y="196"/>
                </a:moveTo>
                <a:cubicBezTo>
                  <a:pt x="2816" y="208"/>
                  <a:pt x="2813" y="223"/>
                  <a:pt x="2815" y="237"/>
                </a:cubicBezTo>
                <a:lnTo>
                  <a:pt x="2817" y="243"/>
                </a:lnTo>
                <a:lnTo>
                  <a:pt x="2816" y="244"/>
                </a:lnTo>
                <a:lnTo>
                  <a:pt x="2817" y="244"/>
                </a:lnTo>
                <a:lnTo>
                  <a:pt x="2817" y="243"/>
                </a:lnTo>
                <a:lnTo>
                  <a:pt x="2819" y="241"/>
                </a:lnTo>
                <a:cubicBezTo>
                  <a:pt x="2835" y="231"/>
                  <a:pt x="2854" y="235"/>
                  <a:pt x="2864" y="222"/>
                </a:cubicBezTo>
                <a:cubicBezTo>
                  <a:pt x="2853" y="220"/>
                  <a:pt x="2851" y="226"/>
                  <a:pt x="2843" y="226"/>
                </a:cubicBezTo>
                <a:cubicBezTo>
                  <a:pt x="2840" y="213"/>
                  <a:pt x="2829" y="209"/>
                  <a:pt x="2825" y="196"/>
                </a:cubicBezTo>
                <a:close/>
                <a:moveTo>
                  <a:pt x="2848" y="196"/>
                </a:moveTo>
                <a:cubicBezTo>
                  <a:pt x="2844" y="196"/>
                  <a:pt x="2841" y="200"/>
                  <a:pt x="2842" y="207"/>
                </a:cubicBezTo>
                <a:cubicBezTo>
                  <a:pt x="2850" y="208"/>
                  <a:pt x="2856" y="206"/>
                  <a:pt x="2856" y="200"/>
                </a:cubicBezTo>
                <a:lnTo>
                  <a:pt x="2854" y="198"/>
                </a:lnTo>
                <a:cubicBezTo>
                  <a:pt x="2852" y="196"/>
                  <a:pt x="2850" y="195"/>
                  <a:pt x="2848" y="196"/>
                </a:cubicBezTo>
                <a:close/>
                <a:moveTo>
                  <a:pt x="3971" y="191"/>
                </a:moveTo>
                <a:cubicBezTo>
                  <a:pt x="3976" y="205"/>
                  <a:pt x="3983" y="202"/>
                  <a:pt x="3979" y="221"/>
                </a:cubicBezTo>
                <a:cubicBezTo>
                  <a:pt x="3990" y="221"/>
                  <a:pt x="4000" y="232"/>
                  <a:pt x="4009" y="223"/>
                </a:cubicBezTo>
                <a:lnTo>
                  <a:pt x="4009" y="223"/>
                </a:lnTo>
                <a:cubicBezTo>
                  <a:pt x="3994" y="215"/>
                  <a:pt x="3994" y="190"/>
                  <a:pt x="3971" y="191"/>
                </a:cubicBezTo>
                <a:close/>
                <a:moveTo>
                  <a:pt x="7092" y="191"/>
                </a:moveTo>
                <a:lnTo>
                  <a:pt x="7091" y="192"/>
                </a:lnTo>
                <a:cubicBezTo>
                  <a:pt x="7090" y="193"/>
                  <a:pt x="7089" y="194"/>
                  <a:pt x="7088" y="194"/>
                </a:cubicBezTo>
                <a:lnTo>
                  <a:pt x="7088" y="194"/>
                </a:lnTo>
                <a:lnTo>
                  <a:pt x="7091" y="191"/>
                </a:lnTo>
                <a:lnTo>
                  <a:pt x="7092" y="191"/>
                </a:lnTo>
                <a:close/>
                <a:moveTo>
                  <a:pt x="7124" y="190"/>
                </a:moveTo>
                <a:cubicBezTo>
                  <a:pt x="7124" y="196"/>
                  <a:pt x="7124" y="202"/>
                  <a:pt x="7124" y="207"/>
                </a:cubicBezTo>
                <a:cubicBezTo>
                  <a:pt x="7123" y="202"/>
                  <a:pt x="7121" y="197"/>
                  <a:pt x="7117" y="193"/>
                </a:cubicBezTo>
                <a:lnTo>
                  <a:pt x="7116" y="192"/>
                </a:lnTo>
                <a:lnTo>
                  <a:pt x="7117" y="192"/>
                </a:lnTo>
                <a:cubicBezTo>
                  <a:pt x="7119" y="191"/>
                  <a:pt x="7121" y="190"/>
                  <a:pt x="7124" y="190"/>
                </a:cubicBezTo>
                <a:close/>
                <a:moveTo>
                  <a:pt x="3183" y="190"/>
                </a:moveTo>
                <a:lnTo>
                  <a:pt x="3183" y="190"/>
                </a:lnTo>
                <a:cubicBezTo>
                  <a:pt x="3179" y="191"/>
                  <a:pt x="3175" y="192"/>
                  <a:pt x="3176" y="197"/>
                </a:cubicBezTo>
                <a:cubicBezTo>
                  <a:pt x="3180" y="196"/>
                  <a:pt x="3186" y="197"/>
                  <a:pt x="3186" y="193"/>
                </a:cubicBezTo>
                <a:cubicBezTo>
                  <a:pt x="3184" y="193"/>
                  <a:pt x="3183" y="193"/>
                  <a:pt x="3183" y="190"/>
                </a:cubicBezTo>
                <a:close/>
                <a:moveTo>
                  <a:pt x="3156" y="188"/>
                </a:moveTo>
                <a:cubicBezTo>
                  <a:pt x="3143" y="188"/>
                  <a:pt x="3145" y="207"/>
                  <a:pt x="3156" y="209"/>
                </a:cubicBezTo>
                <a:lnTo>
                  <a:pt x="3156" y="188"/>
                </a:lnTo>
                <a:lnTo>
                  <a:pt x="3156" y="188"/>
                </a:lnTo>
                <a:close/>
                <a:moveTo>
                  <a:pt x="2882" y="188"/>
                </a:moveTo>
                <a:cubicBezTo>
                  <a:pt x="2878" y="188"/>
                  <a:pt x="2876" y="190"/>
                  <a:pt x="2876" y="196"/>
                </a:cubicBezTo>
                <a:cubicBezTo>
                  <a:pt x="2881" y="200"/>
                  <a:pt x="2890" y="200"/>
                  <a:pt x="2890" y="192"/>
                </a:cubicBezTo>
                <a:lnTo>
                  <a:pt x="2888" y="190"/>
                </a:lnTo>
                <a:cubicBezTo>
                  <a:pt x="2886" y="189"/>
                  <a:pt x="2884" y="188"/>
                  <a:pt x="2882" y="188"/>
                </a:cubicBezTo>
                <a:close/>
                <a:moveTo>
                  <a:pt x="7103" y="187"/>
                </a:moveTo>
                <a:lnTo>
                  <a:pt x="7106" y="188"/>
                </a:lnTo>
                <a:cubicBezTo>
                  <a:pt x="7109" y="188"/>
                  <a:pt x="7112" y="189"/>
                  <a:pt x="7114" y="191"/>
                </a:cubicBezTo>
                <a:lnTo>
                  <a:pt x="7116" y="192"/>
                </a:lnTo>
                <a:lnTo>
                  <a:pt x="7115" y="193"/>
                </a:lnTo>
                <a:cubicBezTo>
                  <a:pt x="7112" y="195"/>
                  <a:pt x="7111" y="197"/>
                  <a:pt x="7103" y="193"/>
                </a:cubicBezTo>
                <a:cubicBezTo>
                  <a:pt x="7103" y="192"/>
                  <a:pt x="7103" y="190"/>
                  <a:pt x="7103" y="188"/>
                </a:cubicBezTo>
                <a:lnTo>
                  <a:pt x="7103" y="187"/>
                </a:lnTo>
                <a:close/>
                <a:moveTo>
                  <a:pt x="3213" y="185"/>
                </a:moveTo>
                <a:lnTo>
                  <a:pt x="3212" y="187"/>
                </a:lnTo>
                <a:lnTo>
                  <a:pt x="3210" y="187"/>
                </a:lnTo>
                <a:cubicBezTo>
                  <a:pt x="3204" y="188"/>
                  <a:pt x="3200" y="193"/>
                  <a:pt x="3200" y="199"/>
                </a:cubicBezTo>
                <a:cubicBezTo>
                  <a:pt x="3211" y="203"/>
                  <a:pt x="3209" y="193"/>
                  <a:pt x="3212" y="187"/>
                </a:cubicBezTo>
                <a:lnTo>
                  <a:pt x="3212" y="187"/>
                </a:lnTo>
                <a:lnTo>
                  <a:pt x="3212" y="186"/>
                </a:lnTo>
                <a:cubicBezTo>
                  <a:pt x="3213" y="186"/>
                  <a:pt x="3213" y="186"/>
                  <a:pt x="3213" y="186"/>
                </a:cubicBezTo>
                <a:lnTo>
                  <a:pt x="3213" y="185"/>
                </a:lnTo>
                <a:close/>
                <a:moveTo>
                  <a:pt x="3903" y="185"/>
                </a:moveTo>
                <a:cubicBezTo>
                  <a:pt x="3901" y="185"/>
                  <a:pt x="3899" y="185"/>
                  <a:pt x="3897" y="186"/>
                </a:cubicBezTo>
                <a:cubicBezTo>
                  <a:pt x="3897" y="190"/>
                  <a:pt x="3898" y="196"/>
                  <a:pt x="3894" y="196"/>
                </a:cubicBezTo>
                <a:cubicBezTo>
                  <a:pt x="3890" y="183"/>
                  <a:pt x="3878" y="198"/>
                  <a:pt x="3864" y="194"/>
                </a:cubicBezTo>
                <a:cubicBezTo>
                  <a:pt x="3871" y="211"/>
                  <a:pt x="3852" y="210"/>
                  <a:pt x="3852" y="228"/>
                </a:cubicBezTo>
                <a:cubicBezTo>
                  <a:pt x="3842" y="230"/>
                  <a:pt x="3831" y="231"/>
                  <a:pt x="3822" y="229"/>
                </a:cubicBezTo>
                <a:cubicBezTo>
                  <a:pt x="3821" y="226"/>
                  <a:pt x="3822" y="223"/>
                  <a:pt x="3823" y="221"/>
                </a:cubicBezTo>
                <a:lnTo>
                  <a:pt x="3824" y="219"/>
                </a:lnTo>
                <a:lnTo>
                  <a:pt x="3824" y="219"/>
                </a:lnTo>
                <a:lnTo>
                  <a:pt x="3824" y="219"/>
                </a:lnTo>
                <a:lnTo>
                  <a:pt x="3824" y="219"/>
                </a:lnTo>
                <a:lnTo>
                  <a:pt x="3821" y="219"/>
                </a:lnTo>
                <a:cubicBezTo>
                  <a:pt x="3817" y="218"/>
                  <a:pt x="3814" y="216"/>
                  <a:pt x="3812" y="213"/>
                </a:cubicBezTo>
                <a:cubicBezTo>
                  <a:pt x="3819" y="212"/>
                  <a:pt x="3818" y="204"/>
                  <a:pt x="3822" y="199"/>
                </a:cubicBezTo>
                <a:cubicBezTo>
                  <a:pt x="3817" y="199"/>
                  <a:pt x="3815" y="195"/>
                  <a:pt x="3808" y="197"/>
                </a:cubicBezTo>
                <a:cubicBezTo>
                  <a:pt x="3811" y="221"/>
                  <a:pt x="3800" y="204"/>
                  <a:pt x="3792" y="221"/>
                </a:cubicBezTo>
                <a:cubicBezTo>
                  <a:pt x="3801" y="228"/>
                  <a:pt x="3812" y="231"/>
                  <a:pt x="3823" y="230"/>
                </a:cubicBezTo>
                <a:cubicBezTo>
                  <a:pt x="3815" y="237"/>
                  <a:pt x="3829" y="244"/>
                  <a:pt x="3816" y="247"/>
                </a:cubicBezTo>
                <a:cubicBezTo>
                  <a:pt x="3813" y="242"/>
                  <a:pt x="3811" y="237"/>
                  <a:pt x="3803" y="237"/>
                </a:cubicBezTo>
                <a:cubicBezTo>
                  <a:pt x="3800" y="239"/>
                  <a:pt x="3798" y="241"/>
                  <a:pt x="3797" y="243"/>
                </a:cubicBezTo>
                <a:cubicBezTo>
                  <a:pt x="3793" y="251"/>
                  <a:pt x="3795" y="260"/>
                  <a:pt x="3803" y="264"/>
                </a:cubicBezTo>
                <a:cubicBezTo>
                  <a:pt x="3812" y="259"/>
                  <a:pt x="3817" y="251"/>
                  <a:pt x="3833" y="253"/>
                </a:cubicBezTo>
                <a:cubicBezTo>
                  <a:pt x="3832" y="267"/>
                  <a:pt x="3834" y="268"/>
                  <a:pt x="3843" y="283"/>
                </a:cubicBezTo>
                <a:cubicBezTo>
                  <a:pt x="3845" y="269"/>
                  <a:pt x="3848" y="255"/>
                  <a:pt x="3852" y="241"/>
                </a:cubicBezTo>
                <a:cubicBezTo>
                  <a:pt x="3860" y="269"/>
                  <a:pt x="3855" y="247"/>
                  <a:pt x="3873" y="261"/>
                </a:cubicBezTo>
                <a:cubicBezTo>
                  <a:pt x="3876" y="248"/>
                  <a:pt x="3887" y="244"/>
                  <a:pt x="3892" y="233"/>
                </a:cubicBezTo>
                <a:cubicBezTo>
                  <a:pt x="3881" y="233"/>
                  <a:pt x="3871" y="230"/>
                  <a:pt x="3862" y="224"/>
                </a:cubicBezTo>
                <a:cubicBezTo>
                  <a:pt x="3863" y="221"/>
                  <a:pt x="3866" y="218"/>
                  <a:pt x="3870" y="217"/>
                </a:cubicBezTo>
                <a:cubicBezTo>
                  <a:pt x="3877" y="216"/>
                  <a:pt x="3884" y="220"/>
                  <a:pt x="3885" y="227"/>
                </a:cubicBezTo>
                <a:cubicBezTo>
                  <a:pt x="3886" y="222"/>
                  <a:pt x="3890" y="220"/>
                  <a:pt x="3888" y="213"/>
                </a:cubicBezTo>
                <a:cubicBezTo>
                  <a:pt x="3877" y="215"/>
                  <a:pt x="3874" y="209"/>
                  <a:pt x="3871" y="204"/>
                </a:cubicBezTo>
                <a:cubicBezTo>
                  <a:pt x="3887" y="204"/>
                  <a:pt x="3892" y="199"/>
                  <a:pt x="3904" y="206"/>
                </a:cubicBezTo>
                <a:cubicBezTo>
                  <a:pt x="3901" y="191"/>
                  <a:pt x="3925" y="201"/>
                  <a:pt x="3924" y="188"/>
                </a:cubicBezTo>
                <a:cubicBezTo>
                  <a:pt x="3913" y="195"/>
                  <a:pt x="3913" y="185"/>
                  <a:pt x="3903" y="185"/>
                </a:cubicBezTo>
                <a:close/>
                <a:moveTo>
                  <a:pt x="2985" y="185"/>
                </a:moveTo>
                <a:cubicBezTo>
                  <a:pt x="2980" y="194"/>
                  <a:pt x="2983" y="218"/>
                  <a:pt x="2996" y="218"/>
                </a:cubicBezTo>
                <a:cubicBezTo>
                  <a:pt x="2998" y="212"/>
                  <a:pt x="2987" y="201"/>
                  <a:pt x="2996" y="197"/>
                </a:cubicBezTo>
                <a:cubicBezTo>
                  <a:pt x="3016" y="209"/>
                  <a:pt x="2993" y="229"/>
                  <a:pt x="3008" y="238"/>
                </a:cubicBezTo>
                <a:cubicBezTo>
                  <a:pt x="3016" y="232"/>
                  <a:pt x="3011" y="219"/>
                  <a:pt x="3014" y="217"/>
                </a:cubicBezTo>
                <a:cubicBezTo>
                  <a:pt x="3023" y="214"/>
                  <a:pt x="3022" y="222"/>
                  <a:pt x="3025" y="226"/>
                </a:cubicBezTo>
                <a:lnTo>
                  <a:pt x="3027" y="226"/>
                </a:lnTo>
                <a:lnTo>
                  <a:pt x="3027" y="226"/>
                </a:lnTo>
                <a:lnTo>
                  <a:pt x="3028" y="226"/>
                </a:lnTo>
                <a:lnTo>
                  <a:pt x="3027" y="226"/>
                </a:lnTo>
                <a:lnTo>
                  <a:pt x="3029" y="225"/>
                </a:lnTo>
                <a:cubicBezTo>
                  <a:pt x="3040" y="217"/>
                  <a:pt x="3034" y="198"/>
                  <a:pt x="3032" y="190"/>
                </a:cubicBezTo>
                <a:cubicBezTo>
                  <a:pt x="3018" y="190"/>
                  <a:pt x="3018" y="203"/>
                  <a:pt x="3009" y="208"/>
                </a:cubicBezTo>
                <a:cubicBezTo>
                  <a:pt x="3003" y="199"/>
                  <a:pt x="2995" y="191"/>
                  <a:pt x="2985" y="185"/>
                </a:cubicBezTo>
                <a:close/>
                <a:moveTo>
                  <a:pt x="3343" y="184"/>
                </a:moveTo>
                <a:cubicBezTo>
                  <a:pt x="3341" y="184"/>
                  <a:pt x="3339" y="184"/>
                  <a:pt x="3337" y="185"/>
                </a:cubicBezTo>
                <a:cubicBezTo>
                  <a:pt x="3336" y="192"/>
                  <a:pt x="3341" y="192"/>
                  <a:pt x="3341" y="198"/>
                </a:cubicBezTo>
                <a:cubicBezTo>
                  <a:pt x="3351" y="200"/>
                  <a:pt x="3354" y="194"/>
                  <a:pt x="3357" y="188"/>
                </a:cubicBezTo>
                <a:lnTo>
                  <a:pt x="3357" y="188"/>
                </a:lnTo>
                <a:cubicBezTo>
                  <a:pt x="3351" y="188"/>
                  <a:pt x="3349" y="185"/>
                  <a:pt x="3343" y="184"/>
                </a:cubicBezTo>
                <a:close/>
                <a:moveTo>
                  <a:pt x="3253" y="182"/>
                </a:moveTo>
                <a:cubicBezTo>
                  <a:pt x="3244" y="182"/>
                  <a:pt x="3236" y="185"/>
                  <a:pt x="3237" y="195"/>
                </a:cubicBezTo>
                <a:cubicBezTo>
                  <a:pt x="3255" y="183"/>
                  <a:pt x="3280" y="204"/>
                  <a:pt x="3287" y="183"/>
                </a:cubicBezTo>
                <a:cubicBezTo>
                  <a:pt x="3280" y="186"/>
                  <a:pt x="3265" y="182"/>
                  <a:pt x="3253" y="182"/>
                </a:cubicBezTo>
                <a:close/>
                <a:moveTo>
                  <a:pt x="3766" y="179"/>
                </a:moveTo>
                <a:lnTo>
                  <a:pt x="3766" y="180"/>
                </a:lnTo>
                <a:cubicBezTo>
                  <a:pt x="3759" y="184"/>
                  <a:pt x="3759" y="193"/>
                  <a:pt x="3760" y="203"/>
                </a:cubicBezTo>
                <a:cubicBezTo>
                  <a:pt x="3770" y="200"/>
                  <a:pt x="3772" y="206"/>
                  <a:pt x="3780" y="206"/>
                </a:cubicBezTo>
                <a:cubicBezTo>
                  <a:pt x="3786" y="188"/>
                  <a:pt x="3798" y="199"/>
                  <a:pt x="3806" y="188"/>
                </a:cubicBezTo>
                <a:cubicBezTo>
                  <a:pt x="3795" y="184"/>
                  <a:pt x="3783" y="186"/>
                  <a:pt x="3773" y="193"/>
                </a:cubicBezTo>
                <a:cubicBezTo>
                  <a:pt x="3769" y="192"/>
                  <a:pt x="3766" y="187"/>
                  <a:pt x="3766" y="183"/>
                </a:cubicBezTo>
                <a:cubicBezTo>
                  <a:pt x="3768" y="183"/>
                  <a:pt x="3770" y="179"/>
                  <a:pt x="3766" y="179"/>
                </a:cubicBezTo>
                <a:close/>
                <a:moveTo>
                  <a:pt x="2805" y="179"/>
                </a:moveTo>
                <a:cubicBezTo>
                  <a:pt x="2799" y="179"/>
                  <a:pt x="2792" y="185"/>
                  <a:pt x="2781" y="182"/>
                </a:cubicBezTo>
                <a:cubicBezTo>
                  <a:pt x="2780" y="200"/>
                  <a:pt x="2795" y="184"/>
                  <a:pt x="2798" y="192"/>
                </a:cubicBezTo>
                <a:cubicBezTo>
                  <a:pt x="2797" y="192"/>
                  <a:pt x="2795" y="192"/>
                  <a:pt x="2794" y="193"/>
                </a:cubicBezTo>
                <a:lnTo>
                  <a:pt x="2793" y="193"/>
                </a:lnTo>
                <a:lnTo>
                  <a:pt x="2790" y="194"/>
                </a:lnTo>
                <a:lnTo>
                  <a:pt x="2792" y="195"/>
                </a:lnTo>
                <a:cubicBezTo>
                  <a:pt x="2792" y="195"/>
                  <a:pt x="2792" y="194"/>
                  <a:pt x="2792" y="194"/>
                </a:cubicBezTo>
                <a:lnTo>
                  <a:pt x="2793" y="193"/>
                </a:lnTo>
                <a:lnTo>
                  <a:pt x="2794" y="193"/>
                </a:lnTo>
                <a:cubicBezTo>
                  <a:pt x="2803" y="192"/>
                  <a:pt x="2809" y="188"/>
                  <a:pt x="2811" y="181"/>
                </a:cubicBezTo>
                <a:cubicBezTo>
                  <a:pt x="2809" y="180"/>
                  <a:pt x="2808" y="179"/>
                  <a:pt x="2805" y="179"/>
                </a:cubicBezTo>
                <a:close/>
                <a:moveTo>
                  <a:pt x="3633" y="177"/>
                </a:moveTo>
                <a:cubicBezTo>
                  <a:pt x="3628" y="178"/>
                  <a:pt x="3621" y="184"/>
                  <a:pt x="3627" y="184"/>
                </a:cubicBezTo>
                <a:cubicBezTo>
                  <a:pt x="3626" y="184"/>
                  <a:pt x="3634" y="179"/>
                  <a:pt x="3636" y="177"/>
                </a:cubicBezTo>
                <a:lnTo>
                  <a:pt x="3637" y="177"/>
                </a:lnTo>
                <a:lnTo>
                  <a:pt x="3639" y="178"/>
                </a:lnTo>
                <a:lnTo>
                  <a:pt x="3637" y="177"/>
                </a:lnTo>
                <a:lnTo>
                  <a:pt x="3637" y="177"/>
                </a:lnTo>
                <a:lnTo>
                  <a:pt x="3636" y="177"/>
                </a:lnTo>
                <a:cubicBezTo>
                  <a:pt x="3635" y="177"/>
                  <a:pt x="3634" y="177"/>
                  <a:pt x="3633" y="177"/>
                </a:cubicBezTo>
                <a:close/>
                <a:moveTo>
                  <a:pt x="2218" y="176"/>
                </a:moveTo>
                <a:cubicBezTo>
                  <a:pt x="2214" y="176"/>
                  <a:pt x="2206" y="184"/>
                  <a:pt x="2199" y="187"/>
                </a:cubicBezTo>
                <a:lnTo>
                  <a:pt x="2198" y="187"/>
                </a:lnTo>
                <a:lnTo>
                  <a:pt x="2197" y="186"/>
                </a:lnTo>
                <a:lnTo>
                  <a:pt x="2196" y="188"/>
                </a:lnTo>
                <a:lnTo>
                  <a:pt x="2198" y="187"/>
                </a:lnTo>
                <a:lnTo>
                  <a:pt x="2200" y="188"/>
                </a:lnTo>
                <a:cubicBezTo>
                  <a:pt x="2208" y="190"/>
                  <a:pt x="2217" y="185"/>
                  <a:pt x="2219" y="177"/>
                </a:cubicBezTo>
                <a:cubicBezTo>
                  <a:pt x="2219" y="176"/>
                  <a:pt x="2218" y="176"/>
                  <a:pt x="2218" y="176"/>
                </a:cubicBezTo>
                <a:close/>
                <a:moveTo>
                  <a:pt x="4319" y="175"/>
                </a:moveTo>
                <a:lnTo>
                  <a:pt x="4319" y="175"/>
                </a:lnTo>
                <a:lnTo>
                  <a:pt x="4319" y="175"/>
                </a:lnTo>
                <a:lnTo>
                  <a:pt x="4319" y="175"/>
                </a:lnTo>
                <a:close/>
                <a:moveTo>
                  <a:pt x="2304" y="173"/>
                </a:moveTo>
                <a:cubicBezTo>
                  <a:pt x="2294" y="173"/>
                  <a:pt x="2295" y="186"/>
                  <a:pt x="2300" y="190"/>
                </a:cubicBezTo>
                <a:lnTo>
                  <a:pt x="2301" y="190"/>
                </a:lnTo>
                <a:cubicBezTo>
                  <a:pt x="2312" y="193"/>
                  <a:pt x="2306" y="180"/>
                  <a:pt x="2306" y="173"/>
                </a:cubicBezTo>
                <a:cubicBezTo>
                  <a:pt x="2305" y="173"/>
                  <a:pt x="2305" y="173"/>
                  <a:pt x="2304" y="173"/>
                </a:cubicBezTo>
                <a:close/>
                <a:moveTo>
                  <a:pt x="3810" y="173"/>
                </a:moveTo>
                <a:cubicBezTo>
                  <a:pt x="3805" y="173"/>
                  <a:pt x="3800" y="179"/>
                  <a:pt x="3796" y="182"/>
                </a:cubicBezTo>
                <a:cubicBezTo>
                  <a:pt x="3806" y="182"/>
                  <a:pt x="3815" y="190"/>
                  <a:pt x="3816" y="178"/>
                </a:cubicBezTo>
                <a:lnTo>
                  <a:pt x="3816" y="175"/>
                </a:lnTo>
                <a:lnTo>
                  <a:pt x="3816" y="175"/>
                </a:lnTo>
                <a:lnTo>
                  <a:pt x="3816" y="175"/>
                </a:lnTo>
                <a:lnTo>
                  <a:pt x="3816" y="175"/>
                </a:lnTo>
                <a:lnTo>
                  <a:pt x="3815" y="174"/>
                </a:lnTo>
                <a:cubicBezTo>
                  <a:pt x="3813" y="173"/>
                  <a:pt x="3812" y="173"/>
                  <a:pt x="3810" y="173"/>
                </a:cubicBezTo>
                <a:close/>
                <a:moveTo>
                  <a:pt x="3876" y="170"/>
                </a:moveTo>
                <a:cubicBezTo>
                  <a:pt x="3849" y="170"/>
                  <a:pt x="3826" y="172"/>
                  <a:pt x="3824" y="197"/>
                </a:cubicBezTo>
                <a:cubicBezTo>
                  <a:pt x="3839" y="180"/>
                  <a:pt x="3871" y="198"/>
                  <a:pt x="3877" y="172"/>
                </a:cubicBezTo>
                <a:lnTo>
                  <a:pt x="3876" y="170"/>
                </a:lnTo>
                <a:close/>
                <a:moveTo>
                  <a:pt x="4177" y="169"/>
                </a:moveTo>
                <a:cubicBezTo>
                  <a:pt x="4172" y="169"/>
                  <a:pt x="4168" y="171"/>
                  <a:pt x="4169" y="174"/>
                </a:cubicBezTo>
                <a:cubicBezTo>
                  <a:pt x="4174" y="173"/>
                  <a:pt x="4176" y="176"/>
                  <a:pt x="4180" y="176"/>
                </a:cubicBezTo>
                <a:lnTo>
                  <a:pt x="4182" y="176"/>
                </a:lnTo>
                <a:lnTo>
                  <a:pt x="4182" y="176"/>
                </a:lnTo>
                <a:lnTo>
                  <a:pt x="4182" y="176"/>
                </a:lnTo>
                <a:lnTo>
                  <a:pt x="4182" y="176"/>
                </a:lnTo>
                <a:lnTo>
                  <a:pt x="4183" y="175"/>
                </a:lnTo>
                <a:cubicBezTo>
                  <a:pt x="4183" y="171"/>
                  <a:pt x="4180" y="169"/>
                  <a:pt x="4177" y="169"/>
                </a:cubicBezTo>
                <a:close/>
                <a:moveTo>
                  <a:pt x="7045" y="169"/>
                </a:moveTo>
                <a:cubicBezTo>
                  <a:pt x="7035" y="170"/>
                  <a:pt x="7032" y="177"/>
                  <a:pt x="7027" y="183"/>
                </a:cubicBezTo>
                <a:cubicBezTo>
                  <a:pt x="7041" y="183"/>
                  <a:pt x="7043" y="188"/>
                  <a:pt x="7054" y="183"/>
                </a:cubicBezTo>
                <a:cubicBezTo>
                  <a:pt x="7055" y="176"/>
                  <a:pt x="7051" y="175"/>
                  <a:pt x="7051" y="169"/>
                </a:cubicBezTo>
                <a:lnTo>
                  <a:pt x="7050" y="169"/>
                </a:lnTo>
                <a:cubicBezTo>
                  <a:pt x="7048" y="169"/>
                  <a:pt x="7046" y="169"/>
                  <a:pt x="7045" y="169"/>
                </a:cubicBezTo>
                <a:close/>
                <a:moveTo>
                  <a:pt x="3113" y="169"/>
                </a:moveTo>
                <a:cubicBezTo>
                  <a:pt x="3109" y="168"/>
                  <a:pt x="3105" y="170"/>
                  <a:pt x="3102" y="172"/>
                </a:cubicBezTo>
                <a:cubicBezTo>
                  <a:pt x="3110" y="183"/>
                  <a:pt x="3107" y="187"/>
                  <a:pt x="3102" y="199"/>
                </a:cubicBezTo>
                <a:cubicBezTo>
                  <a:pt x="3102" y="199"/>
                  <a:pt x="3102" y="199"/>
                  <a:pt x="3102" y="200"/>
                </a:cubicBezTo>
                <a:cubicBezTo>
                  <a:pt x="3106" y="203"/>
                  <a:pt x="3112" y="203"/>
                  <a:pt x="3116" y="199"/>
                </a:cubicBezTo>
                <a:lnTo>
                  <a:pt x="3116" y="199"/>
                </a:lnTo>
                <a:cubicBezTo>
                  <a:pt x="3108" y="186"/>
                  <a:pt x="3116" y="183"/>
                  <a:pt x="3126" y="178"/>
                </a:cubicBezTo>
                <a:cubicBezTo>
                  <a:pt x="3125" y="177"/>
                  <a:pt x="3124" y="175"/>
                  <a:pt x="3123" y="174"/>
                </a:cubicBezTo>
                <a:cubicBezTo>
                  <a:pt x="3121" y="171"/>
                  <a:pt x="3117" y="169"/>
                  <a:pt x="3113" y="169"/>
                </a:cubicBezTo>
                <a:close/>
                <a:moveTo>
                  <a:pt x="4406" y="169"/>
                </a:moveTo>
                <a:cubicBezTo>
                  <a:pt x="4406" y="171"/>
                  <a:pt x="4406" y="173"/>
                  <a:pt x="4406" y="175"/>
                </a:cubicBezTo>
                <a:lnTo>
                  <a:pt x="4412" y="175"/>
                </a:lnTo>
                <a:cubicBezTo>
                  <a:pt x="4412" y="173"/>
                  <a:pt x="4412" y="171"/>
                  <a:pt x="4412" y="169"/>
                </a:cubicBezTo>
                <a:lnTo>
                  <a:pt x="4406" y="169"/>
                </a:lnTo>
                <a:close/>
                <a:moveTo>
                  <a:pt x="3681" y="168"/>
                </a:moveTo>
                <a:cubicBezTo>
                  <a:pt x="3680" y="168"/>
                  <a:pt x="3678" y="168"/>
                  <a:pt x="3676" y="169"/>
                </a:cubicBezTo>
                <a:cubicBezTo>
                  <a:pt x="3675" y="186"/>
                  <a:pt x="3686" y="170"/>
                  <a:pt x="3690" y="179"/>
                </a:cubicBezTo>
                <a:cubicBezTo>
                  <a:pt x="3690" y="181"/>
                  <a:pt x="3690" y="183"/>
                  <a:pt x="3690" y="185"/>
                </a:cubicBezTo>
                <a:lnTo>
                  <a:pt x="3693" y="186"/>
                </a:lnTo>
                <a:cubicBezTo>
                  <a:pt x="3685" y="186"/>
                  <a:pt x="3649" y="180"/>
                  <a:pt x="3651" y="200"/>
                </a:cubicBezTo>
                <a:cubicBezTo>
                  <a:pt x="3671" y="201"/>
                  <a:pt x="3677" y="180"/>
                  <a:pt x="3694" y="195"/>
                </a:cubicBezTo>
                <a:cubicBezTo>
                  <a:pt x="3700" y="177"/>
                  <a:pt x="3719" y="198"/>
                  <a:pt x="3724" y="184"/>
                </a:cubicBezTo>
                <a:cubicBezTo>
                  <a:pt x="3718" y="176"/>
                  <a:pt x="3710" y="178"/>
                  <a:pt x="3697" y="182"/>
                </a:cubicBezTo>
                <a:cubicBezTo>
                  <a:pt x="3692" y="177"/>
                  <a:pt x="3691" y="168"/>
                  <a:pt x="3681" y="168"/>
                </a:cubicBezTo>
                <a:close/>
                <a:moveTo>
                  <a:pt x="292" y="168"/>
                </a:moveTo>
                <a:cubicBezTo>
                  <a:pt x="287" y="169"/>
                  <a:pt x="280" y="167"/>
                  <a:pt x="279" y="172"/>
                </a:cubicBezTo>
                <a:cubicBezTo>
                  <a:pt x="282" y="173"/>
                  <a:pt x="282" y="175"/>
                  <a:pt x="282" y="179"/>
                </a:cubicBezTo>
                <a:lnTo>
                  <a:pt x="289" y="179"/>
                </a:lnTo>
                <a:cubicBezTo>
                  <a:pt x="289" y="174"/>
                  <a:pt x="292" y="174"/>
                  <a:pt x="292" y="169"/>
                </a:cubicBezTo>
                <a:lnTo>
                  <a:pt x="292" y="168"/>
                </a:lnTo>
                <a:close/>
                <a:moveTo>
                  <a:pt x="4249" y="168"/>
                </a:moveTo>
                <a:cubicBezTo>
                  <a:pt x="4235" y="168"/>
                  <a:pt x="4228" y="182"/>
                  <a:pt x="4212" y="179"/>
                </a:cubicBezTo>
                <a:lnTo>
                  <a:pt x="4212" y="179"/>
                </a:lnTo>
                <a:cubicBezTo>
                  <a:pt x="4217" y="192"/>
                  <a:pt x="4203" y="186"/>
                  <a:pt x="4203" y="196"/>
                </a:cubicBezTo>
                <a:cubicBezTo>
                  <a:pt x="4220" y="183"/>
                  <a:pt x="4253" y="185"/>
                  <a:pt x="4259" y="170"/>
                </a:cubicBezTo>
                <a:cubicBezTo>
                  <a:pt x="4255" y="169"/>
                  <a:pt x="4252" y="168"/>
                  <a:pt x="4249" y="168"/>
                </a:cubicBezTo>
                <a:close/>
                <a:moveTo>
                  <a:pt x="2965" y="168"/>
                </a:moveTo>
                <a:cubicBezTo>
                  <a:pt x="2955" y="179"/>
                  <a:pt x="2978" y="178"/>
                  <a:pt x="2965" y="168"/>
                </a:cubicBezTo>
                <a:close/>
                <a:moveTo>
                  <a:pt x="3732" y="167"/>
                </a:moveTo>
                <a:cubicBezTo>
                  <a:pt x="3731" y="167"/>
                  <a:pt x="3729" y="167"/>
                  <a:pt x="3727" y="167"/>
                </a:cubicBezTo>
                <a:cubicBezTo>
                  <a:pt x="3727" y="181"/>
                  <a:pt x="3734" y="185"/>
                  <a:pt x="3748" y="184"/>
                </a:cubicBezTo>
                <a:lnTo>
                  <a:pt x="3749" y="184"/>
                </a:lnTo>
                <a:cubicBezTo>
                  <a:pt x="3752" y="171"/>
                  <a:pt x="3744" y="168"/>
                  <a:pt x="3732" y="167"/>
                </a:cubicBezTo>
                <a:close/>
                <a:moveTo>
                  <a:pt x="3450" y="167"/>
                </a:moveTo>
                <a:cubicBezTo>
                  <a:pt x="3449" y="168"/>
                  <a:pt x="3448" y="169"/>
                  <a:pt x="3447" y="171"/>
                </a:cubicBezTo>
                <a:cubicBezTo>
                  <a:pt x="3449" y="173"/>
                  <a:pt x="3457" y="184"/>
                  <a:pt x="3460" y="174"/>
                </a:cubicBezTo>
                <a:lnTo>
                  <a:pt x="3461" y="174"/>
                </a:lnTo>
                <a:cubicBezTo>
                  <a:pt x="3457" y="175"/>
                  <a:pt x="3453" y="167"/>
                  <a:pt x="3450" y="167"/>
                </a:cubicBezTo>
                <a:close/>
                <a:moveTo>
                  <a:pt x="3091" y="167"/>
                </a:moveTo>
                <a:cubicBezTo>
                  <a:pt x="3079" y="168"/>
                  <a:pt x="3090" y="192"/>
                  <a:pt x="3079" y="195"/>
                </a:cubicBezTo>
                <a:cubicBezTo>
                  <a:pt x="3083" y="195"/>
                  <a:pt x="3084" y="201"/>
                  <a:pt x="3089" y="201"/>
                </a:cubicBezTo>
                <a:lnTo>
                  <a:pt x="3089" y="200"/>
                </a:lnTo>
                <a:cubicBezTo>
                  <a:pt x="3095" y="186"/>
                  <a:pt x="3088" y="180"/>
                  <a:pt x="3091" y="167"/>
                </a:cubicBezTo>
                <a:close/>
                <a:moveTo>
                  <a:pt x="3047" y="165"/>
                </a:moveTo>
                <a:cubicBezTo>
                  <a:pt x="3050" y="174"/>
                  <a:pt x="3055" y="183"/>
                  <a:pt x="3041" y="183"/>
                </a:cubicBezTo>
                <a:cubicBezTo>
                  <a:pt x="3039" y="193"/>
                  <a:pt x="3045" y="195"/>
                  <a:pt x="3048" y="199"/>
                </a:cubicBezTo>
                <a:lnTo>
                  <a:pt x="3049" y="198"/>
                </a:lnTo>
                <a:cubicBezTo>
                  <a:pt x="3060" y="198"/>
                  <a:pt x="3062" y="188"/>
                  <a:pt x="3065" y="182"/>
                </a:cubicBezTo>
                <a:cubicBezTo>
                  <a:pt x="3053" y="182"/>
                  <a:pt x="3059" y="165"/>
                  <a:pt x="3047" y="165"/>
                </a:cubicBezTo>
                <a:close/>
                <a:moveTo>
                  <a:pt x="3010" y="165"/>
                </a:moveTo>
                <a:cubicBezTo>
                  <a:pt x="3006" y="165"/>
                  <a:pt x="3002" y="168"/>
                  <a:pt x="3004" y="173"/>
                </a:cubicBezTo>
                <a:lnTo>
                  <a:pt x="3014" y="173"/>
                </a:lnTo>
                <a:lnTo>
                  <a:pt x="3015" y="172"/>
                </a:lnTo>
                <a:cubicBezTo>
                  <a:pt x="3017" y="167"/>
                  <a:pt x="3014" y="165"/>
                  <a:pt x="3010" y="165"/>
                </a:cubicBezTo>
                <a:close/>
                <a:moveTo>
                  <a:pt x="2932" y="165"/>
                </a:moveTo>
                <a:cubicBezTo>
                  <a:pt x="2926" y="165"/>
                  <a:pt x="2919" y="170"/>
                  <a:pt x="2917" y="177"/>
                </a:cubicBezTo>
                <a:lnTo>
                  <a:pt x="2917" y="179"/>
                </a:lnTo>
                <a:lnTo>
                  <a:pt x="2914" y="179"/>
                </a:lnTo>
                <a:lnTo>
                  <a:pt x="2916" y="181"/>
                </a:lnTo>
                <a:lnTo>
                  <a:pt x="2917" y="179"/>
                </a:lnTo>
                <a:lnTo>
                  <a:pt x="2922" y="178"/>
                </a:lnTo>
                <a:cubicBezTo>
                  <a:pt x="2930" y="177"/>
                  <a:pt x="2938" y="175"/>
                  <a:pt x="2939" y="167"/>
                </a:cubicBezTo>
                <a:cubicBezTo>
                  <a:pt x="2937" y="165"/>
                  <a:pt x="2935" y="165"/>
                  <a:pt x="2932" y="165"/>
                </a:cubicBezTo>
                <a:close/>
                <a:moveTo>
                  <a:pt x="4464" y="164"/>
                </a:moveTo>
                <a:cubicBezTo>
                  <a:pt x="4461" y="171"/>
                  <a:pt x="4451" y="185"/>
                  <a:pt x="4464" y="187"/>
                </a:cubicBezTo>
                <a:lnTo>
                  <a:pt x="4464" y="186"/>
                </a:lnTo>
                <a:cubicBezTo>
                  <a:pt x="4466" y="179"/>
                  <a:pt x="4475" y="164"/>
                  <a:pt x="4464" y="164"/>
                </a:cubicBezTo>
                <a:close/>
                <a:moveTo>
                  <a:pt x="3960" y="164"/>
                </a:moveTo>
                <a:cubicBezTo>
                  <a:pt x="3949" y="163"/>
                  <a:pt x="3946" y="170"/>
                  <a:pt x="3934" y="169"/>
                </a:cubicBezTo>
                <a:cubicBezTo>
                  <a:pt x="3937" y="180"/>
                  <a:pt x="3934" y="187"/>
                  <a:pt x="3942" y="199"/>
                </a:cubicBezTo>
                <a:cubicBezTo>
                  <a:pt x="3956" y="202"/>
                  <a:pt x="3972" y="190"/>
                  <a:pt x="3961" y="181"/>
                </a:cubicBezTo>
                <a:cubicBezTo>
                  <a:pt x="3963" y="189"/>
                  <a:pt x="3940" y="193"/>
                  <a:pt x="3941" y="179"/>
                </a:cubicBezTo>
                <a:cubicBezTo>
                  <a:pt x="3953" y="179"/>
                  <a:pt x="3964" y="179"/>
                  <a:pt x="3960" y="165"/>
                </a:cubicBezTo>
                <a:lnTo>
                  <a:pt x="3960" y="164"/>
                </a:lnTo>
                <a:close/>
                <a:moveTo>
                  <a:pt x="3907" y="163"/>
                </a:moveTo>
                <a:cubicBezTo>
                  <a:pt x="3904" y="162"/>
                  <a:pt x="3901" y="163"/>
                  <a:pt x="3897" y="164"/>
                </a:cubicBezTo>
                <a:cubicBezTo>
                  <a:pt x="3897" y="169"/>
                  <a:pt x="3897" y="173"/>
                  <a:pt x="3897" y="178"/>
                </a:cubicBezTo>
                <a:cubicBezTo>
                  <a:pt x="3908" y="181"/>
                  <a:pt x="3922" y="164"/>
                  <a:pt x="3921" y="184"/>
                </a:cubicBezTo>
                <a:cubicBezTo>
                  <a:pt x="3930" y="185"/>
                  <a:pt x="3932" y="179"/>
                  <a:pt x="3930" y="170"/>
                </a:cubicBezTo>
                <a:lnTo>
                  <a:pt x="3930" y="168"/>
                </a:lnTo>
                <a:cubicBezTo>
                  <a:pt x="3919" y="169"/>
                  <a:pt x="3915" y="163"/>
                  <a:pt x="3907" y="163"/>
                </a:cubicBezTo>
                <a:close/>
                <a:moveTo>
                  <a:pt x="3769" y="162"/>
                </a:moveTo>
                <a:cubicBezTo>
                  <a:pt x="3771" y="173"/>
                  <a:pt x="3775" y="182"/>
                  <a:pt x="3786" y="182"/>
                </a:cubicBezTo>
                <a:cubicBezTo>
                  <a:pt x="3784" y="173"/>
                  <a:pt x="3789" y="172"/>
                  <a:pt x="3792" y="167"/>
                </a:cubicBezTo>
                <a:lnTo>
                  <a:pt x="3792" y="165"/>
                </a:lnTo>
                <a:lnTo>
                  <a:pt x="3793" y="166"/>
                </a:lnTo>
                <a:lnTo>
                  <a:pt x="3793" y="165"/>
                </a:lnTo>
                <a:lnTo>
                  <a:pt x="3792" y="165"/>
                </a:lnTo>
                <a:lnTo>
                  <a:pt x="3791" y="164"/>
                </a:lnTo>
                <a:cubicBezTo>
                  <a:pt x="3784" y="159"/>
                  <a:pt x="3774" y="169"/>
                  <a:pt x="3769" y="162"/>
                </a:cubicBezTo>
                <a:close/>
                <a:moveTo>
                  <a:pt x="3798" y="162"/>
                </a:moveTo>
                <a:cubicBezTo>
                  <a:pt x="3797" y="162"/>
                  <a:pt x="3796" y="163"/>
                  <a:pt x="3796" y="165"/>
                </a:cubicBezTo>
                <a:cubicBezTo>
                  <a:pt x="3802" y="162"/>
                  <a:pt x="3807" y="174"/>
                  <a:pt x="3809" y="167"/>
                </a:cubicBezTo>
                <a:lnTo>
                  <a:pt x="3809" y="166"/>
                </a:lnTo>
                <a:lnTo>
                  <a:pt x="3809" y="166"/>
                </a:lnTo>
                <a:lnTo>
                  <a:pt x="3809" y="165"/>
                </a:lnTo>
                <a:lnTo>
                  <a:pt x="3809" y="166"/>
                </a:lnTo>
                <a:lnTo>
                  <a:pt x="3808" y="165"/>
                </a:lnTo>
                <a:cubicBezTo>
                  <a:pt x="3806" y="164"/>
                  <a:pt x="3803" y="162"/>
                  <a:pt x="3800" y="162"/>
                </a:cubicBezTo>
                <a:cubicBezTo>
                  <a:pt x="3799" y="162"/>
                  <a:pt x="3799" y="162"/>
                  <a:pt x="3798" y="162"/>
                </a:cubicBezTo>
                <a:close/>
                <a:moveTo>
                  <a:pt x="4329" y="157"/>
                </a:moveTo>
                <a:cubicBezTo>
                  <a:pt x="4327" y="157"/>
                  <a:pt x="4324" y="158"/>
                  <a:pt x="4322" y="161"/>
                </a:cubicBezTo>
                <a:cubicBezTo>
                  <a:pt x="4327" y="160"/>
                  <a:pt x="4323" y="171"/>
                  <a:pt x="4320" y="174"/>
                </a:cubicBezTo>
                <a:lnTo>
                  <a:pt x="4319" y="175"/>
                </a:lnTo>
                <a:lnTo>
                  <a:pt x="4314" y="174"/>
                </a:lnTo>
                <a:cubicBezTo>
                  <a:pt x="4302" y="173"/>
                  <a:pt x="4290" y="170"/>
                  <a:pt x="4286" y="179"/>
                </a:cubicBezTo>
                <a:cubicBezTo>
                  <a:pt x="4300" y="186"/>
                  <a:pt x="4311" y="191"/>
                  <a:pt x="4326" y="180"/>
                </a:cubicBezTo>
                <a:cubicBezTo>
                  <a:pt x="4338" y="187"/>
                  <a:pt x="4323" y="201"/>
                  <a:pt x="4340" y="201"/>
                </a:cubicBezTo>
                <a:cubicBezTo>
                  <a:pt x="4336" y="185"/>
                  <a:pt x="4334" y="170"/>
                  <a:pt x="4352" y="164"/>
                </a:cubicBezTo>
                <a:cubicBezTo>
                  <a:pt x="4344" y="166"/>
                  <a:pt x="4336" y="157"/>
                  <a:pt x="4329" y="157"/>
                </a:cubicBezTo>
                <a:close/>
                <a:moveTo>
                  <a:pt x="3000" y="157"/>
                </a:moveTo>
                <a:cubicBezTo>
                  <a:pt x="2990" y="157"/>
                  <a:pt x="2982" y="169"/>
                  <a:pt x="2994" y="171"/>
                </a:cubicBezTo>
                <a:lnTo>
                  <a:pt x="2994" y="170"/>
                </a:lnTo>
                <a:cubicBezTo>
                  <a:pt x="2990" y="159"/>
                  <a:pt x="2999" y="161"/>
                  <a:pt x="3000" y="157"/>
                </a:cubicBezTo>
                <a:close/>
                <a:moveTo>
                  <a:pt x="2908" y="156"/>
                </a:moveTo>
                <a:cubicBezTo>
                  <a:pt x="2898" y="156"/>
                  <a:pt x="2887" y="160"/>
                  <a:pt x="2879" y="166"/>
                </a:cubicBezTo>
                <a:cubicBezTo>
                  <a:pt x="2878" y="169"/>
                  <a:pt x="2879" y="173"/>
                  <a:pt x="2881" y="176"/>
                </a:cubicBezTo>
                <a:lnTo>
                  <a:pt x="2881" y="177"/>
                </a:lnTo>
                <a:lnTo>
                  <a:pt x="2881" y="177"/>
                </a:lnTo>
                <a:lnTo>
                  <a:pt x="2882" y="179"/>
                </a:lnTo>
                <a:lnTo>
                  <a:pt x="2881" y="177"/>
                </a:lnTo>
                <a:lnTo>
                  <a:pt x="2885" y="175"/>
                </a:lnTo>
                <a:cubicBezTo>
                  <a:pt x="2897" y="170"/>
                  <a:pt x="2916" y="171"/>
                  <a:pt x="2919" y="158"/>
                </a:cubicBezTo>
                <a:cubicBezTo>
                  <a:pt x="2915" y="157"/>
                  <a:pt x="2912" y="156"/>
                  <a:pt x="2908" y="156"/>
                </a:cubicBezTo>
                <a:close/>
                <a:moveTo>
                  <a:pt x="2357" y="156"/>
                </a:moveTo>
                <a:lnTo>
                  <a:pt x="2357" y="158"/>
                </a:lnTo>
                <a:cubicBezTo>
                  <a:pt x="2348" y="156"/>
                  <a:pt x="2350" y="166"/>
                  <a:pt x="2347" y="167"/>
                </a:cubicBezTo>
                <a:cubicBezTo>
                  <a:pt x="2356" y="169"/>
                  <a:pt x="2359" y="165"/>
                  <a:pt x="2357" y="156"/>
                </a:cubicBezTo>
                <a:close/>
                <a:moveTo>
                  <a:pt x="4268" y="153"/>
                </a:moveTo>
                <a:cubicBezTo>
                  <a:pt x="4265" y="163"/>
                  <a:pt x="4266" y="179"/>
                  <a:pt x="4276" y="184"/>
                </a:cubicBezTo>
                <a:cubicBezTo>
                  <a:pt x="4274" y="172"/>
                  <a:pt x="4281" y="165"/>
                  <a:pt x="4292" y="157"/>
                </a:cubicBezTo>
                <a:cubicBezTo>
                  <a:pt x="4287" y="152"/>
                  <a:pt x="4277" y="154"/>
                  <a:pt x="4268" y="154"/>
                </a:cubicBezTo>
                <a:lnTo>
                  <a:pt x="4268" y="153"/>
                </a:lnTo>
                <a:close/>
                <a:moveTo>
                  <a:pt x="3144" y="145"/>
                </a:moveTo>
                <a:lnTo>
                  <a:pt x="3134" y="145"/>
                </a:lnTo>
                <a:cubicBezTo>
                  <a:pt x="3134" y="153"/>
                  <a:pt x="3136" y="158"/>
                  <a:pt x="3142" y="158"/>
                </a:cubicBezTo>
                <a:cubicBezTo>
                  <a:pt x="3141" y="152"/>
                  <a:pt x="3144" y="151"/>
                  <a:pt x="3144" y="145"/>
                </a:cubicBezTo>
                <a:close/>
                <a:moveTo>
                  <a:pt x="3851" y="142"/>
                </a:moveTo>
                <a:cubicBezTo>
                  <a:pt x="3850" y="142"/>
                  <a:pt x="3850" y="142"/>
                  <a:pt x="3849" y="142"/>
                </a:cubicBezTo>
                <a:cubicBezTo>
                  <a:pt x="3849" y="146"/>
                  <a:pt x="3847" y="147"/>
                  <a:pt x="3846" y="149"/>
                </a:cubicBezTo>
                <a:lnTo>
                  <a:pt x="3846" y="151"/>
                </a:lnTo>
                <a:lnTo>
                  <a:pt x="3846" y="151"/>
                </a:lnTo>
                <a:lnTo>
                  <a:pt x="3846" y="153"/>
                </a:lnTo>
                <a:cubicBezTo>
                  <a:pt x="3846" y="152"/>
                  <a:pt x="3846" y="151"/>
                  <a:pt x="3846" y="151"/>
                </a:cubicBezTo>
                <a:lnTo>
                  <a:pt x="3846" y="151"/>
                </a:lnTo>
                <a:lnTo>
                  <a:pt x="3847" y="151"/>
                </a:lnTo>
                <a:cubicBezTo>
                  <a:pt x="3853" y="153"/>
                  <a:pt x="3854" y="143"/>
                  <a:pt x="3851" y="142"/>
                </a:cubicBezTo>
                <a:close/>
                <a:moveTo>
                  <a:pt x="3888" y="142"/>
                </a:moveTo>
                <a:cubicBezTo>
                  <a:pt x="3880" y="142"/>
                  <a:pt x="3872" y="146"/>
                  <a:pt x="3862" y="146"/>
                </a:cubicBezTo>
                <a:lnTo>
                  <a:pt x="3856" y="146"/>
                </a:lnTo>
                <a:lnTo>
                  <a:pt x="3856" y="145"/>
                </a:lnTo>
                <a:lnTo>
                  <a:pt x="3856" y="146"/>
                </a:lnTo>
                <a:lnTo>
                  <a:pt x="3856" y="146"/>
                </a:lnTo>
                <a:lnTo>
                  <a:pt x="3857" y="148"/>
                </a:lnTo>
                <a:cubicBezTo>
                  <a:pt x="3860" y="155"/>
                  <a:pt x="3853" y="154"/>
                  <a:pt x="3853" y="165"/>
                </a:cubicBezTo>
                <a:cubicBezTo>
                  <a:pt x="3877" y="171"/>
                  <a:pt x="3880" y="152"/>
                  <a:pt x="3896" y="144"/>
                </a:cubicBezTo>
                <a:cubicBezTo>
                  <a:pt x="3893" y="142"/>
                  <a:pt x="3891" y="142"/>
                  <a:pt x="3888" y="142"/>
                </a:cubicBezTo>
                <a:close/>
                <a:moveTo>
                  <a:pt x="3740" y="140"/>
                </a:moveTo>
                <a:cubicBezTo>
                  <a:pt x="3740" y="148"/>
                  <a:pt x="3740" y="157"/>
                  <a:pt x="3748" y="157"/>
                </a:cubicBezTo>
                <a:lnTo>
                  <a:pt x="3749" y="157"/>
                </a:lnTo>
                <a:cubicBezTo>
                  <a:pt x="3755" y="150"/>
                  <a:pt x="3748" y="143"/>
                  <a:pt x="3740" y="140"/>
                </a:cubicBezTo>
                <a:close/>
                <a:moveTo>
                  <a:pt x="4151" y="139"/>
                </a:moveTo>
                <a:cubicBezTo>
                  <a:pt x="4148" y="140"/>
                  <a:pt x="4146" y="141"/>
                  <a:pt x="4146" y="143"/>
                </a:cubicBezTo>
                <a:cubicBezTo>
                  <a:pt x="4149" y="144"/>
                  <a:pt x="4150" y="144"/>
                  <a:pt x="4150" y="147"/>
                </a:cubicBezTo>
                <a:lnTo>
                  <a:pt x="4157" y="147"/>
                </a:lnTo>
                <a:lnTo>
                  <a:pt x="4157" y="147"/>
                </a:lnTo>
                <a:cubicBezTo>
                  <a:pt x="4161" y="141"/>
                  <a:pt x="4155" y="139"/>
                  <a:pt x="4151" y="139"/>
                </a:cubicBezTo>
                <a:close/>
                <a:moveTo>
                  <a:pt x="2788" y="139"/>
                </a:moveTo>
                <a:cubicBezTo>
                  <a:pt x="2778" y="149"/>
                  <a:pt x="2793" y="163"/>
                  <a:pt x="2786" y="170"/>
                </a:cubicBezTo>
                <a:cubicBezTo>
                  <a:pt x="2777" y="170"/>
                  <a:pt x="2775" y="165"/>
                  <a:pt x="2765" y="167"/>
                </a:cubicBezTo>
                <a:cubicBezTo>
                  <a:pt x="2765" y="158"/>
                  <a:pt x="2765" y="150"/>
                  <a:pt x="2761" y="146"/>
                </a:cubicBezTo>
                <a:lnTo>
                  <a:pt x="2759" y="145"/>
                </a:lnTo>
                <a:cubicBezTo>
                  <a:pt x="2747" y="150"/>
                  <a:pt x="2727" y="170"/>
                  <a:pt x="2728" y="169"/>
                </a:cubicBezTo>
                <a:cubicBezTo>
                  <a:pt x="2735" y="171"/>
                  <a:pt x="2741" y="177"/>
                  <a:pt x="2742" y="185"/>
                </a:cubicBezTo>
                <a:cubicBezTo>
                  <a:pt x="2765" y="186"/>
                  <a:pt x="2770" y="165"/>
                  <a:pt x="2789" y="180"/>
                </a:cubicBezTo>
                <a:cubicBezTo>
                  <a:pt x="2794" y="167"/>
                  <a:pt x="2794" y="152"/>
                  <a:pt x="2788" y="139"/>
                </a:cubicBezTo>
                <a:close/>
                <a:moveTo>
                  <a:pt x="3022" y="139"/>
                </a:moveTo>
                <a:cubicBezTo>
                  <a:pt x="3018" y="139"/>
                  <a:pt x="3015" y="141"/>
                  <a:pt x="3014" y="144"/>
                </a:cubicBezTo>
                <a:lnTo>
                  <a:pt x="3014" y="145"/>
                </a:lnTo>
                <a:lnTo>
                  <a:pt x="3014" y="145"/>
                </a:lnTo>
                <a:lnTo>
                  <a:pt x="3014" y="146"/>
                </a:lnTo>
                <a:lnTo>
                  <a:pt x="3014" y="145"/>
                </a:lnTo>
                <a:lnTo>
                  <a:pt x="3016" y="146"/>
                </a:lnTo>
                <a:cubicBezTo>
                  <a:pt x="3017" y="147"/>
                  <a:pt x="3018" y="147"/>
                  <a:pt x="3019" y="147"/>
                </a:cubicBezTo>
                <a:cubicBezTo>
                  <a:pt x="3024" y="147"/>
                  <a:pt x="3027" y="143"/>
                  <a:pt x="3027" y="139"/>
                </a:cubicBezTo>
                <a:cubicBezTo>
                  <a:pt x="3025" y="139"/>
                  <a:pt x="3024" y="139"/>
                  <a:pt x="3022" y="139"/>
                </a:cubicBezTo>
                <a:close/>
                <a:moveTo>
                  <a:pt x="2217" y="136"/>
                </a:moveTo>
                <a:cubicBezTo>
                  <a:pt x="2211" y="136"/>
                  <a:pt x="2206" y="137"/>
                  <a:pt x="2204" y="140"/>
                </a:cubicBezTo>
                <a:lnTo>
                  <a:pt x="2205" y="139"/>
                </a:lnTo>
                <a:cubicBezTo>
                  <a:pt x="2213" y="141"/>
                  <a:pt x="2230" y="151"/>
                  <a:pt x="2231" y="140"/>
                </a:cubicBezTo>
                <a:cubicBezTo>
                  <a:pt x="2229" y="138"/>
                  <a:pt x="2223" y="136"/>
                  <a:pt x="2217" y="136"/>
                </a:cubicBezTo>
                <a:close/>
                <a:moveTo>
                  <a:pt x="3114" y="135"/>
                </a:moveTo>
                <a:cubicBezTo>
                  <a:pt x="3109" y="136"/>
                  <a:pt x="3101" y="134"/>
                  <a:pt x="3100" y="139"/>
                </a:cubicBezTo>
                <a:lnTo>
                  <a:pt x="3101" y="139"/>
                </a:lnTo>
                <a:cubicBezTo>
                  <a:pt x="3107" y="139"/>
                  <a:pt x="3105" y="148"/>
                  <a:pt x="3114" y="145"/>
                </a:cubicBezTo>
                <a:cubicBezTo>
                  <a:pt x="3114" y="142"/>
                  <a:pt x="3114" y="138"/>
                  <a:pt x="3114" y="135"/>
                </a:cubicBezTo>
                <a:close/>
                <a:moveTo>
                  <a:pt x="2897" y="134"/>
                </a:moveTo>
                <a:cubicBezTo>
                  <a:pt x="2871" y="136"/>
                  <a:pt x="2846" y="139"/>
                  <a:pt x="2820" y="144"/>
                </a:cubicBezTo>
                <a:cubicBezTo>
                  <a:pt x="2827" y="156"/>
                  <a:pt x="2834" y="159"/>
                  <a:pt x="2825" y="174"/>
                </a:cubicBezTo>
                <a:cubicBezTo>
                  <a:pt x="2832" y="177"/>
                  <a:pt x="2840" y="178"/>
                  <a:pt x="2848" y="177"/>
                </a:cubicBezTo>
                <a:cubicBezTo>
                  <a:pt x="2843" y="165"/>
                  <a:pt x="2866" y="164"/>
                  <a:pt x="2858" y="160"/>
                </a:cubicBezTo>
                <a:lnTo>
                  <a:pt x="2856" y="158"/>
                </a:lnTo>
                <a:cubicBezTo>
                  <a:pt x="2851" y="163"/>
                  <a:pt x="2834" y="164"/>
                  <a:pt x="2837" y="153"/>
                </a:cubicBezTo>
                <a:cubicBezTo>
                  <a:pt x="2864" y="149"/>
                  <a:pt x="2889" y="149"/>
                  <a:pt x="2897" y="134"/>
                </a:cubicBezTo>
                <a:close/>
                <a:moveTo>
                  <a:pt x="7087" y="133"/>
                </a:moveTo>
                <a:lnTo>
                  <a:pt x="7086" y="133"/>
                </a:lnTo>
                <a:lnTo>
                  <a:pt x="7087" y="133"/>
                </a:lnTo>
                <a:lnTo>
                  <a:pt x="7087" y="136"/>
                </a:lnTo>
                <a:cubicBezTo>
                  <a:pt x="7087" y="137"/>
                  <a:pt x="7087" y="139"/>
                  <a:pt x="7086" y="140"/>
                </a:cubicBezTo>
                <a:lnTo>
                  <a:pt x="7093" y="140"/>
                </a:lnTo>
                <a:cubicBezTo>
                  <a:pt x="7093" y="138"/>
                  <a:pt x="7093" y="136"/>
                  <a:pt x="7093" y="133"/>
                </a:cubicBezTo>
                <a:lnTo>
                  <a:pt x="7087" y="133"/>
                </a:lnTo>
                <a:lnTo>
                  <a:pt x="7087" y="133"/>
                </a:lnTo>
                <a:close/>
                <a:moveTo>
                  <a:pt x="2299" y="133"/>
                </a:moveTo>
                <a:lnTo>
                  <a:pt x="2297" y="133"/>
                </a:lnTo>
                <a:lnTo>
                  <a:pt x="2299" y="133"/>
                </a:lnTo>
                <a:lnTo>
                  <a:pt x="2299" y="134"/>
                </a:lnTo>
                <a:cubicBezTo>
                  <a:pt x="2298" y="136"/>
                  <a:pt x="2295" y="140"/>
                  <a:pt x="2298" y="140"/>
                </a:cubicBezTo>
                <a:cubicBezTo>
                  <a:pt x="2301" y="140"/>
                  <a:pt x="2302" y="143"/>
                  <a:pt x="2304" y="143"/>
                </a:cubicBezTo>
                <a:cubicBezTo>
                  <a:pt x="2304" y="139"/>
                  <a:pt x="2304" y="133"/>
                  <a:pt x="2300" y="133"/>
                </a:cubicBezTo>
                <a:lnTo>
                  <a:pt x="2299" y="133"/>
                </a:lnTo>
                <a:lnTo>
                  <a:pt x="2299" y="133"/>
                </a:lnTo>
                <a:close/>
                <a:moveTo>
                  <a:pt x="7073" y="132"/>
                </a:moveTo>
                <a:cubicBezTo>
                  <a:pt x="7073" y="137"/>
                  <a:pt x="7070" y="137"/>
                  <a:pt x="7070" y="142"/>
                </a:cubicBezTo>
                <a:lnTo>
                  <a:pt x="7070" y="142"/>
                </a:lnTo>
                <a:cubicBezTo>
                  <a:pt x="7075" y="143"/>
                  <a:pt x="7079" y="140"/>
                  <a:pt x="7080" y="136"/>
                </a:cubicBezTo>
                <a:cubicBezTo>
                  <a:pt x="7076" y="136"/>
                  <a:pt x="7076" y="132"/>
                  <a:pt x="7073" y="132"/>
                </a:cubicBezTo>
                <a:close/>
                <a:moveTo>
                  <a:pt x="7015" y="131"/>
                </a:moveTo>
                <a:cubicBezTo>
                  <a:pt x="7015" y="134"/>
                  <a:pt x="7015" y="138"/>
                  <a:pt x="7015" y="141"/>
                </a:cubicBezTo>
                <a:lnTo>
                  <a:pt x="7013" y="141"/>
                </a:lnTo>
                <a:cubicBezTo>
                  <a:pt x="7020" y="142"/>
                  <a:pt x="7024" y="139"/>
                  <a:pt x="7025" y="131"/>
                </a:cubicBezTo>
                <a:lnTo>
                  <a:pt x="7015" y="131"/>
                </a:lnTo>
                <a:close/>
                <a:moveTo>
                  <a:pt x="534" y="128"/>
                </a:moveTo>
                <a:cubicBezTo>
                  <a:pt x="533" y="128"/>
                  <a:pt x="531" y="129"/>
                  <a:pt x="530" y="132"/>
                </a:cubicBezTo>
                <a:cubicBezTo>
                  <a:pt x="533" y="132"/>
                  <a:pt x="533" y="137"/>
                  <a:pt x="533" y="142"/>
                </a:cubicBezTo>
                <a:lnTo>
                  <a:pt x="543" y="142"/>
                </a:lnTo>
                <a:cubicBezTo>
                  <a:pt x="544" y="136"/>
                  <a:pt x="539" y="128"/>
                  <a:pt x="534" y="128"/>
                </a:cubicBezTo>
                <a:close/>
                <a:moveTo>
                  <a:pt x="3087" y="125"/>
                </a:moveTo>
                <a:cubicBezTo>
                  <a:pt x="3075" y="133"/>
                  <a:pt x="3091" y="139"/>
                  <a:pt x="3091" y="146"/>
                </a:cubicBezTo>
                <a:cubicBezTo>
                  <a:pt x="3079" y="153"/>
                  <a:pt x="3079" y="144"/>
                  <a:pt x="3070" y="140"/>
                </a:cubicBezTo>
                <a:cubicBezTo>
                  <a:pt x="3068" y="159"/>
                  <a:pt x="3027" y="140"/>
                  <a:pt x="3017" y="159"/>
                </a:cubicBezTo>
                <a:cubicBezTo>
                  <a:pt x="3045" y="162"/>
                  <a:pt x="3074" y="160"/>
                  <a:pt x="3102" y="155"/>
                </a:cubicBezTo>
                <a:lnTo>
                  <a:pt x="3113" y="152"/>
                </a:lnTo>
                <a:lnTo>
                  <a:pt x="3114" y="152"/>
                </a:lnTo>
                <a:lnTo>
                  <a:pt x="3114" y="152"/>
                </a:lnTo>
                <a:lnTo>
                  <a:pt x="3113" y="152"/>
                </a:lnTo>
                <a:lnTo>
                  <a:pt x="3111" y="152"/>
                </a:lnTo>
                <a:cubicBezTo>
                  <a:pt x="3096" y="152"/>
                  <a:pt x="3100" y="129"/>
                  <a:pt x="3087" y="125"/>
                </a:cubicBezTo>
                <a:close/>
                <a:moveTo>
                  <a:pt x="7041" y="124"/>
                </a:moveTo>
                <a:cubicBezTo>
                  <a:pt x="7035" y="125"/>
                  <a:pt x="7032" y="127"/>
                  <a:pt x="7035" y="135"/>
                </a:cubicBezTo>
                <a:lnTo>
                  <a:pt x="7049" y="135"/>
                </a:lnTo>
                <a:cubicBezTo>
                  <a:pt x="7049" y="132"/>
                  <a:pt x="7049" y="128"/>
                  <a:pt x="7049" y="125"/>
                </a:cubicBezTo>
                <a:lnTo>
                  <a:pt x="7047" y="125"/>
                </a:lnTo>
                <a:cubicBezTo>
                  <a:pt x="7045" y="125"/>
                  <a:pt x="7043" y="124"/>
                  <a:pt x="7041" y="124"/>
                </a:cubicBezTo>
                <a:close/>
                <a:moveTo>
                  <a:pt x="3236" y="121"/>
                </a:moveTo>
                <a:cubicBezTo>
                  <a:pt x="3236" y="122"/>
                  <a:pt x="3236" y="123"/>
                  <a:pt x="3236" y="124"/>
                </a:cubicBezTo>
                <a:lnTo>
                  <a:pt x="3236" y="124"/>
                </a:lnTo>
                <a:lnTo>
                  <a:pt x="3236" y="121"/>
                </a:lnTo>
                <a:close/>
                <a:moveTo>
                  <a:pt x="2943" y="120"/>
                </a:moveTo>
                <a:cubicBezTo>
                  <a:pt x="2941" y="120"/>
                  <a:pt x="2937" y="124"/>
                  <a:pt x="2944" y="131"/>
                </a:cubicBezTo>
                <a:cubicBezTo>
                  <a:pt x="2948" y="124"/>
                  <a:pt x="2946" y="120"/>
                  <a:pt x="2943" y="120"/>
                </a:cubicBezTo>
                <a:close/>
                <a:moveTo>
                  <a:pt x="2808" y="116"/>
                </a:moveTo>
                <a:cubicBezTo>
                  <a:pt x="2797" y="117"/>
                  <a:pt x="2797" y="132"/>
                  <a:pt x="2803" y="138"/>
                </a:cubicBezTo>
                <a:lnTo>
                  <a:pt x="2802" y="136"/>
                </a:lnTo>
                <a:cubicBezTo>
                  <a:pt x="2813" y="136"/>
                  <a:pt x="2812" y="125"/>
                  <a:pt x="2813" y="117"/>
                </a:cubicBezTo>
                <a:cubicBezTo>
                  <a:pt x="2812" y="116"/>
                  <a:pt x="2811" y="116"/>
                  <a:pt x="2810" y="116"/>
                </a:cubicBezTo>
                <a:cubicBezTo>
                  <a:pt x="2809" y="116"/>
                  <a:pt x="2808" y="116"/>
                  <a:pt x="2808" y="116"/>
                </a:cubicBezTo>
                <a:close/>
                <a:moveTo>
                  <a:pt x="4179" y="115"/>
                </a:moveTo>
                <a:cubicBezTo>
                  <a:pt x="4178" y="115"/>
                  <a:pt x="4178" y="116"/>
                  <a:pt x="4177" y="116"/>
                </a:cubicBezTo>
                <a:cubicBezTo>
                  <a:pt x="4176" y="120"/>
                  <a:pt x="4173" y="122"/>
                  <a:pt x="4173" y="127"/>
                </a:cubicBezTo>
                <a:lnTo>
                  <a:pt x="4174" y="129"/>
                </a:lnTo>
                <a:lnTo>
                  <a:pt x="4174" y="129"/>
                </a:lnTo>
                <a:lnTo>
                  <a:pt x="4174" y="129"/>
                </a:lnTo>
                <a:lnTo>
                  <a:pt x="4174" y="129"/>
                </a:lnTo>
                <a:lnTo>
                  <a:pt x="4179" y="129"/>
                </a:lnTo>
                <a:cubicBezTo>
                  <a:pt x="4189" y="127"/>
                  <a:pt x="4193" y="124"/>
                  <a:pt x="4200" y="132"/>
                </a:cubicBezTo>
                <a:cubicBezTo>
                  <a:pt x="4200" y="127"/>
                  <a:pt x="4200" y="123"/>
                  <a:pt x="4200" y="118"/>
                </a:cubicBezTo>
                <a:cubicBezTo>
                  <a:pt x="4189" y="125"/>
                  <a:pt x="4191" y="115"/>
                  <a:pt x="4179" y="115"/>
                </a:cubicBezTo>
                <a:close/>
                <a:moveTo>
                  <a:pt x="2249" y="111"/>
                </a:moveTo>
                <a:cubicBezTo>
                  <a:pt x="2249" y="113"/>
                  <a:pt x="2249" y="115"/>
                  <a:pt x="2249" y="118"/>
                </a:cubicBezTo>
                <a:lnTo>
                  <a:pt x="2255" y="118"/>
                </a:lnTo>
                <a:lnTo>
                  <a:pt x="2255" y="117"/>
                </a:lnTo>
                <a:cubicBezTo>
                  <a:pt x="2255" y="115"/>
                  <a:pt x="2255" y="113"/>
                  <a:pt x="2255" y="111"/>
                </a:cubicBezTo>
                <a:lnTo>
                  <a:pt x="2249" y="111"/>
                </a:lnTo>
                <a:close/>
                <a:moveTo>
                  <a:pt x="4253" y="107"/>
                </a:moveTo>
                <a:cubicBezTo>
                  <a:pt x="4251" y="107"/>
                  <a:pt x="4249" y="109"/>
                  <a:pt x="4249" y="113"/>
                </a:cubicBezTo>
                <a:cubicBezTo>
                  <a:pt x="4263" y="115"/>
                  <a:pt x="4258" y="107"/>
                  <a:pt x="4253" y="107"/>
                </a:cubicBezTo>
                <a:close/>
                <a:moveTo>
                  <a:pt x="3705" y="107"/>
                </a:moveTo>
                <a:cubicBezTo>
                  <a:pt x="3701" y="107"/>
                  <a:pt x="3700" y="111"/>
                  <a:pt x="3694" y="111"/>
                </a:cubicBezTo>
                <a:lnTo>
                  <a:pt x="3697" y="112"/>
                </a:lnTo>
                <a:cubicBezTo>
                  <a:pt x="3698" y="123"/>
                  <a:pt x="3717" y="132"/>
                  <a:pt x="3718" y="127"/>
                </a:cubicBezTo>
                <a:cubicBezTo>
                  <a:pt x="3707" y="126"/>
                  <a:pt x="3727" y="112"/>
                  <a:pt x="3714" y="110"/>
                </a:cubicBezTo>
                <a:cubicBezTo>
                  <a:pt x="3715" y="124"/>
                  <a:pt x="3709" y="110"/>
                  <a:pt x="3708" y="107"/>
                </a:cubicBezTo>
                <a:cubicBezTo>
                  <a:pt x="3707" y="107"/>
                  <a:pt x="3706" y="107"/>
                  <a:pt x="3705" y="107"/>
                </a:cubicBezTo>
                <a:close/>
                <a:moveTo>
                  <a:pt x="4578" y="106"/>
                </a:moveTo>
                <a:cubicBezTo>
                  <a:pt x="4573" y="106"/>
                  <a:pt x="4568" y="108"/>
                  <a:pt x="4568" y="113"/>
                </a:cubicBezTo>
                <a:lnTo>
                  <a:pt x="4569" y="112"/>
                </a:lnTo>
                <a:cubicBezTo>
                  <a:pt x="4573" y="117"/>
                  <a:pt x="4585" y="117"/>
                  <a:pt x="4585" y="109"/>
                </a:cubicBezTo>
                <a:cubicBezTo>
                  <a:pt x="4583" y="108"/>
                  <a:pt x="4580" y="107"/>
                  <a:pt x="4578" y="106"/>
                </a:cubicBezTo>
                <a:close/>
                <a:moveTo>
                  <a:pt x="2292" y="106"/>
                </a:moveTo>
                <a:cubicBezTo>
                  <a:pt x="2284" y="106"/>
                  <a:pt x="2275" y="112"/>
                  <a:pt x="2274" y="120"/>
                </a:cubicBezTo>
                <a:cubicBezTo>
                  <a:pt x="2286" y="113"/>
                  <a:pt x="2295" y="119"/>
                  <a:pt x="2308" y="120"/>
                </a:cubicBezTo>
                <a:cubicBezTo>
                  <a:pt x="2309" y="110"/>
                  <a:pt x="2301" y="105"/>
                  <a:pt x="2292" y="106"/>
                </a:cubicBezTo>
                <a:close/>
                <a:moveTo>
                  <a:pt x="2941" y="103"/>
                </a:moveTo>
                <a:cubicBezTo>
                  <a:pt x="2939" y="103"/>
                  <a:pt x="2938" y="103"/>
                  <a:pt x="2937" y="103"/>
                </a:cubicBezTo>
                <a:lnTo>
                  <a:pt x="2937" y="103"/>
                </a:lnTo>
                <a:lnTo>
                  <a:pt x="2937" y="103"/>
                </a:lnTo>
                <a:cubicBezTo>
                  <a:pt x="2918" y="107"/>
                  <a:pt x="2889" y="109"/>
                  <a:pt x="2901" y="131"/>
                </a:cubicBezTo>
                <a:cubicBezTo>
                  <a:pt x="2914" y="129"/>
                  <a:pt x="2922" y="120"/>
                  <a:pt x="2935" y="127"/>
                </a:cubicBezTo>
                <a:lnTo>
                  <a:pt x="2932" y="124"/>
                </a:lnTo>
                <a:cubicBezTo>
                  <a:pt x="2931" y="116"/>
                  <a:pt x="2931" y="108"/>
                  <a:pt x="2935" y="105"/>
                </a:cubicBezTo>
                <a:lnTo>
                  <a:pt x="2937" y="103"/>
                </a:lnTo>
                <a:lnTo>
                  <a:pt x="2941" y="103"/>
                </a:lnTo>
                <a:close/>
                <a:moveTo>
                  <a:pt x="555" y="102"/>
                </a:moveTo>
                <a:cubicBezTo>
                  <a:pt x="547" y="103"/>
                  <a:pt x="552" y="117"/>
                  <a:pt x="545" y="119"/>
                </a:cubicBezTo>
                <a:lnTo>
                  <a:pt x="545" y="119"/>
                </a:lnTo>
                <a:lnTo>
                  <a:pt x="544" y="118"/>
                </a:lnTo>
                <a:lnTo>
                  <a:pt x="544" y="119"/>
                </a:lnTo>
                <a:lnTo>
                  <a:pt x="545" y="119"/>
                </a:lnTo>
                <a:lnTo>
                  <a:pt x="546" y="120"/>
                </a:lnTo>
                <a:cubicBezTo>
                  <a:pt x="554" y="125"/>
                  <a:pt x="555" y="109"/>
                  <a:pt x="557" y="102"/>
                </a:cubicBezTo>
                <a:cubicBezTo>
                  <a:pt x="556" y="102"/>
                  <a:pt x="556" y="102"/>
                  <a:pt x="555" y="102"/>
                </a:cubicBezTo>
                <a:close/>
                <a:moveTo>
                  <a:pt x="2177" y="100"/>
                </a:moveTo>
                <a:lnTo>
                  <a:pt x="2177" y="100"/>
                </a:lnTo>
                <a:lnTo>
                  <a:pt x="2177" y="100"/>
                </a:lnTo>
                <a:lnTo>
                  <a:pt x="2177" y="101"/>
                </a:lnTo>
                <a:cubicBezTo>
                  <a:pt x="2175" y="104"/>
                  <a:pt x="2170" y="103"/>
                  <a:pt x="2170" y="107"/>
                </a:cubicBezTo>
                <a:cubicBezTo>
                  <a:pt x="2174" y="115"/>
                  <a:pt x="2185" y="104"/>
                  <a:pt x="2178" y="101"/>
                </a:cubicBezTo>
                <a:lnTo>
                  <a:pt x="2177" y="100"/>
                </a:lnTo>
                <a:lnTo>
                  <a:pt x="2177" y="100"/>
                </a:lnTo>
                <a:close/>
                <a:moveTo>
                  <a:pt x="4484" y="99"/>
                </a:moveTo>
                <a:cubicBezTo>
                  <a:pt x="4482" y="109"/>
                  <a:pt x="4491" y="106"/>
                  <a:pt x="4491" y="113"/>
                </a:cubicBezTo>
                <a:lnTo>
                  <a:pt x="4492" y="112"/>
                </a:lnTo>
                <a:cubicBezTo>
                  <a:pt x="4500" y="111"/>
                  <a:pt x="4503" y="105"/>
                  <a:pt x="4508" y="102"/>
                </a:cubicBezTo>
                <a:cubicBezTo>
                  <a:pt x="4498" y="97"/>
                  <a:pt x="4497" y="102"/>
                  <a:pt x="4484" y="99"/>
                </a:cubicBezTo>
                <a:close/>
                <a:moveTo>
                  <a:pt x="3059" y="96"/>
                </a:moveTo>
                <a:cubicBezTo>
                  <a:pt x="3064" y="111"/>
                  <a:pt x="3043" y="101"/>
                  <a:pt x="3047" y="115"/>
                </a:cubicBezTo>
                <a:cubicBezTo>
                  <a:pt x="3061" y="115"/>
                  <a:pt x="3063" y="109"/>
                  <a:pt x="3074" y="114"/>
                </a:cubicBezTo>
                <a:cubicBezTo>
                  <a:pt x="3069" y="103"/>
                  <a:pt x="3085" y="111"/>
                  <a:pt x="3080" y="100"/>
                </a:cubicBezTo>
                <a:cubicBezTo>
                  <a:pt x="3073" y="102"/>
                  <a:pt x="3066" y="101"/>
                  <a:pt x="3059" y="97"/>
                </a:cubicBezTo>
                <a:lnTo>
                  <a:pt x="3059" y="96"/>
                </a:lnTo>
                <a:close/>
                <a:moveTo>
                  <a:pt x="4465" y="95"/>
                </a:moveTo>
                <a:cubicBezTo>
                  <a:pt x="4463" y="96"/>
                  <a:pt x="4462" y="96"/>
                  <a:pt x="4460" y="96"/>
                </a:cubicBezTo>
                <a:cubicBezTo>
                  <a:pt x="4462" y="104"/>
                  <a:pt x="4455" y="104"/>
                  <a:pt x="4458" y="113"/>
                </a:cubicBezTo>
                <a:lnTo>
                  <a:pt x="4458" y="113"/>
                </a:lnTo>
                <a:cubicBezTo>
                  <a:pt x="4469" y="118"/>
                  <a:pt x="4477" y="112"/>
                  <a:pt x="4477" y="99"/>
                </a:cubicBezTo>
                <a:cubicBezTo>
                  <a:pt x="4474" y="96"/>
                  <a:pt x="4469" y="95"/>
                  <a:pt x="4465" y="95"/>
                </a:cubicBezTo>
                <a:close/>
                <a:moveTo>
                  <a:pt x="2765" y="95"/>
                </a:moveTo>
                <a:cubicBezTo>
                  <a:pt x="2756" y="95"/>
                  <a:pt x="2752" y="101"/>
                  <a:pt x="2749" y="107"/>
                </a:cubicBezTo>
                <a:lnTo>
                  <a:pt x="2747" y="110"/>
                </a:lnTo>
                <a:lnTo>
                  <a:pt x="2747" y="110"/>
                </a:lnTo>
                <a:cubicBezTo>
                  <a:pt x="2746" y="110"/>
                  <a:pt x="2745" y="110"/>
                  <a:pt x="2744" y="111"/>
                </a:cubicBezTo>
                <a:lnTo>
                  <a:pt x="2746" y="113"/>
                </a:lnTo>
                <a:lnTo>
                  <a:pt x="2747" y="110"/>
                </a:lnTo>
                <a:lnTo>
                  <a:pt x="2748" y="109"/>
                </a:lnTo>
                <a:cubicBezTo>
                  <a:pt x="2756" y="107"/>
                  <a:pt x="2753" y="111"/>
                  <a:pt x="2752" y="123"/>
                </a:cubicBezTo>
                <a:cubicBezTo>
                  <a:pt x="2769" y="125"/>
                  <a:pt x="2761" y="104"/>
                  <a:pt x="2765" y="95"/>
                </a:cubicBezTo>
                <a:close/>
                <a:moveTo>
                  <a:pt x="2626" y="95"/>
                </a:moveTo>
                <a:cubicBezTo>
                  <a:pt x="2615" y="109"/>
                  <a:pt x="2638" y="102"/>
                  <a:pt x="2626" y="95"/>
                </a:cubicBezTo>
                <a:close/>
                <a:moveTo>
                  <a:pt x="3090" y="92"/>
                </a:moveTo>
                <a:cubicBezTo>
                  <a:pt x="3085" y="96"/>
                  <a:pt x="3088" y="108"/>
                  <a:pt x="3086" y="114"/>
                </a:cubicBezTo>
                <a:lnTo>
                  <a:pt x="3084" y="116"/>
                </a:lnTo>
                <a:lnTo>
                  <a:pt x="3082" y="116"/>
                </a:lnTo>
                <a:lnTo>
                  <a:pt x="3084" y="116"/>
                </a:lnTo>
                <a:lnTo>
                  <a:pt x="3084" y="116"/>
                </a:lnTo>
                <a:lnTo>
                  <a:pt x="3087" y="116"/>
                </a:lnTo>
                <a:cubicBezTo>
                  <a:pt x="3109" y="117"/>
                  <a:pt x="3119" y="142"/>
                  <a:pt x="3135" y="140"/>
                </a:cubicBezTo>
                <a:cubicBezTo>
                  <a:pt x="3137" y="125"/>
                  <a:pt x="3118" y="133"/>
                  <a:pt x="3118" y="119"/>
                </a:cubicBezTo>
                <a:cubicBezTo>
                  <a:pt x="3123" y="114"/>
                  <a:pt x="3133" y="111"/>
                  <a:pt x="3138" y="105"/>
                </a:cubicBezTo>
                <a:cubicBezTo>
                  <a:pt x="3127" y="101"/>
                  <a:pt x="3119" y="109"/>
                  <a:pt x="3117" y="92"/>
                </a:cubicBezTo>
                <a:cubicBezTo>
                  <a:pt x="3108" y="95"/>
                  <a:pt x="3099" y="95"/>
                  <a:pt x="3090" y="92"/>
                </a:cubicBezTo>
                <a:close/>
                <a:moveTo>
                  <a:pt x="402" y="87"/>
                </a:moveTo>
                <a:cubicBezTo>
                  <a:pt x="395" y="87"/>
                  <a:pt x="386" y="88"/>
                  <a:pt x="394" y="91"/>
                </a:cubicBezTo>
                <a:lnTo>
                  <a:pt x="393" y="91"/>
                </a:lnTo>
                <a:cubicBezTo>
                  <a:pt x="397" y="91"/>
                  <a:pt x="417" y="91"/>
                  <a:pt x="407" y="88"/>
                </a:cubicBezTo>
                <a:cubicBezTo>
                  <a:pt x="406" y="88"/>
                  <a:pt x="404" y="87"/>
                  <a:pt x="402" y="87"/>
                </a:cubicBezTo>
                <a:close/>
                <a:moveTo>
                  <a:pt x="3169" y="87"/>
                </a:moveTo>
                <a:cubicBezTo>
                  <a:pt x="3157" y="87"/>
                  <a:pt x="3148" y="96"/>
                  <a:pt x="3147" y="107"/>
                </a:cubicBezTo>
                <a:cubicBezTo>
                  <a:pt x="3164" y="107"/>
                  <a:pt x="3179" y="107"/>
                  <a:pt x="3177" y="89"/>
                </a:cubicBezTo>
                <a:lnTo>
                  <a:pt x="3176" y="89"/>
                </a:lnTo>
                <a:cubicBezTo>
                  <a:pt x="3174" y="88"/>
                  <a:pt x="3171" y="87"/>
                  <a:pt x="3169" y="87"/>
                </a:cubicBezTo>
                <a:close/>
                <a:moveTo>
                  <a:pt x="4264" y="85"/>
                </a:moveTo>
                <a:cubicBezTo>
                  <a:pt x="4263" y="85"/>
                  <a:pt x="4263" y="85"/>
                  <a:pt x="4262" y="85"/>
                </a:cubicBezTo>
                <a:cubicBezTo>
                  <a:pt x="4262" y="89"/>
                  <a:pt x="4262" y="92"/>
                  <a:pt x="4262" y="95"/>
                </a:cubicBezTo>
                <a:lnTo>
                  <a:pt x="4272" y="95"/>
                </a:lnTo>
                <a:cubicBezTo>
                  <a:pt x="4272" y="93"/>
                  <a:pt x="4272" y="91"/>
                  <a:pt x="4272" y="89"/>
                </a:cubicBezTo>
                <a:lnTo>
                  <a:pt x="4273" y="89"/>
                </a:lnTo>
                <a:cubicBezTo>
                  <a:pt x="4269" y="89"/>
                  <a:pt x="4268" y="85"/>
                  <a:pt x="4264" y="85"/>
                </a:cubicBezTo>
                <a:close/>
                <a:moveTo>
                  <a:pt x="7041" y="84"/>
                </a:moveTo>
                <a:cubicBezTo>
                  <a:pt x="7041" y="87"/>
                  <a:pt x="7041" y="89"/>
                  <a:pt x="7041" y="91"/>
                </a:cubicBezTo>
                <a:lnTo>
                  <a:pt x="7050" y="91"/>
                </a:lnTo>
                <a:cubicBezTo>
                  <a:pt x="7050" y="89"/>
                  <a:pt x="7050" y="87"/>
                  <a:pt x="7050" y="84"/>
                </a:cubicBezTo>
                <a:lnTo>
                  <a:pt x="7041" y="84"/>
                </a:lnTo>
                <a:close/>
                <a:moveTo>
                  <a:pt x="2879" y="84"/>
                </a:moveTo>
                <a:cubicBezTo>
                  <a:pt x="2878" y="84"/>
                  <a:pt x="2877" y="84"/>
                  <a:pt x="2875" y="84"/>
                </a:cubicBezTo>
                <a:cubicBezTo>
                  <a:pt x="2873" y="94"/>
                  <a:pt x="2880" y="93"/>
                  <a:pt x="2879" y="101"/>
                </a:cubicBezTo>
                <a:cubicBezTo>
                  <a:pt x="2867" y="100"/>
                  <a:pt x="2871" y="115"/>
                  <a:pt x="2856" y="112"/>
                </a:cubicBezTo>
                <a:cubicBezTo>
                  <a:pt x="2840" y="92"/>
                  <a:pt x="2808" y="89"/>
                  <a:pt x="2778" y="84"/>
                </a:cubicBezTo>
                <a:cubicBezTo>
                  <a:pt x="2764" y="100"/>
                  <a:pt x="2788" y="113"/>
                  <a:pt x="2779" y="125"/>
                </a:cubicBezTo>
                <a:cubicBezTo>
                  <a:pt x="2801" y="125"/>
                  <a:pt x="2783" y="106"/>
                  <a:pt x="2795" y="101"/>
                </a:cubicBezTo>
                <a:lnTo>
                  <a:pt x="2794" y="99"/>
                </a:lnTo>
                <a:cubicBezTo>
                  <a:pt x="2802" y="105"/>
                  <a:pt x="2822" y="92"/>
                  <a:pt x="2826" y="106"/>
                </a:cubicBezTo>
                <a:cubicBezTo>
                  <a:pt x="2830" y="119"/>
                  <a:pt x="2814" y="119"/>
                  <a:pt x="2823" y="127"/>
                </a:cubicBezTo>
                <a:cubicBezTo>
                  <a:pt x="2846" y="127"/>
                  <a:pt x="2869" y="121"/>
                  <a:pt x="2890" y="121"/>
                </a:cubicBezTo>
                <a:cubicBezTo>
                  <a:pt x="2884" y="105"/>
                  <a:pt x="2891" y="106"/>
                  <a:pt x="2892" y="91"/>
                </a:cubicBezTo>
                <a:cubicBezTo>
                  <a:pt x="2887" y="90"/>
                  <a:pt x="2886" y="83"/>
                  <a:pt x="2879" y="84"/>
                </a:cubicBezTo>
                <a:close/>
                <a:moveTo>
                  <a:pt x="4657" y="80"/>
                </a:moveTo>
                <a:cubicBezTo>
                  <a:pt x="4641" y="82"/>
                  <a:pt x="4637" y="102"/>
                  <a:pt x="4648" y="107"/>
                </a:cubicBezTo>
                <a:lnTo>
                  <a:pt x="4649" y="106"/>
                </a:lnTo>
                <a:cubicBezTo>
                  <a:pt x="4651" y="96"/>
                  <a:pt x="4663" y="95"/>
                  <a:pt x="4657" y="80"/>
                </a:cubicBezTo>
                <a:close/>
                <a:moveTo>
                  <a:pt x="3713" y="77"/>
                </a:moveTo>
                <a:cubicBezTo>
                  <a:pt x="3713" y="81"/>
                  <a:pt x="3708" y="82"/>
                  <a:pt x="3707" y="87"/>
                </a:cubicBezTo>
                <a:cubicBezTo>
                  <a:pt x="3711" y="87"/>
                  <a:pt x="3714" y="88"/>
                  <a:pt x="3717" y="90"/>
                </a:cubicBezTo>
                <a:lnTo>
                  <a:pt x="3720" y="91"/>
                </a:lnTo>
                <a:cubicBezTo>
                  <a:pt x="3719" y="86"/>
                  <a:pt x="3720" y="78"/>
                  <a:pt x="3713" y="77"/>
                </a:cubicBezTo>
                <a:close/>
                <a:moveTo>
                  <a:pt x="2848" y="75"/>
                </a:moveTo>
                <a:cubicBezTo>
                  <a:pt x="2840" y="75"/>
                  <a:pt x="2837" y="80"/>
                  <a:pt x="2839" y="89"/>
                </a:cubicBezTo>
                <a:cubicBezTo>
                  <a:pt x="2844" y="94"/>
                  <a:pt x="2851" y="94"/>
                  <a:pt x="2856" y="89"/>
                </a:cubicBezTo>
                <a:lnTo>
                  <a:pt x="2854" y="87"/>
                </a:lnTo>
                <a:cubicBezTo>
                  <a:pt x="2854" y="80"/>
                  <a:pt x="2850" y="79"/>
                  <a:pt x="2852" y="75"/>
                </a:cubicBezTo>
                <a:cubicBezTo>
                  <a:pt x="2851" y="75"/>
                  <a:pt x="2849" y="75"/>
                  <a:pt x="2848" y="75"/>
                </a:cubicBezTo>
                <a:close/>
                <a:moveTo>
                  <a:pt x="2181" y="71"/>
                </a:moveTo>
                <a:cubicBezTo>
                  <a:pt x="2177" y="71"/>
                  <a:pt x="2174" y="73"/>
                  <a:pt x="2173" y="76"/>
                </a:cubicBezTo>
                <a:cubicBezTo>
                  <a:pt x="2170" y="81"/>
                  <a:pt x="2172" y="87"/>
                  <a:pt x="2177" y="90"/>
                </a:cubicBezTo>
                <a:cubicBezTo>
                  <a:pt x="2187" y="91"/>
                  <a:pt x="2186" y="82"/>
                  <a:pt x="2186" y="73"/>
                </a:cubicBezTo>
                <a:lnTo>
                  <a:pt x="2186" y="72"/>
                </a:lnTo>
                <a:cubicBezTo>
                  <a:pt x="2184" y="71"/>
                  <a:pt x="2182" y="71"/>
                  <a:pt x="2181" y="71"/>
                </a:cubicBezTo>
                <a:close/>
                <a:moveTo>
                  <a:pt x="2939" y="69"/>
                </a:moveTo>
                <a:cubicBezTo>
                  <a:pt x="2929" y="71"/>
                  <a:pt x="2913" y="69"/>
                  <a:pt x="2908" y="77"/>
                </a:cubicBezTo>
                <a:lnTo>
                  <a:pt x="2907" y="78"/>
                </a:lnTo>
                <a:lnTo>
                  <a:pt x="2904" y="78"/>
                </a:lnTo>
                <a:lnTo>
                  <a:pt x="2906" y="80"/>
                </a:lnTo>
                <a:cubicBezTo>
                  <a:pt x="2906" y="80"/>
                  <a:pt x="2907" y="79"/>
                  <a:pt x="2907" y="78"/>
                </a:cubicBezTo>
                <a:lnTo>
                  <a:pt x="2907" y="78"/>
                </a:lnTo>
                <a:lnTo>
                  <a:pt x="2909" y="78"/>
                </a:lnTo>
                <a:cubicBezTo>
                  <a:pt x="2921" y="78"/>
                  <a:pt x="2937" y="80"/>
                  <a:pt x="2939" y="69"/>
                </a:cubicBezTo>
                <a:close/>
                <a:moveTo>
                  <a:pt x="3760" y="68"/>
                </a:moveTo>
                <a:cubicBezTo>
                  <a:pt x="3744" y="69"/>
                  <a:pt x="3728" y="83"/>
                  <a:pt x="3738" y="95"/>
                </a:cubicBezTo>
                <a:cubicBezTo>
                  <a:pt x="3752" y="93"/>
                  <a:pt x="3765" y="85"/>
                  <a:pt x="3774" y="74"/>
                </a:cubicBezTo>
                <a:lnTo>
                  <a:pt x="3776" y="75"/>
                </a:lnTo>
                <a:cubicBezTo>
                  <a:pt x="3773" y="71"/>
                  <a:pt x="3768" y="69"/>
                  <a:pt x="3763" y="68"/>
                </a:cubicBezTo>
                <a:cubicBezTo>
                  <a:pt x="3762" y="68"/>
                  <a:pt x="3761" y="68"/>
                  <a:pt x="3760" y="68"/>
                </a:cubicBezTo>
                <a:close/>
                <a:moveTo>
                  <a:pt x="2350" y="67"/>
                </a:moveTo>
                <a:cubicBezTo>
                  <a:pt x="2350" y="68"/>
                  <a:pt x="2350" y="70"/>
                  <a:pt x="2350" y="72"/>
                </a:cubicBezTo>
                <a:cubicBezTo>
                  <a:pt x="2351" y="75"/>
                  <a:pt x="2355" y="77"/>
                  <a:pt x="2359" y="76"/>
                </a:cubicBezTo>
                <a:cubicBezTo>
                  <a:pt x="2363" y="75"/>
                  <a:pt x="2365" y="71"/>
                  <a:pt x="2364" y="67"/>
                </a:cubicBezTo>
                <a:lnTo>
                  <a:pt x="2350" y="67"/>
                </a:lnTo>
                <a:lnTo>
                  <a:pt x="2350" y="67"/>
                </a:lnTo>
                <a:close/>
                <a:moveTo>
                  <a:pt x="2301" y="66"/>
                </a:moveTo>
                <a:cubicBezTo>
                  <a:pt x="2295" y="65"/>
                  <a:pt x="2289" y="70"/>
                  <a:pt x="2280" y="69"/>
                </a:cubicBezTo>
                <a:cubicBezTo>
                  <a:pt x="2281" y="86"/>
                  <a:pt x="2293" y="75"/>
                  <a:pt x="2297" y="69"/>
                </a:cubicBezTo>
                <a:cubicBezTo>
                  <a:pt x="2301" y="69"/>
                  <a:pt x="2305" y="75"/>
                  <a:pt x="2307" y="69"/>
                </a:cubicBezTo>
                <a:lnTo>
                  <a:pt x="2307" y="68"/>
                </a:lnTo>
                <a:cubicBezTo>
                  <a:pt x="2305" y="66"/>
                  <a:pt x="2303" y="66"/>
                  <a:pt x="2301" y="66"/>
                </a:cubicBezTo>
                <a:close/>
                <a:moveTo>
                  <a:pt x="3179" y="65"/>
                </a:moveTo>
                <a:cubicBezTo>
                  <a:pt x="3173" y="65"/>
                  <a:pt x="3169" y="68"/>
                  <a:pt x="3166" y="73"/>
                </a:cubicBezTo>
                <a:cubicBezTo>
                  <a:pt x="3173" y="73"/>
                  <a:pt x="3179" y="71"/>
                  <a:pt x="3179" y="65"/>
                </a:cubicBezTo>
                <a:lnTo>
                  <a:pt x="3179" y="65"/>
                </a:lnTo>
                <a:close/>
                <a:moveTo>
                  <a:pt x="2203" y="61"/>
                </a:moveTo>
                <a:lnTo>
                  <a:pt x="2202" y="63"/>
                </a:lnTo>
                <a:lnTo>
                  <a:pt x="2202" y="63"/>
                </a:lnTo>
                <a:lnTo>
                  <a:pt x="2200" y="69"/>
                </a:lnTo>
                <a:cubicBezTo>
                  <a:pt x="2197" y="77"/>
                  <a:pt x="2197" y="85"/>
                  <a:pt x="2199" y="93"/>
                </a:cubicBezTo>
                <a:cubicBezTo>
                  <a:pt x="2212" y="86"/>
                  <a:pt x="2209" y="77"/>
                  <a:pt x="2212" y="65"/>
                </a:cubicBezTo>
                <a:cubicBezTo>
                  <a:pt x="2209" y="66"/>
                  <a:pt x="2206" y="65"/>
                  <a:pt x="2204" y="64"/>
                </a:cubicBezTo>
                <a:lnTo>
                  <a:pt x="2202" y="63"/>
                </a:lnTo>
                <a:lnTo>
                  <a:pt x="2203" y="61"/>
                </a:lnTo>
                <a:close/>
                <a:moveTo>
                  <a:pt x="2725" y="60"/>
                </a:moveTo>
                <a:cubicBezTo>
                  <a:pt x="2715" y="66"/>
                  <a:pt x="2706" y="56"/>
                  <a:pt x="2705" y="68"/>
                </a:cubicBezTo>
                <a:lnTo>
                  <a:pt x="2705" y="68"/>
                </a:lnTo>
                <a:lnTo>
                  <a:pt x="2702" y="68"/>
                </a:lnTo>
                <a:lnTo>
                  <a:pt x="2704" y="70"/>
                </a:lnTo>
                <a:lnTo>
                  <a:pt x="2705" y="68"/>
                </a:lnTo>
                <a:lnTo>
                  <a:pt x="2709" y="67"/>
                </a:lnTo>
                <a:cubicBezTo>
                  <a:pt x="2716" y="66"/>
                  <a:pt x="2723" y="66"/>
                  <a:pt x="2725" y="60"/>
                </a:cubicBezTo>
                <a:close/>
                <a:moveTo>
                  <a:pt x="3061" y="59"/>
                </a:moveTo>
                <a:cubicBezTo>
                  <a:pt x="3053" y="58"/>
                  <a:pt x="3051" y="63"/>
                  <a:pt x="3049" y="67"/>
                </a:cubicBezTo>
                <a:cubicBezTo>
                  <a:pt x="3052" y="80"/>
                  <a:pt x="3065" y="82"/>
                  <a:pt x="3049" y="90"/>
                </a:cubicBezTo>
                <a:cubicBezTo>
                  <a:pt x="3054" y="93"/>
                  <a:pt x="3061" y="93"/>
                  <a:pt x="3066" y="90"/>
                </a:cubicBezTo>
                <a:cubicBezTo>
                  <a:pt x="3060" y="79"/>
                  <a:pt x="3067" y="75"/>
                  <a:pt x="3065" y="60"/>
                </a:cubicBezTo>
                <a:lnTo>
                  <a:pt x="3064" y="59"/>
                </a:lnTo>
                <a:cubicBezTo>
                  <a:pt x="3063" y="59"/>
                  <a:pt x="3062" y="59"/>
                  <a:pt x="3061" y="59"/>
                </a:cubicBezTo>
                <a:close/>
                <a:moveTo>
                  <a:pt x="7048" y="54"/>
                </a:moveTo>
                <a:cubicBezTo>
                  <a:pt x="7048" y="54"/>
                  <a:pt x="7047" y="54"/>
                  <a:pt x="7047" y="54"/>
                </a:cubicBezTo>
                <a:lnTo>
                  <a:pt x="7045" y="54"/>
                </a:lnTo>
                <a:cubicBezTo>
                  <a:pt x="7043" y="56"/>
                  <a:pt x="7036" y="74"/>
                  <a:pt x="7050" y="71"/>
                </a:cubicBezTo>
                <a:cubicBezTo>
                  <a:pt x="7057" y="70"/>
                  <a:pt x="7054" y="55"/>
                  <a:pt x="7048" y="54"/>
                </a:cubicBezTo>
                <a:close/>
                <a:moveTo>
                  <a:pt x="4637" y="53"/>
                </a:moveTo>
                <a:lnTo>
                  <a:pt x="4636" y="54"/>
                </a:lnTo>
                <a:lnTo>
                  <a:pt x="4637" y="53"/>
                </a:lnTo>
                <a:lnTo>
                  <a:pt x="4637" y="59"/>
                </a:lnTo>
                <a:cubicBezTo>
                  <a:pt x="4636" y="62"/>
                  <a:pt x="4636" y="64"/>
                  <a:pt x="4636" y="67"/>
                </a:cubicBezTo>
                <a:cubicBezTo>
                  <a:pt x="4638" y="68"/>
                  <a:pt x="4639" y="68"/>
                  <a:pt x="4641" y="67"/>
                </a:cubicBezTo>
                <a:cubicBezTo>
                  <a:pt x="4645" y="66"/>
                  <a:pt x="4647" y="61"/>
                  <a:pt x="4645" y="58"/>
                </a:cubicBezTo>
                <a:cubicBezTo>
                  <a:pt x="4644" y="55"/>
                  <a:pt x="4641" y="53"/>
                  <a:pt x="4639" y="53"/>
                </a:cubicBezTo>
                <a:lnTo>
                  <a:pt x="4637" y="53"/>
                </a:lnTo>
                <a:lnTo>
                  <a:pt x="4637" y="53"/>
                </a:lnTo>
                <a:close/>
                <a:moveTo>
                  <a:pt x="2782" y="52"/>
                </a:moveTo>
                <a:cubicBezTo>
                  <a:pt x="2779" y="58"/>
                  <a:pt x="2776" y="64"/>
                  <a:pt x="2774" y="71"/>
                </a:cubicBezTo>
                <a:cubicBezTo>
                  <a:pt x="2793" y="75"/>
                  <a:pt x="2826" y="75"/>
                  <a:pt x="2834" y="65"/>
                </a:cubicBezTo>
                <a:cubicBezTo>
                  <a:pt x="2816" y="66"/>
                  <a:pt x="2809" y="54"/>
                  <a:pt x="2784" y="54"/>
                </a:cubicBezTo>
                <a:lnTo>
                  <a:pt x="2782" y="52"/>
                </a:lnTo>
                <a:close/>
                <a:moveTo>
                  <a:pt x="4526" y="51"/>
                </a:moveTo>
                <a:cubicBezTo>
                  <a:pt x="4526" y="54"/>
                  <a:pt x="4526" y="57"/>
                  <a:pt x="4526" y="61"/>
                </a:cubicBezTo>
                <a:lnTo>
                  <a:pt x="4537" y="61"/>
                </a:lnTo>
                <a:cubicBezTo>
                  <a:pt x="4537" y="57"/>
                  <a:pt x="4537" y="54"/>
                  <a:pt x="4537" y="51"/>
                </a:cubicBezTo>
                <a:lnTo>
                  <a:pt x="4526" y="51"/>
                </a:lnTo>
                <a:close/>
                <a:moveTo>
                  <a:pt x="2683" y="46"/>
                </a:moveTo>
                <a:lnTo>
                  <a:pt x="2688" y="48"/>
                </a:lnTo>
                <a:lnTo>
                  <a:pt x="2688" y="48"/>
                </a:lnTo>
                <a:lnTo>
                  <a:pt x="2689" y="49"/>
                </a:lnTo>
                <a:cubicBezTo>
                  <a:pt x="2693" y="50"/>
                  <a:pt x="2696" y="51"/>
                  <a:pt x="2689" y="48"/>
                </a:cubicBezTo>
                <a:lnTo>
                  <a:pt x="2688" y="48"/>
                </a:lnTo>
                <a:lnTo>
                  <a:pt x="2686" y="48"/>
                </a:lnTo>
                <a:cubicBezTo>
                  <a:pt x="2685" y="47"/>
                  <a:pt x="2683" y="47"/>
                  <a:pt x="2683" y="46"/>
                </a:cubicBezTo>
                <a:close/>
                <a:moveTo>
                  <a:pt x="3128" y="44"/>
                </a:moveTo>
                <a:cubicBezTo>
                  <a:pt x="3122" y="43"/>
                  <a:pt x="3116" y="45"/>
                  <a:pt x="3116" y="51"/>
                </a:cubicBezTo>
                <a:cubicBezTo>
                  <a:pt x="3132" y="59"/>
                  <a:pt x="3120" y="70"/>
                  <a:pt x="3107" y="72"/>
                </a:cubicBezTo>
                <a:cubicBezTo>
                  <a:pt x="3115" y="74"/>
                  <a:pt x="3123" y="74"/>
                  <a:pt x="3130" y="72"/>
                </a:cubicBezTo>
                <a:lnTo>
                  <a:pt x="3132" y="74"/>
                </a:lnTo>
                <a:cubicBezTo>
                  <a:pt x="3125" y="61"/>
                  <a:pt x="3133" y="59"/>
                  <a:pt x="3137" y="47"/>
                </a:cubicBezTo>
                <a:cubicBezTo>
                  <a:pt x="3135" y="45"/>
                  <a:pt x="3132" y="44"/>
                  <a:pt x="3128" y="44"/>
                </a:cubicBezTo>
                <a:close/>
                <a:moveTo>
                  <a:pt x="2762" y="40"/>
                </a:moveTo>
                <a:cubicBezTo>
                  <a:pt x="2762" y="40"/>
                  <a:pt x="2761" y="40"/>
                  <a:pt x="2760" y="41"/>
                </a:cubicBezTo>
                <a:cubicBezTo>
                  <a:pt x="2757" y="46"/>
                  <a:pt x="2752" y="49"/>
                  <a:pt x="2753" y="58"/>
                </a:cubicBezTo>
                <a:lnTo>
                  <a:pt x="2753" y="59"/>
                </a:lnTo>
                <a:lnTo>
                  <a:pt x="2753" y="60"/>
                </a:lnTo>
                <a:lnTo>
                  <a:pt x="2754" y="62"/>
                </a:lnTo>
                <a:lnTo>
                  <a:pt x="2753" y="59"/>
                </a:lnTo>
                <a:lnTo>
                  <a:pt x="2756" y="59"/>
                </a:lnTo>
                <a:cubicBezTo>
                  <a:pt x="2765" y="57"/>
                  <a:pt x="2772" y="51"/>
                  <a:pt x="2777" y="44"/>
                </a:cubicBezTo>
                <a:cubicBezTo>
                  <a:pt x="2768" y="46"/>
                  <a:pt x="2768" y="41"/>
                  <a:pt x="2762" y="40"/>
                </a:cubicBezTo>
                <a:close/>
                <a:moveTo>
                  <a:pt x="3712" y="39"/>
                </a:moveTo>
                <a:lnTo>
                  <a:pt x="3715" y="40"/>
                </a:lnTo>
                <a:cubicBezTo>
                  <a:pt x="3714" y="45"/>
                  <a:pt x="3709" y="46"/>
                  <a:pt x="3706" y="49"/>
                </a:cubicBezTo>
                <a:cubicBezTo>
                  <a:pt x="3723" y="42"/>
                  <a:pt x="3711" y="67"/>
                  <a:pt x="3723" y="65"/>
                </a:cubicBezTo>
                <a:cubicBezTo>
                  <a:pt x="3731" y="56"/>
                  <a:pt x="3751" y="58"/>
                  <a:pt x="3756" y="45"/>
                </a:cubicBezTo>
                <a:cubicBezTo>
                  <a:pt x="3742" y="41"/>
                  <a:pt x="3727" y="39"/>
                  <a:pt x="3712" y="39"/>
                </a:cubicBezTo>
                <a:close/>
                <a:moveTo>
                  <a:pt x="4569" y="39"/>
                </a:moveTo>
                <a:cubicBezTo>
                  <a:pt x="4569" y="42"/>
                  <a:pt x="4568" y="46"/>
                  <a:pt x="4566" y="49"/>
                </a:cubicBezTo>
                <a:cubicBezTo>
                  <a:pt x="4573" y="50"/>
                  <a:pt x="4567" y="64"/>
                  <a:pt x="4573" y="66"/>
                </a:cubicBezTo>
                <a:cubicBezTo>
                  <a:pt x="4567" y="74"/>
                  <a:pt x="4577" y="79"/>
                  <a:pt x="4571" y="90"/>
                </a:cubicBezTo>
                <a:cubicBezTo>
                  <a:pt x="4569" y="106"/>
                  <a:pt x="4577" y="105"/>
                  <a:pt x="4574" y="90"/>
                </a:cubicBezTo>
                <a:cubicBezTo>
                  <a:pt x="4578" y="80"/>
                  <a:pt x="4582" y="73"/>
                  <a:pt x="4577" y="62"/>
                </a:cubicBezTo>
                <a:lnTo>
                  <a:pt x="4577" y="61"/>
                </a:lnTo>
                <a:cubicBezTo>
                  <a:pt x="4585" y="58"/>
                  <a:pt x="4595" y="56"/>
                  <a:pt x="4593" y="45"/>
                </a:cubicBezTo>
                <a:cubicBezTo>
                  <a:pt x="4585" y="41"/>
                  <a:pt x="4577" y="39"/>
                  <a:pt x="4569" y="39"/>
                </a:cubicBezTo>
                <a:close/>
                <a:moveTo>
                  <a:pt x="2289" y="38"/>
                </a:moveTo>
                <a:cubicBezTo>
                  <a:pt x="2286" y="44"/>
                  <a:pt x="2279" y="49"/>
                  <a:pt x="2287" y="56"/>
                </a:cubicBezTo>
                <a:cubicBezTo>
                  <a:pt x="2290" y="56"/>
                  <a:pt x="2294" y="55"/>
                  <a:pt x="2297" y="52"/>
                </a:cubicBezTo>
                <a:cubicBezTo>
                  <a:pt x="2297" y="47"/>
                  <a:pt x="2294" y="42"/>
                  <a:pt x="2290" y="39"/>
                </a:cubicBezTo>
                <a:lnTo>
                  <a:pt x="2289" y="38"/>
                </a:lnTo>
                <a:close/>
                <a:moveTo>
                  <a:pt x="2947" y="36"/>
                </a:moveTo>
                <a:cubicBezTo>
                  <a:pt x="2946" y="36"/>
                  <a:pt x="2946" y="36"/>
                  <a:pt x="2945" y="36"/>
                </a:cubicBezTo>
                <a:cubicBezTo>
                  <a:pt x="2943" y="50"/>
                  <a:pt x="2931" y="34"/>
                  <a:pt x="2925" y="44"/>
                </a:cubicBezTo>
                <a:lnTo>
                  <a:pt x="2925" y="57"/>
                </a:lnTo>
                <a:lnTo>
                  <a:pt x="2924" y="57"/>
                </a:lnTo>
                <a:lnTo>
                  <a:pt x="2925" y="57"/>
                </a:lnTo>
                <a:lnTo>
                  <a:pt x="2925" y="57"/>
                </a:lnTo>
                <a:lnTo>
                  <a:pt x="2926" y="57"/>
                </a:lnTo>
                <a:cubicBezTo>
                  <a:pt x="2934" y="56"/>
                  <a:pt x="2946" y="60"/>
                  <a:pt x="2949" y="53"/>
                </a:cubicBezTo>
                <a:cubicBezTo>
                  <a:pt x="2939" y="52"/>
                  <a:pt x="2952" y="37"/>
                  <a:pt x="2947" y="36"/>
                </a:cubicBezTo>
                <a:close/>
                <a:moveTo>
                  <a:pt x="405" y="35"/>
                </a:moveTo>
                <a:cubicBezTo>
                  <a:pt x="400" y="35"/>
                  <a:pt x="394" y="39"/>
                  <a:pt x="390" y="43"/>
                </a:cubicBezTo>
                <a:cubicBezTo>
                  <a:pt x="394" y="48"/>
                  <a:pt x="413" y="50"/>
                  <a:pt x="413" y="40"/>
                </a:cubicBezTo>
                <a:cubicBezTo>
                  <a:pt x="411" y="36"/>
                  <a:pt x="408" y="35"/>
                  <a:pt x="405" y="35"/>
                </a:cubicBezTo>
                <a:close/>
                <a:moveTo>
                  <a:pt x="2782" y="35"/>
                </a:moveTo>
                <a:cubicBezTo>
                  <a:pt x="2782" y="37"/>
                  <a:pt x="2782" y="40"/>
                  <a:pt x="2784" y="44"/>
                </a:cubicBezTo>
                <a:lnTo>
                  <a:pt x="2797" y="44"/>
                </a:lnTo>
                <a:cubicBezTo>
                  <a:pt x="2797" y="41"/>
                  <a:pt x="2797" y="39"/>
                  <a:pt x="2797" y="37"/>
                </a:cubicBezTo>
                <a:lnTo>
                  <a:pt x="2784" y="37"/>
                </a:lnTo>
                <a:lnTo>
                  <a:pt x="2782" y="35"/>
                </a:lnTo>
                <a:close/>
                <a:moveTo>
                  <a:pt x="2657" y="33"/>
                </a:moveTo>
                <a:cubicBezTo>
                  <a:pt x="2652" y="34"/>
                  <a:pt x="2649" y="37"/>
                  <a:pt x="2647" y="43"/>
                </a:cubicBezTo>
                <a:cubicBezTo>
                  <a:pt x="2653" y="48"/>
                  <a:pt x="2671" y="48"/>
                  <a:pt x="2668" y="36"/>
                </a:cubicBezTo>
                <a:cubicBezTo>
                  <a:pt x="2664" y="34"/>
                  <a:pt x="2660" y="33"/>
                  <a:pt x="2657" y="33"/>
                </a:cubicBezTo>
                <a:close/>
                <a:moveTo>
                  <a:pt x="605" y="33"/>
                </a:moveTo>
                <a:lnTo>
                  <a:pt x="604" y="34"/>
                </a:lnTo>
                <a:cubicBezTo>
                  <a:pt x="591" y="37"/>
                  <a:pt x="580" y="49"/>
                  <a:pt x="578" y="63"/>
                </a:cubicBezTo>
                <a:cubicBezTo>
                  <a:pt x="589" y="65"/>
                  <a:pt x="594" y="60"/>
                  <a:pt x="602" y="60"/>
                </a:cubicBezTo>
                <a:cubicBezTo>
                  <a:pt x="605" y="51"/>
                  <a:pt x="606" y="42"/>
                  <a:pt x="605" y="33"/>
                </a:cubicBezTo>
                <a:close/>
                <a:moveTo>
                  <a:pt x="4467" y="33"/>
                </a:moveTo>
                <a:cubicBezTo>
                  <a:pt x="4458" y="33"/>
                  <a:pt x="4457" y="43"/>
                  <a:pt x="4445" y="37"/>
                </a:cubicBezTo>
                <a:lnTo>
                  <a:pt x="4442" y="36"/>
                </a:lnTo>
                <a:lnTo>
                  <a:pt x="4442" y="36"/>
                </a:lnTo>
                <a:lnTo>
                  <a:pt x="4441" y="36"/>
                </a:lnTo>
                <a:lnTo>
                  <a:pt x="4442" y="36"/>
                </a:lnTo>
                <a:lnTo>
                  <a:pt x="4443" y="39"/>
                </a:lnTo>
                <a:cubicBezTo>
                  <a:pt x="4446" y="53"/>
                  <a:pt x="4470" y="51"/>
                  <a:pt x="4456" y="72"/>
                </a:cubicBezTo>
                <a:cubicBezTo>
                  <a:pt x="4466" y="73"/>
                  <a:pt x="4469" y="82"/>
                  <a:pt x="4473" y="88"/>
                </a:cubicBezTo>
                <a:cubicBezTo>
                  <a:pt x="4470" y="78"/>
                  <a:pt x="4482" y="59"/>
                  <a:pt x="4465" y="48"/>
                </a:cubicBezTo>
                <a:cubicBezTo>
                  <a:pt x="4470" y="45"/>
                  <a:pt x="4475" y="43"/>
                  <a:pt x="4475" y="34"/>
                </a:cubicBezTo>
                <a:cubicBezTo>
                  <a:pt x="4471" y="33"/>
                  <a:pt x="4469" y="32"/>
                  <a:pt x="4467" y="33"/>
                </a:cubicBezTo>
                <a:close/>
                <a:moveTo>
                  <a:pt x="2810" y="27"/>
                </a:moveTo>
                <a:cubicBezTo>
                  <a:pt x="2810" y="29"/>
                  <a:pt x="2810" y="32"/>
                  <a:pt x="2809" y="34"/>
                </a:cubicBezTo>
                <a:lnTo>
                  <a:pt x="2808" y="36"/>
                </a:lnTo>
                <a:lnTo>
                  <a:pt x="2808" y="36"/>
                </a:lnTo>
                <a:cubicBezTo>
                  <a:pt x="2807" y="35"/>
                  <a:pt x="2806" y="35"/>
                  <a:pt x="2805" y="34"/>
                </a:cubicBezTo>
                <a:lnTo>
                  <a:pt x="2807" y="37"/>
                </a:lnTo>
                <a:lnTo>
                  <a:pt x="2808" y="36"/>
                </a:lnTo>
                <a:lnTo>
                  <a:pt x="2809" y="37"/>
                </a:lnTo>
                <a:cubicBezTo>
                  <a:pt x="2812" y="38"/>
                  <a:pt x="2812" y="34"/>
                  <a:pt x="2820" y="37"/>
                </a:cubicBezTo>
                <a:cubicBezTo>
                  <a:pt x="2820" y="34"/>
                  <a:pt x="2822" y="30"/>
                  <a:pt x="2820" y="30"/>
                </a:cubicBezTo>
                <a:cubicBezTo>
                  <a:pt x="2818" y="30"/>
                  <a:pt x="2817" y="30"/>
                  <a:pt x="2817" y="27"/>
                </a:cubicBezTo>
                <a:lnTo>
                  <a:pt x="2810" y="27"/>
                </a:lnTo>
                <a:close/>
                <a:moveTo>
                  <a:pt x="2289" y="25"/>
                </a:moveTo>
                <a:cubicBezTo>
                  <a:pt x="2289" y="27"/>
                  <a:pt x="2289" y="30"/>
                  <a:pt x="2289" y="32"/>
                </a:cubicBezTo>
                <a:lnTo>
                  <a:pt x="2296" y="32"/>
                </a:lnTo>
                <a:lnTo>
                  <a:pt x="2295" y="31"/>
                </a:lnTo>
                <a:cubicBezTo>
                  <a:pt x="2295" y="29"/>
                  <a:pt x="2295" y="27"/>
                  <a:pt x="2295" y="25"/>
                </a:cubicBezTo>
                <a:lnTo>
                  <a:pt x="2289" y="25"/>
                </a:lnTo>
                <a:close/>
                <a:moveTo>
                  <a:pt x="4492" y="25"/>
                </a:moveTo>
                <a:lnTo>
                  <a:pt x="4492" y="42"/>
                </a:lnTo>
                <a:cubicBezTo>
                  <a:pt x="4501" y="38"/>
                  <a:pt x="4508" y="36"/>
                  <a:pt x="4506" y="51"/>
                </a:cubicBezTo>
                <a:lnTo>
                  <a:pt x="4506" y="50"/>
                </a:lnTo>
                <a:cubicBezTo>
                  <a:pt x="4516" y="48"/>
                  <a:pt x="4527" y="39"/>
                  <a:pt x="4534" y="35"/>
                </a:cubicBezTo>
                <a:lnTo>
                  <a:pt x="4536" y="34"/>
                </a:lnTo>
                <a:lnTo>
                  <a:pt x="4539" y="33"/>
                </a:lnTo>
                <a:cubicBezTo>
                  <a:pt x="4539" y="33"/>
                  <a:pt x="4538" y="33"/>
                  <a:pt x="4537" y="33"/>
                </a:cubicBezTo>
                <a:lnTo>
                  <a:pt x="4536" y="34"/>
                </a:lnTo>
                <a:lnTo>
                  <a:pt x="4534" y="34"/>
                </a:lnTo>
                <a:cubicBezTo>
                  <a:pt x="4512" y="36"/>
                  <a:pt x="4505" y="36"/>
                  <a:pt x="4492" y="25"/>
                </a:cubicBezTo>
                <a:close/>
                <a:moveTo>
                  <a:pt x="428" y="23"/>
                </a:moveTo>
                <a:cubicBezTo>
                  <a:pt x="428" y="23"/>
                  <a:pt x="428" y="23"/>
                  <a:pt x="427" y="23"/>
                </a:cubicBezTo>
                <a:cubicBezTo>
                  <a:pt x="427" y="26"/>
                  <a:pt x="424" y="25"/>
                  <a:pt x="424" y="27"/>
                </a:cubicBezTo>
                <a:lnTo>
                  <a:pt x="424" y="34"/>
                </a:lnTo>
                <a:lnTo>
                  <a:pt x="423" y="33"/>
                </a:lnTo>
                <a:lnTo>
                  <a:pt x="424" y="34"/>
                </a:lnTo>
                <a:lnTo>
                  <a:pt x="424" y="34"/>
                </a:lnTo>
                <a:lnTo>
                  <a:pt x="425" y="34"/>
                </a:lnTo>
                <a:cubicBezTo>
                  <a:pt x="431" y="36"/>
                  <a:pt x="433" y="24"/>
                  <a:pt x="428" y="23"/>
                </a:cubicBezTo>
                <a:close/>
                <a:moveTo>
                  <a:pt x="6774" y="23"/>
                </a:moveTo>
                <a:cubicBezTo>
                  <a:pt x="6769" y="23"/>
                  <a:pt x="6762" y="21"/>
                  <a:pt x="6761" y="26"/>
                </a:cubicBezTo>
                <a:cubicBezTo>
                  <a:pt x="6765" y="30"/>
                  <a:pt x="6773" y="30"/>
                  <a:pt x="6774" y="23"/>
                </a:cubicBezTo>
                <a:close/>
                <a:moveTo>
                  <a:pt x="2830" y="23"/>
                </a:moveTo>
                <a:cubicBezTo>
                  <a:pt x="2830" y="26"/>
                  <a:pt x="2828" y="27"/>
                  <a:pt x="2827" y="30"/>
                </a:cubicBezTo>
                <a:lnTo>
                  <a:pt x="2827" y="30"/>
                </a:lnTo>
                <a:lnTo>
                  <a:pt x="2825" y="30"/>
                </a:lnTo>
                <a:lnTo>
                  <a:pt x="2827" y="33"/>
                </a:lnTo>
                <a:cubicBezTo>
                  <a:pt x="2827" y="32"/>
                  <a:pt x="2827" y="32"/>
                  <a:pt x="2827" y="31"/>
                </a:cubicBezTo>
                <a:lnTo>
                  <a:pt x="2827" y="30"/>
                </a:lnTo>
                <a:lnTo>
                  <a:pt x="2829" y="31"/>
                </a:lnTo>
                <a:cubicBezTo>
                  <a:pt x="2834" y="31"/>
                  <a:pt x="2837" y="29"/>
                  <a:pt x="2840" y="26"/>
                </a:cubicBezTo>
                <a:cubicBezTo>
                  <a:pt x="2837" y="26"/>
                  <a:pt x="2833" y="25"/>
                  <a:pt x="2830" y="23"/>
                </a:cubicBezTo>
                <a:close/>
                <a:moveTo>
                  <a:pt x="4640" y="22"/>
                </a:moveTo>
                <a:lnTo>
                  <a:pt x="4638" y="24"/>
                </a:lnTo>
                <a:lnTo>
                  <a:pt x="4640" y="24"/>
                </a:lnTo>
                <a:lnTo>
                  <a:pt x="4640" y="25"/>
                </a:lnTo>
                <a:cubicBezTo>
                  <a:pt x="4643" y="37"/>
                  <a:pt x="4650" y="32"/>
                  <a:pt x="4659" y="36"/>
                </a:cubicBezTo>
                <a:cubicBezTo>
                  <a:pt x="4659" y="25"/>
                  <a:pt x="4649" y="26"/>
                  <a:pt x="4641" y="25"/>
                </a:cubicBezTo>
                <a:lnTo>
                  <a:pt x="4640" y="24"/>
                </a:lnTo>
                <a:lnTo>
                  <a:pt x="4640" y="22"/>
                </a:lnTo>
                <a:close/>
                <a:moveTo>
                  <a:pt x="4568" y="22"/>
                </a:moveTo>
                <a:cubicBezTo>
                  <a:pt x="4568" y="27"/>
                  <a:pt x="4567" y="35"/>
                  <a:pt x="4571" y="35"/>
                </a:cubicBezTo>
                <a:lnTo>
                  <a:pt x="4573" y="34"/>
                </a:lnTo>
                <a:cubicBezTo>
                  <a:pt x="4572" y="29"/>
                  <a:pt x="4574" y="22"/>
                  <a:pt x="4568" y="22"/>
                </a:cubicBezTo>
                <a:close/>
                <a:moveTo>
                  <a:pt x="2896" y="21"/>
                </a:moveTo>
                <a:cubicBezTo>
                  <a:pt x="2884" y="43"/>
                  <a:pt x="2847" y="40"/>
                  <a:pt x="2831" y="60"/>
                </a:cubicBezTo>
                <a:cubicBezTo>
                  <a:pt x="2862" y="52"/>
                  <a:pt x="2868" y="71"/>
                  <a:pt x="2882" y="82"/>
                </a:cubicBezTo>
                <a:cubicBezTo>
                  <a:pt x="2890" y="66"/>
                  <a:pt x="2916" y="68"/>
                  <a:pt x="2918" y="47"/>
                </a:cubicBezTo>
                <a:cubicBezTo>
                  <a:pt x="2897" y="44"/>
                  <a:pt x="2889" y="71"/>
                  <a:pt x="2875" y="65"/>
                </a:cubicBezTo>
                <a:cubicBezTo>
                  <a:pt x="2885" y="55"/>
                  <a:pt x="2888" y="38"/>
                  <a:pt x="2911" y="40"/>
                </a:cubicBezTo>
                <a:cubicBezTo>
                  <a:pt x="2912" y="29"/>
                  <a:pt x="2907" y="24"/>
                  <a:pt x="2897" y="24"/>
                </a:cubicBezTo>
                <a:lnTo>
                  <a:pt x="2896" y="21"/>
                </a:lnTo>
                <a:close/>
                <a:moveTo>
                  <a:pt x="3080" y="21"/>
                </a:moveTo>
                <a:cubicBezTo>
                  <a:pt x="3072" y="20"/>
                  <a:pt x="3070" y="25"/>
                  <a:pt x="3063" y="25"/>
                </a:cubicBezTo>
                <a:cubicBezTo>
                  <a:pt x="3066" y="36"/>
                  <a:pt x="3074" y="41"/>
                  <a:pt x="3078" y="52"/>
                </a:cubicBezTo>
                <a:cubicBezTo>
                  <a:pt x="3093" y="51"/>
                  <a:pt x="3109" y="51"/>
                  <a:pt x="3114" y="40"/>
                </a:cubicBezTo>
                <a:cubicBezTo>
                  <a:pt x="3097" y="34"/>
                  <a:pt x="3084" y="46"/>
                  <a:pt x="3071" y="32"/>
                </a:cubicBezTo>
                <a:cubicBezTo>
                  <a:pt x="3080" y="32"/>
                  <a:pt x="3085" y="30"/>
                  <a:pt x="3084" y="21"/>
                </a:cubicBezTo>
                <a:cubicBezTo>
                  <a:pt x="3083" y="21"/>
                  <a:pt x="3081" y="21"/>
                  <a:pt x="3080" y="21"/>
                </a:cubicBezTo>
                <a:close/>
                <a:moveTo>
                  <a:pt x="7066" y="20"/>
                </a:moveTo>
                <a:cubicBezTo>
                  <a:pt x="7065" y="20"/>
                  <a:pt x="7064" y="20"/>
                  <a:pt x="7063" y="20"/>
                </a:cubicBezTo>
                <a:cubicBezTo>
                  <a:pt x="7061" y="23"/>
                  <a:pt x="7059" y="27"/>
                  <a:pt x="7060" y="32"/>
                </a:cubicBezTo>
                <a:lnTo>
                  <a:pt x="7059" y="32"/>
                </a:lnTo>
                <a:cubicBezTo>
                  <a:pt x="7056" y="33"/>
                  <a:pt x="7054" y="36"/>
                  <a:pt x="7059" y="38"/>
                </a:cubicBezTo>
                <a:lnTo>
                  <a:pt x="7059" y="44"/>
                </a:lnTo>
                <a:cubicBezTo>
                  <a:pt x="7069" y="43"/>
                  <a:pt x="7070" y="33"/>
                  <a:pt x="7076" y="27"/>
                </a:cubicBezTo>
                <a:cubicBezTo>
                  <a:pt x="7071" y="27"/>
                  <a:pt x="7072" y="20"/>
                  <a:pt x="7066" y="20"/>
                </a:cubicBezTo>
                <a:close/>
                <a:moveTo>
                  <a:pt x="622" y="19"/>
                </a:moveTo>
                <a:lnTo>
                  <a:pt x="621" y="20"/>
                </a:lnTo>
                <a:lnTo>
                  <a:pt x="618" y="20"/>
                </a:lnTo>
                <a:cubicBezTo>
                  <a:pt x="612" y="21"/>
                  <a:pt x="610" y="26"/>
                  <a:pt x="612" y="33"/>
                </a:cubicBezTo>
                <a:cubicBezTo>
                  <a:pt x="621" y="35"/>
                  <a:pt x="618" y="25"/>
                  <a:pt x="621" y="21"/>
                </a:cubicBezTo>
                <a:lnTo>
                  <a:pt x="621" y="20"/>
                </a:lnTo>
                <a:lnTo>
                  <a:pt x="621" y="20"/>
                </a:lnTo>
                <a:lnTo>
                  <a:pt x="622" y="19"/>
                </a:lnTo>
                <a:close/>
                <a:moveTo>
                  <a:pt x="2858" y="12"/>
                </a:moveTo>
                <a:cubicBezTo>
                  <a:pt x="2852" y="13"/>
                  <a:pt x="2841" y="9"/>
                  <a:pt x="2847" y="22"/>
                </a:cubicBezTo>
                <a:cubicBezTo>
                  <a:pt x="2855" y="23"/>
                  <a:pt x="2860" y="21"/>
                  <a:pt x="2860" y="15"/>
                </a:cubicBezTo>
                <a:lnTo>
                  <a:pt x="2858" y="12"/>
                </a:lnTo>
                <a:close/>
                <a:moveTo>
                  <a:pt x="3013" y="12"/>
                </a:moveTo>
                <a:cubicBezTo>
                  <a:pt x="3009" y="12"/>
                  <a:pt x="3006" y="14"/>
                  <a:pt x="3003" y="21"/>
                </a:cubicBezTo>
                <a:cubicBezTo>
                  <a:pt x="3018" y="18"/>
                  <a:pt x="3013" y="36"/>
                  <a:pt x="3024" y="37"/>
                </a:cubicBezTo>
                <a:lnTo>
                  <a:pt x="3024" y="58"/>
                </a:lnTo>
                <a:cubicBezTo>
                  <a:pt x="3004" y="53"/>
                  <a:pt x="3016" y="68"/>
                  <a:pt x="3021" y="79"/>
                </a:cubicBezTo>
                <a:cubicBezTo>
                  <a:pt x="3011" y="84"/>
                  <a:pt x="3011" y="100"/>
                  <a:pt x="2995" y="100"/>
                </a:cubicBezTo>
                <a:cubicBezTo>
                  <a:pt x="2995" y="103"/>
                  <a:pt x="2995" y="106"/>
                  <a:pt x="2995" y="110"/>
                </a:cubicBezTo>
                <a:lnTo>
                  <a:pt x="2996" y="109"/>
                </a:lnTo>
                <a:cubicBezTo>
                  <a:pt x="3016" y="102"/>
                  <a:pt x="3011" y="124"/>
                  <a:pt x="3024" y="126"/>
                </a:cubicBezTo>
                <a:cubicBezTo>
                  <a:pt x="3028" y="118"/>
                  <a:pt x="3035" y="112"/>
                  <a:pt x="3043" y="108"/>
                </a:cubicBezTo>
                <a:cubicBezTo>
                  <a:pt x="3041" y="98"/>
                  <a:pt x="3029" y="98"/>
                  <a:pt x="3029" y="87"/>
                </a:cubicBezTo>
                <a:cubicBezTo>
                  <a:pt x="3040" y="88"/>
                  <a:pt x="3037" y="75"/>
                  <a:pt x="3042" y="70"/>
                </a:cubicBezTo>
                <a:cubicBezTo>
                  <a:pt x="3034" y="56"/>
                  <a:pt x="3039" y="34"/>
                  <a:pt x="3037" y="16"/>
                </a:cubicBezTo>
                <a:cubicBezTo>
                  <a:pt x="3026" y="17"/>
                  <a:pt x="3019" y="11"/>
                  <a:pt x="3013" y="12"/>
                </a:cubicBezTo>
                <a:close/>
                <a:moveTo>
                  <a:pt x="4539" y="9"/>
                </a:moveTo>
                <a:cubicBezTo>
                  <a:pt x="4534" y="9"/>
                  <a:pt x="4529" y="11"/>
                  <a:pt x="4531" y="17"/>
                </a:cubicBezTo>
                <a:lnTo>
                  <a:pt x="4533" y="16"/>
                </a:lnTo>
                <a:cubicBezTo>
                  <a:pt x="4543" y="17"/>
                  <a:pt x="4542" y="9"/>
                  <a:pt x="4548" y="17"/>
                </a:cubicBezTo>
                <a:cubicBezTo>
                  <a:pt x="4550" y="11"/>
                  <a:pt x="4545" y="8"/>
                  <a:pt x="4539" y="9"/>
                </a:cubicBezTo>
                <a:close/>
                <a:moveTo>
                  <a:pt x="2184" y="8"/>
                </a:moveTo>
                <a:cubicBezTo>
                  <a:pt x="2173" y="10"/>
                  <a:pt x="2173" y="32"/>
                  <a:pt x="2178" y="39"/>
                </a:cubicBezTo>
                <a:cubicBezTo>
                  <a:pt x="2192" y="40"/>
                  <a:pt x="2181" y="18"/>
                  <a:pt x="2184" y="8"/>
                </a:cubicBezTo>
                <a:lnTo>
                  <a:pt x="2184" y="8"/>
                </a:lnTo>
                <a:close/>
                <a:moveTo>
                  <a:pt x="2938" y="7"/>
                </a:moveTo>
                <a:cubicBezTo>
                  <a:pt x="2934" y="6"/>
                  <a:pt x="2930" y="8"/>
                  <a:pt x="2930" y="13"/>
                </a:cubicBezTo>
                <a:lnTo>
                  <a:pt x="2929" y="13"/>
                </a:lnTo>
                <a:cubicBezTo>
                  <a:pt x="2933" y="17"/>
                  <a:pt x="2949" y="19"/>
                  <a:pt x="2950" y="9"/>
                </a:cubicBezTo>
                <a:cubicBezTo>
                  <a:pt x="2946" y="9"/>
                  <a:pt x="2942" y="7"/>
                  <a:pt x="2938" y="7"/>
                </a:cubicBezTo>
                <a:close/>
                <a:moveTo>
                  <a:pt x="6973" y="2"/>
                </a:moveTo>
                <a:cubicBezTo>
                  <a:pt x="6972" y="7"/>
                  <a:pt x="6967" y="8"/>
                  <a:pt x="6966" y="12"/>
                </a:cubicBezTo>
                <a:lnTo>
                  <a:pt x="6965" y="12"/>
                </a:lnTo>
                <a:cubicBezTo>
                  <a:pt x="6972" y="12"/>
                  <a:pt x="6969" y="22"/>
                  <a:pt x="6979" y="19"/>
                </a:cubicBezTo>
                <a:cubicBezTo>
                  <a:pt x="6980" y="17"/>
                  <a:pt x="6980" y="16"/>
                  <a:pt x="6983" y="16"/>
                </a:cubicBezTo>
                <a:cubicBezTo>
                  <a:pt x="6983" y="7"/>
                  <a:pt x="6978" y="5"/>
                  <a:pt x="6973" y="2"/>
                </a:cubicBezTo>
                <a:close/>
                <a:moveTo>
                  <a:pt x="4637" y="2"/>
                </a:moveTo>
                <a:lnTo>
                  <a:pt x="4634" y="3"/>
                </a:lnTo>
                <a:lnTo>
                  <a:pt x="4637" y="3"/>
                </a:lnTo>
                <a:lnTo>
                  <a:pt x="4637" y="4"/>
                </a:lnTo>
                <a:cubicBezTo>
                  <a:pt x="4636" y="7"/>
                  <a:pt x="4636" y="10"/>
                  <a:pt x="4634" y="13"/>
                </a:cubicBezTo>
                <a:cubicBezTo>
                  <a:pt x="4641" y="14"/>
                  <a:pt x="4647" y="11"/>
                  <a:pt x="4651" y="6"/>
                </a:cubicBezTo>
                <a:cubicBezTo>
                  <a:pt x="4643" y="8"/>
                  <a:pt x="4642" y="3"/>
                  <a:pt x="4637" y="3"/>
                </a:cubicBezTo>
                <a:lnTo>
                  <a:pt x="4637" y="3"/>
                </a:lnTo>
                <a:lnTo>
                  <a:pt x="4637" y="2"/>
                </a:lnTo>
                <a:close/>
                <a:moveTo>
                  <a:pt x="6921" y="1"/>
                </a:moveTo>
                <a:cubicBezTo>
                  <a:pt x="6912" y="1"/>
                  <a:pt x="6905" y="4"/>
                  <a:pt x="6901" y="12"/>
                </a:cubicBezTo>
                <a:cubicBezTo>
                  <a:pt x="6912" y="11"/>
                  <a:pt x="6904" y="28"/>
                  <a:pt x="6912" y="29"/>
                </a:cubicBezTo>
                <a:cubicBezTo>
                  <a:pt x="6927" y="25"/>
                  <a:pt x="6945" y="23"/>
                  <a:pt x="6948" y="6"/>
                </a:cubicBezTo>
                <a:cubicBezTo>
                  <a:pt x="6939" y="3"/>
                  <a:pt x="6929" y="1"/>
                  <a:pt x="6921" y="1"/>
                </a:cubicBezTo>
                <a:close/>
                <a:moveTo>
                  <a:pt x="4443" y="0"/>
                </a:moveTo>
                <a:lnTo>
                  <a:pt x="4462" y="0"/>
                </a:lnTo>
                <a:lnTo>
                  <a:pt x="4461" y="0"/>
                </a:lnTo>
                <a:cubicBezTo>
                  <a:pt x="4455" y="1"/>
                  <a:pt x="4450" y="2"/>
                  <a:pt x="4446" y="1"/>
                </a:cubicBezTo>
                <a:lnTo>
                  <a:pt x="4443" y="0"/>
                </a:lnTo>
                <a:close/>
                <a:moveTo>
                  <a:pt x="4259" y="0"/>
                </a:moveTo>
                <a:lnTo>
                  <a:pt x="4283" y="0"/>
                </a:lnTo>
                <a:lnTo>
                  <a:pt x="4283" y="1"/>
                </a:lnTo>
                <a:cubicBezTo>
                  <a:pt x="4283" y="5"/>
                  <a:pt x="4284" y="9"/>
                  <a:pt x="4290" y="7"/>
                </a:cubicBezTo>
                <a:lnTo>
                  <a:pt x="4290" y="7"/>
                </a:lnTo>
                <a:cubicBezTo>
                  <a:pt x="4290" y="5"/>
                  <a:pt x="4290" y="2"/>
                  <a:pt x="4288" y="1"/>
                </a:cubicBezTo>
                <a:lnTo>
                  <a:pt x="4287" y="0"/>
                </a:lnTo>
                <a:lnTo>
                  <a:pt x="4299" y="0"/>
                </a:lnTo>
                <a:lnTo>
                  <a:pt x="4298" y="0"/>
                </a:lnTo>
                <a:cubicBezTo>
                  <a:pt x="4295" y="6"/>
                  <a:pt x="4294" y="13"/>
                  <a:pt x="4296" y="20"/>
                </a:cubicBezTo>
                <a:cubicBezTo>
                  <a:pt x="4293" y="20"/>
                  <a:pt x="4292" y="23"/>
                  <a:pt x="4290" y="23"/>
                </a:cubicBezTo>
                <a:cubicBezTo>
                  <a:pt x="4289" y="6"/>
                  <a:pt x="4267" y="12"/>
                  <a:pt x="4260" y="2"/>
                </a:cubicBezTo>
                <a:lnTo>
                  <a:pt x="4259" y="0"/>
                </a:lnTo>
                <a:close/>
                <a:moveTo>
                  <a:pt x="3712" y="0"/>
                </a:moveTo>
                <a:lnTo>
                  <a:pt x="3725" y="0"/>
                </a:lnTo>
                <a:lnTo>
                  <a:pt x="3722" y="1"/>
                </a:lnTo>
                <a:cubicBezTo>
                  <a:pt x="3719" y="1"/>
                  <a:pt x="3716" y="2"/>
                  <a:pt x="3712" y="3"/>
                </a:cubicBezTo>
                <a:lnTo>
                  <a:pt x="3712" y="0"/>
                </a:lnTo>
                <a:close/>
                <a:moveTo>
                  <a:pt x="2771" y="0"/>
                </a:moveTo>
                <a:lnTo>
                  <a:pt x="2778" y="0"/>
                </a:lnTo>
                <a:lnTo>
                  <a:pt x="2776" y="0"/>
                </a:lnTo>
                <a:lnTo>
                  <a:pt x="2771" y="2"/>
                </a:lnTo>
                <a:lnTo>
                  <a:pt x="2771" y="2"/>
                </a:lnTo>
                <a:lnTo>
                  <a:pt x="2771" y="0"/>
                </a:lnTo>
                <a:close/>
                <a:moveTo>
                  <a:pt x="273" y="0"/>
                </a:moveTo>
                <a:lnTo>
                  <a:pt x="317" y="0"/>
                </a:lnTo>
                <a:lnTo>
                  <a:pt x="316" y="1"/>
                </a:lnTo>
                <a:cubicBezTo>
                  <a:pt x="308" y="11"/>
                  <a:pt x="303" y="20"/>
                  <a:pt x="315" y="30"/>
                </a:cubicBezTo>
                <a:cubicBezTo>
                  <a:pt x="306" y="39"/>
                  <a:pt x="294" y="45"/>
                  <a:pt x="288" y="57"/>
                </a:cubicBezTo>
                <a:cubicBezTo>
                  <a:pt x="305" y="54"/>
                  <a:pt x="311" y="63"/>
                  <a:pt x="322" y="67"/>
                </a:cubicBezTo>
                <a:cubicBezTo>
                  <a:pt x="306" y="78"/>
                  <a:pt x="313" y="88"/>
                  <a:pt x="322" y="104"/>
                </a:cubicBezTo>
                <a:cubicBezTo>
                  <a:pt x="316" y="106"/>
                  <a:pt x="308" y="106"/>
                  <a:pt x="305" y="111"/>
                </a:cubicBezTo>
                <a:cubicBezTo>
                  <a:pt x="309" y="116"/>
                  <a:pt x="318" y="115"/>
                  <a:pt x="318" y="124"/>
                </a:cubicBezTo>
                <a:cubicBezTo>
                  <a:pt x="314" y="129"/>
                  <a:pt x="304" y="128"/>
                  <a:pt x="295" y="128"/>
                </a:cubicBezTo>
                <a:cubicBezTo>
                  <a:pt x="292" y="142"/>
                  <a:pt x="286" y="141"/>
                  <a:pt x="295" y="155"/>
                </a:cubicBezTo>
                <a:cubicBezTo>
                  <a:pt x="302" y="160"/>
                  <a:pt x="308" y="146"/>
                  <a:pt x="308" y="155"/>
                </a:cubicBezTo>
                <a:cubicBezTo>
                  <a:pt x="307" y="164"/>
                  <a:pt x="308" y="173"/>
                  <a:pt x="311" y="182"/>
                </a:cubicBezTo>
                <a:cubicBezTo>
                  <a:pt x="304" y="175"/>
                  <a:pt x="300" y="182"/>
                  <a:pt x="294" y="185"/>
                </a:cubicBezTo>
                <a:cubicBezTo>
                  <a:pt x="306" y="193"/>
                  <a:pt x="298" y="218"/>
                  <a:pt x="301" y="226"/>
                </a:cubicBezTo>
                <a:cubicBezTo>
                  <a:pt x="311" y="232"/>
                  <a:pt x="308" y="211"/>
                  <a:pt x="311" y="222"/>
                </a:cubicBezTo>
                <a:cubicBezTo>
                  <a:pt x="312" y="231"/>
                  <a:pt x="305" y="230"/>
                  <a:pt x="308" y="239"/>
                </a:cubicBezTo>
                <a:cubicBezTo>
                  <a:pt x="273" y="236"/>
                  <a:pt x="301" y="293"/>
                  <a:pt x="281" y="297"/>
                </a:cubicBezTo>
                <a:cubicBezTo>
                  <a:pt x="280" y="293"/>
                  <a:pt x="281" y="287"/>
                  <a:pt x="277" y="287"/>
                </a:cubicBezTo>
                <a:cubicBezTo>
                  <a:pt x="272" y="301"/>
                  <a:pt x="275" y="318"/>
                  <a:pt x="284" y="331"/>
                </a:cubicBezTo>
                <a:cubicBezTo>
                  <a:pt x="282" y="329"/>
                  <a:pt x="271" y="322"/>
                  <a:pt x="271" y="331"/>
                </a:cubicBezTo>
                <a:cubicBezTo>
                  <a:pt x="274" y="334"/>
                  <a:pt x="283" y="332"/>
                  <a:pt x="281" y="341"/>
                </a:cubicBezTo>
                <a:lnTo>
                  <a:pt x="267" y="341"/>
                </a:lnTo>
                <a:cubicBezTo>
                  <a:pt x="267" y="359"/>
                  <a:pt x="277" y="367"/>
                  <a:pt x="277" y="383"/>
                </a:cubicBezTo>
                <a:cubicBezTo>
                  <a:pt x="268" y="382"/>
                  <a:pt x="269" y="392"/>
                  <a:pt x="264" y="396"/>
                </a:cubicBezTo>
                <a:cubicBezTo>
                  <a:pt x="273" y="410"/>
                  <a:pt x="294" y="389"/>
                  <a:pt x="294" y="410"/>
                </a:cubicBezTo>
                <a:cubicBezTo>
                  <a:pt x="324" y="412"/>
                  <a:pt x="355" y="405"/>
                  <a:pt x="307" y="406"/>
                </a:cubicBezTo>
                <a:cubicBezTo>
                  <a:pt x="309" y="395"/>
                  <a:pt x="305" y="390"/>
                  <a:pt x="304" y="383"/>
                </a:cubicBezTo>
                <a:cubicBezTo>
                  <a:pt x="308" y="386"/>
                  <a:pt x="311" y="393"/>
                  <a:pt x="317" y="386"/>
                </a:cubicBezTo>
                <a:cubicBezTo>
                  <a:pt x="317" y="374"/>
                  <a:pt x="296" y="365"/>
                  <a:pt x="304" y="356"/>
                </a:cubicBezTo>
                <a:cubicBezTo>
                  <a:pt x="313" y="363"/>
                  <a:pt x="323" y="369"/>
                  <a:pt x="334" y="373"/>
                </a:cubicBezTo>
                <a:cubicBezTo>
                  <a:pt x="338" y="358"/>
                  <a:pt x="331" y="355"/>
                  <a:pt x="324" y="352"/>
                </a:cubicBezTo>
                <a:cubicBezTo>
                  <a:pt x="335" y="349"/>
                  <a:pt x="335" y="357"/>
                  <a:pt x="345" y="355"/>
                </a:cubicBezTo>
                <a:cubicBezTo>
                  <a:pt x="343" y="343"/>
                  <a:pt x="345" y="331"/>
                  <a:pt x="352" y="321"/>
                </a:cubicBezTo>
                <a:cubicBezTo>
                  <a:pt x="350" y="313"/>
                  <a:pt x="339" y="314"/>
                  <a:pt x="342" y="300"/>
                </a:cubicBezTo>
                <a:cubicBezTo>
                  <a:pt x="347" y="296"/>
                  <a:pt x="353" y="292"/>
                  <a:pt x="355" y="284"/>
                </a:cubicBezTo>
                <a:cubicBezTo>
                  <a:pt x="350" y="276"/>
                  <a:pt x="334" y="278"/>
                  <a:pt x="334" y="267"/>
                </a:cubicBezTo>
                <a:cubicBezTo>
                  <a:pt x="345" y="263"/>
                  <a:pt x="337" y="278"/>
                  <a:pt x="348" y="273"/>
                </a:cubicBezTo>
                <a:cubicBezTo>
                  <a:pt x="352" y="265"/>
                  <a:pt x="332" y="265"/>
                  <a:pt x="345" y="260"/>
                </a:cubicBezTo>
                <a:cubicBezTo>
                  <a:pt x="349" y="264"/>
                  <a:pt x="351" y="270"/>
                  <a:pt x="361" y="267"/>
                </a:cubicBezTo>
                <a:cubicBezTo>
                  <a:pt x="362" y="250"/>
                  <a:pt x="373" y="245"/>
                  <a:pt x="375" y="230"/>
                </a:cubicBezTo>
                <a:cubicBezTo>
                  <a:pt x="331" y="191"/>
                  <a:pt x="419" y="156"/>
                  <a:pt x="389" y="98"/>
                </a:cubicBezTo>
                <a:cubicBezTo>
                  <a:pt x="384" y="97"/>
                  <a:pt x="375" y="99"/>
                  <a:pt x="375" y="94"/>
                </a:cubicBezTo>
                <a:cubicBezTo>
                  <a:pt x="368" y="67"/>
                  <a:pt x="387" y="82"/>
                  <a:pt x="389" y="81"/>
                </a:cubicBezTo>
                <a:cubicBezTo>
                  <a:pt x="390" y="80"/>
                  <a:pt x="389" y="72"/>
                  <a:pt x="392" y="71"/>
                </a:cubicBezTo>
                <a:cubicBezTo>
                  <a:pt x="401" y="65"/>
                  <a:pt x="408" y="75"/>
                  <a:pt x="416" y="71"/>
                </a:cubicBezTo>
                <a:lnTo>
                  <a:pt x="416" y="57"/>
                </a:lnTo>
                <a:cubicBezTo>
                  <a:pt x="398" y="50"/>
                  <a:pt x="383" y="60"/>
                  <a:pt x="372" y="57"/>
                </a:cubicBezTo>
                <a:cubicBezTo>
                  <a:pt x="374" y="33"/>
                  <a:pt x="383" y="10"/>
                  <a:pt x="416" y="17"/>
                </a:cubicBezTo>
                <a:cubicBezTo>
                  <a:pt x="421" y="14"/>
                  <a:pt x="415" y="0"/>
                  <a:pt x="426" y="3"/>
                </a:cubicBezTo>
                <a:cubicBezTo>
                  <a:pt x="432" y="3"/>
                  <a:pt x="434" y="7"/>
                  <a:pt x="432" y="13"/>
                </a:cubicBezTo>
                <a:cubicBezTo>
                  <a:pt x="445" y="16"/>
                  <a:pt x="452" y="12"/>
                  <a:pt x="453" y="3"/>
                </a:cubicBezTo>
                <a:cubicBezTo>
                  <a:pt x="449" y="4"/>
                  <a:pt x="445" y="3"/>
                  <a:pt x="440" y="2"/>
                </a:cubicBezTo>
                <a:lnTo>
                  <a:pt x="434" y="0"/>
                </a:lnTo>
                <a:lnTo>
                  <a:pt x="2289" y="0"/>
                </a:lnTo>
                <a:lnTo>
                  <a:pt x="2289" y="8"/>
                </a:lnTo>
                <a:lnTo>
                  <a:pt x="2288" y="8"/>
                </a:lnTo>
                <a:lnTo>
                  <a:pt x="2289" y="8"/>
                </a:lnTo>
                <a:lnTo>
                  <a:pt x="2289" y="8"/>
                </a:lnTo>
                <a:lnTo>
                  <a:pt x="2291" y="7"/>
                </a:lnTo>
                <a:cubicBezTo>
                  <a:pt x="2297" y="7"/>
                  <a:pt x="2298" y="12"/>
                  <a:pt x="2306" y="11"/>
                </a:cubicBezTo>
                <a:cubicBezTo>
                  <a:pt x="2306" y="3"/>
                  <a:pt x="2299" y="3"/>
                  <a:pt x="2293" y="1"/>
                </a:cubicBezTo>
                <a:lnTo>
                  <a:pt x="2291" y="0"/>
                </a:lnTo>
                <a:lnTo>
                  <a:pt x="2694" y="0"/>
                </a:lnTo>
                <a:lnTo>
                  <a:pt x="2694" y="1"/>
                </a:lnTo>
                <a:cubicBezTo>
                  <a:pt x="2694" y="3"/>
                  <a:pt x="2695" y="6"/>
                  <a:pt x="2696" y="9"/>
                </a:cubicBezTo>
                <a:lnTo>
                  <a:pt x="2709" y="9"/>
                </a:lnTo>
                <a:cubicBezTo>
                  <a:pt x="2709" y="6"/>
                  <a:pt x="2708" y="4"/>
                  <a:pt x="2707" y="1"/>
                </a:cubicBezTo>
                <a:lnTo>
                  <a:pt x="2707" y="0"/>
                </a:lnTo>
                <a:lnTo>
                  <a:pt x="2757" y="0"/>
                </a:lnTo>
                <a:lnTo>
                  <a:pt x="2757" y="0"/>
                </a:lnTo>
                <a:cubicBezTo>
                  <a:pt x="2757" y="1"/>
                  <a:pt x="2757" y="1"/>
                  <a:pt x="2758" y="2"/>
                </a:cubicBezTo>
                <a:cubicBezTo>
                  <a:pt x="2763" y="2"/>
                  <a:pt x="2767" y="2"/>
                  <a:pt x="2770" y="2"/>
                </a:cubicBezTo>
                <a:lnTo>
                  <a:pt x="2771" y="2"/>
                </a:lnTo>
                <a:lnTo>
                  <a:pt x="2771" y="2"/>
                </a:lnTo>
                <a:lnTo>
                  <a:pt x="2771" y="2"/>
                </a:lnTo>
                <a:lnTo>
                  <a:pt x="2774" y="3"/>
                </a:lnTo>
                <a:cubicBezTo>
                  <a:pt x="2781" y="4"/>
                  <a:pt x="2783" y="9"/>
                  <a:pt x="2788" y="18"/>
                </a:cubicBezTo>
                <a:cubicBezTo>
                  <a:pt x="2790" y="7"/>
                  <a:pt x="2811" y="12"/>
                  <a:pt x="2815" y="18"/>
                </a:cubicBezTo>
                <a:cubicBezTo>
                  <a:pt x="2819" y="12"/>
                  <a:pt x="2826" y="6"/>
                  <a:pt x="2834" y="1"/>
                </a:cubicBezTo>
                <a:lnTo>
                  <a:pt x="2837" y="0"/>
                </a:lnTo>
                <a:lnTo>
                  <a:pt x="2866" y="0"/>
                </a:lnTo>
                <a:lnTo>
                  <a:pt x="2864" y="1"/>
                </a:lnTo>
                <a:cubicBezTo>
                  <a:pt x="2863" y="2"/>
                  <a:pt x="2862" y="2"/>
                  <a:pt x="2862" y="3"/>
                </a:cubicBezTo>
                <a:cubicBezTo>
                  <a:pt x="2877" y="2"/>
                  <a:pt x="2869" y="26"/>
                  <a:pt x="2886" y="22"/>
                </a:cubicBezTo>
                <a:cubicBezTo>
                  <a:pt x="2885" y="11"/>
                  <a:pt x="2891" y="5"/>
                  <a:pt x="2901" y="2"/>
                </a:cubicBezTo>
                <a:lnTo>
                  <a:pt x="2906" y="0"/>
                </a:lnTo>
                <a:lnTo>
                  <a:pt x="3061" y="0"/>
                </a:lnTo>
                <a:lnTo>
                  <a:pt x="3062" y="1"/>
                </a:lnTo>
                <a:cubicBezTo>
                  <a:pt x="3064" y="3"/>
                  <a:pt x="3067" y="5"/>
                  <a:pt x="3070" y="6"/>
                </a:cubicBezTo>
                <a:cubicBezTo>
                  <a:pt x="3073" y="5"/>
                  <a:pt x="3075" y="4"/>
                  <a:pt x="3076" y="1"/>
                </a:cubicBezTo>
                <a:lnTo>
                  <a:pt x="3076" y="0"/>
                </a:lnTo>
                <a:lnTo>
                  <a:pt x="3141" y="0"/>
                </a:lnTo>
                <a:lnTo>
                  <a:pt x="3141" y="9"/>
                </a:lnTo>
                <a:cubicBezTo>
                  <a:pt x="3159" y="22"/>
                  <a:pt x="3194" y="-9"/>
                  <a:pt x="3205" y="20"/>
                </a:cubicBezTo>
                <a:cubicBezTo>
                  <a:pt x="3196" y="19"/>
                  <a:pt x="3154" y="12"/>
                  <a:pt x="3141" y="29"/>
                </a:cubicBezTo>
                <a:cubicBezTo>
                  <a:pt x="3146" y="37"/>
                  <a:pt x="3151" y="23"/>
                  <a:pt x="3155" y="32"/>
                </a:cubicBezTo>
                <a:cubicBezTo>
                  <a:pt x="3142" y="56"/>
                  <a:pt x="3190" y="42"/>
                  <a:pt x="3196" y="58"/>
                </a:cubicBezTo>
                <a:cubicBezTo>
                  <a:pt x="3180" y="66"/>
                  <a:pt x="3173" y="86"/>
                  <a:pt x="3181" y="102"/>
                </a:cubicBezTo>
                <a:cubicBezTo>
                  <a:pt x="3194" y="100"/>
                  <a:pt x="3202" y="103"/>
                  <a:pt x="3205" y="111"/>
                </a:cubicBezTo>
                <a:cubicBezTo>
                  <a:pt x="3194" y="125"/>
                  <a:pt x="3177" y="115"/>
                  <a:pt x="3172" y="130"/>
                </a:cubicBezTo>
                <a:cubicBezTo>
                  <a:pt x="3181" y="129"/>
                  <a:pt x="3183" y="123"/>
                  <a:pt x="3193" y="125"/>
                </a:cubicBezTo>
                <a:cubicBezTo>
                  <a:pt x="3192" y="132"/>
                  <a:pt x="3197" y="133"/>
                  <a:pt x="3197" y="139"/>
                </a:cubicBezTo>
                <a:cubicBezTo>
                  <a:pt x="3201" y="138"/>
                  <a:pt x="3206" y="139"/>
                  <a:pt x="3210" y="142"/>
                </a:cubicBezTo>
                <a:cubicBezTo>
                  <a:pt x="3209" y="128"/>
                  <a:pt x="3230" y="134"/>
                  <a:pt x="3235" y="126"/>
                </a:cubicBezTo>
                <a:lnTo>
                  <a:pt x="3236" y="124"/>
                </a:lnTo>
                <a:lnTo>
                  <a:pt x="3236" y="124"/>
                </a:lnTo>
                <a:cubicBezTo>
                  <a:pt x="3236" y="130"/>
                  <a:pt x="3241" y="130"/>
                  <a:pt x="3240" y="138"/>
                </a:cubicBezTo>
                <a:cubicBezTo>
                  <a:pt x="3219" y="143"/>
                  <a:pt x="3191" y="158"/>
                  <a:pt x="3180" y="133"/>
                </a:cubicBezTo>
                <a:cubicBezTo>
                  <a:pt x="3180" y="155"/>
                  <a:pt x="3160" y="144"/>
                  <a:pt x="3153" y="137"/>
                </a:cubicBezTo>
                <a:cubicBezTo>
                  <a:pt x="3143" y="138"/>
                  <a:pt x="3147" y="152"/>
                  <a:pt x="3147" y="161"/>
                </a:cubicBezTo>
                <a:cubicBezTo>
                  <a:pt x="3160" y="158"/>
                  <a:pt x="3176" y="139"/>
                  <a:pt x="3181" y="163"/>
                </a:cubicBezTo>
                <a:cubicBezTo>
                  <a:pt x="3205" y="156"/>
                  <a:pt x="3234" y="165"/>
                  <a:pt x="3254" y="144"/>
                </a:cubicBezTo>
                <a:cubicBezTo>
                  <a:pt x="3249" y="141"/>
                  <a:pt x="3243" y="139"/>
                  <a:pt x="3243" y="131"/>
                </a:cubicBezTo>
                <a:cubicBezTo>
                  <a:pt x="3248" y="126"/>
                  <a:pt x="3244" y="114"/>
                  <a:pt x="3253" y="114"/>
                </a:cubicBezTo>
                <a:cubicBezTo>
                  <a:pt x="3258" y="120"/>
                  <a:pt x="3267" y="107"/>
                  <a:pt x="3270" y="120"/>
                </a:cubicBezTo>
                <a:cubicBezTo>
                  <a:pt x="3265" y="120"/>
                  <a:pt x="3257" y="119"/>
                  <a:pt x="3257" y="124"/>
                </a:cubicBezTo>
                <a:cubicBezTo>
                  <a:pt x="3265" y="126"/>
                  <a:pt x="3273" y="129"/>
                  <a:pt x="3280" y="133"/>
                </a:cubicBezTo>
                <a:cubicBezTo>
                  <a:pt x="3285" y="148"/>
                  <a:pt x="3263" y="139"/>
                  <a:pt x="3261" y="147"/>
                </a:cubicBezTo>
                <a:cubicBezTo>
                  <a:pt x="3271" y="143"/>
                  <a:pt x="3267" y="154"/>
                  <a:pt x="3268" y="160"/>
                </a:cubicBezTo>
                <a:cubicBezTo>
                  <a:pt x="3279" y="158"/>
                  <a:pt x="3290" y="156"/>
                  <a:pt x="3301" y="156"/>
                </a:cubicBezTo>
                <a:cubicBezTo>
                  <a:pt x="3301" y="160"/>
                  <a:pt x="3301" y="165"/>
                  <a:pt x="3301" y="169"/>
                </a:cubicBezTo>
                <a:lnTo>
                  <a:pt x="3311" y="169"/>
                </a:lnTo>
                <a:cubicBezTo>
                  <a:pt x="3311" y="167"/>
                  <a:pt x="3312" y="166"/>
                  <a:pt x="3315" y="166"/>
                </a:cubicBezTo>
                <a:cubicBezTo>
                  <a:pt x="3315" y="159"/>
                  <a:pt x="3310" y="159"/>
                  <a:pt x="3308" y="156"/>
                </a:cubicBezTo>
                <a:cubicBezTo>
                  <a:pt x="3321" y="149"/>
                  <a:pt x="3338" y="153"/>
                  <a:pt x="3348" y="165"/>
                </a:cubicBezTo>
                <a:cubicBezTo>
                  <a:pt x="3359" y="158"/>
                  <a:pt x="3347" y="150"/>
                  <a:pt x="3357" y="144"/>
                </a:cubicBezTo>
                <a:cubicBezTo>
                  <a:pt x="3351" y="165"/>
                  <a:pt x="3368" y="162"/>
                  <a:pt x="3378" y="167"/>
                </a:cubicBezTo>
                <a:cubicBezTo>
                  <a:pt x="3380" y="178"/>
                  <a:pt x="3361" y="169"/>
                  <a:pt x="3365" y="181"/>
                </a:cubicBezTo>
                <a:cubicBezTo>
                  <a:pt x="3366" y="195"/>
                  <a:pt x="3400" y="170"/>
                  <a:pt x="3396" y="197"/>
                </a:cubicBezTo>
                <a:cubicBezTo>
                  <a:pt x="3384" y="198"/>
                  <a:pt x="3368" y="197"/>
                  <a:pt x="3366" y="208"/>
                </a:cubicBezTo>
                <a:cubicBezTo>
                  <a:pt x="3371" y="213"/>
                  <a:pt x="3389" y="204"/>
                  <a:pt x="3403" y="207"/>
                </a:cubicBezTo>
                <a:cubicBezTo>
                  <a:pt x="3393" y="189"/>
                  <a:pt x="3414" y="178"/>
                  <a:pt x="3395" y="170"/>
                </a:cubicBezTo>
                <a:cubicBezTo>
                  <a:pt x="3409" y="162"/>
                  <a:pt x="3414" y="163"/>
                  <a:pt x="3416" y="176"/>
                </a:cubicBezTo>
                <a:cubicBezTo>
                  <a:pt x="3441" y="166"/>
                  <a:pt x="3448" y="169"/>
                  <a:pt x="3472" y="160"/>
                </a:cubicBezTo>
                <a:cubicBezTo>
                  <a:pt x="3475" y="146"/>
                  <a:pt x="3464" y="148"/>
                  <a:pt x="3462" y="139"/>
                </a:cubicBezTo>
                <a:cubicBezTo>
                  <a:pt x="3474" y="135"/>
                  <a:pt x="3470" y="132"/>
                  <a:pt x="3485" y="135"/>
                </a:cubicBezTo>
                <a:cubicBezTo>
                  <a:pt x="3472" y="155"/>
                  <a:pt x="3508" y="146"/>
                  <a:pt x="3509" y="162"/>
                </a:cubicBezTo>
                <a:cubicBezTo>
                  <a:pt x="3500" y="153"/>
                  <a:pt x="3501" y="170"/>
                  <a:pt x="3496" y="176"/>
                </a:cubicBezTo>
                <a:cubicBezTo>
                  <a:pt x="3513" y="185"/>
                  <a:pt x="3519" y="155"/>
                  <a:pt x="3533" y="171"/>
                </a:cubicBezTo>
                <a:cubicBezTo>
                  <a:pt x="3533" y="169"/>
                  <a:pt x="3533" y="167"/>
                  <a:pt x="3536" y="167"/>
                </a:cubicBezTo>
                <a:cubicBezTo>
                  <a:pt x="3536" y="164"/>
                  <a:pt x="3536" y="161"/>
                  <a:pt x="3536" y="157"/>
                </a:cubicBezTo>
                <a:cubicBezTo>
                  <a:pt x="3530" y="155"/>
                  <a:pt x="3521" y="165"/>
                  <a:pt x="3519" y="157"/>
                </a:cubicBezTo>
                <a:cubicBezTo>
                  <a:pt x="3518" y="149"/>
                  <a:pt x="3520" y="144"/>
                  <a:pt x="3526" y="143"/>
                </a:cubicBezTo>
                <a:cubicBezTo>
                  <a:pt x="3538" y="144"/>
                  <a:pt x="3539" y="157"/>
                  <a:pt x="3550" y="160"/>
                </a:cubicBezTo>
                <a:cubicBezTo>
                  <a:pt x="3558" y="149"/>
                  <a:pt x="3575" y="147"/>
                  <a:pt x="3582" y="135"/>
                </a:cubicBezTo>
                <a:cubicBezTo>
                  <a:pt x="3583" y="143"/>
                  <a:pt x="3577" y="146"/>
                  <a:pt x="3580" y="156"/>
                </a:cubicBezTo>
                <a:cubicBezTo>
                  <a:pt x="3572" y="155"/>
                  <a:pt x="3566" y="157"/>
                  <a:pt x="3566" y="163"/>
                </a:cubicBezTo>
                <a:cubicBezTo>
                  <a:pt x="3578" y="170"/>
                  <a:pt x="3605" y="152"/>
                  <a:pt x="3610" y="161"/>
                </a:cubicBezTo>
                <a:cubicBezTo>
                  <a:pt x="3606" y="166"/>
                  <a:pt x="3596" y="164"/>
                  <a:pt x="3594" y="172"/>
                </a:cubicBezTo>
                <a:cubicBezTo>
                  <a:pt x="3591" y="180"/>
                  <a:pt x="3606" y="186"/>
                  <a:pt x="3597" y="189"/>
                </a:cubicBezTo>
                <a:cubicBezTo>
                  <a:pt x="3590" y="179"/>
                  <a:pt x="3576" y="174"/>
                  <a:pt x="3571" y="189"/>
                </a:cubicBezTo>
                <a:cubicBezTo>
                  <a:pt x="3554" y="180"/>
                  <a:pt x="3542" y="188"/>
                  <a:pt x="3527" y="174"/>
                </a:cubicBezTo>
                <a:cubicBezTo>
                  <a:pt x="3527" y="186"/>
                  <a:pt x="3514" y="186"/>
                  <a:pt x="3504" y="188"/>
                </a:cubicBezTo>
                <a:cubicBezTo>
                  <a:pt x="3505" y="199"/>
                  <a:pt x="3500" y="209"/>
                  <a:pt x="3491" y="216"/>
                </a:cubicBezTo>
                <a:cubicBezTo>
                  <a:pt x="3507" y="219"/>
                  <a:pt x="3523" y="212"/>
                  <a:pt x="3531" y="197"/>
                </a:cubicBezTo>
                <a:cubicBezTo>
                  <a:pt x="3525" y="197"/>
                  <a:pt x="3519" y="198"/>
                  <a:pt x="3520" y="191"/>
                </a:cubicBezTo>
                <a:cubicBezTo>
                  <a:pt x="3535" y="194"/>
                  <a:pt x="3534" y="190"/>
                  <a:pt x="3547" y="186"/>
                </a:cubicBezTo>
                <a:cubicBezTo>
                  <a:pt x="3550" y="210"/>
                  <a:pt x="3592" y="177"/>
                  <a:pt x="3601" y="198"/>
                </a:cubicBezTo>
                <a:cubicBezTo>
                  <a:pt x="3593" y="216"/>
                  <a:pt x="3608" y="235"/>
                  <a:pt x="3593" y="246"/>
                </a:cubicBezTo>
                <a:lnTo>
                  <a:pt x="3563" y="247"/>
                </a:lnTo>
                <a:cubicBezTo>
                  <a:pt x="3570" y="276"/>
                  <a:pt x="3595" y="244"/>
                  <a:pt x="3610" y="262"/>
                </a:cubicBezTo>
                <a:cubicBezTo>
                  <a:pt x="3615" y="255"/>
                  <a:pt x="3609" y="240"/>
                  <a:pt x="3606" y="232"/>
                </a:cubicBezTo>
                <a:cubicBezTo>
                  <a:pt x="3615" y="234"/>
                  <a:pt x="3614" y="227"/>
                  <a:pt x="3622" y="228"/>
                </a:cubicBezTo>
                <a:cubicBezTo>
                  <a:pt x="3619" y="216"/>
                  <a:pt x="3611" y="208"/>
                  <a:pt x="3608" y="195"/>
                </a:cubicBezTo>
                <a:cubicBezTo>
                  <a:pt x="3614" y="181"/>
                  <a:pt x="3614" y="163"/>
                  <a:pt x="3620" y="149"/>
                </a:cubicBezTo>
                <a:cubicBezTo>
                  <a:pt x="3623" y="169"/>
                  <a:pt x="3640" y="159"/>
                  <a:pt x="3653" y="156"/>
                </a:cubicBezTo>
                <a:cubicBezTo>
                  <a:pt x="3654" y="162"/>
                  <a:pt x="3651" y="173"/>
                  <a:pt x="3660" y="169"/>
                </a:cubicBezTo>
                <a:cubicBezTo>
                  <a:pt x="3662" y="143"/>
                  <a:pt x="3703" y="155"/>
                  <a:pt x="3710" y="134"/>
                </a:cubicBezTo>
                <a:cubicBezTo>
                  <a:pt x="3676" y="143"/>
                  <a:pt x="3652" y="140"/>
                  <a:pt x="3621" y="147"/>
                </a:cubicBezTo>
                <a:cubicBezTo>
                  <a:pt x="3626" y="137"/>
                  <a:pt x="3635" y="130"/>
                  <a:pt x="3646" y="129"/>
                </a:cubicBezTo>
                <a:cubicBezTo>
                  <a:pt x="3632" y="121"/>
                  <a:pt x="3617" y="116"/>
                  <a:pt x="3602" y="114"/>
                </a:cubicBezTo>
                <a:cubicBezTo>
                  <a:pt x="3607" y="100"/>
                  <a:pt x="3631" y="104"/>
                  <a:pt x="3634" y="89"/>
                </a:cubicBezTo>
                <a:cubicBezTo>
                  <a:pt x="3636" y="78"/>
                  <a:pt x="3619" y="87"/>
                  <a:pt x="3617" y="79"/>
                </a:cubicBezTo>
                <a:cubicBezTo>
                  <a:pt x="3625" y="77"/>
                  <a:pt x="3634" y="74"/>
                  <a:pt x="3634" y="65"/>
                </a:cubicBezTo>
                <a:cubicBezTo>
                  <a:pt x="3630" y="58"/>
                  <a:pt x="3623" y="55"/>
                  <a:pt x="3623" y="45"/>
                </a:cubicBezTo>
                <a:cubicBezTo>
                  <a:pt x="3635" y="35"/>
                  <a:pt x="3648" y="47"/>
                  <a:pt x="3660" y="47"/>
                </a:cubicBezTo>
                <a:cubicBezTo>
                  <a:pt x="3663" y="35"/>
                  <a:pt x="3647" y="42"/>
                  <a:pt x="3649" y="31"/>
                </a:cubicBezTo>
                <a:cubicBezTo>
                  <a:pt x="3664" y="41"/>
                  <a:pt x="3658" y="38"/>
                  <a:pt x="3673" y="31"/>
                </a:cubicBezTo>
                <a:cubicBezTo>
                  <a:pt x="3679" y="60"/>
                  <a:pt x="3639" y="46"/>
                  <a:pt x="3637" y="69"/>
                </a:cubicBezTo>
                <a:cubicBezTo>
                  <a:pt x="3641" y="74"/>
                  <a:pt x="3646" y="76"/>
                  <a:pt x="3648" y="82"/>
                </a:cubicBezTo>
                <a:cubicBezTo>
                  <a:pt x="3632" y="82"/>
                  <a:pt x="3641" y="105"/>
                  <a:pt x="3628" y="107"/>
                </a:cubicBezTo>
                <a:cubicBezTo>
                  <a:pt x="3629" y="107"/>
                  <a:pt x="3630" y="107"/>
                  <a:pt x="3631" y="107"/>
                </a:cubicBezTo>
                <a:cubicBezTo>
                  <a:pt x="3643" y="109"/>
                  <a:pt x="3651" y="121"/>
                  <a:pt x="3649" y="133"/>
                </a:cubicBezTo>
                <a:cubicBezTo>
                  <a:pt x="3666" y="128"/>
                  <a:pt x="3679" y="139"/>
                  <a:pt x="3679" y="119"/>
                </a:cubicBezTo>
                <a:cubicBezTo>
                  <a:pt x="3671" y="120"/>
                  <a:pt x="3664" y="126"/>
                  <a:pt x="3662" y="116"/>
                </a:cubicBezTo>
                <a:cubicBezTo>
                  <a:pt x="3667" y="102"/>
                  <a:pt x="3686" y="103"/>
                  <a:pt x="3698" y="104"/>
                </a:cubicBezTo>
                <a:cubicBezTo>
                  <a:pt x="3701" y="96"/>
                  <a:pt x="3702" y="86"/>
                  <a:pt x="3701" y="77"/>
                </a:cubicBezTo>
                <a:cubicBezTo>
                  <a:pt x="3696" y="97"/>
                  <a:pt x="3653" y="88"/>
                  <a:pt x="3646" y="62"/>
                </a:cubicBezTo>
                <a:cubicBezTo>
                  <a:pt x="3654" y="65"/>
                  <a:pt x="3657" y="72"/>
                  <a:pt x="3667" y="72"/>
                </a:cubicBezTo>
                <a:cubicBezTo>
                  <a:pt x="3672" y="65"/>
                  <a:pt x="3672" y="57"/>
                  <a:pt x="3667" y="51"/>
                </a:cubicBezTo>
                <a:cubicBezTo>
                  <a:pt x="3673" y="51"/>
                  <a:pt x="3674" y="47"/>
                  <a:pt x="3680" y="47"/>
                </a:cubicBezTo>
                <a:cubicBezTo>
                  <a:pt x="3681" y="53"/>
                  <a:pt x="3675" y="56"/>
                  <a:pt x="3677" y="60"/>
                </a:cubicBezTo>
                <a:cubicBezTo>
                  <a:pt x="3680" y="64"/>
                  <a:pt x="3699" y="68"/>
                  <a:pt x="3701" y="60"/>
                </a:cubicBezTo>
                <a:cubicBezTo>
                  <a:pt x="3697" y="53"/>
                  <a:pt x="3693" y="45"/>
                  <a:pt x="3690" y="37"/>
                </a:cubicBezTo>
                <a:cubicBezTo>
                  <a:pt x="3698" y="33"/>
                  <a:pt x="3700" y="26"/>
                  <a:pt x="3713" y="26"/>
                </a:cubicBezTo>
                <a:cubicBezTo>
                  <a:pt x="3721" y="37"/>
                  <a:pt x="3744" y="31"/>
                  <a:pt x="3753" y="25"/>
                </a:cubicBezTo>
                <a:cubicBezTo>
                  <a:pt x="3755" y="17"/>
                  <a:pt x="3755" y="10"/>
                  <a:pt x="3754" y="2"/>
                </a:cubicBezTo>
                <a:lnTo>
                  <a:pt x="3753" y="0"/>
                </a:lnTo>
                <a:lnTo>
                  <a:pt x="3793" y="0"/>
                </a:lnTo>
                <a:lnTo>
                  <a:pt x="3792" y="2"/>
                </a:lnTo>
                <a:cubicBezTo>
                  <a:pt x="3788" y="12"/>
                  <a:pt x="3775" y="-1"/>
                  <a:pt x="3770" y="7"/>
                </a:cubicBezTo>
                <a:cubicBezTo>
                  <a:pt x="3775" y="12"/>
                  <a:pt x="3789" y="8"/>
                  <a:pt x="3787" y="20"/>
                </a:cubicBezTo>
                <a:cubicBezTo>
                  <a:pt x="3778" y="23"/>
                  <a:pt x="3778" y="16"/>
                  <a:pt x="3770" y="18"/>
                </a:cubicBezTo>
                <a:cubicBezTo>
                  <a:pt x="3768" y="22"/>
                  <a:pt x="3768" y="30"/>
                  <a:pt x="3768" y="39"/>
                </a:cubicBezTo>
                <a:cubicBezTo>
                  <a:pt x="3786" y="33"/>
                  <a:pt x="3805" y="21"/>
                  <a:pt x="3815" y="40"/>
                </a:cubicBezTo>
                <a:cubicBezTo>
                  <a:pt x="3796" y="45"/>
                  <a:pt x="3779" y="51"/>
                  <a:pt x="3762" y="59"/>
                </a:cubicBezTo>
                <a:cubicBezTo>
                  <a:pt x="3770" y="69"/>
                  <a:pt x="3794" y="55"/>
                  <a:pt x="3799" y="75"/>
                </a:cubicBezTo>
                <a:cubicBezTo>
                  <a:pt x="3782" y="75"/>
                  <a:pt x="3791" y="100"/>
                  <a:pt x="3797" y="109"/>
                </a:cubicBezTo>
                <a:cubicBezTo>
                  <a:pt x="3775" y="122"/>
                  <a:pt x="3741" y="92"/>
                  <a:pt x="3737" y="128"/>
                </a:cubicBezTo>
                <a:cubicBezTo>
                  <a:pt x="3751" y="127"/>
                  <a:pt x="3766" y="128"/>
                  <a:pt x="3758" y="151"/>
                </a:cubicBezTo>
                <a:cubicBezTo>
                  <a:pt x="3779" y="149"/>
                  <a:pt x="3801" y="145"/>
                  <a:pt x="3821" y="138"/>
                </a:cubicBezTo>
                <a:cubicBezTo>
                  <a:pt x="3821" y="142"/>
                  <a:pt x="3825" y="142"/>
                  <a:pt x="3825" y="145"/>
                </a:cubicBezTo>
                <a:cubicBezTo>
                  <a:pt x="3825" y="153"/>
                  <a:pt x="3811" y="149"/>
                  <a:pt x="3816" y="162"/>
                </a:cubicBezTo>
                <a:cubicBezTo>
                  <a:pt x="3832" y="164"/>
                  <a:pt x="3832" y="151"/>
                  <a:pt x="3849" y="164"/>
                </a:cubicBezTo>
                <a:cubicBezTo>
                  <a:pt x="3852" y="148"/>
                  <a:pt x="3833" y="154"/>
                  <a:pt x="3828" y="145"/>
                </a:cubicBezTo>
                <a:cubicBezTo>
                  <a:pt x="3855" y="126"/>
                  <a:pt x="3890" y="122"/>
                  <a:pt x="3921" y="135"/>
                </a:cubicBezTo>
                <a:cubicBezTo>
                  <a:pt x="3914" y="144"/>
                  <a:pt x="3902" y="133"/>
                  <a:pt x="3897" y="139"/>
                </a:cubicBezTo>
                <a:cubicBezTo>
                  <a:pt x="3920" y="164"/>
                  <a:pt x="3963" y="125"/>
                  <a:pt x="3988" y="143"/>
                </a:cubicBezTo>
                <a:cubicBezTo>
                  <a:pt x="3998" y="138"/>
                  <a:pt x="4017" y="126"/>
                  <a:pt x="4025" y="138"/>
                </a:cubicBezTo>
                <a:cubicBezTo>
                  <a:pt x="4004" y="145"/>
                  <a:pt x="3984" y="155"/>
                  <a:pt x="3965" y="167"/>
                </a:cubicBezTo>
                <a:cubicBezTo>
                  <a:pt x="3972" y="167"/>
                  <a:pt x="3970" y="176"/>
                  <a:pt x="3979" y="174"/>
                </a:cubicBezTo>
                <a:cubicBezTo>
                  <a:pt x="3987" y="174"/>
                  <a:pt x="3982" y="163"/>
                  <a:pt x="3989" y="163"/>
                </a:cubicBezTo>
                <a:cubicBezTo>
                  <a:pt x="3988" y="171"/>
                  <a:pt x="4004" y="161"/>
                  <a:pt x="3999" y="173"/>
                </a:cubicBezTo>
                <a:cubicBezTo>
                  <a:pt x="4007" y="165"/>
                  <a:pt x="4018" y="161"/>
                  <a:pt x="4029" y="162"/>
                </a:cubicBezTo>
                <a:cubicBezTo>
                  <a:pt x="4031" y="173"/>
                  <a:pt x="4021" y="180"/>
                  <a:pt x="4033" y="183"/>
                </a:cubicBezTo>
                <a:cubicBezTo>
                  <a:pt x="4039" y="177"/>
                  <a:pt x="4037" y="164"/>
                  <a:pt x="4042" y="158"/>
                </a:cubicBezTo>
                <a:cubicBezTo>
                  <a:pt x="4056" y="155"/>
                  <a:pt x="4059" y="163"/>
                  <a:pt x="4072" y="161"/>
                </a:cubicBezTo>
                <a:cubicBezTo>
                  <a:pt x="4071" y="171"/>
                  <a:pt x="4077" y="175"/>
                  <a:pt x="4083" y="178"/>
                </a:cubicBezTo>
                <a:cubicBezTo>
                  <a:pt x="4085" y="166"/>
                  <a:pt x="4077" y="167"/>
                  <a:pt x="4079" y="157"/>
                </a:cubicBezTo>
                <a:cubicBezTo>
                  <a:pt x="4082" y="156"/>
                  <a:pt x="4086" y="156"/>
                  <a:pt x="4086" y="153"/>
                </a:cubicBezTo>
                <a:cubicBezTo>
                  <a:pt x="4066" y="156"/>
                  <a:pt x="4066" y="136"/>
                  <a:pt x="4052" y="151"/>
                </a:cubicBezTo>
                <a:cubicBezTo>
                  <a:pt x="4050" y="146"/>
                  <a:pt x="4038" y="151"/>
                  <a:pt x="4038" y="144"/>
                </a:cubicBezTo>
                <a:cubicBezTo>
                  <a:pt x="4043" y="136"/>
                  <a:pt x="4056" y="136"/>
                  <a:pt x="4059" y="127"/>
                </a:cubicBezTo>
                <a:cubicBezTo>
                  <a:pt x="4048" y="123"/>
                  <a:pt x="4057" y="120"/>
                  <a:pt x="4052" y="110"/>
                </a:cubicBezTo>
                <a:cubicBezTo>
                  <a:pt x="4079" y="115"/>
                  <a:pt x="4089" y="87"/>
                  <a:pt x="4115" y="101"/>
                </a:cubicBezTo>
                <a:cubicBezTo>
                  <a:pt x="4112" y="106"/>
                  <a:pt x="4110" y="110"/>
                  <a:pt x="4102" y="112"/>
                </a:cubicBezTo>
                <a:cubicBezTo>
                  <a:pt x="4094" y="114"/>
                  <a:pt x="4095" y="106"/>
                  <a:pt x="4085" y="109"/>
                </a:cubicBezTo>
                <a:cubicBezTo>
                  <a:pt x="4083" y="115"/>
                  <a:pt x="4075" y="115"/>
                  <a:pt x="4072" y="120"/>
                </a:cubicBezTo>
                <a:cubicBezTo>
                  <a:pt x="4083" y="125"/>
                  <a:pt x="4083" y="117"/>
                  <a:pt x="4095" y="115"/>
                </a:cubicBezTo>
                <a:cubicBezTo>
                  <a:pt x="4094" y="130"/>
                  <a:pt x="4115" y="120"/>
                  <a:pt x="4119" y="128"/>
                </a:cubicBezTo>
                <a:cubicBezTo>
                  <a:pt x="4102" y="134"/>
                  <a:pt x="4110" y="136"/>
                  <a:pt x="4114" y="152"/>
                </a:cubicBezTo>
                <a:cubicBezTo>
                  <a:pt x="4107" y="156"/>
                  <a:pt x="4100" y="158"/>
                  <a:pt x="4093" y="156"/>
                </a:cubicBezTo>
                <a:cubicBezTo>
                  <a:pt x="4097" y="164"/>
                  <a:pt x="4084" y="170"/>
                  <a:pt x="4093" y="170"/>
                </a:cubicBezTo>
                <a:cubicBezTo>
                  <a:pt x="4100" y="160"/>
                  <a:pt x="4107" y="174"/>
                  <a:pt x="4110" y="172"/>
                </a:cubicBezTo>
                <a:cubicBezTo>
                  <a:pt x="4105" y="177"/>
                  <a:pt x="4105" y="185"/>
                  <a:pt x="4110" y="189"/>
                </a:cubicBezTo>
                <a:cubicBezTo>
                  <a:pt x="4128" y="184"/>
                  <a:pt x="4139" y="173"/>
                  <a:pt x="4156" y="167"/>
                </a:cubicBezTo>
                <a:cubicBezTo>
                  <a:pt x="4151" y="167"/>
                  <a:pt x="4144" y="168"/>
                  <a:pt x="4146" y="161"/>
                </a:cubicBezTo>
                <a:cubicBezTo>
                  <a:pt x="4147" y="161"/>
                  <a:pt x="4148" y="161"/>
                  <a:pt x="4149" y="162"/>
                </a:cubicBezTo>
                <a:cubicBezTo>
                  <a:pt x="4164" y="163"/>
                  <a:pt x="4177" y="151"/>
                  <a:pt x="4178" y="136"/>
                </a:cubicBezTo>
                <a:cubicBezTo>
                  <a:pt x="4170" y="144"/>
                  <a:pt x="4157" y="146"/>
                  <a:pt x="4152" y="157"/>
                </a:cubicBezTo>
                <a:cubicBezTo>
                  <a:pt x="4144" y="151"/>
                  <a:pt x="4139" y="142"/>
                  <a:pt x="4128" y="138"/>
                </a:cubicBezTo>
                <a:cubicBezTo>
                  <a:pt x="4125" y="120"/>
                  <a:pt x="4154" y="132"/>
                  <a:pt x="4154" y="117"/>
                </a:cubicBezTo>
                <a:cubicBezTo>
                  <a:pt x="4148" y="105"/>
                  <a:pt x="4135" y="120"/>
                  <a:pt x="4127" y="111"/>
                </a:cubicBezTo>
                <a:cubicBezTo>
                  <a:pt x="4130" y="106"/>
                  <a:pt x="4138" y="106"/>
                  <a:pt x="4144" y="104"/>
                </a:cubicBezTo>
                <a:cubicBezTo>
                  <a:pt x="4158" y="118"/>
                  <a:pt x="4174" y="113"/>
                  <a:pt x="4187" y="102"/>
                </a:cubicBezTo>
                <a:cubicBezTo>
                  <a:pt x="4187" y="106"/>
                  <a:pt x="4184" y="107"/>
                  <a:pt x="4184" y="113"/>
                </a:cubicBezTo>
                <a:cubicBezTo>
                  <a:pt x="4194" y="115"/>
                  <a:pt x="4191" y="105"/>
                  <a:pt x="4197" y="105"/>
                </a:cubicBezTo>
                <a:cubicBezTo>
                  <a:pt x="4202" y="125"/>
                  <a:pt x="4243" y="122"/>
                  <a:pt x="4248" y="114"/>
                </a:cubicBezTo>
                <a:cubicBezTo>
                  <a:pt x="4240" y="111"/>
                  <a:pt x="4232" y="108"/>
                  <a:pt x="4224" y="104"/>
                </a:cubicBezTo>
                <a:cubicBezTo>
                  <a:pt x="4226" y="116"/>
                  <a:pt x="4203" y="103"/>
                  <a:pt x="4201" y="98"/>
                </a:cubicBezTo>
                <a:cubicBezTo>
                  <a:pt x="4213" y="89"/>
                  <a:pt x="4230" y="90"/>
                  <a:pt x="4241" y="100"/>
                </a:cubicBezTo>
                <a:cubicBezTo>
                  <a:pt x="4241" y="96"/>
                  <a:pt x="4245" y="95"/>
                  <a:pt x="4247" y="93"/>
                </a:cubicBezTo>
                <a:cubicBezTo>
                  <a:pt x="4248" y="85"/>
                  <a:pt x="4232" y="77"/>
                  <a:pt x="4243" y="70"/>
                </a:cubicBezTo>
                <a:cubicBezTo>
                  <a:pt x="4252" y="73"/>
                  <a:pt x="4266" y="70"/>
                  <a:pt x="4270" y="79"/>
                </a:cubicBezTo>
                <a:cubicBezTo>
                  <a:pt x="4278" y="62"/>
                  <a:pt x="4299" y="62"/>
                  <a:pt x="4301" y="85"/>
                </a:cubicBezTo>
                <a:cubicBezTo>
                  <a:pt x="4290" y="87"/>
                  <a:pt x="4281" y="90"/>
                  <a:pt x="4278" y="99"/>
                </a:cubicBezTo>
                <a:cubicBezTo>
                  <a:pt x="4263" y="108"/>
                  <a:pt x="4261" y="120"/>
                  <a:pt x="4245" y="134"/>
                </a:cubicBezTo>
                <a:cubicBezTo>
                  <a:pt x="4277" y="140"/>
                  <a:pt x="4357" y="131"/>
                  <a:pt x="4341" y="80"/>
                </a:cubicBezTo>
                <a:cubicBezTo>
                  <a:pt x="4350" y="77"/>
                  <a:pt x="4350" y="84"/>
                  <a:pt x="4358" y="83"/>
                </a:cubicBezTo>
                <a:cubicBezTo>
                  <a:pt x="4358" y="78"/>
                  <a:pt x="4356" y="70"/>
                  <a:pt x="4361" y="69"/>
                </a:cubicBezTo>
                <a:cubicBezTo>
                  <a:pt x="4362" y="84"/>
                  <a:pt x="4379" y="67"/>
                  <a:pt x="4381" y="75"/>
                </a:cubicBezTo>
                <a:cubicBezTo>
                  <a:pt x="4375" y="89"/>
                  <a:pt x="4357" y="91"/>
                  <a:pt x="4352" y="107"/>
                </a:cubicBezTo>
                <a:cubicBezTo>
                  <a:pt x="4379" y="110"/>
                  <a:pt x="4391" y="93"/>
                  <a:pt x="4402" y="105"/>
                </a:cubicBezTo>
                <a:cubicBezTo>
                  <a:pt x="4394" y="105"/>
                  <a:pt x="4388" y="111"/>
                  <a:pt x="4382" y="105"/>
                </a:cubicBezTo>
                <a:cubicBezTo>
                  <a:pt x="4375" y="118"/>
                  <a:pt x="4363" y="128"/>
                  <a:pt x="4349" y="133"/>
                </a:cubicBezTo>
                <a:cubicBezTo>
                  <a:pt x="4359" y="146"/>
                  <a:pt x="4367" y="161"/>
                  <a:pt x="4370" y="176"/>
                </a:cubicBezTo>
                <a:cubicBezTo>
                  <a:pt x="4382" y="176"/>
                  <a:pt x="4393" y="174"/>
                  <a:pt x="4393" y="162"/>
                </a:cubicBezTo>
                <a:cubicBezTo>
                  <a:pt x="4375" y="162"/>
                  <a:pt x="4394" y="142"/>
                  <a:pt x="4385" y="135"/>
                </a:cubicBezTo>
                <a:cubicBezTo>
                  <a:pt x="4385" y="147"/>
                  <a:pt x="4376" y="150"/>
                  <a:pt x="4366" y="153"/>
                </a:cubicBezTo>
                <a:cubicBezTo>
                  <a:pt x="4366" y="149"/>
                  <a:pt x="4362" y="149"/>
                  <a:pt x="4362" y="146"/>
                </a:cubicBezTo>
                <a:cubicBezTo>
                  <a:pt x="4370" y="136"/>
                  <a:pt x="4383" y="137"/>
                  <a:pt x="4375" y="119"/>
                </a:cubicBezTo>
                <a:cubicBezTo>
                  <a:pt x="4392" y="115"/>
                  <a:pt x="4395" y="115"/>
                  <a:pt x="4405" y="124"/>
                </a:cubicBezTo>
                <a:cubicBezTo>
                  <a:pt x="4410" y="120"/>
                  <a:pt x="4408" y="110"/>
                  <a:pt x="4418" y="110"/>
                </a:cubicBezTo>
                <a:cubicBezTo>
                  <a:pt x="4429" y="107"/>
                  <a:pt x="4423" y="121"/>
                  <a:pt x="4432" y="120"/>
                </a:cubicBezTo>
                <a:cubicBezTo>
                  <a:pt x="4432" y="118"/>
                  <a:pt x="4434" y="116"/>
                  <a:pt x="4438" y="116"/>
                </a:cubicBezTo>
                <a:cubicBezTo>
                  <a:pt x="4443" y="103"/>
                  <a:pt x="4425" y="116"/>
                  <a:pt x="4425" y="107"/>
                </a:cubicBezTo>
                <a:cubicBezTo>
                  <a:pt x="4430" y="95"/>
                  <a:pt x="4420" y="88"/>
                  <a:pt x="4427" y="80"/>
                </a:cubicBezTo>
                <a:cubicBezTo>
                  <a:pt x="4427" y="80"/>
                  <a:pt x="4427" y="80"/>
                  <a:pt x="4427" y="80"/>
                </a:cubicBezTo>
                <a:cubicBezTo>
                  <a:pt x="4435" y="85"/>
                  <a:pt x="4445" y="83"/>
                  <a:pt x="4450" y="76"/>
                </a:cubicBezTo>
                <a:cubicBezTo>
                  <a:pt x="4437" y="64"/>
                  <a:pt x="4417" y="82"/>
                  <a:pt x="4406" y="67"/>
                </a:cubicBezTo>
                <a:cubicBezTo>
                  <a:pt x="4421" y="67"/>
                  <a:pt x="4426" y="59"/>
                  <a:pt x="4436" y="56"/>
                </a:cubicBezTo>
                <a:cubicBezTo>
                  <a:pt x="4424" y="52"/>
                  <a:pt x="4410" y="63"/>
                  <a:pt x="4406" y="57"/>
                </a:cubicBezTo>
                <a:cubicBezTo>
                  <a:pt x="4410" y="51"/>
                  <a:pt x="4416" y="48"/>
                  <a:pt x="4423" y="49"/>
                </a:cubicBezTo>
                <a:cubicBezTo>
                  <a:pt x="4433" y="14"/>
                  <a:pt x="4395" y="32"/>
                  <a:pt x="4381" y="31"/>
                </a:cubicBezTo>
                <a:cubicBezTo>
                  <a:pt x="4394" y="19"/>
                  <a:pt x="4412" y="22"/>
                  <a:pt x="4421" y="12"/>
                </a:cubicBezTo>
                <a:cubicBezTo>
                  <a:pt x="4415" y="3"/>
                  <a:pt x="4403" y="12"/>
                  <a:pt x="4395" y="2"/>
                </a:cubicBezTo>
                <a:lnTo>
                  <a:pt x="4394" y="0"/>
                </a:lnTo>
                <a:lnTo>
                  <a:pt x="4427" y="0"/>
                </a:lnTo>
                <a:lnTo>
                  <a:pt x="4427" y="2"/>
                </a:lnTo>
                <a:cubicBezTo>
                  <a:pt x="4428" y="8"/>
                  <a:pt x="4432" y="14"/>
                  <a:pt x="4434" y="19"/>
                </a:cubicBezTo>
                <a:lnTo>
                  <a:pt x="4435" y="19"/>
                </a:lnTo>
                <a:cubicBezTo>
                  <a:pt x="4444" y="21"/>
                  <a:pt x="4454" y="18"/>
                  <a:pt x="4461" y="11"/>
                </a:cubicBezTo>
                <a:cubicBezTo>
                  <a:pt x="4461" y="16"/>
                  <a:pt x="4460" y="25"/>
                  <a:pt x="4464" y="25"/>
                </a:cubicBezTo>
                <a:cubicBezTo>
                  <a:pt x="4461" y="9"/>
                  <a:pt x="4482" y="17"/>
                  <a:pt x="4478" y="1"/>
                </a:cubicBezTo>
                <a:lnTo>
                  <a:pt x="4478" y="0"/>
                </a:lnTo>
                <a:lnTo>
                  <a:pt x="4492" y="0"/>
                </a:lnTo>
                <a:lnTo>
                  <a:pt x="4493" y="1"/>
                </a:lnTo>
                <a:cubicBezTo>
                  <a:pt x="4493" y="1"/>
                  <a:pt x="4494" y="1"/>
                  <a:pt x="4494" y="1"/>
                </a:cubicBezTo>
                <a:lnTo>
                  <a:pt x="4494" y="0"/>
                </a:lnTo>
                <a:lnTo>
                  <a:pt x="4567" y="0"/>
                </a:lnTo>
                <a:lnTo>
                  <a:pt x="4567" y="0"/>
                </a:lnTo>
                <a:cubicBezTo>
                  <a:pt x="4567" y="4"/>
                  <a:pt x="4568" y="9"/>
                  <a:pt x="4571" y="8"/>
                </a:cubicBezTo>
                <a:lnTo>
                  <a:pt x="4572" y="7"/>
                </a:lnTo>
                <a:cubicBezTo>
                  <a:pt x="4572" y="4"/>
                  <a:pt x="4572" y="2"/>
                  <a:pt x="4573" y="1"/>
                </a:cubicBezTo>
                <a:lnTo>
                  <a:pt x="4573" y="0"/>
                </a:lnTo>
                <a:lnTo>
                  <a:pt x="4587" y="0"/>
                </a:lnTo>
                <a:lnTo>
                  <a:pt x="4588" y="1"/>
                </a:lnTo>
                <a:cubicBezTo>
                  <a:pt x="4589" y="3"/>
                  <a:pt x="4590" y="4"/>
                  <a:pt x="4590" y="5"/>
                </a:cubicBezTo>
                <a:cubicBezTo>
                  <a:pt x="4592" y="4"/>
                  <a:pt x="4594" y="2"/>
                  <a:pt x="4596" y="0"/>
                </a:cubicBezTo>
                <a:lnTo>
                  <a:pt x="4596" y="0"/>
                </a:lnTo>
                <a:lnTo>
                  <a:pt x="4611" y="0"/>
                </a:lnTo>
                <a:lnTo>
                  <a:pt x="4610" y="4"/>
                </a:lnTo>
                <a:cubicBezTo>
                  <a:pt x="4609" y="10"/>
                  <a:pt x="4611" y="18"/>
                  <a:pt x="4617" y="18"/>
                </a:cubicBezTo>
                <a:cubicBezTo>
                  <a:pt x="4619" y="14"/>
                  <a:pt x="4621" y="10"/>
                  <a:pt x="4622" y="6"/>
                </a:cubicBezTo>
                <a:lnTo>
                  <a:pt x="4624" y="0"/>
                </a:lnTo>
                <a:lnTo>
                  <a:pt x="6265" y="0"/>
                </a:lnTo>
                <a:lnTo>
                  <a:pt x="6264" y="2"/>
                </a:lnTo>
                <a:cubicBezTo>
                  <a:pt x="6271" y="2"/>
                  <a:pt x="6279" y="3"/>
                  <a:pt x="6283" y="0"/>
                </a:cubicBezTo>
                <a:lnTo>
                  <a:pt x="6283" y="0"/>
                </a:lnTo>
                <a:lnTo>
                  <a:pt x="6303" y="0"/>
                </a:lnTo>
                <a:lnTo>
                  <a:pt x="6304" y="0"/>
                </a:lnTo>
                <a:cubicBezTo>
                  <a:pt x="6309" y="3"/>
                  <a:pt x="6324" y="5"/>
                  <a:pt x="6328" y="0"/>
                </a:cubicBezTo>
                <a:lnTo>
                  <a:pt x="6328" y="0"/>
                </a:lnTo>
                <a:lnTo>
                  <a:pt x="6355" y="0"/>
                </a:lnTo>
                <a:lnTo>
                  <a:pt x="6356" y="1"/>
                </a:lnTo>
                <a:cubicBezTo>
                  <a:pt x="6357" y="3"/>
                  <a:pt x="6359" y="5"/>
                  <a:pt x="6362" y="6"/>
                </a:cubicBezTo>
                <a:cubicBezTo>
                  <a:pt x="6365" y="5"/>
                  <a:pt x="6367" y="3"/>
                  <a:pt x="6370" y="2"/>
                </a:cubicBezTo>
                <a:lnTo>
                  <a:pt x="6372" y="0"/>
                </a:lnTo>
                <a:lnTo>
                  <a:pt x="6434" y="0"/>
                </a:lnTo>
                <a:lnTo>
                  <a:pt x="6434" y="0"/>
                </a:lnTo>
                <a:cubicBezTo>
                  <a:pt x="6432" y="2"/>
                  <a:pt x="6431" y="4"/>
                  <a:pt x="6432" y="9"/>
                </a:cubicBezTo>
                <a:cubicBezTo>
                  <a:pt x="6436" y="9"/>
                  <a:pt x="6442" y="10"/>
                  <a:pt x="6442" y="6"/>
                </a:cubicBezTo>
                <a:cubicBezTo>
                  <a:pt x="6440" y="7"/>
                  <a:pt x="6439" y="5"/>
                  <a:pt x="6439" y="2"/>
                </a:cubicBezTo>
                <a:lnTo>
                  <a:pt x="6438" y="0"/>
                </a:lnTo>
                <a:lnTo>
                  <a:pt x="6533" y="0"/>
                </a:lnTo>
                <a:lnTo>
                  <a:pt x="6533" y="2"/>
                </a:lnTo>
                <a:cubicBezTo>
                  <a:pt x="6533" y="1"/>
                  <a:pt x="6534" y="1"/>
                  <a:pt x="6534" y="0"/>
                </a:cubicBezTo>
                <a:lnTo>
                  <a:pt x="6535" y="0"/>
                </a:lnTo>
                <a:lnTo>
                  <a:pt x="6546" y="0"/>
                </a:lnTo>
                <a:lnTo>
                  <a:pt x="6546" y="3"/>
                </a:lnTo>
                <a:cubicBezTo>
                  <a:pt x="6547" y="7"/>
                  <a:pt x="6549" y="10"/>
                  <a:pt x="6555" y="9"/>
                </a:cubicBezTo>
                <a:cubicBezTo>
                  <a:pt x="6557" y="7"/>
                  <a:pt x="6558" y="4"/>
                  <a:pt x="6558" y="2"/>
                </a:cubicBezTo>
                <a:lnTo>
                  <a:pt x="6558" y="0"/>
                </a:lnTo>
                <a:lnTo>
                  <a:pt x="6571" y="0"/>
                </a:lnTo>
                <a:lnTo>
                  <a:pt x="6572" y="1"/>
                </a:lnTo>
                <a:cubicBezTo>
                  <a:pt x="6574" y="3"/>
                  <a:pt x="6576" y="4"/>
                  <a:pt x="6578" y="5"/>
                </a:cubicBezTo>
                <a:cubicBezTo>
                  <a:pt x="6579" y="4"/>
                  <a:pt x="6580" y="3"/>
                  <a:pt x="6582" y="2"/>
                </a:cubicBezTo>
                <a:lnTo>
                  <a:pt x="6585" y="0"/>
                </a:lnTo>
                <a:lnTo>
                  <a:pt x="6613" y="0"/>
                </a:lnTo>
                <a:lnTo>
                  <a:pt x="6616" y="1"/>
                </a:lnTo>
                <a:cubicBezTo>
                  <a:pt x="6624" y="2"/>
                  <a:pt x="6632" y="3"/>
                  <a:pt x="6637" y="0"/>
                </a:cubicBezTo>
                <a:cubicBezTo>
                  <a:pt x="6637" y="2"/>
                  <a:pt x="6638" y="4"/>
                  <a:pt x="6639" y="5"/>
                </a:cubicBezTo>
                <a:cubicBezTo>
                  <a:pt x="6645" y="2"/>
                  <a:pt x="6654" y="3"/>
                  <a:pt x="6661" y="0"/>
                </a:cubicBezTo>
                <a:lnTo>
                  <a:pt x="6661" y="0"/>
                </a:lnTo>
                <a:lnTo>
                  <a:pt x="6685" y="0"/>
                </a:lnTo>
                <a:lnTo>
                  <a:pt x="6686" y="2"/>
                </a:lnTo>
                <a:cubicBezTo>
                  <a:pt x="6686" y="3"/>
                  <a:pt x="6686" y="4"/>
                  <a:pt x="6687" y="6"/>
                </a:cubicBezTo>
                <a:cubicBezTo>
                  <a:pt x="6699" y="-1"/>
                  <a:pt x="6709" y="8"/>
                  <a:pt x="6713" y="1"/>
                </a:cubicBezTo>
                <a:lnTo>
                  <a:pt x="6713" y="0"/>
                </a:lnTo>
                <a:lnTo>
                  <a:pt x="6721" y="0"/>
                </a:lnTo>
                <a:lnTo>
                  <a:pt x="6721" y="1"/>
                </a:lnTo>
                <a:cubicBezTo>
                  <a:pt x="6720" y="5"/>
                  <a:pt x="6720" y="10"/>
                  <a:pt x="6717" y="12"/>
                </a:cubicBezTo>
                <a:cubicBezTo>
                  <a:pt x="6724" y="9"/>
                  <a:pt x="6739" y="12"/>
                  <a:pt x="6741" y="2"/>
                </a:cubicBezTo>
                <a:cubicBezTo>
                  <a:pt x="6738" y="3"/>
                  <a:pt x="6737" y="2"/>
                  <a:pt x="6736" y="1"/>
                </a:cubicBezTo>
                <a:lnTo>
                  <a:pt x="6736" y="0"/>
                </a:lnTo>
                <a:lnTo>
                  <a:pt x="6766" y="0"/>
                </a:lnTo>
                <a:lnTo>
                  <a:pt x="6766" y="1"/>
                </a:lnTo>
                <a:cubicBezTo>
                  <a:pt x="6765" y="10"/>
                  <a:pt x="6764" y="10"/>
                  <a:pt x="6770" y="17"/>
                </a:cubicBezTo>
                <a:cubicBezTo>
                  <a:pt x="6788" y="8"/>
                  <a:pt x="6795" y="23"/>
                  <a:pt x="6810" y="7"/>
                </a:cubicBezTo>
                <a:cubicBezTo>
                  <a:pt x="6819" y="11"/>
                  <a:pt x="6820" y="23"/>
                  <a:pt x="6831" y="24"/>
                </a:cubicBezTo>
                <a:cubicBezTo>
                  <a:pt x="6831" y="15"/>
                  <a:pt x="6843" y="16"/>
                  <a:pt x="6847" y="11"/>
                </a:cubicBezTo>
                <a:cubicBezTo>
                  <a:pt x="6845" y="8"/>
                  <a:pt x="6844" y="5"/>
                  <a:pt x="6842" y="2"/>
                </a:cubicBezTo>
                <a:lnTo>
                  <a:pt x="6842" y="0"/>
                </a:lnTo>
                <a:lnTo>
                  <a:pt x="6849" y="0"/>
                </a:lnTo>
                <a:lnTo>
                  <a:pt x="6849" y="1"/>
                </a:lnTo>
                <a:cubicBezTo>
                  <a:pt x="6849" y="5"/>
                  <a:pt x="6852" y="6"/>
                  <a:pt x="6861" y="7"/>
                </a:cubicBezTo>
                <a:cubicBezTo>
                  <a:pt x="6861" y="4"/>
                  <a:pt x="6861" y="2"/>
                  <a:pt x="6860" y="0"/>
                </a:cubicBezTo>
                <a:lnTo>
                  <a:pt x="6860" y="0"/>
                </a:lnTo>
                <a:lnTo>
                  <a:pt x="6873" y="0"/>
                </a:lnTo>
                <a:lnTo>
                  <a:pt x="6873" y="4"/>
                </a:lnTo>
                <a:cubicBezTo>
                  <a:pt x="6876" y="18"/>
                  <a:pt x="6874" y="37"/>
                  <a:pt x="6891" y="37"/>
                </a:cubicBezTo>
                <a:cubicBezTo>
                  <a:pt x="6896" y="28"/>
                  <a:pt x="6889" y="16"/>
                  <a:pt x="6888" y="2"/>
                </a:cubicBezTo>
                <a:lnTo>
                  <a:pt x="6887" y="0"/>
                </a:lnTo>
                <a:lnTo>
                  <a:pt x="7025" y="0"/>
                </a:lnTo>
                <a:lnTo>
                  <a:pt x="7026" y="1"/>
                </a:lnTo>
                <a:cubicBezTo>
                  <a:pt x="7028" y="2"/>
                  <a:pt x="7028" y="3"/>
                  <a:pt x="7028" y="5"/>
                </a:cubicBezTo>
                <a:cubicBezTo>
                  <a:pt x="7019" y="14"/>
                  <a:pt x="7011" y="3"/>
                  <a:pt x="6998" y="5"/>
                </a:cubicBezTo>
                <a:cubicBezTo>
                  <a:pt x="6996" y="28"/>
                  <a:pt x="7014" y="13"/>
                  <a:pt x="7025" y="12"/>
                </a:cubicBezTo>
                <a:cubicBezTo>
                  <a:pt x="7025" y="23"/>
                  <a:pt x="7034" y="24"/>
                  <a:pt x="7035" y="33"/>
                </a:cubicBezTo>
                <a:cubicBezTo>
                  <a:pt x="7046" y="33"/>
                  <a:pt x="7046" y="26"/>
                  <a:pt x="7056" y="26"/>
                </a:cubicBezTo>
                <a:cubicBezTo>
                  <a:pt x="7056" y="19"/>
                  <a:pt x="7043" y="8"/>
                  <a:pt x="7051" y="0"/>
                </a:cubicBezTo>
                <a:lnTo>
                  <a:pt x="7051" y="0"/>
                </a:lnTo>
                <a:lnTo>
                  <a:pt x="7060" y="0"/>
                </a:lnTo>
                <a:lnTo>
                  <a:pt x="7062" y="1"/>
                </a:lnTo>
                <a:cubicBezTo>
                  <a:pt x="7071" y="4"/>
                  <a:pt x="7074" y="12"/>
                  <a:pt x="7083" y="16"/>
                </a:cubicBezTo>
                <a:cubicBezTo>
                  <a:pt x="7083" y="10"/>
                  <a:pt x="7082" y="5"/>
                  <a:pt x="7080" y="2"/>
                </a:cubicBezTo>
                <a:lnTo>
                  <a:pt x="7078" y="0"/>
                </a:lnTo>
                <a:lnTo>
                  <a:pt x="7102" y="0"/>
                </a:lnTo>
                <a:lnTo>
                  <a:pt x="7102" y="2"/>
                </a:lnTo>
                <a:cubicBezTo>
                  <a:pt x="7101" y="5"/>
                  <a:pt x="7100" y="8"/>
                  <a:pt x="7099" y="10"/>
                </a:cubicBezTo>
                <a:cubicBezTo>
                  <a:pt x="7096" y="11"/>
                  <a:pt x="7092" y="12"/>
                  <a:pt x="7089" y="13"/>
                </a:cubicBezTo>
                <a:cubicBezTo>
                  <a:pt x="7090" y="16"/>
                  <a:pt x="7091" y="20"/>
                  <a:pt x="7093" y="22"/>
                </a:cubicBezTo>
                <a:cubicBezTo>
                  <a:pt x="7091" y="26"/>
                  <a:pt x="7087" y="30"/>
                  <a:pt x="7083" y="32"/>
                </a:cubicBezTo>
                <a:cubicBezTo>
                  <a:pt x="7094" y="37"/>
                  <a:pt x="7098" y="32"/>
                  <a:pt x="7109" y="32"/>
                </a:cubicBezTo>
                <a:cubicBezTo>
                  <a:pt x="7109" y="30"/>
                  <a:pt x="7109" y="30"/>
                  <a:pt x="7109" y="30"/>
                </a:cubicBezTo>
                <a:cubicBezTo>
                  <a:pt x="7118" y="32"/>
                  <a:pt x="7127" y="36"/>
                  <a:pt x="7134" y="41"/>
                </a:cubicBezTo>
                <a:cubicBezTo>
                  <a:pt x="7132" y="41"/>
                  <a:pt x="7131" y="40"/>
                  <a:pt x="7129" y="39"/>
                </a:cubicBezTo>
                <a:cubicBezTo>
                  <a:pt x="7128" y="43"/>
                  <a:pt x="7115" y="51"/>
                  <a:pt x="7125" y="56"/>
                </a:cubicBezTo>
                <a:cubicBezTo>
                  <a:pt x="7135" y="46"/>
                  <a:pt x="7141" y="53"/>
                  <a:pt x="7148" y="59"/>
                </a:cubicBezTo>
                <a:cubicBezTo>
                  <a:pt x="7139" y="64"/>
                  <a:pt x="7129" y="68"/>
                  <a:pt x="7118" y="69"/>
                </a:cubicBezTo>
                <a:cubicBezTo>
                  <a:pt x="7118" y="66"/>
                  <a:pt x="7115" y="65"/>
                  <a:pt x="7115" y="62"/>
                </a:cubicBezTo>
                <a:cubicBezTo>
                  <a:pt x="7114" y="54"/>
                  <a:pt x="7121" y="55"/>
                  <a:pt x="7119" y="45"/>
                </a:cubicBezTo>
                <a:cubicBezTo>
                  <a:pt x="7106" y="43"/>
                  <a:pt x="7093" y="39"/>
                  <a:pt x="7085" y="48"/>
                </a:cubicBezTo>
                <a:cubicBezTo>
                  <a:pt x="7102" y="48"/>
                  <a:pt x="7096" y="70"/>
                  <a:pt x="7104" y="79"/>
                </a:cubicBezTo>
                <a:cubicBezTo>
                  <a:pt x="7113" y="83"/>
                  <a:pt x="7121" y="71"/>
                  <a:pt x="7121" y="79"/>
                </a:cubicBezTo>
                <a:cubicBezTo>
                  <a:pt x="7105" y="83"/>
                  <a:pt x="7103" y="101"/>
                  <a:pt x="7093" y="112"/>
                </a:cubicBezTo>
                <a:cubicBezTo>
                  <a:pt x="7100" y="112"/>
                  <a:pt x="7098" y="121"/>
                  <a:pt x="7107" y="119"/>
                </a:cubicBezTo>
                <a:cubicBezTo>
                  <a:pt x="7113" y="110"/>
                  <a:pt x="7114" y="94"/>
                  <a:pt x="7124" y="89"/>
                </a:cubicBezTo>
                <a:cubicBezTo>
                  <a:pt x="7129" y="93"/>
                  <a:pt x="7132" y="100"/>
                  <a:pt x="7141" y="100"/>
                </a:cubicBezTo>
                <a:cubicBezTo>
                  <a:pt x="7143" y="89"/>
                  <a:pt x="7132" y="93"/>
                  <a:pt x="7135" y="83"/>
                </a:cubicBezTo>
                <a:cubicBezTo>
                  <a:pt x="7142" y="72"/>
                  <a:pt x="7177" y="66"/>
                  <a:pt x="7181" y="84"/>
                </a:cubicBezTo>
                <a:cubicBezTo>
                  <a:pt x="7169" y="83"/>
                  <a:pt x="7172" y="99"/>
                  <a:pt x="7158" y="97"/>
                </a:cubicBezTo>
                <a:cubicBezTo>
                  <a:pt x="7158" y="102"/>
                  <a:pt x="7158" y="108"/>
                  <a:pt x="7158" y="114"/>
                </a:cubicBezTo>
                <a:cubicBezTo>
                  <a:pt x="7163" y="115"/>
                  <a:pt x="7166" y="109"/>
                  <a:pt x="7167" y="114"/>
                </a:cubicBezTo>
                <a:cubicBezTo>
                  <a:pt x="7161" y="144"/>
                  <a:pt x="7132" y="129"/>
                  <a:pt x="7116" y="149"/>
                </a:cubicBezTo>
                <a:cubicBezTo>
                  <a:pt x="7118" y="141"/>
                  <a:pt x="7110" y="142"/>
                  <a:pt x="7113" y="133"/>
                </a:cubicBezTo>
                <a:cubicBezTo>
                  <a:pt x="7135" y="138"/>
                  <a:pt x="7133" y="118"/>
                  <a:pt x="7151" y="120"/>
                </a:cubicBezTo>
                <a:cubicBezTo>
                  <a:pt x="7153" y="110"/>
                  <a:pt x="7139" y="115"/>
                  <a:pt x="7144" y="103"/>
                </a:cubicBezTo>
                <a:cubicBezTo>
                  <a:pt x="7124" y="106"/>
                  <a:pt x="7107" y="120"/>
                  <a:pt x="7101" y="139"/>
                </a:cubicBezTo>
                <a:cubicBezTo>
                  <a:pt x="7105" y="141"/>
                  <a:pt x="7108" y="143"/>
                  <a:pt x="7111" y="146"/>
                </a:cubicBezTo>
                <a:cubicBezTo>
                  <a:pt x="7106" y="149"/>
                  <a:pt x="7098" y="149"/>
                  <a:pt x="7097" y="156"/>
                </a:cubicBezTo>
                <a:cubicBezTo>
                  <a:pt x="7104" y="160"/>
                  <a:pt x="7104" y="171"/>
                  <a:pt x="7103" y="182"/>
                </a:cubicBezTo>
                <a:lnTo>
                  <a:pt x="7103" y="187"/>
                </a:lnTo>
                <a:lnTo>
                  <a:pt x="7102" y="187"/>
                </a:lnTo>
                <a:cubicBezTo>
                  <a:pt x="7099" y="188"/>
                  <a:pt x="7097" y="188"/>
                  <a:pt x="7094" y="189"/>
                </a:cubicBezTo>
                <a:lnTo>
                  <a:pt x="7092" y="191"/>
                </a:lnTo>
                <a:lnTo>
                  <a:pt x="7092" y="190"/>
                </a:lnTo>
                <a:cubicBezTo>
                  <a:pt x="7095" y="186"/>
                  <a:pt x="7094" y="179"/>
                  <a:pt x="7092" y="178"/>
                </a:cubicBezTo>
                <a:lnTo>
                  <a:pt x="7093" y="177"/>
                </a:lnTo>
                <a:cubicBezTo>
                  <a:pt x="7082" y="173"/>
                  <a:pt x="7087" y="186"/>
                  <a:pt x="7085" y="194"/>
                </a:cubicBezTo>
                <a:lnTo>
                  <a:pt x="7088" y="194"/>
                </a:lnTo>
                <a:lnTo>
                  <a:pt x="7088" y="194"/>
                </a:lnTo>
                <a:cubicBezTo>
                  <a:pt x="7084" y="198"/>
                  <a:pt x="7082" y="203"/>
                  <a:pt x="7082" y="209"/>
                </a:cubicBezTo>
                <a:cubicBezTo>
                  <a:pt x="7101" y="216"/>
                  <a:pt x="7109" y="207"/>
                  <a:pt x="7119" y="220"/>
                </a:cubicBezTo>
                <a:cubicBezTo>
                  <a:pt x="7110" y="222"/>
                  <a:pt x="7107" y="228"/>
                  <a:pt x="7102" y="233"/>
                </a:cubicBezTo>
                <a:cubicBezTo>
                  <a:pt x="7100" y="222"/>
                  <a:pt x="7083" y="228"/>
                  <a:pt x="7078" y="233"/>
                </a:cubicBezTo>
                <a:cubicBezTo>
                  <a:pt x="7080" y="234"/>
                  <a:pt x="7082" y="236"/>
                  <a:pt x="7083" y="237"/>
                </a:cubicBezTo>
                <a:lnTo>
                  <a:pt x="7086" y="242"/>
                </a:lnTo>
                <a:lnTo>
                  <a:pt x="7084" y="246"/>
                </a:lnTo>
                <a:cubicBezTo>
                  <a:pt x="7083" y="249"/>
                  <a:pt x="7083" y="252"/>
                  <a:pt x="7084" y="255"/>
                </a:cubicBezTo>
                <a:cubicBezTo>
                  <a:pt x="7087" y="255"/>
                  <a:pt x="7090" y="253"/>
                  <a:pt x="7092" y="250"/>
                </a:cubicBezTo>
                <a:lnTo>
                  <a:pt x="7093" y="247"/>
                </a:lnTo>
                <a:lnTo>
                  <a:pt x="7094" y="247"/>
                </a:lnTo>
                <a:cubicBezTo>
                  <a:pt x="7096" y="248"/>
                  <a:pt x="7097" y="247"/>
                  <a:pt x="7099" y="247"/>
                </a:cubicBezTo>
                <a:cubicBezTo>
                  <a:pt x="7105" y="247"/>
                  <a:pt x="7102" y="236"/>
                  <a:pt x="7109" y="237"/>
                </a:cubicBezTo>
                <a:cubicBezTo>
                  <a:pt x="7112" y="245"/>
                  <a:pt x="7109" y="248"/>
                  <a:pt x="7112" y="261"/>
                </a:cubicBezTo>
                <a:cubicBezTo>
                  <a:pt x="7119" y="262"/>
                  <a:pt x="7126" y="265"/>
                  <a:pt x="7133" y="268"/>
                </a:cubicBezTo>
                <a:cubicBezTo>
                  <a:pt x="7130" y="256"/>
                  <a:pt x="7147" y="264"/>
                  <a:pt x="7154" y="262"/>
                </a:cubicBezTo>
                <a:cubicBezTo>
                  <a:pt x="7153" y="268"/>
                  <a:pt x="7156" y="269"/>
                  <a:pt x="7156" y="275"/>
                </a:cubicBezTo>
                <a:cubicBezTo>
                  <a:pt x="7142" y="278"/>
                  <a:pt x="7127" y="276"/>
                  <a:pt x="7113" y="271"/>
                </a:cubicBezTo>
                <a:cubicBezTo>
                  <a:pt x="7115" y="279"/>
                  <a:pt x="7096" y="282"/>
                  <a:pt x="7106" y="288"/>
                </a:cubicBezTo>
                <a:cubicBezTo>
                  <a:pt x="7112" y="284"/>
                  <a:pt x="7112" y="285"/>
                  <a:pt x="7110" y="288"/>
                </a:cubicBezTo>
                <a:lnTo>
                  <a:pt x="7109" y="289"/>
                </a:lnTo>
                <a:lnTo>
                  <a:pt x="7108" y="290"/>
                </a:lnTo>
                <a:cubicBezTo>
                  <a:pt x="7094" y="292"/>
                  <a:pt x="7091" y="278"/>
                  <a:pt x="7083" y="286"/>
                </a:cubicBezTo>
                <a:cubicBezTo>
                  <a:pt x="7083" y="296"/>
                  <a:pt x="7094" y="297"/>
                  <a:pt x="7102" y="299"/>
                </a:cubicBezTo>
                <a:lnTo>
                  <a:pt x="7106" y="301"/>
                </a:lnTo>
                <a:lnTo>
                  <a:pt x="7106" y="301"/>
                </a:lnTo>
                <a:lnTo>
                  <a:pt x="7107" y="301"/>
                </a:lnTo>
                <a:lnTo>
                  <a:pt x="7110" y="303"/>
                </a:lnTo>
                <a:lnTo>
                  <a:pt x="7110" y="301"/>
                </a:lnTo>
                <a:lnTo>
                  <a:pt x="7111" y="302"/>
                </a:lnTo>
                <a:cubicBezTo>
                  <a:pt x="7122" y="303"/>
                  <a:pt x="7129" y="307"/>
                  <a:pt x="7139" y="301"/>
                </a:cubicBezTo>
                <a:cubicBezTo>
                  <a:pt x="7136" y="289"/>
                  <a:pt x="7130" y="286"/>
                  <a:pt x="7143" y="280"/>
                </a:cubicBezTo>
                <a:cubicBezTo>
                  <a:pt x="7150" y="288"/>
                  <a:pt x="7154" y="293"/>
                  <a:pt x="7156" y="299"/>
                </a:cubicBezTo>
                <a:lnTo>
                  <a:pt x="7157" y="304"/>
                </a:lnTo>
                <a:lnTo>
                  <a:pt x="7154" y="304"/>
                </a:lnTo>
                <a:lnTo>
                  <a:pt x="7154" y="303"/>
                </a:lnTo>
                <a:cubicBezTo>
                  <a:pt x="7154" y="306"/>
                  <a:pt x="7154" y="308"/>
                  <a:pt x="7154" y="311"/>
                </a:cubicBezTo>
                <a:lnTo>
                  <a:pt x="7158" y="311"/>
                </a:lnTo>
                <a:lnTo>
                  <a:pt x="7158" y="317"/>
                </a:lnTo>
                <a:cubicBezTo>
                  <a:pt x="7158" y="322"/>
                  <a:pt x="7158" y="328"/>
                  <a:pt x="7159" y="335"/>
                </a:cubicBezTo>
                <a:cubicBezTo>
                  <a:pt x="7146" y="334"/>
                  <a:pt x="7139" y="327"/>
                  <a:pt x="7125" y="327"/>
                </a:cubicBezTo>
                <a:cubicBezTo>
                  <a:pt x="7126" y="323"/>
                  <a:pt x="7129" y="323"/>
                  <a:pt x="7129" y="317"/>
                </a:cubicBezTo>
                <a:cubicBezTo>
                  <a:pt x="7119" y="322"/>
                  <a:pt x="7112" y="309"/>
                  <a:pt x="7106" y="316"/>
                </a:cubicBezTo>
                <a:lnTo>
                  <a:pt x="7106" y="316"/>
                </a:lnTo>
                <a:lnTo>
                  <a:pt x="7101" y="316"/>
                </a:lnTo>
                <a:cubicBezTo>
                  <a:pt x="7097" y="315"/>
                  <a:pt x="7093" y="316"/>
                  <a:pt x="7092" y="319"/>
                </a:cubicBezTo>
                <a:cubicBezTo>
                  <a:pt x="7092" y="320"/>
                  <a:pt x="7093" y="321"/>
                  <a:pt x="7094" y="321"/>
                </a:cubicBezTo>
                <a:cubicBezTo>
                  <a:pt x="7099" y="324"/>
                  <a:pt x="7104" y="324"/>
                  <a:pt x="7109" y="321"/>
                </a:cubicBezTo>
                <a:lnTo>
                  <a:pt x="7110" y="319"/>
                </a:lnTo>
                <a:lnTo>
                  <a:pt x="7111" y="319"/>
                </a:lnTo>
                <a:cubicBezTo>
                  <a:pt x="7118" y="325"/>
                  <a:pt x="7098" y="337"/>
                  <a:pt x="7106" y="341"/>
                </a:cubicBezTo>
                <a:cubicBezTo>
                  <a:pt x="7106" y="339"/>
                  <a:pt x="7110" y="337"/>
                  <a:pt x="7109" y="341"/>
                </a:cubicBezTo>
                <a:cubicBezTo>
                  <a:pt x="7108" y="345"/>
                  <a:pt x="7105" y="346"/>
                  <a:pt x="7102" y="347"/>
                </a:cubicBezTo>
                <a:cubicBezTo>
                  <a:pt x="7096" y="340"/>
                  <a:pt x="7085" y="337"/>
                  <a:pt x="7075" y="340"/>
                </a:cubicBezTo>
                <a:cubicBezTo>
                  <a:pt x="7077" y="353"/>
                  <a:pt x="7080" y="369"/>
                  <a:pt x="7092" y="368"/>
                </a:cubicBezTo>
                <a:cubicBezTo>
                  <a:pt x="7103" y="366"/>
                  <a:pt x="7099" y="350"/>
                  <a:pt x="7112" y="351"/>
                </a:cubicBezTo>
                <a:cubicBezTo>
                  <a:pt x="7108" y="364"/>
                  <a:pt x="7122" y="375"/>
                  <a:pt x="7108" y="378"/>
                </a:cubicBezTo>
                <a:cubicBezTo>
                  <a:pt x="7100" y="378"/>
                  <a:pt x="7098" y="373"/>
                  <a:pt x="7092" y="371"/>
                </a:cubicBezTo>
                <a:cubicBezTo>
                  <a:pt x="7084" y="383"/>
                  <a:pt x="7086" y="390"/>
                  <a:pt x="7078" y="404"/>
                </a:cubicBezTo>
                <a:cubicBezTo>
                  <a:pt x="7090" y="404"/>
                  <a:pt x="7105" y="408"/>
                  <a:pt x="7108" y="398"/>
                </a:cubicBezTo>
                <a:cubicBezTo>
                  <a:pt x="7113" y="417"/>
                  <a:pt x="7114" y="437"/>
                  <a:pt x="7110" y="456"/>
                </a:cubicBezTo>
                <a:cubicBezTo>
                  <a:pt x="7115" y="459"/>
                  <a:pt x="7121" y="461"/>
                  <a:pt x="7127" y="460"/>
                </a:cubicBezTo>
                <a:cubicBezTo>
                  <a:pt x="7136" y="455"/>
                  <a:pt x="7121" y="446"/>
                  <a:pt x="7130" y="443"/>
                </a:cubicBezTo>
                <a:cubicBezTo>
                  <a:pt x="7143" y="450"/>
                  <a:pt x="7151" y="460"/>
                  <a:pt x="7163" y="467"/>
                </a:cubicBezTo>
                <a:cubicBezTo>
                  <a:pt x="7158" y="470"/>
                  <a:pt x="7152" y="472"/>
                  <a:pt x="7146" y="470"/>
                </a:cubicBezTo>
                <a:cubicBezTo>
                  <a:pt x="7145" y="482"/>
                  <a:pt x="7163" y="475"/>
                  <a:pt x="7156" y="491"/>
                </a:cubicBezTo>
                <a:cubicBezTo>
                  <a:pt x="7169" y="494"/>
                  <a:pt x="7177" y="482"/>
                  <a:pt x="7177" y="498"/>
                </a:cubicBezTo>
                <a:cubicBezTo>
                  <a:pt x="7148" y="510"/>
                  <a:pt x="7131" y="519"/>
                  <a:pt x="7103" y="510"/>
                </a:cubicBezTo>
                <a:cubicBezTo>
                  <a:pt x="7099" y="482"/>
                  <a:pt x="7099" y="454"/>
                  <a:pt x="7101" y="425"/>
                </a:cubicBezTo>
                <a:cubicBezTo>
                  <a:pt x="7093" y="425"/>
                  <a:pt x="7091" y="430"/>
                  <a:pt x="7085" y="432"/>
                </a:cubicBezTo>
                <a:cubicBezTo>
                  <a:pt x="7086" y="440"/>
                  <a:pt x="7089" y="444"/>
                  <a:pt x="7081" y="449"/>
                </a:cubicBezTo>
                <a:cubicBezTo>
                  <a:pt x="7079" y="461"/>
                  <a:pt x="7092" y="458"/>
                  <a:pt x="7090" y="470"/>
                </a:cubicBezTo>
                <a:cubicBezTo>
                  <a:pt x="7082" y="474"/>
                  <a:pt x="7089" y="494"/>
                  <a:pt x="7076" y="493"/>
                </a:cubicBezTo>
                <a:cubicBezTo>
                  <a:pt x="7064" y="492"/>
                  <a:pt x="7058" y="484"/>
                  <a:pt x="7046" y="482"/>
                </a:cubicBezTo>
                <a:cubicBezTo>
                  <a:pt x="7043" y="491"/>
                  <a:pt x="7042" y="500"/>
                  <a:pt x="7043" y="509"/>
                </a:cubicBezTo>
                <a:cubicBezTo>
                  <a:pt x="7039" y="509"/>
                  <a:pt x="7035" y="508"/>
                  <a:pt x="7033" y="505"/>
                </a:cubicBezTo>
                <a:cubicBezTo>
                  <a:pt x="7029" y="515"/>
                  <a:pt x="7030" y="527"/>
                  <a:pt x="7035" y="536"/>
                </a:cubicBezTo>
                <a:cubicBezTo>
                  <a:pt x="7042" y="516"/>
                  <a:pt x="7063" y="505"/>
                  <a:pt x="7083" y="510"/>
                </a:cubicBezTo>
                <a:cubicBezTo>
                  <a:pt x="7084" y="507"/>
                  <a:pt x="7083" y="503"/>
                  <a:pt x="7086" y="503"/>
                </a:cubicBezTo>
                <a:cubicBezTo>
                  <a:pt x="7083" y="517"/>
                  <a:pt x="7086" y="531"/>
                  <a:pt x="7095" y="541"/>
                </a:cubicBezTo>
                <a:cubicBezTo>
                  <a:pt x="7102" y="535"/>
                  <a:pt x="7104" y="525"/>
                  <a:pt x="7099" y="517"/>
                </a:cubicBezTo>
                <a:cubicBezTo>
                  <a:pt x="7122" y="523"/>
                  <a:pt x="7144" y="530"/>
                  <a:pt x="7166" y="538"/>
                </a:cubicBezTo>
                <a:cubicBezTo>
                  <a:pt x="7165" y="532"/>
                  <a:pt x="7170" y="531"/>
                  <a:pt x="7170" y="525"/>
                </a:cubicBezTo>
                <a:cubicBezTo>
                  <a:pt x="7159" y="520"/>
                  <a:pt x="7152" y="534"/>
                  <a:pt x="7149" y="525"/>
                </a:cubicBezTo>
                <a:cubicBezTo>
                  <a:pt x="7149" y="524"/>
                  <a:pt x="7149" y="524"/>
                  <a:pt x="7149" y="523"/>
                </a:cubicBezTo>
                <a:cubicBezTo>
                  <a:pt x="7149" y="516"/>
                  <a:pt x="7156" y="511"/>
                  <a:pt x="7163" y="512"/>
                </a:cubicBezTo>
                <a:cubicBezTo>
                  <a:pt x="7168" y="511"/>
                  <a:pt x="7173" y="514"/>
                  <a:pt x="7176" y="519"/>
                </a:cubicBezTo>
                <a:cubicBezTo>
                  <a:pt x="7173" y="531"/>
                  <a:pt x="7186" y="545"/>
                  <a:pt x="7172" y="549"/>
                </a:cubicBezTo>
                <a:cubicBezTo>
                  <a:pt x="7153" y="543"/>
                  <a:pt x="7121" y="558"/>
                  <a:pt x="7091" y="554"/>
                </a:cubicBezTo>
                <a:cubicBezTo>
                  <a:pt x="7094" y="563"/>
                  <a:pt x="7094" y="573"/>
                  <a:pt x="7092" y="582"/>
                </a:cubicBezTo>
                <a:lnTo>
                  <a:pt x="7092" y="584"/>
                </a:lnTo>
                <a:lnTo>
                  <a:pt x="7091" y="583"/>
                </a:lnTo>
                <a:cubicBezTo>
                  <a:pt x="7087" y="583"/>
                  <a:pt x="7084" y="583"/>
                  <a:pt x="7084" y="587"/>
                </a:cubicBezTo>
                <a:cubicBezTo>
                  <a:pt x="7086" y="587"/>
                  <a:pt x="7087" y="587"/>
                  <a:pt x="7087" y="590"/>
                </a:cubicBezTo>
                <a:cubicBezTo>
                  <a:pt x="7088" y="590"/>
                  <a:pt x="7089" y="590"/>
                  <a:pt x="7090" y="590"/>
                </a:cubicBezTo>
                <a:lnTo>
                  <a:pt x="7091" y="590"/>
                </a:lnTo>
                <a:lnTo>
                  <a:pt x="7090" y="591"/>
                </a:lnTo>
                <a:cubicBezTo>
                  <a:pt x="7102" y="594"/>
                  <a:pt x="7095" y="578"/>
                  <a:pt x="7107" y="581"/>
                </a:cubicBezTo>
                <a:cubicBezTo>
                  <a:pt x="7105" y="592"/>
                  <a:pt x="7113" y="592"/>
                  <a:pt x="7110" y="602"/>
                </a:cubicBezTo>
                <a:cubicBezTo>
                  <a:pt x="7124" y="605"/>
                  <a:pt x="7126" y="596"/>
                  <a:pt x="7137" y="596"/>
                </a:cubicBezTo>
                <a:cubicBezTo>
                  <a:pt x="7138" y="583"/>
                  <a:pt x="7125" y="573"/>
                  <a:pt x="7138" y="559"/>
                </a:cubicBezTo>
                <a:lnTo>
                  <a:pt x="7159" y="559"/>
                </a:lnTo>
                <a:cubicBezTo>
                  <a:pt x="7148" y="573"/>
                  <a:pt x="7171" y="575"/>
                  <a:pt x="7179" y="580"/>
                </a:cubicBezTo>
                <a:cubicBezTo>
                  <a:pt x="7173" y="599"/>
                  <a:pt x="7152" y="573"/>
                  <a:pt x="7153" y="576"/>
                </a:cubicBezTo>
                <a:cubicBezTo>
                  <a:pt x="7149" y="587"/>
                  <a:pt x="7162" y="583"/>
                  <a:pt x="7162" y="589"/>
                </a:cubicBezTo>
                <a:cubicBezTo>
                  <a:pt x="7155" y="590"/>
                  <a:pt x="7160" y="604"/>
                  <a:pt x="7162" y="606"/>
                </a:cubicBezTo>
                <a:cubicBezTo>
                  <a:pt x="7156" y="613"/>
                  <a:pt x="7152" y="602"/>
                  <a:pt x="7149" y="613"/>
                </a:cubicBezTo>
                <a:cubicBezTo>
                  <a:pt x="7154" y="613"/>
                  <a:pt x="7160" y="613"/>
                  <a:pt x="7159" y="620"/>
                </a:cubicBezTo>
                <a:cubicBezTo>
                  <a:pt x="7148" y="617"/>
                  <a:pt x="7138" y="614"/>
                  <a:pt x="7129" y="609"/>
                </a:cubicBezTo>
                <a:cubicBezTo>
                  <a:pt x="7124" y="623"/>
                  <a:pt x="7096" y="616"/>
                  <a:pt x="7085" y="625"/>
                </a:cubicBezTo>
                <a:cubicBezTo>
                  <a:pt x="7097" y="639"/>
                  <a:pt x="7112" y="629"/>
                  <a:pt x="7125" y="643"/>
                </a:cubicBezTo>
                <a:cubicBezTo>
                  <a:pt x="7140" y="636"/>
                  <a:pt x="7158" y="633"/>
                  <a:pt x="7175" y="634"/>
                </a:cubicBezTo>
                <a:cubicBezTo>
                  <a:pt x="7175" y="637"/>
                  <a:pt x="7176" y="641"/>
                  <a:pt x="7178" y="644"/>
                </a:cubicBezTo>
                <a:cubicBezTo>
                  <a:pt x="7169" y="647"/>
                  <a:pt x="7170" y="639"/>
                  <a:pt x="7162" y="640"/>
                </a:cubicBezTo>
                <a:cubicBezTo>
                  <a:pt x="7157" y="644"/>
                  <a:pt x="7161" y="658"/>
                  <a:pt x="7148" y="653"/>
                </a:cubicBezTo>
                <a:cubicBezTo>
                  <a:pt x="7145" y="664"/>
                  <a:pt x="7156" y="661"/>
                  <a:pt x="7158" y="667"/>
                </a:cubicBezTo>
                <a:cubicBezTo>
                  <a:pt x="7145" y="676"/>
                  <a:pt x="7129" y="676"/>
                  <a:pt x="7116" y="670"/>
                </a:cubicBezTo>
                <a:lnTo>
                  <a:pt x="7114" y="668"/>
                </a:lnTo>
                <a:lnTo>
                  <a:pt x="7114" y="668"/>
                </a:lnTo>
                <a:cubicBezTo>
                  <a:pt x="7113" y="665"/>
                  <a:pt x="7111" y="661"/>
                  <a:pt x="7109" y="658"/>
                </a:cubicBezTo>
                <a:lnTo>
                  <a:pt x="7109" y="657"/>
                </a:lnTo>
                <a:cubicBezTo>
                  <a:pt x="7108" y="660"/>
                  <a:pt x="7106" y="661"/>
                  <a:pt x="7102" y="662"/>
                </a:cubicBezTo>
                <a:cubicBezTo>
                  <a:pt x="7101" y="670"/>
                  <a:pt x="7104" y="676"/>
                  <a:pt x="7109" y="678"/>
                </a:cubicBezTo>
                <a:lnTo>
                  <a:pt x="7111" y="679"/>
                </a:lnTo>
                <a:lnTo>
                  <a:pt x="7111" y="682"/>
                </a:lnTo>
                <a:cubicBezTo>
                  <a:pt x="7112" y="684"/>
                  <a:pt x="7113" y="685"/>
                  <a:pt x="7114" y="687"/>
                </a:cubicBezTo>
                <a:cubicBezTo>
                  <a:pt x="7153" y="685"/>
                  <a:pt x="7166" y="660"/>
                  <a:pt x="7208" y="672"/>
                </a:cubicBezTo>
                <a:cubicBezTo>
                  <a:pt x="7200" y="673"/>
                  <a:pt x="7192" y="674"/>
                  <a:pt x="7194" y="686"/>
                </a:cubicBezTo>
                <a:cubicBezTo>
                  <a:pt x="7205" y="685"/>
                  <a:pt x="7219" y="688"/>
                  <a:pt x="7224" y="683"/>
                </a:cubicBezTo>
                <a:cubicBezTo>
                  <a:pt x="7226" y="673"/>
                  <a:pt x="7216" y="662"/>
                  <a:pt x="7228" y="659"/>
                </a:cubicBezTo>
                <a:lnTo>
                  <a:pt x="7228" y="690"/>
                </a:lnTo>
                <a:cubicBezTo>
                  <a:pt x="7216" y="688"/>
                  <a:pt x="7210" y="692"/>
                  <a:pt x="7207" y="699"/>
                </a:cubicBezTo>
                <a:cubicBezTo>
                  <a:pt x="7219" y="708"/>
                  <a:pt x="7233" y="693"/>
                  <a:pt x="7231" y="713"/>
                </a:cubicBezTo>
                <a:cubicBezTo>
                  <a:pt x="7202" y="718"/>
                  <a:pt x="7182" y="703"/>
                  <a:pt x="7154" y="712"/>
                </a:cubicBezTo>
                <a:cubicBezTo>
                  <a:pt x="7162" y="726"/>
                  <a:pt x="7203" y="723"/>
                  <a:pt x="7214" y="720"/>
                </a:cubicBezTo>
                <a:cubicBezTo>
                  <a:pt x="7212" y="734"/>
                  <a:pt x="7196" y="751"/>
                  <a:pt x="7183" y="743"/>
                </a:cubicBezTo>
                <a:cubicBezTo>
                  <a:pt x="7182" y="734"/>
                  <a:pt x="7196" y="740"/>
                  <a:pt x="7193" y="730"/>
                </a:cubicBezTo>
                <a:cubicBezTo>
                  <a:pt x="7181" y="728"/>
                  <a:pt x="7173" y="731"/>
                  <a:pt x="7170" y="739"/>
                </a:cubicBezTo>
                <a:cubicBezTo>
                  <a:pt x="7175" y="737"/>
                  <a:pt x="7184" y="746"/>
                  <a:pt x="7176" y="746"/>
                </a:cubicBezTo>
                <a:cubicBezTo>
                  <a:pt x="7165" y="747"/>
                  <a:pt x="7147" y="741"/>
                  <a:pt x="7149" y="755"/>
                </a:cubicBezTo>
                <a:cubicBezTo>
                  <a:pt x="7177" y="746"/>
                  <a:pt x="7183" y="767"/>
                  <a:pt x="7216" y="757"/>
                </a:cubicBezTo>
                <a:cubicBezTo>
                  <a:pt x="7214" y="762"/>
                  <a:pt x="7220" y="774"/>
                  <a:pt x="7212" y="774"/>
                </a:cubicBezTo>
                <a:cubicBezTo>
                  <a:pt x="7212" y="763"/>
                  <a:pt x="7196" y="768"/>
                  <a:pt x="7186" y="767"/>
                </a:cubicBezTo>
                <a:lnTo>
                  <a:pt x="7184" y="773"/>
                </a:lnTo>
                <a:lnTo>
                  <a:pt x="7184" y="773"/>
                </a:lnTo>
                <a:cubicBezTo>
                  <a:pt x="7178" y="769"/>
                  <a:pt x="7163" y="768"/>
                  <a:pt x="7163" y="778"/>
                </a:cubicBezTo>
                <a:cubicBezTo>
                  <a:pt x="7168" y="779"/>
                  <a:pt x="7175" y="782"/>
                  <a:pt x="7180" y="781"/>
                </a:cubicBezTo>
                <a:lnTo>
                  <a:pt x="7181" y="781"/>
                </a:lnTo>
                <a:lnTo>
                  <a:pt x="7180" y="785"/>
                </a:lnTo>
                <a:cubicBezTo>
                  <a:pt x="7177" y="790"/>
                  <a:pt x="7174" y="794"/>
                  <a:pt x="7168" y="797"/>
                </a:cubicBezTo>
                <a:cubicBezTo>
                  <a:pt x="7166" y="792"/>
                  <a:pt x="7166" y="783"/>
                  <a:pt x="7155" y="786"/>
                </a:cubicBezTo>
                <a:cubicBezTo>
                  <a:pt x="7150" y="792"/>
                  <a:pt x="7158" y="798"/>
                  <a:pt x="7148" y="803"/>
                </a:cubicBezTo>
                <a:cubicBezTo>
                  <a:pt x="7137" y="800"/>
                  <a:pt x="7127" y="784"/>
                  <a:pt x="7121" y="803"/>
                </a:cubicBezTo>
                <a:cubicBezTo>
                  <a:pt x="7112" y="789"/>
                  <a:pt x="7139" y="787"/>
                  <a:pt x="7139" y="773"/>
                </a:cubicBezTo>
                <a:cubicBezTo>
                  <a:pt x="7118" y="774"/>
                  <a:pt x="7074" y="781"/>
                  <a:pt x="7097" y="806"/>
                </a:cubicBezTo>
                <a:cubicBezTo>
                  <a:pt x="7096" y="797"/>
                  <a:pt x="7099" y="793"/>
                  <a:pt x="7108" y="796"/>
                </a:cubicBezTo>
                <a:cubicBezTo>
                  <a:pt x="7106" y="802"/>
                  <a:pt x="7098" y="802"/>
                  <a:pt x="7101" y="812"/>
                </a:cubicBezTo>
                <a:cubicBezTo>
                  <a:pt x="7135" y="813"/>
                  <a:pt x="7184" y="793"/>
                  <a:pt x="7167" y="841"/>
                </a:cubicBezTo>
                <a:cubicBezTo>
                  <a:pt x="7166" y="845"/>
                  <a:pt x="7153" y="846"/>
                  <a:pt x="7153" y="858"/>
                </a:cubicBezTo>
                <a:cubicBezTo>
                  <a:pt x="7147" y="842"/>
                  <a:pt x="7136" y="861"/>
                  <a:pt x="7130" y="854"/>
                </a:cubicBezTo>
                <a:cubicBezTo>
                  <a:pt x="7142" y="837"/>
                  <a:pt x="7119" y="836"/>
                  <a:pt x="7127" y="823"/>
                </a:cubicBezTo>
                <a:cubicBezTo>
                  <a:pt x="7115" y="822"/>
                  <a:pt x="7109" y="819"/>
                  <a:pt x="7100" y="826"/>
                </a:cubicBezTo>
                <a:cubicBezTo>
                  <a:pt x="7109" y="826"/>
                  <a:pt x="7107" y="838"/>
                  <a:pt x="7107" y="847"/>
                </a:cubicBezTo>
                <a:cubicBezTo>
                  <a:pt x="7123" y="848"/>
                  <a:pt x="7123" y="855"/>
                  <a:pt x="7123" y="864"/>
                </a:cubicBezTo>
                <a:cubicBezTo>
                  <a:pt x="7151" y="860"/>
                  <a:pt x="7186" y="865"/>
                  <a:pt x="7194" y="832"/>
                </a:cubicBezTo>
                <a:cubicBezTo>
                  <a:pt x="7202" y="845"/>
                  <a:pt x="7218" y="828"/>
                  <a:pt x="7228" y="832"/>
                </a:cubicBezTo>
                <a:cubicBezTo>
                  <a:pt x="7235" y="812"/>
                  <a:pt x="7206" y="826"/>
                  <a:pt x="7211" y="808"/>
                </a:cubicBezTo>
                <a:cubicBezTo>
                  <a:pt x="7223" y="808"/>
                  <a:pt x="7226" y="814"/>
                  <a:pt x="7232" y="805"/>
                </a:cubicBezTo>
                <a:cubicBezTo>
                  <a:pt x="7230" y="805"/>
                  <a:pt x="7228" y="802"/>
                  <a:pt x="7232" y="802"/>
                </a:cubicBezTo>
                <a:cubicBezTo>
                  <a:pt x="7238" y="812"/>
                  <a:pt x="7226" y="830"/>
                  <a:pt x="7241" y="836"/>
                </a:cubicBezTo>
                <a:cubicBezTo>
                  <a:pt x="7234" y="838"/>
                  <a:pt x="7240" y="858"/>
                  <a:pt x="7231" y="859"/>
                </a:cubicBezTo>
                <a:cubicBezTo>
                  <a:pt x="7233" y="840"/>
                  <a:pt x="7221" y="856"/>
                  <a:pt x="7210" y="852"/>
                </a:cubicBezTo>
                <a:cubicBezTo>
                  <a:pt x="7207" y="862"/>
                  <a:pt x="7221" y="856"/>
                  <a:pt x="7216" y="869"/>
                </a:cubicBezTo>
                <a:cubicBezTo>
                  <a:pt x="7204" y="868"/>
                  <a:pt x="7205" y="864"/>
                  <a:pt x="7199" y="872"/>
                </a:cubicBezTo>
                <a:cubicBezTo>
                  <a:pt x="7196" y="865"/>
                  <a:pt x="7198" y="854"/>
                  <a:pt x="7183" y="858"/>
                </a:cubicBezTo>
                <a:cubicBezTo>
                  <a:pt x="7178" y="873"/>
                  <a:pt x="7194" y="867"/>
                  <a:pt x="7192" y="879"/>
                </a:cubicBezTo>
                <a:cubicBezTo>
                  <a:pt x="7184" y="877"/>
                  <a:pt x="7185" y="885"/>
                  <a:pt x="7176" y="882"/>
                </a:cubicBezTo>
                <a:cubicBezTo>
                  <a:pt x="7173" y="893"/>
                  <a:pt x="7189" y="886"/>
                  <a:pt x="7185" y="899"/>
                </a:cubicBezTo>
                <a:cubicBezTo>
                  <a:pt x="7174" y="900"/>
                  <a:pt x="7164" y="906"/>
                  <a:pt x="7159" y="895"/>
                </a:cubicBezTo>
                <a:cubicBezTo>
                  <a:pt x="7165" y="893"/>
                  <a:pt x="7172" y="894"/>
                  <a:pt x="7176" y="889"/>
                </a:cubicBezTo>
                <a:cubicBezTo>
                  <a:pt x="7162" y="881"/>
                  <a:pt x="7160" y="876"/>
                  <a:pt x="7146" y="875"/>
                </a:cubicBezTo>
                <a:lnTo>
                  <a:pt x="7143" y="874"/>
                </a:lnTo>
                <a:lnTo>
                  <a:pt x="7141" y="873"/>
                </a:lnTo>
                <a:cubicBezTo>
                  <a:pt x="7134" y="868"/>
                  <a:pt x="7126" y="866"/>
                  <a:pt x="7118" y="868"/>
                </a:cubicBezTo>
                <a:cubicBezTo>
                  <a:pt x="7112" y="886"/>
                  <a:pt x="7107" y="890"/>
                  <a:pt x="7088" y="894"/>
                </a:cubicBezTo>
                <a:lnTo>
                  <a:pt x="7083" y="894"/>
                </a:lnTo>
                <a:lnTo>
                  <a:pt x="7083" y="894"/>
                </a:lnTo>
                <a:lnTo>
                  <a:pt x="7083" y="894"/>
                </a:lnTo>
                <a:lnTo>
                  <a:pt x="7083" y="894"/>
                </a:lnTo>
                <a:lnTo>
                  <a:pt x="7083" y="898"/>
                </a:lnTo>
                <a:cubicBezTo>
                  <a:pt x="7083" y="902"/>
                  <a:pt x="7083" y="906"/>
                  <a:pt x="7086" y="908"/>
                </a:cubicBezTo>
                <a:cubicBezTo>
                  <a:pt x="7097" y="900"/>
                  <a:pt x="7107" y="906"/>
                  <a:pt x="7127" y="906"/>
                </a:cubicBezTo>
                <a:cubicBezTo>
                  <a:pt x="7129" y="898"/>
                  <a:pt x="7134" y="894"/>
                  <a:pt x="7139" y="888"/>
                </a:cubicBezTo>
                <a:lnTo>
                  <a:pt x="7139" y="888"/>
                </a:lnTo>
                <a:lnTo>
                  <a:pt x="7139" y="888"/>
                </a:lnTo>
                <a:cubicBezTo>
                  <a:pt x="7141" y="891"/>
                  <a:pt x="7145" y="893"/>
                  <a:pt x="7148" y="898"/>
                </a:cubicBezTo>
                <a:cubicBezTo>
                  <a:pt x="7149" y="894"/>
                  <a:pt x="7148" y="888"/>
                  <a:pt x="7152" y="888"/>
                </a:cubicBezTo>
                <a:cubicBezTo>
                  <a:pt x="7165" y="900"/>
                  <a:pt x="7125" y="916"/>
                  <a:pt x="7152" y="922"/>
                </a:cubicBezTo>
                <a:cubicBezTo>
                  <a:pt x="7159" y="895"/>
                  <a:pt x="7200" y="916"/>
                  <a:pt x="7199" y="937"/>
                </a:cubicBezTo>
                <a:cubicBezTo>
                  <a:pt x="7188" y="932"/>
                  <a:pt x="7190" y="935"/>
                  <a:pt x="7182" y="940"/>
                </a:cubicBezTo>
                <a:cubicBezTo>
                  <a:pt x="7182" y="952"/>
                  <a:pt x="7178" y="967"/>
                  <a:pt x="7188" y="970"/>
                </a:cubicBezTo>
                <a:cubicBezTo>
                  <a:pt x="7184" y="980"/>
                  <a:pt x="7163" y="972"/>
                  <a:pt x="7161" y="983"/>
                </a:cubicBezTo>
                <a:cubicBezTo>
                  <a:pt x="7172" y="986"/>
                  <a:pt x="7174" y="980"/>
                  <a:pt x="7182" y="980"/>
                </a:cubicBezTo>
                <a:cubicBezTo>
                  <a:pt x="7179" y="994"/>
                  <a:pt x="7198" y="986"/>
                  <a:pt x="7201" y="994"/>
                </a:cubicBezTo>
                <a:cubicBezTo>
                  <a:pt x="7192" y="1000"/>
                  <a:pt x="7182" y="1003"/>
                  <a:pt x="7171" y="1004"/>
                </a:cubicBezTo>
                <a:cubicBezTo>
                  <a:pt x="7178" y="1023"/>
                  <a:pt x="7172" y="1028"/>
                  <a:pt x="7171" y="1044"/>
                </a:cubicBezTo>
                <a:cubicBezTo>
                  <a:pt x="7179" y="1046"/>
                  <a:pt x="7178" y="1038"/>
                  <a:pt x="7188" y="1041"/>
                </a:cubicBezTo>
                <a:cubicBezTo>
                  <a:pt x="7186" y="1064"/>
                  <a:pt x="7201" y="1075"/>
                  <a:pt x="7183" y="1092"/>
                </a:cubicBezTo>
                <a:cubicBezTo>
                  <a:pt x="7182" y="1085"/>
                  <a:pt x="7173" y="1085"/>
                  <a:pt x="7173" y="1078"/>
                </a:cubicBezTo>
                <a:cubicBezTo>
                  <a:pt x="7177" y="1073"/>
                  <a:pt x="7185" y="1064"/>
                  <a:pt x="7173" y="1061"/>
                </a:cubicBezTo>
                <a:cubicBezTo>
                  <a:pt x="7171" y="1067"/>
                  <a:pt x="7171" y="1075"/>
                  <a:pt x="7166" y="1078"/>
                </a:cubicBezTo>
                <a:cubicBezTo>
                  <a:pt x="7153" y="1067"/>
                  <a:pt x="7129" y="1068"/>
                  <a:pt x="7120" y="1053"/>
                </a:cubicBezTo>
                <a:cubicBezTo>
                  <a:pt x="7132" y="1055"/>
                  <a:pt x="7139" y="1052"/>
                  <a:pt x="7141" y="1043"/>
                </a:cubicBezTo>
                <a:cubicBezTo>
                  <a:pt x="7132" y="1045"/>
                  <a:pt x="7124" y="1041"/>
                  <a:pt x="7120" y="1033"/>
                </a:cubicBezTo>
                <a:cubicBezTo>
                  <a:pt x="7130" y="1024"/>
                  <a:pt x="7137" y="1034"/>
                  <a:pt x="7141" y="1040"/>
                </a:cubicBezTo>
                <a:cubicBezTo>
                  <a:pt x="7147" y="1034"/>
                  <a:pt x="7165" y="1039"/>
                  <a:pt x="7165" y="1027"/>
                </a:cubicBezTo>
                <a:cubicBezTo>
                  <a:pt x="7157" y="1027"/>
                  <a:pt x="7163" y="1015"/>
                  <a:pt x="7162" y="1010"/>
                </a:cubicBezTo>
                <a:lnTo>
                  <a:pt x="7148" y="1010"/>
                </a:lnTo>
                <a:cubicBezTo>
                  <a:pt x="7144" y="1018"/>
                  <a:pt x="7156" y="1027"/>
                  <a:pt x="7148" y="1027"/>
                </a:cubicBezTo>
                <a:cubicBezTo>
                  <a:pt x="7138" y="1022"/>
                  <a:pt x="7126" y="1019"/>
                  <a:pt x="7115" y="1019"/>
                </a:cubicBezTo>
                <a:cubicBezTo>
                  <a:pt x="7115" y="1020"/>
                  <a:pt x="7115" y="1020"/>
                  <a:pt x="7115" y="1020"/>
                </a:cubicBezTo>
                <a:cubicBezTo>
                  <a:pt x="7121" y="1034"/>
                  <a:pt x="7114" y="1050"/>
                  <a:pt x="7101" y="1056"/>
                </a:cubicBezTo>
                <a:cubicBezTo>
                  <a:pt x="7113" y="1053"/>
                  <a:pt x="7115" y="1060"/>
                  <a:pt x="7114" y="1069"/>
                </a:cubicBezTo>
                <a:lnTo>
                  <a:pt x="7114" y="1073"/>
                </a:lnTo>
                <a:lnTo>
                  <a:pt x="7114" y="1073"/>
                </a:lnTo>
                <a:lnTo>
                  <a:pt x="7114" y="1073"/>
                </a:lnTo>
                <a:lnTo>
                  <a:pt x="7114" y="1073"/>
                </a:lnTo>
                <a:cubicBezTo>
                  <a:pt x="7106" y="1074"/>
                  <a:pt x="7099" y="1076"/>
                  <a:pt x="7097" y="1083"/>
                </a:cubicBezTo>
                <a:cubicBezTo>
                  <a:pt x="7106" y="1084"/>
                  <a:pt x="7127" y="1095"/>
                  <a:pt x="7130" y="1083"/>
                </a:cubicBezTo>
                <a:cubicBezTo>
                  <a:pt x="7120" y="1085"/>
                  <a:pt x="7119" y="1078"/>
                  <a:pt x="7116" y="1074"/>
                </a:cubicBezTo>
                <a:lnTo>
                  <a:pt x="7114" y="1073"/>
                </a:lnTo>
                <a:lnTo>
                  <a:pt x="7114" y="1073"/>
                </a:lnTo>
                <a:lnTo>
                  <a:pt x="7118" y="1074"/>
                </a:lnTo>
                <a:cubicBezTo>
                  <a:pt x="7140" y="1081"/>
                  <a:pt x="7158" y="1073"/>
                  <a:pt x="7153" y="1101"/>
                </a:cubicBezTo>
                <a:cubicBezTo>
                  <a:pt x="7166" y="1088"/>
                  <a:pt x="7172" y="1110"/>
                  <a:pt x="7183" y="1094"/>
                </a:cubicBezTo>
                <a:cubicBezTo>
                  <a:pt x="7191" y="1098"/>
                  <a:pt x="7196" y="1106"/>
                  <a:pt x="7196" y="1115"/>
                </a:cubicBezTo>
                <a:cubicBezTo>
                  <a:pt x="7192" y="1116"/>
                  <a:pt x="7189" y="1116"/>
                  <a:pt x="7190" y="1122"/>
                </a:cubicBezTo>
                <a:cubicBezTo>
                  <a:pt x="7183" y="1142"/>
                  <a:pt x="7234" y="1138"/>
                  <a:pt x="7213" y="1126"/>
                </a:cubicBezTo>
                <a:cubicBezTo>
                  <a:pt x="7222" y="1120"/>
                  <a:pt x="7224" y="1128"/>
                  <a:pt x="7234" y="1123"/>
                </a:cubicBezTo>
                <a:cubicBezTo>
                  <a:pt x="7237" y="1135"/>
                  <a:pt x="7238" y="1148"/>
                  <a:pt x="7236" y="1160"/>
                </a:cubicBezTo>
                <a:cubicBezTo>
                  <a:pt x="7245" y="1164"/>
                  <a:pt x="7253" y="1150"/>
                  <a:pt x="7257" y="1160"/>
                </a:cubicBezTo>
                <a:cubicBezTo>
                  <a:pt x="7239" y="1162"/>
                  <a:pt x="7240" y="1183"/>
                  <a:pt x="7220" y="1183"/>
                </a:cubicBezTo>
                <a:cubicBezTo>
                  <a:pt x="7221" y="1166"/>
                  <a:pt x="7196" y="1173"/>
                  <a:pt x="7183" y="1169"/>
                </a:cubicBezTo>
                <a:cubicBezTo>
                  <a:pt x="7190" y="1186"/>
                  <a:pt x="7204" y="1187"/>
                  <a:pt x="7195" y="1213"/>
                </a:cubicBezTo>
                <a:cubicBezTo>
                  <a:pt x="7191" y="1218"/>
                  <a:pt x="7178" y="1213"/>
                  <a:pt x="7182" y="1226"/>
                </a:cubicBezTo>
                <a:cubicBezTo>
                  <a:pt x="7194" y="1232"/>
                  <a:pt x="7197" y="1231"/>
                  <a:pt x="7188" y="1243"/>
                </a:cubicBezTo>
                <a:cubicBezTo>
                  <a:pt x="7201" y="1244"/>
                  <a:pt x="7213" y="1237"/>
                  <a:pt x="7218" y="1247"/>
                </a:cubicBezTo>
                <a:cubicBezTo>
                  <a:pt x="7204" y="1264"/>
                  <a:pt x="7175" y="1252"/>
                  <a:pt x="7161" y="1263"/>
                </a:cubicBezTo>
                <a:cubicBezTo>
                  <a:pt x="7167" y="1268"/>
                  <a:pt x="7177" y="1268"/>
                  <a:pt x="7182" y="1274"/>
                </a:cubicBezTo>
                <a:cubicBezTo>
                  <a:pt x="7177" y="1287"/>
                  <a:pt x="7156" y="1274"/>
                  <a:pt x="7145" y="1274"/>
                </a:cubicBezTo>
                <a:cubicBezTo>
                  <a:pt x="7139" y="1285"/>
                  <a:pt x="7155" y="1279"/>
                  <a:pt x="7154" y="1284"/>
                </a:cubicBezTo>
                <a:cubicBezTo>
                  <a:pt x="7154" y="1289"/>
                  <a:pt x="7155" y="1296"/>
                  <a:pt x="7151" y="1297"/>
                </a:cubicBezTo>
                <a:cubicBezTo>
                  <a:pt x="7141" y="1293"/>
                  <a:pt x="7118" y="1292"/>
                  <a:pt x="7114" y="1303"/>
                </a:cubicBezTo>
                <a:cubicBezTo>
                  <a:pt x="7134" y="1306"/>
                  <a:pt x="7156" y="1307"/>
                  <a:pt x="7164" y="1321"/>
                </a:cubicBezTo>
                <a:cubicBezTo>
                  <a:pt x="7151" y="1322"/>
                  <a:pt x="7140" y="1329"/>
                  <a:pt x="7136" y="1341"/>
                </a:cubicBezTo>
                <a:cubicBezTo>
                  <a:pt x="7123" y="1343"/>
                  <a:pt x="7123" y="1332"/>
                  <a:pt x="7113" y="1330"/>
                </a:cubicBezTo>
                <a:cubicBezTo>
                  <a:pt x="7107" y="1351"/>
                  <a:pt x="7097" y="1354"/>
                  <a:pt x="7082" y="1360"/>
                </a:cubicBezTo>
                <a:cubicBezTo>
                  <a:pt x="7085" y="1371"/>
                  <a:pt x="7085" y="1383"/>
                  <a:pt x="7085" y="1394"/>
                </a:cubicBezTo>
                <a:cubicBezTo>
                  <a:pt x="7094" y="1393"/>
                  <a:pt x="7101" y="1386"/>
                  <a:pt x="7102" y="1377"/>
                </a:cubicBezTo>
                <a:cubicBezTo>
                  <a:pt x="7092" y="1381"/>
                  <a:pt x="7096" y="1370"/>
                  <a:pt x="7096" y="1364"/>
                </a:cubicBezTo>
                <a:cubicBezTo>
                  <a:pt x="7102" y="1365"/>
                  <a:pt x="7103" y="1361"/>
                  <a:pt x="7109" y="1361"/>
                </a:cubicBezTo>
                <a:cubicBezTo>
                  <a:pt x="7109" y="1366"/>
                  <a:pt x="7109" y="1372"/>
                  <a:pt x="7109" y="1378"/>
                </a:cubicBezTo>
                <a:cubicBezTo>
                  <a:pt x="7120" y="1382"/>
                  <a:pt x="7118" y="1379"/>
                  <a:pt x="7126" y="1375"/>
                </a:cubicBezTo>
                <a:cubicBezTo>
                  <a:pt x="7126" y="1361"/>
                  <a:pt x="7112" y="1352"/>
                  <a:pt x="7126" y="1344"/>
                </a:cubicBezTo>
                <a:cubicBezTo>
                  <a:pt x="7137" y="1344"/>
                  <a:pt x="7137" y="1353"/>
                  <a:pt x="7149" y="1352"/>
                </a:cubicBezTo>
                <a:cubicBezTo>
                  <a:pt x="7157" y="1334"/>
                  <a:pt x="7173" y="1322"/>
                  <a:pt x="7191" y="1319"/>
                </a:cubicBezTo>
                <a:cubicBezTo>
                  <a:pt x="7194" y="1306"/>
                  <a:pt x="7175" y="1314"/>
                  <a:pt x="7178" y="1301"/>
                </a:cubicBezTo>
                <a:lnTo>
                  <a:pt x="7199" y="1301"/>
                </a:lnTo>
                <a:cubicBezTo>
                  <a:pt x="7198" y="1306"/>
                  <a:pt x="7199" y="1311"/>
                  <a:pt x="7202" y="1315"/>
                </a:cubicBezTo>
                <a:cubicBezTo>
                  <a:pt x="7215" y="1315"/>
                  <a:pt x="7221" y="1306"/>
                  <a:pt x="7235" y="1306"/>
                </a:cubicBezTo>
                <a:cubicBezTo>
                  <a:pt x="7235" y="1291"/>
                  <a:pt x="7212" y="1289"/>
                  <a:pt x="7206" y="1298"/>
                </a:cubicBezTo>
                <a:cubicBezTo>
                  <a:pt x="7200" y="1292"/>
                  <a:pt x="7186" y="1276"/>
                  <a:pt x="7189" y="1271"/>
                </a:cubicBezTo>
                <a:cubicBezTo>
                  <a:pt x="7200" y="1274"/>
                  <a:pt x="7210" y="1277"/>
                  <a:pt x="7219" y="1282"/>
                </a:cubicBezTo>
                <a:cubicBezTo>
                  <a:pt x="7220" y="1269"/>
                  <a:pt x="7224" y="1273"/>
                  <a:pt x="7233" y="1275"/>
                </a:cubicBezTo>
                <a:cubicBezTo>
                  <a:pt x="7239" y="1270"/>
                  <a:pt x="7233" y="1254"/>
                  <a:pt x="7243" y="1254"/>
                </a:cubicBezTo>
                <a:cubicBezTo>
                  <a:pt x="7245" y="1274"/>
                  <a:pt x="7280" y="1274"/>
                  <a:pt x="7266" y="1296"/>
                </a:cubicBezTo>
                <a:cubicBezTo>
                  <a:pt x="7273" y="1301"/>
                  <a:pt x="7280" y="1294"/>
                  <a:pt x="7287" y="1303"/>
                </a:cubicBezTo>
                <a:cubicBezTo>
                  <a:pt x="7276" y="1318"/>
                  <a:pt x="7270" y="1314"/>
                  <a:pt x="7253" y="1320"/>
                </a:cubicBezTo>
                <a:cubicBezTo>
                  <a:pt x="7251" y="1303"/>
                  <a:pt x="7264" y="1301"/>
                  <a:pt x="7264" y="1286"/>
                </a:cubicBezTo>
                <a:cubicBezTo>
                  <a:pt x="7257" y="1287"/>
                  <a:pt x="7256" y="1282"/>
                  <a:pt x="7250" y="1282"/>
                </a:cubicBezTo>
                <a:cubicBezTo>
                  <a:pt x="7248" y="1312"/>
                  <a:pt x="7242" y="1346"/>
                  <a:pt x="7255" y="1364"/>
                </a:cubicBezTo>
                <a:cubicBezTo>
                  <a:pt x="7262" y="1361"/>
                  <a:pt x="7254" y="1342"/>
                  <a:pt x="7262" y="1340"/>
                </a:cubicBezTo>
                <a:cubicBezTo>
                  <a:pt x="7273" y="1345"/>
                  <a:pt x="7289" y="1343"/>
                  <a:pt x="7296" y="1351"/>
                </a:cubicBezTo>
                <a:cubicBezTo>
                  <a:pt x="7289" y="1361"/>
                  <a:pt x="7279" y="1349"/>
                  <a:pt x="7272" y="1361"/>
                </a:cubicBezTo>
                <a:cubicBezTo>
                  <a:pt x="7298" y="1368"/>
                  <a:pt x="7284" y="1394"/>
                  <a:pt x="7291" y="1415"/>
                </a:cubicBezTo>
                <a:cubicBezTo>
                  <a:pt x="7281" y="1418"/>
                  <a:pt x="7271" y="1422"/>
                  <a:pt x="7260" y="1424"/>
                </a:cubicBezTo>
                <a:cubicBezTo>
                  <a:pt x="7255" y="1419"/>
                  <a:pt x="7258" y="1405"/>
                  <a:pt x="7258" y="1394"/>
                </a:cubicBezTo>
                <a:cubicBezTo>
                  <a:pt x="7251" y="1400"/>
                  <a:pt x="7236" y="1399"/>
                  <a:pt x="7231" y="1407"/>
                </a:cubicBezTo>
                <a:cubicBezTo>
                  <a:pt x="7224" y="1401"/>
                  <a:pt x="7235" y="1397"/>
                  <a:pt x="7224" y="1393"/>
                </a:cubicBezTo>
                <a:cubicBezTo>
                  <a:pt x="7216" y="1398"/>
                  <a:pt x="7192" y="1385"/>
                  <a:pt x="7190" y="1406"/>
                </a:cubicBezTo>
                <a:cubicBezTo>
                  <a:pt x="7192" y="1412"/>
                  <a:pt x="7207" y="1406"/>
                  <a:pt x="7207" y="1413"/>
                </a:cubicBezTo>
                <a:cubicBezTo>
                  <a:pt x="7193" y="1423"/>
                  <a:pt x="7213" y="1445"/>
                  <a:pt x="7203" y="1454"/>
                </a:cubicBezTo>
                <a:cubicBezTo>
                  <a:pt x="7200" y="1451"/>
                  <a:pt x="7182" y="1447"/>
                  <a:pt x="7179" y="1454"/>
                </a:cubicBezTo>
                <a:cubicBezTo>
                  <a:pt x="7196" y="1449"/>
                  <a:pt x="7189" y="1466"/>
                  <a:pt x="7196" y="1471"/>
                </a:cubicBezTo>
                <a:cubicBezTo>
                  <a:pt x="7198" y="1462"/>
                  <a:pt x="7208" y="1461"/>
                  <a:pt x="7213" y="1455"/>
                </a:cubicBezTo>
                <a:cubicBezTo>
                  <a:pt x="7221" y="1459"/>
                  <a:pt x="7220" y="1463"/>
                  <a:pt x="7226" y="1455"/>
                </a:cubicBezTo>
                <a:cubicBezTo>
                  <a:pt x="7231" y="1458"/>
                  <a:pt x="7236" y="1460"/>
                  <a:pt x="7236" y="1468"/>
                </a:cubicBezTo>
                <a:cubicBezTo>
                  <a:pt x="7227" y="1471"/>
                  <a:pt x="7227" y="1463"/>
                  <a:pt x="7219" y="1465"/>
                </a:cubicBezTo>
                <a:cubicBezTo>
                  <a:pt x="7212" y="1475"/>
                  <a:pt x="7221" y="1484"/>
                  <a:pt x="7213" y="1489"/>
                </a:cubicBezTo>
                <a:lnTo>
                  <a:pt x="7212" y="1490"/>
                </a:lnTo>
                <a:lnTo>
                  <a:pt x="7209" y="1491"/>
                </a:lnTo>
                <a:cubicBezTo>
                  <a:pt x="7210" y="1491"/>
                  <a:pt x="7210" y="1491"/>
                  <a:pt x="7211" y="1491"/>
                </a:cubicBezTo>
                <a:lnTo>
                  <a:pt x="7212" y="1490"/>
                </a:lnTo>
                <a:lnTo>
                  <a:pt x="7214" y="1489"/>
                </a:lnTo>
                <a:cubicBezTo>
                  <a:pt x="7240" y="1481"/>
                  <a:pt x="7234" y="1512"/>
                  <a:pt x="7248" y="1523"/>
                </a:cubicBezTo>
                <a:cubicBezTo>
                  <a:pt x="7246" y="1500"/>
                  <a:pt x="7254" y="1495"/>
                  <a:pt x="7246" y="1479"/>
                </a:cubicBezTo>
                <a:cubicBezTo>
                  <a:pt x="7251" y="1472"/>
                  <a:pt x="7260" y="1485"/>
                  <a:pt x="7263" y="1472"/>
                </a:cubicBezTo>
                <a:cubicBezTo>
                  <a:pt x="7259" y="1469"/>
                  <a:pt x="7242" y="1462"/>
                  <a:pt x="7253" y="1455"/>
                </a:cubicBezTo>
                <a:cubicBezTo>
                  <a:pt x="7253" y="1471"/>
                  <a:pt x="7266" y="1456"/>
                  <a:pt x="7274" y="1459"/>
                </a:cubicBezTo>
                <a:cubicBezTo>
                  <a:pt x="7274" y="1463"/>
                  <a:pt x="7277" y="1463"/>
                  <a:pt x="7277" y="1466"/>
                </a:cubicBezTo>
                <a:cubicBezTo>
                  <a:pt x="7276" y="1484"/>
                  <a:pt x="7270" y="1492"/>
                  <a:pt x="7283" y="1500"/>
                </a:cubicBezTo>
                <a:cubicBezTo>
                  <a:pt x="7276" y="1505"/>
                  <a:pt x="7266" y="1507"/>
                  <a:pt x="7266" y="1520"/>
                </a:cubicBezTo>
                <a:cubicBezTo>
                  <a:pt x="7274" y="1524"/>
                  <a:pt x="7276" y="1518"/>
                  <a:pt x="7279" y="1524"/>
                </a:cubicBezTo>
                <a:cubicBezTo>
                  <a:pt x="7272" y="1523"/>
                  <a:pt x="7277" y="1535"/>
                  <a:pt x="7275" y="1540"/>
                </a:cubicBezTo>
                <a:cubicBezTo>
                  <a:pt x="7280" y="1551"/>
                  <a:pt x="7312" y="1559"/>
                  <a:pt x="7312" y="1538"/>
                </a:cubicBezTo>
                <a:cubicBezTo>
                  <a:pt x="7299" y="1530"/>
                  <a:pt x="7302" y="1544"/>
                  <a:pt x="7289" y="1544"/>
                </a:cubicBezTo>
                <a:cubicBezTo>
                  <a:pt x="7290" y="1536"/>
                  <a:pt x="7279" y="1540"/>
                  <a:pt x="7279" y="1534"/>
                </a:cubicBezTo>
                <a:cubicBezTo>
                  <a:pt x="7290" y="1526"/>
                  <a:pt x="7312" y="1530"/>
                  <a:pt x="7326" y="1525"/>
                </a:cubicBezTo>
                <a:cubicBezTo>
                  <a:pt x="7326" y="1510"/>
                  <a:pt x="7314" y="1502"/>
                  <a:pt x="7326" y="1494"/>
                </a:cubicBezTo>
                <a:cubicBezTo>
                  <a:pt x="7315" y="1491"/>
                  <a:pt x="7315" y="1500"/>
                  <a:pt x="7305" y="1497"/>
                </a:cubicBezTo>
                <a:cubicBezTo>
                  <a:pt x="7305" y="1493"/>
                  <a:pt x="7301" y="1492"/>
                  <a:pt x="7302" y="1487"/>
                </a:cubicBezTo>
                <a:cubicBezTo>
                  <a:pt x="7314" y="1480"/>
                  <a:pt x="7318" y="1487"/>
                  <a:pt x="7332" y="1487"/>
                </a:cubicBezTo>
                <a:cubicBezTo>
                  <a:pt x="7334" y="1479"/>
                  <a:pt x="7326" y="1479"/>
                  <a:pt x="7329" y="1470"/>
                </a:cubicBezTo>
                <a:cubicBezTo>
                  <a:pt x="7337" y="1473"/>
                  <a:pt x="7340" y="1482"/>
                  <a:pt x="7352" y="1481"/>
                </a:cubicBezTo>
                <a:cubicBezTo>
                  <a:pt x="7360" y="1455"/>
                  <a:pt x="7331" y="1466"/>
                  <a:pt x="7333" y="1446"/>
                </a:cubicBezTo>
                <a:cubicBezTo>
                  <a:pt x="7346" y="1455"/>
                  <a:pt x="7356" y="1434"/>
                  <a:pt x="7370" y="1446"/>
                </a:cubicBezTo>
                <a:cubicBezTo>
                  <a:pt x="7376" y="1442"/>
                  <a:pt x="7369" y="1424"/>
                  <a:pt x="7384" y="1430"/>
                </a:cubicBezTo>
                <a:cubicBezTo>
                  <a:pt x="7387" y="1443"/>
                  <a:pt x="7373" y="1440"/>
                  <a:pt x="7376" y="1453"/>
                </a:cubicBezTo>
                <a:cubicBezTo>
                  <a:pt x="7385" y="1454"/>
                  <a:pt x="7393" y="1454"/>
                  <a:pt x="7393" y="1464"/>
                </a:cubicBezTo>
                <a:cubicBezTo>
                  <a:pt x="7379" y="1465"/>
                  <a:pt x="7380" y="1452"/>
                  <a:pt x="7363" y="1456"/>
                </a:cubicBezTo>
                <a:cubicBezTo>
                  <a:pt x="7363" y="1476"/>
                  <a:pt x="7358" y="1481"/>
                  <a:pt x="7365" y="1493"/>
                </a:cubicBezTo>
                <a:cubicBezTo>
                  <a:pt x="7362" y="1493"/>
                  <a:pt x="7361" y="1497"/>
                  <a:pt x="7359" y="1497"/>
                </a:cubicBezTo>
                <a:cubicBezTo>
                  <a:pt x="7352" y="1496"/>
                  <a:pt x="7355" y="1487"/>
                  <a:pt x="7345" y="1489"/>
                </a:cubicBezTo>
                <a:cubicBezTo>
                  <a:pt x="7344" y="1494"/>
                  <a:pt x="7340" y="1495"/>
                  <a:pt x="7338" y="1500"/>
                </a:cubicBezTo>
                <a:cubicBezTo>
                  <a:pt x="7343" y="1506"/>
                  <a:pt x="7349" y="1512"/>
                  <a:pt x="7355" y="1517"/>
                </a:cubicBezTo>
                <a:cubicBezTo>
                  <a:pt x="7354" y="1507"/>
                  <a:pt x="7377" y="1503"/>
                  <a:pt x="7382" y="1511"/>
                </a:cubicBezTo>
                <a:cubicBezTo>
                  <a:pt x="7371" y="1509"/>
                  <a:pt x="7383" y="1526"/>
                  <a:pt x="7368" y="1527"/>
                </a:cubicBezTo>
                <a:cubicBezTo>
                  <a:pt x="7359" y="1530"/>
                  <a:pt x="7360" y="1522"/>
                  <a:pt x="7352" y="1524"/>
                </a:cubicBezTo>
                <a:cubicBezTo>
                  <a:pt x="7347" y="1525"/>
                  <a:pt x="7351" y="1537"/>
                  <a:pt x="7344" y="1537"/>
                </a:cubicBezTo>
                <a:cubicBezTo>
                  <a:pt x="7332" y="1539"/>
                  <a:pt x="7330" y="1533"/>
                  <a:pt x="7324" y="1530"/>
                </a:cubicBezTo>
                <a:cubicBezTo>
                  <a:pt x="7323" y="1538"/>
                  <a:pt x="7309" y="1533"/>
                  <a:pt x="7313" y="1546"/>
                </a:cubicBezTo>
                <a:cubicBezTo>
                  <a:pt x="7327" y="1551"/>
                  <a:pt x="7327" y="1540"/>
                  <a:pt x="7337" y="1540"/>
                </a:cubicBezTo>
                <a:cubicBezTo>
                  <a:pt x="7332" y="1561"/>
                  <a:pt x="7352" y="1541"/>
                  <a:pt x="7354" y="1551"/>
                </a:cubicBezTo>
                <a:cubicBezTo>
                  <a:pt x="7351" y="1569"/>
                  <a:pt x="7319" y="1547"/>
                  <a:pt x="7310" y="1563"/>
                </a:cubicBezTo>
                <a:cubicBezTo>
                  <a:pt x="7308" y="1569"/>
                  <a:pt x="7320" y="1577"/>
                  <a:pt x="7310" y="1580"/>
                </a:cubicBezTo>
                <a:cubicBezTo>
                  <a:pt x="7301" y="1577"/>
                  <a:pt x="7314" y="1552"/>
                  <a:pt x="7297" y="1556"/>
                </a:cubicBezTo>
                <a:cubicBezTo>
                  <a:pt x="7291" y="1561"/>
                  <a:pt x="7302" y="1573"/>
                  <a:pt x="7293" y="1580"/>
                </a:cubicBezTo>
                <a:cubicBezTo>
                  <a:pt x="7301" y="1581"/>
                  <a:pt x="7312" y="1585"/>
                  <a:pt x="7299" y="1593"/>
                </a:cubicBezTo>
                <a:cubicBezTo>
                  <a:pt x="7305" y="1604"/>
                  <a:pt x="7310" y="1584"/>
                  <a:pt x="7313" y="1593"/>
                </a:cubicBezTo>
                <a:cubicBezTo>
                  <a:pt x="7317" y="1610"/>
                  <a:pt x="7291" y="1608"/>
                  <a:pt x="7279" y="1616"/>
                </a:cubicBezTo>
                <a:cubicBezTo>
                  <a:pt x="7287" y="1618"/>
                  <a:pt x="7303" y="1613"/>
                  <a:pt x="7306" y="1620"/>
                </a:cubicBezTo>
                <a:cubicBezTo>
                  <a:pt x="7299" y="1627"/>
                  <a:pt x="7299" y="1619"/>
                  <a:pt x="7289" y="1620"/>
                </a:cubicBezTo>
                <a:cubicBezTo>
                  <a:pt x="7287" y="1627"/>
                  <a:pt x="7281" y="1629"/>
                  <a:pt x="7281" y="1637"/>
                </a:cubicBezTo>
                <a:cubicBezTo>
                  <a:pt x="7295" y="1644"/>
                  <a:pt x="7303" y="1636"/>
                  <a:pt x="7315" y="1635"/>
                </a:cubicBezTo>
                <a:cubicBezTo>
                  <a:pt x="7314" y="1641"/>
                  <a:pt x="7318" y="1642"/>
                  <a:pt x="7318" y="1648"/>
                </a:cubicBezTo>
                <a:cubicBezTo>
                  <a:pt x="7307" y="1646"/>
                  <a:pt x="7304" y="1653"/>
                  <a:pt x="7297" y="1654"/>
                </a:cubicBezTo>
                <a:lnTo>
                  <a:pt x="7297" y="1644"/>
                </a:lnTo>
                <a:cubicBezTo>
                  <a:pt x="7291" y="1647"/>
                  <a:pt x="7277" y="1640"/>
                  <a:pt x="7277" y="1647"/>
                </a:cubicBezTo>
                <a:cubicBezTo>
                  <a:pt x="7282" y="1650"/>
                  <a:pt x="7286" y="1653"/>
                  <a:pt x="7290" y="1658"/>
                </a:cubicBezTo>
                <a:cubicBezTo>
                  <a:pt x="7284" y="1664"/>
                  <a:pt x="7284" y="1674"/>
                  <a:pt x="7269" y="1671"/>
                </a:cubicBezTo>
                <a:cubicBezTo>
                  <a:pt x="7269" y="1676"/>
                  <a:pt x="7277" y="1689"/>
                  <a:pt x="7271" y="1694"/>
                </a:cubicBezTo>
                <a:lnTo>
                  <a:pt x="7270" y="1694"/>
                </a:lnTo>
                <a:lnTo>
                  <a:pt x="7269" y="1693"/>
                </a:lnTo>
                <a:cubicBezTo>
                  <a:pt x="7269" y="1692"/>
                  <a:pt x="7268" y="1691"/>
                  <a:pt x="7267" y="1691"/>
                </a:cubicBezTo>
                <a:lnTo>
                  <a:pt x="7267" y="1691"/>
                </a:lnTo>
                <a:lnTo>
                  <a:pt x="7267" y="1691"/>
                </a:lnTo>
                <a:cubicBezTo>
                  <a:pt x="7261" y="1683"/>
                  <a:pt x="7252" y="1678"/>
                  <a:pt x="7246" y="1670"/>
                </a:cubicBezTo>
                <a:cubicBezTo>
                  <a:pt x="7257" y="1658"/>
                  <a:pt x="7255" y="1640"/>
                  <a:pt x="7244" y="1630"/>
                </a:cubicBezTo>
                <a:cubicBezTo>
                  <a:pt x="7243" y="1621"/>
                  <a:pt x="7259" y="1632"/>
                  <a:pt x="7254" y="1620"/>
                </a:cubicBezTo>
                <a:cubicBezTo>
                  <a:pt x="7253" y="1611"/>
                  <a:pt x="7246" y="1608"/>
                  <a:pt x="7238" y="1606"/>
                </a:cubicBezTo>
                <a:cubicBezTo>
                  <a:pt x="7240" y="1629"/>
                  <a:pt x="7207" y="1621"/>
                  <a:pt x="7200" y="1642"/>
                </a:cubicBezTo>
                <a:cubicBezTo>
                  <a:pt x="7205" y="1648"/>
                  <a:pt x="7237" y="1634"/>
                  <a:pt x="7240" y="1650"/>
                </a:cubicBezTo>
                <a:cubicBezTo>
                  <a:pt x="7224" y="1652"/>
                  <a:pt x="7218" y="1645"/>
                  <a:pt x="7200" y="1652"/>
                </a:cubicBezTo>
                <a:cubicBezTo>
                  <a:pt x="7196" y="1664"/>
                  <a:pt x="7215" y="1655"/>
                  <a:pt x="7213" y="1666"/>
                </a:cubicBezTo>
                <a:cubicBezTo>
                  <a:pt x="7206" y="1667"/>
                  <a:pt x="7206" y="1676"/>
                  <a:pt x="7199" y="1676"/>
                </a:cubicBezTo>
                <a:cubicBezTo>
                  <a:pt x="7195" y="1670"/>
                  <a:pt x="7195" y="1659"/>
                  <a:pt x="7190" y="1655"/>
                </a:cubicBezTo>
                <a:cubicBezTo>
                  <a:pt x="7189" y="1662"/>
                  <a:pt x="7181" y="1661"/>
                  <a:pt x="7179" y="1668"/>
                </a:cubicBezTo>
                <a:cubicBezTo>
                  <a:pt x="7186" y="1672"/>
                  <a:pt x="7195" y="1688"/>
                  <a:pt x="7186" y="1695"/>
                </a:cubicBezTo>
                <a:cubicBezTo>
                  <a:pt x="7180" y="1692"/>
                  <a:pt x="7182" y="1682"/>
                  <a:pt x="7169" y="1685"/>
                </a:cubicBezTo>
                <a:cubicBezTo>
                  <a:pt x="7164" y="1699"/>
                  <a:pt x="7180" y="1692"/>
                  <a:pt x="7175" y="1706"/>
                </a:cubicBezTo>
                <a:cubicBezTo>
                  <a:pt x="7189" y="1702"/>
                  <a:pt x="7188" y="1713"/>
                  <a:pt x="7199" y="1713"/>
                </a:cubicBezTo>
                <a:cubicBezTo>
                  <a:pt x="7202" y="1699"/>
                  <a:pt x="7193" y="1697"/>
                  <a:pt x="7193" y="1686"/>
                </a:cubicBezTo>
                <a:cubicBezTo>
                  <a:pt x="7207" y="1678"/>
                  <a:pt x="7215" y="1682"/>
                  <a:pt x="7233" y="1683"/>
                </a:cubicBezTo>
                <a:cubicBezTo>
                  <a:pt x="7233" y="1688"/>
                  <a:pt x="7233" y="1692"/>
                  <a:pt x="7233" y="1697"/>
                </a:cubicBezTo>
                <a:cubicBezTo>
                  <a:pt x="7246" y="1693"/>
                  <a:pt x="7245" y="1704"/>
                  <a:pt x="7253" y="1704"/>
                </a:cubicBezTo>
                <a:cubicBezTo>
                  <a:pt x="7261" y="1704"/>
                  <a:pt x="7259" y="1694"/>
                  <a:pt x="7264" y="1691"/>
                </a:cubicBezTo>
                <a:lnTo>
                  <a:pt x="7267" y="1691"/>
                </a:lnTo>
                <a:lnTo>
                  <a:pt x="7269" y="1694"/>
                </a:lnTo>
                <a:lnTo>
                  <a:pt x="7270" y="1694"/>
                </a:lnTo>
                <a:lnTo>
                  <a:pt x="7271" y="1695"/>
                </a:lnTo>
                <a:cubicBezTo>
                  <a:pt x="7277" y="1705"/>
                  <a:pt x="7270" y="1717"/>
                  <a:pt x="7280" y="1725"/>
                </a:cubicBezTo>
                <a:cubicBezTo>
                  <a:pt x="7283" y="1719"/>
                  <a:pt x="7300" y="1716"/>
                  <a:pt x="7307" y="1719"/>
                </a:cubicBezTo>
                <a:cubicBezTo>
                  <a:pt x="7294" y="1718"/>
                  <a:pt x="7290" y="1741"/>
                  <a:pt x="7276" y="1728"/>
                </a:cubicBezTo>
                <a:cubicBezTo>
                  <a:pt x="7278" y="1735"/>
                  <a:pt x="7272" y="1750"/>
                  <a:pt x="7279" y="1752"/>
                </a:cubicBezTo>
                <a:cubicBezTo>
                  <a:pt x="7283" y="1738"/>
                  <a:pt x="7294" y="1752"/>
                  <a:pt x="7306" y="1749"/>
                </a:cubicBezTo>
                <a:cubicBezTo>
                  <a:pt x="7307" y="1738"/>
                  <a:pt x="7298" y="1733"/>
                  <a:pt x="7313" y="1733"/>
                </a:cubicBezTo>
                <a:cubicBezTo>
                  <a:pt x="7314" y="1737"/>
                  <a:pt x="7312" y="1742"/>
                  <a:pt x="7309" y="1746"/>
                </a:cubicBezTo>
                <a:cubicBezTo>
                  <a:pt x="7315" y="1751"/>
                  <a:pt x="7332" y="1747"/>
                  <a:pt x="7336" y="1753"/>
                </a:cubicBezTo>
                <a:cubicBezTo>
                  <a:pt x="7338" y="1766"/>
                  <a:pt x="7333" y="1779"/>
                  <a:pt x="7322" y="1787"/>
                </a:cubicBezTo>
                <a:cubicBezTo>
                  <a:pt x="7315" y="1778"/>
                  <a:pt x="7331" y="1769"/>
                  <a:pt x="7322" y="1756"/>
                </a:cubicBezTo>
                <a:cubicBezTo>
                  <a:pt x="7304" y="1767"/>
                  <a:pt x="7307" y="1753"/>
                  <a:pt x="7295" y="1756"/>
                </a:cubicBezTo>
                <a:cubicBezTo>
                  <a:pt x="7298" y="1757"/>
                  <a:pt x="7298" y="1759"/>
                  <a:pt x="7298" y="1763"/>
                </a:cubicBezTo>
                <a:cubicBezTo>
                  <a:pt x="7294" y="1760"/>
                  <a:pt x="7288" y="1758"/>
                  <a:pt x="7282" y="1760"/>
                </a:cubicBezTo>
                <a:cubicBezTo>
                  <a:pt x="7275" y="1768"/>
                  <a:pt x="7274" y="1780"/>
                  <a:pt x="7278" y="1790"/>
                </a:cubicBezTo>
                <a:cubicBezTo>
                  <a:pt x="7284" y="1788"/>
                  <a:pt x="7303" y="1781"/>
                  <a:pt x="7308" y="1790"/>
                </a:cubicBezTo>
                <a:cubicBezTo>
                  <a:pt x="7304" y="1805"/>
                  <a:pt x="7280" y="1782"/>
                  <a:pt x="7277" y="1803"/>
                </a:cubicBezTo>
                <a:cubicBezTo>
                  <a:pt x="7285" y="1810"/>
                  <a:pt x="7287" y="1801"/>
                  <a:pt x="7298" y="1803"/>
                </a:cubicBezTo>
                <a:cubicBezTo>
                  <a:pt x="7299" y="1809"/>
                  <a:pt x="7305" y="1812"/>
                  <a:pt x="7308" y="1816"/>
                </a:cubicBezTo>
                <a:cubicBezTo>
                  <a:pt x="7307" y="1824"/>
                  <a:pt x="7304" y="1832"/>
                  <a:pt x="7297" y="1833"/>
                </a:cubicBezTo>
                <a:cubicBezTo>
                  <a:pt x="7291" y="1834"/>
                  <a:pt x="7280" y="1824"/>
                  <a:pt x="7277" y="1833"/>
                </a:cubicBezTo>
                <a:cubicBezTo>
                  <a:pt x="7284" y="1843"/>
                  <a:pt x="7287" y="1855"/>
                  <a:pt x="7286" y="1867"/>
                </a:cubicBezTo>
                <a:cubicBezTo>
                  <a:pt x="7294" y="1867"/>
                  <a:pt x="7297" y="1861"/>
                  <a:pt x="7299" y="1871"/>
                </a:cubicBezTo>
                <a:cubicBezTo>
                  <a:pt x="7296" y="1881"/>
                  <a:pt x="7286" y="1885"/>
                  <a:pt x="7285" y="1897"/>
                </a:cubicBezTo>
                <a:cubicBezTo>
                  <a:pt x="7290" y="1905"/>
                  <a:pt x="7293" y="1893"/>
                  <a:pt x="7295" y="1901"/>
                </a:cubicBezTo>
                <a:cubicBezTo>
                  <a:pt x="7289" y="1915"/>
                  <a:pt x="7293" y="1919"/>
                  <a:pt x="7288" y="1931"/>
                </a:cubicBezTo>
                <a:cubicBezTo>
                  <a:pt x="7280" y="1917"/>
                  <a:pt x="7277" y="1900"/>
                  <a:pt x="7279" y="1884"/>
                </a:cubicBezTo>
                <a:cubicBezTo>
                  <a:pt x="7266" y="1879"/>
                  <a:pt x="7265" y="1878"/>
                  <a:pt x="7273" y="1867"/>
                </a:cubicBezTo>
                <a:cubicBezTo>
                  <a:pt x="7262" y="1862"/>
                  <a:pt x="7270" y="1877"/>
                  <a:pt x="7259" y="1873"/>
                </a:cubicBezTo>
                <a:cubicBezTo>
                  <a:pt x="7258" y="1861"/>
                  <a:pt x="7260" y="1849"/>
                  <a:pt x="7267" y="1839"/>
                </a:cubicBezTo>
                <a:cubicBezTo>
                  <a:pt x="7255" y="1832"/>
                  <a:pt x="7246" y="1849"/>
                  <a:pt x="7236" y="1835"/>
                </a:cubicBezTo>
                <a:cubicBezTo>
                  <a:pt x="7229" y="1846"/>
                  <a:pt x="7239" y="1858"/>
                  <a:pt x="7229" y="1862"/>
                </a:cubicBezTo>
                <a:cubicBezTo>
                  <a:pt x="7238" y="1873"/>
                  <a:pt x="7248" y="1862"/>
                  <a:pt x="7256" y="1873"/>
                </a:cubicBezTo>
                <a:cubicBezTo>
                  <a:pt x="7247" y="1882"/>
                  <a:pt x="7256" y="1890"/>
                  <a:pt x="7245" y="1894"/>
                </a:cubicBezTo>
                <a:cubicBezTo>
                  <a:pt x="7250" y="1877"/>
                  <a:pt x="7223" y="1877"/>
                  <a:pt x="7223" y="1856"/>
                </a:cubicBezTo>
                <a:lnTo>
                  <a:pt x="7209" y="1856"/>
                </a:lnTo>
                <a:cubicBezTo>
                  <a:pt x="7206" y="1866"/>
                  <a:pt x="7206" y="1877"/>
                  <a:pt x="7209" y="1886"/>
                </a:cubicBezTo>
                <a:cubicBezTo>
                  <a:pt x="7216" y="1884"/>
                  <a:pt x="7208" y="1865"/>
                  <a:pt x="7216" y="1863"/>
                </a:cubicBezTo>
                <a:cubicBezTo>
                  <a:pt x="7223" y="1869"/>
                  <a:pt x="7214" y="1869"/>
                  <a:pt x="7216" y="1880"/>
                </a:cubicBezTo>
                <a:cubicBezTo>
                  <a:pt x="7225" y="1878"/>
                  <a:pt x="7235" y="1882"/>
                  <a:pt x="7239" y="1891"/>
                </a:cubicBezTo>
                <a:cubicBezTo>
                  <a:pt x="7236" y="1899"/>
                  <a:pt x="7233" y="1913"/>
                  <a:pt x="7242" y="1918"/>
                </a:cubicBezTo>
                <a:cubicBezTo>
                  <a:pt x="7249" y="1910"/>
                  <a:pt x="7271" y="1917"/>
                  <a:pt x="7269" y="1928"/>
                </a:cubicBezTo>
                <a:cubicBezTo>
                  <a:pt x="7254" y="1939"/>
                  <a:pt x="7237" y="1913"/>
                  <a:pt x="7228" y="1934"/>
                </a:cubicBezTo>
                <a:cubicBezTo>
                  <a:pt x="7241" y="1938"/>
                  <a:pt x="7258" y="1936"/>
                  <a:pt x="7262" y="1948"/>
                </a:cubicBezTo>
                <a:cubicBezTo>
                  <a:pt x="7261" y="1953"/>
                  <a:pt x="7237" y="1950"/>
                  <a:pt x="7248" y="1955"/>
                </a:cubicBezTo>
                <a:cubicBezTo>
                  <a:pt x="7258" y="1956"/>
                  <a:pt x="7280" y="1966"/>
                  <a:pt x="7285" y="1952"/>
                </a:cubicBezTo>
                <a:cubicBezTo>
                  <a:pt x="7282" y="1952"/>
                  <a:pt x="7282" y="1947"/>
                  <a:pt x="7282" y="1942"/>
                </a:cubicBezTo>
                <a:cubicBezTo>
                  <a:pt x="7271" y="1939"/>
                  <a:pt x="7269" y="1945"/>
                  <a:pt x="7265" y="1949"/>
                </a:cubicBezTo>
                <a:cubicBezTo>
                  <a:pt x="7266" y="1925"/>
                  <a:pt x="7295" y="1951"/>
                  <a:pt x="7305" y="1940"/>
                </a:cubicBezTo>
                <a:cubicBezTo>
                  <a:pt x="7298" y="1948"/>
                  <a:pt x="7293" y="1951"/>
                  <a:pt x="7298" y="1966"/>
                </a:cubicBezTo>
                <a:cubicBezTo>
                  <a:pt x="7279" y="1969"/>
                  <a:pt x="7260" y="1969"/>
                  <a:pt x="7241" y="1968"/>
                </a:cubicBezTo>
                <a:cubicBezTo>
                  <a:pt x="7238" y="1982"/>
                  <a:pt x="7255" y="1977"/>
                  <a:pt x="7254" y="1989"/>
                </a:cubicBezTo>
                <a:cubicBezTo>
                  <a:pt x="7253" y="1994"/>
                  <a:pt x="7248" y="1996"/>
                  <a:pt x="7244" y="1996"/>
                </a:cubicBezTo>
                <a:cubicBezTo>
                  <a:pt x="7244" y="1987"/>
                  <a:pt x="7236" y="1987"/>
                  <a:pt x="7234" y="1982"/>
                </a:cubicBezTo>
                <a:cubicBezTo>
                  <a:pt x="7235" y="1994"/>
                  <a:pt x="7225" y="1994"/>
                  <a:pt x="7220" y="1998"/>
                </a:cubicBezTo>
                <a:cubicBezTo>
                  <a:pt x="7236" y="1997"/>
                  <a:pt x="7239" y="2001"/>
                  <a:pt x="7233" y="2012"/>
                </a:cubicBezTo>
                <a:cubicBezTo>
                  <a:pt x="7254" y="1997"/>
                  <a:pt x="7276" y="2002"/>
                  <a:pt x="7295" y="1977"/>
                </a:cubicBezTo>
                <a:cubicBezTo>
                  <a:pt x="7294" y="1990"/>
                  <a:pt x="7311" y="1986"/>
                  <a:pt x="7312" y="1997"/>
                </a:cubicBezTo>
                <a:cubicBezTo>
                  <a:pt x="7301" y="1997"/>
                  <a:pt x="7306" y="2013"/>
                  <a:pt x="7301" y="2018"/>
                </a:cubicBezTo>
                <a:cubicBezTo>
                  <a:pt x="7313" y="2033"/>
                  <a:pt x="7325" y="2019"/>
                  <a:pt x="7338" y="2033"/>
                </a:cubicBezTo>
                <a:cubicBezTo>
                  <a:pt x="7337" y="2039"/>
                  <a:pt x="7327" y="2035"/>
                  <a:pt x="7327" y="2043"/>
                </a:cubicBezTo>
                <a:cubicBezTo>
                  <a:pt x="7348" y="2056"/>
                  <a:pt x="7353" y="2023"/>
                  <a:pt x="7371" y="2037"/>
                </a:cubicBezTo>
                <a:cubicBezTo>
                  <a:pt x="7365" y="2036"/>
                  <a:pt x="7364" y="2040"/>
                  <a:pt x="7364" y="2047"/>
                </a:cubicBezTo>
                <a:cubicBezTo>
                  <a:pt x="7371" y="2045"/>
                  <a:pt x="7371" y="2050"/>
                  <a:pt x="7374" y="2053"/>
                </a:cubicBezTo>
                <a:lnTo>
                  <a:pt x="7375" y="2054"/>
                </a:lnTo>
                <a:lnTo>
                  <a:pt x="7371" y="2053"/>
                </a:lnTo>
                <a:cubicBezTo>
                  <a:pt x="7362" y="2050"/>
                  <a:pt x="7354" y="2047"/>
                  <a:pt x="7337" y="2049"/>
                </a:cubicBezTo>
                <a:cubicBezTo>
                  <a:pt x="7336" y="2059"/>
                  <a:pt x="7326" y="2060"/>
                  <a:pt x="7320" y="2066"/>
                </a:cubicBezTo>
                <a:cubicBezTo>
                  <a:pt x="7312" y="2058"/>
                  <a:pt x="7324" y="2050"/>
                  <a:pt x="7317" y="2045"/>
                </a:cubicBezTo>
                <a:cubicBezTo>
                  <a:pt x="7313" y="2048"/>
                  <a:pt x="7310" y="2053"/>
                  <a:pt x="7309" y="2058"/>
                </a:cubicBezTo>
                <a:cubicBezTo>
                  <a:pt x="7305" y="2072"/>
                  <a:pt x="7313" y="2085"/>
                  <a:pt x="7326" y="2089"/>
                </a:cubicBezTo>
                <a:cubicBezTo>
                  <a:pt x="7328" y="2105"/>
                  <a:pt x="7319" y="2111"/>
                  <a:pt x="7312" y="2119"/>
                </a:cubicBezTo>
                <a:cubicBezTo>
                  <a:pt x="7302" y="2119"/>
                  <a:pt x="7292" y="2119"/>
                  <a:pt x="7289" y="2112"/>
                </a:cubicBezTo>
                <a:cubicBezTo>
                  <a:pt x="7293" y="2093"/>
                  <a:pt x="7283" y="2088"/>
                  <a:pt x="7283" y="2074"/>
                </a:cubicBezTo>
                <a:cubicBezTo>
                  <a:pt x="7272" y="2073"/>
                  <a:pt x="7264" y="2075"/>
                  <a:pt x="7266" y="2087"/>
                </a:cubicBezTo>
                <a:cubicBezTo>
                  <a:pt x="7272" y="2090"/>
                  <a:pt x="7278" y="2077"/>
                  <a:pt x="7279" y="2087"/>
                </a:cubicBezTo>
                <a:cubicBezTo>
                  <a:pt x="7275" y="2095"/>
                  <a:pt x="7272" y="2102"/>
                  <a:pt x="7262" y="2104"/>
                </a:cubicBezTo>
                <a:cubicBezTo>
                  <a:pt x="7261" y="2122"/>
                  <a:pt x="7273" y="2094"/>
                  <a:pt x="7276" y="2108"/>
                </a:cubicBezTo>
                <a:cubicBezTo>
                  <a:pt x="7269" y="2111"/>
                  <a:pt x="7268" y="2121"/>
                  <a:pt x="7262" y="2124"/>
                </a:cubicBezTo>
                <a:cubicBezTo>
                  <a:pt x="7251" y="2115"/>
                  <a:pt x="7240" y="2107"/>
                  <a:pt x="7229" y="2100"/>
                </a:cubicBezTo>
                <a:cubicBezTo>
                  <a:pt x="7241" y="2098"/>
                  <a:pt x="7245" y="2094"/>
                  <a:pt x="7256" y="2100"/>
                </a:cubicBezTo>
                <a:cubicBezTo>
                  <a:pt x="7263" y="2087"/>
                  <a:pt x="7249" y="2087"/>
                  <a:pt x="7253" y="2069"/>
                </a:cubicBezTo>
                <a:cubicBezTo>
                  <a:pt x="7239" y="2065"/>
                  <a:pt x="7244" y="2080"/>
                  <a:pt x="7236" y="2082"/>
                </a:cubicBezTo>
                <a:cubicBezTo>
                  <a:pt x="7232" y="2076"/>
                  <a:pt x="7239" y="2060"/>
                  <a:pt x="7227" y="2055"/>
                </a:cubicBezTo>
                <a:cubicBezTo>
                  <a:pt x="7217" y="2057"/>
                  <a:pt x="7223" y="2073"/>
                  <a:pt x="7216" y="2076"/>
                </a:cubicBezTo>
                <a:cubicBezTo>
                  <a:pt x="7217" y="2068"/>
                  <a:pt x="7206" y="2072"/>
                  <a:pt x="7206" y="2066"/>
                </a:cubicBezTo>
                <a:cubicBezTo>
                  <a:pt x="7211" y="2065"/>
                  <a:pt x="7210" y="2058"/>
                  <a:pt x="7210" y="2052"/>
                </a:cubicBezTo>
                <a:cubicBezTo>
                  <a:pt x="7204" y="2051"/>
                  <a:pt x="7198" y="2052"/>
                  <a:pt x="7193" y="2055"/>
                </a:cubicBezTo>
                <a:cubicBezTo>
                  <a:pt x="7192" y="2068"/>
                  <a:pt x="7195" y="2081"/>
                  <a:pt x="7202" y="2093"/>
                </a:cubicBezTo>
                <a:cubicBezTo>
                  <a:pt x="7194" y="2101"/>
                  <a:pt x="7191" y="2114"/>
                  <a:pt x="7195" y="2126"/>
                </a:cubicBezTo>
                <a:cubicBezTo>
                  <a:pt x="7201" y="2129"/>
                  <a:pt x="7208" y="2131"/>
                  <a:pt x="7211" y="2137"/>
                </a:cubicBezTo>
                <a:cubicBezTo>
                  <a:pt x="7240" y="2122"/>
                  <a:pt x="7193" y="2091"/>
                  <a:pt x="7219" y="2083"/>
                </a:cubicBezTo>
                <a:cubicBezTo>
                  <a:pt x="7214" y="2109"/>
                  <a:pt x="7236" y="2109"/>
                  <a:pt x="7245" y="2121"/>
                </a:cubicBezTo>
                <a:cubicBezTo>
                  <a:pt x="7238" y="2125"/>
                  <a:pt x="7237" y="2135"/>
                  <a:pt x="7228" y="2137"/>
                </a:cubicBezTo>
                <a:cubicBezTo>
                  <a:pt x="7234" y="2163"/>
                  <a:pt x="7221" y="2200"/>
                  <a:pt x="7240" y="2205"/>
                </a:cubicBezTo>
                <a:cubicBezTo>
                  <a:pt x="7234" y="2203"/>
                  <a:pt x="7233" y="2207"/>
                  <a:pt x="7232" y="2210"/>
                </a:cubicBezTo>
                <a:cubicBezTo>
                  <a:pt x="7232" y="2208"/>
                  <a:pt x="7231" y="2206"/>
                  <a:pt x="7229" y="2206"/>
                </a:cubicBezTo>
                <a:cubicBezTo>
                  <a:pt x="7228" y="2211"/>
                  <a:pt x="7225" y="2211"/>
                  <a:pt x="7225" y="2216"/>
                </a:cubicBezTo>
                <a:cubicBezTo>
                  <a:pt x="7225" y="2216"/>
                  <a:pt x="7225" y="2217"/>
                  <a:pt x="7226" y="2217"/>
                </a:cubicBezTo>
                <a:cubicBezTo>
                  <a:pt x="7227" y="2218"/>
                  <a:pt x="7230" y="2218"/>
                  <a:pt x="7231" y="2216"/>
                </a:cubicBezTo>
                <a:cubicBezTo>
                  <a:pt x="7244" y="2219"/>
                  <a:pt x="7240" y="2225"/>
                  <a:pt x="7239" y="2238"/>
                </a:cubicBezTo>
                <a:cubicBezTo>
                  <a:pt x="7234" y="2237"/>
                  <a:pt x="7231" y="2232"/>
                  <a:pt x="7225" y="2231"/>
                </a:cubicBezTo>
                <a:cubicBezTo>
                  <a:pt x="7227" y="2235"/>
                  <a:pt x="7227" y="2240"/>
                  <a:pt x="7229" y="2245"/>
                </a:cubicBezTo>
                <a:cubicBezTo>
                  <a:pt x="7228" y="2258"/>
                  <a:pt x="7240" y="2269"/>
                  <a:pt x="7241" y="2284"/>
                </a:cubicBezTo>
                <a:cubicBezTo>
                  <a:pt x="7241" y="2293"/>
                  <a:pt x="7226" y="2288"/>
                  <a:pt x="7228" y="2300"/>
                </a:cubicBezTo>
                <a:cubicBezTo>
                  <a:pt x="7226" y="2300"/>
                  <a:pt x="7225" y="2300"/>
                  <a:pt x="7224" y="2300"/>
                </a:cubicBezTo>
                <a:cubicBezTo>
                  <a:pt x="7216" y="2310"/>
                  <a:pt x="7238" y="2332"/>
                  <a:pt x="7227" y="2344"/>
                </a:cubicBezTo>
                <a:cubicBezTo>
                  <a:pt x="7231" y="2331"/>
                  <a:pt x="7218" y="2333"/>
                  <a:pt x="7213" y="2337"/>
                </a:cubicBezTo>
                <a:cubicBezTo>
                  <a:pt x="7222" y="2342"/>
                  <a:pt x="7231" y="2369"/>
                  <a:pt x="7213" y="2371"/>
                </a:cubicBezTo>
                <a:cubicBezTo>
                  <a:pt x="7211" y="2385"/>
                  <a:pt x="7225" y="2368"/>
                  <a:pt x="7223" y="2385"/>
                </a:cubicBezTo>
                <a:cubicBezTo>
                  <a:pt x="7220" y="2386"/>
                  <a:pt x="7216" y="2387"/>
                  <a:pt x="7213" y="2388"/>
                </a:cubicBezTo>
                <a:cubicBezTo>
                  <a:pt x="7213" y="2379"/>
                  <a:pt x="7210" y="2372"/>
                  <a:pt x="7205" y="2373"/>
                </a:cubicBezTo>
                <a:cubicBezTo>
                  <a:pt x="7208" y="2378"/>
                  <a:pt x="7208" y="2384"/>
                  <a:pt x="7207" y="2389"/>
                </a:cubicBezTo>
                <a:cubicBezTo>
                  <a:pt x="7200" y="2390"/>
                  <a:pt x="7194" y="2393"/>
                  <a:pt x="7190" y="2398"/>
                </a:cubicBezTo>
                <a:cubicBezTo>
                  <a:pt x="7188" y="2412"/>
                  <a:pt x="7208" y="2405"/>
                  <a:pt x="7203" y="2422"/>
                </a:cubicBezTo>
                <a:cubicBezTo>
                  <a:pt x="7189" y="2431"/>
                  <a:pt x="7182" y="2449"/>
                  <a:pt x="7186" y="2466"/>
                </a:cubicBezTo>
                <a:cubicBezTo>
                  <a:pt x="7198" y="2469"/>
                  <a:pt x="7192" y="2454"/>
                  <a:pt x="7199" y="2452"/>
                </a:cubicBezTo>
                <a:cubicBezTo>
                  <a:pt x="7206" y="2454"/>
                  <a:pt x="7220" y="2448"/>
                  <a:pt x="7220" y="2456"/>
                </a:cubicBezTo>
                <a:cubicBezTo>
                  <a:pt x="7222" y="2467"/>
                  <a:pt x="7216" y="2471"/>
                  <a:pt x="7216" y="2479"/>
                </a:cubicBezTo>
                <a:cubicBezTo>
                  <a:pt x="7231" y="2478"/>
                  <a:pt x="7243" y="2479"/>
                  <a:pt x="7243" y="2493"/>
                </a:cubicBezTo>
                <a:cubicBezTo>
                  <a:pt x="7230" y="2496"/>
                  <a:pt x="7229" y="2491"/>
                  <a:pt x="7219" y="2496"/>
                </a:cubicBezTo>
                <a:cubicBezTo>
                  <a:pt x="7218" y="2507"/>
                  <a:pt x="7226" y="2508"/>
                  <a:pt x="7223" y="2520"/>
                </a:cubicBezTo>
                <a:cubicBezTo>
                  <a:pt x="7228" y="2521"/>
                  <a:pt x="7232" y="2515"/>
                  <a:pt x="7233" y="2520"/>
                </a:cubicBezTo>
                <a:cubicBezTo>
                  <a:pt x="7224" y="2517"/>
                  <a:pt x="7235" y="2536"/>
                  <a:pt x="7226" y="2533"/>
                </a:cubicBezTo>
                <a:cubicBezTo>
                  <a:pt x="7213" y="2537"/>
                  <a:pt x="7216" y="2523"/>
                  <a:pt x="7203" y="2526"/>
                </a:cubicBezTo>
                <a:cubicBezTo>
                  <a:pt x="7198" y="2540"/>
                  <a:pt x="7218" y="2527"/>
                  <a:pt x="7213" y="2540"/>
                </a:cubicBezTo>
                <a:cubicBezTo>
                  <a:pt x="7198" y="2547"/>
                  <a:pt x="7190" y="2563"/>
                  <a:pt x="7176" y="2561"/>
                </a:cubicBezTo>
                <a:cubicBezTo>
                  <a:pt x="7182" y="2578"/>
                  <a:pt x="7183" y="2605"/>
                  <a:pt x="7165" y="2615"/>
                </a:cubicBezTo>
                <a:cubicBezTo>
                  <a:pt x="7168" y="2623"/>
                  <a:pt x="7158" y="2644"/>
                  <a:pt x="7171" y="2642"/>
                </a:cubicBezTo>
                <a:cubicBezTo>
                  <a:pt x="7181" y="2641"/>
                  <a:pt x="7169" y="2616"/>
                  <a:pt x="7178" y="2615"/>
                </a:cubicBezTo>
                <a:cubicBezTo>
                  <a:pt x="7189" y="2637"/>
                  <a:pt x="7171" y="2660"/>
                  <a:pt x="7168" y="2679"/>
                </a:cubicBezTo>
                <a:cubicBezTo>
                  <a:pt x="7176" y="2686"/>
                  <a:pt x="7190" y="2687"/>
                  <a:pt x="7189" y="2703"/>
                </a:cubicBezTo>
                <a:cubicBezTo>
                  <a:pt x="7199" y="2703"/>
                  <a:pt x="7209" y="2708"/>
                  <a:pt x="7215" y="2717"/>
                </a:cubicBezTo>
                <a:cubicBezTo>
                  <a:pt x="7198" y="2721"/>
                  <a:pt x="7182" y="2729"/>
                  <a:pt x="7168" y="2740"/>
                </a:cubicBezTo>
                <a:cubicBezTo>
                  <a:pt x="7171" y="2730"/>
                  <a:pt x="7164" y="2731"/>
                  <a:pt x="7165" y="2723"/>
                </a:cubicBezTo>
                <a:lnTo>
                  <a:pt x="7141" y="2723"/>
                </a:lnTo>
                <a:cubicBezTo>
                  <a:pt x="7141" y="2723"/>
                  <a:pt x="7142" y="2724"/>
                  <a:pt x="7142" y="2725"/>
                </a:cubicBezTo>
                <a:cubicBezTo>
                  <a:pt x="7148" y="2751"/>
                  <a:pt x="7175" y="2767"/>
                  <a:pt x="7201" y="2761"/>
                </a:cubicBezTo>
                <a:cubicBezTo>
                  <a:pt x="7199" y="2772"/>
                  <a:pt x="7202" y="2778"/>
                  <a:pt x="7208" y="2781"/>
                </a:cubicBezTo>
                <a:cubicBezTo>
                  <a:pt x="7193" y="2793"/>
                  <a:pt x="7209" y="2837"/>
                  <a:pt x="7194" y="2849"/>
                </a:cubicBezTo>
                <a:cubicBezTo>
                  <a:pt x="7203" y="2840"/>
                  <a:pt x="7213" y="2845"/>
                  <a:pt x="7219" y="2855"/>
                </a:cubicBezTo>
                <a:lnTo>
                  <a:pt x="7220" y="2859"/>
                </a:lnTo>
                <a:lnTo>
                  <a:pt x="7220" y="2859"/>
                </a:lnTo>
                <a:lnTo>
                  <a:pt x="7220" y="2859"/>
                </a:lnTo>
                <a:lnTo>
                  <a:pt x="7200" y="2859"/>
                </a:lnTo>
                <a:cubicBezTo>
                  <a:pt x="7204" y="2876"/>
                  <a:pt x="7183" y="2869"/>
                  <a:pt x="7183" y="2883"/>
                </a:cubicBezTo>
                <a:lnTo>
                  <a:pt x="7183" y="2893"/>
                </a:lnTo>
                <a:cubicBezTo>
                  <a:pt x="7187" y="2894"/>
                  <a:pt x="7190" y="2896"/>
                  <a:pt x="7193" y="2900"/>
                </a:cubicBezTo>
                <a:cubicBezTo>
                  <a:pt x="7207" y="2898"/>
                  <a:pt x="7206" y="2881"/>
                  <a:pt x="7227" y="2886"/>
                </a:cubicBezTo>
                <a:cubicBezTo>
                  <a:pt x="7224" y="2879"/>
                  <a:pt x="7218" y="2875"/>
                  <a:pt x="7219" y="2864"/>
                </a:cubicBezTo>
                <a:lnTo>
                  <a:pt x="7220" y="2859"/>
                </a:lnTo>
                <a:lnTo>
                  <a:pt x="7221" y="2859"/>
                </a:lnTo>
                <a:lnTo>
                  <a:pt x="7220" y="2859"/>
                </a:lnTo>
                <a:lnTo>
                  <a:pt x="7222" y="2857"/>
                </a:lnTo>
                <a:cubicBezTo>
                  <a:pt x="7232" y="2850"/>
                  <a:pt x="7241" y="2859"/>
                  <a:pt x="7253" y="2863"/>
                </a:cubicBezTo>
                <a:cubicBezTo>
                  <a:pt x="7246" y="2871"/>
                  <a:pt x="7235" y="2876"/>
                  <a:pt x="7230" y="2886"/>
                </a:cubicBezTo>
                <a:cubicBezTo>
                  <a:pt x="7282" y="2879"/>
                  <a:pt x="7256" y="2930"/>
                  <a:pt x="7256" y="2968"/>
                </a:cubicBezTo>
                <a:cubicBezTo>
                  <a:pt x="7251" y="2967"/>
                  <a:pt x="7253" y="2959"/>
                  <a:pt x="7253" y="2954"/>
                </a:cubicBezTo>
                <a:cubicBezTo>
                  <a:pt x="7245" y="2953"/>
                  <a:pt x="7245" y="2960"/>
                  <a:pt x="7236" y="2957"/>
                </a:cubicBezTo>
                <a:cubicBezTo>
                  <a:pt x="7236" y="2966"/>
                  <a:pt x="7235" y="2974"/>
                  <a:pt x="7226" y="2974"/>
                </a:cubicBezTo>
                <a:cubicBezTo>
                  <a:pt x="7228" y="2989"/>
                  <a:pt x="7240" y="2987"/>
                  <a:pt x="7232" y="3005"/>
                </a:cubicBezTo>
                <a:cubicBezTo>
                  <a:pt x="7244" y="3011"/>
                  <a:pt x="7249" y="3024"/>
                  <a:pt x="7269" y="3022"/>
                </a:cubicBezTo>
                <a:cubicBezTo>
                  <a:pt x="7271" y="3014"/>
                  <a:pt x="7265" y="2997"/>
                  <a:pt x="7273" y="2995"/>
                </a:cubicBezTo>
                <a:cubicBezTo>
                  <a:pt x="7286" y="3001"/>
                  <a:pt x="7301" y="3000"/>
                  <a:pt x="7313" y="2992"/>
                </a:cubicBezTo>
                <a:cubicBezTo>
                  <a:pt x="7307" y="2998"/>
                  <a:pt x="7313" y="3002"/>
                  <a:pt x="7313" y="3013"/>
                </a:cubicBezTo>
                <a:cubicBezTo>
                  <a:pt x="7312" y="3023"/>
                  <a:pt x="7276" y="3016"/>
                  <a:pt x="7282" y="3022"/>
                </a:cubicBezTo>
                <a:cubicBezTo>
                  <a:pt x="7287" y="3023"/>
                  <a:pt x="7295" y="3021"/>
                  <a:pt x="7296" y="3026"/>
                </a:cubicBezTo>
                <a:cubicBezTo>
                  <a:pt x="7287" y="3047"/>
                  <a:pt x="7256" y="3044"/>
                  <a:pt x="7232" y="3049"/>
                </a:cubicBezTo>
                <a:cubicBezTo>
                  <a:pt x="7235" y="3033"/>
                  <a:pt x="7206" y="3019"/>
                  <a:pt x="7199" y="3035"/>
                </a:cubicBezTo>
                <a:cubicBezTo>
                  <a:pt x="7202" y="3049"/>
                  <a:pt x="7222" y="3036"/>
                  <a:pt x="7225" y="3042"/>
                </a:cubicBezTo>
                <a:lnTo>
                  <a:pt x="7225" y="3053"/>
                </a:lnTo>
                <a:cubicBezTo>
                  <a:pt x="7213" y="3050"/>
                  <a:pt x="7211" y="3058"/>
                  <a:pt x="7198" y="3056"/>
                </a:cubicBezTo>
                <a:cubicBezTo>
                  <a:pt x="7200" y="3040"/>
                  <a:pt x="7180" y="3043"/>
                  <a:pt x="7172" y="3045"/>
                </a:cubicBezTo>
                <a:cubicBezTo>
                  <a:pt x="7173" y="3029"/>
                  <a:pt x="7148" y="3007"/>
                  <a:pt x="7169" y="2995"/>
                </a:cubicBezTo>
                <a:cubicBezTo>
                  <a:pt x="7176" y="2998"/>
                  <a:pt x="7170" y="3016"/>
                  <a:pt x="7172" y="3025"/>
                </a:cubicBezTo>
                <a:cubicBezTo>
                  <a:pt x="7181" y="3029"/>
                  <a:pt x="7191" y="3028"/>
                  <a:pt x="7199" y="3022"/>
                </a:cubicBezTo>
                <a:cubicBezTo>
                  <a:pt x="7174" y="3030"/>
                  <a:pt x="7183" y="3003"/>
                  <a:pt x="7182" y="2988"/>
                </a:cubicBezTo>
                <a:cubicBezTo>
                  <a:pt x="7155" y="2987"/>
                  <a:pt x="7154" y="2960"/>
                  <a:pt x="7132" y="2954"/>
                </a:cubicBezTo>
                <a:cubicBezTo>
                  <a:pt x="7121" y="2970"/>
                  <a:pt x="7131" y="2977"/>
                  <a:pt x="7138" y="2991"/>
                </a:cubicBezTo>
                <a:cubicBezTo>
                  <a:pt x="7129" y="2995"/>
                  <a:pt x="7129" y="2993"/>
                  <a:pt x="7118" y="2991"/>
                </a:cubicBezTo>
                <a:cubicBezTo>
                  <a:pt x="7118" y="2996"/>
                  <a:pt x="7118" y="3002"/>
                  <a:pt x="7118" y="3008"/>
                </a:cubicBezTo>
                <a:cubicBezTo>
                  <a:pt x="7131" y="3006"/>
                  <a:pt x="7131" y="3017"/>
                  <a:pt x="7144" y="3015"/>
                </a:cubicBezTo>
                <a:cubicBezTo>
                  <a:pt x="7146" y="3008"/>
                  <a:pt x="7141" y="2994"/>
                  <a:pt x="7148" y="2994"/>
                </a:cubicBezTo>
                <a:cubicBezTo>
                  <a:pt x="7148" y="3003"/>
                  <a:pt x="7148" y="3012"/>
                  <a:pt x="7148" y="3021"/>
                </a:cubicBezTo>
                <a:cubicBezTo>
                  <a:pt x="7120" y="3016"/>
                  <a:pt x="7151" y="3050"/>
                  <a:pt x="7127" y="3048"/>
                </a:cubicBezTo>
                <a:cubicBezTo>
                  <a:pt x="7130" y="3075"/>
                  <a:pt x="7134" y="3102"/>
                  <a:pt x="7140" y="3129"/>
                </a:cubicBezTo>
                <a:cubicBezTo>
                  <a:pt x="7117" y="3131"/>
                  <a:pt x="7133" y="3153"/>
                  <a:pt x="7130" y="3173"/>
                </a:cubicBezTo>
                <a:cubicBezTo>
                  <a:pt x="7136" y="3178"/>
                  <a:pt x="7145" y="3180"/>
                  <a:pt x="7150" y="3186"/>
                </a:cubicBezTo>
                <a:cubicBezTo>
                  <a:pt x="7154" y="3201"/>
                  <a:pt x="7142" y="3208"/>
                  <a:pt x="7133" y="3200"/>
                </a:cubicBezTo>
                <a:cubicBezTo>
                  <a:pt x="7131" y="3217"/>
                  <a:pt x="7145" y="3219"/>
                  <a:pt x="7143" y="3237"/>
                </a:cubicBezTo>
                <a:cubicBezTo>
                  <a:pt x="7139" y="3236"/>
                  <a:pt x="7130" y="3222"/>
                  <a:pt x="7130" y="3237"/>
                </a:cubicBezTo>
                <a:cubicBezTo>
                  <a:pt x="7150" y="3234"/>
                  <a:pt x="7137" y="3264"/>
                  <a:pt x="7150" y="3268"/>
                </a:cubicBezTo>
                <a:cubicBezTo>
                  <a:pt x="7138" y="3274"/>
                  <a:pt x="7146" y="3292"/>
                  <a:pt x="7157" y="3295"/>
                </a:cubicBezTo>
                <a:cubicBezTo>
                  <a:pt x="7143" y="3296"/>
                  <a:pt x="7149" y="3319"/>
                  <a:pt x="7140" y="3325"/>
                </a:cubicBezTo>
                <a:cubicBezTo>
                  <a:pt x="7151" y="3333"/>
                  <a:pt x="7168" y="3335"/>
                  <a:pt x="7173" y="3349"/>
                </a:cubicBezTo>
                <a:cubicBezTo>
                  <a:pt x="7161" y="3338"/>
                  <a:pt x="7156" y="3356"/>
                  <a:pt x="7143" y="3355"/>
                </a:cubicBezTo>
                <a:cubicBezTo>
                  <a:pt x="7142" y="3368"/>
                  <a:pt x="7160" y="3362"/>
                  <a:pt x="7160" y="3373"/>
                </a:cubicBezTo>
                <a:cubicBezTo>
                  <a:pt x="7146" y="3368"/>
                  <a:pt x="7152" y="3383"/>
                  <a:pt x="7143" y="3383"/>
                </a:cubicBezTo>
                <a:cubicBezTo>
                  <a:pt x="7142" y="3377"/>
                  <a:pt x="7143" y="3371"/>
                  <a:pt x="7136" y="3372"/>
                </a:cubicBezTo>
                <a:cubicBezTo>
                  <a:pt x="7148" y="3394"/>
                  <a:pt x="7147" y="3406"/>
                  <a:pt x="7159" y="3427"/>
                </a:cubicBezTo>
                <a:cubicBezTo>
                  <a:pt x="7155" y="3427"/>
                  <a:pt x="7149" y="3426"/>
                  <a:pt x="7149" y="3430"/>
                </a:cubicBezTo>
                <a:cubicBezTo>
                  <a:pt x="7168" y="3432"/>
                  <a:pt x="7169" y="3460"/>
                  <a:pt x="7155" y="3467"/>
                </a:cubicBezTo>
                <a:cubicBezTo>
                  <a:pt x="7166" y="3481"/>
                  <a:pt x="7170" y="3498"/>
                  <a:pt x="7169" y="3515"/>
                </a:cubicBezTo>
                <a:cubicBezTo>
                  <a:pt x="7193" y="3513"/>
                  <a:pt x="7228" y="3504"/>
                  <a:pt x="7239" y="3525"/>
                </a:cubicBezTo>
                <a:cubicBezTo>
                  <a:pt x="7227" y="3534"/>
                  <a:pt x="7245" y="3542"/>
                  <a:pt x="7239" y="3563"/>
                </a:cubicBezTo>
                <a:cubicBezTo>
                  <a:pt x="7245" y="3564"/>
                  <a:pt x="7259" y="3559"/>
                  <a:pt x="7259" y="3566"/>
                </a:cubicBezTo>
                <a:cubicBezTo>
                  <a:pt x="7256" y="3581"/>
                  <a:pt x="7267" y="3612"/>
                  <a:pt x="7252" y="3617"/>
                </a:cubicBezTo>
                <a:cubicBezTo>
                  <a:pt x="7245" y="3614"/>
                  <a:pt x="7251" y="3598"/>
                  <a:pt x="7249" y="3590"/>
                </a:cubicBezTo>
                <a:cubicBezTo>
                  <a:pt x="7236" y="3587"/>
                  <a:pt x="7245" y="3608"/>
                  <a:pt x="7242" y="3617"/>
                </a:cubicBezTo>
                <a:lnTo>
                  <a:pt x="7229" y="3617"/>
                </a:lnTo>
                <a:cubicBezTo>
                  <a:pt x="7230" y="3635"/>
                  <a:pt x="7228" y="3650"/>
                  <a:pt x="7215" y="3654"/>
                </a:cubicBezTo>
                <a:cubicBezTo>
                  <a:pt x="7215" y="3662"/>
                  <a:pt x="7220" y="3664"/>
                  <a:pt x="7222" y="3671"/>
                </a:cubicBezTo>
                <a:cubicBezTo>
                  <a:pt x="7253" y="3671"/>
                  <a:pt x="7265" y="3669"/>
                  <a:pt x="7292" y="3671"/>
                </a:cubicBezTo>
                <a:cubicBezTo>
                  <a:pt x="7290" y="3657"/>
                  <a:pt x="7276" y="3655"/>
                  <a:pt x="7272" y="3644"/>
                </a:cubicBezTo>
                <a:lnTo>
                  <a:pt x="7292" y="3644"/>
                </a:lnTo>
                <a:cubicBezTo>
                  <a:pt x="7291" y="3635"/>
                  <a:pt x="7284" y="3627"/>
                  <a:pt x="7275" y="3626"/>
                </a:cubicBezTo>
                <a:cubicBezTo>
                  <a:pt x="7283" y="3652"/>
                  <a:pt x="7241" y="3633"/>
                  <a:pt x="7249" y="3647"/>
                </a:cubicBezTo>
                <a:cubicBezTo>
                  <a:pt x="7240" y="3646"/>
                  <a:pt x="7239" y="3622"/>
                  <a:pt x="7245" y="3617"/>
                </a:cubicBezTo>
                <a:cubicBezTo>
                  <a:pt x="7262" y="3622"/>
                  <a:pt x="7280" y="3621"/>
                  <a:pt x="7296" y="3614"/>
                </a:cubicBezTo>
                <a:cubicBezTo>
                  <a:pt x="7292" y="3588"/>
                  <a:pt x="7275" y="3574"/>
                  <a:pt x="7276" y="3543"/>
                </a:cubicBezTo>
                <a:cubicBezTo>
                  <a:pt x="7284" y="3544"/>
                  <a:pt x="7290" y="3542"/>
                  <a:pt x="7290" y="3536"/>
                </a:cubicBezTo>
                <a:cubicBezTo>
                  <a:pt x="7278" y="3539"/>
                  <a:pt x="7287" y="3521"/>
                  <a:pt x="7276" y="3523"/>
                </a:cubicBezTo>
                <a:cubicBezTo>
                  <a:pt x="7275" y="3527"/>
                  <a:pt x="7262" y="3543"/>
                  <a:pt x="7250" y="3533"/>
                </a:cubicBezTo>
                <a:cubicBezTo>
                  <a:pt x="7258" y="3527"/>
                  <a:pt x="7258" y="3512"/>
                  <a:pt x="7266" y="3506"/>
                </a:cubicBezTo>
                <a:cubicBezTo>
                  <a:pt x="7262" y="3498"/>
                  <a:pt x="7258" y="3490"/>
                  <a:pt x="7257" y="3482"/>
                </a:cubicBezTo>
                <a:cubicBezTo>
                  <a:pt x="7263" y="3476"/>
                  <a:pt x="7266" y="3468"/>
                  <a:pt x="7277" y="3468"/>
                </a:cubicBezTo>
                <a:cubicBezTo>
                  <a:pt x="7287" y="3431"/>
                  <a:pt x="7247" y="3389"/>
                  <a:pt x="7285" y="3374"/>
                </a:cubicBezTo>
                <a:cubicBezTo>
                  <a:pt x="7285" y="3365"/>
                  <a:pt x="7285" y="3356"/>
                  <a:pt x="7285" y="3347"/>
                </a:cubicBezTo>
                <a:cubicBezTo>
                  <a:pt x="7274" y="3343"/>
                  <a:pt x="7282" y="3358"/>
                  <a:pt x="7272" y="3353"/>
                </a:cubicBezTo>
                <a:cubicBezTo>
                  <a:pt x="7273" y="3347"/>
                  <a:pt x="7267" y="3347"/>
                  <a:pt x="7265" y="3343"/>
                </a:cubicBezTo>
                <a:cubicBezTo>
                  <a:pt x="7267" y="3328"/>
                  <a:pt x="7261" y="3303"/>
                  <a:pt x="7269" y="3293"/>
                </a:cubicBezTo>
                <a:lnTo>
                  <a:pt x="7273" y="3293"/>
                </a:lnTo>
                <a:cubicBezTo>
                  <a:pt x="7273" y="3304"/>
                  <a:pt x="7273" y="3315"/>
                  <a:pt x="7273" y="3327"/>
                </a:cubicBezTo>
                <a:cubicBezTo>
                  <a:pt x="7297" y="3319"/>
                  <a:pt x="7324" y="3328"/>
                  <a:pt x="7340" y="3317"/>
                </a:cubicBezTo>
                <a:cubicBezTo>
                  <a:pt x="7334" y="3314"/>
                  <a:pt x="7335" y="3304"/>
                  <a:pt x="7327" y="3303"/>
                </a:cubicBezTo>
                <a:cubicBezTo>
                  <a:pt x="7321" y="3320"/>
                  <a:pt x="7297" y="3315"/>
                  <a:pt x="7280" y="3320"/>
                </a:cubicBezTo>
                <a:cubicBezTo>
                  <a:pt x="7280" y="3311"/>
                  <a:pt x="7280" y="3302"/>
                  <a:pt x="7280" y="3293"/>
                </a:cubicBezTo>
                <a:cubicBezTo>
                  <a:pt x="7287" y="3291"/>
                  <a:pt x="7304" y="3299"/>
                  <a:pt x="7301" y="3286"/>
                </a:cubicBezTo>
                <a:cubicBezTo>
                  <a:pt x="7295" y="3282"/>
                  <a:pt x="7270" y="3288"/>
                  <a:pt x="7274" y="3265"/>
                </a:cubicBezTo>
                <a:cubicBezTo>
                  <a:pt x="7266" y="3262"/>
                  <a:pt x="7245" y="3272"/>
                  <a:pt x="7247" y="3258"/>
                </a:cubicBezTo>
                <a:cubicBezTo>
                  <a:pt x="7255" y="3251"/>
                  <a:pt x="7268" y="3251"/>
                  <a:pt x="7268" y="3237"/>
                </a:cubicBezTo>
                <a:cubicBezTo>
                  <a:pt x="7251" y="3242"/>
                  <a:pt x="7260" y="3220"/>
                  <a:pt x="7258" y="3210"/>
                </a:cubicBezTo>
                <a:lnTo>
                  <a:pt x="7275" y="3210"/>
                </a:lnTo>
                <a:lnTo>
                  <a:pt x="7275" y="3183"/>
                </a:lnTo>
                <a:lnTo>
                  <a:pt x="7302" y="3183"/>
                </a:lnTo>
                <a:cubicBezTo>
                  <a:pt x="7293" y="3171"/>
                  <a:pt x="7267" y="3175"/>
                  <a:pt x="7248" y="3172"/>
                </a:cubicBezTo>
                <a:cubicBezTo>
                  <a:pt x="7248" y="3167"/>
                  <a:pt x="7248" y="3161"/>
                  <a:pt x="7248" y="3156"/>
                </a:cubicBezTo>
                <a:cubicBezTo>
                  <a:pt x="7255" y="3154"/>
                  <a:pt x="7269" y="3160"/>
                  <a:pt x="7269" y="3152"/>
                </a:cubicBezTo>
                <a:cubicBezTo>
                  <a:pt x="7261" y="3145"/>
                  <a:pt x="7257" y="3136"/>
                  <a:pt x="7248" y="3132"/>
                </a:cubicBezTo>
                <a:cubicBezTo>
                  <a:pt x="7250" y="3143"/>
                  <a:pt x="7245" y="3146"/>
                  <a:pt x="7238" y="3148"/>
                </a:cubicBezTo>
                <a:cubicBezTo>
                  <a:pt x="7228" y="3145"/>
                  <a:pt x="7203" y="3132"/>
                  <a:pt x="7221" y="3121"/>
                </a:cubicBezTo>
                <a:cubicBezTo>
                  <a:pt x="7222" y="3125"/>
                  <a:pt x="7222" y="3129"/>
                  <a:pt x="7228" y="3128"/>
                </a:cubicBezTo>
                <a:cubicBezTo>
                  <a:pt x="7228" y="3119"/>
                  <a:pt x="7228" y="3110"/>
                  <a:pt x="7228" y="3101"/>
                </a:cubicBezTo>
                <a:cubicBezTo>
                  <a:pt x="7221" y="3108"/>
                  <a:pt x="7193" y="3105"/>
                  <a:pt x="7194" y="3084"/>
                </a:cubicBezTo>
                <a:cubicBezTo>
                  <a:pt x="7203" y="3084"/>
                  <a:pt x="7212" y="3080"/>
                  <a:pt x="7218" y="3074"/>
                </a:cubicBezTo>
                <a:cubicBezTo>
                  <a:pt x="7214" y="3073"/>
                  <a:pt x="7208" y="3074"/>
                  <a:pt x="7208" y="3070"/>
                </a:cubicBezTo>
                <a:cubicBezTo>
                  <a:pt x="7211" y="3062"/>
                  <a:pt x="7221" y="3060"/>
                  <a:pt x="7225" y="3054"/>
                </a:cubicBezTo>
                <a:cubicBezTo>
                  <a:pt x="7237" y="3056"/>
                  <a:pt x="7234" y="3074"/>
                  <a:pt x="7248" y="3074"/>
                </a:cubicBezTo>
                <a:cubicBezTo>
                  <a:pt x="7250" y="3065"/>
                  <a:pt x="7253" y="3056"/>
                  <a:pt x="7258" y="3047"/>
                </a:cubicBezTo>
                <a:cubicBezTo>
                  <a:pt x="7263" y="3049"/>
                  <a:pt x="7275" y="3044"/>
                  <a:pt x="7275" y="3051"/>
                </a:cubicBezTo>
                <a:cubicBezTo>
                  <a:pt x="7268" y="3058"/>
                  <a:pt x="7267" y="3072"/>
                  <a:pt x="7265" y="3085"/>
                </a:cubicBezTo>
                <a:cubicBezTo>
                  <a:pt x="7274" y="3103"/>
                  <a:pt x="7298" y="3101"/>
                  <a:pt x="7312" y="3099"/>
                </a:cubicBezTo>
                <a:cubicBezTo>
                  <a:pt x="7293" y="3103"/>
                  <a:pt x="7304" y="3137"/>
                  <a:pt x="7301" y="3156"/>
                </a:cubicBezTo>
                <a:lnTo>
                  <a:pt x="7274" y="3156"/>
                </a:lnTo>
                <a:cubicBezTo>
                  <a:pt x="7288" y="3171"/>
                  <a:pt x="7315" y="3154"/>
                  <a:pt x="7328" y="3170"/>
                </a:cubicBezTo>
                <a:cubicBezTo>
                  <a:pt x="7329" y="3164"/>
                  <a:pt x="7325" y="3153"/>
                  <a:pt x="7335" y="3157"/>
                </a:cubicBezTo>
                <a:cubicBezTo>
                  <a:pt x="7339" y="3187"/>
                  <a:pt x="7327" y="3202"/>
                  <a:pt x="7327" y="3227"/>
                </a:cubicBezTo>
                <a:cubicBezTo>
                  <a:pt x="7333" y="3234"/>
                  <a:pt x="7351" y="3228"/>
                  <a:pt x="7354" y="3238"/>
                </a:cubicBezTo>
                <a:cubicBezTo>
                  <a:pt x="7333" y="3240"/>
                  <a:pt x="7323" y="3257"/>
                  <a:pt x="7300" y="3264"/>
                </a:cubicBezTo>
                <a:cubicBezTo>
                  <a:pt x="7304" y="3279"/>
                  <a:pt x="7315" y="3280"/>
                  <a:pt x="7313" y="3292"/>
                </a:cubicBezTo>
                <a:cubicBezTo>
                  <a:pt x="7323" y="3291"/>
                  <a:pt x="7335" y="3294"/>
                  <a:pt x="7340" y="3288"/>
                </a:cubicBezTo>
                <a:cubicBezTo>
                  <a:pt x="7345" y="3305"/>
                  <a:pt x="7346" y="3331"/>
                  <a:pt x="7330" y="3336"/>
                </a:cubicBezTo>
                <a:cubicBezTo>
                  <a:pt x="7325" y="3336"/>
                  <a:pt x="7327" y="3329"/>
                  <a:pt x="7323" y="3329"/>
                </a:cubicBezTo>
                <a:cubicBezTo>
                  <a:pt x="7307" y="3345"/>
                  <a:pt x="7307" y="3357"/>
                  <a:pt x="7326" y="3369"/>
                </a:cubicBezTo>
                <a:cubicBezTo>
                  <a:pt x="7329" y="3385"/>
                  <a:pt x="7321" y="3389"/>
                  <a:pt x="7319" y="3400"/>
                </a:cubicBezTo>
                <a:cubicBezTo>
                  <a:pt x="7332" y="3405"/>
                  <a:pt x="7321" y="3385"/>
                  <a:pt x="7330" y="3387"/>
                </a:cubicBezTo>
                <a:cubicBezTo>
                  <a:pt x="7332" y="3394"/>
                  <a:pt x="7347" y="3389"/>
                  <a:pt x="7343" y="3403"/>
                </a:cubicBezTo>
                <a:cubicBezTo>
                  <a:pt x="7333" y="3409"/>
                  <a:pt x="7324" y="3417"/>
                  <a:pt x="7319" y="3427"/>
                </a:cubicBezTo>
                <a:cubicBezTo>
                  <a:pt x="7332" y="3424"/>
                  <a:pt x="7323" y="3443"/>
                  <a:pt x="7326" y="3451"/>
                </a:cubicBezTo>
                <a:cubicBezTo>
                  <a:pt x="7340" y="3451"/>
                  <a:pt x="7356" y="3450"/>
                  <a:pt x="7362" y="3458"/>
                </a:cubicBezTo>
                <a:cubicBezTo>
                  <a:pt x="7361" y="3462"/>
                  <a:pt x="7355" y="3461"/>
                  <a:pt x="7352" y="3464"/>
                </a:cubicBezTo>
                <a:cubicBezTo>
                  <a:pt x="7352" y="3459"/>
                  <a:pt x="7353" y="3453"/>
                  <a:pt x="7346" y="3454"/>
                </a:cubicBezTo>
                <a:cubicBezTo>
                  <a:pt x="7331" y="3464"/>
                  <a:pt x="7342" y="3500"/>
                  <a:pt x="7329" y="3512"/>
                </a:cubicBezTo>
                <a:cubicBezTo>
                  <a:pt x="7329" y="3511"/>
                  <a:pt x="7329" y="3511"/>
                  <a:pt x="7329" y="3511"/>
                </a:cubicBezTo>
                <a:cubicBezTo>
                  <a:pt x="7338" y="3509"/>
                  <a:pt x="7347" y="3513"/>
                  <a:pt x="7349" y="3522"/>
                </a:cubicBezTo>
                <a:cubicBezTo>
                  <a:pt x="7353" y="3533"/>
                  <a:pt x="7325" y="3530"/>
                  <a:pt x="7332" y="3535"/>
                </a:cubicBezTo>
                <a:cubicBezTo>
                  <a:pt x="7353" y="3536"/>
                  <a:pt x="7345" y="3565"/>
                  <a:pt x="7366" y="3566"/>
                </a:cubicBezTo>
                <a:cubicBezTo>
                  <a:pt x="7350" y="3579"/>
                  <a:pt x="7333" y="3572"/>
                  <a:pt x="7325" y="3589"/>
                </a:cubicBezTo>
                <a:cubicBezTo>
                  <a:pt x="7335" y="3592"/>
                  <a:pt x="7344" y="3597"/>
                  <a:pt x="7352" y="3603"/>
                </a:cubicBezTo>
                <a:cubicBezTo>
                  <a:pt x="7354" y="3641"/>
                  <a:pt x="7333" y="3656"/>
                  <a:pt x="7318" y="3677"/>
                </a:cubicBezTo>
                <a:cubicBezTo>
                  <a:pt x="7328" y="3670"/>
                  <a:pt x="7340" y="3668"/>
                  <a:pt x="7351" y="3671"/>
                </a:cubicBezTo>
                <a:cubicBezTo>
                  <a:pt x="7351" y="3680"/>
                  <a:pt x="7351" y="3689"/>
                  <a:pt x="7351" y="3698"/>
                </a:cubicBezTo>
                <a:cubicBezTo>
                  <a:pt x="7338" y="3701"/>
                  <a:pt x="7328" y="3711"/>
                  <a:pt x="7324" y="3724"/>
                </a:cubicBezTo>
                <a:cubicBezTo>
                  <a:pt x="7324" y="3735"/>
                  <a:pt x="7341" y="3728"/>
                  <a:pt x="7341" y="3738"/>
                </a:cubicBezTo>
                <a:cubicBezTo>
                  <a:pt x="7325" y="3748"/>
                  <a:pt x="7328" y="3756"/>
                  <a:pt x="7307" y="3761"/>
                </a:cubicBezTo>
                <a:cubicBezTo>
                  <a:pt x="7307" y="3775"/>
                  <a:pt x="7327" y="3768"/>
                  <a:pt x="7324" y="3785"/>
                </a:cubicBezTo>
                <a:lnTo>
                  <a:pt x="7350" y="3785"/>
                </a:lnTo>
                <a:cubicBezTo>
                  <a:pt x="7353" y="3810"/>
                  <a:pt x="7358" y="3810"/>
                  <a:pt x="7350" y="3833"/>
                </a:cubicBezTo>
                <a:cubicBezTo>
                  <a:pt x="7367" y="3835"/>
                  <a:pt x="7383" y="3839"/>
                  <a:pt x="7377" y="3863"/>
                </a:cubicBezTo>
                <a:cubicBezTo>
                  <a:pt x="7388" y="3863"/>
                  <a:pt x="7398" y="3868"/>
                  <a:pt x="7404" y="3877"/>
                </a:cubicBezTo>
                <a:cubicBezTo>
                  <a:pt x="7390" y="3885"/>
                  <a:pt x="7405" y="3885"/>
                  <a:pt x="7404" y="3898"/>
                </a:cubicBezTo>
                <a:cubicBezTo>
                  <a:pt x="7395" y="3901"/>
                  <a:pt x="7375" y="3891"/>
                  <a:pt x="7377" y="3904"/>
                </a:cubicBezTo>
                <a:cubicBezTo>
                  <a:pt x="7385" y="3907"/>
                  <a:pt x="7406" y="3898"/>
                  <a:pt x="7404" y="3911"/>
                </a:cubicBezTo>
                <a:cubicBezTo>
                  <a:pt x="7395" y="3920"/>
                  <a:pt x="7366" y="3933"/>
                  <a:pt x="7383" y="3945"/>
                </a:cubicBezTo>
                <a:cubicBezTo>
                  <a:pt x="7375" y="3946"/>
                  <a:pt x="7376" y="3939"/>
                  <a:pt x="7366" y="3941"/>
                </a:cubicBezTo>
                <a:cubicBezTo>
                  <a:pt x="7366" y="3965"/>
                  <a:pt x="7397" y="3958"/>
                  <a:pt x="7409" y="3969"/>
                </a:cubicBezTo>
                <a:cubicBezTo>
                  <a:pt x="7398" y="3964"/>
                  <a:pt x="7407" y="3980"/>
                  <a:pt x="7399" y="3979"/>
                </a:cubicBezTo>
                <a:cubicBezTo>
                  <a:pt x="7386" y="3981"/>
                  <a:pt x="7364" y="3972"/>
                  <a:pt x="7366" y="3989"/>
                </a:cubicBezTo>
                <a:cubicBezTo>
                  <a:pt x="7377" y="3992"/>
                  <a:pt x="7402" y="3982"/>
                  <a:pt x="7402" y="3996"/>
                </a:cubicBezTo>
                <a:lnTo>
                  <a:pt x="7376" y="3996"/>
                </a:lnTo>
                <a:cubicBezTo>
                  <a:pt x="7395" y="4018"/>
                  <a:pt x="7422" y="3981"/>
                  <a:pt x="7436" y="3996"/>
                </a:cubicBezTo>
                <a:cubicBezTo>
                  <a:pt x="7420" y="3992"/>
                  <a:pt x="7418" y="4019"/>
                  <a:pt x="7429" y="4023"/>
                </a:cubicBezTo>
                <a:cubicBezTo>
                  <a:pt x="7420" y="4025"/>
                  <a:pt x="7410" y="4023"/>
                  <a:pt x="7402" y="4016"/>
                </a:cubicBezTo>
                <a:cubicBezTo>
                  <a:pt x="7406" y="4033"/>
                  <a:pt x="7372" y="4012"/>
                  <a:pt x="7375" y="4029"/>
                </a:cubicBezTo>
                <a:cubicBezTo>
                  <a:pt x="7382" y="4039"/>
                  <a:pt x="7391" y="4025"/>
                  <a:pt x="7402" y="4029"/>
                </a:cubicBezTo>
                <a:cubicBezTo>
                  <a:pt x="7406" y="4046"/>
                  <a:pt x="7413" y="4062"/>
                  <a:pt x="7423" y="4077"/>
                </a:cubicBezTo>
                <a:cubicBezTo>
                  <a:pt x="7410" y="4080"/>
                  <a:pt x="7402" y="4068"/>
                  <a:pt x="7400" y="4080"/>
                </a:cubicBezTo>
                <a:cubicBezTo>
                  <a:pt x="7407" y="4081"/>
                  <a:pt x="7401" y="4097"/>
                  <a:pt x="7403" y="4104"/>
                </a:cubicBezTo>
                <a:cubicBezTo>
                  <a:pt x="7413" y="4104"/>
                  <a:pt x="7413" y="4093"/>
                  <a:pt x="7419" y="4090"/>
                </a:cubicBezTo>
                <a:cubicBezTo>
                  <a:pt x="7448" y="4102"/>
                  <a:pt x="7425" y="4146"/>
                  <a:pt x="7446" y="4165"/>
                </a:cubicBezTo>
                <a:cubicBezTo>
                  <a:pt x="7445" y="4181"/>
                  <a:pt x="7441" y="4197"/>
                  <a:pt x="7435" y="4212"/>
                </a:cubicBezTo>
                <a:cubicBezTo>
                  <a:pt x="7453" y="4222"/>
                  <a:pt x="7428" y="4243"/>
                  <a:pt x="7435" y="4266"/>
                </a:cubicBezTo>
                <a:cubicBezTo>
                  <a:pt x="7430" y="4268"/>
                  <a:pt x="7427" y="4261"/>
                  <a:pt x="7425" y="4266"/>
                </a:cubicBezTo>
                <a:cubicBezTo>
                  <a:pt x="7427" y="4275"/>
                  <a:pt x="7436" y="4276"/>
                  <a:pt x="7442" y="4280"/>
                </a:cubicBezTo>
                <a:cubicBezTo>
                  <a:pt x="7449" y="4295"/>
                  <a:pt x="7430" y="4286"/>
                  <a:pt x="7429" y="4293"/>
                </a:cubicBezTo>
                <a:cubicBezTo>
                  <a:pt x="7436" y="4306"/>
                  <a:pt x="7443" y="4320"/>
                  <a:pt x="7449" y="4334"/>
                </a:cubicBezTo>
                <a:cubicBezTo>
                  <a:pt x="7424" y="4366"/>
                  <a:pt x="7454" y="4422"/>
                  <a:pt x="7435" y="4462"/>
                </a:cubicBezTo>
                <a:cubicBezTo>
                  <a:pt x="7454" y="4481"/>
                  <a:pt x="7446" y="4527"/>
                  <a:pt x="7468" y="4544"/>
                </a:cubicBezTo>
                <a:cubicBezTo>
                  <a:pt x="7462" y="4540"/>
                  <a:pt x="7445" y="4530"/>
                  <a:pt x="7438" y="4540"/>
                </a:cubicBezTo>
                <a:cubicBezTo>
                  <a:pt x="7446" y="4542"/>
                  <a:pt x="7454" y="4543"/>
                  <a:pt x="7454" y="4554"/>
                </a:cubicBezTo>
                <a:cubicBezTo>
                  <a:pt x="7446" y="4559"/>
                  <a:pt x="7435" y="4561"/>
                  <a:pt x="7427" y="4567"/>
                </a:cubicBezTo>
                <a:cubicBezTo>
                  <a:pt x="7435" y="4568"/>
                  <a:pt x="7442" y="4571"/>
                  <a:pt x="7444" y="4577"/>
                </a:cubicBezTo>
                <a:cubicBezTo>
                  <a:pt x="7434" y="4587"/>
                  <a:pt x="7443" y="4603"/>
                  <a:pt x="7434" y="4618"/>
                </a:cubicBezTo>
                <a:cubicBezTo>
                  <a:pt x="7440" y="4620"/>
                  <a:pt x="7454" y="4614"/>
                  <a:pt x="7454" y="4621"/>
                </a:cubicBezTo>
                <a:cubicBezTo>
                  <a:pt x="7436" y="4639"/>
                  <a:pt x="7428" y="4664"/>
                  <a:pt x="7434" y="4689"/>
                </a:cubicBezTo>
                <a:cubicBezTo>
                  <a:pt x="7440" y="4694"/>
                  <a:pt x="7447" y="4687"/>
                  <a:pt x="7454" y="4696"/>
                </a:cubicBezTo>
                <a:cubicBezTo>
                  <a:pt x="7440" y="4696"/>
                  <a:pt x="7440" y="4730"/>
                  <a:pt x="7454" y="4730"/>
                </a:cubicBezTo>
                <a:cubicBezTo>
                  <a:pt x="7444" y="4728"/>
                  <a:pt x="7445" y="4739"/>
                  <a:pt x="7437" y="4739"/>
                </a:cubicBezTo>
                <a:cubicBezTo>
                  <a:pt x="7443" y="4753"/>
                  <a:pt x="7445" y="4757"/>
                  <a:pt x="7437" y="4770"/>
                </a:cubicBezTo>
                <a:cubicBezTo>
                  <a:pt x="7451" y="4769"/>
                  <a:pt x="7462" y="4770"/>
                  <a:pt x="7464" y="4780"/>
                </a:cubicBezTo>
                <a:lnTo>
                  <a:pt x="7443" y="4780"/>
                </a:lnTo>
                <a:cubicBezTo>
                  <a:pt x="7443" y="4796"/>
                  <a:pt x="7443" y="4812"/>
                  <a:pt x="7443" y="4828"/>
                </a:cubicBezTo>
                <a:cubicBezTo>
                  <a:pt x="7438" y="4830"/>
                  <a:pt x="7429" y="4829"/>
                  <a:pt x="7427" y="4834"/>
                </a:cubicBezTo>
                <a:cubicBezTo>
                  <a:pt x="7434" y="4836"/>
                  <a:pt x="7449" y="4830"/>
                  <a:pt x="7450" y="4838"/>
                </a:cubicBezTo>
                <a:cubicBezTo>
                  <a:pt x="7449" y="4839"/>
                  <a:pt x="7448" y="4840"/>
                  <a:pt x="7447" y="4841"/>
                </a:cubicBezTo>
                <a:cubicBezTo>
                  <a:pt x="7438" y="4851"/>
                  <a:pt x="7440" y="4867"/>
                  <a:pt x="7450" y="4875"/>
                </a:cubicBezTo>
                <a:cubicBezTo>
                  <a:pt x="7441" y="4890"/>
                  <a:pt x="7433" y="4906"/>
                  <a:pt x="7426" y="4922"/>
                </a:cubicBezTo>
                <a:cubicBezTo>
                  <a:pt x="7469" y="4929"/>
                  <a:pt x="7412" y="5003"/>
                  <a:pt x="7445" y="5034"/>
                </a:cubicBezTo>
                <a:cubicBezTo>
                  <a:pt x="7452" y="5035"/>
                  <a:pt x="7452" y="5029"/>
                  <a:pt x="7456" y="5027"/>
                </a:cubicBezTo>
                <a:cubicBezTo>
                  <a:pt x="7456" y="5034"/>
                  <a:pt x="7464" y="5032"/>
                  <a:pt x="7462" y="5041"/>
                </a:cubicBezTo>
                <a:cubicBezTo>
                  <a:pt x="7448" y="5033"/>
                  <a:pt x="7437" y="5075"/>
                  <a:pt x="7452" y="5075"/>
                </a:cubicBezTo>
                <a:cubicBezTo>
                  <a:pt x="7436" y="5085"/>
                  <a:pt x="7450" y="5108"/>
                  <a:pt x="7452" y="5122"/>
                </a:cubicBezTo>
                <a:cubicBezTo>
                  <a:pt x="7437" y="5121"/>
                  <a:pt x="7433" y="5130"/>
                  <a:pt x="7421" y="5132"/>
                </a:cubicBezTo>
                <a:cubicBezTo>
                  <a:pt x="7422" y="5138"/>
                  <a:pt x="7419" y="5165"/>
                  <a:pt x="7424" y="5156"/>
                </a:cubicBezTo>
                <a:cubicBezTo>
                  <a:pt x="7426" y="5151"/>
                  <a:pt x="7421" y="5139"/>
                  <a:pt x="7428" y="5139"/>
                </a:cubicBezTo>
                <a:cubicBezTo>
                  <a:pt x="7434" y="5149"/>
                  <a:pt x="7436" y="5161"/>
                  <a:pt x="7434" y="5173"/>
                </a:cubicBezTo>
                <a:lnTo>
                  <a:pt x="7423" y="5173"/>
                </a:lnTo>
                <a:cubicBezTo>
                  <a:pt x="7422" y="5188"/>
                  <a:pt x="7423" y="5200"/>
                  <a:pt x="7433" y="5203"/>
                </a:cubicBezTo>
                <a:cubicBezTo>
                  <a:pt x="7415" y="5226"/>
                  <a:pt x="7430" y="5268"/>
                  <a:pt x="7429" y="5294"/>
                </a:cubicBezTo>
                <a:cubicBezTo>
                  <a:pt x="7423" y="5296"/>
                  <a:pt x="7409" y="5290"/>
                  <a:pt x="7412" y="5301"/>
                </a:cubicBezTo>
                <a:cubicBezTo>
                  <a:pt x="7426" y="5300"/>
                  <a:pt x="7435" y="5303"/>
                  <a:pt x="7436" y="5315"/>
                </a:cubicBezTo>
                <a:cubicBezTo>
                  <a:pt x="7436" y="5327"/>
                  <a:pt x="7425" y="5327"/>
                  <a:pt x="7425" y="5338"/>
                </a:cubicBezTo>
                <a:cubicBezTo>
                  <a:pt x="7426" y="5345"/>
                  <a:pt x="7432" y="5347"/>
                  <a:pt x="7435" y="5352"/>
                </a:cubicBezTo>
                <a:cubicBezTo>
                  <a:pt x="7430" y="5416"/>
                  <a:pt x="7439" y="5502"/>
                  <a:pt x="7430" y="5575"/>
                </a:cubicBezTo>
                <a:cubicBezTo>
                  <a:pt x="7422" y="5583"/>
                  <a:pt x="7419" y="5576"/>
                  <a:pt x="7413" y="5585"/>
                </a:cubicBezTo>
                <a:cubicBezTo>
                  <a:pt x="7420" y="5595"/>
                  <a:pt x="7422" y="5607"/>
                  <a:pt x="7420" y="5619"/>
                </a:cubicBezTo>
                <a:lnTo>
                  <a:pt x="7410" y="5619"/>
                </a:lnTo>
                <a:cubicBezTo>
                  <a:pt x="7410" y="5631"/>
                  <a:pt x="7410" y="5644"/>
                  <a:pt x="7410" y="5656"/>
                </a:cubicBezTo>
                <a:cubicBezTo>
                  <a:pt x="7427" y="5655"/>
                  <a:pt x="7417" y="5680"/>
                  <a:pt x="7419" y="5693"/>
                </a:cubicBezTo>
                <a:cubicBezTo>
                  <a:pt x="7395" y="5690"/>
                  <a:pt x="7413" y="5730"/>
                  <a:pt x="7402" y="5740"/>
                </a:cubicBezTo>
                <a:cubicBezTo>
                  <a:pt x="7417" y="5749"/>
                  <a:pt x="7424" y="5766"/>
                  <a:pt x="7419" y="5782"/>
                </a:cubicBezTo>
                <a:cubicBezTo>
                  <a:pt x="7408" y="5781"/>
                  <a:pt x="7402" y="5786"/>
                  <a:pt x="7402" y="5796"/>
                </a:cubicBezTo>
                <a:cubicBezTo>
                  <a:pt x="7413" y="5800"/>
                  <a:pt x="7423" y="5805"/>
                  <a:pt x="7432" y="5813"/>
                </a:cubicBezTo>
                <a:cubicBezTo>
                  <a:pt x="7418" y="5820"/>
                  <a:pt x="7413" y="5837"/>
                  <a:pt x="7405" y="5850"/>
                </a:cubicBezTo>
                <a:cubicBezTo>
                  <a:pt x="7412" y="5857"/>
                  <a:pt x="7425" y="5859"/>
                  <a:pt x="7432" y="5867"/>
                </a:cubicBezTo>
                <a:cubicBezTo>
                  <a:pt x="7431" y="5889"/>
                  <a:pt x="7413" y="5906"/>
                  <a:pt x="7421" y="5917"/>
                </a:cubicBezTo>
                <a:cubicBezTo>
                  <a:pt x="7404" y="5914"/>
                  <a:pt x="7405" y="5927"/>
                  <a:pt x="7391" y="5927"/>
                </a:cubicBezTo>
                <a:cubicBezTo>
                  <a:pt x="7391" y="5932"/>
                  <a:pt x="7391" y="5935"/>
                  <a:pt x="7391" y="5941"/>
                </a:cubicBezTo>
                <a:cubicBezTo>
                  <a:pt x="7391" y="5946"/>
                  <a:pt x="7401" y="5943"/>
                  <a:pt x="7401" y="5948"/>
                </a:cubicBezTo>
                <a:cubicBezTo>
                  <a:pt x="7397" y="5951"/>
                  <a:pt x="7400" y="5960"/>
                  <a:pt x="7391" y="5958"/>
                </a:cubicBezTo>
                <a:cubicBezTo>
                  <a:pt x="7390" y="5952"/>
                  <a:pt x="7394" y="5941"/>
                  <a:pt x="7384" y="5944"/>
                </a:cubicBezTo>
                <a:cubicBezTo>
                  <a:pt x="7378" y="5980"/>
                  <a:pt x="7417" y="5998"/>
                  <a:pt x="7390" y="6025"/>
                </a:cubicBezTo>
                <a:cubicBezTo>
                  <a:pt x="7384" y="6017"/>
                  <a:pt x="7376" y="6019"/>
                  <a:pt x="7364" y="6012"/>
                </a:cubicBezTo>
                <a:cubicBezTo>
                  <a:pt x="7359" y="6034"/>
                  <a:pt x="7387" y="6024"/>
                  <a:pt x="7390" y="6039"/>
                </a:cubicBezTo>
                <a:cubicBezTo>
                  <a:pt x="7389" y="6048"/>
                  <a:pt x="7376" y="6045"/>
                  <a:pt x="7373" y="6052"/>
                </a:cubicBezTo>
                <a:cubicBezTo>
                  <a:pt x="7398" y="6052"/>
                  <a:pt x="7384" y="6091"/>
                  <a:pt x="7403" y="6096"/>
                </a:cubicBezTo>
                <a:cubicBezTo>
                  <a:pt x="7406" y="6111"/>
                  <a:pt x="7383" y="6101"/>
                  <a:pt x="7390" y="6120"/>
                </a:cubicBezTo>
                <a:cubicBezTo>
                  <a:pt x="7379" y="6122"/>
                  <a:pt x="7364" y="6121"/>
                  <a:pt x="7363" y="6133"/>
                </a:cubicBezTo>
                <a:cubicBezTo>
                  <a:pt x="7382" y="6127"/>
                  <a:pt x="7375" y="6148"/>
                  <a:pt x="7376" y="6161"/>
                </a:cubicBezTo>
                <a:cubicBezTo>
                  <a:pt x="7382" y="6161"/>
                  <a:pt x="7393" y="6157"/>
                  <a:pt x="7389" y="6167"/>
                </a:cubicBezTo>
                <a:cubicBezTo>
                  <a:pt x="7371" y="6168"/>
                  <a:pt x="7379" y="6163"/>
                  <a:pt x="7362" y="6160"/>
                </a:cubicBezTo>
                <a:cubicBezTo>
                  <a:pt x="7362" y="6168"/>
                  <a:pt x="7362" y="6175"/>
                  <a:pt x="7362" y="6181"/>
                </a:cubicBezTo>
                <a:cubicBezTo>
                  <a:pt x="7371" y="6181"/>
                  <a:pt x="7373" y="6175"/>
                  <a:pt x="7376" y="6185"/>
                </a:cubicBezTo>
                <a:cubicBezTo>
                  <a:pt x="7378" y="6198"/>
                  <a:pt x="7367" y="6199"/>
                  <a:pt x="7366" y="6208"/>
                </a:cubicBezTo>
                <a:cubicBezTo>
                  <a:pt x="7377" y="6216"/>
                  <a:pt x="7378" y="6291"/>
                  <a:pt x="7361" y="6303"/>
                </a:cubicBezTo>
                <a:cubicBezTo>
                  <a:pt x="7359" y="6288"/>
                  <a:pt x="7366" y="6265"/>
                  <a:pt x="7359" y="6256"/>
                </a:cubicBezTo>
                <a:cubicBezTo>
                  <a:pt x="7351" y="6272"/>
                  <a:pt x="7357" y="6302"/>
                  <a:pt x="7355" y="6323"/>
                </a:cubicBezTo>
                <a:cubicBezTo>
                  <a:pt x="7361" y="6324"/>
                  <a:pt x="7361" y="6319"/>
                  <a:pt x="7365" y="6316"/>
                </a:cubicBezTo>
                <a:cubicBezTo>
                  <a:pt x="7364" y="6325"/>
                  <a:pt x="7378" y="6319"/>
                  <a:pt x="7375" y="6330"/>
                </a:cubicBezTo>
                <a:cubicBezTo>
                  <a:pt x="7375" y="6344"/>
                  <a:pt x="7359" y="6341"/>
                  <a:pt x="7358" y="6354"/>
                </a:cubicBezTo>
                <a:cubicBezTo>
                  <a:pt x="7365" y="6353"/>
                  <a:pt x="7368" y="6357"/>
                  <a:pt x="7368" y="6364"/>
                </a:cubicBezTo>
                <a:cubicBezTo>
                  <a:pt x="7359" y="6369"/>
                  <a:pt x="7356" y="6379"/>
                  <a:pt x="7344" y="6381"/>
                </a:cubicBezTo>
                <a:cubicBezTo>
                  <a:pt x="7363" y="6387"/>
                  <a:pt x="7338" y="6400"/>
                  <a:pt x="7334" y="6404"/>
                </a:cubicBezTo>
                <a:cubicBezTo>
                  <a:pt x="7351" y="6402"/>
                  <a:pt x="7339" y="6411"/>
                  <a:pt x="7341" y="6421"/>
                </a:cubicBezTo>
                <a:cubicBezTo>
                  <a:pt x="7359" y="6422"/>
                  <a:pt x="7350" y="6450"/>
                  <a:pt x="7360" y="6459"/>
                </a:cubicBezTo>
                <a:cubicBezTo>
                  <a:pt x="7347" y="6456"/>
                  <a:pt x="7356" y="6477"/>
                  <a:pt x="7353" y="6486"/>
                </a:cubicBezTo>
                <a:cubicBezTo>
                  <a:pt x="7367" y="6491"/>
                  <a:pt x="7351" y="6466"/>
                  <a:pt x="7364" y="6469"/>
                </a:cubicBezTo>
                <a:cubicBezTo>
                  <a:pt x="7376" y="6471"/>
                  <a:pt x="7364" y="6494"/>
                  <a:pt x="7350" y="6492"/>
                </a:cubicBezTo>
                <a:cubicBezTo>
                  <a:pt x="7347" y="6513"/>
                  <a:pt x="7360" y="6524"/>
                  <a:pt x="7353" y="6540"/>
                </a:cubicBezTo>
                <a:cubicBezTo>
                  <a:pt x="7364" y="6530"/>
                  <a:pt x="7368" y="6538"/>
                  <a:pt x="7380" y="6543"/>
                </a:cubicBezTo>
                <a:cubicBezTo>
                  <a:pt x="7372" y="6548"/>
                  <a:pt x="7371" y="6560"/>
                  <a:pt x="7359" y="6560"/>
                </a:cubicBezTo>
                <a:cubicBezTo>
                  <a:pt x="7359" y="6568"/>
                  <a:pt x="7373" y="6572"/>
                  <a:pt x="7359" y="6577"/>
                </a:cubicBezTo>
                <a:cubicBezTo>
                  <a:pt x="7359" y="6571"/>
                  <a:pt x="7359" y="6565"/>
                  <a:pt x="7352" y="6567"/>
                </a:cubicBezTo>
                <a:cubicBezTo>
                  <a:pt x="7350" y="6591"/>
                  <a:pt x="7345" y="6612"/>
                  <a:pt x="7322" y="6614"/>
                </a:cubicBezTo>
                <a:cubicBezTo>
                  <a:pt x="7320" y="6624"/>
                  <a:pt x="7326" y="6628"/>
                  <a:pt x="7332" y="6631"/>
                </a:cubicBezTo>
                <a:cubicBezTo>
                  <a:pt x="7332" y="6625"/>
                  <a:pt x="7331" y="6619"/>
                  <a:pt x="7338" y="6621"/>
                </a:cubicBezTo>
                <a:cubicBezTo>
                  <a:pt x="7342" y="6636"/>
                  <a:pt x="7329" y="6634"/>
                  <a:pt x="7332" y="6648"/>
                </a:cubicBezTo>
                <a:cubicBezTo>
                  <a:pt x="7348" y="6647"/>
                  <a:pt x="7364" y="6647"/>
                  <a:pt x="7365" y="6661"/>
                </a:cubicBezTo>
                <a:cubicBezTo>
                  <a:pt x="7352" y="6664"/>
                  <a:pt x="7340" y="6668"/>
                  <a:pt x="7328" y="6675"/>
                </a:cubicBezTo>
                <a:cubicBezTo>
                  <a:pt x="7331" y="6683"/>
                  <a:pt x="7324" y="6699"/>
                  <a:pt x="7331" y="6702"/>
                </a:cubicBezTo>
                <a:cubicBezTo>
                  <a:pt x="7331" y="6696"/>
                  <a:pt x="7331" y="6690"/>
                  <a:pt x="7338" y="6692"/>
                </a:cubicBezTo>
                <a:cubicBezTo>
                  <a:pt x="7337" y="6702"/>
                  <a:pt x="7342" y="6711"/>
                  <a:pt x="7351" y="6715"/>
                </a:cubicBezTo>
                <a:cubicBezTo>
                  <a:pt x="7361" y="6713"/>
                  <a:pt x="7365" y="6704"/>
                  <a:pt x="7375" y="6702"/>
                </a:cubicBezTo>
                <a:cubicBezTo>
                  <a:pt x="7372" y="6716"/>
                  <a:pt x="7389" y="6708"/>
                  <a:pt x="7384" y="6723"/>
                </a:cubicBezTo>
                <a:cubicBezTo>
                  <a:pt x="7368" y="6708"/>
                  <a:pt x="7350" y="6736"/>
                  <a:pt x="7331" y="6740"/>
                </a:cubicBezTo>
                <a:cubicBezTo>
                  <a:pt x="7333" y="6747"/>
                  <a:pt x="7350" y="6743"/>
                  <a:pt x="7354" y="6750"/>
                </a:cubicBezTo>
                <a:cubicBezTo>
                  <a:pt x="7350" y="6751"/>
                  <a:pt x="7347" y="6753"/>
                  <a:pt x="7344" y="6756"/>
                </a:cubicBezTo>
                <a:cubicBezTo>
                  <a:pt x="7349" y="6757"/>
                  <a:pt x="7356" y="6755"/>
                  <a:pt x="7358" y="6760"/>
                </a:cubicBezTo>
                <a:cubicBezTo>
                  <a:pt x="7344" y="6765"/>
                  <a:pt x="7340" y="6776"/>
                  <a:pt x="7344" y="6784"/>
                </a:cubicBezTo>
                <a:cubicBezTo>
                  <a:pt x="7331" y="6791"/>
                  <a:pt x="7316" y="6791"/>
                  <a:pt x="7304" y="6784"/>
                </a:cubicBezTo>
                <a:cubicBezTo>
                  <a:pt x="7307" y="6794"/>
                  <a:pt x="7296" y="6790"/>
                  <a:pt x="7290" y="6790"/>
                </a:cubicBezTo>
                <a:cubicBezTo>
                  <a:pt x="7291" y="6810"/>
                  <a:pt x="7307" y="6794"/>
                  <a:pt x="7320" y="6797"/>
                </a:cubicBezTo>
                <a:cubicBezTo>
                  <a:pt x="7325" y="6808"/>
                  <a:pt x="7334" y="6813"/>
                  <a:pt x="7330" y="6831"/>
                </a:cubicBezTo>
                <a:cubicBezTo>
                  <a:pt x="7319" y="6834"/>
                  <a:pt x="7312" y="6844"/>
                  <a:pt x="7313" y="6855"/>
                </a:cubicBezTo>
                <a:lnTo>
                  <a:pt x="7330" y="6855"/>
                </a:lnTo>
                <a:cubicBezTo>
                  <a:pt x="7331" y="6851"/>
                  <a:pt x="7329" y="6844"/>
                  <a:pt x="7333" y="6844"/>
                </a:cubicBezTo>
                <a:cubicBezTo>
                  <a:pt x="7338" y="6848"/>
                  <a:pt x="7347" y="6848"/>
                  <a:pt x="7347" y="6855"/>
                </a:cubicBezTo>
                <a:cubicBezTo>
                  <a:pt x="7339" y="6863"/>
                  <a:pt x="7351" y="6888"/>
                  <a:pt x="7343" y="6909"/>
                </a:cubicBezTo>
                <a:cubicBezTo>
                  <a:pt x="7353" y="6914"/>
                  <a:pt x="7364" y="6913"/>
                  <a:pt x="7373" y="6906"/>
                </a:cubicBezTo>
                <a:cubicBezTo>
                  <a:pt x="7378" y="6897"/>
                  <a:pt x="7360" y="6895"/>
                  <a:pt x="7370" y="6892"/>
                </a:cubicBezTo>
                <a:cubicBezTo>
                  <a:pt x="7390" y="6899"/>
                  <a:pt x="7376" y="6876"/>
                  <a:pt x="7387" y="6871"/>
                </a:cubicBezTo>
                <a:cubicBezTo>
                  <a:pt x="7398" y="6866"/>
                  <a:pt x="7416" y="6879"/>
                  <a:pt x="7414" y="6868"/>
                </a:cubicBezTo>
                <a:cubicBezTo>
                  <a:pt x="7411" y="6858"/>
                  <a:pt x="7381" y="6874"/>
                  <a:pt x="7383" y="6858"/>
                </a:cubicBezTo>
                <a:cubicBezTo>
                  <a:pt x="7395" y="6847"/>
                  <a:pt x="7414" y="6865"/>
                  <a:pt x="7427" y="6855"/>
                </a:cubicBezTo>
                <a:cubicBezTo>
                  <a:pt x="7423" y="6838"/>
                  <a:pt x="7433" y="6835"/>
                  <a:pt x="7448" y="6838"/>
                </a:cubicBezTo>
                <a:cubicBezTo>
                  <a:pt x="7453" y="6816"/>
                  <a:pt x="7441" y="6814"/>
                  <a:pt x="7438" y="6801"/>
                </a:cubicBezTo>
                <a:cubicBezTo>
                  <a:pt x="7451" y="6800"/>
                  <a:pt x="7455" y="6808"/>
                  <a:pt x="7465" y="6811"/>
                </a:cubicBezTo>
                <a:cubicBezTo>
                  <a:pt x="7476" y="6784"/>
                  <a:pt x="7507" y="6775"/>
                  <a:pt x="7519" y="6748"/>
                </a:cubicBezTo>
                <a:cubicBezTo>
                  <a:pt x="7507" y="6748"/>
                  <a:pt x="7510" y="6764"/>
                  <a:pt x="7492" y="6758"/>
                </a:cubicBezTo>
                <a:cubicBezTo>
                  <a:pt x="7488" y="6734"/>
                  <a:pt x="7457" y="6758"/>
                  <a:pt x="7438" y="6751"/>
                </a:cubicBezTo>
                <a:cubicBezTo>
                  <a:pt x="7441" y="6741"/>
                  <a:pt x="7434" y="6724"/>
                  <a:pt x="7442" y="6721"/>
                </a:cubicBezTo>
                <a:cubicBezTo>
                  <a:pt x="7468" y="6721"/>
                  <a:pt x="7480" y="6707"/>
                  <a:pt x="7502" y="6704"/>
                </a:cubicBezTo>
                <a:cubicBezTo>
                  <a:pt x="7502" y="6695"/>
                  <a:pt x="7502" y="6686"/>
                  <a:pt x="7502" y="6677"/>
                </a:cubicBezTo>
                <a:cubicBezTo>
                  <a:pt x="7489" y="6671"/>
                  <a:pt x="7479" y="6671"/>
                  <a:pt x="7473" y="6663"/>
                </a:cubicBezTo>
                <a:cubicBezTo>
                  <a:pt x="7483" y="6655"/>
                  <a:pt x="7496" y="6651"/>
                  <a:pt x="7509" y="6650"/>
                </a:cubicBezTo>
                <a:cubicBezTo>
                  <a:pt x="7502" y="6628"/>
                  <a:pt x="7474" y="6642"/>
                  <a:pt x="7466" y="6626"/>
                </a:cubicBezTo>
                <a:cubicBezTo>
                  <a:pt x="7464" y="6633"/>
                  <a:pt x="7470" y="6648"/>
                  <a:pt x="7462" y="6650"/>
                </a:cubicBezTo>
                <a:cubicBezTo>
                  <a:pt x="7462" y="6643"/>
                  <a:pt x="7453" y="6645"/>
                  <a:pt x="7456" y="6636"/>
                </a:cubicBezTo>
                <a:cubicBezTo>
                  <a:pt x="7471" y="6615"/>
                  <a:pt x="7441" y="6591"/>
                  <a:pt x="7466" y="6572"/>
                </a:cubicBezTo>
                <a:cubicBezTo>
                  <a:pt x="7468" y="6577"/>
                  <a:pt x="7462" y="6589"/>
                  <a:pt x="7470" y="6589"/>
                </a:cubicBezTo>
                <a:cubicBezTo>
                  <a:pt x="7475" y="6572"/>
                  <a:pt x="7483" y="6580"/>
                  <a:pt x="7490" y="6568"/>
                </a:cubicBezTo>
                <a:cubicBezTo>
                  <a:pt x="7481" y="6556"/>
                  <a:pt x="7465" y="6559"/>
                  <a:pt x="7457" y="6541"/>
                </a:cubicBezTo>
                <a:cubicBezTo>
                  <a:pt x="7473" y="6543"/>
                  <a:pt x="7468" y="6511"/>
                  <a:pt x="7484" y="6524"/>
                </a:cubicBezTo>
                <a:cubicBezTo>
                  <a:pt x="7486" y="6506"/>
                  <a:pt x="7479" y="6480"/>
                  <a:pt x="7494" y="6477"/>
                </a:cubicBezTo>
                <a:cubicBezTo>
                  <a:pt x="7496" y="6483"/>
                  <a:pt x="7490" y="6498"/>
                  <a:pt x="7498" y="6498"/>
                </a:cubicBezTo>
                <a:cubicBezTo>
                  <a:pt x="7509" y="6485"/>
                  <a:pt x="7503" y="6456"/>
                  <a:pt x="7505" y="6434"/>
                </a:cubicBezTo>
                <a:cubicBezTo>
                  <a:pt x="7489" y="6427"/>
                  <a:pt x="7485" y="6405"/>
                  <a:pt x="7468" y="6410"/>
                </a:cubicBezTo>
                <a:cubicBezTo>
                  <a:pt x="7484" y="6407"/>
                  <a:pt x="7499" y="6402"/>
                  <a:pt x="7512" y="6393"/>
                </a:cubicBezTo>
                <a:cubicBezTo>
                  <a:pt x="7508" y="6385"/>
                  <a:pt x="7500" y="6363"/>
                  <a:pt x="7509" y="6352"/>
                </a:cubicBezTo>
                <a:lnTo>
                  <a:pt x="7592" y="6352"/>
                </a:lnTo>
                <a:lnTo>
                  <a:pt x="7592" y="6382"/>
                </a:lnTo>
                <a:cubicBezTo>
                  <a:pt x="7596" y="6383"/>
                  <a:pt x="7602" y="6382"/>
                  <a:pt x="7602" y="6386"/>
                </a:cubicBezTo>
                <a:cubicBezTo>
                  <a:pt x="7602" y="6394"/>
                  <a:pt x="7602" y="6401"/>
                  <a:pt x="7602" y="6409"/>
                </a:cubicBezTo>
                <a:cubicBezTo>
                  <a:pt x="7585" y="6408"/>
                  <a:pt x="7579" y="6418"/>
                  <a:pt x="7568" y="6422"/>
                </a:cubicBezTo>
                <a:cubicBezTo>
                  <a:pt x="7564" y="6434"/>
                  <a:pt x="7579" y="6425"/>
                  <a:pt x="7575" y="6436"/>
                </a:cubicBezTo>
                <a:cubicBezTo>
                  <a:pt x="7558" y="6431"/>
                  <a:pt x="7567" y="6453"/>
                  <a:pt x="7565" y="6463"/>
                </a:cubicBezTo>
                <a:cubicBezTo>
                  <a:pt x="7558" y="6464"/>
                  <a:pt x="7544" y="6458"/>
                  <a:pt x="7548" y="6470"/>
                </a:cubicBezTo>
                <a:cubicBezTo>
                  <a:pt x="7557" y="6482"/>
                  <a:pt x="7561" y="6461"/>
                  <a:pt x="7571" y="6463"/>
                </a:cubicBezTo>
                <a:cubicBezTo>
                  <a:pt x="7576" y="6463"/>
                  <a:pt x="7576" y="6467"/>
                  <a:pt x="7581" y="6467"/>
                </a:cubicBezTo>
                <a:cubicBezTo>
                  <a:pt x="7621" y="6464"/>
                  <a:pt x="7579" y="6469"/>
                  <a:pt x="7575" y="6456"/>
                </a:cubicBezTo>
                <a:cubicBezTo>
                  <a:pt x="7589" y="6453"/>
                  <a:pt x="7604" y="6455"/>
                  <a:pt x="7618" y="6460"/>
                </a:cubicBezTo>
                <a:cubicBezTo>
                  <a:pt x="7607" y="6466"/>
                  <a:pt x="7609" y="6467"/>
                  <a:pt x="7611" y="6481"/>
                </a:cubicBezTo>
                <a:cubicBezTo>
                  <a:pt x="7603" y="6483"/>
                  <a:pt x="7604" y="6494"/>
                  <a:pt x="7591" y="6491"/>
                </a:cubicBezTo>
                <a:cubicBezTo>
                  <a:pt x="7585" y="6518"/>
                  <a:pt x="7600" y="6524"/>
                  <a:pt x="7600" y="6545"/>
                </a:cubicBezTo>
                <a:cubicBezTo>
                  <a:pt x="7607" y="6547"/>
                  <a:pt x="7621" y="6541"/>
                  <a:pt x="7621" y="6549"/>
                </a:cubicBezTo>
                <a:cubicBezTo>
                  <a:pt x="7617" y="6577"/>
                  <a:pt x="7580" y="6543"/>
                  <a:pt x="7574" y="6552"/>
                </a:cubicBezTo>
                <a:cubicBezTo>
                  <a:pt x="7593" y="6572"/>
                  <a:pt x="7649" y="6602"/>
                  <a:pt x="7601" y="6626"/>
                </a:cubicBezTo>
                <a:cubicBezTo>
                  <a:pt x="7603" y="6636"/>
                  <a:pt x="7596" y="6635"/>
                  <a:pt x="7597" y="6643"/>
                </a:cubicBezTo>
                <a:cubicBezTo>
                  <a:pt x="7611" y="6648"/>
                  <a:pt x="7617" y="6628"/>
                  <a:pt x="7627" y="6640"/>
                </a:cubicBezTo>
                <a:cubicBezTo>
                  <a:pt x="7622" y="6653"/>
                  <a:pt x="7597" y="6646"/>
                  <a:pt x="7600" y="6667"/>
                </a:cubicBezTo>
                <a:cubicBezTo>
                  <a:pt x="7611" y="6668"/>
                  <a:pt x="7607" y="6653"/>
                  <a:pt x="7617" y="6653"/>
                </a:cubicBezTo>
                <a:cubicBezTo>
                  <a:pt x="7626" y="6664"/>
                  <a:pt x="7615" y="6677"/>
                  <a:pt x="7610" y="6684"/>
                </a:cubicBezTo>
                <a:cubicBezTo>
                  <a:pt x="7624" y="6694"/>
                  <a:pt x="7639" y="6703"/>
                  <a:pt x="7653" y="6711"/>
                </a:cubicBezTo>
                <a:cubicBezTo>
                  <a:pt x="7639" y="6714"/>
                  <a:pt x="7630" y="6722"/>
                  <a:pt x="7617" y="6724"/>
                </a:cubicBezTo>
                <a:cubicBezTo>
                  <a:pt x="7619" y="6737"/>
                  <a:pt x="7620" y="6749"/>
                  <a:pt x="7619" y="6762"/>
                </a:cubicBezTo>
                <a:cubicBezTo>
                  <a:pt x="7611" y="6764"/>
                  <a:pt x="7612" y="6775"/>
                  <a:pt x="7599" y="6772"/>
                </a:cubicBezTo>
                <a:cubicBezTo>
                  <a:pt x="7599" y="6777"/>
                  <a:pt x="7599" y="6783"/>
                  <a:pt x="7599" y="6789"/>
                </a:cubicBezTo>
                <a:cubicBezTo>
                  <a:pt x="7614" y="6793"/>
                  <a:pt x="7610" y="6777"/>
                  <a:pt x="7626" y="6782"/>
                </a:cubicBezTo>
                <a:cubicBezTo>
                  <a:pt x="7633" y="6802"/>
                  <a:pt x="7607" y="6790"/>
                  <a:pt x="7612" y="6809"/>
                </a:cubicBezTo>
                <a:cubicBezTo>
                  <a:pt x="7622" y="6810"/>
                  <a:pt x="7635" y="6806"/>
                  <a:pt x="7635" y="6816"/>
                </a:cubicBezTo>
                <a:cubicBezTo>
                  <a:pt x="7615" y="6820"/>
                  <a:pt x="7611" y="6840"/>
                  <a:pt x="7588" y="6843"/>
                </a:cubicBezTo>
                <a:cubicBezTo>
                  <a:pt x="7585" y="6854"/>
                  <a:pt x="7591" y="6857"/>
                  <a:pt x="7598" y="6860"/>
                </a:cubicBezTo>
                <a:cubicBezTo>
                  <a:pt x="7599" y="6854"/>
                  <a:pt x="7597" y="6846"/>
                  <a:pt x="7602" y="6846"/>
                </a:cubicBezTo>
                <a:cubicBezTo>
                  <a:pt x="7612" y="6866"/>
                  <a:pt x="7636" y="6852"/>
                  <a:pt x="7652" y="6857"/>
                </a:cubicBezTo>
                <a:cubicBezTo>
                  <a:pt x="7655" y="6867"/>
                  <a:pt x="7642" y="6861"/>
                  <a:pt x="7642" y="6870"/>
                </a:cubicBezTo>
                <a:cubicBezTo>
                  <a:pt x="7656" y="6870"/>
                  <a:pt x="7654" y="6887"/>
                  <a:pt x="7658" y="6897"/>
                </a:cubicBezTo>
                <a:cubicBezTo>
                  <a:pt x="7631" y="6892"/>
                  <a:pt x="7625" y="6908"/>
                  <a:pt x="7598" y="6903"/>
                </a:cubicBezTo>
                <a:cubicBezTo>
                  <a:pt x="7595" y="6919"/>
                  <a:pt x="7623" y="6903"/>
                  <a:pt x="7621" y="6917"/>
                </a:cubicBezTo>
                <a:cubicBezTo>
                  <a:pt x="7617" y="6922"/>
                  <a:pt x="7607" y="6920"/>
                  <a:pt x="7598" y="6920"/>
                </a:cubicBezTo>
                <a:cubicBezTo>
                  <a:pt x="7596" y="6927"/>
                  <a:pt x="7591" y="6929"/>
                  <a:pt x="7591" y="6937"/>
                </a:cubicBezTo>
                <a:cubicBezTo>
                  <a:pt x="7604" y="6943"/>
                  <a:pt x="7592" y="6923"/>
                  <a:pt x="7601" y="6924"/>
                </a:cubicBezTo>
                <a:cubicBezTo>
                  <a:pt x="7606" y="6926"/>
                  <a:pt x="7618" y="6920"/>
                  <a:pt x="7618" y="6927"/>
                </a:cubicBezTo>
                <a:cubicBezTo>
                  <a:pt x="7613" y="6931"/>
                  <a:pt x="7604" y="6931"/>
                  <a:pt x="7601" y="6937"/>
                </a:cubicBezTo>
                <a:cubicBezTo>
                  <a:pt x="7615" y="6943"/>
                  <a:pt x="7626" y="6937"/>
                  <a:pt x="7634" y="6951"/>
                </a:cubicBezTo>
                <a:cubicBezTo>
                  <a:pt x="7628" y="6959"/>
                  <a:pt x="7628" y="6970"/>
                  <a:pt x="7634" y="6978"/>
                </a:cubicBezTo>
                <a:cubicBezTo>
                  <a:pt x="7622" y="6977"/>
                  <a:pt x="7622" y="6988"/>
                  <a:pt x="7617" y="6995"/>
                </a:cubicBezTo>
                <a:cubicBezTo>
                  <a:pt x="7628" y="6994"/>
                  <a:pt x="7627" y="6982"/>
                  <a:pt x="7641" y="6985"/>
                </a:cubicBezTo>
                <a:cubicBezTo>
                  <a:pt x="7657" y="7008"/>
                  <a:pt x="7615" y="7024"/>
                  <a:pt x="7631" y="7036"/>
                </a:cubicBezTo>
                <a:cubicBezTo>
                  <a:pt x="7617" y="7043"/>
                  <a:pt x="7613" y="7045"/>
                  <a:pt x="7617" y="7066"/>
                </a:cubicBezTo>
                <a:cubicBezTo>
                  <a:pt x="7611" y="7073"/>
                  <a:pt x="7593" y="7068"/>
                  <a:pt x="7593" y="7083"/>
                </a:cubicBezTo>
                <a:cubicBezTo>
                  <a:pt x="7603" y="7086"/>
                  <a:pt x="7600" y="7101"/>
                  <a:pt x="7600" y="7113"/>
                </a:cubicBezTo>
                <a:cubicBezTo>
                  <a:pt x="7609" y="7115"/>
                  <a:pt x="7626" y="7109"/>
                  <a:pt x="7630" y="7117"/>
                </a:cubicBezTo>
                <a:cubicBezTo>
                  <a:pt x="7619" y="7122"/>
                  <a:pt x="7613" y="7132"/>
                  <a:pt x="7600" y="7133"/>
                </a:cubicBezTo>
                <a:cubicBezTo>
                  <a:pt x="7594" y="7133"/>
                  <a:pt x="7598" y="7123"/>
                  <a:pt x="7593" y="7123"/>
                </a:cubicBezTo>
                <a:cubicBezTo>
                  <a:pt x="7588" y="7128"/>
                  <a:pt x="7581" y="7132"/>
                  <a:pt x="7579" y="7140"/>
                </a:cubicBezTo>
                <a:lnTo>
                  <a:pt x="7604" y="7140"/>
                </a:lnTo>
                <a:cubicBezTo>
                  <a:pt x="7606" y="7152"/>
                  <a:pt x="7616" y="7157"/>
                  <a:pt x="7620" y="7167"/>
                </a:cubicBezTo>
                <a:cubicBezTo>
                  <a:pt x="7603" y="7167"/>
                  <a:pt x="7599" y="7179"/>
                  <a:pt x="7580" y="7177"/>
                </a:cubicBezTo>
                <a:cubicBezTo>
                  <a:pt x="7580" y="7191"/>
                  <a:pt x="7598" y="7187"/>
                  <a:pt x="7601" y="7198"/>
                </a:cubicBezTo>
                <a:cubicBezTo>
                  <a:pt x="7594" y="7204"/>
                  <a:pt x="7592" y="7213"/>
                  <a:pt x="7594" y="7222"/>
                </a:cubicBezTo>
                <a:cubicBezTo>
                  <a:pt x="7570" y="7234"/>
                  <a:pt x="7569" y="7232"/>
                  <a:pt x="7540" y="7228"/>
                </a:cubicBezTo>
                <a:cubicBezTo>
                  <a:pt x="7538" y="7250"/>
                  <a:pt x="7540" y="7278"/>
                  <a:pt x="7523" y="7285"/>
                </a:cubicBezTo>
                <a:cubicBezTo>
                  <a:pt x="7517" y="7278"/>
                  <a:pt x="7521" y="7260"/>
                  <a:pt x="7520" y="7248"/>
                </a:cubicBezTo>
                <a:cubicBezTo>
                  <a:pt x="7509" y="7264"/>
                  <a:pt x="7495" y="7238"/>
                  <a:pt x="7480" y="7251"/>
                </a:cubicBezTo>
                <a:cubicBezTo>
                  <a:pt x="7486" y="7263"/>
                  <a:pt x="7503" y="7265"/>
                  <a:pt x="7513" y="7275"/>
                </a:cubicBezTo>
                <a:cubicBezTo>
                  <a:pt x="7504" y="7281"/>
                  <a:pt x="7487" y="7279"/>
                  <a:pt x="7486" y="7292"/>
                </a:cubicBezTo>
                <a:cubicBezTo>
                  <a:pt x="7503" y="7292"/>
                  <a:pt x="7515" y="7299"/>
                  <a:pt x="7526" y="7289"/>
                </a:cubicBezTo>
                <a:cubicBezTo>
                  <a:pt x="7534" y="7301"/>
                  <a:pt x="7528" y="7320"/>
                  <a:pt x="7549" y="7326"/>
                </a:cubicBezTo>
                <a:cubicBezTo>
                  <a:pt x="7549" y="7321"/>
                  <a:pt x="7552" y="7317"/>
                  <a:pt x="7556" y="7316"/>
                </a:cubicBezTo>
                <a:cubicBezTo>
                  <a:pt x="7557" y="7320"/>
                  <a:pt x="7561" y="7322"/>
                  <a:pt x="7559" y="7329"/>
                </a:cubicBezTo>
                <a:cubicBezTo>
                  <a:pt x="7543" y="7325"/>
                  <a:pt x="7540" y="7335"/>
                  <a:pt x="7536" y="7343"/>
                </a:cubicBezTo>
                <a:cubicBezTo>
                  <a:pt x="7525" y="7344"/>
                  <a:pt x="7524" y="7336"/>
                  <a:pt x="7512" y="7339"/>
                </a:cubicBezTo>
                <a:cubicBezTo>
                  <a:pt x="7516" y="7356"/>
                  <a:pt x="7492" y="7346"/>
                  <a:pt x="7495" y="7363"/>
                </a:cubicBezTo>
                <a:cubicBezTo>
                  <a:pt x="7516" y="7367"/>
                  <a:pt x="7518" y="7353"/>
                  <a:pt x="7537" y="7356"/>
                </a:cubicBezTo>
                <a:cubicBezTo>
                  <a:pt x="7538" y="7364"/>
                  <a:pt x="7531" y="7363"/>
                  <a:pt x="7533" y="7373"/>
                </a:cubicBezTo>
                <a:cubicBezTo>
                  <a:pt x="7545" y="7376"/>
                  <a:pt x="7556" y="7381"/>
                  <a:pt x="7567" y="7387"/>
                </a:cubicBezTo>
                <a:cubicBezTo>
                  <a:pt x="7565" y="7412"/>
                  <a:pt x="7587" y="7413"/>
                  <a:pt x="7593" y="7429"/>
                </a:cubicBezTo>
                <a:cubicBezTo>
                  <a:pt x="7581" y="7428"/>
                  <a:pt x="7583" y="7443"/>
                  <a:pt x="7566" y="7439"/>
                </a:cubicBezTo>
                <a:cubicBezTo>
                  <a:pt x="7562" y="7455"/>
                  <a:pt x="7578" y="7452"/>
                  <a:pt x="7576" y="7466"/>
                </a:cubicBezTo>
                <a:cubicBezTo>
                  <a:pt x="7575" y="7476"/>
                  <a:pt x="7566" y="7478"/>
                  <a:pt x="7559" y="7483"/>
                </a:cubicBezTo>
                <a:cubicBezTo>
                  <a:pt x="7568" y="7486"/>
                  <a:pt x="7571" y="7495"/>
                  <a:pt x="7580" y="7496"/>
                </a:cubicBezTo>
                <a:cubicBezTo>
                  <a:pt x="7570" y="7527"/>
                  <a:pt x="7537" y="7535"/>
                  <a:pt x="7519" y="7559"/>
                </a:cubicBezTo>
                <a:cubicBezTo>
                  <a:pt x="7524" y="7564"/>
                  <a:pt x="7536" y="7561"/>
                  <a:pt x="7540" y="7566"/>
                </a:cubicBezTo>
                <a:cubicBezTo>
                  <a:pt x="7542" y="7559"/>
                  <a:pt x="7536" y="7545"/>
                  <a:pt x="7544" y="7545"/>
                </a:cubicBezTo>
                <a:cubicBezTo>
                  <a:pt x="7545" y="7561"/>
                  <a:pt x="7563" y="7556"/>
                  <a:pt x="7570" y="7559"/>
                </a:cubicBezTo>
                <a:cubicBezTo>
                  <a:pt x="7569" y="7566"/>
                  <a:pt x="7555" y="7560"/>
                  <a:pt x="7549" y="7562"/>
                </a:cubicBezTo>
                <a:cubicBezTo>
                  <a:pt x="7542" y="7574"/>
                  <a:pt x="7543" y="7589"/>
                  <a:pt x="7553" y="7599"/>
                </a:cubicBezTo>
                <a:cubicBezTo>
                  <a:pt x="7554" y="7594"/>
                  <a:pt x="7549" y="7582"/>
                  <a:pt x="7556" y="7582"/>
                </a:cubicBezTo>
                <a:cubicBezTo>
                  <a:pt x="7561" y="7587"/>
                  <a:pt x="7559" y="7597"/>
                  <a:pt x="7559" y="7606"/>
                </a:cubicBezTo>
                <a:cubicBezTo>
                  <a:pt x="7570" y="7610"/>
                  <a:pt x="7562" y="7595"/>
                  <a:pt x="7573" y="7599"/>
                </a:cubicBezTo>
                <a:cubicBezTo>
                  <a:pt x="7565" y="7609"/>
                  <a:pt x="7568" y="7631"/>
                  <a:pt x="7546" y="7626"/>
                </a:cubicBezTo>
                <a:cubicBezTo>
                  <a:pt x="7549" y="7641"/>
                  <a:pt x="7542" y="7645"/>
                  <a:pt x="7539" y="7653"/>
                </a:cubicBezTo>
                <a:cubicBezTo>
                  <a:pt x="7545" y="7655"/>
                  <a:pt x="7559" y="7649"/>
                  <a:pt x="7555" y="7660"/>
                </a:cubicBezTo>
                <a:cubicBezTo>
                  <a:pt x="7536" y="7659"/>
                  <a:pt x="7520" y="7648"/>
                  <a:pt x="7532" y="7633"/>
                </a:cubicBezTo>
                <a:cubicBezTo>
                  <a:pt x="7526" y="7630"/>
                  <a:pt x="7518" y="7630"/>
                  <a:pt x="7512" y="7633"/>
                </a:cubicBezTo>
                <a:cubicBezTo>
                  <a:pt x="7512" y="7643"/>
                  <a:pt x="7525" y="7646"/>
                  <a:pt x="7512" y="7650"/>
                </a:cubicBezTo>
                <a:cubicBezTo>
                  <a:pt x="7511" y="7635"/>
                  <a:pt x="7487" y="7639"/>
                  <a:pt x="7478" y="7643"/>
                </a:cubicBezTo>
                <a:cubicBezTo>
                  <a:pt x="7474" y="7653"/>
                  <a:pt x="7483" y="7651"/>
                  <a:pt x="7485" y="7656"/>
                </a:cubicBezTo>
                <a:cubicBezTo>
                  <a:pt x="7475" y="7654"/>
                  <a:pt x="7461" y="7672"/>
                  <a:pt x="7455" y="7659"/>
                </a:cubicBezTo>
                <a:cubicBezTo>
                  <a:pt x="7453" y="7679"/>
                  <a:pt x="7419" y="7664"/>
                  <a:pt x="7417" y="7683"/>
                </a:cubicBezTo>
                <a:cubicBezTo>
                  <a:pt x="7426" y="7695"/>
                  <a:pt x="7434" y="7673"/>
                  <a:pt x="7438" y="7683"/>
                </a:cubicBezTo>
                <a:cubicBezTo>
                  <a:pt x="7432" y="7685"/>
                  <a:pt x="7433" y="7693"/>
                  <a:pt x="7428" y="7696"/>
                </a:cubicBezTo>
                <a:cubicBezTo>
                  <a:pt x="7413" y="7701"/>
                  <a:pt x="7402" y="7691"/>
                  <a:pt x="7394" y="7706"/>
                </a:cubicBezTo>
                <a:cubicBezTo>
                  <a:pt x="7400" y="7706"/>
                  <a:pt x="7406" y="7706"/>
                  <a:pt x="7404" y="7713"/>
                </a:cubicBezTo>
                <a:cubicBezTo>
                  <a:pt x="7386" y="7709"/>
                  <a:pt x="7392" y="7734"/>
                  <a:pt x="7387" y="7734"/>
                </a:cubicBezTo>
                <a:cubicBezTo>
                  <a:pt x="7355" y="7738"/>
                  <a:pt x="7322" y="7735"/>
                  <a:pt x="7290" y="7726"/>
                </a:cubicBezTo>
                <a:cubicBezTo>
                  <a:pt x="7285" y="7734"/>
                  <a:pt x="7286" y="7758"/>
                  <a:pt x="7297" y="7760"/>
                </a:cubicBezTo>
                <a:cubicBezTo>
                  <a:pt x="7299" y="7752"/>
                  <a:pt x="7293" y="7735"/>
                  <a:pt x="7300" y="7733"/>
                </a:cubicBezTo>
                <a:cubicBezTo>
                  <a:pt x="7309" y="7745"/>
                  <a:pt x="7311" y="7760"/>
                  <a:pt x="7307" y="7774"/>
                </a:cubicBezTo>
                <a:cubicBezTo>
                  <a:pt x="7312" y="7779"/>
                  <a:pt x="7321" y="7780"/>
                  <a:pt x="7323" y="7787"/>
                </a:cubicBezTo>
                <a:cubicBezTo>
                  <a:pt x="7319" y="7788"/>
                  <a:pt x="7313" y="7787"/>
                  <a:pt x="7313" y="7791"/>
                </a:cubicBezTo>
                <a:cubicBezTo>
                  <a:pt x="7332" y="7809"/>
                  <a:pt x="7348" y="7772"/>
                  <a:pt x="7367" y="7791"/>
                </a:cubicBezTo>
                <a:cubicBezTo>
                  <a:pt x="7358" y="7830"/>
                  <a:pt x="7410" y="7880"/>
                  <a:pt x="7382" y="7933"/>
                </a:cubicBezTo>
                <a:lnTo>
                  <a:pt x="7403" y="7933"/>
                </a:lnTo>
                <a:cubicBezTo>
                  <a:pt x="7400" y="7921"/>
                  <a:pt x="7408" y="7922"/>
                  <a:pt x="7417" y="7923"/>
                </a:cubicBezTo>
                <a:cubicBezTo>
                  <a:pt x="7417" y="7932"/>
                  <a:pt x="7417" y="7941"/>
                  <a:pt x="7417" y="7950"/>
                </a:cubicBezTo>
                <a:cubicBezTo>
                  <a:pt x="7429" y="7953"/>
                  <a:pt x="7456" y="7942"/>
                  <a:pt x="7457" y="7957"/>
                </a:cubicBezTo>
                <a:cubicBezTo>
                  <a:pt x="7476" y="7950"/>
                  <a:pt x="7491" y="7951"/>
                  <a:pt x="7494" y="7933"/>
                </a:cubicBezTo>
                <a:cubicBezTo>
                  <a:pt x="7505" y="7936"/>
                  <a:pt x="7499" y="7950"/>
                  <a:pt x="7497" y="7957"/>
                </a:cubicBezTo>
                <a:cubicBezTo>
                  <a:pt x="7507" y="7957"/>
                  <a:pt x="7516" y="7959"/>
                  <a:pt x="7524" y="7964"/>
                </a:cubicBezTo>
                <a:cubicBezTo>
                  <a:pt x="7519" y="7979"/>
                  <a:pt x="7506" y="7989"/>
                  <a:pt x="7490" y="7991"/>
                </a:cubicBezTo>
                <a:cubicBezTo>
                  <a:pt x="7498" y="7994"/>
                  <a:pt x="7477" y="7989"/>
                  <a:pt x="7483" y="8008"/>
                </a:cubicBezTo>
                <a:cubicBezTo>
                  <a:pt x="7494" y="8003"/>
                  <a:pt x="7512" y="8004"/>
                  <a:pt x="7517" y="8015"/>
                </a:cubicBezTo>
                <a:cubicBezTo>
                  <a:pt x="7515" y="8027"/>
                  <a:pt x="7507" y="8030"/>
                  <a:pt x="7513" y="8042"/>
                </a:cubicBezTo>
                <a:cubicBezTo>
                  <a:pt x="7506" y="8034"/>
                  <a:pt x="7495" y="8040"/>
                  <a:pt x="7490" y="8045"/>
                </a:cubicBezTo>
                <a:cubicBezTo>
                  <a:pt x="7489" y="8058"/>
                  <a:pt x="7495" y="8070"/>
                  <a:pt x="7506" y="8076"/>
                </a:cubicBezTo>
                <a:cubicBezTo>
                  <a:pt x="7518" y="8079"/>
                  <a:pt x="7521" y="8057"/>
                  <a:pt x="7527" y="8066"/>
                </a:cubicBezTo>
                <a:cubicBezTo>
                  <a:pt x="7527" y="8076"/>
                  <a:pt x="7518" y="8078"/>
                  <a:pt x="7517" y="8086"/>
                </a:cubicBezTo>
                <a:cubicBezTo>
                  <a:pt x="7528" y="8085"/>
                  <a:pt x="7525" y="8097"/>
                  <a:pt x="7538" y="8093"/>
                </a:cubicBezTo>
                <a:cubicBezTo>
                  <a:pt x="7540" y="8087"/>
                  <a:pt x="7534" y="8072"/>
                  <a:pt x="7541" y="8072"/>
                </a:cubicBezTo>
                <a:cubicBezTo>
                  <a:pt x="7534" y="8092"/>
                  <a:pt x="7558" y="8082"/>
                  <a:pt x="7558" y="8093"/>
                </a:cubicBezTo>
                <a:cubicBezTo>
                  <a:pt x="7568" y="8109"/>
                  <a:pt x="7548" y="8125"/>
                  <a:pt x="7534" y="8114"/>
                </a:cubicBezTo>
                <a:lnTo>
                  <a:pt x="7534" y="8141"/>
                </a:lnTo>
                <a:lnTo>
                  <a:pt x="7530" y="8140"/>
                </a:lnTo>
                <a:cubicBezTo>
                  <a:pt x="7511" y="8138"/>
                  <a:pt x="7498" y="8144"/>
                  <a:pt x="7479" y="8136"/>
                </a:cubicBezTo>
                <a:lnTo>
                  <a:pt x="7474" y="8134"/>
                </a:lnTo>
                <a:lnTo>
                  <a:pt x="7474" y="8132"/>
                </a:lnTo>
                <a:lnTo>
                  <a:pt x="7474" y="8133"/>
                </a:lnTo>
                <a:lnTo>
                  <a:pt x="7474" y="8134"/>
                </a:lnTo>
                <a:lnTo>
                  <a:pt x="7474" y="8135"/>
                </a:lnTo>
                <a:cubicBezTo>
                  <a:pt x="7473" y="8146"/>
                  <a:pt x="7455" y="8141"/>
                  <a:pt x="7453" y="8154"/>
                </a:cubicBezTo>
                <a:cubicBezTo>
                  <a:pt x="7466" y="8153"/>
                  <a:pt x="7477" y="8153"/>
                  <a:pt x="7474" y="8168"/>
                </a:cubicBezTo>
                <a:cubicBezTo>
                  <a:pt x="7492" y="8158"/>
                  <a:pt x="7504" y="8173"/>
                  <a:pt x="7514" y="8182"/>
                </a:cubicBezTo>
                <a:cubicBezTo>
                  <a:pt x="7526" y="8175"/>
                  <a:pt x="7505" y="8156"/>
                  <a:pt x="7521" y="8155"/>
                </a:cubicBezTo>
                <a:cubicBezTo>
                  <a:pt x="7530" y="8154"/>
                  <a:pt x="7523" y="8168"/>
                  <a:pt x="7534" y="8165"/>
                </a:cubicBezTo>
                <a:cubicBezTo>
                  <a:pt x="7535" y="8161"/>
                  <a:pt x="7535" y="8157"/>
                  <a:pt x="7541" y="8158"/>
                </a:cubicBezTo>
                <a:cubicBezTo>
                  <a:pt x="7542" y="8161"/>
                  <a:pt x="7541" y="8165"/>
                  <a:pt x="7544" y="8165"/>
                </a:cubicBezTo>
                <a:cubicBezTo>
                  <a:pt x="7544" y="8157"/>
                  <a:pt x="7544" y="8151"/>
                  <a:pt x="7544" y="8144"/>
                </a:cubicBezTo>
                <a:cubicBezTo>
                  <a:pt x="7542" y="8143"/>
                  <a:pt x="7541" y="8143"/>
                  <a:pt x="7539" y="8142"/>
                </a:cubicBezTo>
                <a:lnTo>
                  <a:pt x="7535" y="8141"/>
                </a:lnTo>
                <a:lnTo>
                  <a:pt x="7540" y="8141"/>
                </a:lnTo>
                <a:cubicBezTo>
                  <a:pt x="7554" y="8142"/>
                  <a:pt x="7557" y="8152"/>
                  <a:pt x="7561" y="8162"/>
                </a:cubicBezTo>
                <a:cubicBezTo>
                  <a:pt x="7556" y="8168"/>
                  <a:pt x="7553" y="8175"/>
                  <a:pt x="7551" y="8183"/>
                </a:cubicBezTo>
                <a:cubicBezTo>
                  <a:pt x="7557" y="8189"/>
                  <a:pt x="7561" y="8198"/>
                  <a:pt x="7567" y="8204"/>
                </a:cubicBezTo>
                <a:cubicBezTo>
                  <a:pt x="7591" y="8137"/>
                  <a:pt x="7597" y="8064"/>
                  <a:pt x="7609" y="7991"/>
                </a:cubicBezTo>
                <a:cubicBezTo>
                  <a:pt x="7652" y="7959"/>
                  <a:pt x="7652" y="8020"/>
                  <a:pt x="7645" y="8052"/>
                </a:cubicBezTo>
                <a:cubicBezTo>
                  <a:pt x="7668" y="8057"/>
                  <a:pt x="7661" y="8032"/>
                  <a:pt x="7675" y="8029"/>
                </a:cubicBezTo>
                <a:cubicBezTo>
                  <a:pt x="7682" y="8033"/>
                  <a:pt x="7689" y="8036"/>
                  <a:pt x="7696" y="8039"/>
                </a:cubicBezTo>
                <a:cubicBezTo>
                  <a:pt x="7688" y="8039"/>
                  <a:pt x="7684" y="8045"/>
                  <a:pt x="7679" y="8049"/>
                </a:cubicBezTo>
                <a:cubicBezTo>
                  <a:pt x="7683" y="8049"/>
                  <a:pt x="7688" y="8048"/>
                  <a:pt x="7692" y="8047"/>
                </a:cubicBezTo>
                <a:lnTo>
                  <a:pt x="7697" y="8045"/>
                </a:lnTo>
                <a:lnTo>
                  <a:pt x="7699" y="8045"/>
                </a:lnTo>
                <a:cubicBezTo>
                  <a:pt x="7703" y="8046"/>
                  <a:pt x="7705" y="8044"/>
                  <a:pt x="7705" y="8042"/>
                </a:cubicBezTo>
                <a:lnTo>
                  <a:pt x="7704" y="8041"/>
                </a:lnTo>
                <a:lnTo>
                  <a:pt x="7709" y="8042"/>
                </a:lnTo>
                <a:cubicBezTo>
                  <a:pt x="7715" y="8042"/>
                  <a:pt x="7720" y="8040"/>
                  <a:pt x="7722" y="8036"/>
                </a:cubicBezTo>
                <a:lnTo>
                  <a:pt x="7713" y="8036"/>
                </a:lnTo>
                <a:cubicBezTo>
                  <a:pt x="7716" y="8034"/>
                  <a:pt x="7720" y="8033"/>
                  <a:pt x="7723" y="8034"/>
                </a:cubicBezTo>
                <a:cubicBezTo>
                  <a:pt x="7726" y="8044"/>
                  <a:pt x="7713" y="8038"/>
                  <a:pt x="7713" y="8047"/>
                </a:cubicBezTo>
                <a:cubicBezTo>
                  <a:pt x="7720" y="8054"/>
                  <a:pt x="7726" y="8046"/>
                  <a:pt x="7733" y="8044"/>
                </a:cubicBezTo>
                <a:cubicBezTo>
                  <a:pt x="7751" y="8059"/>
                  <a:pt x="7729" y="8071"/>
                  <a:pt x="7721" y="8074"/>
                </a:cubicBezTo>
                <a:lnTo>
                  <a:pt x="7720" y="8074"/>
                </a:lnTo>
                <a:lnTo>
                  <a:pt x="7719" y="8074"/>
                </a:lnTo>
                <a:cubicBezTo>
                  <a:pt x="7719" y="8074"/>
                  <a:pt x="7720" y="8074"/>
                  <a:pt x="7720" y="8074"/>
                </a:cubicBezTo>
                <a:lnTo>
                  <a:pt x="7720" y="8074"/>
                </a:lnTo>
                <a:lnTo>
                  <a:pt x="7724" y="8073"/>
                </a:lnTo>
                <a:cubicBezTo>
                  <a:pt x="7734" y="8072"/>
                  <a:pt x="7748" y="8078"/>
                  <a:pt x="7749" y="8074"/>
                </a:cubicBezTo>
                <a:cubicBezTo>
                  <a:pt x="7743" y="8076"/>
                  <a:pt x="7744" y="8058"/>
                  <a:pt x="7749" y="8061"/>
                </a:cubicBezTo>
                <a:cubicBezTo>
                  <a:pt x="7762" y="8061"/>
                  <a:pt x="7764" y="8071"/>
                  <a:pt x="7762" y="8085"/>
                </a:cubicBezTo>
                <a:cubicBezTo>
                  <a:pt x="7743" y="8080"/>
                  <a:pt x="7741" y="8120"/>
                  <a:pt x="7728" y="8101"/>
                </a:cubicBezTo>
                <a:lnTo>
                  <a:pt x="7738" y="8101"/>
                </a:lnTo>
                <a:cubicBezTo>
                  <a:pt x="7739" y="8085"/>
                  <a:pt x="7724" y="8086"/>
                  <a:pt x="7719" y="8076"/>
                </a:cubicBezTo>
                <a:cubicBezTo>
                  <a:pt x="7719" y="8084"/>
                  <a:pt x="7716" y="8086"/>
                  <a:pt x="7708" y="8086"/>
                </a:cubicBezTo>
                <a:cubicBezTo>
                  <a:pt x="7702" y="8080"/>
                  <a:pt x="7711" y="8077"/>
                  <a:pt x="7708" y="8065"/>
                </a:cubicBezTo>
                <a:cubicBezTo>
                  <a:pt x="7702" y="8064"/>
                  <a:pt x="7701" y="8068"/>
                  <a:pt x="7695" y="8068"/>
                </a:cubicBezTo>
                <a:cubicBezTo>
                  <a:pt x="7701" y="8080"/>
                  <a:pt x="7703" y="8091"/>
                  <a:pt x="7687" y="8095"/>
                </a:cubicBezTo>
                <a:cubicBezTo>
                  <a:pt x="7684" y="8081"/>
                  <a:pt x="7699" y="8088"/>
                  <a:pt x="7695" y="8074"/>
                </a:cubicBezTo>
                <a:cubicBezTo>
                  <a:pt x="7687" y="8077"/>
                  <a:pt x="7674" y="8081"/>
                  <a:pt x="7668" y="8074"/>
                </a:cubicBezTo>
                <a:cubicBezTo>
                  <a:pt x="7669" y="8084"/>
                  <a:pt x="7658" y="8098"/>
                  <a:pt x="7668" y="8105"/>
                </a:cubicBezTo>
                <a:cubicBezTo>
                  <a:pt x="7706" y="8096"/>
                  <a:pt x="7758" y="8128"/>
                  <a:pt x="7782" y="8108"/>
                </a:cubicBezTo>
                <a:cubicBezTo>
                  <a:pt x="7779" y="8118"/>
                  <a:pt x="7787" y="8118"/>
                  <a:pt x="7784" y="8128"/>
                </a:cubicBezTo>
                <a:cubicBezTo>
                  <a:pt x="7770" y="8136"/>
                  <a:pt x="7760" y="8127"/>
                  <a:pt x="7744" y="8121"/>
                </a:cubicBezTo>
                <a:cubicBezTo>
                  <a:pt x="7741" y="8125"/>
                  <a:pt x="7740" y="8132"/>
                  <a:pt x="7741" y="8137"/>
                </a:cubicBezTo>
                <a:cubicBezTo>
                  <a:pt x="7723" y="8146"/>
                  <a:pt x="7703" y="8149"/>
                  <a:pt x="7684" y="8146"/>
                </a:cubicBezTo>
                <a:cubicBezTo>
                  <a:pt x="7674" y="8137"/>
                  <a:pt x="7679" y="8115"/>
                  <a:pt x="7664" y="8112"/>
                </a:cubicBezTo>
                <a:cubicBezTo>
                  <a:pt x="7656" y="8152"/>
                  <a:pt x="7676" y="8166"/>
                  <a:pt x="7689" y="8187"/>
                </a:cubicBezTo>
                <a:cubicBezTo>
                  <a:pt x="7682" y="8196"/>
                  <a:pt x="7661" y="8192"/>
                  <a:pt x="7658" y="8206"/>
                </a:cubicBezTo>
                <a:cubicBezTo>
                  <a:pt x="7665" y="8195"/>
                  <a:pt x="7699" y="8207"/>
                  <a:pt x="7679" y="8217"/>
                </a:cubicBezTo>
                <a:cubicBezTo>
                  <a:pt x="7679" y="8213"/>
                  <a:pt x="7680" y="8207"/>
                  <a:pt x="7676" y="8207"/>
                </a:cubicBezTo>
                <a:cubicBezTo>
                  <a:pt x="7665" y="8226"/>
                  <a:pt x="7683" y="8240"/>
                  <a:pt x="7702" y="8231"/>
                </a:cubicBezTo>
                <a:cubicBezTo>
                  <a:pt x="7711" y="8267"/>
                  <a:pt x="7661" y="8240"/>
                  <a:pt x="7658" y="8264"/>
                </a:cubicBezTo>
                <a:cubicBezTo>
                  <a:pt x="7692" y="8293"/>
                  <a:pt x="7727" y="8227"/>
                  <a:pt x="7745" y="8263"/>
                </a:cubicBezTo>
                <a:cubicBezTo>
                  <a:pt x="7733" y="8261"/>
                  <a:pt x="7730" y="8268"/>
                  <a:pt x="7724" y="8272"/>
                </a:cubicBezTo>
                <a:cubicBezTo>
                  <a:pt x="7749" y="8297"/>
                  <a:pt x="7730" y="8332"/>
                  <a:pt x="7735" y="8374"/>
                </a:cubicBezTo>
                <a:cubicBezTo>
                  <a:pt x="7733" y="8375"/>
                  <a:pt x="7722" y="8381"/>
                  <a:pt x="7722" y="8374"/>
                </a:cubicBezTo>
                <a:cubicBezTo>
                  <a:pt x="7722" y="8368"/>
                  <a:pt x="7732" y="8372"/>
                  <a:pt x="7732" y="8368"/>
                </a:cubicBezTo>
                <a:cubicBezTo>
                  <a:pt x="7716" y="8358"/>
                  <a:pt x="7708" y="8340"/>
                  <a:pt x="7679" y="8342"/>
                </a:cubicBezTo>
                <a:cubicBezTo>
                  <a:pt x="7682" y="8332"/>
                  <a:pt x="7670" y="8336"/>
                  <a:pt x="7673" y="8326"/>
                </a:cubicBezTo>
                <a:cubicBezTo>
                  <a:pt x="7681" y="8316"/>
                  <a:pt x="7688" y="8325"/>
                  <a:pt x="7693" y="8316"/>
                </a:cubicBezTo>
                <a:cubicBezTo>
                  <a:pt x="7696" y="8321"/>
                  <a:pt x="7698" y="8326"/>
                  <a:pt x="7707" y="8326"/>
                </a:cubicBezTo>
                <a:cubicBezTo>
                  <a:pt x="7706" y="8311"/>
                  <a:pt x="7729" y="8322"/>
                  <a:pt x="7727" y="8307"/>
                </a:cubicBezTo>
                <a:cubicBezTo>
                  <a:pt x="7709" y="8291"/>
                  <a:pt x="7687" y="8307"/>
                  <a:pt x="7664" y="8305"/>
                </a:cubicBezTo>
                <a:cubicBezTo>
                  <a:pt x="7658" y="8286"/>
                  <a:pt x="7694" y="8286"/>
                  <a:pt x="7675" y="8275"/>
                </a:cubicBezTo>
                <a:cubicBezTo>
                  <a:pt x="7670" y="8285"/>
                  <a:pt x="7658" y="8288"/>
                  <a:pt x="7651" y="8294"/>
                </a:cubicBezTo>
                <a:cubicBezTo>
                  <a:pt x="7648" y="8308"/>
                  <a:pt x="7659" y="8309"/>
                  <a:pt x="7660" y="8318"/>
                </a:cubicBezTo>
                <a:cubicBezTo>
                  <a:pt x="7655" y="8320"/>
                  <a:pt x="7652" y="8324"/>
                  <a:pt x="7650" y="8328"/>
                </a:cubicBezTo>
                <a:cubicBezTo>
                  <a:pt x="7656" y="8329"/>
                  <a:pt x="7666" y="8326"/>
                  <a:pt x="7663" y="8335"/>
                </a:cubicBezTo>
                <a:cubicBezTo>
                  <a:pt x="7660" y="8345"/>
                  <a:pt x="7658" y="8339"/>
                  <a:pt x="7650" y="8339"/>
                </a:cubicBezTo>
                <a:cubicBezTo>
                  <a:pt x="7650" y="8353"/>
                  <a:pt x="7638" y="8352"/>
                  <a:pt x="7645" y="8365"/>
                </a:cubicBezTo>
                <a:cubicBezTo>
                  <a:pt x="7656" y="8367"/>
                  <a:pt x="7655" y="8356"/>
                  <a:pt x="7663" y="8356"/>
                </a:cubicBezTo>
                <a:cubicBezTo>
                  <a:pt x="7667" y="8367"/>
                  <a:pt x="7689" y="8364"/>
                  <a:pt x="7682" y="8387"/>
                </a:cubicBezTo>
                <a:cubicBezTo>
                  <a:pt x="7670" y="8386"/>
                  <a:pt x="7662" y="8388"/>
                  <a:pt x="7658" y="8396"/>
                </a:cubicBezTo>
                <a:cubicBezTo>
                  <a:pt x="7666" y="8403"/>
                  <a:pt x="7676" y="8408"/>
                  <a:pt x="7678" y="8420"/>
                </a:cubicBezTo>
                <a:cubicBezTo>
                  <a:pt x="7671" y="8428"/>
                  <a:pt x="7656" y="8439"/>
                  <a:pt x="7667" y="8454"/>
                </a:cubicBezTo>
                <a:cubicBezTo>
                  <a:pt x="7681" y="8454"/>
                  <a:pt x="7680" y="8435"/>
                  <a:pt x="7694" y="8444"/>
                </a:cubicBezTo>
                <a:cubicBezTo>
                  <a:pt x="7693" y="8425"/>
                  <a:pt x="7730" y="8416"/>
                  <a:pt x="7738" y="8429"/>
                </a:cubicBezTo>
                <a:cubicBezTo>
                  <a:pt x="7729" y="8464"/>
                  <a:pt x="7707" y="8457"/>
                  <a:pt x="7673" y="8464"/>
                </a:cubicBezTo>
                <a:cubicBezTo>
                  <a:pt x="7668" y="8471"/>
                  <a:pt x="7664" y="8479"/>
                  <a:pt x="7663" y="8488"/>
                </a:cubicBezTo>
                <a:cubicBezTo>
                  <a:pt x="7674" y="8497"/>
                  <a:pt x="7674" y="8488"/>
                  <a:pt x="7689" y="8488"/>
                </a:cubicBezTo>
                <a:cubicBezTo>
                  <a:pt x="7700" y="8482"/>
                  <a:pt x="7678" y="8476"/>
                  <a:pt x="7689" y="8471"/>
                </a:cubicBezTo>
                <a:cubicBezTo>
                  <a:pt x="7698" y="8483"/>
                  <a:pt x="7711" y="8489"/>
                  <a:pt x="7719" y="8502"/>
                </a:cubicBezTo>
                <a:cubicBezTo>
                  <a:pt x="7702" y="8490"/>
                  <a:pt x="7690" y="8503"/>
                  <a:pt x="7672" y="8497"/>
                </a:cubicBezTo>
                <a:cubicBezTo>
                  <a:pt x="7668" y="8520"/>
                  <a:pt x="7633" y="8510"/>
                  <a:pt x="7630" y="8534"/>
                </a:cubicBezTo>
                <a:cubicBezTo>
                  <a:pt x="7644" y="8534"/>
                  <a:pt x="7640" y="8546"/>
                  <a:pt x="7644" y="8554"/>
                </a:cubicBezTo>
                <a:cubicBezTo>
                  <a:pt x="7639" y="8555"/>
                  <a:pt x="7637" y="8559"/>
                  <a:pt x="7630" y="8558"/>
                </a:cubicBezTo>
                <a:cubicBezTo>
                  <a:pt x="7632" y="8586"/>
                  <a:pt x="7652" y="8598"/>
                  <a:pt x="7679" y="8603"/>
                </a:cubicBezTo>
                <a:cubicBezTo>
                  <a:pt x="7674" y="8615"/>
                  <a:pt x="7688" y="8610"/>
                  <a:pt x="7685" y="8620"/>
                </a:cubicBezTo>
                <a:cubicBezTo>
                  <a:pt x="7682" y="8620"/>
                  <a:pt x="7682" y="8623"/>
                  <a:pt x="7682" y="8627"/>
                </a:cubicBezTo>
                <a:cubicBezTo>
                  <a:pt x="7669" y="8618"/>
                  <a:pt x="7652" y="8631"/>
                  <a:pt x="7645" y="8639"/>
                </a:cubicBezTo>
                <a:cubicBezTo>
                  <a:pt x="7665" y="8642"/>
                  <a:pt x="7675" y="8637"/>
                  <a:pt x="7688" y="8644"/>
                </a:cubicBezTo>
                <a:cubicBezTo>
                  <a:pt x="7677" y="8657"/>
                  <a:pt x="7681" y="8667"/>
                  <a:pt x="7668" y="8677"/>
                </a:cubicBezTo>
                <a:cubicBezTo>
                  <a:pt x="7662" y="8674"/>
                  <a:pt x="7664" y="8663"/>
                  <a:pt x="7651" y="8666"/>
                </a:cubicBezTo>
                <a:cubicBezTo>
                  <a:pt x="7647" y="8677"/>
                  <a:pt x="7661" y="8685"/>
                  <a:pt x="7651" y="8690"/>
                </a:cubicBezTo>
                <a:cubicBezTo>
                  <a:pt x="7642" y="8688"/>
                  <a:pt x="7637" y="8681"/>
                  <a:pt x="7628" y="8679"/>
                </a:cubicBezTo>
                <a:cubicBezTo>
                  <a:pt x="7620" y="8689"/>
                  <a:pt x="7619" y="8702"/>
                  <a:pt x="7624" y="8713"/>
                </a:cubicBezTo>
                <a:cubicBezTo>
                  <a:pt x="7643" y="8714"/>
                  <a:pt x="7649" y="8709"/>
                  <a:pt x="7664" y="8714"/>
                </a:cubicBezTo>
                <a:cubicBezTo>
                  <a:pt x="7664" y="8704"/>
                  <a:pt x="7642" y="8699"/>
                  <a:pt x="7651" y="8693"/>
                </a:cubicBezTo>
                <a:cubicBezTo>
                  <a:pt x="7658" y="8700"/>
                  <a:pt x="7664" y="8692"/>
                  <a:pt x="7675" y="8693"/>
                </a:cubicBezTo>
                <a:cubicBezTo>
                  <a:pt x="7671" y="8706"/>
                  <a:pt x="7683" y="8703"/>
                  <a:pt x="7681" y="8714"/>
                </a:cubicBezTo>
                <a:cubicBezTo>
                  <a:pt x="7655" y="8720"/>
                  <a:pt x="7654" y="8751"/>
                  <a:pt x="7619" y="8746"/>
                </a:cubicBezTo>
                <a:cubicBezTo>
                  <a:pt x="7621" y="8762"/>
                  <a:pt x="7621" y="8780"/>
                  <a:pt x="7624" y="8794"/>
                </a:cubicBezTo>
                <a:cubicBezTo>
                  <a:pt x="7620" y="8793"/>
                  <a:pt x="7615" y="8794"/>
                  <a:pt x="7611" y="8797"/>
                </a:cubicBezTo>
                <a:cubicBezTo>
                  <a:pt x="7613" y="8807"/>
                  <a:pt x="7606" y="8826"/>
                  <a:pt x="7613" y="8831"/>
                </a:cubicBezTo>
                <a:cubicBezTo>
                  <a:pt x="7617" y="8826"/>
                  <a:pt x="7617" y="8816"/>
                  <a:pt x="7617" y="8807"/>
                </a:cubicBezTo>
                <a:cubicBezTo>
                  <a:pt x="7637" y="8814"/>
                  <a:pt x="7632" y="8794"/>
                  <a:pt x="7634" y="8791"/>
                </a:cubicBezTo>
                <a:cubicBezTo>
                  <a:pt x="7641" y="8795"/>
                  <a:pt x="7648" y="8796"/>
                  <a:pt x="7655" y="8794"/>
                </a:cubicBezTo>
                <a:cubicBezTo>
                  <a:pt x="7661" y="8815"/>
                  <a:pt x="7682" y="8821"/>
                  <a:pt x="7684" y="8846"/>
                </a:cubicBezTo>
                <a:cubicBezTo>
                  <a:pt x="7670" y="8840"/>
                  <a:pt x="7677" y="8855"/>
                  <a:pt x="7670" y="8856"/>
                </a:cubicBezTo>
                <a:cubicBezTo>
                  <a:pt x="7654" y="8860"/>
                  <a:pt x="7655" y="8836"/>
                  <a:pt x="7644" y="8845"/>
                </a:cubicBezTo>
                <a:cubicBezTo>
                  <a:pt x="7640" y="8861"/>
                  <a:pt x="7657" y="8854"/>
                  <a:pt x="7657" y="8859"/>
                </a:cubicBezTo>
                <a:cubicBezTo>
                  <a:pt x="7649" y="8864"/>
                  <a:pt x="7643" y="8872"/>
                  <a:pt x="7643" y="8882"/>
                </a:cubicBezTo>
                <a:cubicBezTo>
                  <a:pt x="7657" y="8886"/>
                  <a:pt x="7656" y="8876"/>
                  <a:pt x="7666" y="8876"/>
                </a:cubicBezTo>
                <a:cubicBezTo>
                  <a:pt x="7677" y="8895"/>
                  <a:pt x="7662" y="8921"/>
                  <a:pt x="7652" y="8936"/>
                </a:cubicBezTo>
                <a:cubicBezTo>
                  <a:pt x="7644" y="8939"/>
                  <a:pt x="7625" y="8930"/>
                  <a:pt x="7628" y="8943"/>
                </a:cubicBezTo>
                <a:cubicBezTo>
                  <a:pt x="7649" y="8944"/>
                  <a:pt x="7642" y="8972"/>
                  <a:pt x="7657" y="8981"/>
                </a:cubicBezTo>
                <a:cubicBezTo>
                  <a:pt x="7647" y="9004"/>
                  <a:pt x="7601" y="8988"/>
                  <a:pt x="7599" y="9020"/>
                </a:cubicBezTo>
                <a:cubicBezTo>
                  <a:pt x="7619" y="9033"/>
                  <a:pt x="7625" y="9005"/>
                  <a:pt x="7650" y="9011"/>
                </a:cubicBezTo>
                <a:cubicBezTo>
                  <a:pt x="7650" y="9031"/>
                  <a:pt x="7673" y="9028"/>
                  <a:pt x="7682" y="9039"/>
                </a:cubicBezTo>
                <a:cubicBezTo>
                  <a:pt x="7682" y="9075"/>
                  <a:pt x="7634" y="9061"/>
                  <a:pt x="7618" y="9081"/>
                </a:cubicBezTo>
                <a:cubicBezTo>
                  <a:pt x="7630" y="9080"/>
                  <a:pt x="7644" y="9078"/>
                  <a:pt x="7638" y="9095"/>
                </a:cubicBezTo>
                <a:cubicBezTo>
                  <a:pt x="7650" y="9093"/>
                  <a:pt x="7661" y="9090"/>
                  <a:pt x="7672" y="9085"/>
                </a:cubicBezTo>
                <a:cubicBezTo>
                  <a:pt x="7676" y="9102"/>
                  <a:pt x="7665" y="9103"/>
                  <a:pt x="7665" y="9116"/>
                </a:cubicBezTo>
                <a:cubicBezTo>
                  <a:pt x="7665" y="9123"/>
                  <a:pt x="7679" y="9117"/>
                  <a:pt x="7678" y="9126"/>
                </a:cubicBezTo>
                <a:cubicBezTo>
                  <a:pt x="7674" y="9135"/>
                  <a:pt x="7673" y="9144"/>
                  <a:pt x="7674" y="9153"/>
                </a:cubicBezTo>
                <a:cubicBezTo>
                  <a:pt x="7659" y="9148"/>
                  <a:pt x="7664" y="9164"/>
                  <a:pt x="7657" y="9166"/>
                </a:cubicBezTo>
                <a:cubicBezTo>
                  <a:pt x="7637" y="9177"/>
                  <a:pt x="7620" y="9147"/>
                  <a:pt x="7613" y="9168"/>
                </a:cubicBezTo>
                <a:cubicBezTo>
                  <a:pt x="7632" y="9162"/>
                  <a:pt x="7631" y="9195"/>
                  <a:pt x="7650" y="9179"/>
                </a:cubicBezTo>
                <a:cubicBezTo>
                  <a:pt x="7650" y="9190"/>
                  <a:pt x="7645" y="9196"/>
                  <a:pt x="7636" y="9196"/>
                </a:cubicBezTo>
                <a:cubicBezTo>
                  <a:pt x="7629" y="9194"/>
                  <a:pt x="7628" y="9189"/>
                  <a:pt x="7619" y="9189"/>
                </a:cubicBezTo>
                <a:cubicBezTo>
                  <a:pt x="7612" y="9198"/>
                  <a:pt x="7619" y="9221"/>
                  <a:pt x="7602" y="9219"/>
                </a:cubicBezTo>
                <a:cubicBezTo>
                  <a:pt x="7594" y="9216"/>
                  <a:pt x="7598" y="9203"/>
                  <a:pt x="7589" y="9202"/>
                </a:cubicBezTo>
                <a:cubicBezTo>
                  <a:pt x="7585" y="9206"/>
                  <a:pt x="7585" y="9216"/>
                  <a:pt x="7585" y="9225"/>
                </a:cubicBezTo>
                <a:cubicBezTo>
                  <a:pt x="7613" y="9225"/>
                  <a:pt x="7611" y="9252"/>
                  <a:pt x="7631" y="9260"/>
                </a:cubicBezTo>
                <a:cubicBezTo>
                  <a:pt x="7640" y="9249"/>
                  <a:pt x="7644" y="9234"/>
                  <a:pt x="7642" y="9220"/>
                </a:cubicBezTo>
                <a:cubicBezTo>
                  <a:pt x="7651" y="9216"/>
                  <a:pt x="7671" y="9214"/>
                  <a:pt x="7675" y="9224"/>
                </a:cubicBezTo>
                <a:cubicBezTo>
                  <a:pt x="7675" y="9238"/>
                  <a:pt x="7669" y="9243"/>
                  <a:pt x="7675" y="9254"/>
                </a:cubicBezTo>
                <a:cubicBezTo>
                  <a:pt x="7648" y="9246"/>
                  <a:pt x="7651" y="9278"/>
                  <a:pt x="7625" y="9263"/>
                </a:cubicBezTo>
                <a:cubicBezTo>
                  <a:pt x="7613" y="9281"/>
                  <a:pt x="7596" y="9295"/>
                  <a:pt x="7577" y="9303"/>
                </a:cubicBezTo>
                <a:cubicBezTo>
                  <a:pt x="7583" y="9321"/>
                  <a:pt x="7563" y="9343"/>
                  <a:pt x="7592" y="9347"/>
                </a:cubicBezTo>
                <a:cubicBezTo>
                  <a:pt x="7596" y="9340"/>
                  <a:pt x="7590" y="9315"/>
                  <a:pt x="7603" y="9310"/>
                </a:cubicBezTo>
                <a:cubicBezTo>
                  <a:pt x="7606" y="9318"/>
                  <a:pt x="7611" y="9325"/>
                  <a:pt x="7616" y="9331"/>
                </a:cubicBezTo>
                <a:cubicBezTo>
                  <a:pt x="7617" y="9304"/>
                  <a:pt x="7648" y="9332"/>
                  <a:pt x="7650" y="9319"/>
                </a:cubicBezTo>
                <a:cubicBezTo>
                  <a:pt x="7640" y="9319"/>
                  <a:pt x="7635" y="9306"/>
                  <a:pt x="7624" y="9298"/>
                </a:cubicBezTo>
                <a:cubicBezTo>
                  <a:pt x="7647" y="9287"/>
                  <a:pt x="7637" y="9282"/>
                  <a:pt x="7661" y="9275"/>
                </a:cubicBezTo>
                <a:cubicBezTo>
                  <a:pt x="7666" y="9279"/>
                  <a:pt x="7666" y="9288"/>
                  <a:pt x="7671" y="9292"/>
                </a:cubicBezTo>
                <a:cubicBezTo>
                  <a:pt x="7669" y="9283"/>
                  <a:pt x="7673" y="9280"/>
                  <a:pt x="7681" y="9282"/>
                </a:cubicBezTo>
                <a:cubicBezTo>
                  <a:pt x="7682" y="9296"/>
                  <a:pt x="7673" y="9308"/>
                  <a:pt x="7661" y="9312"/>
                </a:cubicBezTo>
                <a:cubicBezTo>
                  <a:pt x="7662" y="9321"/>
                  <a:pt x="7662" y="9330"/>
                  <a:pt x="7661" y="9339"/>
                </a:cubicBezTo>
                <a:cubicBezTo>
                  <a:pt x="7672" y="9338"/>
                  <a:pt x="7680" y="9341"/>
                  <a:pt x="7677" y="9353"/>
                </a:cubicBezTo>
                <a:cubicBezTo>
                  <a:pt x="7666" y="9351"/>
                  <a:pt x="7664" y="9356"/>
                  <a:pt x="7656" y="9356"/>
                </a:cubicBezTo>
                <a:cubicBezTo>
                  <a:pt x="7657" y="9364"/>
                  <a:pt x="7664" y="9381"/>
                  <a:pt x="7659" y="9383"/>
                </a:cubicBezTo>
                <a:cubicBezTo>
                  <a:pt x="7648" y="9378"/>
                  <a:pt x="7644" y="9381"/>
                  <a:pt x="7635" y="9386"/>
                </a:cubicBezTo>
                <a:cubicBezTo>
                  <a:pt x="7635" y="9372"/>
                  <a:pt x="7620" y="9359"/>
                  <a:pt x="7612" y="9372"/>
                </a:cubicBezTo>
                <a:cubicBezTo>
                  <a:pt x="7622" y="9377"/>
                  <a:pt x="7619" y="9390"/>
                  <a:pt x="7612" y="9395"/>
                </a:cubicBezTo>
                <a:cubicBezTo>
                  <a:pt x="7624" y="9393"/>
                  <a:pt x="7627" y="9399"/>
                  <a:pt x="7629" y="9406"/>
                </a:cubicBezTo>
                <a:cubicBezTo>
                  <a:pt x="7642" y="9407"/>
                  <a:pt x="7661" y="9404"/>
                  <a:pt x="7665" y="9414"/>
                </a:cubicBezTo>
                <a:cubicBezTo>
                  <a:pt x="7663" y="9419"/>
                  <a:pt x="7670" y="9429"/>
                  <a:pt x="7662" y="9431"/>
                </a:cubicBezTo>
                <a:cubicBezTo>
                  <a:pt x="7653" y="9432"/>
                  <a:pt x="7650" y="9429"/>
                  <a:pt x="7652" y="9420"/>
                </a:cubicBezTo>
                <a:cubicBezTo>
                  <a:pt x="7633" y="9418"/>
                  <a:pt x="7620" y="9438"/>
                  <a:pt x="7608" y="9422"/>
                </a:cubicBezTo>
                <a:cubicBezTo>
                  <a:pt x="7612" y="9436"/>
                  <a:pt x="7594" y="9428"/>
                  <a:pt x="7591" y="9436"/>
                </a:cubicBezTo>
                <a:cubicBezTo>
                  <a:pt x="7601" y="9435"/>
                  <a:pt x="7609" y="9437"/>
                  <a:pt x="7612" y="9443"/>
                </a:cubicBezTo>
                <a:cubicBezTo>
                  <a:pt x="7607" y="9447"/>
                  <a:pt x="7607" y="9456"/>
                  <a:pt x="7598" y="9456"/>
                </a:cubicBezTo>
                <a:cubicBezTo>
                  <a:pt x="7596" y="9468"/>
                  <a:pt x="7613" y="9462"/>
                  <a:pt x="7608" y="9477"/>
                </a:cubicBezTo>
                <a:cubicBezTo>
                  <a:pt x="7594" y="9488"/>
                  <a:pt x="7579" y="9496"/>
                  <a:pt x="7563" y="9503"/>
                </a:cubicBezTo>
                <a:cubicBezTo>
                  <a:pt x="7571" y="9505"/>
                  <a:pt x="7566" y="9524"/>
                  <a:pt x="7556" y="9519"/>
                </a:cubicBezTo>
                <a:cubicBezTo>
                  <a:pt x="7557" y="9531"/>
                  <a:pt x="7566" y="9534"/>
                  <a:pt x="7569" y="9543"/>
                </a:cubicBezTo>
                <a:cubicBezTo>
                  <a:pt x="7564" y="9547"/>
                  <a:pt x="7557" y="9546"/>
                  <a:pt x="7555" y="9557"/>
                </a:cubicBezTo>
                <a:cubicBezTo>
                  <a:pt x="7553" y="9567"/>
                  <a:pt x="7564" y="9566"/>
                  <a:pt x="7568" y="9570"/>
                </a:cubicBezTo>
                <a:cubicBezTo>
                  <a:pt x="7574" y="9565"/>
                  <a:pt x="7570" y="9550"/>
                  <a:pt x="7579" y="9547"/>
                </a:cubicBezTo>
                <a:cubicBezTo>
                  <a:pt x="7589" y="9557"/>
                  <a:pt x="7600" y="9552"/>
                  <a:pt x="7616" y="9551"/>
                </a:cubicBezTo>
                <a:cubicBezTo>
                  <a:pt x="7623" y="9562"/>
                  <a:pt x="7621" y="9575"/>
                  <a:pt x="7618" y="9592"/>
                </a:cubicBezTo>
                <a:cubicBezTo>
                  <a:pt x="7631" y="9580"/>
                  <a:pt x="7655" y="9581"/>
                  <a:pt x="7669" y="9580"/>
                </a:cubicBezTo>
                <a:cubicBezTo>
                  <a:pt x="7651" y="9589"/>
                  <a:pt x="7637" y="9604"/>
                  <a:pt x="7631" y="9623"/>
                </a:cubicBezTo>
                <a:cubicBezTo>
                  <a:pt x="7632" y="9629"/>
                  <a:pt x="7642" y="9619"/>
                  <a:pt x="7641" y="9633"/>
                </a:cubicBezTo>
                <a:cubicBezTo>
                  <a:pt x="7631" y="9663"/>
                  <a:pt x="7578" y="9665"/>
                  <a:pt x="7578" y="9693"/>
                </a:cubicBezTo>
                <a:cubicBezTo>
                  <a:pt x="7587" y="9698"/>
                  <a:pt x="7599" y="9671"/>
                  <a:pt x="7612" y="9683"/>
                </a:cubicBezTo>
                <a:cubicBezTo>
                  <a:pt x="7607" y="9693"/>
                  <a:pt x="7592" y="9706"/>
                  <a:pt x="7578" y="9696"/>
                </a:cubicBezTo>
                <a:cubicBezTo>
                  <a:pt x="7574" y="9709"/>
                  <a:pt x="7567" y="9711"/>
                  <a:pt x="7558" y="9702"/>
                </a:cubicBezTo>
                <a:cubicBezTo>
                  <a:pt x="7560" y="9712"/>
                  <a:pt x="7553" y="9711"/>
                  <a:pt x="7554" y="9719"/>
                </a:cubicBezTo>
                <a:cubicBezTo>
                  <a:pt x="7560" y="9722"/>
                  <a:pt x="7567" y="9724"/>
                  <a:pt x="7575" y="9727"/>
                </a:cubicBezTo>
                <a:lnTo>
                  <a:pt x="7577" y="9727"/>
                </a:lnTo>
                <a:lnTo>
                  <a:pt x="7575" y="9727"/>
                </a:lnTo>
                <a:cubicBezTo>
                  <a:pt x="7569" y="9728"/>
                  <a:pt x="7565" y="9732"/>
                  <a:pt x="7563" y="9738"/>
                </a:cubicBezTo>
                <a:cubicBezTo>
                  <a:pt x="7573" y="9740"/>
                  <a:pt x="7574" y="9749"/>
                  <a:pt x="7584" y="9749"/>
                </a:cubicBezTo>
                <a:cubicBezTo>
                  <a:pt x="7580" y="9739"/>
                  <a:pt x="7585" y="9737"/>
                  <a:pt x="7583" y="9731"/>
                </a:cubicBezTo>
                <a:lnTo>
                  <a:pt x="7582" y="9728"/>
                </a:lnTo>
                <a:lnTo>
                  <a:pt x="7582" y="9729"/>
                </a:lnTo>
                <a:cubicBezTo>
                  <a:pt x="7593" y="9731"/>
                  <a:pt x="7603" y="9734"/>
                  <a:pt x="7610" y="9740"/>
                </a:cubicBezTo>
                <a:cubicBezTo>
                  <a:pt x="7617" y="9735"/>
                  <a:pt x="7626" y="9718"/>
                  <a:pt x="7638" y="9730"/>
                </a:cubicBezTo>
                <a:cubicBezTo>
                  <a:pt x="7629" y="9746"/>
                  <a:pt x="7621" y="9760"/>
                  <a:pt x="7603" y="9763"/>
                </a:cubicBezTo>
                <a:cubicBezTo>
                  <a:pt x="7572" y="9768"/>
                  <a:pt x="7551" y="9718"/>
                  <a:pt x="7533" y="9765"/>
                </a:cubicBezTo>
                <a:cubicBezTo>
                  <a:pt x="7531" y="9770"/>
                  <a:pt x="7537" y="9773"/>
                  <a:pt x="7536" y="9782"/>
                </a:cubicBezTo>
                <a:cubicBezTo>
                  <a:pt x="7533" y="9801"/>
                  <a:pt x="7519" y="9844"/>
                  <a:pt x="7568" y="9837"/>
                </a:cubicBezTo>
                <a:cubicBezTo>
                  <a:pt x="7572" y="9828"/>
                  <a:pt x="7579" y="9822"/>
                  <a:pt x="7588" y="9819"/>
                </a:cubicBezTo>
                <a:cubicBezTo>
                  <a:pt x="7605" y="9814"/>
                  <a:pt x="7623" y="9824"/>
                  <a:pt x="7628" y="9842"/>
                </a:cubicBezTo>
                <a:cubicBezTo>
                  <a:pt x="7604" y="9843"/>
                  <a:pt x="7613" y="9860"/>
                  <a:pt x="7621" y="9872"/>
                </a:cubicBezTo>
                <a:cubicBezTo>
                  <a:pt x="7605" y="9870"/>
                  <a:pt x="7592" y="9872"/>
                  <a:pt x="7584" y="9857"/>
                </a:cubicBezTo>
                <a:cubicBezTo>
                  <a:pt x="7592" y="9875"/>
                  <a:pt x="7573" y="9883"/>
                  <a:pt x="7587" y="9891"/>
                </a:cubicBezTo>
                <a:cubicBezTo>
                  <a:pt x="7589" y="9878"/>
                  <a:pt x="7597" y="9886"/>
                  <a:pt x="7604" y="9882"/>
                </a:cubicBezTo>
                <a:cubicBezTo>
                  <a:pt x="7607" y="9904"/>
                  <a:pt x="7595" y="9902"/>
                  <a:pt x="7599" y="9919"/>
                </a:cubicBezTo>
                <a:lnTo>
                  <a:pt x="7578" y="9919"/>
                </a:lnTo>
                <a:cubicBezTo>
                  <a:pt x="7583" y="9929"/>
                  <a:pt x="7582" y="9942"/>
                  <a:pt x="7568" y="9942"/>
                </a:cubicBezTo>
                <a:cubicBezTo>
                  <a:pt x="7563" y="9938"/>
                  <a:pt x="7561" y="9931"/>
                  <a:pt x="7551" y="9931"/>
                </a:cubicBezTo>
                <a:cubicBezTo>
                  <a:pt x="7549" y="9940"/>
                  <a:pt x="7549" y="9950"/>
                  <a:pt x="7551" y="9959"/>
                </a:cubicBezTo>
                <a:cubicBezTo>
                  <a:pt x="7538" y="9951"/>
                  <a:pt x="7543" y="9964"/>
                  <a:pt x="7538" y="9972"/>
                </a:cubicBezTo>
                <a:cubicBezTo>
                  <a:pt x="7533" y="9968"/>
                  <a:pt x="7527" y="9967"/>
                  <a:pt x="7521" y="9968"/>
                </a:cubicBezTo>
                <a:cubicBezTo>
                  <a:pt x="7503" y="9986"/>
                  <a:pt x="7505" y="10019"/>
                  <a:pt x="7496" y="10035"/>
                </a:cubicBezTo>
                <a:cubicBezTo>
                  <a:pt x="7507" y="10037"/>
                  <a:pt x="7502" y="10020"/>
                  <a:pt x="7516" y="10025"/>
                </a:cubicBezTo>
                <a:cubicBezTo>
                  <a:pt x="7514" y="10035"/>
                  <a:pt x="7504" y="10045"/>
                  <a:pt x="7512" y="10056"/>
                </a:cubicBezTo>
                <a:cubicBezTo>
                  <a:pt x="7529" y="10058"/>
                  <a:pt x="7524" y="10026"/>
                  <a:pt x="7516" y="10022"/>
                </a:cubicBezTo>
                <a:cubicBezTo>
                  <a:pt x="7530" y="10016"/>
                  <a:pt x="7526" y="10004"/>
                  <a:pt x="7534" y="9999"/>
                </a:cubicBezTo>
                <a:cubicBezTo>
                  <a:pt x="7539" y="10008"/>
                  <a:pt x="7556" y="10008"/>
                  <a:pt x="7560" y="10020"/>
                </a:cubicBezTo>
                <a:cubicBezTo>
                  <a:pt x="7549" y="10030"/>
                  <a:pt x="7546" y="10014"/>
                  <a:pt x="7537" y="10012"/>
                </a:cubicBezTo>
                <a:cubicBezTo>
                  <a:pt x="7535" y="10020"/>
                  <a:pt x="7533" y="10028"/>
                  <a:pt x="7533" y="10036"/>
                </a:cubicBezTo>
                <a:cubicBezTo>
                  <a:pt x="7545" y="10041"/>
                  <a:pt x="7555" y="10051"/>
                  <a:pt x="7559" y="10064"/>
                </a:cubicBezTo>
                <a:cubicBezTo>
                  <a:pt x="7548" y="10062"/>
                  <a:pt x="7542" y="10067"/>
                  <a:pt x="7542" y="10077"/>
                </a:cubicBezTo>
                <a:cubicBezTo>
                  <a:pt x="7548" y="10080"/>
                  <a:pt x="7556" y="10082"/>
                  <a:pt x="7563" y="10080"/>
                </a:cubicBezTo>
                <a:cubicBezTo>
                  <a:pt x="7563" y="10058"/>
                  <a:pt x="7585" y="10064"/>
                  <a:pt x="7583" y="10047"/>
                </a:cubicBezTo>
                <a:cubicBezTo>
                  <a:pt x="7594" y="10054"/>
                  <a:pt x="7584" y="10064"/>
                  <a:pt x="7593" y="10075"/>
                </a:cubicBezTo>
                <a:cubicBezTo>
                  <a:pt x="7583" y="10086"/>
                  <a:pt x="7568" y="10108"/>
                  <a:pt x="7551" y="10090"/>
                </a:cubicBezTo>
                <a:cubicBezTo>
                  <a:pt x="7553" y="10108"/>
                  <a:pt x="7575" y="10104"/>
                  <a:pt x="7585" y="10098"/>
                </a:cubicBezTo>
                <a:cubicBezTo>
                  <a:pt x="7585" y="10103"/>
                  <a:pt x="7591" y="10104"/>
                  <a:pt x="7591" y="10108"/>
                </a:cubicBezTo>
                <a:cubicBezTo>
                  <a:pt x="7581" y="10118"/>
                  <a:pt x="7582" y="10140"/>
                  <a:pt x="7570" y="10148"/>
                </a:cubicBezTo>
                <a:cubicBezTo>
                  <a:pt x="7569" y="10134"/>
                  <a:pt x="7575" y="10135"/>
                  <a:pt x="7570" y="10125"/>
                </a:cubicBezTo>
                <a:cubicBezTo>
                  <a:pt x="7559" y="10123"/>
                  <a:pt x="7550" y="10120"/>
                  <a:pt x="7554" y="10104"/>
                </a:cubicBezTo>
                <a:cubicBezTo>
                  <a:pt x="7539" y="10105"/>
                  <a:pt x="7534" y="10117"/>
                  <a:pt x="7524" y="10123"/>
                </a:cubicBezTo>
                <a:cubicBezTo>
                  <a:pt x="7541" y="10128"/>
                  <a:pt x="7538" y="10122"/>
                  <a:pt x="7554" y="10121"/>
                </a:cubicBezTo>
                <a:cubicBezTo>
                  <a:pt x="7550" y="10135"/>
                  <a:pt x="7553" y="10132"/>
                  <a:pt x="7556" y="10144"/>
                </a:cubicBezTo>
                <a:cubicBezTo>
                  <a:pt x="7544" y="10157"/>
                  <a:pt x="7540" y="10175"/>
                  <a:pt x="7545" y="10191"/>
                </a:cubicBezTo>
                <a:cubicBezTo>
                  <a:pt x="7533" y="10193"/>
                  <a:pt x="7527" y="10200"/>
                  <a:pt x="7512" y="10197"/>
                </a:cubicBezTo>
                <a:cubicBezTo>
                  <a:pt x="7510" y="10187"/>
                  <a:pt x="7499" y="10185"/>
                  <a:pt x="7499" y="10173"/>
                </a:cubicBezTo>
                <a:cubicBezTo>
                  <a:pt x="7506" y="10163"/>
                  <a:pt x="7521" y="10163"/>
                  <a:pt x="7529" y="10154"/>
                </a:cubicBezTo>
                <a:cubicBezTo>
                  <a:pt x="7519" y="10153"/>
                  <a:pt x="7515" y="10146"/>
                  <a:pt x="7503" y="10146"/>
                </a:cubicBezTo>
                <a:cubicBezTo>
                  <a:pt x="7505" y="10163"/>
                  <a:pt x="7489" y="10159"/>
                  <a:pt x="7489" y="10173"/>
                </a:cubicBezTo>
                <a:cubicBezTo>
                  <a:pt x="7489" y="10173"/>
                  <a:pt x="7489" y="10174"/>
                  <a:pt x="7490" y="10174"/>
                </a:cubicBezTo>
                <a:cubicBezTo>
                  <a:pt x="7502" y="10188"/>
                  <a:pt x="7501" y="10208"/>
                  <a:pt x="7487" y="10220"/>
                </a:cubicBezTo>
                <a:cubicBezTo>
                  <a:pt x="7498" y="10224"/>
                  <a:pt x="7512" y="10223"/>
                  <a:pt x="7510" y="10238"/>
                </a:cubicBezTo>
                <a:cubicBezTo>
                  <a:pt x="7500" y="10240"/>
                  <a:pt x="7490" y="10245"/>
                  <a:pt x="7483" y="10254"/>
                </a:cubicBezTo>
                <a:cubicBezTo>
                  <a:pt x="7479" y="10255"/>
                  <a:pt x="7473" y="10253"/>
                  <a:pt x="7473" y="10257"/>
                </a:cubicBezTo>
                <a:cubicBezTo>
                  <a:pt x="7484" y="10260"/>
                  <a:pt x="7502" y="10256"/>
                  <a:pt x="7500" y="10271"/>
                </a:cubicBezTo>
                <a:cubicBezTo>
                  <a:pt x="7524" y="10271"/>
                  <a:pt x="7547" y="10275"/>
                  <a:pt x="7570" y="10283"/>
                </a:cubicBezTo>
                <a:cubicBezTo>
                  <a:pt x="7562" y="10294"/>
                  <a:pt x="7568" y="10298"/>
                  <a:pt x="7562" y="10307"/>
                </a:cubicBezTo>
                <a:cubicBezTo>
                  <a:pt x="7561" y="10299"/>
                  <a:pt x="7554" y="10297"/>
                  <a:pt x="7556" y="10286"/>
                </a:cubicBezTo>
                <a:cubicBezTo>
                  <a:pt x="7545" y="10284"/>
                  <a:pt x="7543" y="10290"/>
                  <a:pt x="7536" y="10292"/>
                </a:cubicBezTo>
                <a:cubicBezTo>
                  <a:pt x="7541" y="10304"/>
                  <a:pt x="7550" y="10311"/>
                  <a:pt x="7555" y="10323"/>
                </a:cubicBezTo>
                <a:cubicBezTo>
                  <a:pt x="7547" y="10322"/>
                  <a:pt x="7551" y="10333"/>
                  <a:pt x="7545" y="10333"/>
                </a:cubicBezTo>
                <a:cubicBezTo>
                  <a:pt x="7541" y="10330"/>
                  <a:pt x="7544" y="10321"/>
                  <a:pt x="7535" y="10323"/>
                </a:cubicBezTo>
                <a:cubicBezTo>
                  <a:pt x="7533" y="10329"/>
                  <a:pt x="7522" y="10325"/>
                  <a:pt x="7524" y="10336"/>
                </a:cubicBezTo>
                <a:cubicBezTo>
                  <a:pt x="7533" y="10346"/>
                  <a:pt x="7541" y="10327"/>
                  <a:pt x="7548" y="10336"/>
                </a:cubicBezTo>
                <a:cubicBezTo>
                  <a:pt x="7547" y="10346"/>
                  <a:pt x="7537" y="10354"/>
                  <a:pt x="7527" y="10353"/>
                </a:cubicBezTo>
                <a:cubicBezTo>
                  <a:pt x="7525" y="10333"/>
                  <a:pt x="7494" y="10338"/>
                  <a:pt x="7487" y="10348"/>
                </a:cubicBezTo>
                <a:cubicBezTo>
                  <a:pt x="7490" y="10330"/>
                  <a:pt x="7490" y="10312"/>
                  <a:pt x="7488" y="10294"/>
                </a:cubicBezTo>
                <a:cubicBezTo>
                  <a:pt x="7470" y="10292"/>
                  <a:pt x="7474" y="10314"/>
                  <a:pt x="7464" y="10321"/>
                </a:cubicBezTo>
                <a:cubicBezTo>
                  <a:pt x="7479" y="10336"/>
                  <a:pt x="7465" y="10348"/>
                  <a:pt x="7467" y="10361"/>
                </a:cubicBezTo>
                <a:cubicBezTo>
                  <a:pt x="7470" y="10352"/>
                  <a:pt x="7486" y="10363"/>
                  <a:pt x="7476" y="10368"/>
                </a:cubicBezTo>
                <a:cubicBezTo>
                  <a:pt x="7482" y="10370"/>
                  <a:pt x="7491" y="10358"/>
                  <a:pt x="7493" y="10368"/>
                </a:cubicBezTo>
                <a:cubicBezTo>
                  <a:pt x="7486" y="10375"/>
                  <a:pt x="7491" y="10387"/>
                  <a:pt x="7496" y="10392"/>
                </a:cubicBezTo>
                <a:cubicBezTo>
                  <a:pt x="7487" y="10393"/>
                  <a:pt x="7484" y="10400"/>
                  <a:pt x="7482" y="10408"/>
                </a:cubicBezTo>
                <a:cubicBezTo>
                  <a:pt x="7487" y="10412"/>
                  <a:pt x="7493" y="10413"/>
                  <a:pt x="7499" y="10412"/>
                </a:cubicBezTo>
                <a:cubicBezTo>
                  <a:pt x="7497" y="10429"/>
                  <a:pt x="7499" y="10447"/>
                  <a:pt x="7504" y="10463"/>
                </a:cubicBezTo>
                <a:cubicBezTo>
                  <a:pt x="7486" y="10460"/>
                  <a:pt x="7477" y="10467"/>
                  <a:pt x="7461" y="10465"/>
                </a:cubicBezTo>
                <a:cubicBezTo>
                  <a:pt x="7460" y="10469"/>
                  <a:pt x="7459" y="10473"/>
                  <a:pt x="7457" y="10475"/>
                </a:cubicBezTo>
                <a:cubicBezTo>
                  <a:pt x="7476" y="10497"/>
                  <a:pt x="7522" y="10465"/>
                  <a:pt x="7530" y="10504"/>
                </a:cubicBezTo>
                <a:cubicBezTo>
                  <a:pt x="7514" y="10498"/>
                  <a:pt x="7517" y="10508"/>
                  <a:pt x="7503" y="10510"/>
                </a:cubicBezTo>
                <a:cubicBezTo>
                  <a:pt x="7495" y="10506"/>
                  <a:pt x="7500" y="10489"/>
                  <a:pt x="7487" y="10489"/>
                </a:cubicBezTo>
                <a:cubicBezTo>
                  <a:pt x="7493" y="10508"/>
                  <a:pt x="7482" y="10511"/>
                  <a:pt x="7473" y="10520"/>
                </a:cubicBezTo>
                <a:cubicBezTo>
                  <a:pt x="7462" y="10522"/>
                  <a:pt x="7462" y="10514"/>
                  <a:pt x="7452" y="10516"/>
                </a:cubicBezTo>
                <a:cubicBezTo>
                  <a:pt x="7455" y="10526"/>
                  <a:pt x="7446" y="10524"/>
                  <a:pt x="7445" y="10529"/>
                </a:cubicBezTo>
                <a:cubicBezTo>
                  <a:pt x="7453" y="10532"/>
                  <a:pt x="7451" y="10545"/>
                  <a:pt x="7461" y="10546"/>
                </a:cubicBezTo>
                <a:cubicBezTo>
                  <a:pt x="7465" y="10538"/>
                  <a:pt x="7481" y="10545"/>
                  <a:pt x="7482" y="10550"/>
                </a:cubicBezTo>
                <a:cubicBezTo>
                  <a:pt x="7479" y="10585"/>
                  <a:pt x="7442" y="10543"/>
                  <a:pt x="7434" y="10573"/>
                </a:cubicBezTo>
                <a:cubicBezTo>
                  <a:pt x="7446" y="10572"/>
                  <a:pt x="7453" y="10574"/>
                  <a:pt x="7451" y="10587"/>
                </a:cubicBezTo>
                <a:cubicBezTo>
                  <a:pt x="7464" y="10591"/>
                  <a:pt x="7461" y="10579"/>
                  <a:pt x="7472" y="10580"/>
                </a:cubicBezTo>
                <a:cubicBezTo>
                  <a:pt x="7470" y="10594"/>
                  <a:pt x="7479" y="10579"/>
                  <a:pt x="7488" y="10584"/>
                </a:cubicBezTo>
                <a:cubicBezTo>
                  <a:pt x="7494" y="10590"/>
                  <a:pt x="7484" y="10594"/>
                  <a:pt x="7491" y="10601"/>
                </a:cubicBezTo>
                <a:cubicBezTo>
                  <a:pt x="7500" y="10602"/>
                  <a:pt x="7509" y="10598"/>
                  <a:pt x="7515" y="10592"/>
                </a:cubicBezTo>
                <a:cubicBezTo>
                  <a:pt x="7508" y="10590"/>
                  <a:pt x="7494" y="10595"/>
                  <a:pt x="7494" y="10588"/>
                </a:cubicBezTo>
                <a:cubicBezTo>
                  <a:pt x="7501" y="10586"/>
                  <a:pt x="7500" y="10578"/>
                  <a:pt x="7511" y="10581"/>
                </a:cubicBezTo>
                <a:cubicBezTo>
                  <a:pt x="7521" y="10602"/>
                  <a:pt x="7531" y="10589"/>
                  <a:pt x="7544" y="10599"/>
                </a:cubicBezTo>
                <a:cubicBezTo>
                  <a:pt x="7534" y="10600"/>
                  <a:pt x="7532" y="10609"/>
                  <a:pt x="7527" y="10616"/>
                </a:cubicBezTo>
                <a:cubicBezTo>
                  <a:pt x="7499" y="10616"/>
                  <a:pt x="7471" y="10613"/>
                  <a:pt x="7444" y="10607"/>
                </a:cubicBezTo>
                <a:cubicBezTo>
                  <a:pt x="7457" y="10632"/>
                  <a:pt x="7464" y="10659"/>
                  <a:pt x="7482" y="10669"/>
                </a:cubicBezTo>
                <a:cubicBezTo>
                  <a:pt x="7457" y="10663"/>
                  <a:pt x="7461" y="10689"/>
                  <a:pt x="7452" y="10699"/>
                </a:cubicBezTo>
                <a:cubicBezTo>
                  <a:pt x="7452" y="10707"/>
                  <a:pt x="7463" y="10706"/>
                  <a:pt x="7461" y="10716"/>
                </a:cubicBezTo>
                <a:cubicBezTo>
                  <a:pt x="7455" y="10721"/>
                  <a:pt x="7461" y="10737"/>
                  <a:pt x="7451" y="10737"/>
                </a:cubicBezTo>
                <a:cubicBezTo>
                  <a:pt x="7432" y="10743"/>
                  <a:pt x="7427" y="10723"/>
                  <a:pt x="7414" y="10733"/>
                </a:cubicBezTo>
                <a:cubicBezTo>
                  <a:pt x="7413" y="10752"/>
                  <a:pt x="7434" y="10751"/>
                  <a:pt x="7436" y="10767"/>
                </a:cubicBezTo>
                <a:cubicBezTo>
                  <a:pt x="7435" y="10771"/>
                  <a:pt x="7431" y="10774"/>
                  <a:pt x="7427" y="10777"/>
                </a:cubicBezTo>
                <a:lnTo>
                  <a:pt x="7427" y="10777"/>
                </a:lnTo>
                <a:lnTo>
                  <a:pt x="3088" y="10777"/>
                </a:lnTo>
                <a:lnTo>
                  <a:pt x="3082" y="10773"/>
                </a:lnTo>
                <a:cubicBezTo>
                  <a:pt x="3069" y="10763"/>
                  <a:pt x="3053" y="10755"/>
                  <a:pt x="3035" y="10750"/>
                </a:cubicBezTo>
                <a:cubicBezTo>
                  <a:pt x="3035" y="10763"/>
                  <a:pt x="3053" y="10757"/>
                  <a:pt x="3053" y="10770"/>
                </a:cubicBezTo>
                <a:cubicBezTo>
                  <a:pt x="3035" y="10765"/>
                  <a:pt x="3018" y="10767"/>
                  <a:pt x="3006" y="10774"/>
                </a:cubicBezTo>
                <a:lnTo>
                  <a:pt x="3001" y="10777"/>
                </a:lnTo>
                <a:lnTo>
                  <a:pt x="2917" y="10777"/>
                </a:lnTo>
                <a:lnTo>
                  <a:pt x="2916" y="10774"/>
                </a:lnTo>
                <a:cubicBezTo>
                  <a:pt x="2897" y="10722"/>
                  <a:pt x="2842" y="10661"/>
                  <a:pt x="2809" y="10682"/>
                </a:cubicBezTo>
                <a:lnTo>
                  <a:pt x="2805" y="10682"/>
                </a:lnTo>
                <a:cubicBezTo>
                  <a:pt x="2799" y="10682"/>
                  <a:pt x="2799" y="10686"/>
                  <a:pt x="2792" y="10686"/>
                </a:cubicBezTo>
                <a:lnTo>
                  <a:pt x="2785" y="10686"/>
                </a:lnTo>
                <a:cubicBezTo>
                  <a:pt x="2717" y="10697"/>
                  <a:pt x="2714" y="10578"/>
                  <a:pt x="2663" y="10548"/>
                </a:cubicBezTo>
                <a:lnTo>
                  <a:pt x="2661" y="10548"/>
                </a:lnTo>
                <a:lnTo>
                  <a:pt x="2659" y="10546"/>
                </a:lnTo>
                <a:cubicBezTo>
                  <a:pt x="2656" y="10532"/>
                  <a:pt x="2643" y="10527"/>
                  <a:pt x="2635" y="10518"/>
                </a:cubicBezTo>
                <a:cubicBezTo>
                  <a:pt x="2604" y="10511"/>
                  <a:pt x="2586" y="10537"/>
                  <a:pt x="2562" y="10544"/>
                </a:cubicBezTo>
                <a:cubicBezTo>
                  <a:pt x="2525" y="10555"/>
                  <a:pt x="2479" y="10549"/>
                  <a:pt x="2459" y="10577"/>
                </a:cubicBezTo>
                <a:cubicBezTo>
                  <a:pt x="2435" y="10582"/>
                  <a:pt x="2432" y="10565"/>
                  <a:pt x="2411" y="10565"/>
                </a:cubicBezTo>
                <a:lnTo>
                  <a:pt x="2405" y="10565"/>
                </a:lnTo>
                <a:cubicBezTo>
                  <a:pt x="2383" y="10572"/>
                  <a:pt x="2362" y="10579"/>
                  <a:pt x="2341" y="10587"/>
                </a:cubicBezTo>
                <a:lnTo>
                  <a:pt x="2313" y="10598"/>
                </a:lnTo>
                <a:lnTo>
                  <a:pt x="2314" y="10597"/>
                </a:lnTo>
                <a:cubicBezTo>
                  <a:pt x="2320" y="10590"/>
                  <a:pt x="2319" y="10575"/>
                  <a:pt x="2310" y="10574"/>
                </a:cubicBezTo>
                <a:cubicBezTo>
                  <a:pt x="2302" y="10581"/>
                  <a:pt x="2310" y="10590"/>
                  <a:pt x="2305" y="10598"/>
                </a:cubicBezTo>
                <a:lnTo>
                  <a:pt x="2303" y="10600"/>
                </a:lnTo>
                <a:lnTo>
                  <a:pt x="2302" y="10599"/>
                </a:lnTo>
                <a:lnTo>
                  <a:pt x="2303" y="10600"/>
                </a:lnTo>
                <a:lnTo>
                  <a:pt x="2303" y="10600"/>
                </a:lnTo>
                <a:lnTo>
                  <a:pt x="2305" y="10600"/>
                </a:lnTo>
                <a:lnTo>
                  <a:pt x="2308" y="10600"/>
                </a:lnTo>
                <a:lnTo>
                  <a:pt x="2279" y="10613"/>
                </a:lnTo>
                <a:lnTo>
                  <a:pt x="2275" y="10613"/>
                </a:lnTo>
                <a:cubicBezTo>
                  <a:pt x="2275" y="10616"/>
                  <a:pt x="2273" y="10619"/>
                  <a:pt x="2272" y="10622"/>
                </a:cubicBezTo>
                <a:cubicBezTo>
                  <a:pt x="2268" y="10627"/>
                  <a:pt x="2265" y="10634"/>
                  <a:pt x="2263" y="10640"/>
                </a:cubicBezTo>
                <a:cubicBezTo>
                  <a:pt x="2251" y="10638"/>
                  <a:pt x="2239" y="10638"/>
                  <a:pt x="2227" y="10640"/>
                </a:cubicBezTo>
                <a:cubicBezTo>
                  <a:pt x="2227" y="10639"/>
                  <a:pt x="2228" y="10638"/>
                  <a:pt x="2229" y="10637"/>
                </a:cubicBezTo>
                <a:lnTo>
                  <a:pt x="2214" y="10637"/>
                </a:lnTo>
                <a:cubicBezTo>
                  <a:pt x="2211" y="10628"/>
                  <a:pt x="2208" y="10617"/>
                  <a:pt x="2205" y="10607"/>
                </a:cubicBezTo>
                <a:cubicBezTo>
                  <a:pt x="2214" y="10604"/>
                  <a:pt x="2220" y="10613"/>
                  <a:pt x="2230" y="10607"/>
                </a:cubicBezTo>
                <a:cubicBezTo>
                  <a:pt x="2220" y="10595"/>
                  <a:pt x="2230" y="10576"/>
                  <a:pt x="2217" y="10574"/>
                </a:cubicBezTo>
                <a:cubicBezTo>
                  <a:pt x="2222" y="10570"/>
                  <a:pt x="2228" y="10567"/>
                  <a:pt x="2232" y="10563"/>
                </a:cubicBezTo>
                <a:cubicBezTo>
                  <a:pt x="2222" y="10561"/>
                  <a:pt x="2227" y="10540"/>
                  <a:pt x="2232" y="10535"/>
                </a:cubicBezTo>
                <a:cubicBezTo>
                  <a:pt x="2222" y="10533"/>
                  <a:pt x="2218" y="10538"/>
                  <a:pt x="2211" y="10539"/>
                </a:cubicBezTo>
                <a:cubicBezTo>
                  <a:pt x="2205" y="10554"/>
                  <a:pt x="2217" y="10571"/>
                  <a:pt x="2204" y="10573"/>
                </a:cubicBezTo>
                <a:cubicBezTo>
                  <a:pt x="2203" y="10568"/>
                  <a:pt x="2199" y="10563"/>
                  <a:pt x="2195" y="10561"/>
                </a:cubicBezTo>
                <a:cubicBezTo>
                  <a:pt x="2194" y="10557"/>
                  <a:pt x="2192" y="10552"/>
                  <a:pt x="2192" y="10548"/>
                </a:cubicBezTo>
                <a:cubicBezTo>
                  <a:pt x="2196" y="10546"/>
                  <a:pt x="2200" y="10545"/>
                  <a:pt x="2204" y="10545"/>
                </a:cubicBezTo>
                <a:cubicBezTo>
                  <a:pt x="2204" y="10545"/>
                  <a:pt x="2204" y="10544"/>
                  <a:pt x="2204" y="10543"/>
                </a:cubicBezTo>
                <a:cubicBezTo>
                  <a:pt x="2204" y="10536"/>
                  <a:pt x="2199" y="10531"/>
                  <a:pt x="2192" y="10530"/>
                </a:cubicBezTo>
                <a:cubicBezTo>
                  <a:pt x="2192" y="10532"/>
                  <a:pt x="2190" y="10532"/>
                  <a:pt x="2189" y="10533"/>
                </a:cubicBezTo>
                <a:cubicBezTo>
                  <a:pt x="2187" y="10521"/>
                  <a:pt x="2184" y="10509"/>
                  <a:pt x="2182" y="10497"/>
                </a:cubicBezTo>
                <a:cubicBezTo>
                  <a:pt x="2184" y="10497"/>
                  <a:pt x="2185" y="10496"/>
                  <a:pt x="2187" y="10495"/>
                </a:cubicBezTo>
                <a:cubicBezTo>
                  <a:pt x="2193" y="10497"/>
                  <a:pt x="2192" y="10505"/>
                  <a:pt x="2199" y="10507"/>
                </a:cubicBezTo>
                <a:cubicBezTo>
                  <a:pt x="2198" y="10497"/>
                  <a:pt x="2206" y="10498"/>
                  <a:pt x="2205" y="10487"/>
                </a:cubicBezTo>
                <a:cubicBezTo>
                  <a:pt x="2194" y="10479"/>
                  <a:pt x="2193" y="10490"/>
                  <a:pt x="2180" y="10487"/>
                </a:cubicBezTo>
                <a:cubicBezTo>
                  <a:pt x="2173" y="10450"/>
                  <a:pt x="2164" y="10414"/>
                  <a:pt x="2153" y="10378"/>
                </a:cubicBezTo>
                <a:cubicBezTo>
                  <a:pt x="2154" y="10378"/>
                  <a:pt x="2156" y="10378"/>
                  <a:pt x="2158" y="10378"/>
                </a:cubicBezTo>
                <a:cubicBezTo>
                  <a:pt x="2159" y="10376"/>
                  <a:pt x="2159" y="10374"/>
                  <a:pt x="2158" y="10372"/>
                </a:cubicBezTo>
                <a:cubicBezTo>
                  <a:pt x="2157" y="10368"/>
                  <a:pt x="2153" y="10366"/>
                  <a:pt x="2149" y="10368"/>
                </a:cubicBezTo>
                <a:cubicBezTo>
                  <a:pt x="2146" y="10360"/>
                  <a:pt x="2143" y="10352"/>
                  <a:pt x="2140" y="10345"/>
                </a:cubicBezTo>
                <a:lnTo>
                  <a:pt x="2142" y="10345"/>
                </a:lnTo>
                <a:cubicBezTo>
                  <a:pt x="2143" y="10331"/>
                  <a:pt x="2141" y="10316"/>
                  <a:pt x="2137" y="10303"/>
                </a:cubicBezTo>
                <a:cubicBezTo>
                  <a:pt x="2136" y="10312"/>
                  <a:pt x="2135" y="10321"/>
                  <a:pt x="2133" y="10330"/>
                </a:cubicBezTo>
                <a:cubicBezTo>
                  <a:pt x="2129" y="10322"/>
                  <a:pt x="2124" y="10314"/>
                  <a:pt x="2119" y="10306"/>
                </a:cubicBezTo>
                <a:cubicBezTo>
                  <a:pt x="2100" y="10280"/>
                  <a:pt x="2056" y="10235"/>
                  <a:pt x="2019" y="10238"/>
                </a:cubicBezTo>
                <a:cubicBezTo>
                  <a:pt x="1994" y="10240"/>
                  <a:pt x="1981" y="10260"/>
                  <a:pt x="1955" y="10268"/>
                </a:cubicBezTo>
                <a:cubicBezTo>
                  <a:pt x="1957" y="10261"/>
                  <a:pt x="1960" y="10253"/>
                  <a:pt x="1951" y="10255"/>
                </a:cubicBezTo>
                <a:cubicBezTo>
                  <a:pt x="1949" y="10259"/>
                  <a:pt x="1949" y="10264"/>
                  <a:pt x="1951" y="10269"/>
                </a:cubicBezTo>
                <a:cubicBezTo>
                  <a:pt x="1946" y="10270"/>
                  <a:pt x="1941" y="10271"/>
                  <a:pt x="1936" y="10271"/>
                </a:cubicBezTo>
                <a:cubicBezTo>
                  <a:pt x="1928" y="10273"/>
                  <a:pt x="1928" y="10284"/>
                  <a:pt x="1925" y="10292"/>
                </a:cubicBezTo>
                <a:cubicBezTo>
                  <a:pt x="1912" y="10280"/>
                  <a:pt x="1898" y="10284"/>
                  <a:pt x="1882" y="10286"/>
                </a:cubicBezTo>
                <a:cubicBezTo>
                  <a:pt x="1884" y="10277"/>
                  <a:pt x="1888" y="10280"/>
                  <a:pt x="1884" y="10273"/>
                </a:cubicBezTo>
                <a:cubicBezTo>
                  <a:pt x="1875" y="10270"/>
                  <a:pt x="1866" y="10269"/>
                  <a:pt x="1857" y="10269"/>
                </a:cubicBezTo>
                <a:cubicBezTo>
                  <a:pt x="1861" y="10265"/>
                  <a:pt x="1864" y="10260"/>
                  <a:pt x="1869" y="10257"/>
                </a:cubicBezTo>
                <a:cubicBezTo>
                  <a:pt x="1874" y="10262"/>
                  <a:pt x="1886" y="10256"/>
                  <a:pt x="1895" y="10264"/>
                </a:cubicBezTo>
                <a:cubicBezTo>
                  <a:pt x="1904" y="10258"/>
                  <a:pt x="1894" y="10249"/>
                  <a:pt x="1901" y="10245"/>
                </a:cubicBezTo>
                <a:cubicBezTo>
                  <a:pt x="1891" y="10241"/>
                  <a:pt x="1886" y="10251"/>
                  <a:pt x="1885" y="10239"/>
                </a:cubicBezTo>
                <a:cubicBezTo>
                  <a:pt x="1886" y="10232"/>
                  <a:pt x="1899" y="10240"/>
                  <a:pt x="1899" y="10231"/>
                </a:cubicBezTo>
                <a:cubicBezTo>
                  <a:pt x="1885" y="10229"/>
                  <a:pt x="1885" y="10216"/>
                  <a:pt x="1877" y="10218"/>
                </a:cubicBezTo>
                <a:cubicBezTo>
                  <a:pt x="1883" y="10208"/>
                  <a:pt x="1883" y="10196"/>
                  <a:pt x="1877" y="10187"/>
                </a:cubicBezTo>
                <a:cubicBezTo>
                  <a:pt x="1886" y="10189"/>
                  <a:pt x="1883" y="10193"/>
                  <a:pt x="1891" y="10189"/>
                </a:cubicBezTo>
                <a:cubicBezTo>
                  <a:pt x="1891" y="10178"/>
                  <a:pt x="1880" y="10177"/>
                  <a:pt x="1872" y="10173"/>
                </a:cubicBezTo>
                <a:cubicBezTo>
                  <a:pt x="1870" y="10185"/>
                  <a:pt x="1859" y="10186"/>
                  <a:pt x="1870" y="10194"/>
                </a:cubicBezTo>
                <a:cubicBezTo>
                  <a:pt x="1861" y="10196"/>
                  <a:pt x="1857" y="10201"/>
                  <a:pt x="1853" y="10191"/>
                </a:cubicBezTo>
                <a:cubicBezTo>
                  <a:pt x="1849" y="10213"/>
                  <a:pt x="1860" y="10224"/>
                  <a:pt x="1847" y="10242"/>
                </a:cubicBezTo>
                <a:cubicBezTo>
                  <a:pt x="1850" y="10250"/>
                  <a:pt x="1857" y="10237"/>
                  <a:pt x="1860" y="10247"/>
                </a:cubicBezTo>
                <a:cubicBezTo>
                  <a:pt x="1853" y="10261"/>
                  <a:pt x="1836" y="10257"/>
                  <a:pt x="1822" y="10249"/>
                </a:cubicBezTo>
                <a:cubicBezTo>
                  <a:pt x="1841" y="10256"/>
                  <a:pt x="1832" y="10239"/>
                  <a:pt x="1843" y="10241"/>
                </a:cubicBezTo>
                <a:cubicBezTo>
                  <a:pt x="1845" y="10231"/>
                  <a:pt x="1841" y="10220"/>
                  <a:pt x="1833" y="10213"/>
                </a:cubicBezTo>
                <a:cubicBezTo>
                  <a:pt x="1836" y="10205"/>
                  <a:pt x="1847" y="10207"/>
                  <a:pt x="1845" y="10194"/>
                </a:cubicBezTo>
                <a:cubicBezTo>
                  <a:pt x="1836" y="10195"/>
                  <a:pt x="1827" y="10190"/>
                  <a:pt x="1823" y="10181"/>
                </a:cubicBezTo>
                <a:cubicBezTo>
                  <a:pt x="1834" y="10173"/>
                  <a:pt x="1825" y="10155"/>
                  <a:pt x="1817" y="10153"/>
                </a:cubicBezTo>
                <a:cubicBezTo>
                  <a:pt x="1825" y="10140"/>
                  <a:pt x="1828" y="10109"/>
                  <a:pt x="1813" y="10104"/>
                </a:cubicBezTo>
                <a:cubicBezTo>
                  <a:pt x="1801" y="10120"/>
                  <a:pt x="1815" y="10123"/>
                  <a:pt x="1799" y="10133"/>
                </a:cubicBezTo>
                <a:cubicBezTo>
                  <a:pt x="1823" y="10127"/>
                  <a:pt x="1799" y="10155"/>
                  <a:pt x="1816" y="10163"/>
                </a:cubicBezTo>
                <a:cubicBezTo>
                  <a:pt x="1803" y="10167"/>
                  <a:pt x="1808" y="10159"/>
                  <a:pt x="1796" y="10157"/>
                </a:cubicBezTo>
                <a:cubicBezTo>
                  <a:pt x="1793" y="10171"/>
                  <a:pt x="1803" y="10176"/>
                  <a:pt x="1810" y="10182"/>
                </a:cubicBezTo>
                <a:cubicBezTo>
                  <a:pt x="1790" y="10183"/>
                  <a:pt x="1772" y="10192"/>
                  <a:pt x="1759" y="10206"/>
                </a:cubicBezTo>
                <a:cubicBezTo>
                  <a:pt x="1781" y="10215"/>
                  <a:pt x="1781" y="10194"/>
                  <a:pt x="1798" y="10194"/>
                </a:cubicBezTo>
                <a:cubicBezTo>
                  <a:pt x="1795" y="10220"/>
                  <a:pt x="1793" y="10225"/>
                  <a:pt x="1768" y="10221"/>
                </a:cubicBezTo>
                <a:cubicBezTo>
                  <a:pt x="1770" y="10240"/>
                  <a:pt x="1777" y="10261"/>
                  <a:pt x="1764" y="10272"/>
                </a:cubicBezTo>
                <a:cubicBezTo>
                  <a:pt x="1750" y="10265"/>
                  <a:pt x="1723" y="10252"/>
                  <a:pt x="1717" y="10272"/>
                </a:cubicBezTo>
                <a:cubicBezTo>
                  <a:pt x="1734" y="10283"/>
                  <a:pt x="1769" y="10261"/>
                  <a:pt x="1775" y="10290"/>
                </a:cubicBezTo>
                <a:cubicBezTo>
                  <a:pt x="1769" y="10288"/>
                  <a:pt x="1768" y="10293"/>
                  <a:pt x="1762" y="10291"/>
                </a:cubicBezTo>
                <a:cubicBezTo>
                  <a:pt x="1764" y="10304"/>
                  <a:pt x="1764" y="10317"/>
                  <a:pt x="1762" y="10330"/>
                </a:cubicBezTo>
                <a:cubicBezTo>
                  <a:pt x="1757" y="10325"/>
                  <a:pt x="1753" y="10319"/>
                  <a:pt x="1749" y="10314"/>
                </a:cubicBezTo>
                <a:cubicBezTo>
                  <a:pt x="1750" y="10311"/>
                  <a:pt x="1751" y="10309"/>
                  <a:pt x="1753" y="10307"/>
                </a:cubicBezTo>
                <a:cubicBezTo>
                  <a:pt x="1751" y="10306"/>
                  <a:pt x="1747" y="10306"/>
                  <a:pt x="1745" y="10307"/>
                </a:cubicBezTo>
                <a:cubicBezTo>
                  <a:pt x="1744" y="10306"/>
                  <a:pt x="1742" y="10305"/>
                  <a:pt x="1742" y="10303"/>
                </a:cubicBezTo>
                <a:cubicBezTo>
                  <a:pt x="1737" y="10309"/>
                  <a:pt x="1730" y="10311"/>
                  <a:pt x="1723" y="10311"/>
                </a:cubicBezTo>
                <a:cubicBezTo>
                  <a:pt x="1723" y="10309"/>
                  <a:pt x="1723" y="10308"/>
                  <a:pt x="1723" y="10306"/>
                </a:cubicBezTo>
                <a:cubicBezTo>
                  <a:pt x="1720" y="10305"/>
                  <a:pt x="1716" y="10305"/>
                  <a:pt x="1713" y="10306"/>
                </a:cubicBezTo>
                <a:cubicBezTo>
                  <a:pt x="1717" y="10303"/>
                  <a:pt x="1727" y="10306"/>
                  <a:pt x="1732" y="10304"/>
                </a:cubicBezTo>
                <a:cubicBezTo>
                  <a:pt x="1730" y="10301"/>
                  <a:pt x="1728" y="10297"/>
                  <a:pt x="1726" y="10294"/>
                </a:cubicBezTo>
                <a:cubicBezTo>
                  <a:pt x="1734" y="10293"/>
                  <a:pt x="1741" y="10289"/>
                  <a:pt x="1746" y="10283"/>
                </a:cubicBezTo>
                <a:cubicBezTo>
                  <a:pt x="1729" y="10277"/>
                  <a:pt x="1726" y="10293"/>
                  <a:pt x="1713" y="10283"/>
                </a:cubicBezTo>
                <a:cubicBezTo>
                  <a:pt x="1713" y="10283"/>
                  <a:pt x="1713" y="10285"/>
                  <a:pt x="1713" y="10285"/>
                </a:cubicBezTo>
                <a:lnTo>
                  <a:pt x="1709" y="10283"/>
                </a:lnTo>
                <a:cubicBezTo>
                  <a:pt x="1708" y="10280"/>
                  <a:pt x="1708" y="10278"/>
                  <a:pt x="1703" y="10278"/>
                </a:cubicBezTo>
                <a:lnTo>
                  <a:pt x="1703" y="10281"/>
                </a:lnTo>
                <a:cubicBezTo>
                  <a:pt x="1699" y="10281"/>
                  <a:pt x="1695" y="10280"/>
                  <a:pt x="1691" y="10280"/>
                </a:cubicBezTo>
                <a:cubicBezTo>
                  <a:pt x="1692" y="10279"/>
                  <a:pt x="1693" y="10278"/>
                  <a:pt x="1694" y="10277"/>
                </a:cubicBezTo>
                <a:cubicBezTo>
                  <a:pt x="1688" y="10276"/>
                  <a:pt x="1683" y="10275"/>
                  <a:pt x="1683" y="10282"/>
                </a:cubicBezTo>
                <a:lnTo>
                  <a:pt x="1689" y="10282"/>
                </a:lnTo>
                <a:cubicBezTo>
                  <a:pt x="1684" y="10290"/>
                  <a:pt x="1682" y="10307"/>
                  <a:pt x="1695" y="10306"/>
                </a:cubicBezTo>
                <a:lnTo>
                  <a:pt x="1688" y="10312"/>
                </a:lnTo>
                <a:cubicBezTo>
                  <a:pt x="1684" y="10308"/>
                  <a:pt x="1671" y="10308"/>
                  <a:pt x="1680" y="10301"/>
                </a:cubicBezTo>
                <a:lnTo>
                  <a:pt x="1677" y="10301"/>
                </a:lnTo>
                <a:cubicBezTo>
                  <a:pt x="1676" y="10301"/>
                  <a:pt x="1676" y="10299"/>
                  <a:pt x="1675" y="10299"/>
                </a:cubicBezTo>
                <a:cubicBezTo>
                  <a:pt x="1675" y="10300"/>
                  <a:pt x="1674" y="10302"/>
                  <a:pt x="1673" y="10302"/>
                </a:cubicBezTo>
                <a:cubicBezTo>
                  <a:pt x="1663" y="10302"/>
                  <a:pt x="1654" y="10305"/>
                  <a:pt x="1645" y="10310"/>
                </a:cubicBezTo>
                <a:cubicBezTo>
                  <a:pt x="1655" y="10313"/>
                  <a:pt x="1669" y="10322"/>
                  <a:pt x="1679" y="10320"/>
                </a:cubicBezTo>
                <a:cubicBezTo>
                  <a:pt x="1675" y="10324"/>
                  <a:pt x="1672" y="10327"/>
                  <a:pt x="1668" y="10331"/>
                </a:cubicBezTo>
                <a:cubicBezTo>
                  <a:pt x="1665" y="10331"/>
                  <a:pt x="1661" y="10333"/>
                  <a:pt x="1659" y="10335"/>
                </a:cubicBezTo>
                <a:cubicBezTo>
                  <a:pt x="1660" y="10337"/>
                  <a:pt x="1660" y="10338"/>
                  <a:pt x="1662" y="10338"/>
                </a:cubicBezTo>
                <a:cubicBezTo>
                  <a:pt x="1656" y="10345"/>
                  <a:pt x="1651" y="10351"/>
                  <a:pt x="1645" y="10357"/>
                </a:cubicBezTo>
                <a:lnTo>
                  <a:pt x="1641" y="10361"/>
                </a:lnTo>
                <a:lnTo>
                  <a:pt x="1641" y="10361"/>
                </a:lnTo>
                <a:cubicBezTo>
                  <a:pt x="1635" y="10360"/>
                  <a:pt x="1626" y="10355"/>
                  <a:pt x="1626" y="10361"/>
                </a:cubicBezTo>
                <a:lnTo>
                  <a:pt x="1627" y="10361"/>
                </a:lnTo>
                <a:cubicBezTo>
                  <a:pt x="1629" y="10363"/>
                  <a:pt x="1633" y="10365"/>
                  <a:pt x="1637" y="10365"/>
                </a:cubicBezTo>
                <a:lnTo>
                  <a:pt x="1637" y="10365"/>
                </a:lnTo>
                <a:lnTo>
                  <a:pt x="1636" y="10366"/>
                </a:lnTo>
                <a:cubicBezTo>
                  <a:pt x="1633" y="10369"/>
                  <a:pt x="1630" y="10372"/>
                  <a:pt x="1627" y="10375"/>
                </a:cubicBezTo>
                <a:cubicBezTo>
                  <a:pt x="1620" y="10393"/>
                  <a:pt x="1646" y="10408"/>
                  <a:pt x="1628" y="10415"/>
                </a:cubicBezTo>
                <a:cubicBezTo>
                  <a:pt x="1629" y="10419"/>
                  <a:pt x="1633" y="10421"/>
                  <a:pt x="1637" y="10422"/>
                </a:cubicBezTo>
                <a:cubicBezTo>
                  <a:pt x="1625" y="10421"/>
                  <a:pt x="1612" y="10422"/>
                  <a:pt x="1600" y="10426"/>
                </a:cubicBezTo>
                <a:cubicBezTo>
                  <a:pt x="1591" y="10406"/>
                  <a:pt x="1597" y="10403"/>
                  <a:pt x="1606" y="10400"/>
                </a:cubicBezTo>
                <a:cubicBezTo>
                  <a:pt x="1590" y="10399"/>
                  <a:pt x="1584" y="10390"/>
                  <a:pt x="1571" y="10385"/>
                </a:cubicBezTo>
                <a:cubicBezTo>
                  <a:pt x="1572" y="10381"/>
                  <a:pt x="1572" y="10376"/>
                  <a:pt x="1576" y="10376"/>
                </a:cubicBezTo>
                <a:cubicBezTo>
                  <a:pt x="1580" y="10384"/>
                  <a:pt x="1598" y="10390"/>
                  <a:pt x="1597" y="10372"/>
                </a:cubicBezTo>
                <a:cubicBezTo>
                  <a:pt x="1586" y="10362"/>
                  <a:pt x="1570" y="10375"/>
                  <a:pt x="1564" y="10360"/>
                </a:cubicBezTo>
                <a:cubicBezTo>
                  <a:pt x="1573" y="10346"/>
                  <a:pt x="1591" y="10367"/>
                  <a:pt x="1602" y="10359"/>
                </a:cubicBezTo>
                <a:cubicBezTo>
                  <a:pt x="1600" y="10347"/>
                  <a:pt x="1599" y="10319"/>
                  <a:pt x="1582" y="10329"/>
                </a:cubicBezTo>
                <a:cubicBezTo>
                  <a:pt x="1586" y="10330"/>
                  <a:pt x="1589" y="10333"/>
                  <a:pt x="1591" y="10337"/>
                </a:cubicBezTo>
                <a:cubicBezTo>
                  <a:pt x="1578" y="10339"/>
                  <a:pt x="1575" y="10343"/>
                  <a:pt x="1572" y="10351"/>
                </a:cubicBezTo>
                <a:cubicBezTo>
                  <a:pt x="1564" y="10339"/>
                  <a:pt x="1548" y="10349"/>
                  <a:pt x="1544" y="10337"/>
                </a:cubicBezTo>
                <a:cubicBezTo>
                  <a:pt x="1565" y="10347"/>
                  <a:pt x="1558" y="10320"/>
                  <a:pt x="1567" y="10313"/>
                </a:cubicBezTo>
                <a:cubicBezTo>
                  <a:pt x="1576" y="10318"/>
                  <a:pt x="1590" y="10319"/>
                  <a:pt x="1599" y="10324"/>
                </a:cubicBezTo>
                <a:cubicBezTo>
                  <a:pt x="1600" y="10323"/>
                  <a:pt x="1601" y="10321"/>
                  <a:pt x="1602" y="10319"/>
                </a:cubicBezTo>
                <a:cubicBezTo>
                  <a:pt x="1606" y="10307"/>
                  <a:pt x="1600" y="10293"/>
                  <a:pt x="1587" y="10288"/>
                </a:cubicBezTo>
                <a:cubicBezTo>
                  <a:pt x="1578" y="10295"/>
                  <a:pt x="1589" y="10299"/>
                  <a:pt x="1587" y="10309"/>
                </a:cubicBezTo>
                <a:cubicBezTo>
                  <a:pt x="1565" y="10310"/>
                  <a:pt x="1556" y="10297"/>
                  <a:pt x="1525" y="10294"/>
                </a:cubicBezTo>
                <a:cubicBezTo>
                  <a:pt x="1520" y="10306"/>
                  <a:pt x="1536" y="10302"/>
                  <a:pt x="1536" y="10310"/>
                </a:cubicBezTo>
                <a:cubicBezTo>
                  <a:pt x="1529" y="10311"/>
                  <a:pt x="1522" y="10313"/>
                  <a:pt x="1516" y="10317"/>
                </a:cubicBezTo>
                <a:cubicBezTo>
                  <a:pt x="1521" y="10321"/>
                  <a:pt x="1523" y="10330"/>
                  <a:pt x="1514" y="10330"/>
                </a:cubicBezTo>
                <a:cubicBezTo>
                  <a:pt x="1520" y="10318"/>
                  <a:pt x="1506" y="10323"/>
                  <a:pt x="1510" y="10313"/>
                </a:cubicBezTo>
                <a:cubicBezTo>
                  <a:pt x="1509" y="10303"/>
                  <a:pt x="1522" y="10311"/>
                  <a:pt x="1524" y="10304"/>
                </a:cubicBezTo>
                <a:cubicBezTo>
                  <a:pt x="1501" y="10305"/>
                  <a:pt x="1489" y="10297"/>
                  <a:pt x="1476" y="10312"/>
                </a:cubicBezTo>
                <a:cubicBezTo>
                  <a:pt x="1479" y="10280"/>
                  <a:pt x="1479" y="10248"/>
                  <a:pt x="1475" y="10216"/>
                </a:cubicBezTo>
                <a:cubicBezTo>
                  <a:pt x="1461" y="10245"/>
                  <a:pt x="1483" y="10298"/>
                  <a:pt x="1447" y="10298"/>
                </a:cubicBezTo>
                <a:cubicBezTo>
                  <a:pt x="1443" y="10303"/>
                  <a:pt x="1444" y="10314"/>
                  <a:pt x="1438" y="10317"/>
                </a:cubicBezTo>
                <a:cubicBezTo>
                  <a:pt x="1432" y="10308"/>
                  <a:pt x="1425" y="10321"/>
                  <a:pt x="1417" y="10317"/>
                </a:cubicBezTo>
                <a:cubicBezTo>
                  <a:pt x="1409" y="10313"/>
                  <a:pt x="1428" y="10301"/>
                  <a:pt x="1413" y="10299"/>
                </a:cubicBezTo>
                <a:cubicBezTo>
                  <a:pt x="1401" y="10306"/>
                  <a:pt x="1421" y="10313"/>
                  <a:pt x="1413" y="10326"/>
                </a:cubicBezTo>
                <a:cubicBezTo>
                  <a:pt x="1402" y="10327"/>
                  <a:pt x="1397" y="10337"/>
                  <a:pt x="1387" y="10340"/>
                </a:cubicBezTo>
                <a:lnTo>
                  <a:pt x="1391" y="10317"/>
                </a:lnTo>
                <a:cubicBezTo>
                  <a:pt x="1373" y="10318"/>
                  <a:pt x="1371" y="10296"/>
                  <a:pt x="1355" y="10305"/>
                </a:cubicBezTo>
                <a:cubicBezTo>
                  <a:pt x="1361" y="10321"/>
                  <a:pt x="1342" y="10357"/>
                  <a:pt x="1364" y="10361"/>
                </a:cubicBezTo>
                <a:cubicBezTo>
                  <a:pt x="1355" y="10360"/>
                  <a:pt x="1351" y="10368"/>
                  <a:pt x="1344" y="10372"/>
                </a:cubicBezTo>
                <a:cubicBezTo>
                  <a:pt x="1343" y="10364"/>
                  <a:pt x="1342" y="10355"/>
                  <a:pt x="1340" y="10347"/>
                </a:cubicBezTo>
                <a:cubicBezTo>
                  <a:pt x="1330" y="10348"/>
                  <a:pt x="1326" y="10358"/>
                  <a:pt x="1318" y="10362"/>
                </a:cubicBezTo>
                <a:cubicBezTo>
                  <a:pt x="1318" y="10346"/>
                  <a:pt x="1297" y="10362"/>
                  <a:pt x="1297" y="10345"/>
                </a:cubicBezTo>
                <a:cubicBezTo>
                  <a:pt x="1299" y="10338"/>
                  <a:pt x="1307" y="10340"/>
                  <a:pt x="1309" y="10333"/>
                </a:cubicBezTo>
                <a:cubicBezTo>
                  <a:pt x="1301" y="10333"/>
                  <a:pt x="1302" y="10326"/>
                  <a:pt x="1293" y="10327"/>
                </a:cubicBezTo>
                <a:cubicBezTo>
                  <a:pt x="1282" y="10343"/>
                  <a:pt x="1297" y="10346"/>
                  <a:pt x="1288" y="10361"/>
                </a:cubicBezTo>
                <a:cubicBezTo>
                  <a:pt x="1292" y="10362"/>
                  <a:pt x="1298" y="10362"/>
                  <a:pt x="1298" y="10366"/>
                </a:cubicBezTo>
                <a:cubicBezTo>
                  <a:pt x="1302" y="10383"/>
                  <a:pt x="1284" y="10396"/>
                  <a:pt x="1293" y="10382"/>
                </a:cubicBezTo>
                <a:cubicBezTo>
                  <a:pt x="1283" y="10382"/>
                  <a:pt x="1273" y="10384"/>
                  <a:pt x="1265" y="10389"/>
                </a:cubicBezTo>
                <a:cubicBezTo>
                  <a:pt x="1260" y="10399"/>
                  <a:pt x="1268" y="10400"/>
                  <a:pt x="1265" y="10409"/>
                </a:cubicBezTo>
                <a:cubicBezTo>
                  <a:pt x="1254" y="10405"/>
                  <a:pt x="1254" y="10414"/>
                  <a:pt x="1247" y="10414"/>
                </a:cubicBezTo>
                <a:cubicBezTo>
                  <a:pt x="1240" y="10393"/>
                  <a:pt x="1254" y="10372"/>
                  <a:pt x="1244" y="10356"/>
                </a:cubicBezTo>
                <a:cubicBezTo>
                  <a:pt x="1230" y="10358"/>
                  <a:pt x="1220" y="10343"/>
                  <a:pt x="1215" y="10348"/>
                </a:cubicBezTo>
                <a:cubicBezTo>
                  <a:pt x="1216" y="10356"/>
                  <a:pt x="1215" y="10364"/>
                  <a:pt x="1212" y="10372"/>
                </a:cubicBezTo>
                <a:cubicBezTo>
                  <a:pt x="1206" y="10368"/>
                  <a:pt x="1203" y="10360"/>
                  <a:pt x="1196" y="10366"/>
                </a:cubicBezTo>
                <a:cubicBezTo>
                  <a:pt x="1196" y="10378"/>
                  <a:pt x="1193" y="10392"/>
                  <a:pt x="1209" y="10392"/>
                </a:cubicBezTo>
                <a:cubicBezTo>
                  <a:pt x="1213" y="10386"/>
                  <a:pt x="1201" y="10378"/>
                  <a:pt x="1211" y="10378"/>
                </a:cubicBezTo>
                <a:cubicBezTo>
                  <a:pt x="1214" y="10389"/>
                  <a:pt x="1213" y="10401"/>
                  <a:pt x="1221" y="10407"/>
                </a:cubicBezTo>
                <a:cubicBezTo>
                  <a:pt x="1226" y="10406"/>
                  <a:pt x="1222" y="10393"/>
                  <a:pt x="1229" y="10395"/>
                </a:cubicBezTo>
                <a:cubicBezTo>
                  <a:pt x="1236" y="10396"/>
                  <a:pt x="1235" y="10404"/>
                  <a:pt x="1237" y="10409"/>
                </a:cubicBezTo>
                <a:cubicBezTo>
                  <a:pt x="1223" y="10415"/>
                  <a:pt x="1224" y="10407"/>
                  <a:pt x="1206" y="10415"/>
                </a:cubicBezTo>
                <a:cubicBezTo>
                  <a:pt x="1204" y="10404"/>
                  <a:pt x="1213" y="10408"/>
                  <a:pt x="1215" y="10403"/>
                </a:cubicBezTo>
                <a:cubicBezTo>
                  <a:pt x="1203" y="10400"/>
                  <a:pt x="1208" y="10393"/>
                  <a:pt x="1195" y="10397"/>
                </a:cubicBezTo>
                <a:cubicBezTo>
                  <a:pt x="1209" y="10418"/>
                  <a:pt x="1182" y="10453"/>
                  <a:pt x="1204" y="10487"/>
                </a:cubicBezTo>
                <a:cubicBezTo>
                  <a:pt x="1195" y="10485"/>
                  <a:pt x="1199" y="10499"/>
                  <a:pt x="1189" y="10495"/>
                </a:cubicBezTo>
                <a:cubicBezTo>
                  <a:pt x="1183" y="10493"/>
                  <a:pt x="1182" y="10488"/>
                  <a:pt x="1184" y="10481"/>
                </a:cubicBezTo>
                <a:cubicBezTo>
                  <a:pt x="1171" y="10475"/>
                  <a:pt x="1156" y="10487"/>
                  <a:pt x="1169" y="10492"/>
                </a:cubicBezTo>
                <a:cubicBezTo>
                  <a:pt x="1174" y="10475"/>
                  <a:pt x="1171" y="10507"/>
                  <a:pt x="1177" y="10507"/>
                </a:cubicBezTo>
                <a:cubicBezTo>
                  <a:pt x="1190" y="10494"/>
                  <a:pt x="1206" y="10508"/>
                  <a:pt x="1215" y="10505"/>
                </a:cubicBezTo>
                <a:cubicBezTo>
                  <a:pt x="1214" y="10509"/>
                  <a:pt x="1217" y="10510"/>
                  <a:pt x="1217" y="10512"/>
                </a:cubicBezTo>
                <a:cubicBezTo>
                  <a:pt x="1210" y="10518"/>
                  <a:pt x="1209" y="10512"/>
                  <a:pt x="1201" y="10510"/>
                </a:cubicBezTo>
                <a:cubicBezTo>
                  <a:pt x="1190" y="10541"/>
                  <a:pt x="1206" y="10592"/>
                  <a:pt x="1159" y="10594"/>
                </a:cubicBezTo>
                <a:cubicBezTo>
                  <a:pt x="1160" y="10607"/>
                  <a:pt x="1152" y="10607"/>
                  <a:pt x="1152" y="10620"/>
                </a:cubicBezTo>
                <a:cubicBezTo>
                  <a:pt x="1160" y="10623"/>
                  <a:pt x="1177" y="10619"/>
                  <a:pt x="1179" y="10627"/>
                </a:cubicBezTo>
                <a:cubicBezTo>
                  <a:pt x="1170" y="10639"/>
                  <a:pt x="1131" y="10632"/>
                  <a:pt x="1127" y="10637"/>
                </a:cubicBezTo>
                <a:cubicBezTo>
                  <a:pt x="1144" y="10639"/>
                  <a:pt x="1149" y="10650"/>
                  <a:pt x="1168" y="10650"/>
                </a:cubicBezTo>
                <a:cubicBezTo>
                  <a:pt x="1152" y="10659"/>
                  <a:pt x="1159" y="10665"/>
                  <a:pt x="1168" y="10677"/>
                </a:cubicBezTo>
                <a:cubicBezTo>
                  <a:pt x="1146" y="10671"/>
                  <a:pt x="1158" y="10690"/>
                  <a:pt x="1146" y="10694"/>
                </a:cubicBezTo>
                <a:cubicBezTo>
                  <a:pt x="1148" y="10670"/>
                  <a:pt x="1126" y="10684"/>
                  <a:pt x="1118" y="10670"/>
                </a:cubicBezTo>
                <a:cubicBezTo>
                  <a:pt x="1116" y="10684"/>
                  <a:pt x="1113" y="10680"/>
                  <a:pt x="1116" y="10691"/>
                </a:cubicBezTo>
                <a:cubicBezTo>
                  <a:pt x="1157" y="10690"/>
                  <a:pt x="1166" y="10718"/>
                  <a:pt x="1136" y="10718"/>
                </a:cubicBezTo>
                <a:cubicBezTo>
                  <a:pt x="1130" y="10715"/>
                  <a:pt x="1127" y="10709"/>
                  <a:pt x="1121" y="10706"/>
                </a:cubicBezTo>
                <a:cubicBezTo>
                  <a:pt x="1117" y="10713"/>
                  <a:pt x="1105" y="10708"/>
                  <a:pt x="1103" y="10717"/>
                </a:cubicBezTo>
                <a:cubicBezTo>
                  <a:pt x="1106" y="10722"/>
                  <a:pt x="1111" y="10726"/>
                  <a:pt x="1111" y="10735"/>
                </a:cubicBezTo>
                <a:cubicBezTo>
                  <a:pt x="1096" y="10742"/>
                  <a:pt x="1105" y="10757"/>
                  <a:pt x="1084" y="10759"/>
                </a:cubicBezTo>
                <a:cubicBezTo>
                  <a:pt x="1084" y="10767"/>
                  <a:pt x="1089" y="10771"/>
                  <a:pt x="1094" y="10776"/>
                </a:cubicBezTo>
                <a:lnTo>
                  <a:pt x="1095" y="10777"/>
                </a:lnTo>
                <a:lnTo>
                  <a:pt x="1051" y="10777"/>
                </a:lnTo>
                <a:lnTo>
                  <a:pt x="1051" y="10771"/>
                </a:lnTo>
                <a:cubicBezTo>
                  <a:pt x="1060" y="10768"/>
                  <a:pt x="1085" y="10768"/>
                  <a:pt x="1077" y="10757"/>
                </a:cubicBezTo>
                <a:cubicBezTo>
                  <a:pt x="1074" y="10764"/>
                  <a:pt x="1060" y="10757"/>
                  <a:pt x="1053" y="10757"/>
                </a:cubicBezTo>
                <a:cubicBezTo>
                  <a:pt x="1049" y="10764"/>
                  <a:pt x="1048" y="10769"/>
                  <a:pt x="1047" y="10774"/>
                </a:cubicBezTo>
                <a:lnTo>
                  <a:pt x="1047" y="10777"/>
                </a:lnTo>
                <a:lnTo>
                  <a:pt x="1021" y="10777"/>
                </a:lnTo>
                <a:lnTo>
                  <a:pt x="1020" y="10777"/>
                </a:lnTo>
                <a:cubicBezTo>
                  <a:pt x="1016" y="10776"/>
                  <a:pt x="1011" y="10776"/>
                  <a:pt x="1006" y="10775"/>
                </a:cubicBezTo>
                <a:lnTo>
                  <a:pt x="1006" y="10777"/>
                </a:lnTo>
                <a:lnTo>
                  <a:pt x="944" y="10777"/>
                </a:lnTo>
                <a:lnTo>
                  <a:pt x="943" y="10776"/>
                </a:lnTo>
                <a:cubicBezTo>
                  <a:pt x="942" y="10773"/>
                  <a:pt x="939" y="10770"/>
                  <a:pt x="937" y="10768"/>
                </a:cubicBezTo>
                <a:cubicBezTo>
                  <a:pt x="942" y="10755"/>
                  <a:pt x="961" y="10759"/>
                  <a:pt x="961" y="10740"/>
                </a:cubicBezTo>
                <a:cubicBezTo>
                  <a:pt x="948" y="10746"/>
                  <a:pt x="942" y="10737"/>
                  <a:pt x="939" y="10727"/>
                </a:cubicBezTo>
                <a:cubicBezTo>
                  <a:pt x="929" y="10740"/>
                  <a:pt x="918" y="10751"/>
                  <a:pt x="904" y="10760"/>
                </a:cubicBezTo>
                <a:cubicBezTo>
                  <a:pt x="892" y="10751"/>
                  <a:pt x="900" y="10745"/>
                  <a:pt x="894" y="10732"/>
                </a:cubicBezTo>
                <a:cubicBezTo>
                  <a:pt x="901" y="10733"/>
                  <a:pt x="901" y="10728"/>
                  <a:pt x="905" y="10726"/>
                </a:cubicBezTo>
                <a:cubicBezTo>
                  <a:pt x="910" y="10728"/>
                  <a:pt x="907" y="10737"/>
                  <a:pt x="918" y="10735"/>
                </a:cubicBezTo>
                <a:cubicBezTo>
                  <a:pt x="919" y="10728"/>
                  <a:pt x="915" y="10727"/>
                  <a:pt x="916" y="10721"/>
                </a:cubicBezTo>
                <a:cubicBezTo>
                  <a:pt x="911" y="10720"/>
                  <a:pt x="907" y="10720"/>
                  <a:pt x="902" y="10722"/>
                </a:cubicBezTo>
                <a:cubicBezTo>
                  <a:pt x="907" y="10710"/>
                  <a:pt x="895" y="10710"/>
                  <a:pt x="895" y="10701"/>
                </a:cubicBezTo>
                <a:cubicBezTo>
                  <a:pt x="879" y="10708"/>
                  <a:pt x="873" y="10696"/>
                  <a:pt x="859" y="10693"/>
                </a:cubicBezTo>
                <a:cubicBezTo>
                  <a:pt x="838" y="10713"/>
                  <a:pt x="862" y="10722"/>
                  <a:pt x="882" y="10727"/>
                </a:cubicBezTo>
                <a:cubicBezTo>
                  <a:pt x="876" y="10733"/>
                  <a:pt x="855" y="10721"/>
                  <a:pt x="854" y="10733"/>
                </a:cubicBezTo>
                <a:cubicBezTo>
                  <a:pt x="872" y="10735"/>
                  <a:pt x="888" y="10748"/>
                  <a:pt x="893" y="10766"/>
                </a:cubicBezTo>
                <a:cubicBezTo>
                  <a:pt x="879" y="10772"/>
                  <a:pt x="863" y="10771"/>
                  <a:pt x="850" y="10764"/>
                </a:cubicBezTo>
                <a:cubicBezTo>
                  <a:pt x="854" y="10781"/>
                  <a:pt x="869" y="10774"/>
                  <a:pt x="880" y="10777"/>
                </a:cubicBezTo>
                <a:lnTo>
                  <a:pt x="880" y="10777"/>
                </a:lnTo>
                <a:lnTo>
                  <a:pt x="835" y="10777"/>
                </a:lnTo>
                <a:lnTo>
                  <a:pt x="835" y="10777"/>
                </a:lnTo>
                <a:cubicBezTo>
                  <a:pt x="838" y="10767"/>
                  <a:pt x="837" y="10753"/>
                  <a:pt x="828" y="10751"/>
                </a:cubicBezTo>
                <a:cubicBezTo>
                  <a:pt x="827" y="10760"/>
                  <a:pt x="815" y="10757"/>
                  <a:pt x="810" y="10762"/>
                </a:cubicBezTo>
                <a:cubicBezTo>
                  <a:pt x="815" y="10763"/>
                  <a:pt x="823" y="10762"/>
                  <a:pt x="823" y="10767"/>
                </a:cubicBezTo>
                <a:cubicBezTo>
                  <a:pt x="821" y="10771"/>
                  <a:pt x="818" y="10774"/>
                  <a:pt x="815" y="10776"/>
                </a:cubicBezTo>
                <a:cubicBezTo>
                  <a:pt x="810" y="10771"/>
                  <a:pt x="801" y="10769"/>
                  <a:pt x="794" y="10774"/>
                </a:cubicBezTo>
                <a:cubicBezTo>
                  <a:pt x="794" y="10774"/>
                  <a:pt x="794" y="10775"/>
                  <a:pt x="794" y="10776"/>
                </a:cubicBezTo>
                <a:lnTo>
                  <a:pt x="794" y="10777"/>
                </a:lnTo>
                <a:lnTo>
                  <a:pt x="692" y="10777"/>
                </a:lnTo>
                <a:lnTo>
                  <a:pt x="692" y="10775"/>
                </a:lnTo>
                <a:cubicBezTo>
                  <a:pt x="693" y="10772"/>
                  <a:pt x="690" y="10769"/>
                  <a:pt x="684" y="10775"/>
                </a:cubicBezTo>
                <a:cubicBezTo>
                  <a:pt x="685" y="10776"/>
                  <a:pt x="685" y="10776"/>
                  <a:pt x="686" y="10777"/>
                </a:cubicBezTo>
                <a:lnTo>
                  <a:pt x="686" y="10777"/>
                </a:lnTo>
                <a:lnTo>
                  <a:pt x="568" y="10777"/>
                </a:lnTo>
                <a:lnTo>
                  <a:pt x="568" y="10776"/>
                </a:lnTo>
                <a:cubicBezTo>
                  <a:pt x="570" y="10754"/>
                  <a:pt x="574" y="10742"/>
                  <a:pt x="566" y="10719"/>
                </a:cubicBezTo>
                <a:cubicBezTo>
                  <a:pt x="569" y="10714"/>
                  <a:pt x="582" y="10722"/>
                  <a:pt x="580" y="10711"/>
                </a:cubicBezTo>
                <a:cubicBezTo>
                  <a:pt x="567" y="10703"/>
                  <a:pt x="553" y="10699"/>
                  <a:pt x="546" y="10713"/>
                </a:cubicBezTo>
                <a:cubicBezTo>
                  <a:pt x="550" y="10719"/>
                  <a:pt x="565" y="10717"/>
                  <a:pt x="561" y="10729"/>
                </a:cubicBezTo>
                <a:cubicBezTo>
                  <a:pt x="541" y="10735"/>
                  <a:pt x="533" y="10789"/>
                  <a:pt x="506" y="10762"/>
                </a:cubicBezTo>
                <a:cubicBezTo>
                  <a:pt x="507" y="10768"/>
                  <a:pt x="509" y="10771"/>
                  <a:pt x="511" y="10775"/>
                </a:cubicBezTo>
                <a:lnTo>
                  <a:pt x="512" y="10777"/>
                </a:lnTo>
                <a:lnTo>
                  <a:pt x="457" y="10777"/>
                </a:lnTo>
                <a:lnTo>
                  <a:pt x="456" y="10771"/>
                </a:lnTo>
                <a:cubicBezTo>
                  <a:pt x="454" y="10762"/>
                  <a:pt x="449" y="10755"/>
                  <a:pt x="460" y="10750"/>
                </a:cubicBezTo>
                <a:cubicBezTo>
                  <a:pt x="444" y="10756"/>
                  <a:pt x="433" y="10744"/>
                  <a:pt x="414" y="10744"/>
                </a:cubicBezTo>
                <a:cubicBezTo>
                  <a:pt x="413" y="10783"/>
                  <a:pt x="385" y="10771"/>
                  <a:pt x="360" y="10771"/>
                </a:cubicBezTo>
                <a:cubicBezTo>
                  <a:pt x="358" y="10773"/>
                  <a:pt x="358" y="10775"/>
                  <a:pt x="358" y="10776"/>
                </a:cubicBezTo>
                <a:lnTo>
                  <a:pt x="359" y="10777"/>
                </a:lnTo>
                <a:lnTo>
                  <a:pt x="348" y="10777"/>
                </a:lnTo>
                <a:lnTo>
                  <a:pt x="347" y="10776"/>
                </a:lnTo>
                <a:cubicBezTo>
                  <a:pt x="341" y="10774"/>
                  <a:pt x="335" y="10774"/>
                  <a:pt x="333" y="10764"/>
                </a:cubicBezTo>
                <a:cubicBezTo>
                  <a:pt x="340" y="10762"/>
                  <a:pt x="347" y="10760"/>
                  <a:pt x="354" y="10760"/>
                </a:cubicBezTo>
                <a:cubicBezTo>
                  <a:pt x="349" y="10750"/>
                  <a:pt x="332" y="10751"/>
                  <a:pt x="326" y="10742"/>
                </a:cubicBezTo>
                <a:cubicBezTo>
                  <a:pt x="374" y="10746"/>
                  <a:pt x="378" y="10733"/>
                  <a:pt x="380" y="10712"/>
                </a:cubicBezTo>
                <a:cubicBezTo>
                  <a:pt x="352" y="10701"/>
                  <a:pt x="322" y="10696"/>
                  <a:pt x="292" y="10696"/>
                </a:cubicBezTo>
                <a:cubicBezTo>
                  <a:pt x="294" y="10690"/>
                  <a:pt x="300" y="10686"/>
                  <a:pt x="306" y="10685"/>
                </a:cubicBezTo>
                <a:cubicBezTo>
                  <a:pt x="318" y="10686"/>
                  <a:pt x="332" y="10690"/>
                  <a:pt x="337" y="10682"/>
                </a:cubicBezTo>
                <a:cubicBezTo>
                  <a:pt x="331" y="10669"/>
                  <a:pt x="321" y="10679"/>
                  <a:pt x="308" y="10671"/>
                </a:cubicBezTo>
                <a:cubicBezTo>
                  <a:pt x="308" y="10673"/>
                  <a:pt x="311" y="10679"/>
                  <a:pt x="308" y="10678"/>
                </a:cubicBezTo>
                <a:cubicBezTo>
                  <a:pt x="305" y="10677"/>
                  <a:pt x="302" y="10676"/>
                  <a:pt x="302" y="10673"/>
                </a:cubicBezTo>
                <a:cubicBezTo>
                  <a:pt x="306" y="10667"/>
                  <a:pt x="310" y="10661"/>
                  <a:pt x="311" y="10654"/>
                </a:cubicBezTo>
                <a:cubicBezTo>
                  <a:pt x="315" y="10657"/>
                  <a:pt x="317" y="10660"/>
                  <a:pt x="309" y="10668"/>
                </a:cubicBezTo>
                <a:cubicBezTo>
                  <a:pt x="338" y="10671"/>
                  <a:pt x="357" y="10642"/>
                  <a:pt x="379" y="10650"/>
                </a:cubicBezTo>
                <a:cubicBezTo>
                  <a:pt x="368" y="10658"/>
                  <a:pt x="404" y="10670"/>
                  <a:pt x="406" y="10653"/>
                </a:cubicBezTo>
                <a:cubicBezTo>
                  <a:pt x="395" y="10650"/>
                  <a:pt x="396" y="10641"/>
                  <a:pt x="402" y="10632"/>
                </a:cubicBezTo>
                <a:cubicBezTo>
                  <a:pt x="389" y="10632"/>
                  <a:pt x="384" y="10627"/>
                  <a:pt x="384" y="10616"/>
                </a:cubicBezTo>
                <a:cubicBezTo>
                  <a:pt x="388" y="10612"/>
                  <a:pt x="400" y="10616"/>
                  <a:pt x="404" y="10612"/>
                </a:cubicBezTo>
                <a:cubicBezTo>
                  <a:pt x="405" y="10603"/>
                  <a:pt x="407" y="10594"/>
                  <a:pt x="411" y="10586"/>
                </a:cubicBezTo>
                <a:cubicBezTo>
                  <a:pt x="410" y="10585"/>
                  <a:pt x="408" y="10584"/>
                  <a:pt x="406" y="10583"/>
                </a:cubicBezTo>
                <a:cubicBezTo>
                  <a:pt x="395" y="10579"/>
                  <a:pt x="383" y="10585"/>
                  <a:pt x="379" y="10595"/>
                </a:cubicBezTo>
                <a:cubicBezTo>
                  <a:pt x="390" y="10600"/>
                  <a:pt x="392" y="10594"/>
                  <a:pt x="400" y="10595"/>
                </a:cubicBezTo>
                <a:cubicBezTo>
                  <a:pt x="394" y="10601"/>
                  <a:pt x="400" y="10600"/>
                  <a:pt x="398" y="10609"/>
                </a:cubicBezTo>
                <a:cubicBezTo>
                  <a:pt x="380" y="10610"/>
                  <a:pt x="362" y="10605"/>
                  <a:pt x="346" y="10595"/>
                </a:cubicBezTo>
                <a:cubicBezTo>
                  <a:pt x="344" y="10602"/>
                  <a:pt x="350" y="10602"/>
                  <a:pt x="351" y="10606"/>
                </a:cubicBezTo>
                <a:cubicBezTo>
                  <a:pt x="347" y="10605"/>
                  <a:pt x="346" y="10608"/>
                  <a:pt x="345" y="10610"/>
                </a:cubicBezTo>
                <a:lnTo>
                  <a:pt x="341" y="10610"/>
                </a:lnTo>
                <a:cubicBezTo>
                  <a:pt x="341" y="10606"/>
                  <a:pt x="341" y="10602"/>
                  <a:pt x="339" y="10598"/>
                </a:cubicBezTo>
                <a:cubicBezTo>
                  <a:pt x="329" y="10601"/>
                  <a:pt x="318" y="10603"/>
                  <a:pt x="308" y="10604"/>
                </a:cubicBezTo>
                <a:cubicBezTo>
                  <a:pt x="309" y="10614"/>
                  <a:pt x="314" y="10616"/>
                  <a:pt x="320" y="10616"/>
                </a:cubicBezTo>
                <a:cubicBezTo>
                  <a:pt x="318" y="10620"/>
                  <a:pt x="317" y="10625"/>
                  <a:pt x="316" y="10630"/>
                </a:cubicBezTo>
                <a:cubicBezTo>
                  <a:pt x="323" y="10629"/>
                  <a:pt x="324" y="10622"/>
                  <a:pt x="328" y="10617"/>
                </a:cubicBezTo>
                <a:cubicBezTo>
                  <a:pt x="332" y="10619"/>
                  <a:pt x="334" y="10621"/>
                  <a:pt x="335" y="10625"/>
                </a:cubicBezTo>
                <a:cubicBezTo>
                  <a:pt x="336" y="10623"/>
                  <a:pt x="337" y="10622"/>
                  <a:pt x="339" y="10621"/>
                </a:cubicBezTo>
                <a:cubicBezTo>
                  <a:pt x="339" y="10623"/>
                  <a:pt x="340" y="10625"/>
                  <a:pt x="340" y="10627"/>
                </a:cubicBezTo>
                <a:cubicBezTo>
                  <a:pt x="343" y="10626"/>
                  <a:pt x="345" y="10623"/>
                  <a:pt x="345" y="10620"/>
                </a:cubicBezTo>
                <a:cubicBezTo>
                  <a:pt x="353" y="10619"/>
                  <a:pt x="364" y="10621"/>
                  <a:pt x="364" y="10612"/>
                </a:cubicBezTo>
                <a:cubicBezTo>
                  <a:pt x="373" y="10618"/>
                  <a:pt x="377" y="10609"/>
                  <a:pt x="380" y="10621"/>
                </a:cubicBezTo>
                <a:cubicBezTo>
                  <a:pt x="370" y="10619"/>
                  <a:pt x="375" y="10637"/>
                  <a:pt x="364" y="10636"/>
                </a:cubicBezTo>
                <a:cubicBezTo>
                  <a:pt x="340" y="10627"/>
                  <a:pt x="332" y="10640"/>
                  <a:pt x="316" y="10643"/>
                </a:cubicBezTo>
                <a:cubicBezTo>
                  <a:pt x="317" y="10639"/>
                  <a:pt x="321" y="10639"/>
                  <a:pt x="321" y="10633"/>
                </a:cubicBezTo>
                <a:lnTo>
                  <a:pt x="314" y="10633"/>
                </a:lnTo>
                <a:cubicBezTo>
                  <a:pt x="313" y="10612"/>
                  <a:pt x="302" y="10592"/>
                  <a:pt x="283" y="10581"/>
                </a:cubicBezTo>
                <a:cubicBezTo>
                  <a:pt x="284" y="10580"/>
                  <a:pt x="284" y="10579"/>
                  <a:pt x="284" y="10578"/>
                </a:cubicBezTo>
                <a:cubicBezTo>
                  <a:pt x="283" y="10578"/>
                  <a:pt x="282" y="10578"/>
                  <a:pt x="281" y="10578"/>
                </a:cubicBezTo>
                <a:cubicBezTo>
                  <a:pt x="281" y="10574"/>
                  <a:pt x="281" y="10571"/>
                  <a:pt x="281" y="10567"/>
                </a:cubicBezTo>
                <a:cubicBezTo>
                  <a:pt x="288" y="10558"/>
                  <a:pt x="293" y="10570"/>
                  <a:pt x="301" y="10564"/>
                </a:cubicBezTo>
                <a:cubicBezTo>
                  <a:pt x="302" y="10561"/>
                  <a:pt x="303" y="10558"/>
                  <a:pt x="303" y="10556"/>
                </a:cubicBezTo>
                <a:cubicBezTo>
                  <a:pt x="305" y="10555"/>
                  <a:pt x="306" y="10553"/>
                  <a:pt x="305" y="10551"/>
                </a:cubicBezTo>
                <a:lnTo>
                  <a:pt x="305" y="10551"/>
                </a:lnTo>
                <a:cubicBezTo>
                  <a:pt x="306" y="10520"/>
                  <a:pt x="272" y="10500"/>
                  <a:pt x="293" y="10474"/>
                </a:cubicBezTo>
                <a:cubicBezTo>
                  <a:pt x="290" y="10474"/>
                  <a:pt x="292" y="10457"/>
                  <a:pt x="292" y="10449"/>
                </a:cubicBezTo>
                <a:cubicBezTo>
                  <a:pt x="302" y="10465"/>
                  <a:pt x="309" y="10424"/>
                  <a:pt x="299" y="10415"/>
                </a:cubicBezTo>
                <a:cubicBezTo>
                  <a:pt x="291" y="10418"/>
                  <a:pt x="289" y="10413"/>
                  <a:pt x="286" y="10418"/>
                </a:cubicBezTo>
                <a:cubicBezTo>
                  <a:pt x="277" y="10413"/>
                  <a:pt x="277" y="10400"/>
                  <a:pt x="270" y="10394"/>
                </a:cubicBezTo>
                <a:cubicBezTo>
                  <a:pt x="271" y="10390"/>
                  <a:pt x="272" y="10386"/>
                  <a:pt x="275" y="10383"/>
                </a:cubicBezTo>
                <a:cubicBezTo>
                  <a:pt x="283" y="10385"/>
                  <a:pt x="290" y="10386"/>
                  <a:pt x="292" y="10378"/>
                </a:cubicBezTo>
                <a:cubicBezTo>
                  <a:pt x="290" y="10376"/>
                  <a:pt x="287" y="10375"/>
                  <a:pt x="284" y="10375"/>
                </a:cubicBezTo>
                <a:cubicBezTo>
                  <a:pt x="298" y="10370"/>
                  <a:pt x="314" y="10371"/>
                  <a:pt x="328" y="10376"/>
                </a:cubicBezTo>
                <a:lnTo>
                  <a:pt x="332" y="10378"/>
                </a:lnTo>
                <a:lnTo>
                  <a:pt x="332" y="10380"/>
                </a:lnTo>
                <a:cubicBezTo>
                  <a:pt x="332" y="10382"/>
                  <a:pt x="333" y="10385"/>
                  <a:pt x="335" y="10385"/>
                </a:cubicBezTo>
                <a:cubicBezTo>
                  <a:pt x="336" y="10383"/>
                  <a:pt x="336" y="10382"/>
                  <a:pt x="339" y="10382"/>
                </a:cubicBezTo>
                <a:lnTo>
                  <a:pt x="339" y="10382"/>
                </a:lnTo>
                <a:cubicBezTo>
                  <a:pt x="340" y="10380"/>
                  <a:pt x="340" y="10377"/>
                  <a:pt x="340" y="10375"/>
                </a:cubicBezTo>
                <a:cubicBezTo>
                  <a:pt x="339" y="10375"/>
                  <a:pt x="339" y="10374"/>
                  <a:pt x="338" y="10374"/>
                </a:cubicBezTo>
                <a:lnTo>
                  <a:pt x="338" y="10374"/>
                </a:lnTo>
                <a:lnTo>
                  <a:pt x="338" y="10374"/>
                </a:lnTo>
                <a:cubicBezTo>
                  <a:pt x="344" y="10362"/>
                  <a:pt x="330" y="10354"/>
                  <a:pt x="328" y="10341"/>
                </a:cubicBezTo>
                <a:cubicBezTo>
                  <a:pt x="317" y="10346"/>
                  <a:pt x="310" y="10357"/>
                  <a:pt x="310" y="10368"/>
                </a:cubicBezTo>
                <a:cubicBezTo>
                  <a:pt x="302" y="10361"/>
                  <a:pt x="302" y="10342"/>
                  <a:pt x="287" y="10351"/>
                </a:cubicBezTo>
                <a:cubicBezTo>
                  <a:pt x="282" y="10337"/>
                  <a:pt x="296" y="10344"/>
                  <a:pt x="298" y="10337"/>
                </a:cubicBezTo>
                <a:cubicBezTo>
                  <a:pt x="294" y="10333"/>
                  <a:pt x="274" y="10332"/>
                  <a:pt x="264" y="10326"/>
                </a:cubicBezTo>
                <a:cubicBezTo>
                  <a:pt x="267" y="10302"/>
                  <a:pt x="265" y="10276"/>
                  <a:pt x="259" y="10252"/>
                </a:cubicBezTo>
                <a:cubicBezTo>
                  <a:pt x="244" y="10251"/>
                  <a:pt x="247" y="10269"/>
                  <a:pt x="238" y="10275"/>
                </a:cubicBezTo>
                <a:cubicBezTo>
                  <a:pt x="205" y="10273"/>
                  <a:pt x="229" y="10214"/>
                  <a:pt x="253" y="10232"/>
                </a:cubicBezTo>
                <a:cubicBezTo>
                  <a:pt x="260" y="10228"/>
                  <a:pt x="261" y="10200"/>
                  <a:pt x="270" y="10211"/>
                </a:cubicBezTo>
                <a:cubicBezTo>
                  <a:pt x="271" y="10209"/>
                  <a:pt x="275" y="10177"/>
                  <a:pt x="264" y="10177"/>
                </a:cubicBezTo>
                <a:cubicBezTo>
                  <a:pt x="264" y="10186"/>
                  <a:pt x="265" y="10195"/>
                  <a:pt x="267" y="10204"/>
                </a:cubicBezTo>
                <a:cubicBezTo>
                  <a:pt x="254" y="10202"/>
                  <a:pt x="258" y="10184"/>
                  <a:pt x="258" y="10170"/>
                </a:cubicBezTo>
                <a:cubicBezTo>
                  <a:pt x="266" y="10168"/>
                  <a:pt x="265" y="10176"/>
                  <a:pt x="274" y="10173"/>
                </a:cubicBezTo>
                <a:cubicBezTo>
                  <a:pt x="272" y="10161"/>
                  <a:pt x="280" y="10159"/>
                  <a:pt x="278" y="10146"/>
                </a:cubicBezTo>
                <a:cubicBezTo>
                  <a:pt x="249" y="10157"/>
                  <a:pt x="245" y="10129"/>
                  <a:pt x="252" y="10105"/>
                </a:cubicBezTo>
                <a:cubicBezTo>
                  <a:pt x="246" y="10106"/>
                  <a:pt x="240" y="10105"/>
                  <a:pt x="236" y="10101"/>
                </a:cubicBezTo>
                <a:cubicBezTo>
                  <a:pt x="236" y="10089"/>
                  <a:pt x="243" y="10078"/>
                  <a:pt x="253" y="10071"/>
                </a:cubicBezTo>
                <a:cubicBezTo>
                  <a:pt x="240" y="10048"/>
                  <a:pt x="236" y="10022"/>
                  <a:pt x="241" y="9996"/>
                </a:cubicBezTo>
                <a:cubicBezTo>
                  <a:pt x="233" y="9997"/>
                  <a:pt x="234" y="9990"/>
                  <a:pt x="224" y="9992"/>
                </a:cubicBezTo>
                <a:cubicBezTo>
                  <a:pt x="224" y="10003"/>
                  <a:pt x="222" y="10015"/>
                  <a:pt x="234" y="10013"/>
                </a:cubicBezTo>
                <a:cubicBezTo>
                  <a:pt x="228" y="10022"/>
                  <a:pt x="233" y="10042"/>
                  <a:pt x="226" y="10050"/>
                </a:cubicBezTo>
                <a:cubicBezTo>
                  <a:pt x="212" y="10036"/>
                  <a:pt x="222" y="9997"/>
                  <a:pt x="201" y="9989"/>
                </a:cubicBezTo>
                <a:cubicBezTo>
                  <a:pt x="190" y="10015"/>
                  <a:pt x="207" y="10048"/>
                  <a:pt x="202" y="10087"/>
                </a:cubicBezTo>
                <a:cubicBezTo>
                  <a:pt x="213" y="10089"/>
                  <a:pt x="209" y="10089"/>
                  <a:pt x="219" y="10087"/>
                </a:cubicBezTo>
                <a:cubicBezTo>
                  <a:pt x="221" y="10080"/>
                  <a:pt x="215" y="10066"/>
                  <a:pt x="223" y="10066"/>
                </a:cubicBezTo>
                <a:cubicBezTo>
                  <a:pt x="223" y="10083"/>
                  <a:pt x="226" y="10101"/>
                  <a:pt x="232" y="10117"/>
                </a:cubicBezTo>
                <a:cubicBezTo>
                  <a:pt x="230" y="10121"/>
                  <a:pt x="225" y="10122"/>
                  <a:pt x="225" y="10127"/>
                </a:cubicBezTo>
                <a:cubicBezTo>
                  <a:pt x="215" y="10127"/>
                  <a:pt x="228" y="10106"/>
                  <a:pt x="219" y="10106"/>
                </a:cubicBezTo>
                <a:cubicBezTo>
                  <a:pt x="215" y="10122"/>
                  <a:pt x="187" y="10123"/>
                  <a:pt x="194" y="10139"/>
                </a:cubicBezTo>
                <a:lnTo>
                  <a:pt x="184" y="10139"/>
                </a:lnTo>
                <a:cubicBezTo>
                  <a:pt x="181" y="10136"/>
                  <a:pt x="173" y="10121"/>
                  <a:pt x="181" y="10118"/>
                </a:cubicBezTo>
                <a:cubicBezTo>
                  <a:pt x="178" y="10108"/>
                  <a:pt x="171" y="10122"/>
                  <a:pt x="171" y="10128"/>
                </a:cubicBezTo>
                <a:cubicBezTo>
                  <a:pt x="159" y="10122"/>
                  <a:pt x="144" y="10120"/>
                  <a:pt x="138" y="10107"/>
                </a:cubicBezTo>
                <a:cubicBezTo>
                  <a:pt x="139" y="10105"/>
                  <a:pt x="141" y="10104"/>
                  <a:pt x="141" y="10101"/>
                </a:cubicBezTo>
                <a:cubicBezTo>
                  <a:pt x="150" y="10114"/>
                  <a:pt x="185" y="10082"/>
                  <a:pt x="192" y="10105"/>
                </a:cubicBezTo>
                <a:cubicBezTo>
                  <a:pt x="205" y="10094"/>
                  <a:pt x="189" y="10083"/>
                  <a:pt x="189" y="10068"/>
                </a:cubicBezTo>
                <a:cubicBezTo>
                  <a:pt x="178" y="10066"/>
                  <a:pt x="171" y="10076"/>
                  <a:pt x="168" y="10064"/>
                </a:cubicBezTo>
                <a:cubicBezTo>
                  <a:pt x="161" y="10063"/>
                  <a:pt x="164" y="10074"/>
                  <a:pt x="158" y="10074"/>
                </a:cubicBezTo>
                <a:cubicBezTo>
                  <a:pt x="147" y="10070"/>
                  <a:pt x="154" y="10047"/>
                  <a:pt x="149" y="10037"/>
                </a:cubicBezTo>
                <a:cubicBezTo>
                  <a:pt x="140" y="10041"/>
                  <a:pt x="150" y="10065"/>
                  <a:pt x="141" y="10070"/>
                </a:cubicBezTo>
                <a:cubicBezTo>
                  <a:pt x="133" y="10068"/>
                  <a:pt x="124" y="10063"/>
                  <a:pt x="124" y="10077"/>
                </a:cubicBezTo>
                <a:cubicBezTo>
                  <a:pt x="121" y="10076"/>
                  <a:pt x="121" y="10070"/>
                  <a:pt x="121" y="10066"/>
                </a:cubicBezTo>
                <a:cubicBezTo>
                  <a:pt x="124" y="10057"/>
                  <a:pt x="126" y="10063"/>
                  <a:pt x="135" y="10063"/>
                </a:cubicBezTo>
                <a:cubicBezTo>
                  <a:pt x="135" y="10056"/>
                  <a:pt x="134" y="10048"/>
                  <a:pt x="135" y="10040"/>
                </a:cubicBezTo>
                <a:cubicBezTo>
                  <a:pt x="135" y="10031"/>
                  <a:pt x="147" y="10034"/>
                  <a:pt x="152" y="10030"/>
                </a:cubicBezTo>
                <a:cubicBezTo>
                  <a:pt x="158" y="10031"/>
                  <a:pt x="152" y="10045"/>
                  <a:pt x="158" y="10047"/>
                </a:cubicBezTo>
                <a:cubicBezTo>
                  <a:pt x="177" y="10013"/>
                  <a:pt x="154" y="9966"/>
                  <a:pt x="170" y="9942"/>
                </a:cubicBezTo>
                <a:cubicBezTo>
                  <a:pt x="167" y="9935"/>
                  <a:pt x="159" y="9929"/>
                  <a:pt x="151" y="9929"/>
                </a:cubicBezTo>
                <a:cubicBezTo>
                  <a:pt x="155" y="9924"/>
                  <a:pt x="155" y="9917"/>
                  <a:pt x="151" y="9912"/>
                </a:cubicBezTo>
                <a:cubicBezTo>
                  <a:pt x="137" y="9916"/>
                  <a:pt x="126" y="9925"/>
                  <a:pt x="120" y="9938"/>
                </a:cubicBezTo>
                <a:cubicBezTo>
                  <a:pt x="110" y="9924"/>
                  <a:pt x="92" y="9939"/>
                  <a:pt x="83" y="9934"/>
                </a:cubicBezTo>
                <a:cubicBezTo>
                  <a:pt x="100" y="9916"/>
                  <a:pt x="107" y="9888"/>
                  <a:pt x="131" y="9888"/>
                </a:cubicBezTo>
                <a:cubicBezTo>
                  <a:pt x="129" y="9875"/>
                  <a:pt x="116" y="9874"/>
                  <a:pt x="108" y="9867"/>
                </a:cubicBezTo>
                <a:cubicBezTo>
                  <a:pt x="98" y="9843"/>
                  <a:pt x="118" y="9812"/>
                  <a:pt x="93" y="9802"/>
                </a:cubicBezTo>
                <a:cubicBezTo>
                  <a:pt x="93" y="9808"/>
                  <a:pt x="93" y="9814"/>
                  <a:pt x="93" y="9819"/>
                </a:cubicBezTo>
                <a:cubicBezTo>
                  <a:pt x="71" y="9822"/>
                  <a:pt x="75" y="9787"/>
                  <a:pt x="53" y="9801"/>
                </a:cubicBezTo>
                <a:cubicBezTo>
                  <a:pt x="65" y="9803"/>
                  <a:pt x="76" y="9808"/>
                  <a:pt x="76" y="9829"/>
                </a:cubicBezTo>
                <a:cubicBezTo>
                  <a:pt x="89" y="9828"/>
                  <a:pt x="104" y="9837"/>
                  <a:pt x="98" y="9863"/>
                </a:cubicBezTo>
                <a:cubicBezTo>
                  <a:pt x="81" y="9857"/>
                  <a:pt x="61" y="9846"/>
                  <a:pt x="48" y="9866"/>
                </a:cubicBezTo>
                <a:cubicBezTo>
                  <a:pt x="37" y="9866"/>
                  <a:pt x="30" y="9862"/>
                  <a:pt x="27" y="9855"/>
                </a:cubicBezTo>
                <a:cubicBezTo>
                  <a:pt x="25" y="9842"/>
                  <a:pt x="35" y="9842"/>
                  <a:pt x="41" y="9838"/>
                </a:cubicBezTo>
                <a:cubicBezTo>
                  <a:pt x="41" y="9830"/>
                  <a:pt x="29" y="9831"/>
                  <a:pt x="20" y="9831"/>
                </a:cubicBezTo>
                <a:cubicBezTo>
                  <a:pt x="20" y="9847"/>
                  <a:pt x="4" y="9846"/>
                  <a:pt x="3" y="9861"/>
                </a:cubicBezTo>
                <a:cubicBezTo>
                  <a:pt x="11" y="9864"/>
                  <a:pt x="22" y="9864"/>
                  <a:pt x="24" y="9872"/>
                </a:cubicBezTo>
                <a:cubicBezTo>
                  <a:pt x="29" y="9891"/>
                  <a:pt x="7" y="9882"/>
                  <a:pt x="4" y="9889"/>
                </a:cubicBezTo>
                <a:cubicBezTo>
                  <a:pt x="2" y="9875"/>
                  <a:pt x="1" y="9861"/>
                  <a:pt x="0" y="9847"/>
                </a:cubicBezTo>
                <a:lnTo>
                  <a:pt x="0" y="9837"/>
                </a:lnTo>
                <a:lnTo>
                  <a:pt x="0" y="9814"/>
                </a:lnTo>
                <a:lnTo>
                  <a:pt x="0" y="9806"/>
                </a:lnTo>
                <a:lnTo>
                  <a:pt x="6" y="9803"/>
                </a:lnTo>
                <a:cubicBezTo>
                  <a:pt x="6" y="9814"/>
                  <a:pt x="14" y="9819"/>
                  <a:pt x="26" y="9818"/>
                </a:cubicBezTo>
                <a:cubicBezTo>
                  <a:pt x="22" y="9813"/>
                  <a:pt x="25" y="9802"/>
                  <a:pt x="20" y="9797"/>
                </a:cubicBezTo>
                <a:cubicBezTo>
                  <a:pt x="18" y="9799"/>
                  <a:pt x="15" y="9800"/>
                  <a:pt x="12" y="9800"/>
                </a:cubicBezTo>
                <a:lnTo>
                  <a:pt x="31" y="9792"/>
                </a:lnTo>
                <a:cubicBezTo>
                  <a:pt x="31" y="9802"/>
                  <a:pt x="31" y="9814"/>
                  <a:pt x="40" y="9818"/>
                </a:cubicBezTo>
                <a:cubicBezTo>
                  <a:pt x="59" y="9815"/>
                  <a:pt x="45" y="9800"/>
                  <a:pt x="41" y="9787"/>
                </a:cubicBezTo>
                <a:cubicBezTo>
                  <a:pt x="47" y="9784"/>
                  <a:pt x="52" y="9779"/>
                  <a:pt x="56" y="9774"/>
                </a:cubicBezTo>
                <a:cubicBezTo>
                  <a:pt x="61" y="9774"/>
                  <a:pt x="65" y="9772"/>
                  <a:pt x="65" y="9764"/>
                </a:cubicBezTo>
                <a:cubicBezTo>
                  <a:pt x="72" y="9758"/>
                  <a:pt x="80" y="9747"/>
                  <a:pt x="76" y="9740"/>
                </a:cubicBezTo>
                <a:cubicBezTo>
                  <a:pt x="76" y="9738"/>
                  <a:pt x="76" y="9737"/>
                  <a:pt x="76" y="9736"/>
                </a:cubicBezTo>
                <a:cubicBezTo>
                  <a:pt x="84" y="9723"/>
                  <a:pt x="92" y="9710"/>
                  <a:pt x="101" y="9697"/>
                </a:cubicBezTo>
                <a:lnTo>
                  <a:pt x="101" y="9691"/>
                </a:lnTo>
                <a:cubicBezTo>
                  <a:pt x="110" y="9690"/>
                  <a:pt x="108" y="9677"/>
                  <a:pt x="115" y="9674"/>
                </a:cubicBezTo>
                <a:lnTo>
                  <a:pt x="115" y="9671"/>
                </a:lnTo>
                <a:cubicBezTo>
                  <a:pt x="115" y="9669"/>
                  <a:pt x="115" y="9666"/>
                  <a:pt x="115" y="9664"/>
                </a:cubicBezTo>
                <a:cubicBezTo>
                  <a:pt x="115" y="9663"/>
                  <a:pt x="115" y="9662"/>
                  <a:pt x="115" y="9661"/>
                </a:cubicBezTo>
                <a:cubicBezTo>
                  <a:pt x="140" y="9655"/>
                  <a:pt x="160" y="9639"/>
                  <a:pt x="171" y="9616"/>
                </a:cubicBezTo>
                <a:cubicBezTo>
                  <a:pt x="171" y="9615"/>
                  <a:pt x="171" y="9614"/>
                  <a:pt x="171" y="9613"/>
                </a:cubicBezTo>
                <a:cubicBezTo>
                  <a:pt x="179" y="9606"/>
                  <a:pt x="179" y="9591"/>
                  <a:pt x="179" y="9576"/>
                </a:cubicBezTo>
                <a:cubicBezTo>
                  <a:pt x="195" y="9569"/>
                  <a:pt x="207" y="9554"/>
                  <a:pt x="211" y="9537"/>
                </a:cubicBezTo>
                <a:lnTo>
                  <a:pt x="211" y="9533"/>
                </a:lnTo>
                <a:lnTo>
                  <a:pt x="215" y="9533"/>
                </a:lnTo>
                <a:lnTo>
                  <a:pt x="215" y="9520"/>
                </a:lnTo>
                <a:lnTo>
                  <a:pt x="215" y="9517"/>
                </a:lnTo>
                <a:cubicBezTo>
                  <a:pt x="210" y="9500"/>
                  <a:pt x="213" y="9475"/>
                  <a:pt x="204" y="9462"/>
                </a:cubicBezTo>
                <a:cubicBezTo>
                  <a:pt x="204" y="9459"/>
                  <a:pt x="204" y="9455"/>
                  <a:pt x="204" y="9452"/>
                </a:cubicBezTo>
                <a:cubicBezTo>
                  <a:pt x="207" y="9416"/>
                  <a:pt x="185" y="9404"/>
                  <a:pt x="181" y="9376"/>
                </a:cubicBezTo>
                <a:cubicBezTo>
                  <a:pt x="193" y="9362"/>
                  <a:pt x="191" y="9348"/>
                  <a:pt x="206" y="9337"/>
                </a:cubicBezTo>
                <a:cubicBezTo>
                  <a:pt x="214" y="9334"/>
                  <a:pt x="223" y="9331"/>
                  <a:pt x="231" y="9328"/>
                </a:cubicBezTo>
                <a:lnTo>
                  <a:pt x="242" y="9325"/>
                </a:lnTo>
                <a:cubicBezTo>
                  <a:pt x="261" y="9322"/>
                  <a:pt x="280" y="9318"/>
                  <a:pt x="281" y="9297"/>
                </a:cubicBezTo>
                <a:cubicBezTo>
                  <a:pt x="283" y="9263"/>
                  <a:pt x="217" y="9261"/>
                  <a:pt x="234" y="9217"/>
                </a:cubicBezTo>
                <a:cubicBezTo>
                  <a:pt x="234" y="9210"/>
                  <a:pt x="225" y="9222"/>
                  <a:pt x="217" y="9217"/>
                </a:cubicBezTo>
                <a:cubicBezTo>
                  <a:pt x="207" y="9220"/>
                  <a:pt x="213" y="9222"/>
                  <a:pt x="213" y="9230"/>
                </a:cubicBezTo>
                <a:cubicBezTo>
                  <a:pt x="197" y="9215"/>
                  <a:pt x="184" y="9183"/>
                  <a:pt x="203" y="9162"/>
                </a:cubicBezTo>
                <a:cubicBezTo>
                  <a:pt x="202" y="9150"/>
                  <a:pt x="185" y="9153"/>
                  <a:pt x="191" y="9135"/>
                </a:cubicBezTo>
                <a:cubicBezTo>
                  <a:pt x="181" y="9135"/>
                  <a:pt x="172" y="9133"/>
                  <a:pt x="164" y="9127"/>
                </a:cubicBezTo>
                <a:cubicBezTo>
                  <a:pt x="163" y="9094"/>
                  <a:pt x="186" y="9113"/>
                  <a:pt x="196" y="9094"/>
                </a:cubicBezTo>
                <a:lnTo>
                  <a:pt x="200" y="9094"/>
                </a:lnTo>
                <a:cubicBezTo>
                  <a:pt x="218" y="9096"/>
                  <a:pt x="237" y="9092"/>
                  <a:pt x="254" y="9083"/>
                </a:cubicBezTo>
                <a:lnTo>
                  <a:pt x="260" y="9083"/>
                </a:lnTo>
                <a:cubicBezTo>
                  <a:pt x="300" y="9082"/>
                  <a:pt x="314" y="9059"/>
                  <a:pt x="346" y="9043"/>
                </a:cubicBezTo>
                <a:lnTo>
                  <a:pt x="349" y="9043"/>
                </a:lnTo>
                <a:cubicBezTo>
                  <a:pt x="373" y="9041"/>
                  <a:pt x="364" y="9001"/>
                  <a:pt x="373" y="8981"/>
                </a:cubicBezTo>
                <a:cubicBezTo>
                  <a:pt x="373" y="8979"/>
                  <a:pt x="373" y="8976"/>
                  <a:pt x="373" y="8974"/>
                </a:cubicBezTo>
                <a:cubicBezTo>
                  <a:pt x="366" y="8966"/>
                  <a:pt x="378" y="8949"/>
                  <a:pt x="374" y="8933"/>
                </a:cubicBezTo>
                <a:lnTo>
                  <a:pt x="374" y="8930"/>
                </a:lnTo>
                <a:cubicBezTo>
                  <a:pt x="360" y="8925"/>
                  <a:pt x="370" y="8897"/>
                  <a:pt x="363" y="8885"/>
                </a:cubicBezTo>
                <a:cubicBezTo>
                  <a:pt x="364" y="8882"/>
                  <a:pt x="362" y="8882"/>
                  <a:pt x="360" y="8882"/>
                </a:cubicBezTo>
                <a:cubicBezTo>
                  <a:pt x="360" y="8881"/>
                  <a:pt x="360" y="8880"/>
                  <a:pt x="360" y="8879"/>
                </a:cubicBezTo>
                <a:cubicBezTo>
                  <a:pt x="360" y="8875"/>
                  <a:pt x="360" y="8872"/>
                  <a:pt x="360" y="8868"/>
                </a:cubicBezTo>
                <a:cubicBezTo>
                  <a:pt x="362" y="8814"/>
                  <a:pt x="335" y="8759"/>
                  <a:pt x="321" y="8701"/>
                </a:cubicBezTo>
                <a:cubicBezTo>
                  <a:pt x="320" y="8694"/>
                  <a:pt x="312" y="8694"/>
                  <a:pt x="308" y="8690"/>
                </a:cubicBezTo>
                <a:cubicBezTo>
                  <a:pt x="306" y="8668"/>
                  <a:pt x="323" y="8662"/>
                  <a:pt x="326" y="8647"/>
                </a:cubicBezTo>
                <a:cubicBezTo>
                  <a:pt x="335" y="8610"/>
                  <a:pt x="303" y="8575"/>
                  <a:pt x="318" y="8539"/>
                </a:cubicBezTo>
                <a:cubicBezTo>
                  <a:pt x="331" y="8536"/>
                  <a:pt x="327" y="8548"/>
                  <a:pt x="338" y="8546"/>
                </a:cubicBezTo>
                <a:cubicBezTo>
                  <a:pt x="348" y="8541"/>
                  <a:pt x="326" y="8513"/>
                  <a:pt x="322" y="8532"/>
                </a:cubicBezTo>
                <a:cubicBezTo>
                  <a:pt x="308" y="8493"/>
                  <a:pt x="313" y="8436"/>
                  <a:pt x="284" y="8412"/>
                </a:cubicBezTo>
                <a:cubicBezTo>
                  <a:pt x="269" y="8420"/>
                  <a:pt x="285" y="8433"/>
                  <a:pt x="285" y="8446"/>
                </a:cubicBezTo>
                <a:cubicBezTo>
                  <a:pt x="269" y="8441"/>
                  <a:pt x="270" y="8419"/>
                  <a:pt x="257" y="8411"/>
                </a:cubicBezTo>
                <a:cubicBezTo>
                  <a:pt x="245" y="8407"/>
                  <a:pt x="254" y="8427"/>
                  <a:pt x="240" y="8420"/>
                </a:cubicBezTo>
                <a:cubicBezTo>
                  <a:pt x="258" y="8390"/>
                  <a:pt x="302" y="8416"/>
                  <a:pt x="325" y="8383"/>
                </a:cubicBezTo>
                <a:cubicBezTo>
                  <a:pt x="326" y="8354"/>
                  <a:pt x="341" y="8336"/>
                  <a:pt x="321" y="8319"/>
                </a:cubicBezTo>
                <a:cubicBezTo>
                  <a:pt x="270" y="8330"/>
                  <a:pt x="255" y="8290"/>
                  <a:pt x="244" y="8254"/>
                </a:cubicBezTo>
                <a:cubicBezTo>
                  <a:pt x="236" y="8252"/>
                  <a:pt x="236" y="8260"/>
                  <a:pt x="227" y="8257"/>
                </a:cubicBezTo>
                <a:cubicBezTo>
                  <a:pt x="215" y="8246"/>
                  <a:pt x="215" y="8219"/>
                  <a:pt x="191" y="8228"/>
                </a:cubicBezTo>
                <a:cubicBezTo>
                  <a:pt x="192" y="8217"/>
                  <a:pt x="190" y="8203"/>
                  <a:pt x="196" y="8198"/>
                </a:cubicBezTo>
                <a:cubicBezTo>
                  <a:pt x="209" y="8196"/>
                  <a:pt x="208" y="8207"/>
                  <a:pt x="216" y="8209"/>
                </a:cubicBezTo>
                <a:cubicBezTo>
                  <a:pt x="227" y="8209"/>
                  <a:pt x="229" y="8198"/>
                  <a:pt x="240" y="8197"/>
                </a:cubicBezTo>
                <a:cubicBezTo>
                  <a:pt x="206" y="8178"/>
                  <a:pt x="239" y="8125"/>
                  <a:pt x="225" y="8081"/>
                </a:cubicBezTo>
                <a:cubicBezTo>
                  <a:pt x="231" y="8073"/>
                  <a:pt x="241" y="8068"/>
                  <a:pt x="243" y="8055"/>
                </a:cubicBezTo>
                <a:cubicBezTo>
                  <a:pt x="261" y="8055"/>
                  <a:pt x="258" y="8073"/>
                  <a:pt x="279" y="8070"/>
                </a:cubicBezTo>
                <a:cubicBezTo>
                  <a:pt x="284" y="8069"/>
                  <a:pt x="288" y="8065"/>
                  <a:pt x="289" y="8061"/>
                </a:cubicBezTo>
                <a:cubicBezTo>
                  <a:pt x="289" y="8053"/>
                  <a:pt x="281" y="8053"/>
                  <a:pt x="273" y="8053"/>
                </a:cubicBezTo>
                <a:cubicBezTo>
                  <a:pt x="281" y="8001"/>
                  <a:pt x="225" y="7984"/>
                  <a:pt x="193" y="7975"/>
                </a:cubicBezTo>
                <a:cubicBezTo>
                  <a:pt x="212" y="7963"/>
                  <a:pt x="223" y="7941"/>
                  <a:pt x="242" y="7930"/>
                </a:cubicBezTo>
                <a:cubicBezTo>
                  <a:pt x="245" y="7918"/>
                  <a:pt x="228" y="7925"/>
                  <a:pt x="232" y="7912"/>
                </a:cubicBezTo>
                <a:cubicBezTo>
                  <a:pt x="240" y="7914"/>
                  <a:pt x="245" y="7912"/>
                  <a:pt x="246" y="7906"/>
                </a:cubicBezTo>
                <a:cubicBezTo>
                  <a:pt x="248" y="7878"/>
                  <a:pt x="205" y="7892"/>
                  <a:pt x="212" y="7860"/>
                </a:cubicBezTo>
                <a:cubicBezTo>
                  <a:pt x="219" y="7863"/>
                  <a:pt x="235" y="7875"/>
                  <a:pt x="245" y="7866"/>
                </a:cubicBezTo>
                <a:cubicBezTo>
                  <a:pt x="246" y="7855"/>
                  <a:pt x="231" y="7858"/>
                  <a:pt x="229" y="7851"/>
                </a:cubicBezTo>
                <a:cubicBezTo>
                  <a:pt x="230" y="7845"/>
                  <a:pt x="242" y="7849"/>
                  <a:pt x="239" y="7838"/>
                </a:cubicBezTo>
                <a:cubicBezTo>
                  <a:pt x="231" y="7828"/>
                  <a:pt x="212" y="7836"/>
                  <a:pt x="199" y="7836"/>
                </a:cubicBezTo>
                <a:cubicBezTo>
                  <a:pt x="191" y="7829"/>
                  <a:pt x="185" y="7819"/>
                  <a:pt x="184" y="7808"/>
                </a:cubicBezTo>
                <a:cubicBezTo>
                  <a:pt x="193" y="7791"/>
                  <a:pt x="204" y="7817"/>
                  <a:pt x="213" y="7817"/>
                </a:cubicBezTo>
                <a:cubicBezTo>
                  <a:pt x="219" y="7817"/>
                  <a:pt x="221" y="7807"/>
                  <a:pt x="227" y="7804"/>
                </a:cubicBezTo>
                <a:cubicBezTo>
                  <a:pt x="254" y="7792"/>
                  <a:pt x="296" y="7794"/>
                  <a:pt x="284" y="7749"/>
                </a:cubicBezTo>
                <a:cubicBezTo>
                  <a:pt x="283" y="7748"/>
                  <a:pt x="262" y="7751"/>
                  <a:pt x="268" y="7735"/>
                </a:cubicBezTo>
                <a:cubicBezTo>
                  <a:pt x="257" y="7733"/>
                  <a:pt x="253" y="7740"/>
                  <a:pt x="241" y="7737"/>
                </a:cubicBezTo>
                <a:cubicBezTo>
                  <a:pt x="239" y="7719"/>
                  <a:pt x="217" y="7720"/>
                  <a:pt x="205" y="7711"/>
                </a:cubicBezTo>
                <a:cubicBezTo>
                  <a:pt x="213" y="7702"/>
                  <a:pt x="212" y="7695"/>
                  <a:pt x="210" y="7681"/>
                </a:cubicBezTo>
                <a:cubicBezTo>
                  <a:pt x="228" y="7685"/>
                  <a:pt x="258" y="7695"/>
                  <a:pt x="274" y="7674"/>
                </a:cubicBezTo>
                <a:cubicBezTo>
                  <a:pt x="284" y="7679"/>
                  <a:pt x="295" y="7683"/>
                  <a:pt x="307" y="7686"/>
                </a:cubicBezTo>
                <a:cubicBezTo>
                  <a:pt x="322" y="7680"/>
                  <a:pt x="315" y="7666"/>
                  <a:pt x="315" y="7649"/>
                </a:cubicBezTo>
                <a:cubicBezTo>
                  <a:pt x="324" y="7653"/>
                  <a:pt x="334" y="7655"/>
                  <a:pt x="332" y="7640"/>
                </a:cubicBezTo>
                <a:cubicBezTo>
                  <a:pt x="328" y="7632"/>
                  <a:pt x="309" y="7637"/>
                  <a:pt x="299" y="7635"/>
                </a:cubicBezTo>
                <a:cubicBezTo>
                  <a:pt x="294" y="7645"/>
                  <a:pt x="310" y="7638"/>
                  <a:pt x="305" y="7648"/>
                </a:cubicBezTo>
                <a:cubicBezTo>
                  <a:pt x="299" y="7644"/>
                  <a:pt x="290" y="7647"/>
                  <a:pt x="286" y="7653"/>
                </a:cubicBezTo>
                <a:cubicBezTo>
                  <a:pt x="286" y="7654"/>
                  <a:pt x="285" y="7655"/>
                  <a:pt x="285" y="7656"/>
                </a:cubicBezTo>
                <a:lnTo>
                  <a:pt x="285" y="7657"/>
                </a:lnTo>
                <a:lnTo>
                  <a:pt x="285" y="7656"/>
                </a:lnTo>
                <a:cubicBezTo>
                  <a:pt x="283" y="7648"/>
                  <a:pt x="267" y="7643"/>
                  <a:pt x="256" y="7644"/>
                </a:cubicBezTo>
                <a:cubicBezTo>
                  <a:pt x="310" y="7631"/>
                  <a:pt x="380" y="7616"/>
                  <a:pt x="368" y="7541"/>
                </a:cubicBezTo>
                <a:cubicBezTo>
                  <a:pt x="371" y="7532"/>
                  <a:pt x="381" y="7549"/>
                  <a:pt x="385" y="7539"/>
                </a:cubicBezTo>
                <a:cubicBezTo>
                  <a:pt x="388" y="7528"/>
                  <a:pt x="379" y="7528"/>
                  <a:pt x="379" y="7521"/>
                </a:cubicBezTo>
                <a:cubicBezTo>
                  <a:pt x="330" y="7522"/>
                  <a:pt x="328" y="7480"/>
                  <a:pt x="277" y="7483"/>
                </a:cubicBezTo>
                <a:cubicBezTo>
                  <a:pt x="278" y="7475"/>
                  <a:pt x="272" y="7472"/>
                  <a:pt x="268" y="7469"/>
                </a:cubicBezTo>
                <a:cubicBezTo>
                  <a:pt x="239" y="7475"/>
                  <a:pt x="209" y="7475"/>
                  <a:pt x="181" y="7469"/>
                </a:cubicBezTo>
                <a:cubicBezTo>
                  <a:pt x="198" y="7458"/>
                  <a:pt x="218" y="7453"/>
                  <a:pt x="238" y="7455"/>
                </a:cubicBezTo>
                <a:cubicBezTo>
                  <a:pt x="240" y="7454"/>
                  <a:pt x="241" y="7454"/>
                  <a:pt x="242" y="7453"/>
                </a:cubicBezTo>
                <a:lnTo>
                  <a:pt x="242" y="7453"/>
                </a:lnTo>
                <a:lnTo>
                  <a:pt x="244" y="7454"/>
                </a:lnTo>
                <a:cubicBezTo>
                  <a:pt x="247" y="7454"/>
                  <a:pt x="250" y="7454"/>
                  <a:pt x="250" y="7451"/>
                </a:cubicBezTo>
                <a:cubicBezTo>
                  <a:pt x="249" y="7451"/>
                  <a:pt x="248" y="7451"/>
                  <a:pt x="248" y="7451"/>
                </a:cubicBezTo>
                <a:lnTo>
                  <a:pt x="246" y="7449"/>
                </a:lnTo>
                <a:lnTo>
                  <a:pt x="247" y="7448"/>
                </a:lnTo>
                <a:cubicBezTo>
                  <a:pt x="250" y="7443"/>
                  <a:pt x="252" y="7437"/>
                  <a:pt x="259" y="7435"/>
                </a:cubicBezTo>
                <a:cubicBezTo>
                  <a:pt x="270" y="7444"/>
                  <a:pt x="281" y="7466"/>
                  <a:pt x="298" y="7458"/>
                </a:cubicBezTo>
                <a:cubicBezTo>
                  <a:pt x="295" y="7446"/>
                  <a:pt x="282" y="7442"/>
                  <a:pt x="276" y="7433"/>
                </a:cubicBezTo>
                <a:cubicBezTo>
                  <a:pt x="281" y="7430"/>
                  <a:pt x="297" y="7437"/>
                  <a:pt x="308" y="7436"/>
                </a:cubicBezTo>
                <a:lnTo>
                  <a:pt x="309" y="7436"/>
                </a:lnTo>
                <a:lnTo>
                  <a:pt x="308" y="7438"/>
                </a:lnTo>
                <a:cubicBezTo>
                  <a:pt x="308" y="7439"/>
                  <a:pt x="308" y="7439"/>
                  <a:pt x="308" y="7440"/>
                </a:cubicBezTo>
                <a:lnTo>
                  <a:pt x="308" y="7442"/>
                </a:lnTo>
                <a:lnTo>
                  <a:pt x="307" y="7442"/>
                </a:lnTo>
                <a:lnTo>
                  <a:pt x="308" y="7442"/>
                </a:lnTo>
                <a:lnTo>
                  <a:pt x="308" y="7442"/>
                </a:lnTo>
                <a:lnTo>
                  <a:pt x="310" y="7441"/>
                </a:lnTo>
                <a:cubicBezTo>
                  <a:pt x="326" y="7436"/>
                  <a:pt x="347" y="7460"/>
                  <a:pt x="358" y="7445"/>
                </a:cubicBezTo>
                <a:cubicBezTo>
                  <a:pt x="343" y="7446"/>
                  <a:pt x="355" y="7422"/>
                  <a:pt x="339" y="7424"/>
                </a:cubicBezTo>
                <a:cubicBezTo>
                  <a:pt x="336" y="7431"/>
                  <a:pt x="323" y="7439"/>
                  <a:pt x="316" y="7434"/>
                </a:cubicBezTo>
                <a:lnTo>
                  <a:pt x="315" y="7434"/>
                </a:lnTo>
                <a:lnTo>
                  <a:pt x="317" y="7433"/>
                </a:lnTo>
                <a:cubicBezTo>
                  <a:pt x="319" y="7430"/>
                  <a:pt x="320" y="7427"/>
                  <a:pt x="320" y="7421"/>
                </a:cubicBezTo>
                <a:cubicBezTo>
                  <a:pt x="307" y="7408"/>
                  <a:pt x="275" y="7411"/>
                  <a:pt x="278" y="7382"/>
                </a:cubicBezTo>
                <a:cubicBezTo>
                  <a:pt x="287" y="7383"/>
                  <a:pt x="290" y="7389"/>
                  <a:pt x="295" y="7393"/>
                </a:cubicBezTo>
                <a:cubicBezTo>
                  <a:pt x="300" y="7388"/>
                  <a:pt x="303" y="7380"/>
                  <a:pt x="303" y="7372"/>
                </a:cubicBezTo>
                <a:cubicBezTo>
                  <a:pt x="299" y="7358"/>
                  <a:pt x="290" y="7364"/>
                  <a:pt x="276" y="7364"/>
                </a:cubicBezTo>
                <a:cubicBezTo>
                  <a:pt x="285" y="7345"/>
                  <a:pt x="298" y="7368"/>
                  <a:pt x="320" y="7363"/>
                </a:cubicBezTo>
                <a:cubicBezTo>
                  <a:pt x="313" y="7346"/>
                  <a:pt x="285" y="7327"/>
                  <a:pt x="267" y="7340"/>
                </a:cubicBezTo>
                <a:cubicBezTo>
                  <a:pt x="247" y="7329"/>
                  <a:pt x="254" y="7310"/>
                  <a:pt x="263" y="7289"/>
                </a:cubicBezTo>
                <a:cubicBezTo>
                  <a:pt x="278" y="7299"/>
                  <a:pt x="294" y="7291"/>
                  <a:pt x="306" y="7301"/>
                </a:cubicBezTo>
                <a:cubicBezTo>
                  <a:pt x="317" y="7287"/>
                  <a:pt x="300" y="7248"/>
                  <a:pt x="278" y="7242"/>
                </a:cubicBezTo>
                <a:cubicBezTo>
                  <a:pt x="287" y="7204"/>
                  <a:pt x="227" y="7213"/>
                  <a:pt x="206" y="7212"/>
                </a:cubicBezTo>
                <a:cubicBezTo>
                  <a:pt x="192" y="7204"/>
                  <a:pt x="192" y="7196"/>
                  <a:pt x="169" y="7200"/>
                </a:cubicBezTo>
                <a:cubicBezTo>
                  <a:pt x="165" y="7192"/>
                  <a:pt x="168" y="7178"/>
                  <a:pt x="157" y="7176"/>
                </a:cubicBezTo>
                <a:cubicBezTo>
                  <a:pt x="172" y="7165"/>
                  <a:pt x="190" y="7160"/>
                  <a:pt x="208" y="7161"/>
                </a:cubicBezTo>
                <a:cubicBezTo>
                  <a:pt x="200" y="7152"/>
                  <a:pt x="190" y="7146"/>
                  <a:pt x="179" y="7143"/>
                </a:cubicBezTo>
                <a:cubicBezTo>
                  <a:pt x="184" y="7141"/>
                  <a:pt x="191" y="7138"/>
                  <a:pt x="198" y="7136"/>
                </a:cubicBezTo>
                <a:lnTo>
                  <a:pt x="208" y="7132"/>
                </a:lnTo>
                <a:lnTo>
                  <a:pt x="210" y="7135"/>
                </a:lnTo>
                <a:cubicBezTo>
                  <a:pt x="215" y="7138"/>
                  <a:pt x="224" y="7138"/>
                  <a:pt x="229" y="7135"/>
                </a:cubicBezTo>
                <a:cubicBezTo>
                  <a:pt x="229" y="7132"/>
                  <a:pt x="228" y="7130"/>
                  <a:pt x="227" y="7128"/>
                </a:cubicBezTo>
                <a:lnTo>
                  <a:pt x="225" y="7127"/>
                </a:lnTo>
                <a:lnTo>
                  <a:pt x="234" y="7124"/>
                </a:lnTo>
                <a:cubicBezTo>
                  <a:pt x="280" y="7109"/>
                  <a:pt x="332" y="7089"/>
                  <a:pt x="345" y="7039"/>
                </a:cubicBezTo>
                <a:cubicBezTo>
                  <a:pt x="330" y="7033"/>
                  <a:pt x="312" y="7021"/>
                  <a:pt x="298" y="7033"/>
                </a:cubicBezTo>
                <a:cubicBezTo>
                  <a:pt x="301" y="7046"/>
                  <a:pt x="300" y="7060"/>
                  <a:pt x="296" y="7074"/>
                </a:cubicBezTo>
                <a:cubicBezTo>
                  <a:pt x="275" y="7072"/>
                  <a:pt x="266" y="7058"/>
                  <a:pt x="247" y="7054"/>
                </a:cubicBezTo>
                <a:cubicBezTo>
                  <a:pt x="251" y="7041"/>
                  <a:pt x="235" y="7041"/>
                  <a:pt x="244" y="7033"/>
                </a:cubicBezTo>
                <a:cubicBezTo>
                  <a:pt x="255" y="7032"/>
                  <a:pt x="257" y="7038"/>
                  <a:pt x="265" y="7038"/>
                </a:cubicBezTo>
                <a:cubicBezTo>
                  <a:pt x="282" y="7024"/>
                  <a:pt x="253" y="7014"/>
                  <a:pt x="236" y="7019"/>
                </a:cubicBezTo>
                <a:cubicBezTo>
                  <a:pt x="237" y="7014"/>
                  <a:pt x="236" y="7008"/>
                  <a:pt x="233" y="7002"/>
                </a:cubicBezTo>
                <a:cubicBezTo>
                  <a:pt x="219" y="7011"/>
                  <a:pt x="188" y="7002"/>
                  <a:pt x="179" y="7016"/>
                </a:cubicBezTo>
                <a:cubicBezTo>
                  <a:pt x="179" y="7015"/>
                  <a:pt x="179" y="7013"/>
                  <a:pt x="178" y="7012"/>
                </a:cubicBezTo>
                <a:cubicBezTo>
                  <a:pt x="174" y="6998"/>
                  <a:pt x="160" y="6991"/>
                  <a:pt x="147" y="6995"/>
                </a:cubicBezTo>
                <a:cubicBezTo>
                  <a:pt x="136" y="6999"/>
                  <a:pt x="151" y="7009"/>
                  <a:pt x="143" y="7012"/>
                </a:cubicBezTo>
                <a:cubicBezTo>
                  <a:pt x="133" y="7009"/>
                  <a:pt x="123" y="7006"/>
                  <a:pt x="123" y="6994"/>
                </a:cubicBezTo>
                <a:cubicBezTo>
                  <a:pt x="140" y="6993"/>
                  <a:pt x="128" y="6975"/>
                  <a:pt x="134" y="6961"/>
                </a:cubicBezTo>
                <a:cubicBezTo>
                  <a:pt x="137" y="6964"/>
                  <a:pt x="141" y="6966"/>
                  <a:pt x="146" y="6967"/>
                </a:cubicBezTo>
                <a:cubicBezTo>
                  <a:pt x="149" y="6966"/>
                  <a:pt x="148" y="6960"/>
                  <a:pt x="152" y="6960"/>
                </a:cubicBezTo>
                <a:cubicBezTo>
                  <a:pt x="153" y="6959"/>
                  <a:pt x="153" y="6957"/>
                  <a:pt x="152" y="6955"/>
                </a:cubicBezTo>
                <a:cubicBezTo>
                  <a:pt x="155" y="6954"/>
                  <a:pt x="157" y="6954"/>
                  <a:pt x="159" y="6955"/>
                </a:cubicBezTo>
                <a:cubicBezTo>
                  <a:pt x="164" y="6970"/>
                  <a:pt x="149" y="6965"/>
                  <a:pt x="151" y="6978"/>
                </a:cubicBezTo>
                <a:cubicBezTo>
                  <a:pt x="152" y="6981"/>
                  <a:pt x="155" y="6982"/>
                  <a:pt x="155" y="6985"/>
                </a:cubicBezTo>
                <a:cubicBezTo>
                  <a:pt x="175" y="6977"/>
                  <a:pt x="199" y="6974"/>
                  <a:pt x="217" y="6964"/>
                </a:cubicBezTo>
                <a:cubicBezTo>
                  <a:pt x="208" y="6956"/>
                  <a:pt x="196" y="6953"/>
                  <a:pt x="187" y="6946"/>
                </a:cubicBezTo>
                <a:cubicBezTo>
                  <a:pt x="193" y="6940"/>
                  <a:pt x="204" y="6933"/>
                  <a:pt x="211" y="6940"/>
                </a:cubicBezTo>
                <a:cubicBezTo>
                  <a:pt x="341" y="6899"/>
                  <a:pt x="468" y="6855"/>
                  <a:pt x="590" y="6806"/>
                </a:cubicBezTo>
                <a:cubicBezTo>
                  <a:pt x="590" y="6800"/>
                  <a:pt x="594" y="6799"/>
                  <a:pt x="594" y="6792"/>
                </a:cubicBezTo>
                <a:cubicBezTo>
                  <a:pt x="591" y="6790"/>
                  <a:pt x="588" y="6789"/>
                  <a:pt x="585" y="6788"/>
                </a:cubicBezTo>
                <a:cubicBezTo>
                  <a:pt x="574" y="6787"/>
                  <a:pt x="565" y="6794"/>
                  <a:pt x="563" y="6804"/>
                </a:cubicBezTo>
                <a:cubicBezTo>
                  <a:pt x="519" y="6789"/>
                  <a:pt x="485" y="6820"/>
                  <a:pt x="435" y="6819"/>
                </a:cubicBezTo>
                <a:cubicBezTo>
                  <a:pt x="437" y="6812"/>
                  <a:pt x="432" y="6810"/>
                  <a:pt x="432" y="6805"/>
                </a:cubicBezTo>
                <a:cubicBezTo>
                  <a:pt x="422" y="6806"/>
                  <a:pt x="411" y="6808"/>
                  <a:pt x="411" y="6821"/>
                </a:cubicBezTo>
                <a:cubicBezTo>
                  <a:pt x="403" y="6822"/>
                  <a:pt x="404" y="6814"/>
                  <a:pt x="395" y="6817"/>
                </a:cubicBezTo>
                <a:cubicBezTo>
                  <a:pt x="389" y="6811"/>
                  <a:pt x="393" y="6792"/>
                  <a:pt x="382" y="6796"/>
                </a:cubicBezTo>
                <a:cubicBezTo>
                  <a:pt x="372" y="6799"/>
                  <a:pt x="386" y="6809"/>
                  <a:pt x="378" y="6812"/>
                </a:cubicBezTo>
                <a:cubicBezTo>
                  <a:pt x="368" y="6815"/>
                  <a:pt x="358" y="6815"/>
                  <a:pt x="348" y="6812"/>
                </a:cubicBezTo>
                <a:cubicBezTo>
                  <a:pt x="348" y="6809"/>
                  <a:pt x="347" y="6807"/>
                  <a:pt x="343" y="6807"/>
                </a:cubicBezTo>
                <a:cubicBezTo>
                  <a:pt x="358" y="6794"/>
                  <a:pt x="345" y="6783"/>
                  <a:pt x="349" y="6767"/>
                </a:cubicBezTo>
                <a:cubicBezTo>
                  <a:pt x="354" y="6769"/>
                  <a:pt x="366" y="6763"/>
                  <a:pt x="366" y="6770"/>
                </a:cubicBezTo>
                <a:cubicBezTo>
                  <a:pt x="370" y="6751"/>
                  <a:pt x="389" y="6746"/>
                  <a:pt x="406" y="6739"/>
                </a:cubicBezTo>
                <a:cubicBezTo>
                  <a:pt x="395" y="6727"/>
                  <a:pt x="376" y="6735"/>
                  <a:pt x="358" y="6730"/>
                </a:cubicBezTo>
                <a:cubicBezTo>
                  <a:pt x="375" y="6720"/>
                  <a:pt x="345" y="6719"/>
                  <a:pt x="351" y="6699"/>
                </a:cubicBezTo>
                <a:cubicBezTo>
                  <a:pt x="367" y="6712"/>
                  <a:pt x="368" y="6696"/>
                  <a:pt x="391" y="6699"/>
                </a:cubicBezTo>
                <a:cubicBezTo>
                  <a:pt x="388" y="6673"/>
                  <a:pt x="354" y="6698"/>
                  <a:pt x="338" y="6686"/>
                </a:cubicBezTo>
                <a:cubicBezTo>
                  <a:pt x="338" y="6677"/>
                  <a:pt x="342" y="6670"/>
                  <a:pt x="354" y="6673"/>
                </a:cubicBezTo>
                <a:cubicBezTo>
                  <a:pt x="353" y="6666"/>
                  <a:pt x="341" y="6670"/>
                  <a:pt x="341" y="6663"/>
                </a:cubicBezTo>
                <a:cubicBezTo>
                  <a:pt x="342" y="6652"/>
                  <a:pt x="346" y="6645"/>
                  <a:pt x="352" y="6639"/>
                </a:cubicBezTo>
                <a:lnTo>
                  <a:pt x="359" y="6630"/>
                </a:lnTo>
                <a:lnTo>
                  <a:pt x="363" y="6630"/>
                </a:lnTo>
                <a:lnTo>
                  <a:pt x="363" y="6625"/>
                </a:lnTo>
                <a:lnTo>
                  <a:pt x="364" y="6624"/>
                </a:lnTo>
                <a:cubicBezTo>
                  <a:pt x="365" y="6622"/>
                  <a:pt x="366" y="6621"/>
                  <a:pt x="367" y="6619"/>
                </a:cubicBezTo>
                <a:cubicBezTo>
                  <a:pt x="368" y="6608"/>
                  <a:pt x="360" y="6608"/>
                  <a:pt x="360" y="6598"/>
                </a:cubicBezTo>
                <a:cubicBezTo>
                  <a:pt x="352" y="6593"/>
                  <a:pt x="346" y="6606"/>
                  <a:pt x="346" y="6598"/>
                </a:cubicBezTo>
                <a:cubicBezTo>
                  <a:pt x="339" y="6578"/>
                  <a:pt x="382" y="6568"/>
                  <a:pt x="362" y="6537"/>
                </a:cubicBezTo>
                <a:cubicBezTo>
                  <a:pt x="367" y="6532"/>
                  <a:pt x="379" y="6534"/>
                  <a:pt x="383" y="6529"/>
                </a:cubicBezTo>
                <a:cubicBezTo>
                  <a:pt x="383" y="6516"/>
                  <a:pt x="370" y="6518"/>
                  <a:pt x="359" y="6516"/>
                </a:cubicBezTo>
                <a:cubicBezTo>
                  <a:pt x="346" y="6516"/>
                  <a:pt x="359" y="6537"/>
                  <a:pt x="353" y="6537"/>
                </a:cubicBezTo>
                <a:cubicBezTo>
                  <a:pt x="335" y="6530"/>
                  <a:pt x="353" y="6506"/>
                  <a:pt x="359" y="6500"/>
                </a:cubicBezTo>
                <a:cubicBezTo>
                  <a:pt x="365" y="6505"/>
                  <a:pt x="366" y="6513"/>
                  <a:pt x="380" y="6510"/>
                </a:cubicBezTo>
                <a:cubicBezTo>
                  <a:pt x="384" y="6494"/>
                  <a:pt x="369" y="6499"/>
                  <a:pt x="373" y="6483"/>
                </a:cubicBezTo>
                <a:cubicBezTo>
                  <a:pt x="379" y="6481"/>
                  <a:pt x="393" y="6487"/>
                  <a:pt x="393" y="6479"/>
                </a:cubicBezTo>
                <a:cubicBezTo>
                  <a:pt x="385" y="6470"/>
                  <a:pt x="366" y="6478"/>
                  <a:pt x="360" y="6483"/>
                </a:cubicBezTo>
                <a:cubicBezTo>
                  <a:pt x="351" y="6478"/>
                  <a:pt x="356" y="6459"/>
                  <a:pt x="339" y="6463"/>
                </a:cubicBezTo>
                <a:lnTo>
                  <a:pt x="339" y="6429"/>
                </a:lnTo>
                <a:lnTo>
                  <a:pt x="349" y="6429"/>
                </a:lnTo>
                <a:cubicBezTo>
                  <a:pt x="349" y="6414"/>
                  <a:pt x="343" y="6400"/>
                  <a:pt x="332" y="6389"/>
                </a:cubicBezTo>
                <a:cubicBezTo>
                  <a:pt x="339" y="6364"/>
                  <a:pt x="352" y="6341"/>
                  <a:pt x="371" y="6324"/>
                </a:cubicBezTo>
                <a:cubicBezTo>
                  <a:pt x="369" y="6312"/>
                  <a:pt x="344" y="6323"/>
                  <a:pt x="338" y="6314"/>
                </a:cubicBezTo>
                <a:cubicBezTo>
                  <a:pt x="335" y="6301"/>
                  <a:pt x="356" y="6312"/>
                  <a:pt x="358" y="6304"/>
                </a:cubicBezTo>
                <a:cubicBezTo>
                  <a:pt x="354" y="6301"/>
                  <a:pt x="343" y="6288"/>
                  <a:pt x="338" y="6297"/>
                </a:cubicBezTo>
                <a:cubicBezTo>
                  <a:pt x="329" y="6290"/>
                  <a:pt x="340" y="6271"/>
                  <a:pt x="338" y="6264"/>
                </a:cubicBezTo>
                <a:cubicBezTo>
                  <a:pt x="335" y="6256"/>
                  <a:pt x="322" y="6260"/>
                  <a:pt x="321" y="6250"/>
                </a:cubicBezTo>
                <a:cubicBezTo>
                  <a:pt x="319" y="6236"/>
                  <a:pt x="332" y="6236"/>
                  <a:pt x="334" y="6227"/>
                </a:cubicBezTo>
                <a:cubicBezTo>
                  <a:pt x="336" y="6217"/>
                  <a:pt x="327" y="6220"/>
                  <a:pt x="327" y="6213"/>
                </a:cubicBezTo>
                <a:cubicBezTo>
                  <a:pt x="318" y="6219"/>
                  <a:pt x="308" y="6223"/>
                  <a:pt x="297" y="6224"/>
                </a:cubicBezTo>
                <a:cubicBezTo>
                  <a:pt x="290" y="6211"/>
                  <a:pt x="298" y="6204"/>
                  <a:pt x="290" y="6193"/>
                </a:cubicBezTo>
                <a:cubicBezTo>
                  <a:pt x="298" y="6189"/>
                  <a:pt x="308" y="6192"/>
                  <a:pt x="313" y="6200"/>
                </a:cubicBezTo>
                <a:cubicBezTo>
                  <a:pt x="342" y="6189"/>
                  <a:pt x="321" y="6162"/>
                  <a:pt x="329" y="6149"/>
                </a:cubicBezTo>
                <a:cubicBezTo>
                  <a:pt x="317" y="6146"/>
                  <a:pt x="309" y="6158"/>
                  <a:pt x="306" y="6146"/>
                </a:cubicBezTo>
                <a:cubicBezTo>
                  <a:pt x="298" y="6149"/>
                  <a:pt x="313" y="6161"/>
                  <a:pt x="296" y="6160"/>
                </a:cubicBezTo>
                <a:cubicBezTo>
                  <a:pt x="297" y="6153"/>
                  <a:pt x="293" y="6153"/>
                  <a:pt x="289" y="6153"/>
                </a:cubicBezTo>
                <a:cubicBezTo>
                  <a:pt x="295" y="6147"/>
                  <a:pt x="307" y="6148"/>
                  <a:pt x="303" y="6132"/>
                </a:cubicBezTo>
                <a:cubicBezTo>
                  <a:pt x="313" y="6129"/>
                  <a:pt x="315" y="6135"/>
                  <a:pt x="323" y="6135"/>
                </a:cubicBezTo>
                <a:cubicBezTo>
                  <a:pt x="325" y="6127"/>
                  <a:pt x="326" y="6119"/>
                  <a:pt x="326" y="6111"/>
                </a:cubicBezTo>
                <a:cubicBezTo>
                  <a:pt x="336" y="6107"/>
                  <a:pt x="346" y="6104"/>
                  <a:pt x="356" y="6101"/>
                </a:cubicBezTo>
                <a:cubicBezTo>
                  <a:pt x="354" y="6086"/>
                  <a:pt x="337" y="6088"/>
                  <a:pt x="329" y="6080"/>
                </a:cubicBezTo>
                <a:cubicBezTo>
                  <a:pt x="316" y="6081"/>
                  <a:pt x="313" y="6094"/>
                  <a:pt x="299" y="6094"/>
                </a:cubicBezTo>
                <a:cubicBezTo>
                  <a:pt x="287" y="6088"/>
                  <a:pt x="300" y="6074"/>
                  <a:pt x="289" y="6070"/>
                </a:cubicBezTo>
                <a:cubicBezTo>
                  <a:pt x="278" y="6067"/>
                  <a:pt x="286" y="6081"/>
                  <a:pt x="276" y="6077"/>
                </a:cubicBezTo>
                <a:cubicBezTo>
                  <a:pt x="261" y="6057"/>
                  <a:pt x="278" y="6051"/>
                  <a:pt x="282" y="6030"/>
                </a:cubicBezTo>
                <a:cubicBezTo>
                  <a:pt x="290" y="6028"/>
                  <a:pt x="299" y="6030"/>
                  <a:pt x="305" y="6036"/>
                </a:cubicBezTo>
                <a:cubicBezTo>
                  <a:pt x="317" y="6034"/>
                  <a:pt x="316" y="6019"/>
                  <a:pt x="311" y="6009"/>
                </a:cubicBezTo>
                <a:cubicBezTo>
                  <a:pt x="307" y="6010"/>
                  <a:pt x="308" y="6018"/>
                  <a:pt x="308" y="6023"/>
                </a:cubicBezTo>
                <a:cubicBezTo>
                  <a:pt x="304" y="6007"/>
                  <a:pt x="286" y="6004"/>
                  <a:pt x="274" y="5996"/>
                </a:cubicBezTo>
                <a:cubicBezTo>
                  <a:pt x="270" y="5982"/>
                  <a:pt x="280" y="5981"/>
                  <a:pt x="281" y="5972"/>
                </a:cubicBezTo>
                <a:cubicBezTo>
                  <a:pt x="277" y="5962"/>
                  <a:pt x="254" y="5976"/>
                  <a:pt x="254" y="5970"/>
                </a:cubicBezTo>
                <a:cubicBezTo>
                  <a:pt x="249" y="5951"/>
                  <a:pt x="274" y="5962"/>
                  <a:pt x="281" y="5962"/>
                </a:cubicBezTo>
                <a:cubicBezTo>
                  <a:pt x="269" y="5952"/>
                  <a:pt x="273" y="5950"/>
                  <a:pt x="287" y="5942"/>
                </a:cubicBezTo>
                <a:cubicBezTo>
                  <a:pt x="286" y="5937"/>
                  <a:pt x="280" y="5936"/>
                  <a:pt x="280" y="5931"/>
                </a:cubicBezTo>
                <a:cubicBezTo>
                  <a:pt x="279" y="5921"/>
                  <a:pt x="268" y="5945"/>
                  <a:pt x="263" y="5931"/>
                </a:cubicBezTo>
                <a:cubicBezTo>
                  <a:pt x="262" y="5918"/>
                  <a:pt x="281" y="5924"/>
                  <a:pt x="287" y="5918"/>
                </a:cubicBezTo>
                <a:cubicBezTo>
                  <a:pt x="280" y="5915"/>
                  <a:pt x="281" y="5904"/>
                  <a:pt x="270" y="5904"/>
                </a:cubicBezTo>
                <a:cubicBezTo>
                  <a:pt x="279" y="5896"/>
                  <a:pt x="290" y="5897"/>
                  <a:pt x="303" y="5887"/>
                </a:cubicBezTo>
                <a:cubicBezTo>
                  <a:pt x="314" y="5889"/>
                  <a:pt x="317" y="5899"/>
                  <a:pt x="317" y="5914"/>
                </a:cubicBezTo>
                <a:cubicBezTo>
                  <a:pt x="328" y="5903"/>
                  <a:pt x="332" y="5887"/>
                  <a:pt x="326" y="5872"/>
                </a:cubicBezTo>
                <a:cubicBezTo>
                  <a:pt x="332" y="5884"/>
                  <a:pt x="344" y="5892"/>
                  <a:pt x="357" y="5893"/>
                </a:cubicBezTo>
                <a:cubicBezTo>
                  <a:pt x="366" y="5878"/>
                  <a:pt x="381" y="5869"/>
                  <a:pt x="386" y="5851"/>
                </a:cubicBezTo>
                <a:cubicBezTo>
                  <a:pt x="393" y="5854"/>
                  <a:pt x="400" y="5861"/>
                  <a:pt x="393" y="5868"/>
                </a:cubicBezTo>
                <a:cubicBezTo>
                  <a:pt x="403" y="5865"/>
                  <a:pt x="403" y="5873"/>
                  <a:pt x="410" y="5871"/>
                </a:cubicBezTo>
                <a:cubicBezTo>
                  <a:pt x="418" y="5870"/>
                  <a:pt x="411" y="5854"/>
                  <a:pt x="413" y="5847"/>
                </a:cubicBezTo>
                <a:cubicBezTo>
                  <a:pt x="419" y="5850"/>
                  <a:pt x="425" y="5848"/>
                  <a:pt x="430" y="5844"/>
                </a:cubicBezTo>
                <a:cubicBezTo>
                  <a:pt x="431" y="5835"/>
                  <a:pt x="434" y="5826"/>
                  <a:pt x="436" y="5817"/>
                </a:cubicBezTo>
                <a:cubicBezTo>
                  <a:pt x="420" y="5820"/>
                  <a:pt x="408" y="5834"/>
                  <a:pt x="406" y="5851"/>
                </a:cubicBezTo>
                <a:cubicBezTo>
                  <a:pt x="402" y="5847"/>
                  <a:pt x="401" y="5838"/>
                  <a:pt x="396" y="5834"/>
                </a:cubicBezTo>
                <a:cubicBezTo>
                  <a:pt x="393" y="5838"/>
                  <a:pt x="384" y="5835"/>
                  <a:pt x="386" y="5844"/>
                </a:cubicBezTo>
                <a:cubicBezTo>
                  <a:pt x="376" y="5839"/>
                  <a:pt x="381" y="5818"/>
                  <a:pt x="372" y="5811"/>
                </a:cubicBezTo>
                <a:cubicBezTo>
                  <a:pt x="367" y="5814"/>
                  <a:pt x="366" y="5823"/>
                  <a:pt x="363" y="5828"/>
                </a:cubicBezTo>
                <a:cubicBezTo>
                  <a:pt x="382" y="5833"/>
                  <a:pt x="350" y="5855"/>
                  <a:pt x="370" y="5858"/>
                </a:cubicBezTo>
                <a:cubicBezTo>
                  <a:pt x="363" y="5872"/>
                  <a:pt x="348" y="5880"/>
                  <a:pt x="333" y="5879"/>
                </a:cubicBezTo>
                <a:lnTo>
                  <a:pt x="333" y="5858"/>
                </a:lnTo>
                <a:lnTo>
                  <a:pt x="316" y="5858"/>
                </a:lnTo>
                <a:cubicBezTo>
                  <a:pt x="309" y="5861"/>
                  <a:pt x="306" y="5870"/>
                  <a:pt x="306" y="5882"/>
                </a:cubicBezTo>
                <a:cubicBezTo>
                  <a:pt x="268" y="5890"/>
                  <a:pt x="274" y="5866"/>
                  <a:pt x="265" y="5866"/>
                </a:cubicBezTo>
                <a:cubicBezTo>
                  <a:pt x="252" y="5847"/>
                  <a:pt x="277" y="5837"/>
                  <a:pt x="278" y="5822"/>
                </a:cubicBezTo>
                <a:lnTo>
                  <a:pt x="295" y="5822"/>
                </a:lnTo>
                <a:lnTo>
                  <a:pt x="294" y="5824"/>
                </a:lnTo>
                <a:cubicBezTo>
                  <a:pt x="294" y="5830"/>
                  <a:pt x="296" y="5835"/>
                  <a:pt x="299" y="5840"/>
                </a:cubicBezTo>
                <a:lnTo>
                  <a:pt x="299" y="5842"/>
                </a:lnTo>
                <a:cubicBezTo>
                  <a:pt x="305" y="5838"/>
                  <a:pt x="315" y="5836"/>
                  <a:pt x="318" y="5826"/>
                </a:cubicBezTo>
                <a:cubicBezTo>
                  <a:pt x="311" y="5828"/>
                  <a:pt x="308" y="5826"/>
                  <a:pt x="306" y="5823"/>
                </a:cubicBezTo>
                <a:lnTo>
                  <a:pt x="305" y="5821"/>
                </a:lnTo>
                <a:lnTo>
                  <a:pt x="305" y="5811"/>
                </a:lnTo>
                <a:cubicBezTo>
                  <a:pt x="300" y="5805"/>
                  <a:pt x="284" y="5810"/>
                  <a:pt x="278" y="5805"/>
                </a:cubicBezTo>
                <a:cubicBezTo>
                  <a:pt x="295" y="5789"/>
                  <a:pt x="267" y="5769"/>
                  <a:pt x="287" y="5754"/>
                </a:cubicBezTo>
                <a:cubicBezTo>
                  <a:pt x="276" y="5744"/>
                  <a:pt x="262" y="5764"/>
                  <a:pt x="264" y="5768"/>
                </a:cubicBezTo>
                <a:lnTo>
                  <a:pt x="246" y="5768"/>
                </a:lnTo>
                <a:cubicBezTo>
                  <a:pt x="249" y="5758"/>
                  <a:pt x="241" y="5759"/>
                  <a:pt x="242" y="5751"/>
                </a:cubicBezTo>
                <a:cubicBezTo>
                  <a:pt x="251" y="5751"/>
                  <a:pt x="262" y="5752"/>
                  <a:pt x="266" y="5747"/>
                </a:cubicBezTo>
                <a:cubicBezTo>
                  <a:pt x="264" y="5725"/>
                  <a:pt x="258" y="5727"/>
                  <a:pt x="255" y="5707"/>
                </a:cubicBezTo>
                <a:cubicBezTo>
                  <a:pt x="278" y="5704"/>
                  <a:pt x="279" y="5682"/>
                  <a:pt x="298" y="5676"/>
                </a:cubicBezTo>
                <a:cubicBezTo>
                  <a:pt x="289" y="5664"/>
                  <a:pt x="289" y="5659"/>
                  <a:pt x="271" y="5659"/>
                </a:cubicBezTo>
                <a:cubicBezTo>
                  <a:pt x="281" y="5647"/>
                  <a:pt x="285" y="5650"/>
                  <a:pt x="298" y="5642"/>
                </a:cubicBezTo>
                <a:cubicBezTo>
                  <a:pt x="301" y="5653"/>
                  <a:pt x="288" y="5647"/>
                  <a:pt x="288" y="5656"/>
                </a:cubicBezTo>
                <a:cubicBezTo>
                  <a:pt x="290" y="5659"/>
                  <a:pt x="291" y="5662"/>
                  <a:pt x="295" y="5662"/>
                </a:cubicBezTo>
                <a:cubicBezTo>
                  <a:pt x="304" y="5638"/>
                  <a:pt x="328" y="5630"/>
                  <a:pt x="351" y="5621"/>
                </a:cubicBezTo>
                <a:cubicBezTo>
                  <a:pt x="361" y="5623"/>
                  <a:pt x="349" y="5632"/>
                  <a:pt x="351" y="5638"/>
                </a:cubicBezTo>
                <a:lnTo>
                  <a:pt x="328" y="5638"/>
                </a:lnTo>
                <a:cubicBezTo>
                  <a:pt x="321" y="5642"/>
                  <a:pt x="328" y="5671"/>
                  <a:pt x="315" y="5659"/>
                </a:cubicBezTo>
                <a:cubicBezTo>
                  <a:pt x="317" y="5671"/>
                  <a:pt x="325" y="5677"/>
                  <a:pt x="322" y="5696"/>
                </a:cubicBezTo>
                <a:cubicBezTo>
                  <a:pt x="341" y="5690"/>
                  <a:pt x="353" y="5696"/>
                  <a:pt x="372" y="5688"/>
                </a:cubicBezTo>
                <a:cubicBezTo>
                  <a:pt x="362" y="5673"/>
                  <a:pt x="338" y="5691"/>
                  <a:pt x="325" y="5682"/>
                </a:cubicBezTo>
                <a:cubicBezTo>
                  <a:pt x="325" y="5678"/>
                  <a:pt x="327" y="5674"/>
                  <a:pt x="330" y="5672"/>
                </a:cubicBezTo>
                <a:cubicBezTo>
                  <a:pt x="336" y="5668"/>
                  <a:pt x="344" y="5669"/>
                  <a:pt x="348" y="5675"/>
                </a:cubicBezTo>
                <a:cubicBezTo>
                  <a:pt x="369" y="5668"/>
                  <a:pt x="370" y="5641"/>
                  <a:pt x="405" y="5647"/>
                </a:cubicBezTo>
                <a:cubicBezTo>
                  <a:pt x="405" y="5653"/>
                  <a:pt x="405" y="5658"/>
                  <a:pt x="405" y="5664"/>
                </a:cubicBezTo>
                <a:lnTo>
                  <a:pt x="428" y="5664"/>
                </a:lnTo>
                <a:cubicBezTo>
                  <a:pt x="427" y="5651"/>
                  <a:pt x="442" y="5655"/>
                  <a:pt x="451" y="5653"/>
                </a:cubicBezTo>
                <a:cubicBezTo>
                  <a:pt x="452" y="5645"/>
                  <a:pt x="455" y="5635"/>
                  <a:pt x="455" y="5629"/>
                </a:cubicBezTo>
                <a:cubicBezTo>
                  <a:pt x="456" y="5624"/>
                  <a:pt x="457" y="5618"/>
                  <a:pt x="457" y="5613"/>
                </a:cubicBezTo>
                <a:lnTo>
                  <a:pt x="448" y="5613"/>
                </a:lnTo>
                <a:cubicBezTo>
                  <a:pt x="451" y="5606"/>
                  <a:pt x="451" y="5598"/>
                  <a:pt x="448" y="5592"/>
                </a:cubicBezTo>
                <a:cubicBezTo>
                  <a:pt x="435" y="5595"/>
                  <a:pt x="432" y="5588"/>
                  <a:pt x="421" y="5589"/>
                </a:cubicBezTo>
                <a:cubicBezTo>
                  <a:pt x="422" y="5581"/>
                  <a:pt x="437" y="5587"/>
                  <a:pt x="444" y="5585"/>
                </a:cubicBezTo>
                <a:cubicBezTo>
                  <a:pt x="444" y="5581"/>
                  <a:pt x="444" y="5576"/>
                  <a:pt x="444" y="5572"/>
                </a:cubicBezTo>
                <a:cubicBezTo>
                  <a:pt x="427" y="5572"/>
                  <a:pt x="428" y="5589"/>
                  <a:pt x="404" y="5582"/>
                </a:cubicBezTo>
                <a:cubicBezTo>
                  <a:pt x="402" y="5598"/>
                  <a:pt x="413" y="5577"/>
                  <a:pt x="411" y="5592"/>
                </a:cubicBezTo>
                <a:lnTo>
                  <a:pt x="394" y="5592"/>
                </a:lnTo>
                <a:cubicBezTo>
                  <a:pt x="391" y="5588"/>
                  <a:pt x="391" y="5580"/>
                  <a:pt x="387" y="5575"/>
                </a:cubicBezTo>
                <a:cubicBezTo>
                  <a:pt x="376" y="5578"/>
                  <a:pt x="365" y="5580"/>
                  <a:pt x="354" y="5579"/>
                </a:cubicBezTo>
                <a:cubicBezTo>
                  <a:pt x="346" y="5586"/>
                  <a:pt x="364" y="5589"/>
                  <a:pt x="354" y="5600"/>
                </a:cubicBezTo>
                <a:cubicBezTo>
                  <a:pt x="350" y="5599"/>
                  <a:pt x="350" y="5592"/>
                  <a:pt x="350" y="5587"/>
                </a:cubicBezTo>
                <a:cubicBezTo>
                  <a:pt x="338" y="5591"/>
                  <a:pt x="323" y="5594"/>
                  <a:pt x="310" y="5597"/>
                </a:cubicBezTo>
                <a:cubicBezTo>
                  <a:pt x="313" y="5608"/>
                  <a:pt x="329" y="5605"/>
                  <a:pt x="337" y="5610"/>
                </a:cubicBezTo>
                <a:cubicBezTo>
                  <a:pt x="327" y="5617"/>
                  <a:pt x="305" y="5612"/>
                  <a:pt x="297" y="5621"/>
                </a:cubicBezTo>
                <a:cubicBezTo>
                  <a:pt x="301" y="5610"/>
                  <a:pt x="287" y="5616"/>
                  <a:pt x="280" y="5615"/>
                </a:cubicBezTo>
                <a:cubicBezTo>
                  <a:pt x="278" y="5607"/>
                  <a:pt x="277" y="5599"/>
                  <a:pt x="277" y="5591"/>
                </a:cubicBezTo>
                <a:cubicBezTo>
                  <a:pt x="271" y="5580"/>
                  <a:pt x="263" y="5589"/>
                  <a:pt x="250" y="5588"/>
                </a:cubicBezTo>
                <a:cubicBezTo>
                  <a:pt x="254" y="5577"/>
                  <a:pt x="254" y="5564"/>
                  <a:pt x="271" y="5567"/>
                </a:cubicBezTo>
                <a:cubicBezTo>
                  <a:pt x="260" y="5558"/>
                  <a:pt x="251" y="5546"/>
                  <a:pt x="243" y="5534"/>
                </a:cubicBezTo>
                <a:lnTo>
                  <a:pt x="257" y="5534"/>
                </a:lnTo>
                <a:cubicBezTo>
                  <a:pt x="254" y="5530"/>
                  <a:pt x="243" y="5512"/>
                  <a:pt x="243" y="5527"/>
                </a:cubicBezTo>
                <a:cubicBezTo>
                  <a:pt x="235" y="5525"/>
                  <a:pt x="236" y="5514"/>
                  <a:pt x="233" y="5506"/>
                </a:cubicBezTo>
                <a:cubicBezTo>
                  <a:pt x="252" y="5488"/>
                  <a:pt x="266" y="5498"/>
                  <a:pt x="293" y="5495"/>
                </a:cubicBezTo>
                <a:cubicBezTo>
                  <a:pt x="303" y="5491"/>
                  <a:pt x="288" y="5482"/>
                  <a:pt x="296" y="5478"/>
                </a:cubicBezTo>
                <a:cubicBezTo>
                  <a:pt x="311" y="5487"/>
                  <a:pt x="309" y="5502"/>
                  <a:pt x="327" y="5512"/>
                </a:cubicBezTo>
                <a:cubicBezTo>
                  <a:pt x="343" y="5511"/>
                  <a:pt x="336" y="5489"/>
                  <a:pt x="347" y="5484"/>
                </a:cubicBezTo>
                <a:cubicBezTo>
                  <a:pt x="353" y="5491"/>
                  <a:pt x="356" y="5499"/>
                  <a:pt x="361" y="5505"/>
                </a:cubicBezTo>
                <a:cubicBezTo>
                  <a:pt x="381" y="5482"/>
                  <a:pt x="434" y="5492"/>
                  <a:pt x="451" y="5467"/>
                </a:cubicBezTo>
                <a:cubicBezTo>
                  <a:pt x="448" y="5462"/>
                  <a:pt x="446" y="5457"/>
                  <a:pt x="438" y="5457"/>
                </a:cubicBezTo>
                <a:cubicBezTo>
                  <a:pt x="418" y="5463"/>
                  <a:pt x="398" y="5467"/>
                  <a:pt x="377" y="5468"/>
                </a:cubicBezTo>
                <a:lnTo>
                  <a:pt x="377" y="5454"/>
                </a:lnTo>
                <a:lnTo>
                  <a:pt x="404" y="5454"/>
                </a:lnTo>
                <a:cubicBezTo>
                  <a:pt x="401" y="5449"/>
                  <a:pt x="389" y="5452"/>
                  <a:pt x="387" y="5444"/>
                </a:cubicBezTo>
                <a:cubicBezTo>
                  <a:pt x="386" y="5432"/>
                  <a:pt x="398" y="5433"/>
                  <a:pt x="400" y="5423"/>
                </a:cubicBezTo>
                <a:cubicBezTo>
                  <a:pt x="404" y="5424"/>
                  <a:pt x="404" y="5430"/>
                  <a:pt x="404" y="5434"/>
                </a:cubicBezTo>
                <a:cubicBezTo>
                  <a:pt x="418" y="5435"/>
                  <a:pt x="414" y="5419"/>
                  <a:pt x="430" y="5423"/>
                </a:cubicBezTo>
                <a:cubicBezTo>
                  <a:pt x="429" y="5413"/>
                  <a:pt x="431" y="5397"/>
                  <a:pt x="420" y="5396"/>
                </a:cubicBezTo>
                <a:cubicBezTo>
                  <a:pt x="423" y="5378"/>
                  <a:pt x="438" y="5361"/>
                  <a:pt x="433" y="5345"/>
                </a:cubicBezTo>
                <a:cubicBezTo>
                  <a:pt x="422" y="5361"/>
                  <a:pt x="409" y="5376"/>
                  <a:pt x="396" y="5390"/>
                </a:cubicBezTo>
                <a:cubicBezTo>
                  <a:pt x="391" y="5384"/>
                  <a:pt x="390" y="5366"/>
                  <a:pt x="403" y="5369"/>
                </a:cubicBezTo>
                <a:cubicBezTo>
                  <a:pt x="397" y="5361"/>
                  <a:pt x="379" y="5366"/>
                  <a:pt x="376" y="5356"/>
                </a:cubicBezTo>
                <a:cubicBezTo>
                  <a:pt x="373" y="5345"/>
                  <a:pt x="388" y="5353"/>
                  <a:pt x="389" y="5345"/>
                </a:cubicBezTo>
                <a:cubicBezTo>
                  <a:pt x="390" y="5338"/>
                  <a:pt x="379" y="5342"/>
                  <a:pt x="379" y="5335"/>
                </a:cubicBezTo>
                <a:cubicBezTo>
                  <a:pt x="371" y="5334"/>
                  <a:pt x="381" y="5351"/>
                  <a:pt x="369" y="5346"/>
                </a:cubicBezTo>
                <a:cubicBezTo>
                  <a:pt x="376" y="5336"/>
                  <a:pt x="359" y="5331"/>
                  <a:pt x="355" y="5322"/>
                </a:cubicBezTo>
                <a:cubicBezTo>
                  <a:pt x="361" y="5312"/>
                  <a:pt x="372" y="5306"/>
                  <a:pt x="372" y="5291"/>
                </a:cubicBezTo>
                <a:cubicBezTo>
                  <a:pt x="376" y="5301"/>
                  <a:pt x="380" y="5296"/>
                  <a:pt x="388" y="5291"/>
                </a:cubicBezTo>
                <a:cubicBezTo>
                  <a:pt x="391" y="5281"/>
                  <a:pt x="380" y="5285"/>
                  <a:pt x="378" y="5278"/>
                </a:cubicBezTo>
                <a:cubicBezTo>
                  <a:pt x="373" y="5282"/>
                  <a:pt x="375" y="5293"/>
                  <a:pt x="362" y="5289"/>
                </a:cubicBezTo>
                <a:cubicBezTo>
                  <a:pt x="360" y="5279"/>
                  <a:pt x="379" y="5259"/>
                  <a:pt x="358" y="5262"/>
                </a:cubicBezTo>
                <a:cubicBezTo>
                  <a:pt x="374" y="5250"/>
                  <a:pt x="399" y="5246"/>
                  <a:pt x="408" y="5237"/>
                </a:cubicBezTo>
                <a:cubicBezTo>
                  <a:pt x="420" y="5237"/>
                  <a:pt x="421" y="5248"/>
                  <a:pt x="421" y="5261"/>
                </a:cubicBezTo>
                <a:cubicBezTo>
                  <a:pt x="431" y="5253"/>
                  <a:pt x="445" y="5236"/>
                  <a:pt x="434" y="5220"/>
                </a:cubicBezTo>
                <a:cubicBezTo>
                  <a:pt x="414" y="5220"/>
                  <a:pt x="412" y="5238"/>
                  <a:pt x="387" y="5234"/>
                </a:cubicBezTo>
                <a:cubicBezTo>
                  <a:pt x="402" y="5219"/>
                  <a:pt x="411" y="5200"/>
                  <a:pt x="441" y="5200"/>
                </a:cubicBezTo>
                <a:cubicBezTo>
                  <a:pt x="448" y="5189"/>
                  <a:pt x="460" y="5183"/>
                  <a:pt x="473" y="5186"/>
                </a:cubicBezTo>
                <a:cubicBezTo>
                  <a:pt x="471" y="5180"/>
                  <a:pt x="471" y="5174"/>
                  <a:pt x="469" y="5168"/>
                </a:cubicBezTo>
                <a:cubicBezTo>
                  <a:pt x="435" y="5176"/>
                  <a:pt x="399" y="5166"/>
                  <a:pt x="373" y="5143"/>
                </a:cubicBezTo>
                <a:cubicBezTo>
                  <a:pt x="370" y="5132"/>
                  <a:pt x="378" y="5132"/>
                  <a:pt x="383" y="5129"/>
                </a:cubicBezTo>
                <a:cubicBezTo>
                  <a:pt x="376" y="5124"/>
                  <a:pt x="366" y="5124"/>
                  <a:pt x="362" y="5116"/>
                </a:cubicBezTo>
                <a:cubicBezTo>
                  <a:pt x="366" y="5103"/>
                  <a:pt x="383" y="5117"/>
                  <a:pt x="399" y="5112"/>
                </a:cubicBezTo>
                <a:cubicBezTo>
                  <a:pt x="399" y="5109"/>
                  <a:pt x="399" y="5105"/>
                  <a:pt x="399" y="5102"/>
                </a:cubicBezTo>
                <a:cubicBezTo>
                  <a:pt x="399" y="5095"/>
                  <a:pt x="387" y="5101"/>
                  <a:pt x="382" y="5099"/>
                </a:cubicBezTo>
                <a:cubicBezTo>
                  <a:pt x="385" y="5090"/>
                  <a:pt x="399" y="5091"/>
                  <a:pt x="406" y="5085"/>
                </a:cubicBezTo>
                <a:cubicBezTo>
                  <a:pt x="409" y="5095"/>
                  <a:pt x="410" y="5097"/>
                  <a:pt x="402" y="5102"/>
                </a:cubicBezTo>
                <a:cubicBezTo>
                  <a:pt x="402" y="5103"/>
                  <a:pt x="403" y="5104"/>
                  <a:pt x="403" y="5105"/>
                </a:cubicBezTo>
                <a:lnTo>
                  <a:pt x="403" y="5105"/>
                </a:lnTo>
                <a:lnTo>
                  <a:pt x="402" y="5105"/>
                </a:lnTo>
                <a:lnTo>
                  <a:pt x="402" y="5107"/>
                </a:lnTo>
                <a:cubicBezTo>
                  <a:pt x="403" y="5113"/>
                  <a:pt x="402" y="5119"/>
                  <a:pt x="409" y="5115"/>
                </a:cubicBezTo>
                <a:lnTo>
                  <a:pt x="409" y="5108"/>
                </a:lnTo>
                <a:lnTo>
                  <a:pt x="410" y="5109"/>
                </a:lnTo>
                <a:cubicBezTo>
                  <a:pt x="414" y="5109"/>
                  <a:pt x="418" y="5109"/>
                  <a:pt x="423" y="5109"/>
                </a:cubicBezTo>
                <a:cubicBezTo>
                  <a:pt x="431" y="5092"/>
                  <a:pt x="446" y="5094"/>
                  <a:pt x="460" y="5103"/>
                </a:cubicBezTo>
                <a:cubicBezTo>
                  <a:pt x="458" y="5088"/>
                  <a:pt x="456" y="5073"/>
                  <a:pt x="456" y="5059"/>
                </a:cubicBezTo>
                <a:cubicBezTo>
                  <a:pt x="454" y="5061"/>
                  <a:pt x="453" y="5064"/>
                  <a:pt x="453" y="5067"/>
                </a:cubicBezTo>
                <a:cubicBezTo>
                  <a:pt x="444" y="5064"/>
                  <a:pt x="435" y="5063"/>
                  <a:pt x="426" y="5064"/>
                </a:cubicBezTo>
                <a:cubicBezTo>
                  <a:pt x="426" y="5060"/>
                  <a:pt x="426" y="5056"/>
                  <a:pt x="426" y="5051"/>
                </a:cubicBezTo>
                <a:lnTo>
                  <a:pt x="399" y="5051"/>
                </a:lnTo>
                <a:cubicBezTo>
                  <a:pt x="413" y="5035"/>
                  <a:pt x="438" y="5048"/>
                  <a:pt x="452" y="5037"/>
                </a:cubicBezTo>
                <a:cubicBezTo>
                  <a:pt x="451" y="5041"/>
                  <a:pt x="453" y="5043"/>
                  <a:pt x="455" y="5043"/>
                </a:cubicBezTo>
                <a:cubicBezTo>
                  <a:pt x="455" y="5036"/>
                  <a:pt x="455" y="5030"/>
                  <a:pt x="455" y="5022"/>
                </a:cubicBezTo>
                <a:cubicBezTo>
                  <a:pt x="446" y="5028"/>
                  <a:pt x="436" y="5031"/>
                  <a:pt x="425" y="5030"/>
                </a:cubicBezTo>
                <a:cubicBezTo>
                  <a:pt x="426" y="5024"/>
                  <a:pt x="424" y="5020"/>
                  <a:pt x="418" y="5020"/>
                </a:cubicBezTo>
                <a:cubicBezTo>
                  <a:pt x="427" y="5013"/>
                  <a:pt x="441" y="5006"/>
                  <a:pt x="431" y="4990"/>
                </a:cubicBezTo>
                <a:cubicBezTo>
                  <a:pt x="444" y="4989"/>
                  <a:pt x="440" y="4985"/>
                  <a:pt x="438" y="4976"/>
                </a:cubicBezTo>
                <a:cubicBezTo>
                  <a:pt x="443" y="4971"/>
                  <a:pt x="450" y="4970"/>
                  <a:pt x="457" y="4972"/>
                </a:cubicBezTo>
                <a:cubicBezTo>
                  <a:pt x="458" y="4964"/>
                  <a:pt x="460" y="4957"/>
                  <a:pt x="460" y="4950"/>
                </a:cubicBezTo>
                <a:cubicBezTo>
                  <a:pt x="448" y="4952"/>
                  <a:pt x="436" y="4953"/>
                  <a:pt x="424" y="4953"/>
                </a:cubicBezTo>
                <a:cubicBezTo>
                  <a:pt x="420" y="4938"/>
                  <a:pt x="425" y="4934"/>
                  <a:pt x="424" y="4915"/>
                </a:cubicBezTo>
                <a:cubicBezTo>
                  <a:pt x="397" y="4917"/>
                  <a:pt x="398" y="4946"/>
                  <a:pt x="388" y="4963"/>
                </a:cubicBezTo>
                <a:cubicBezTo>
                  <a:pt x="378" y="4963"/>
                  <a:pt x="378" y="4952"/>
                  <a:pt x="378" y="4942"/>
                </a:cubicBezTo>
                <a:cubicBezTo>
                  <a:pt x="384" y="4944"/>
                  <a:pt x="389" y="4942"/>
                  <a:pt x="394" y="4939"/>
                </a:cubicBezTo>
                <a:cubicBezTo>
                  <a:pt x="393" y="4931"/>
                  <a:pt x="379" y="4938"/>
                  <a:pt x="374" y="4936"/>
                </a:cubicBezTo>
                <a:cubicBezTo>
                  <a:pt x="364" y="4930"/>
                  <a:pt x="391" y="4932"/>
                  <a:pt x="397" y="4932"/>
                </a:cubicBezTo>
                <a:cubicBezTo>
                  <a:pt x="374" y="4925"/>
                  <a:pt x="350" y="4922"/>
                  <a:pt x="327" y="4923"/>
                </a:cubicBezTo>
                <a:cubicBezTo>
                  <a:pt x="326" y="4918"/>
                  <a:pt x="328" y="4909"/>
                  <a:pt x="323" y="4909"/>
                </a:cubicBezTo>
                <a:cubicBezTo>
                  <a:pt x="310" y="4925"/>
                  <a:pt x="282" y="4923"/>
                  <a:pt x="263" y="4917"/>
                </a:cubicBezTo>
                <a:cubicBezTo>
                  <a:pt x="262" y="4911"/>
                  <a:pt x="266" y="4900"/>
                  <a:pt x="256" y="4904"/>
                </a:cubicBezTo>
                <a:cubicBezTo>
                  <a:pt x="258" y="4900"/>
                  <a:pt x="262" y="4900"/>
                  <a:pt x="262" y="4893"/>
                </a:cubicBezTo>
                <a:cubicBezTo>
                  <a:pt x="273" y="4897"/>
                  <a:pt x="285" y="4900"/>
                  <a:pt x="289" y="4910"/>
                </a:cubicBezTo>
                <a:cubicBezTo>
                  <a:pt x="300" y="4908"/>
                  <a:pt x="304" y="4899"/>
                  <a:pt x="316" y="4899"/>
                </a:cubicBezTo>
                <a:cubicBezTo>
                  <a:pt x="330" y="4913"/>
                  <a:pt x="350" y="4919"/>
                  <a:pt x="370" y="4915"/>
                </a:cubicBezTo>
                <a:cubicBezTo>
                  <a:pt x="374" y="4904"/>
                  <a:pt x="360" y="4910"/>
                  <a:pt x="353" y="4909"/>
                </a:cubicBezTo>
                <a:cubicBezTo>
                  <a:pt x="360" y="4892"/>
                  <a:pt x="390" y="4899"/>
                  <a:pt x="396" y="4881"/>
                </a:cubicBezTo>
                <a:cubicBezTo>
                  <a:pt x="407" y="4886"/>
                  <a:pt x="417" y="4894"/>
                  <a:pt x="423" y="4905"/>
                </a:cubicBezTo>
                <a:cubicBezTo>
                  <a:pt x="430" y="4904"/>
                  <a:pt x="450" y="4893"/>
                  <a:pt x="450" y="4908"/>
                </a:cubicBezTo>
                <a:cubicBezTo>
                  <a:pt x="465" y="4895"/>
                  <a:pt x="441" y="4895"/>
                  <a:pt x="450" y="4874"/>
                </a:cubicBezTo>
                <a:lnTo>
                  <a:pt x="474" y="4874"/>
                </a:lnTo>
                <a:cubicBezTo>
                  <a:pt x="476" y="4867"/>
                  <a:pt x="478" y="4860"/>
                  <a:pt x="479" y="4853"/>
                </a:cubicBezTo>
                <a:lnTo>
                  <a:pt x="479" y="4848"/>
                </a:lnTo>
                <a:cubicBezTo>
                  <a:pt x="466" y="4848"/>
                  <a:pt x="452" y="4850"/>
                  <a:pt x="438" y="4854"/>
                </a:cubicBezTo>
                <a:cubicBezTo>
                  <a:pt x="432" y="4834"/>
                  <a:pt x="436" y="4824"/>
                  <a:pt x="424" y="4824"/>
                </a:cubicBezTo>
                <a:cubicBezTo>
                  <a:pt x="439" y="4813"/>
                  <a:pt x="456" y="4807"/>
                  <a:pt x="474" y="4806"/>
                </a:cubicBezTo>
                <a:lnTo>
                  <a:pt x="470" y="4773"/>
                </a:lnTo>
                <a:cubicBezTo>
                  <a:pt x="462" y="4779"/>
                  <a:pt x="455" y="4792"/>
                  <a:pt x="467" y="4797"/>
                </a:cubicBezTo>
                <a:cubicBezTo>
                  <a:pt x="461" y="4802"/>
                  <a:pt x="449" y="4801"/>
                  <a:pt x="440" y="4804"/>
                </a:cubicBezTo>
                <a:cubicBezTo>
                  <a:pt x="450" y="4802"/>
                  <a:pt x="456" y="4786"/>
                  <a:pt x="436" y="4790"/>
                </a:cubicBezTo>
                <a:cubicBezTo>
                  <a:pt x="436" y="4789"/>
                  <a:pt x="435" y="4788"/>
                  <a:pt x="435" y="4787"/>
                </a:cubicBezTo>
                <a:cubicBezTo>
                  <a:pt x="428" y="4773"/>
                  <a:pt x="435" y="4756"/>
                  <a:pt x="449" y="4749"/>
                </a:cubicBezTo>
                <a:cubicBezTo>
                  <a:pt x="442" y="4742"/>
                  <a:pt x="421" y="4748"/>
                  <a:pt x="409" y="4747"/>
                </a:cubicBezTo>
                <a:cubicBezTo>
                  <a:pt x="414" y="4737"/>
                  <a:pt x="423" y="4733"/>
                  <a:pt x="430" y="4726"/>
                </a:cubicBezTo>
                <a:cubicBezTo>
                  <a:pt x="438" y="4727"/>
                  <a:pt x="446" y="4729"/>
                  <a:pt x="453" y="4732"/>
                </a:cubicBezTo>
                <a:cubicBezTo>
                  <a:pt x="462" y="4734"/>
                  <a:pt x="451" y="4716"/>
                  <a:pt x="460" y="4719"/>
                </a:cubicBezTo>
                <a:cubicBezTo>
                  <a:pt x="461" y="4720"/>
                  <a:pt x="462" y="4722"/>
                  <a:pt x="464" y="4723"/>
                </a:cubicBezTo>
                <a:lnTo>
                  <a:pt x="462" y="4712"/>
                </a:lnTo>
                <a:cubicBezTo>
                  <a:pt x="447" y="4715"/>
                  <a:pt x="432" y="4718"/>
                  <a:pt x="416" y="4719"/>
                </a:cubicBezTo>
                <a:cubicBezTo>
                  <a:pt x="417" y="4707"/>
                  <a:pt x="409" y="4703"/>
                  <a:pt x="409" y="4692"/>
                </a:cubicBezTo>
                <a:cubicBezTo>
                  <a:pt x="402" y="4697"/>
                  <a:pt x="397" y="4705"/>
                  <a:pt x="396" y="4713"/>
                </a:cubicBezTo>
                <a:cubicBezTo>
                  <a:pt x="380" y="4705"/>
                  <a:pt x="351" y="4710"/>
                  <a:pt x="342" y="4693"/>
                </a:cubicBezTo>
                <a:cubicBezTo>
                  <a:pt x="358" y="4687"/>
                  <a:pt x="384" y="4687"/>
                  <a:pt x="385" y="4666"/>
                </a:cubicBezTo>
                <a:cubicBezTo>
                  <a:pt x="410" y="4661"/>
                  <a:pt x="415" y="4675"/>
                  <a:pt x="427" y="4682"/>
                </a:cubicBezTo>
                <a:cubicBezTo>
                  <a:pt x="431" y="4673"/>
                  <a:pt x="430" y="4668"/>
                  <a:pt x="427" y="4665"/>
                </a:cubicBezTo>
                <a:cubicBezTo>
                  <a:pt x="430" y="4665"/>
                  <a:pt x="434" y="4665"/>
                  <a:pt x="434" y="4662"/>
                </a:cubicBezTo>
                <a:cubicBezTo>
                  <a:pt x="429" y="4661"/>
                  <a:pt x="428" y="4655"/>
                  <a:pt x="424" y="4655"/>
                </a:cubicBezTo>
                <a:cubicBezTo>
                  <a:pt x="424" y="4658"/>
                  <a:pt x="424" y="4660"/>
                  <a:pt x="424" y="4663"/>
                </a:cubicBezTo>
                <a:cubicBezTo>
                  <a:pt x="406" y="4655"/>
                  <a:pt x="356" y="4670"/>
                  <a:pt x="356" y="4642"/>
                </a:cubicBezTo>
                <a:cubicBezTo>
                  <a:pt x="363" y="4636"/>
                  <a:pt x="381" y="4640"/>
                  <a:pt x="393" y="4638"/>
                </a:cubicBezTo>
                <a:cubicBezTo>
                  <a:pt x="400" y="4628"/>
                  <a:pt x="399" y="4611"/>
                  <a:pt x="416" y="4611"/>
                </a:cubicBezTo>
                <a:cubicBezTo>
                  <a:pt x="416" y="4602"/>
                  <a:pt x="415" y="4592"/>
                  <a:pt x="419" y="4587"/>
                </a:cubicBezTo>
                <a:cubicBezTo>
                  <a:pt x="416" y="4581"/>
                  <a:pt x="407" y="4581"/>
                  <a:pt x="402" y="4577"/>
                </a:cubicBezTo>
                <a:cubicBezTo>
                  <a:pt x="389" y="4593"/>
                  <a:pt x="375" y="4570"/>
                  <a:pt x="362" y="4585"/>
                </a:cubicBezTo>
                <a:cubicBezTo>
                  <a:pt x="362" y="4570"/>
                  <a:pt x="341" y="4578"/>
                  <a:pt x="341" y="4564"/>
                </a:cubicBezTo>
                <a:cubicBezTo>
                  <a:pt x="356" y="4577"/>
                  <a:pt x="381" y="4559"/>
                  <a:pt x="392" y="4577"/>
                </a:cubicBezTo>
                <a:cubicBezTo>
                  <a:pt x="400" y="4575"/>
                  <a:pt x="393" y="4560"/>
                  <a:pt x="395" y="4553"/>
                </a:cubicBezTo>
                <a:cubicBezTo>
                  <a:pt x="407" y="4550"/>
                  <a:pt x="418" y="4542"/>
                  <a:pt x="425" y="4532"/>
                </a:cubicBezTo>
                <a:cubicBezTo>
                  <a:pt x="423" y="4529"/>
                  <a:pt x="421" y="4526"/>
                  <a:pt x="421" y="4522"/>
                </a:cubicBezTo>
                <a:cubicBezTo>
                  <a:pt x="421" y="4515"/>
                  <a:pt x="407" y="4521"/>
                  <a:pt x="401" y="4519"/>
                </a:cubicBezTo>
                <a:cubicBezTo>
                  <a:pt x="412" y="4499"/>
                  <a:pt x="442" y="4515"/>
                  <a:pt x="461" y="4511"/>
                </a:cubicBezTo>
                <a:cubicBezTo>
                  <a:pt x="465" y="4521"/>
                  <a:pt x="455" y="4526"/>
                  <a:pt x="465" y="4538"/>
                </a:cubicBezTo>
                <a:lnTo>
                  <a:pt x="471" y="4537"/>
                </a:lnTo>
                <a:cubicBezTo>
                  <a:pt x="475" y="4515"/>
                  <a:pt x="480" y="4494"/>
                  <a:pt x="486" y="4473"/>
                </a:cubicBezTo>
                <a:cubicBezTo>
                  <a:pt x="477" y="4472"/>
                  <a:pt x="475" y="4459"/>
                  <a:pt x="480" y="4454"/>
                </a:cubicBezTo>
                <a:cubicBezTo>
                  <a:pt x="485" y="4455"/>
                  <a:pt x="488" y="4457"/>
                  <a:pt x="490" y="4457"/>
                </a:cubicBezTo>
                <a:cubicBezTo>
                  <a:pt x="495" y="4443"/>
                  <a:pt x="500" y="4429"/>
                  <a:pt x="505" y="4415"/>
                </a:cubicBezTo>
                <a:lnTo>
                  <a:pt x="503" y="4412"/>
                </a:lnTo>
                <a:cubicBezTo>
                  <a:pt x="499" y="4398"/>
                  <a:pt x="496" y="4382"/>
                  <a:pt x="493" y="4368"/>
                </a:cubicBezTo>
                <a:cubicBezTo>
                  <a:pt x="489" y="4372"/>
                  <a:pt x="488" y="4378"/>
                  <a:pt x="479" y="4378"/>
                </a:cubicBezTo>
                <a:cubicBezTo>
                  <a:pt x="480" y="4367"/>
                  <a:pt x="486" y="4360"/>
                  <a:pt x="476" y="4355"/>
                </a:cubicBezTo>
                <a:cubicBezTo>
                  <a:pt x="465" y="4357"/>
                  <a:pt x="471" y="4364"/>
                  <a:pt x="472" y="4372"/>
                </a:cubicBezTo>
                <a:cubicBezTo>
                  <a:pt x="451" y="4364"/>
                  <a:pt x="466" y="4337"/>
                  <a:pt x="462" y="4324"/>
                </a:cubicBezTo>
                <a:cubicBezTo>
                  <a:pt x="446" y="4334"/>
                  <a:pt x="455" y="4366"/>
                  <a:pt x="439" y="4375"/>
                </a:cubicBezTo>
                <a:cubicBezTo>
                  <a:pt x="427" y="4367"/>
                  <a:pt x="432" y="4360"/>
                  <a:pt x="432" y="4342"/>
                </a:cubicBezTo>
                <a:cubicBezTo>
                  <a:pt x="412" y="4332"/>
                  <a:pt x="416" y="4296"/>
                  <a:pt x="435" y="4288"/>
                </a:cubicBezTo>
                <a:cubicBezTo>
                  <a:pt x="400" y="4257"/>
                  <a:pt x="340" y="4288"/>
                  <a:pt x="307" y="4269"/>
                </a:cubicBezTo>
                <a:cubicBezTo>
                  <a:pt x="296" y="4274"/>
                  <a:pt x="292" y="4286"/>
                  <a:pt x="287" y="4297"/>
                </a:cubicBezTo>
                <a:cubicBezTo>
                  <a:pt x="285" y="4280"/>
                  <a:pt x="272" y="4275"/>
                  <a:pt x="257" y="4273"/>
                </a:cubicBezTo>
                <a:cubicBezTo>
                  <a:pt x="257" y="4268"/>
                  <a:pt x="257" y="4262"/>
                  <a:pt x="257" y="4256"/>
                </a:cubicBezTo>
                <a:cubicBezTo>
                  <a:pt x="273" y="4255"/>
                  <a:pt x="285" y="4251"/>
                  <a:pt x="300" y="4249"/>
                </a:cubicBezTo>
                <a:cubicBezTo>
                  <a:pt x="305" y="4257"/>
                  <a:pt x="307" y="4255"/>
                  <a:pt x="304" y="4266"/>
                </a:cubicBezTo>
                <a:cubicBezTo>
                  <a:pt x="339" y="4285"/>
                  <a:pt x="355" y="4251"/>
                  <a:pt x="381" y="4255"/>
                </a:cubicBezTo>
                <a:cubicBezTo>
                  <a:pt x="382" y="4264"/>
                  <a:pt x="362" y="4252"/>
                  <a:pt x="364" y="4262"/>
                </a:cubicBezTo>
                <a:cubicBezTo>
                  <a:pt x="361" y="4274"/>
                  <a:pt x="380" y="4266"/>
                  <a:pt x="387" y="4268"/>
                </a:cubicBezTo>
                <a:cubicBezTo>
                  <a:pt x="392" y="4248"/>
                  <a:pt x="430" y="4246"/>
                  <a:pt x="441" y="4244"/>
                </a:cubicBezTo>
                <a:cubicBezTo>
                  <a:pt x="443" y="4231"/>
                  <a:pt x="454" y="4229"/>
                  <a:pt x="461" y="4223"/>
                </a:cubicBezTo>
                <a:cubicBezTo>
                  <a:pt x="459" y="4205"/>
                  <a:pt x="446" y="4212"/>
                  <a:pt x="431" y="4213"/>
                </a:cubicBezTo>
                <a:cubicBezTo>
                  <a:pt x="435" y="4209"/>
                  <a:pt x="432" y="4208"/>
                  <a:pt x="431" y="4203"/>
                </a:cubicBezTo>
                <a:cubicBezTo>
                  <a:pt x="409" y="4201"/>
                  <a:pt x="399" y="4219"/>
                  <a:pt x="391" y="4197"/>
                </a:cubicBezTo>
                <a:cubicBezTo>
                  <a:pt x="399" y="4195"/>
                  <a:pt x="415" y="4201"/>
                  <a:pt x="418" y="4193"/>
                </a:cubicBezTo>
                <a:cubicBezTo>
                  <a:pt x="420" y="4175"/>
                  <a:pt x="384" y="4199"/>
                  <a:pt x="391" y="4176"/>
                </a:cubicBezTo>
                <a:cubicBezTo>
                  <a:pt x="378" y="4183"/>
                  <a:pt x="360" y="4182"/>
                  <a:pt x="364" y="4204"/>
                </a:cubicBezTo>
                <a:cubicBezTo>
                  <a:pt x="355" y="4201"/>
                  <a:pt x="356" y="4187"/>
                  <a:pt x="354" y="4177"/>
                </a:cubicBezTo>
                <a:cubicBezTo>
                  <a:pt x="361" y="4172"/>
                  <a:pt x="369" y="4167"/>
                  <a:pt x="377" y="4163"/>
                </a:cubicBezTo>
                <a:cubicBezTo>
                  <a:pt x="385" y="4165"/>
                  <a:pt x="389" y="4171"/>
                  <a:pt x="394" y="4176"/>
                </a:cubicBezTo>
                <a:cubicBezTo>
                  <a:pt x="401" y="4171"/>
                  <a:pt x="411" y="4152"/>
                  <a:pt x="421" y="4169"/>
                </a:cubicBezTo>
                <a:cubicBezTo>
                  <a:pt x="424" y="4155"/>
                  <a:pt x="420" y="4140"/>
                  <a:pt x="410" y="4129"/>
                </a:cubicBezTo>
                <a:cubicBezTo>
                  <a:pt x="400" y="4127"/>
                  <a:pt x="404" y="4136"/>
                  <a:pt x="400" y="4139"/>
                </a:cubicBezTo>
                <a:cubicBezTo>
                  <a:pt x="388" y="4140"/>
                  <a:pt x="400" y="4116"/>
                  <a:pt x="383" y="4122"/>
                </a:cubicBezTo>
                <a:lnTo>
                  <a:pt x="383" y="4099"/>
                </a:lnTo>
                <a:cubicBezTo>
                  <a:pt x="374" y="4094"/>
                  <a:pt x="363" y="4090"/>
                  <a:pt x="353" y="4086"/>
                </a:cubicBezTo>
                <a:cubicBezTo>
                  <a:pt x="362" y="4078"/>
                  <a:pt x="366" y="4067"/>
                  <a:pt x="383" y="4068"/>
                </a:cubicBezTo>
                <a:cubicBezTo>
                  <a:pt x="385" y="4077"/>
                  <a:pt x="385" y="4087"/>
                  <a:pt x="383" y="4095"/>
                </a:cubicBezTo>
                <a:cubicBezTo>
                  <a:pt x="387" y="4076"/>
                  <a:pt x="409" y="4075"/>
                  <a:pt x="416" y="4058"/>
                </a:cubicBezTo>
                <a:lnTo>
                  <a:pt x="439" y="4058"/>
                </a:lnTo>
                <a:cubicBezTo>
                  <a:pt x="446" y="4053"/>
                  <a:pt x="440" y="4038"/>
                  <a:pt x="453" y="4040"/>
                </a:cubicBezTo>
                <a:lnTo>
                  <a:pt x="454" y="4040"/>
                </a:lnTo>
                <a:lnTo>
                  <a:pt x="453" y="4040"/>
                </a:lnTo>
                <a:cubicBezTo>
                  <a:pt x="452" y="4041"/>
                  <a:pt x="452" y="4043"/>
                  <a:pt x="453" y="4047"/>
                </a:cubicBezTo>
                <a:cubicBezTo>
                  <a:pt x="458" y="4053"/>
                  <a:pt x="467" y="4056"/>
                  <a:pt x="474" y="4060"/>
                </a:cubicBezTo>
                <a:lnTo>
                  <a:pt x="475" y="4061"/>
                </a:lnTo>
                <a:cubicBezTo>
                  <a:pt x="474" y="4055"/>
                  <a:pt x="478" y="4053"/>
                  <a:pt x="477" y="4046"/>
                </a:cubicBezTo>
                <a:cubicBezTo>
                  <a:pt x="464" y="4052"/>
                  <a:pt x="475" y="4032"/>
                  <a:pt x="466" y="4033"/>
                </a:cubicBezTo>
                <a:cubicBezTo>
                  <a:pt x="465" y="4037"/>
                  <a:pt x="459" y="4037"/>
                  <a:pt x="455" y="4039"/>
                </a:cubicBezTo>
                <a:lnTo>
                  <a:pt x="454" y="4039"/>
                </a:lnTo>
                <a:lnTo>
                  <a:pt x="453" y="4038"/>
                </a:lnTo>
                <a:cubicBezTo>
                  <a:pt x="450" y="4035"/>
                  <a:pt x="446" y="4034"/>
                  <a:pt x="442" y="4034"/>
                </a:cubicBezTo>
                <a:cubicBezTo>
                  <a:pt x="439" y="4020"/>
                  <a:pt x="450" y="4021"/>
                  <a:pt x="452" y="4013"/>
                </a:cubicBezTo>
                <a:cubicBezTo>
                  <a:pt x="446" y="4006"/>
                  <a:pt x="444" y="4013"/>
                  <a:pt x="435" y="4013"/>
                </a:cubicBezTo>
                <a:cubicBezTo>
                  <a:pt x="435" y="4022"/>
                  <a:pt x="435" y="4031"/>
                  <a:pt x="435" y="4040"/>
                </a:cubicBezTo>
                <a:cubicBezTo>
                  <a:pt x="424" y="4038"/>
                  <a:pt x="412" y="4040"/>
                  <a:pt x="402" y="4047"/>
                </a:cubicBezTo>
                <a:cubicBezTo>
                  <a:pt x="395" y="4026"/>
                  <a:pt x="385" y="4006"/>
                  <a:pt x="374" y="3987"/>
                </a:cubicBezTo>
                <a:cubicBezTo>
                  <a:pt x="363" y="3990"/>
                  <a:pt x="375" y="4011"/>
                  <a:pt x="358" y="4014"/>
                </a:cubicBezTo>
                <a:cubicBezTo>
                  <a:pt x="350" y="4002"/>
                  <a:pt x="339" y="3983"/>
                  <a:pt x="361" y="3973"/>
                </a:cubicBezTo>
                <a:cubicBezTo>
                  <a:pt x="329" y="3976"/>
                  <a:pt x="311" y="3973"/>
                  <a:pt x="311" y="4015"/>
                </a:cubicBezTo>
                <a:lnTo>
                  <a:pt x="290" y="4015"/>
                </a:lnTo>
                <a:cubicBezTo>
                  <a:pt x="286" y="4007"/>
                  <a:pt x="286" y="3997"/>
                  <a:pt x="290" y="3988"/>
                </a:cubicBezTo>
                <a:cubicBezTo>
                  <a:pt x="277" y="3983"/>
                  <a:pt x="284" y="3997"/>
                  <a:pt x="273" y="3995"/>
                </a:cubicBezTo>
                <a:cubicBezTo>
                  <a:pt x="280" y="3985"/>
                  <a:pt x="282" y="3973"/>
                  <a:pt x="280" y="3961"/>
                </a:cubicBezTo>
                <a:cubicBezTo>
                  <a:pt x="267" y="3981"/>
                  <a:pt x="252" y="3960"/>
                  <a:pt x="226" y="3965"/>
                </a:cubicBezTo>
                <a:cubicBezTo>
                  <a:pt x="223" y="3941"/>
                  <a:pt x="237" y="3956"/>
                  <a:pt x="242" y="3941"/>
                </a:cubicBezTo>
                <a:cubicBezTo>
                  <a:pt x="234" y="3934"/>
                  <a:pt x="248" y="3904"/>
                  <a:pt x="229" y="3908"/>
                </a:cubicBezTo>
                <a:cubicBezTo>
                  <a:pt x="222" y="3899"/>
                  <a:pt x="244" y="3910"/>
                  <a:pt x="252" y="3908"/>
                </a:cubicBezTo>
                <a:cubicBezTo>
                  <a:pt x="255" y="3897"/>
                  <a:pt x="265" y="3895"/>
                  <a:pt x="265" y="3881"/>
                </a:cubicBezTo>
                <a:cubicBezTo>
                  <a:pt x="270" y="3884"/>
                  <a:pt x="277" y="3887"/>
                  <a:pt x="278" y="3894"/>
                </a:cubicBezTo>
                <a:lnTo>
                  <a:pt x="278" y="3894"/>
                </a:lnTo>
                <a:lnTo>
                  <a:pt x="278" y="3894"/>
                </a:lnTo>
                <a:lnTo>
                  <a:pt x="278" y="3900"/>
                </a:lnTo>
                <a:lnTo>
                  <a:pt x="284" y="3901"/>
                </a:lnTo>
                <a:lnTo>
                  <a:pt x="284" y="3898"/>
                </a:lnTo>
                <a:lnTo>
                  <a:pt x="286" y="3898"/>
                </a:lnTo>
                <a:cubicBezTo>
                  <a:pt x="288" y="3898"/>
                  <a:pt x="290" y="3898"/>
                  <a:pt x="292" y="3898"/>
                </a:cubicBezTo>
                <a:lnTo>
                  <a:pt x="292" y="3897"/>
                </a:lnTo>
                <a:lnTo>
                  <a:pt x="292" y="3900"/>
                </a:lnTo>
                <a:cubicBezTo>
                  <a:pt x="292" y="3906"/>
                  <a:pt x="290" y="3913"/>
                  <a:pt x="285" y="3917"/>
                </a:cubicBezTo>
                <a:lnTo>
                  <a:pt x="284" y="3919"/>
                </a:lnTo>
                <a:cubicBezTo>
                  <a:pt x="305" y="3921"/>
                  <a:pt x="308" y="3915"/>
                  <a:pt x="306" y="3900"/>
                </a:cubicBezTo>
                <a:lnTo>
                  <a:pt x="305" y="3894"/>
                </a:lnTo>
                <a:lnTo>
                  <a:pt x="306" y="3893"/>
                </a:lnTo>
                <a:cubicBezTo>
                  <a:pt x="310" y="3891"/>
                  <a:pt x="313" y="3887"/>
                  <a:pt x="315" y="3883"/>
                </a:cubicBezTo>
                <a:cubicBezTo>
                  <a:pt x="331" y="3891"/>
                  <a:pt x="317" y="3915"/>
                  <a:pt x="320" y="3930"/>
                </a:cubicBezTo>
                <a:cubicBezTo>
                  <a:pt x="323" y="3938"/>
                  <a:pt x="341" y="3931"/>
                  <a:pt x="350" y="3934"/>
                </a:cubicBezTo>
                <a:cubicBezTo>
                  <a:pt x="356" y="3899"/>
                  <a:pt x="333" y="3897"/>
                  <a:pt x="342" y="3869"/>
                </a:cubicBezTo>
                <a:cubicBezTo>
                  <a:pt x="377" y="3860"/>
                  <a:pt x="410" y="3877"/>
                  <a:pt x="439" y="3865"/>
                </a:cubicBezTo>
                <a:cubicBezTo>
                  <a:pt x="419" y="3853"/>
                  <a:pt x="434" y="3843"/>
                  <a:pt x="415" y="3834"/>
                </a:cubicBezTo>
                <a:cubicBezTo>
                  <a:pt x="420" y="3828"/>
                  <a:pt x="430" y="3827"/>
                  <a:pt x="439" y="3824"/>
                </a:cubicBezTo>
                <a:cubicBezTo>
                  <a:pt x="424" y="3811"/>
                  <a:pt x="399" y="3816"/>
                  <a:pt x="378" y="3821"/>
                </a:cubicBezTo>
                <a:cubicBezTo>
                  <a:pt x="357" y="3816"/>
                  <a:pt x="310" y="3796"/>
                  <a:pt x="294" y="3816"/>
                </a:cubicBezTo>
                <a:cubicBezTo>
                  <a:pt x="302" y="3822"/>
                  <a:pt x="323" y="3810"/>
                  <a:pt x="321" y="3832"/>
                </a:cubicBezTo>
                <a:cubicBezTo>
                  <a:pt x="303" y="3834"/>
                  <a:pt x="298" y="3822"/>
                  <a:pt x="267" y="3816"/>
                </a:cubicBezTo>
                <a:cubicBezTo>
                  <a:pt x="295" y="3781"/>
                  <a:pt x="250" y="3756"/>
                  <a:pt x="233" y="3736"/>
                </a:cubicBezTo>
                <a:cubicBezTo>
                  <a:pt x="227" y="3739"/>
                  <a:pt x="219" y="3741"/>
                  <a:pt x="212" y="3739"/>
                </a:cubicBezTo>
                <a:cubicBezTo>
                  <a:pt x="209" y="3733"/>
                  <a:pt x="207" y="3726"/>
                  <a:pt x="205" y="3718"/>
                </a:cubicBezTo>
                <a:cubicBezTo>
                  <a:pt x="220" y="3715"/>
                  <a:pt x="224" y="3702"/>
                  <a:pt x="221" y="3681"/>
                </a:cubicBezTo>
                <a:cubicBezTo>
                  <a:pt x="210" y="3672"/>
                  <a:pt x="202" y="3659"/>
                  <a:pt x="201" y="3644"/>
                </a:cubicBezTo>
                <a:cubicBezTo>
                  <a:pt x="207" y="3641"/>
                  <a:pt x="210" y="3635"/>
                  <a:pt x="221" y="3637"/>
                </a:cubicBezTo>
                <a:cubicBezTo>
                  <a:pt x="226" y="3624"/>
                  <a:pt x="212" y="3631"/>
                  <a:pt x="215" y="3620"/>
                </a:cubicBezTo>
                <a:cubicBezTo>
                  <a:pt x="229" y="3610"/>
                  <a:pt x="243" y="3599"/>
                  <a:pt x="254" y="3586"/>
                </a:cubicBezTo>
                <a:cubicBezTo>
                  <a:pt x="247" y="3583"/>
                  <a:pt x="244" y="3572"/>
                  <a:pt x="258" y="3572"/>
                </a:cubicBezTo>
                <a:cubicBezTo>
                  <a:pt x="260" y="3561"/>
                  <a:pt x="244" y="3568"/>
                  <a:pt x="247" y="3556"/>
                </a:cubicBezTo>
                <a:lnTo>
                  <a:pt x="261" y="3556"/>
                </a:lnTo>
                <a:cubicBezTo>
                  <a:pt x="263" y="3547"/>
                  <a:pt x="254" y="3527"/>
                  <a:pt x="267" y="3528"/>
                </a:cubicBezTo>
                <a:cubicBezTo>
                  <a:pt x="265" y="3515"/>
                  <a:pt x="246" y="3520"/>
                  <a:pt x="246" y="3508"/>
                </a:cubicBezTo>
                <a:cubicBezTo>
                  <a:pt x="261" y="3500"/>
                  <a:pt x="277" y="3496"/>
                  <a:pt x="293" y="3494"/>
                </a:cubicBezTo>
                <a:cubicBezTo>
                  <a:pt x="293" y="3483"/>
                  <a:pt x="276" y="3489"/>
                  <a:pt x="272" y="3483"/>
                </a:cubicBezTo>
                <a:cubicBezTo>
                  <a:pt x="279" y="3477"/>
                  <a:pt x="295" y="3480"/>
                  <a:pt x="302" y="3473"/>
                </a:cubicBezTo>
                <a:cubicBezTo>
                  <a:pt x="302" y="3464"/>
                  <a:pt x="302" y="3455"/>
                  <a:pt x="302" y="3446"/>
                </a:cubicBezTo>
                <a:lnTo>
                  <a:pt x="262" y="3446"/>
                </a:lnTo>
                <a:cubicBezTo>
                  <a:pt x="266" y="3420"/>
                  <a:pt x="322" y="3435"/>
                  <a:pt x="332" y="3446"/>
                </a:cubicBezTo>
                <a:cubicBezTo>
                  <a:pt x="340" y="3443"/>
                  <a:pt x="333" y="3427"/>
                  <a:pt x="335" y="3419"/>
                </a:cubicBezTo>
                <a:cubicBezTo>
                  <a:pt x="319" y="3436"/>
                  <a:pt x="294" y="3424"/>
                  <a:pt x="265" y="3427"/>
                </a:cubicBezTo>
                <a:cubicBezTo>
                  <a:pt x="271" y="3418"/>
                  <a:pt x="281" y="3368"/>
                  <a:pt x="261" y="3366"/>
                </a:cubicBezTo>
                <a:cubicBezTo>
                  <a:pt x="259" y="3358"/>
                  <a:pt x="265" y="3341"/>
                  <a:pt x="257" y="3339"/>
                </a:cubicBezTo>
                <a:cubicBezTo>
                  <a:pt x="258" y="3334"/>
                  <a:pt x="265" y="3335"/>
                  <a:pt x="270" y="3335"/>
                </a:cubicBezTo>
                <a:cubicBezTo>
                  <a:pt x="270" y="3330"/>
                  <a:pt x="270" y="3324"/>
                  <a:pt x="270" y="3318"/>
                </a:cubicBezTo>
                <a:cubicBezTo>
                  <a:pt x="273" y="3309"/>
                  <a:pt x="255" y="3321"/>
                  <a:pt x="257" y="3312"/>
                </a:cubicBezTo>
                <a:cubicBezTo>
                  <a:pt x="257" y="3293"/>
                  <a:pt x="293" y="3277"/>
                  <a:pt x="270" y="3258"/>
                </a:cubicBezTo>
                <a:cubicBezTo>
                  <a:pt x="275" y="3255"/>
                  <a:pt x="275" y="3247"/>
                  <a:pt x="283" y="3247"/>
                </a:cubicBezTo>
                <a:cubicBezTo>
                  <a:pt x="281" y="3255"/>
                  <a:pt x="293" y="3257"/>
                  <a:pt x="280" y="3257"/>
                </a:cubicBezTo>
                <a:cubicBezTo>
                  <a:pt x="283" y="3263"/>
                  <a:pt x="290" y="3265"/>
                  <a:pt x="297" y="3264"/>
                </a:cubicBezTo>
                <a:cubicBezTo>
                  <a:pt x="287" y="3248"/>
                  <a:pt x="289" y="3221"/>
                  <a:pt x="276" y="3210"/>
                </a:cubicBezTo>
                <a:cubicBezTo>
                  <a:pt x="292" y="3182"/>
                  <a:pt x="314" y="3158"/>
                  <a:pt x="332" y="3132"/>
                </a:cubicBezTo>
                <a:cubicBezTo>
                  <a:pt x="333" y="3122"/>
                  <a:pt x="321" y="3125"/>
                  <a:pt x="315" y="3122"/>
                </a:cubicBezTo>
                <a:cubicBezTo>
                  <a:pt x="309" y="3098"/>
                  <a:pt x="330" y="3087"/>
                  <a:pt x="317" y="3068"/>
                </a:cubicBezTo>
                <a:cubicBezTo>
                  <a:pt x="304" y="3085"/>
                  <a:pt x="301" y="3044"/>
                  <a:pt x="294" y="3034"/>
                </a:cubicBezTo>
                <a:cubicBezTo>
                  <a:pt x="303" y="3038"/>
                  <a:pt x="303" y="3023"/>
                  <a:pt x="294" y="3027"/>
                </a:cubicBezTo>
                <a:cubicBezTo>
                  <a:pt x="293" y="3019"/>
                  <a:pt x="301" y="3019"/>
                  <a:pt x="304" y="3014"/>
                </a:cubicBezTo>
                <a:cubicBezTo>
                  <a:pt x="292" y="2985"/>
                  <a:pt x="223" y="3015"/>
                  <a:pt x="209" y="2988"/>
                </a:cubicBezTo>
                <a:cubicBezTo>
                  <a:pt x="186" y="3007"/>
                  <a:pt x="158" y="3020"/>
                  <a:pt x="129" y="3026"/>
                </a:cubicBezTo>
                <a:cubicBezTo>
                  <a:pt x="125" y="3036"/>
                  <a:pt x="125" y="3049"/>
                  <a:pt x="120" y="3057"/>
                </a:cubicBezTo>
                <a:cubicBezTo>
                  <a:pt x="105" y="3047"/>
                  <a:pt x="87" y="3044"/>
                  <a:pt x="69" y="3047"/>
                </a:cubicBezTo>
                <a:cubicBezTo>
                  <a:pt x="70" y="3042"/>
                  <a:pt x="79" y="3046"/>
                  <a:pt x="79" y="3040"/>
                </a:cubicBezTo>
                <a:cubicBezTo>
                  <a:pt x="70" y="3035"/>
                  <a:pt x="60" y="3033"/>
                  <a:pt x="49" y="3034"/>
                </a:cubicBezTo>
                <a:cubicBezTo>
                  <a:pt x="46" y="3018"/>
                  <a:pt x="26" y="2986"/>
                  <a:pt x="35" y="2960"/>
                </a:cubicBezTo>
                <a:cubicBezTo>
                  <a:pt x="31" y="2954"/>
                  <a:pt x="28" y="2948"/>
                  <a:pt x="18" y="2950"/>
                </a:cubicBezTo>
                <a:cubicBezTo>
                  <a:pt x="21" y="2936"/>
                  <a:pt x="18" y="2931"/>
                  <a:pt x="18" y="2913"/>
                </a:cubicBezTo>
                <a:cubicBezTo>
                  <a:pt x="14" y="2907"/>
                  <a:pt x="8" y="2903"/>
                  <a:pt x="1" y="2902"/>
                </a:cubicBezTo>
                <a:cubicBezTo>
                  <a:pt x="9" y="2897"/>
                  <a:pt x="12" y="2885"/>
                  <a:pt x="17" y="2876"/>
                </a:cubicBezTo>
                <a:cubicBezTo>
                  <a:pt x="11" y="2874"/>
                  <a:pt x="6" y="2871"/>
                  <a:pt x="2" y="2865"/>
                </a:cubicBezTo>
                <a:cubicBezTo>
                  <a:pt x="4" y="2862"/>
                  <a:pt x="6" y="2858"/>
                  <a:pt x="8" y="2855"/>
                </a:cubicBezTo>
                <a:cubicBezTo>
                  <a:pt x="10" y="2856"/>
                  <a:pt x="12" y="2856"/>
                  <a:pt x="14" y="2855"/>
                </a:cubicBezTo>
                <a:cubicBezTo>
                  <a:pt x="19" y="2852"/>
                  <a:pt x="17" y="2849"/>
                  <a:pt x="14" y="2845"/>
                </a:cubicBezTo>
                <a:cubicBezTo>
                  <a:pt x="15" y="2844"/>
                  <a:pt x="15" y="2842"/>
                  <a:pt x="16" y="2841"/>
                </a:cubicBezTo>
                <a:cubicBezTo>
                  <a:pt x="19" y="2844"/>
                  <a:pt x="21" y="2849"/>
                  <a:pt x="27" y="2849"/>
                </a:cubicBezTo>
                <a:cubicBezTo>
                  <a:pt x="33" y="2836"/>
                  <a:pt x="46" y="2834"/>
                  <a:pt x="44" y="2822"/>
                </a:cubicBezTo>
                <a:cubicBezTo>
                  <a:pt x="27" y="2822"/>
                  <a:pt x="40" y="2812"/>
                  <a:pt x="34" y="2801"/>
                </a:cubicBezTo>
                <a:cubicBezTo>
                  <a:pt x="27" y="2800"/>
                  <a:pt x="19" y="2800"/>
                  <a:pt x="12" y="2803"/>
                </a:cubicBezTo>
                <a:lnTo>
                  <a:pt x="7" y="2802"/>
                </a:lnTo>
                <a:cubicBezTo>
                  <a:pt x="8" y="2782"/>
                  <a:pt x="-10" y="2766"/>
                  <a:pt x="14" y="2760"/>
                </a:cubicBezTo>
                <a:cubicBezTo>
                  <a:pt x="19" y="2766"/>
                  <a:pt x="11" y="2780"/>
                  <a:pt x="14" y="2794"/>
                </a:cubicBezTo>
                <a:cubicBezTo>
                  <a:pt x="38" y="2788"/>
                  <a:pt x="43" y="2771"/>
                  <a:pt x="54" y="2767"/>
                </a:cubicBezTo>
                <a:cubicBezTo>
                  <a:pt x="38" y="2762"/>
                  <a:pt x="61" y="2743"/>
                  <a:pt x="68" y="2757"/>
                </a:cubicBezTo>
                <a:cubicBezTo>
                  <a:pt x="62" y="2745"/>
                  <a:pt x="60" y="2732"/>
                  <a:pt x="61" y="2720"/>
                </a:cubicBezTo>
                <a:lnTo>
                  <a:pt x="71" y="2720"/>
                </a:lnTo>
                <a:cubicBezTo>
                  <a:pt x="63" y="2707"/>
                  <a:pt x="70" y="2711"/>
                  <a:pt x="75" y="2699"/>
                </a:cubicBezTo>
                <a:cubicBezTo>
                  <a:pt x="71" y="2692"/>
                  <a:pt x="55" y="2699"/>
                  <a:pt x="54" y="2692"/>
                </a:cubicBezTo>
                <a:cubicBezTo>
                  <a:pt x="54" y="2680"/>
                  <a:pt x="53" y="2669"/>
                  <a:pt x="51" y="2658"/>
                </a:cubicBezTo>
                <a:cubicBezTo>
                  <a:pt x="69" y="2660"/>
                  <a:pt x="62" y="2632"/>
                  <a:pt x="67" y="2631"/>
                </a:cubicBezTo>
                <a:cubicBezTo>
                  <a:pt x="76" y="2629"/>
                  <a:pt x="79" y="2627"/>
                  <a:pt x="84" y="2634"/>
                </a:cubicBezTo>
                <a:cubicBezTo>
                  <a:pt x="84" y="2635"/>
                  <a:pt x="84" y="2635"/>
                  <a:pt x="84" y="2635"/>
                </a:cubicBezTo>
                <a:cubicBezTo>
                  <a:pt x="80" y="2644"/>
                  <a:pt x="85" y="2655"/>
                  <a:pt x="94" y="2658"/>
                </a:cubicBezTo>
                <a:cubicBezTo>
                  <a:pt x="85" y="2634"/>
                  <a:pt x="109" y="2627"/>
                  <a:pt x="94" y="2604"/>
                </a:cubicBezTo>
                <a:cubicBezTo>
                  <a:pt x="100" y="2605"/>
                  <a:pt x="101" y="2601"/>
                  <a:pt x="107" y="2601"/>
                </a:cubicBezTo>
                <a:cubicBezTo>
                  <a:pt x="92" y="2622"/>
                  <a:pt x="126" y="2617"/>
                  <a:pt x="121" y="2638"/>
                </a:cubicBezTo>
                <a:cubicBezTo>
                  <a:pt x="133" y="2638"/>
                  <a:pt x="131" y="2625"/>
                  <a:pt x="134" y="2617"/>
                </a:cubicBezTo>
                <a:cubicBezTo>
                  <a:pt x="131" y="2617"/>
                  <a:pt x="128" y="2616"/>
                  <a:pt x="126" y="2614"/>
                </a:cubicBezTo>
                <a:cubicBezTo>
                  <a:pt x="120" y="2608"/>
                  <a:pt x="119" y="2599"/>
                  <a:pt x="124" y="2593"/>
                </a:cubicBezTo>
                <a:cubicBezTo>
                  <a:pt x="130" y="2597"/>
                  <a:pt x="134" y="2604"/>
                  <a:pt x="141" y="2597"/>
                </a:cubicBezTo>
                <a:cubicBezTo>
                  <a:pt x="142" y="2585"/>
                  <a:pt x="135" y="2582"/>
                  <a:pt x="131" y="2576"/>
                </a:cubicBezTo>
                <a:cubicBezTo>
                  <a:pt x="133" y="2586"/>
                  <a:pt x="121" y="2588"/>
                  <a:pt x="121" y="2579"/>
                </a:cubicBezTo>
                <a:cubicBezTo>
                  <a:pt x="129" y="2574"/>
                  <a:pt x="127" y="2560"/>
                  <a:pt x="138" y="2558"/>
                </a:cubicBezTo>
                <a:cubicBezTo>
                  <a:pt x="144" y="2562"/>
                  <a:pt x="161" y="2555"/>
                  <a:pt x="171" y="2562"/>
                </a:cubicBezTo>
                <a:cubicBezTo>
                  <a:pt x="173" y="2552"/>
                  <a:pt x="185" y="2553"/>
                  <a:pt x="185" y="2541"/>
                </a:cubicBezTo>
                <a:cubicBezTo>
                  <a:pt x="180" y="2534"/>
                  <a:pt x="173" y="2530"/>
                  <a:pt x="171" y="2520"/>
                </a:cubicBezTo>
                <a:cubicBezTo>
                  <a:pt x="175" y="2520"/>
                  <a:pt x="181" y="2521"/>
                  <a:pt x="181" y="2517"/>
                </a:cubicBezTo>
                <a:cubicBezTo>
                  <a:pt x="177" y="2512"/>
                  <a:pt x="181" y="2510"/>
                  <a:pt x="181" y="2500"/>
                </a:cubicBezTo>
                <a:cubicBezTo>
                  <a:pt x="171" y="2495"/>
                  <a:pt x="179" y="2511"/>
                  <a:pt x="168" y="2507"/>
                </a:cubicBezTo>
                <a:cubicBezTo>
                  <a:pt x="179" y="2470"/>
                  <a:pt x="188" y="2496"/>
                  <a:pt x="202" y="2507"/>
                </a:cubicBezTo>
                <a:cubicBezTo>
                  <a:pt x="197" y="2526"/>
                  <a:pt x="200" y="2546"/>
                  <a:pt x="209" y="2563"/>
                </a:cubicBezTo>
                <a:cubicBezTo>
                  <a:pt x="217" y="2550"/>
                  <a:pt x="216" y="2534"/>
                  <a:pt x="206" y="2522"/>
                </a:cubicBezTo>
                <a:cubicBezTo>
                  <a:pt x="215" y="2522"/>
                  <a:pt x="211" y="2509"/>
                  <a:pt x="219" y="2509"/>
                </a:cubicBezTo>
                <a:cubicBezTo>
                  <a:pt x="228" y="2518"/>
                  <a:pt x="247" y="2510"/>
                  <a:pt x="253" y="2506"/>
                </a:cubicBezTo>
                <a:cubicBezTo>
                  <a:pt x="262" y="2508"/>
                  <a:pt x="274" y="2509"/>
                  <a:pt x="274" y="2519"/>
                </a:cubicBezTo>
                <a:cubicBezTo>
                  <a:pt x="259" y="2527"/>
                  <a:pt x="260" y="2553"/>
                  <a:pt x="247" y="2563"/>
                </a:cubicBezTo>
                <a:cubicBezTo>
                  <a:pt x="258" y="2562"/>
                  <a:pt x="274" y="2555"/>
                  <a:pt x="280" y="2566"/>
                </a:cubicBezTo>
                <a:cubicBezTo>
                  <a:pt x="279" y="2573"/>
                  <a:pt x="267" y="2569"/>
                  <a:pt x="267" y="2577"/>
                </a:cubicBezTo>
                <a:cubicBezTo>
                  <a:pt x="277" y="2576"/>
                  <a:pt x="300" y="2591"/>
                  <a:pt x="300" y="2580"/>
                </a:cubicBezTo>
                <a:cubicBezTo>
                  <a:pt x="293" y="2576"/>
                  <a:pt x="287" y="2570"/>
                  <a:pt x="284" y="2563"/>
                </a:cubicBezTo>
                <a:cubicBezTo>
                  <a:pt x="291" y="2552"/>
                  <a:pt x="298" y="2541"/>
                  <a:pt x="304" y="2529"/>
                </a:cubicBezTo>
                <a:cubicBezTo>
                  <a:pt x="318" y="2528"/>
                  <a:pt x="320" y="2539"/>
                  <a:pt x="328" y="2543"/>
                </a:cubicBezTo>
                <a:cubicBezTo>
                  <a:pt x="333" y="2558"/>
                  <a:pt x="313" y="2559"/>
                  <a:pt x="328" y="2564"/>
                </a:cubicBezTo>
                <a:cubicBezTo>
                  <a:pt x="325" y="2552"/>
                  <a:pt x="353" y="2556"/>
                  <a:pt x="351" y="2564"/>
                </a:cubicBezTo>
                <a:cubicBezTo>
                  <a:pt x="346" y="2564"/>
                  <a:pt x="340" y="2563"/>
                  <a:pt x="341" y="2571"/>
                </a:cubicBezTo>
                <a:cubicBezTo>
                  <a:pt x="361" y="2575"/>
                  <a:pt x="351" y="2550"/>
                  <a:pt x="365" y="2550"/>
                </a:cubicBezTo>
                <a:cubicBezTo>
                  <a:pt x="373" y="2548"/>
                  <a:pt x="363" y="2565"/>
                  <a:pt x="375" y="2560"/>
                </a:cubicBezTo>
                <a:cubicBezTo>
                  <a:pt x="381" y="2553"/>
                  <a:pt x="378" y="2537"/>
                  <a:pt x="395" y="2543"/>
                </a:cubicBezTo>
                <a:cubicBezTo>
                  <a:pt x="398" y="2532"/>
                  <a:pt x="392" y="2530"/>
                  <a:pt x="392" y="2522"/>
                </a:cubicBezTo>
                <a:cubicBezTo>
                  <a:pt x="387" y="2520"/>
                  <a:pt x="375" y="2526"/>
                  <a:pt x="375" y="2519"/>
                </a:cubicBezTo>
                <a:cubicBezTo>
                  <a:pt x="375" y="2507"/>
                  <a:pt x="382" y="2503"/>
                  <a:pt x="385" y="2495"/>
                </a:cubicBezTo>
                <a:lnTo>
                  <a:pt x="415" y="2495"/>
                </a:lnTo>
                <a:cubicBezTo>
                  <a:pt x="411" y="2498"/>
                  <a:pt x="403" y="2516"/>
                  <a:pt x="412" y="2522"/>
                </a:cubicBezTo>
                <a:cubicBezTo>
                  <a:pt x="414" y="2521"/>
                  <a:pt x="415" y="2519"/>
                  <a:pt x="416" y="2518"/>
                </a:cubicBezTo>
                <a:cubicBezTo>
                  <a:pt x="425" y="2505"/>
                  <a:pt x="422" y="2487"/>
                  <a:pt x="409" y="2478"/>
                </a:cubicBezTo>
                <a:cubicBezTo>
                  <a:pt x="408" y="2482"/>
                  <a:pt x="409" y="2488"/>
                  <a:pt x="406" y="2488"/>
                </a:cubicBezTo>
                <a:cubicBezTo>
                  <a:pt x="402" y="2485"/>
                  <a:pt x="392" y="2486"/>
                  <a:pt x="396" y="2478"/>
                </a:cubicBezTo>
                <a:cubicBezTo>
                  <a:pt x="400" y="2470"/>
                  <a:pt x="414" y="2473"/>
                  <a:pt x="409" y="2457"/>
                </a:cubicBezTo>
                <a:cubicBezTo>
                  <a:pt x="398" y="2456"/>
                  <a:pt x="400" y="2466"/>
                  <a:pt x="392" y="2467"/>
                </a:cubicBezTo>
                <a:cubicBezTo>
                  <a:pt x="392" y="2458"/>
                  <a:pt x="382" y="2460"/>
                  <a:pt x="382" y="2450"/>
                </a:cubicBezTo>
                <a:cubicBezTo>
                  <a:pt x="400" y="2454"/>
                  <a:pt x="406" y="2445"/>
                  <a:pt x="416" y="2440"/>
                </a:cubicBezTo>
                <a:lnTo>
                  <a:pt x="416" y="2454"/>
                </a:lnTo>
                <a:cubicBezTo>
                  <a:pt x="427" y="2452"/>
                  <a:pt x="429" y="2459"/>
                  <a:pt x="436" y="2461"/>
                </a:cubicBezTo>
                <a:cubicBezTo>
                  <a:pt x="434" y="2451"/>
                  <a:pt x="441" y="2434"/>
                  <a:pt x="433" y="2430"/>
                </a:cubicBezTo>
                <a:cubicBezTo>
                  <a:pt x="430" y="2436"/>
                  <a:pt x="427" y="2442"/>
                  <a:pt x="416" y="2440"/>
                </a:cubicBezTo>
                <a:cubicBezTo>
                  <a:pt x="413" y="2413"/>
                  <a:pt x="432" y="2423"/>
                  <a:pt x="440" y="2413"/>
                </a:cubicBezTo>
                <a:cubicBezTo>
                  <a:pt x="426" y="2405"/>
                  <a:pt x="433" y="2391"/>
                  <a:pt x="433" y="2373"/>
                </a:cubicBezTo>
                <a:cubicBezTo>
                  <a:pt x="428" y="2363"/>
                  <a:pt x="418" y="2386"/>
                  <a:pt x="410" y="2373"/>
                </a:cubicBezTo>
                <a:cubicBezTo>
                  <a:pt x="420" y="2358"/>
                  <a:pt x="437" y="2351"/>
                  <a:pt x="450" y="2339"/>
                </a:cubicBezTo>
                <a:cubicBezTo>
                  <a:pt x="447" y="2330"/>
                  <a:pt x="442" y="2306"/>
                  <a:pt x="454" y="2302"/>
                </a:cubicBezTo>
                <a:cubicBezTo>
                  <a:pt x="446" y="2301"/>
                  <a:pt x="446" y="2308"/>
                  <a:pt x="437" y="2305"/>
                </a:cubicBezTo>
                <a:cubicBezTo>
                  <a:pt x="439" y="2293"/>
                  <a:pt x="434" y="2289"/>
                  <a:pt x="434" y="2278"/>
                </a:cubicBezTo>
                <a:cubicBezTo>
                  <a:pt x="451" y="2271"/>
                  <a:pt x="449" y="2244"/>
                  <a:pt x="464" y="2234"/>
                </a:cubicBezTo>
                <a:cubicBezTo>
                  <a:pt x="455" y="2231"/>
                  <a:pt x="446" y="2230"/>
                  <a:pt x="437" y="2231"/>
                </a:cubicBezTo>
                <a:cubicBezTo>
                  <a:pt x="431" y="2237"/>
                  <a:pt x="436" y="2253"/>
                  <a:pt x="424" y="2252"/>
                </a:cubicBezTo>
                <a:cubicBezTo>
                  <a:pt x="423" y="2241"/>
                  <a:pt x="430" y="2238"/>
                  <a:pt x="427" y="2225"/>
                </a:cubicBezTo>
                <a:cubicBezTo>
                  <a:pt x="431" y="2224"/>
                  <a:pt x="437" y="2225"/>
                  <a:pt x="437" y="2221"/>
                </a:cubicBezTo>
                <a:cubicBezTo>
                  <a:pt x="433" y="2187"/>
                  <a:pt x="452" y="2146"/>
                  <a:pt x="461" y="2113"/>
                </a:cubicBezTo>
                <a:cubicBezTo>
                  <a:pt x="465" y="2114"/>
                  <a:pt x="466" y="2118"/>
                  <a:pt x="471" y="2117"/>
                </a:cubicBezTo>
                <a:cubicBezTo>
                  <a:pt x="470" y="2105"/>
                  <a:pt x="478" y="2100"/>
                  <a:pt x="478" y="2090"/>
                </a:cubicBezTo>
                <a:cubicBezTo>
                  <a:pt x="467" y="2087"/>
                  <a:pt x="465" y="2093"/>
                  <a:pt x="461" y="2096"/>
                </a:cubicBezTo>
                <a:cubicBezTo>
                  <a:pt x="459" y="2080"/>
                  <a:pt x="448" y="2073"/>
                  <a:pt x="440" y="2063"/>
                </a:cubicBezTo>
                <a:cubicBezTo>
                  <a:pt x="446" y="2062"/>
                  <a:pt x="452" y="2063"/>
                  <a:pt x="450" y="2056"/>
                </a:cubicBezTo>
                <a:cubicBezTo>
                  <a:pt x="429" y="2059"/>
                  <a:pt x="437" y="2034"/>
                  <a:pt x="427" y="2025"/>
                </a:cubicBezTo>
                <a:cubicBezTo>
                  <a:pt x="429" y="2034"/>
                  <a:pt x="426" y="2038"/>
                  <a:pt x="417" y="2035"/>
                </a:cubicBezTo>
                <a:cubicBezTo>
                  <a:pt x="418" y="2026"/>
                  <a:pt x="414" y="2012"/>
                  <a:pt x="424" y="2012"/>
                </a:cubicBezTo>
                <a:cubicBezTo>
                  <a:pt x="424" y="2026"/>
                  <a:pt x="431" y="2020"/>
                  <a:pt x="437" y="2015"/>
                </a:cubicBezTo>
                <a:cubicBezTo>
                  <a:pt x="435" y="2003"/>
                  <a:pt x="421" y="2002"/>
                  <a:pt x="420" y="1988"/>
                </a:cubicBezTo>
                <a:cubicBezTo>
                  <a:pt x="442" y="1985"/>
                  <a:pt x="428" y="1953"/>
                  <a:pt x="417" y="1951"/>
                </a:cubicBezTo>
                <a:cubicBezTo>
                  <a:pt x="441" y="1949"/>
                  <a:pt x="426" y="1924"/>
                  <a:pt x="448" y="1934"/>
                </a:cubicBezTo>
                <a:cubicBezTo>
                  <a:pt x="432" y="1920"/>
                  <a:pt x="432" y="1909"/>
                  <a:pt x="434" y="1880"/>
                </a:cubicBezTo>
                <a:cubicBezTo>
                  <a:pt x="437" y="1873"/>
                  <a:pt x="454" y="1881"/>
                  <a:pt x="455" y="1873"/>
                </a:cubicBezTo>
                <a:cubicBezTo>
                  <a:pt x="448" y="1855"/>
                  <a:pt x="433" y="1877"/>
                  <a:pt x="425" y="1873"/>
                </a:cubicBezTo>
                <a:cubicBezTo>
                  <a:pt x="404" y="1864"/>
                  <a:pt x="422" y="1837"/>
                  <a:pt x="422" y="1819"/>
                </a:cubicBezTo>
                <a:cubicBezTo>
                  <a:pt x="397" y="1820"/>
                  <a:pt x="415" y="1795"/>
                  <a:pt x="398" y="1792"/>
                </a:cubicBezTo>
                <a:cubicBezTo>
                  <a:pt x="400" y="1781"/>
                  <a:pt x="413" y="1785"/>
                  <a:pt x="415" y="1792"/>
                </a:cubicBezTo>
                <a:cubicBezTo>
                  <a:pt x="415" y="1770"/>
                  <a:pt x="409" y="1739"/>
                  <a:pt x="409" y="1711"/>
                </a:cubicBezTo>
                <a:cubicBezTo>
                  <a:pt x="416" y="1718"/>
                  <a:pt x="421" y="1706"/>
                  <a:pt x="425" y="1701"/>
                </a:cubicBezTo>
                <a:cubicBezTo>
                  <a:pt x="419" y="1700"/>
                  <a:pt x="409" y="1704"/>
                  <a:pt x="412" y="1694"/>
                </a:cubicBezTo>
                <a:cubicBezTo>
                  <a:pt x="423" y="1688"/>
                  <a:pt x="436" y="1684"/>
                  <a:pt x="439" y="1671"/>
                </a:cubicBezTo>
                <a:cubicBezTo>
                  <a:pt x="429" y="1663"/>
                  <a:pt x="415" y="1663"/>
                  <a:pt x="405" y="1671"/>
                </a:cubicBezTo>
                <a:lnTo>
                  <a:pt x="405" y="1698"/>
                </a:lnTo>
                <a:cubicBezTo>
                  <a:pt x="390" y="1693"/>
                  <a:pt x="396" y="1710"/>
                  <a:pt x="385" y="1708"/>
                </a:cubicBezTo>
                <a:cubicBezTo>
                  <a:pt x="383" y="1723"/>
                  <a:pt x="400" y="1738"/>
                  <a:pt x="388" y="1752"/>
                </a:cubicBezTo>
                <a:cubicBezTo>
                  <a:pt x="383" y="1756"/>
                  <a:pt x="380" y="1756"/>
                  <a:pt x="378" y="1749"/>
                </a:cubicBezTo>
                <a:cubicBezTo>
                  <a:pt x="384" y="1749"/>
                  <a:pt x="386" y="1746"/>
                  <a:pt x="384" y="1739"/>
                </a:cubicBezTo>
                <a:cubicBezTo>
                  <a:pt x="382" y="1738"/>
                  <a:pt x="378" y="1739"/>
                  <a:pt x="378" y="1735"/>
                </a:cubicBezTo>
                <a:cubicBezTo>
                  <a:pt x="371" y="1734"/>
                  <a:pt x="371" y="1740"/>
                  <a:pt x="368" y="1742"/>
                </a:cubicBezTo>
                <a:cubicBezTo>
                  <a:pt x="371" y="1729"/>
                  <a:pt x="356" y="1726"/>
                  <a:pt x="354" y="1708"/>
                </a:cubicBezTo>
                <a:lnTo>
                  <a:pt x="364" y="1708"/>
                </a:lnTo>
                <a:cubicBezTo>
                  <a:pt x="362" y="1700"/>
                  <a:pt x="371" y="1679"/>
                  <a:pt x="358" y="1681"/>
                </a:cubicBezTo>
                <a:cubicBezTo>
                  <a:pt x="357" y="1691"/>
                  <a:pt x="361" y="1705"/>
                  <a:pt x="351" y="1705"/>
                </a:cubicBezTo>
                <a:cubicBezTo>
                  <a:pt x="350" y="1685"/>
                  <a:pt x="355" y="1653"/>
                  <a:pt x="361" y="1654"/>
                </a:cubicBezTo>
                <a:cubicBezTo>
                  <a:pt x="337" y="1650"/>
                  <a:pt x="366" y="1636"/>
                  <a:pt x="358" y="1610"/>
                </a:cubicBezTo>
                <a:lnTo>
                  <a:pt x="372" y="1610"/>
                </a:lnTo>
                <a:cubicBezTo>
                  <a:pt x="377" y="1599"/>
                  <a:pt x="369" y="1599"/>
                  <a:pt x="368" y="1586"/>
                </a:cubicBezTo>
                <a:cubicBezTo>
                  <a:pt x="382" y="1584"/>
                  <a:pt x="377" y="1562"/>
                  <a:pt x="395" y="1563"/>
                </a:cubicBezTo>
                <a:cubicBezTo>
                  <a:pt x="392" y="1548"/>
                  <a:pt x="391" y="1534"/>
                  <a:pt x="392" y="1519"/>
                </a:cubicBezTo>
                <a:cubicBezTo>
                  <a:pt x="404" y="1514"/>
                  <a:pt x="408" y="1495"/>
                  <a:pt x="413" y="1489"/>
                </a:cubicBezTo>
                <a:cubicBezTo>
                  <a:pt x="408" y="1499"/>
                  <a:pt x="398" y="1469"/>
                  <a:pt x="392" y="1482"/>
                </a:cubicBezTo>
                <a:cubicBezTo>
                  <a:pt x="397" y="1485"/>
                  <a:pt x="397" y="1493"/>
                  <a:pt x="398" y="1499"/>
                </a:cubicBezTo>
                <a:cubicBezTo>
                  <a:pt x="392" y="1500"/>
                  <a:pt x="391" y="1495"/>
                  <a:pt x="385" y="1495"/>
                </a:cubicBezTo>
                <a:cubicBezTo>
                  <a:pt x="381" y="1509"/>
                  <a:pt x="392" y="1509"/>
                  <a:pt x="392" y="1519"/>
                </a:cubicBezTo>
                <a:cubicBezTo>
                  <a:pt x="374" y="1517"/>
                  <a:pt x="376" y="1535"/>
                  <a:pt x="358" y="1532"/>
                </a:cubicBezTo>
                <a:cubicBezTo>
                  <a:pt x="366" y="1519"/>
                  <a:pt x="355" y="1516"/>
                  <a:pt x="351" y="1505"/>
                </a:cubicBezTo>
                <a:cubicBezTo>
                  <a:pt x="354" y="1493"/>
                  <a:pt x="364" y="1489"/>
                  <a:pt x="368" y="1478"/>
                </a:cubicBezTo>
                <a:cubicBezTo>
                  <a:pt x="366" y="1468"/>
                  <a:pt x="352" y="1472"/>
                  <a:pt x="348" y="1465"/>
                </a:cubicBezTo>
                <a:cubicBezTo>
                  <a:pt x="348" y="1464"/>
                  <a:pt x="349" y="1463"/>
                  <a:pt x="349" y="1462"/>
                </a:cubicBezTo>
                <a:cubicBezTo>
                  <a:pt x="354" y="1444"/>
                  <a:pt x="344" y="1426"/>
                  <a:pt x="327" y="1421"/>
                </a:cubicBezTo>
                <a:cubicBezTo>
                  <a:pt x="326" y="1402"/>
                  <a:pt x="332" y="1384"/>
                  <a:pt x="344" y="1370"/>
                </a:cubicBezTo>
                <a:cubicBezTo>
                  <a:pt x="353" y="1377"/>
                  <a:pt x="357" y="1382"/>
                  <a:pt x="367" y="1373"/>
                </a:cubicBezTo>
                <a:cubicBezTo>
                  <a:pt x="354" y="1361"/>
                  <a:pt x="362" y="1348"/>
                  <a:pt x="337" y="1346"/>
                </a:cubicBezTo>
                <a:cubicBezTo>
                  <a:pt x="332" y="1347"/>
                  <a:pt x="342" y="1358"/>
                  <a:pt x="327" y="1357"/>
                </a:cubicBezTo>
                <a:cubicBezTo>
                  <a:pt x="325" y="1337"/>
                  <a:pt x="332" y="1328"/>
                  <a:pt x="331" y="1309"/>
                </a:cubicBezTo>
                <a:cubicBezTo>
                  <a:pt x="316" y="1318"/>
                  <a:pt x="318" y="1302"/>
                  <a:pt x="304" y="1302"/>
                </a:cubicBezTo>
                <a:cubicBezTo>
                  <a:pt x="303" y="1307"/>
                  <a:pt x="305" y="1315"/>
                  <a:pt x="300" y="1316"/>
                </a:cubicBezTo>
                <a:cubicBezTo>
                  <a:pt x="295" y="1311"/>
                  <a:pt x="294" y="1302"/>
                  <a:pt x="287" y="1299"/>
                </a:cubicBezTo>
                <a:cubicBezTo>
                  <a:pt x="300" y="1295"/>
                  <a:pt x="312" y="1290"/>
                  <a:pt x="314" y="1275"/>
                </a:cubicBezTo>
                <a:cubicBezTo>
                  <a:pt x="314" y="1267"/>
                  <a:pt x="300" y="1272"/>
                  <a:pt x="304" y="1258"/>
                </a:cubicBezTo>
                <a:cubicBezTo>
                  <a:pt x="312" y="1249"/>
                  <a:pt x="326" y="1247"/>
                  <a:pt x="331" y="1235"/>
                </a:cubicBezTo>
                <a:cubicBezTo>
                  <a:pt x="321" y="1223"/>
                  <a:pt x="309" y="1225"/>
                  <a:pt x="294" y="1231"/>
                </a:cubicBezTo>
                <a:cubicBezTo>
                  <a:pt x="294" y="1240"/>
                  <a:pt x="313" y="1245"/>
                  <a:pt x="301" y="1255"/>
                </a:cubicBezTo>
                <a:cubicBezTo>
                  <a:pt x="292" y="1247"/>
                  <a:pt x="281" y="1240"/>
                  <a:pt x="271" y="1234"/>
                </a:cubicBezTo>
                <a:cubicBezTo>
                  <a:pt x="286" y="1224"/>
                  <a:pt x="294" y="1215"/>
                  <a:pt x="318" y="1221"/>
                </a:cubicBezTo>
                <a:cubicBezTo>
                  <a:pt x="317" y="1206"/>
                  <a:pt x="316" y="1192"/>
                  <a:pt x="328" y="1190"/>
                </a:cubicBezTo>
                <a:cubicBezTo>
                  <a:pt x="310" y="1180"/>
                  <a:pt x="339" y="1168"/>
                  <a:pt x="335" y="1150"/>
                </a:cubicBezTo>
                <a:cubicBezTo>
                  <a:pt x="315" y="1141"/>
                  <a:pt x="298" y="1131"/>
                  <a:pt x="278" y="1122"/>
                </a:cubicBezTo>
                <a:cubicBezTo>
                  <a:pt x="286" y="1136"/>
                  <a:pt x="288" y="1151"/>
                  <a:pt x="284" y="1166"/>
                </a:cubicBezTo>
                <a:cubicBezTo>
                  <a:pt x="278" y="1164"/>
                  <a:pt x="264" y="1171"/>
                  <a:pt x="264" y="1163"/>
                </a:cubicBezTo>
                <a:cubicBezTo>
                  <a:pt x="270" y="1164"/>
                  <a:pt x="271" y="1160"/>
                  <a:pt x="277" y="1160"/>
                </a:cubicBezTo>
                <a:lnTo>
                  <a:pt x="277" y="1139"/>
                </a:lnTo>
                <a:cubicBezTo>
                  <a:pt x="272" y="1138"/>
                  <a:pt x="264" y="1140"/>
                  <a:pt x="264" y="1135"/>
                </a:cubicBezTo>
                <a:cubicBezTo>
                  <a:pt x="281" y="1119"/>
                  <a:pt x="267" y="1099"/>
                  <a:pt x="257" y="1085"/>
                </a:cubicBezTo>
                <a:cubicBezTo>
                  <a:pt x="261" y="1084"/>
                  <a:pt x="267" y="1085"/>
                  <a:pt x="267" y="1081"/>
                </a:cubicBezTo>
                <a:cubicBezTo>
                  <a:pt x="263" y="1072"/>
                  <a:pt x="242" y="1079"/>
                  <a:pt x="244" y="1064"/>
                </a:cubicBezTo>
                <a:cubicBezTo>
                  <a:pt x="252" y="1062"/>
                  <a:pt x="260" y="1059"/>
                  <a:pt x="267" y="1054"/>
                </a:cubicBezTo>
                <a:cubicBezTo>
                  <a:pt x="260" y="1055"/>
                  <a:pt x="257" y="1051"/>
                  <a:pt x="257" y="1044"/>
                </a:cubicBezTo>
                <a:cubicBezTo>
                  <a:pt x="263" y="1040"/>
                  <a:pt x="271" y="1039"/>
                  <a:pt x="278" y="1041"/>
                </a:cubicBezTo>
                <a:cubicBezTo>
                  <a:pt x="276" y="1036"/>
                  <a:pt x="282" y="1024"/>
                  <a:pt x="274" y="1024"/>
                </a:cubicBezTo>
                <a:cubicBezTo>
                  <a:pt x="274" y="1030"/>
                  <a:pt x="266" y="1030"/>
                  <a:pt x="258" y="1030"/>
                </a:cubicBezTo>
                <a:cubicBezTo>
                  <a:pt x="253" y="1018"/>
                  <a:pt x="251" y="1003"/>
                  <a:pt x="237" y="1000"/>
                </a:cubicBezTo>
                <a:cubicBezTo>
                  <a:pt x="242" y="998"/>
                  <a:pt x="246" y="995"/>
                  <a:pt x="250" y="993"/>
                </a:cubicBezTo>
                <a:cubicBezTo>
                  <a:pt x="248" y="1003"/>
                  <a:pt x="255" y="1002"/>
                  <a:pt x="254" y="1010"/>
                </a:cubicBezTo>
                <a:cubicBezTo>
                  <a:pt x="262" y="1011"/>
                  <a:pt x="271" y="1011"/>
                  <a:pt x="271" y="1004"/>
                </a:cubicBezTo>
                <a:cubicBezTo>
                  <a:pt x="266" y="1003"/>
                  <a:pt x="257" y="1005"/>
                  <a:pt x="257" y="1000"/>
                </a:cubicBezTo>
                <a:cubicBezTo>
                  <a:pt x="267" y="988"/>
                  <a:pt x="281" y="1001"/>
                  <a:pt x="287" y="990"/>
                </a:cubicBezTo>
                <a:cubicBezTo>
                  <a:pt x="289" y="977"/>
                  <a:pt x="277" y="979"/>
                  <a:pt x="277" y="969"/>
                </a:cubicBezTo>
                <a:cubicBezTo>
                  <a:pt x="289" y="968"/>
                  <a:pt x="292" y="975"/>
                  <a:pt x="298" y="979"/>
                </a:cubicBezTo>
                <a:cubicBezTo>
                  <a:pt x="291" y="988"/>
                  <a:pt x="301" y="999"/>
                  <a:pt x="311" y="1000"/>
                </a:cubicBezTo>
                <a:cubicBezTo>
                  <a:pt x="316" y="989"/>
                  <a:pt x="319" y="976"/>
                  <a:pt x="332" y="973"/>
                </a:cubicBezTo>
                <a:cubicBezTo>
                  <a:pt x="332" y="973"/>
                  <a:pt x="331" y="973"/>
                  <a:pt x="331" y="973"/>
                </a:cubicBezTo>
                <a:cubicBezTo>
                  <a:pt x="324" y="973"/>
                  <a:pt x="318" y="967"/>
                  <a:pt x="319" y="960"/>
                </a:cubicBezTo>
                <a:cubicBezTo>
                  <a:pt x="322" y="955"/>
                  <a:pt x="340" y="950"/>
                  <a:pt x="332" y="946"/>
                </a:cubicBezTo>
                <a:cubicBezTo>
                  <a:pt x="322" y="957"/>
                  <a:pt x="304" y="946"/>
                  <a:pt x="299" y="939"/>
                </a:cubicBezTo>
                <a:cubicBezTo>
                  <a:pt x="285" y="954"/>
                  <a:pt x="273" y="970"/>
                  <a:pt x="262" y="987"/>
                </a:cubicBezTo>
                <a:cubicBezTo>
                  <a:pt x="233" y="988"/>
                  <a:pt x="230" y="963"/>
                  <a:pt x="218" y="946"/>
                </a:cubicBezTo>
                <a:cubicBezTo>
                  <a:pt x="234" y="942"/>
                  <a:pt x="245" y="928"/>
                  <a:pt x="245" y="912"/>
                </a:cubicBezTo>
                <a:cubicBezTo>
                  <a:pt x="229" y="912"/>
                  <a:pt x="212" y="917"/>
                  <a:pt x="198" y="926"/>
                </a:cubicBezTo>
                <a:cubicBezTo>
                  <a:pt x="202" y="932"/>
                  <a:pt x="216" y="928"/>
                  <a:pt x="212" y="943"/>
                </a:cubicBezTo>
                <a:cubicBezTo>
                  <a:pt x="213" y="956"/>
                  <a:pt x="188" y="943"/>
                  <a:pt x="185" y="953"/>
                </a:cubicBezTo>
                <a:cubicBezTo>
                  <a:pt x="196" y="954"/>
                  <a:pt x="201" y="961"/>
                  <a:pt x="198" y="976"/>
                </a:cubicBezTo>
                <a:cubicBezTo>
                  <a:pt x="181" y="975"/>
                  <a:pt x="196" y="986"/>
                  <a:pt x="188" y="990"/>
                </a:cubicBezTo>
                <a:cubicBezTo>
                  <a:pt x="187" y="983"/>
                  <a:pt x="180" y="983"/>
                  <a:pt x="171" y="983"/>
                </a:cubicBezTo>
                <a:cubicBezTo>
                  <a:pt x="176" y="997"/>
                  <a:pt x="160" y="990"/>
                  <a:pt x="164" y="1004"/>
                </a:cubicBezTo>
                <a:cubicBezTo>
                  <a:pt x="177" y="1003"/>
                  <a:pt x="185" y="1006"/>
                  <a:pt x="188" y="1014"/>
                </a:cubicBezTo>
                <a:cubicBezTo>
                  <a:pt x="187" y="1024"/>
                  <a:pt x="181" y="1028"/>
                  <a:pt x="181" y="1038"/>
                </a:cubicBezTo>
                <a:cubicBezTo>
                  <a:pt x="209" y="1062"/>
                  <a:pt x="158" y="1093"/>
                  <a:pt x="174" y="1129"/>
                </a:cubicBezTo>
                <a:cubicBezTo>
                  <a:pt x="164" y="1130"/>
                  <a:pt x="154" y="1129"/>
                  <a:pt x="144" y="1125"/>
                </a:cubicBezTo>
                <a:cubicBezTo>
                  <a:pt x="148" y="1112"/>
                  <a:pt x="149" y="1098"/>
                  <a:pt x="147" y="1085"/>
                </a:cubicBezTo>
                <a:cubicBezTo>
                  <a:pt x="155" y="1083"/>
                  <a:pt x="169" y="1089"/>
                  <a:pt x="171" y="1081"/>
                </a:cubicBezTo>
                <a:cubicBezTo>
                  <a:pt x="161" y="1080"/>
                  <a:pt x="134" y="1069"/>
                  <a:pt x="150" y="1081"/>
                </a:cubicBezTo>
                <a:cubicBezTo>
                  <a:pt x="144" y="1079"/>
                  <a:pt x="136" y="1091"/>
                  <a:pt x="133" y="1081"/>
                </a:cubicBezTo>
                <a:cubicBezTo>
                  <a:pt x="160" y="1052"/>
                  <a:pt x="145" y="1031"/>
                  <a:pt x="154" y="1004"/>
                </a:cubicBezTo>
                <a:cubicBezTo>
                  <a:pt x="139" y="1010"/>
                  <a:pt x="150" y="990"/>
                  <a:pt x="137" y="994"/>
                </a:cubicBezTo>
                <a:cubicBezTo>
                  <a:pt x="127" y="1006"/>
                  <a:pt x="155" y="1015"/>
                  <a:pt x="141" y="1031"/>
                </a:cubicBezTo>
                <a:cubicBezTo>
                  <a:pt x="127" y="1029"/>
                  <a:pt x="117" y="1017"/>
                  <a:pt x="117" y="1004"/>
                </a:cubicBezTo>
                <a:cubicBezTo>
                  <a:pt x="131" y="1002"/>
                  <a:pt x="135" y="989"/>
                  <a:pt x="138" y="977"/>
                </a:cubicBezTo>
                <a:cubicBezTo>
                  <a:pt x="135" y="968"/>
                  <a:pt x="117" y="973"/>
                  <a:pt x="111" y="966"/>
                </a:cubicBezTo>
                <a:cubicBezTo>
                  <a:pt x="121" y="959"/>
                  <a:pt x="133" y="956"/>
                  <a:pt x="145" y="956"/>
                </a:cubicBezTo>
                <a:cubicBezTo>
                  <a:pt x="138" y="944"/>
                  <a:pt x="149" y="944"/>
                  <a:pt x="152" y="933"/>
                </a:cubicBezTo>
                <a:cubicBezTo>
                  <a:pt x="145" y="926"/>
                  <a:pt x="143" y="933"/>
                  <a:pt x="135" y="933"/>
                </a:cubicBezTo>
                <a:cubicBezTo>
                  <a:pt x="135" y="922"/>
                  <a:pt x="122" y="925"/>
                  <a:pt x="125" y="912"/>
                </a:cubicBezTo>
                <a:cubicBezTo>
                  <a:pt x="134" y="911"/>
                  <a:pt x="127" y="925"/>
                  <a:pt x="138" y="922"/>
                </a:cubicBezTo>
                <a:cubicBezTo>
                  <a:pt x="145" y="909"/>
                  <a:pt x="155" y="901"/>
                  <a:pt x="162" y="888"/>
                </a:cubicBezTo>
                <a:cubicBezTo>
                  <a:pt x="153" y="879"/>
                  <a:pt x="148" y="889"/>
                  <a:pt x="145" y="895"/>
                </a:cubicBezTo>
                <a:cubicBezTo>
                  <a:pt x="134" y="865"/>
                  <a:pt x="159" y="886"/>
                  <a:pt x="145" y="844"/>
                </a:cubicBezTo>
                <a:cubicBezTo>
                  <a:pt x="151" y="847"/>
                  <a:pt x="154" y="854"/>
                  <a:pt x="166" y="851"/>
                </a:cubicBezTo>
                <a:cubicBezTo>
                  <a:pt x="172" y="840"/>
                  <a:pt x="175" y="827"/>
                  <a:pt x="172" y="814"/>
                </a:cubicBezTo>
                <a:cubicBezTo>
                  <a:pt x="160" y="811"/>
                  <a:pt x="170" y="829"/>
                  <a:pt x="159" y="827"/>
                </a:cubicBezTo>
                <a:cubicBezTo>
                  <a:pt x="159" y="824"/>
                  <a:pt x="158" y="820"/>
                  <a:pt x="156" y="817"/>
                </a:cubicBezTo>
                <a:cubicBezTo>
                  <a:pt x="169" y="813"/>
                  <a:pt x="156" y="781"/>
                  <a:pt x="169" y="777"/>
                </a:cubicBezTo>
                <a:cubicBezTo>
                  <a:pt x="174" y="781"/>
                  <a:pt x="172" y="791"/>
                  <a:pt x="186" y="787"/>
                </a:cubicBezTo>
                <a:cubicBezTo>
                  <a:pt x="183" y="758"/>
                  <a:pt x="204" y="732"/>
                  <a:pt x="183" y="712"/>
                </a:cubicBezTo>
                <a:cubicBezTo>
                  <a:pt x="182" y="724"/>
                  <a:pt x="173" y="727"/>
                  <a:pt x="176" y="743"/>
                </a:cubicBezTo>
                <a:cubicBezTo>
                  <a:pt x="167" y="734"/>
                  <a:pt x="173" y="748"/>
                  <a:pt x="163" y="746"/>
                </a:cubicBezTo>
                <a:cubicBezTo>
                  <a:pt x="160" y="732"/>
                  <a:pt x="154" y="719"/>
                  <a:pt x="139" y="716"/>
                </a:cubicBezTo>
                <a:cubicBezTo>
                  <a:pt x="142" y="712"/>
                  <a:pt x="155" y="703"/>
                  <a:pt x="146" y="699"/>
                </a:cubicBezTo>
                <a:cubicBezTo>
                  <a:pt x="146" y="703"/>
                  <a:pt x="145" y="707"/>
                  <a:pt x="139" y="705"/>
                </a:cubicBezTo>
                <a:cubicBezTo>
                  <a:pt x="138" y="691"/>
                  <a:pt x="139" y="667"/>
                  <a:pt x="149" y="685"/>
                </a:cubicBezTo>
                <a:cubicBezTo>
                  <a:pt x="151" y="676"/>
                  <a:pt x="143" y="677"/>
                  <a:pt x="146" y="668"/>
                </a:cubicBezTo>
                <a:cubicBezTo>
                  <a:pt x="167" y="665"/>
                  <a:pt x="152" y="644"/>
                  <a:pt x="173" y="644"/>
                </a:cubicBezTo>
                <a:cubicBezTo>
                  <a:pt x="176" y="632"/>
                  <a:pt x="158" y="641"/>
                  <a:pt x="160" y="631"/>
                </a:cubicBezTo>
                <a:cubicBezTo>
                  <a:pt x="177" y="632"/>
                  <a:pt x="177" y="616"/>
                  <a:pt x="190" y="614"/>
                </a:cubicBezTo>
                <a:cubicBezTo>
                  <a:pt x="206" y="571"/>
                  <a:pt x="186" y="546"/>
                  <a:pt x="200" y="516"/>
                </a:cubicBezTo>
                <a:cubicBezTo>
                  <a:pt x="192" y="511"/>
                  <a:pt x="187" y="502"/>
                  <a:pt x="187" y="492"/>
                </a:cubicBezTo>
                <a:cubicBezTo>
                  <a:pt x="195" y="489"/>
                  <a:pt x="200" y="508"/>
                  <a:pt x="200" y="492"/>
                </a:cubicBezTo>
                <a:cubicBezTo>
                  <a:pt x="187" y="484"/>
                  <a:pt x="196" y="453"/>
                  <a:pt x="194" y="435"/>
                </a:cubicBezTo>
                <a:cubicBezTo>
                  <a:pt x="203" y="433"/>
                  <a:pt x="212" y="433"/>
                  <a:pt x="221" y="435"/>
                </a:cubicBezTo>
                <a:cubicBezTo>
                  <a:pt x="225" y="421"/>
                  <a:pt x="228" y="408"/>
                  <a:pt x="231" y="394"/>
                </a:cubicBezTo>
                <a:cubicBezTo>
                  <a:pt x="189" y="392"/>
                  <a:pt x="163" y="352"/>
                  <a:pt x="204" y="330"/>
                </a:cubicBezTo>
                <a:cubicBezTo>
                  <a:pt x="182" y="314"/>
                  <a:pt x="200" y="298"/>
                  <a:pt x="187" y="272"/>
                </a:cubicBezTo>
                <a:cubicBezTo>
                  <a:pt x="208" y="276"/>
                  <a:pt x="185" y="256"/>
                  <a:pt x="201" y="255"/>
                </a:cubicBezTo>
                <a:cubicBezTo>
                  <a:pt x="201" y="267"/>
                  <a:pt x="222" y="257"/>
                  <a:pt x="222" y="269"/>
                </a:cubicBezTo>
                <a:cubicBezTo>
                  <a:pt x="215" y="276"/>
                  <a:pt x="222" y="282"/>
                  <a:pt x="222" y="290"/>
                </a:cubicBezTo>
                <a:cubicBezTo>
                  <a:pt x="241" y="283"/>
                  <a:pt x="237" y="253"/>
                  <a:pt x="255" y="246"/>
                </a:cubicBezTo>
                <a:cubicBezTo>
                  <a:pt x="241" y="242"/>
                  <a:pt x="224" y="254"/>
                  <a:pt x="222" y="242"/>
                </a:cubicBezTo>
                <a:cubicBezTo>
                  <a:pt x="229" y="229"/>
                  <a:pt x="219" y="217"/>
                  <a:pt x="222" y="198"/>
                </a:cubicBezTo>
                <a:cubicBezTo>
                  <a:pt x="232" y="199"/>
                  <a:pt x="229" y="187"/>
                  <a:pt x="243" y="192"/>
                </a:cubicBezTo>
                <a:cubicBezTo>
                  <a:pt x="243" y="180"/>
                  <a:pt x="248" y="169"/>
                  <a:pt x="256" y="161"/>
                </a:cubicBezTo>
                <a:cubicBezTo>
                  <a:pt x="247" y="161"/>
                  <a:pt x="249" y="147"/>
                  <a:pt x="249" y="138"/>
                </a:cubicBezTo>
                <a:cubicBezTo>
                  <a:pt x="275" y="134"/>
                  <a:pt x="271" y="112"/>
                  <a:pt x="293" y="128"/>
                </a:cubicBezTo>
                <a:cubicBezTo>
                  <a:pt x="295" y="116"/>
                  <a:pt x="279" y="123"/>
                  <a:pt x="283" y="111"/>
                </a:cubicBezTo>
                <a:cubicBezTo>
                  <a:pt x="275" y="116"/>
                  <a:pt x="265" y="117"/>
                  <a:pt x="256" y="114"/>
                </a:cubicBezTo>
                <a:cubicBezTo>
                  <a:pt x="261" y="114"/>
                  <a:pt x="261" y="90"/>
                  <a:pt x="256" y="101"/>
                </a:cubicBezTo>
                <a:cubicBezTo>
                  <a:pt x="258" y="109"/>
                  <a:pt x="255" y="113"/>
                  <a:pt x="246" y="111"/>
                </a:cubicBezTo>
                <a:cubicBezTo>
                  <a:pt x="255" y="100"/>
                  <a:pt x="251" y="95"/>
                  <a:pt x="246" y="84"/>
                </a:cubicBezTo>
                <a:cubicBezTo>
                  <a:pt x="252" y="84"/>
                  <a:pt x="253" y="80"/>
                  <a:pt x="259" y="80"/>
                </a:cubicBezTo>
                <a:cubicBezTo>
                  <a:pt x="263" y="85"/>
                  <a:pt x="264" y="91"/>
                  <a:pt x="263" y="97"/>
                </a:cubicBezTo>
                <a:cubicBezTo>
                  <a:pt x="263" y="97"/>
                  <a:pt x="263" y="97"/>
                  <a:pt x="264" y="98"/>
                </a:cubicBezTo>
                <a:cubicBezTo>
                  <a:pt x="275" y="101"/>
                  <a:pt x="286" y="95"/>
                  <a:pt x="290" y="84"/>
                </a:cubicBezTo>
                <a:cubicBezTo>
                  <a:pt x="273" y="80"/>
                  <a:pt x="283" y="65"/>
                  <a:pt x="269" y="57"/>
                </a:cubicBezTo>
                <a:cubicBezTo>
                  <a:pt x="270" y="34"/>
                  <a:pt x="294" y="35"/>
                  <a:pt x="293" y="9"/>
                </a:cubicBezTo>
                <a:cubicBezTo>
                  <a:pt x="289" y="4"/>
                  <a:pt x="279" y="4"/>
                  <a:pt x="274" y="1"/>
                </a:cubicBezTo>
                <a:lnTo>
                  <a:pt x="273" y="0"/>
                </a:lnTo>
                <a:close/>
              </a:path>
            </a:pathLst>
          </a:custGeom>
        </p:spPr>
      </p:pic>
      <p:sp>
        <p:nvSpPr>
          <p:cNvPr id="17" name="标题 4"/>
          <p:cNvSpPr>
            <a:spLocks noGrp="1"/>
          </p:cNvSpPr>
          <p:nvPr>
            <p:custDataLst>
              <p:tags r:id="rId3"/>
            </p:custDataLst>
          </p:nvPr>
        </p:nvSpPr>
        <p:spPr>
          <a:xfrm>
            <a:off x="5798185" y="1020445"/>
            <a:ext cx="5222875" cy="1547495"/>
          </a:xfrm>
          <a:prstGeom prst="rect">
            <a:avLst/>
          </a:prstGeom>
        </p:spPr>
        <p:txBody>
          <a:bodyPr vert="horz" lIns="90170" tIns="46990" rIns="90170" bIns="46990" rtlCol="0" anchor="ctr" anchorCtr="0">
            <a:normAutofit/>
          </a:bodyPr>
          <a:lstStyle>
            <a:lvl1pPr algn="ctr" defTabSz="914400" rtl="0" eaLnBrk="1" fontAlgn="auto" latinLnBrk="0" hangingPunct="1">
              <a:lnSpc>
                <a:spcPct val="100000"/>
              </a:lnSpc>
              <a:spcBef>
                <a:spcPct val="0"/>
              </a:spcBef>
              <a:buNone/>
              <a:defRPr sz="3200" b="1" u="none" strike="noStrike" kern="1200" cap="none" spc="300" normalizeH="0" baseline="0">
                <a:solidFill>
                  <a:schemeClr val="tx1">
                    <a:lumMod val="85000"/>
                    <a:lumOff val="15000"/>
                  </a:schemeClr>
                </a:solidFill>
                <a:uFillTx/>
                <a:latin typeface="+mj-ea"/>
                <a:ea typeface="+mj-ea"/>
                <a:cs typeface="+mj-cs"/>
              </a:defRPr>
            </a:lvl1pPr>
          </a:lstStyle>
          <a:p>
            <a:pPr algn="l"/>
            <a:r>
              <a:rPr lang="zh-CN" altLang="en-US" sz="3600">
                <a:solidFill>
                  <a:schemeClr val="tx1">
                    <a:lumMod val="85000"/>
                    <a:lumOff val="15000"/>
                  </a:schemeClr>
                </a:solidFill>
              </a:rPr>
              <a:t>杨成义</a:t>
            </a:r>
            <a:endParaRPr lang="zh-CN" altLang="en-US" sz="3600">
              <a:solidFill>
                <a:schemeClr val="tx1">
                  <a:lumMod val="85000"/>
                  <a:lumOff val="15000"/>
                </a:schemeClr>
              </a:solidFill>
            </a:endParaRPr>
          </a:p>
        </p:txBody>
      </p:sp>
      <p:sp>
        <p:nvSpPr>
          <p:cNvPr id="15" name="矩形 4"/>
          <p:cNvSpPr/>
          <p:nvPr>
            <p:custDataLst>
              <p:tags r:id="rId4"/>
            </p:custDataLst>
          </p:nvPr>
        </p:nvSpPr>
        <p:spPr>
          <a:xfrm>
            <a:off x="5839088" y="3437655"/>
            <a:ext cx="5092744" cy="541021"/>
          </a:xfrm>
          <a:prstGeom prst="rect">
            <a:avLst/>
          </a:prstGeom>
          <a:noFill/>
        </p:spPr>
        <p:txBody>
          <a:bodyPr wrap="square" lIns="0" tIns="0" rIns="0" bIns="0" rtlCol="0" anchor="ctr" anchorCtr="0">
            <a:noAutofit/>
          </a:bodyPr>
          <a:lstStyle/>
          <a:p>
            <a:pPr algn="just">
              <a:spcBef>
                <a:spcPct val="0"/>
              </a:spcBef>
              <a:spcAft>
                <a:spcPct val="0"/>
              </a:spcAft>
            </a:pPr>
            <a:r>
              <a:rPr lang="zh-CN" altLang="en-US" sz="2000">
                <a:ln>
                  <a:noFill/>
                  <a:prstDash val="sysDot"/>
                </a:ln>
                <a:solidFill>
                  <a:schemeClr val="tx1">
                    <a:lumMod val="85000"/>
                    <a:lumOff val="15000"/>
                  </a:schemeClr>
                </a:solidFill>
                <a:latin typeface="+mn-ea"/>
                <a:cs typeface="+mn-ea"/>
              </a:rPr>
              <a:t>电影学院数字媒体技术系硕士一年级</a:t>
            </a:r>
            <a:endParaRPr lang="zh-CN" altLang="en-US" sz="2000">
              <a:ln>
                <a:noFill/>
                <a:prstDash val="sysDot"/>
              </a:ln>
              <a:solidFill>
                <a:schemeClr val="tx1">
                  <a:lumMod val="85000"/>
                  <a:lumOff val="15000"/>
                </a:schemeClr>
              </a:solidFill>
              <a:latin typeface="+mn-ea"/>
              <a:cs typeface="+mn-ea"/>
            </a:endParaRPr>
          </a:p>
        </p:txBody>
      </p:sp>
      <p:sp>
        <p:nvSpPr>
          <p:cNvPr id="16" name="矩形 5"/>
          <p:cNvSpPr/>
          <p:nvPr>
            <p:custDataLst>
              <p:tags r:id="rId5"/>
            </p:custDataLst>
          </p:nvPr>
        </p:nvSpPr>
        <p:spPr>
          <a:xfrm>
            <a:off x="5839088" y="2710221"/>
            <a:ext cx="5093445" cy="552934"/>
          </a:xfrm>
          <a:prstGeom prst="rect">
            <a:avLst/>
          </a:prstGeom>
          <a:noFill/>
        </p:spPr>
        <p:txBody>
          <a:bodyPr wrap="none" lIns="0" tIns="0" rIns="0" bIns="0" rtlCol="0" anchor="ctr" anchorCtr="0">
            <a:noAutofit/>
          </a:bodyPr>
          <a:lstStyle/>
          <a:p>
            <a:pPr>
              <a:spcBef>
                <a:spcPct val="0"/>
              </a:spcBef>
              <a:spcAft>
                <a:spcPct val="0"/>
              </a:spcAft>
              <a:buClr>
                <a:schemeClr val="accent1"/>
              </a:buClr>
              <a:buSzPct val="70000"/>
            </a:pPr>
            <a:r>
              <a:rPr lang="en-US" altLang="zh-CN" sz="2400" b="1">
                <a:solidFill>
                  <a:schemeClr val="tx1">
                    <a:lumMod val="85000"/>
                    <a:lumOff val="15000"/>
                  </a:schemeClr>
                </a:solidFill>
                <a:latin typeface="+mn-ea"/>
                <a:cs typeface="+mn-ea"/>
              </a:rPr>
              <a:t>01</a:t>
            </a:r>
            <a:endParaRPr lang="en-US" altLang="zh-CN" sz="2400" b="1">
              <a:solidFill>
                <a:schemeClr val="tx1">
                  <a:lumMod val="85000"/>
                  <a:lumOff val="15000"/>
                </a:schemeClr>
              </a:solidFill>
              <a:latin typeface="+mn-ea"/>
              <a:cs typeface="+mn-ea"/>
            </a:endParaRPr>
          </a:p>
        </p:txBody>
      </p:sp>
      <p:sp>
        <p:nvSpPr>
          <p:cNvPr id="18" name="矩形 6"/>
          <p:cNvSpPr/>
          <p:nvPr>
            <p:custDataLst>
              <p:tags r:id="rId6"/>
            </p:custDataLst>
          </p:nvPr>
        </p:nvSpPr>
        <p:spPr>
          <a:xfrm>
            <a:off x="5839088" y="5157429"/>
            <a:ext cx="5092744" cy="541021"/>
          </a:xfrm>
          <a:prstGeom prst="rect">
            <a:avLst/>
          </a:prstGeom>
          <a:noFill/>
        </p:spPr>
        <p:txBody>
          <a:bodyPr wrap="square" lIns="0" tIns="0" rIns="0" bIns="0" rtlCol="0" anchor="ctr" anchorCtr="0">
            <a:noAutofit/>
          </a:bodyPr>
          <a:lstStyle/>
          <a:p>
            <a:pPr algn="just">
              <a:spcBef>
                <a:spcPct val="0"/>
              </a:spcBef>
              <a:spcAft>
                <a:spcPct val="0"/>
              </a:spcAft>
            </a:pPr>
            <a:r>
              <a:rPr lang="zh-CN" altLang="en-US" sz="2000">
                <a:ln>
                  <a:noFill/>
                  <a:prstDash val="sysDot"/>
                </a:ln>
                <a:solidFill>
                  <a:schemeClr val="tx1">
                    <a:lumMod val="85000"/>
                    <a:lumOff val="15000"/>
                  </a:schemeClr>
                </a:solidFill>
                <a:latin typeface="+mn-ea"/>
                <a:cs typeface="+mn-ea"/>
              </a:rPr>
              <a:t>热爱数学，尽力给大家答疑，欢迎随时提问～</a:t>
            </a:r>
            <a:endParaRPr lang="zh-CN" altLang="en-US" sz="2000">
              <a:ln>
                <a:noFill/>
                <a:prstDash val="sysDot"/>
              </a:ln>
              <a:solidFill>
                <a:schemeClr val="tx1">
                  <a:lumMod val="85000"/>
                  <a:lumOff val="15000"/>
                </a:schemeClr>
              </a:solidFill>
              <a:latin typeface="+mn-ea"/>
              <a:cs typeface="+mn-ea"/>
            </a:endParaRPr>
          </a:p>
        </p:txBody>
      </p:sp>
      <p:sp>
        <p:nvSpPr>
          <p:cNvPr id="19" name="矩形 10"/>
          <p:cNvSpPr/>
          <p:nvPr>
            <p:custDataLst>
              <p:tags r:id="rId7"/>
            </p:custDataLst>
          </p:nvPr>
        </p:nvSpPr>
        <p:spPr>
          <a:xfrm>
            <a:off x="5839088" y="4399159"/>
            <a:ext cx="5093445" cy="552934"/>
          </a:xfrm>
          <a:prstGeom prst="rect">
            <a:avLst/>
          </a:prstGeom>
          <a:noFill/>
        </p:spPr>
        <p:txBody>
          <a:bodyPr wrap="none" lIns="0" tIns="0" rIns="0" bIns="0" rtlCol="0" anchor="ctr" anchorCtr="0">
            <a:noAutofit/>
          </a:bodyPr>
          <a:lstStyle/>
          <a:p>
            <a:pPr>
              <a:spcBef>
                <a:spcPct val="0"/>
              </a:spcBef>
              <a:spcAft>
                <a:spcPct val="0"/>
              </a:spcAft>
              <a:buClr>
                <a:schemeClr val="accent1"/>
              </a:buClr>
              <a:buSzPct val="70000"/>
            </a:pPr>
            <a:r>
              <a:rPr lang="en-US" altLang="zh-CN" sz="2400" b="1">
                <a:solidFill>
                  <a:schemeClr val="tx1">
                    <a:lumMod val="85000"/>
                    <a:lumOff val="15000"/>
                  </a:schemeClr>
                </a:solidFill>
                <a:latin typeface="+mn-ea"/>
                <a:cs typeface="+mn-ea"/>
              </a:rPr>
              <a:t>02</a:t>
            </a:r>
            <a:endParaRPr lang="en-US" altLang="zh-CN" sz="2400" b="1">
              <a:solidFill>
                <a:schemeClr val="tx1">
                  <a:lumMod val="85000"/>
                  <a:lumOff val="15000"/>
                </a:schemeClr>
              </a:solidFill>
              <a:latin typeface="+mn-ea"/>
              <a:cs typeface="+mn-ea"/>
            </a:endParaRPr>
          </a:p>
        </p:txBody>
      </p:sp>
      <p:sp>
        <p:nvSpPr>
          <p:cNvPr id="20" name="Freeform 7397"/>
          <p:cNvSpPr/>
          <p:nvPr>
            <p:custDataLst>
              <p:tags r:id="rId8"/>
            </p:custDataLst>
          </p:nvPr>
        </p:nvSpPr>
        <p:spPr bwMode="auto">
          <a:xfrm rot="16200000">
            <a:off x="8366187" y="2513995"/>
            <a:ext cx="39946" cy="5093445"/>
          </a:xfrm>
          <a:custGeom>
            <a:avLst/>
            <a:gdLst>
              <a:gd name="T0" fmla="*/ 391912 w 1717675"/>
              <a:gd name="T1" fmla="*/ 391912 w 1717675"/>
              <a:gd name="T2" fmla="*/ 391912 w 1717675"/>
              <a:gd name="T3" fmla="*/ 391912 w 1717675"/>
              <a:gd name="T4" fmla="*/ 391912 w 1717675"/>
              <a:gd name="T5" fmla="*/ 391912 w 1717675"/>
              <a:gd name="T6" fmla="*/ 391912 w 1717675"/>
              <a:gd name="T7" fmla="*/ 391912 w 1717675"/>
              <a:gd name="T8" fmla="*/ 391912 w 1717675"/>
              <a:gd name="T9" fmla="*/ 391912 w 1717675"/>
              <a:gd name="T10" fmla="*/ 391912 w 1717675"/>
              <a:gd name="T11" fmla="*/ 391912 w 1717675"/>
              <a:gd name="T12" fmla="*/ 391912 w 1717675"/>
              <a:gd name="T13" fmla="*/ 391912 w 1717675"/>
              <a:gd name="T14" fmla="*/ 391912 w 1717675"/>
              <a:gd name="T15" fmla="*/ 391912 w 1717675"/>
              <a:gd name="T16" fmla="*/ 391912 w 1717675"/>
              <a:gd name="T17" fmla="*/ 391912 w 1717675"/>
              <a:gd name="T18" fmla="*/ 391912 w 1717675"/>
              <a:gd name="T19" fmla="*/ 391912 w 1717675"/>
              <a:gd name="T20" fmla="*/ 391912 w 1717675"/>
              <a:gd name="T21" fmla="*/ 391912 w 1717675"/>
              <a:gd name="T22" fmla="*/ 391912 w 1717675"/>
              <a:gd name="T23" fmla="*/ 391912 w 1717675"/>
              <a:gd name="T24" fmla="*/ 391912 w 1717675"/>
              <a:gd name="T25" fmla="*/ 391912 w 1717675"/>
              <a:gd name="T26" fmla="*/ 391912 w 1717675"/>
              <a:gd name="T27" fmla="*/ 391912 w 1717675"/>
              <a:gd name="T28" fmla="*/ 391912 w 1717675"/>
              <a:gd name="T29" fmla="*/ 391912 w 1717675"/>
              <a:gd name="T30" fmla="*/ 391912 w 1717675"/>
              <a:gd name="T31" fmla="*/ 391912 w 1717675"/>
              <a:gd name="T32" fmla="*/ 391912 w 1717675"/>
              <a:gd name="T33" fmla="*/ 391912 w 1717675"/>
              <a:gd name="T34" fmla="*/ 391912 w 1717675"/>
              <a:gd name="T35" fmla="*/ 391912 w 1717675"/>
              <a:gd name="T36" fmla="*/ 391912 w 1717675"/>
              <a:gd name="T37" fmla="*/ 391912 w 1717675"/>
              <a:gd name="T38" fmla="*/ 391912 w 1717675"/>
              <a:gd name="T39" fmla="*/ 391912 w 1717675"/>
              <a:gd name="T40" fmla="*/ 391912 w 1717675"/>
              <a:gd name="T41" fmla="*/ 391912 w 1717675"/>
              <a:gd name="T42" fmla="*/ 391912 w 1717675"/>
              <a:gd name="T43" fmla="*/ 391912 w 1717675"/>
              <a:gd name="T44" fmla="*/ 391912 w 1717675"/>
              <a:gd name="T45" fmla="*/ 391912 w 1717675"/>
              <a:gd name="T46" fmla="*/ 391912 w 1717675"/>
              <a:gd name="T47" fmla="*/ 391912 w 1717675"/>
              <a:gd name="T48" fmla="*/ 391912 w 1717675"/>
              <a:gd name="T49" fmla="*/ 391912 w 1717675"/>
              <a:gd name="T50" fmla="*/ 391912 w 1717675"/>
              <a:gd name="T51" fmla="*/ 391912 w 1717675"/>
              <a:gd name="T52" fmla="*/ 391912 w 1717675"/>
              <a:gd name="T53" fmla="*/ 391912 w 1717675"/>
              <a:gd name="T54" fmla="*/ 391912 w 1717675"/>
              <a:gd name="T55" fmla="*/ 391912 w 1717675"/>
              <a:gd name="T56" fmla="*/ 391912 w 1717675"/>
              <a:gd name="T57" fmla="*/ 391912 w 1717675"/>
              <a:gd name="T58" fmla="*/ 391912 w 1717675"/>
              <a:gd name="T59" fmla="*/ 391912 w 1717675"/>
              <a:gd name="T60" fmla="*/ 391912 w 1717675"/>
              <a:gd name="T61" fmla="*/ 391912 w 1717675"/>
              <a:gd name="T62" fmla="*/ 391912 w 1717675"/>
              <a:gd name="T63" fmla="*/ 391912 w 1717675"/>
              <a:gd name="T64" fmla="*/ 391912 w 1717675"/>
              <a:gd name="T65" fmla="*/ 391912 w 1717675"/>
              <a:gd name="T66" fmla="*/ 391912 w 1717675"/>
              <a:gd name="T67" fmla="*/ 391912 w 1717675"/>
              <a:gd name="T68" fmla="*/ 391912 w 1717675"/>
              <a:gd name="T69" fmla="*/ 391912 w 1717675"/>
              <a:gd name="T70" fmla="*/ 391912 w 1717675"/>
              <a:gd name="T71" fmla="*/ 391912 w 1717675"/>
              <a:gd name="T72" fmla="*/ 391912 w 1717675"/>
              <a:gd name="T73" fmla="*/ 391912 w 1717675"/>
              <a:gd name="T74" fmla="*/ 391912 w 1717675"/>
              <a:gd name="T75" fmla="*/ 391912 w 1717675"/>
              <a:gd name="T76" fmla="*/ 391912 w 1717675"/>
              <a:gd name="T77" fmla="*/ 391912 w 1717675"/>
              <a:gd name="T78" fmla="*/ 391912 w 1717675"/>
              <a:gd name="T79" fmla="*/ 391912 w 1717675"/>
              <a:gd name="T80" fmla="*/ 391912 w 1717675"/>
              <a:gd name="T81" fmla="*/ 391912 w 1717675"/>
              <a:gd name="T82" fmla="*/ 391912 w 1717675"/>
              <a:gd name="T83" fmla="*/ 391912 w 1717675"/>
              <a:gd name="T84" fmla="*/ 391912 w 1717675"/>
              <a:gd name="T85" fmla="*/ 391912 w 1717675"/>
              <a:gd name="T86" fmla="*/ 391912 w 1717675"/>
              <a:gd name="T87" fmla="*/ 391912 w 1717675"/>
              <a:gd name="T88" fmla="*/ 391912 w 1717675"/>
              <a:gd name="T89" fmla="*/ 391912 w 1717675"/>
              <a:gd name="T90" fmla="*/ 391912 w 1717675"/>
              <a:gd name="T91" fmla="*/ 391912 w 1717675"/>
              <a:gd name="T92" fmla="*/ 391912 w 1717675"/>
              <a:gd name="T93" fmla="*/ 391912 w 1717675"/>
              <a:gd name="T94" fmla="*/ 391912 w 1717675"/>
              <a:gd name="T95" fmla="*/ 391912 w 1717675"/>
              <a:gd name="T96" fmla="*/ 391912 w 1717675"/>
              <a:gd name="T97" fmla="*/ 391912 w 1717675"/>
              <a:gd name="T98" fmla="*/ 391912 w 1717675"/>
              <a:gd name="T99" fmla="*/ 391912 w 1717675"/>
              <a:gd name="T100" fmla="*/ 391912 w 1717675"/>
              <a:gd name="T101" fmla="*/ 391912 w 1717675"/>
              <a:gd name="T102" fmla="*/ 391912 w 1717675"/>
              <a:gd name="T103" fmla="*/ 391912 w 1717675"/>
              <a:gd name="T104" fmla="*/ 391912 w 1717675"/>
              <a:gd name="T105" fmla="*/ 391912 w 1717675"/>
              <a:gd name="T106" fmla="*/ 391912 w 1717675"/>
              <a:gd name="T107" fmla="*/ 391912 w 1717675"/>
              <a:gd name="T108" fmla="*/ 391912 w 1717675"/>
              <a:gd name="T109" fmla="*/ 391912 w 1717675"/>
              <a:gd name="T110" fmla="*/ 391912 w 1717675"/>
              <a:gd name="T111" fmla="*/ 391912 w 1717675"/>
              <a:gd name="T112" fmla="*/ 391912 w 1717675"/>
              <a:gd name="T113" fmla="*/ 391912 w 1717675"/>
              <a:gd name="T114" fmla="*/ 391912 w 1717675"/>
              <a:gd name="T115" fmla="*/ 391912 w 1717675"/>
              <a:gd name="T116" fmla="*/ 391912 w 1717675"/>
              <a:gd name="T117" fmla="*/ 391912 w 1717675"/>
              <a:gd name="T118" fmla="*/ 391912 w 1717675"/>
              <a:gd name="T119" fmla="*/ 391912 w 1717675"/>
              <a:gd name="T120" fmla="*/ 391912 w 1717675"/>
              <a:gd name="T121" fmla="*/ 391912 w 1717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0" h="473">
                <a:moveTo>
                  <a:pt x="29" y="6"/>
                </a:moveTo>
                <a:cubicBezTo>
                  <a:pt x="29" y="7"/>
                  <a:pt x="29" y="7"/>
                  <a:pt x="29" y="7"/>
                </a:cubicBezTo>
                <a:cubicBezTo>
                  <a:pt x="29" y="7"/>
                  <a:pt x="28" y="7"/>
                  <a:pt x="28" y="6"/>
                </a:cubicBezTo>
                <a:cubicBezTo>
                  <a:pt x="28" y="6"/>
                  <a:pt x="28" y="4"/>
                  <a:pt x="28" y="3"/>
                </a:cubicBezTo>
                <a:cubicBezTo>
                  <a:pt x="25" y="2"/>
                  <a:pt x="23" y="2"/>
                  <a:pt x="22" y="4"/>
                </a:cubicBezTo>
                <a:cubicBezTo>
                  <a:pt x="21" y="2"/>
                  <a:pt x="21" y="5"/>
                  <a:pt x="20" y="3"/>
                </a:cubicBezTo>
                <a:cubicBezTo>
                  <a:pt x="21" y="5"/>
                  <a:pt x="21" y="6"/>
                  <a:pt x="22" y="8"/>
                </a:cubicBezTo>
                <a:cubicBezTo>
                  <a:pt x="21" y="7"/>
                  <a:pt x="19" y="8"/>
                  <a:pt x="19" y="6"/>
                </a:cubicBezTo>
                <a:cubicBezTo>
                  <a:pt x="18" y="5"/>
                  <a:pt x="18" y="6"/>
                  <a:pt x="18" y="7"/>
                </a:cubicBezTo>
                <a:cubicBezTo>
                  <a:pt x="17" y="5"/>
                  <a:pt x="15" y="7"/>
                  <a:pt x="13" y="6"/>
                </a:cubicBezTo>
                <a:cubicBezTo>
                  <a:pt x="13" y="7"/>
                  <a:pt x="13" y="7"/>
                  <a:pt x="13" y="8"/>
                </a:cubicBezTo>
                <a:cubicBezTo>
                  <a:pt x="12" y="7"/>
                  <a:pt x="12" y="8"/>
                  <a:pt x="11" y="7"/>
                </a:cubicBezTo>
                <a:cubicBezTo>
                  <a:pt x="11" y="8"/>
                  <a:pt x="11" y="9"/>
                  <a:pt x="11" y="9"/>
                </a:cubicBezTo>
                <a:cubicBezTo>
                  <a:pt x="11" y="9"/>
                  <a:pt x="11" y="10"/>
                  <a:pt x="10" y="9"/>
                </a:cubicBezTo>
                <a:cubicBezTo>
                  <a:pt x="10" y="10"/>
                  <a:pt x="9" y="10"/>
                  <a:pt x="8" y="11"/>
                </a:cubicBezTo>
                <a:cubicBezTo>
                  <a:pt x="9" y="11"/>
                  <a:pt x="9" y="12"/>
                  <a:pt x="9" y="12"/>
                </a:cubicBezTo>
                <a:cubicBezTo>
                  <a:pt x="10" y="12"/>
                  <a:pt x="9" y="11"/>
                  <a:pt x="9" y="11"/>
                </a:cubicBezTo>
                <a:cubicBezTo>
                  <a:pt x="10" y="11"/>
                  <a:pt x="10" y="12"/>
                  <a:pt x="10" y="12"/>
                </a:cubicBezTo>
                <a:cubicBezTo>
                  <a:pt x="10" y="11"/>
                  <a:pt x="10" y="11"/>
                  <a:pt x="10" y="11"/>
                </a:cubicBezTo>
                <a:cubicBezTo>
                  <a:pt x="11" y="12"/>
                  <a:pt x="11" y="11"/>
                  <a:pt x="12" y="11"/>
                </a:cubicBezTo>
                <a:cubicBezTo>
                  <a:pt x="13" y="13"/>
                  <a:pt x="12" y="14"/>
                  <a:pt x="12" y="16"/>
                </a:cubicBezTo>
                <a:cubicBezTo>
                  <a:pt x="11" y="15"/>
                  <a:pt x="11" y="15"/>
                  <a:pt x="11" y="16"/>
                </a:cubicBezTo>
                <a:cubicBezTo>
                  <a:pt x="10" y="14"/>
                  <a:pt x="8" y="18"/>
                  <a:pt x="7" y="16"/>
                </a:cubicBezTo>
                <a:cubicBezTo>
                  <a:pt x="7" y="17"/>
                  <a:pt x="7" y="18"/>
                  <a:pt x="6" y="18"/>
                </a:cubicBezTo>
                <a:cubicBezTo>
                  <a:pt x="5" y="17"/>
                  <a:pt x="2" y="19"/>
                  <a:pt x="2" y="21"/>
                </a:cubicBezTo>
                <a:cubicBezTo>
                  <a:pt x="3" y="22"/>
                  <a:pt x="4" y="22"/>
                  <a:pt x="5" y="20"/>
                </a:cubicBezTo>
                <a:cubicBezTo>
                  <a:pt x="6" y="22"/>
                  <a:pt x="6" y="19"/>
                  <a:pt x="8" y="20"/>
                </a:cubicBezTo>
                <a:cubicBezTo>
                  <a:pt x="8" y="21"/>
                  <a:pt x="8" y="22"/>
                  <a:pt x="7" y="23"/>
                </a:cubicBezTo>
                <a:cubicBezTo>
                  <a:pt x="7" y="23"/>
                  <a:pt x="7" y="23"/>
                  <a:pt x="7" y="22"/>
                </a:cubicBezTo>
                <a:cubicBezTo>
                  <a:pt x="7" y="23"/>
                  <a:pt x="7" y="23"/>
                  <a:pt x="7" y="24"/>
                </a:cubicBezTo>
                <a:cubicBezTo>
                  <a:pt x="5" y="24"/>
                  <a:pt x="5" y="26"/>
                  <a:pt x="3" y="26"/>
                </a:cubicBezTo>
                <a:cubicBezTo>
                  <a:pt x="3" y="28"/>
                  <a:pt x="1" y="26"/>
                  <a:pt x="1" y="29"/>
                </a:cubicBezTo>
                <a:cubicBezTo>
                  <a:pt x="2" y="28"/>
                  <a:pt x="5" y="28"/>
                  <a:pt x="6" y="27"/>
                </a:cubicBezTo>
                <a:cubicBezTo>
                  <a:pt x="6" y="27"/>
                  <a:pt x="7" y="27"/>
                  <a:pt x="7" y="28"/>
                </a:cubicBezTo>
                <a:cubicBezTo>
                  <a:pt x="7" y="33"/>
                  <a:pt x="2" y="31"/>
                  <a:pt x="0" y="36"/>
                </a:cubicBezTo>
                <a:cubicBezTo>
                  <a:pt x="1" y="37"/>
                  <a:pt x="2" y="35"/>
                  <a:pt x="2" y="34"/>
                </a:cubicBezTo>
                <a:cubicBezTo>
                  <a:pt x="3" y="35"/>
                  <a:pt x="4" y="36"/>
                  <a:pt x="5" y="35"/>
                </a:cubicBezTo>
                <a:cubicBezTo>
                  <a:pt x="7" y="38"/>
                  <a:pt x="2" y="39"/>
                  <a:pt x="1" y="41"/>
                </a:cubicBezTo>
                <a:cubicBezTo>
                  <a:pt x="2" y="41"/>
                  <a:pt x="2" y="42"/>
                  <a:pt x="2" y="43"/>
                </a:cubicBezTo>
                <a:cubicBezTo>
                  <a:pt x="2" y="42"/>
                  <a:pt x="3" y="42"/>
                  <a:pt x="3" y="43"/>
                </a:cubicBezTo>
                <a:cubicBezTo>
                  <a:pt x="3" y="41"/>
                  <a:pt x="4" y="44"/>
                  <a:pt x="5" y="42"/>
                </a:cubicBezTo>
                <a:cubicBezTo>
                  <a:pt x="5" y="41"/>
                  <a:pt x="5" y="40"/>
                  <a:pt x="5" y="40"/>
                </a:cubicBezTo>
                <a:cubicBezTo>
                  <a:pt x="6" y="40"/>
                  <a:pt x="6" y="41"/>
                  <a:pt x="6" y="42"/>
                </a:cubicBezTo>
                <a:cubicBezTo>
                  <a:pt x="6" y="43"/>
                  <a:pt x="7" y="43"/>
                  <a:pt x="7" y="43"/>
                </a:cubicBezTo>
                <a:cubicBezTo>
                  <a:pt x="6" y="45"/>
                  <a:pt x="6" y="45"/>
                  <a:pt x="5" y="46"/>
                </a:cubicBezTo>
                <a:cubicBezTo>
                  <a:pt x="5" y="46"/>
                  <a:pt x="5" y="46"/>
                  <a:pt x="5" y="45"/>
                </a:cubicBezTo>
                <a:cubicBezTo>
                  <a:pt x="4" y="47"/>
                  <a:pt x="4" y="47"/>
                  <a:pt x="3" y="47"/>
                </a:cubicBezTo>
                <a:cubicBezTo>
                  <a:pt x="3" y="48"/>
                  <a:pt x="2" y="49"/>
                  <a:pt x="3" y="49"/>
                </a:cubicBezTo>
                <a:cubicBezTo>
                  <a:pt x="3" y="47"/>
                  <a:pt x="4" y="50"/>
                  <a:pt x="5" y="49"/>
                </a:cubicBezTo>
                <a:cubicBezTo>
                  <a:pt x="6" y="48"/>
                  <a:pt x="5" y="47"/>
                  <a:pt x="5" y="47"/>
                </a:cubicBezTo>
                <a:cubicBezTo>
                  <a:pt x="6" y="48"/>
                  <a:pt x="6" y="50"/>
                  <a:pt x="6" y="51"/>
                </a:cubicBezTo>
                <a:cubicBezTo>
                  <a:pt x="5" y="51"/>
                  <a:pt x="5" y="51"/>
                  <a:pt x="4" y="53"/>
                </a:cubicBezTo>
                <a:cubicBezTo>
                  <a:pt x="3" y="52"/>
                  <a:pt x="3" y="54"/>
                  <a:pt x="1" y="55"/>
                </a:cubicBezTo>
                <a:cubicBezTo>
                  <a:pt x="1" y="55"/>
                  <a:pt x="1" y="57"/>
                  <a:pt x="1" y="58"/>
                </a:cubicBezTo>
                <a:cubicBezTo>
                  <a:pt x="2" y="59"/>
                  <a:pt x="2" y="57"/>
                  <a:pt x="3" y="56"/>
                </a:cubicBezTo>
                <a:cubicBezTo>
                  <a:pt x="3" y="57"/>
                  <a:pt x="4" y="56"/>
                  <a:pt x="4" y="55"/>
                </a:cubicBezTo>
                <a:cubicBezTo>
                  <a:pt x="4" y="57"/>
                  <a:pt x="4" y="58"/>
                  <a:pt x="5" y="58"/>
                </a:cubicBezTo>
                <a:cubicBezTo>
                  <a:pt x="5" y="57"/>
                  <a:pt x="4" y="57"/>
                  <a:pt x="5" y="55"/>
                </a:cubicBezTo>
                <a:cubicBezTo>
                  <a:pt x="5" y="56"/>
                  <a:pt x="5" y="55"/>
                  <a:pt x="5" y="55"/>
                </a:cubicBezTo>
                <a:cubicBezTo>
                  <a:pt x="5" y="58"/>
                  <a:pt x="6" y="54"/>
                  <a:pt x="6" y="55"/>
                </a:cubicBezTo>
                <a:cubicBezTo>
                  <a:pt x="5" y="59"/>
                  <a:pt x="3" y="61"/>
                  <a:pt x="1" y="64"/>
                </a:cubicBezTo>
                <a:cubicBezTo>
                  <a:pt x="3" y="64"/>
                  <a:pt x="3" y="63"/>
                  <a:pt x="4" y="64"/>
                </a:cubicBezTo>
                <a:cubicBezTo>
                  <a:pt x="4" y="63"/>
                  <a:pt x="4" y="61"/>
                  <a:pt x="5" y="62"/>
                </a:cubicBezTo>
                <a:cubicBezTo>
                  <a:pt x="5" y="62"/>
                  <a:pt x="5" y="62"/>
                  <a:pt x="5" y="63"/>
                </a:cubicBezTo>
                <a:cubicBezTo>
                  <a:pt x="4" y="63"/>
                  <a:pt x="5" y="65"/>
                  <a:pt x="5" y="65"/>
                </a:cubicBezTo>
                <a:cubicBezTo>
                  <a:pt x="4" y="66"/>
                  <a:pt x="5" y="67"/>
                  <a:pt x="5" y="68"/>
                </a:cubicBezTo>
                <a:cubicBezTo>
                  <a:pt x="5" y="69"/>
                  <a:pt x="4" y="69"/>
                  <a:pt x="4" y="71"/>
                </a:cubicBezTo>
                <a:cubicBezTo>
                  <a:pt x="5" y="71"/>
                  <a:pt x="5" y="70"/>
                  <a:pt x="5" y="71"/>
                </a:cubicBezTo>
                <a:cubicBezTo>
                  <a:pt x="4" y="72"/>
                  <a:pt x="5" y="72"/>
                  <a:pt x="5" y="75"/>
                </a:cubicBezTo>
                <a:cubicBezTo>
                  <a:pt x="5" y="75"/>
                  <a:pt x="4" y="76"/>
                  <a:pt x="5" y="76"/>
                </a:cubicBezTo>
                <a:cubicBezTo>
                  <a:pt x="5" y="75"/>
                  <a:pt x="5" y="75"/>
                  <a:pt x="6" y="74"/>
                </a:cubicBezTo>
                <a:cubicBezTo>
                  <a:pt x="5" y="76"/>
                  <a:pt x="6" y="82"/>
                  <a:pt x="5" y="80"/>
                </a:cubicBezTo>
                <a:cubicBezTo>
                  <a:pt x="4" y="81"/>
                  <a:pt x="5" y="82"/>
                  <a:pt x="4" y="83"/>
                </a:cubicBezTo>
                <a:cubicBezTo>
                  <a:pt x="5" y="83"/>
                  <a:pt x="5" y="81"/>
                  <a:pt x="6" y="82"/>
                </a:cubicBezTo>
                <a:cubicBezTo>
                  <a:pt x="6" y="83"/>
                  <a:pt x="5" y="82"/>
                  <a:pt x="5" y="83"/>
                </a:cubicBezTo>
                <a:cubicBezTo>
                  <a:pt x="6" y="84"/>
                  <a:pt x="5" y="85"/>
                  <a:pt x="5" y="86"/>
                </a:cubicBezTo>
                <a:cubicBezTo>
                  <a:pt x="5" y="86"/>
                  <a:pt x="5" y="87"/>
                  <a:pt x="4" y="87"/>
                </a:cubicBezTo>
                <a:cubicBezTo>
                  <a:pt x="5" y="90"/>
                  <a:pt x="3" y="93"/>
                  <a:pt x="4" y="96"/>
                </a:cubicBezTo>
                <a:cubicBezTo>
                  <a:pt x="5" y="96"/>
                  <a:pt x="5" y="95"/>
                  <a:pt x="5" y="96"/>
                </a:cubicBezTo>
                <a:cubicBezTo>
                  <a:pt x="5" y="97"/>
                  <a:pt x="4" y="97"/>
                  <a:pt x="5" y="99"/>
                </a:cubicBezTo>
                <a:cubicBezTo>
                  <a:pt x="4" y="98"/>
                  <a:pt x="4" y="98"/>
                  <a:pt x="4" y="98"/>
                </a:cubicBezTo>
                <a:cubicBezTo>
                  <a:pt x="4" y="101"/>
                  <a:pt x="5" y="107"/>
                  <a:pt x="4" y="109"/>
                </a:cubicBezTo>
                <a:cubicBezTo>
                  <a:pt x="5" y="110"/>
                  <a:pt x="4" y="112"/>
                  <a:pt x="4" y="114"/>
                </a:cubicBezTo>
                <a:cubicBezTo>
                  <a:pt x="5" y="115"/>
                  <a:pt x="4" y="118"/>
                  <a:pt x="4" y="120"/>
                </a:cubicBezTo>
                <a:cubicBezTo>
                  <a:pt x="4" y="119"/>
                  <a:pt x="4" y="119"/>
                  <a:pt x="5" y="118"/>
                </a:cubicBezTo>
                <a:cubicBezTo>
                  <a:pt x="5" y="119"/>
                  <a:pt x="5" y="119"/>
                  <a:pt x="5" y="119"/>
                </a:cubicBezTo>
                <a:cubicBezTo>
                  <a:pt x="4" y="120"/>
                  <a:pt x="5" y="120"/>
                  <a:pt x="5" y="121"/>
                </a:cubicBezTo>
                <a:cubicBezTo>
                  <a:pt x="5" y="124"/>
                  <a:pt x="4" y="130"/>
                  <a:pt x="5" y="132"/>
                </a:cubicBezTo>
                <a:cubicBezTo>
                  <a:pt x="5" y="132"/>
                  <a:pt x="5" y="132"/>
                  <a:pt x="5" y="132"/>
                </a:cubicBezTo>
                <a:cubicBezTo>
                  <a:pt x="5" y="134"/>
                  <a:pt x="5" y="136"/>
                  <a:pt x="4" y="139"/>
                </a:cubicBezTo>
                <a:cubicBezTo>
                  <a:pt x="5" y="139"/>
                  <a:pt x="5" y="141"/>
                  <a:pt x="5" y="141"/>
                </a:cubicBezTo>
                <a:cubicBezTo>
                  <a:pt x="5" y="142"/>
                  <a:pt x="5" y="142"/>
                  <a:pt x="4" y="143"/>
                </a:cubicBezTo>
                <a:cubicBezTo>
                  <a:pt x="5" y="144"/>
                  <a:pt x="5" y="142"/>
                  <a:pt x="5" y="143"/>
                </a:cubicBezTo>
                <a:cubicBezTo>
                  <a:pt x="4" y="144"/>
                  <a:pt x="6" y="146"/>
                  <a:pt x="5" y="148"/>
                </a:cubicBezTo>
                <a:cubicBezTo>
                  <a:pt x="4" y="147"/>
                  <a:pt x="5" y="146"/>
                  <a:pt x="5" y="146"/>
                </a:cubicBezTo>
                <a:cubicBezTo>
                  <a:pt x="4" y="146"/>
                  <a:pt x="4" y="150"/>
                  <a:pt x="5" y="149"/>
                </a:cubicBezTo>
                <a:cubicBezTo>
                  <a:pt x="5" y="149"/>
                  <a:pt x="6" y="149"/>
                  <a:pt x="6" y="148"/>
                </a:cubicBezTo>
                <a:cubicBezTo>
                  <a:pt x="6" y="149"/>
                  <a:pt x="5" y="149"/>
                  <a:pt x="5" y="151"/>
                </a:cubicBezTo>
                <a:cubicBezTo>
                  <a:pt x="5" y="152"/>
                  <a:pt x="6" y="152"/>
                  <a:pt x="6" y="153"/>
                </a:cubicBezTo>
                <a:cubicBezTo>
                  <a:pt x="5" y="152"/>
                  <a:pt x="5" y="155"/>
                  <a:pt x="6" y="155"/>
                </a:cubicBezTo>
                <a:cubicBezTo>
                  <a:pt x="6" y="155"/>
                  <a:pt x="5" y="153"/>
                  <a:pt x="6" y="153"/>
                </a:cubicBezTo>
                <a:cubicBezTo>
                  <a:pt x="7" y="153"/>
                  <a:pt x="7" y="153"/>
                  <a:pt x="7" y="155"/>
                </a:cubicBezTo>
                <a:cubicBezTo>
                  <a:pt x="7" y="155"/>
                  <a:pt x="7" y="154"/>
                  <a:pt x="6" y="154"/>
                </a:cubicBezTo>
                <a:cubicBezTo>
                  <a:pt x="6" y="155"/>
                  <a:pt x="6" y="155"/>
                  <a:pt x="6" y="156"/>
                </a:cubicBezTo>
                <a:cubicBezTo>
                  <a:pt x="6" y="155"/>
                  <a:pt x="5" y="157"/>
                  <a:pt x="5" y="158"/>
                </a:cubicBezTo>
                <a:cubicBezTo>
                  <a:pt x="6" y="158"/>
                  <a:pt x="6" y="157"/>
                  <a:pt x="6" y="158"/>
                </a:cubicBezTo>
                <a:cubicBezTo>
                  <a:pt x="5" y="158"/>
                  <a:pt x="6" y="162"/>
                  <a:pt x="6" y="164"/>
                </a:cubicBezTo>
                <a:cubicBezTo>
                  <a:pt x="7" y="165"/>
                  <a:pt x="6" y="165"/>
                  <a:pt x="8" y="167"/>
                </a:cubicBezTo>
                <a:cubicBezTo>
                  <a:pt x="7" y="168"/>
                  <a:pt x="7" y="165"/>
                  <a:pt x="6" y="167"/>
                </a:cubicBezTo>
                <a:cubicBezTo>
                  <a:pt x="6" y="167"/>
                  <a:pt x="7" y="168"/>
                  <a:pt x="6" y="168"/>
                </a:cubicBezTo>
                <a:cubicBezTo>
                  <a:pt x="6" y="169"/>
                  <a:pt x="6" y="167"/>
                  <a:pt x="6" y="167"/>
                </a:cubicBezTo>
                <a:cubicBezTo>
                  <a:pt x="6" y="168"/>
                  <a:pt x="5" y="167"/>
                  <a:pt x="5" y="167"/>
                </a:cubicBezTo>
                <a:cubicBezTo>
                  <a:pt x="5" y="170"/>
                  <a:pt x="5" y="171"/>
                  <a:pt x="6" y="173"/>
                </a:cubicBezTo>
                <a:cubicBezTo>
                  <a:pt x="6" y="172"/>
                  <a:pt x="6" y="171"/>
                  <a:pt x="6" y="170"/>
                </a:cubicBezTo>
                <a:cubicBezTo>
                  <a:pt x="6" y="172"/>
                  <a:pt x="7" y="175"/>
                  <a:pt x="6" y="175"/>
                </a:cubicBezTo>
                <a:cubicBezTo>
                  <a:pt x="6" y="174"/>
                  <a:pt x="6" y="173"/>
                  <a:pt x="6" y="173"/>
                </a:cubicBezTo>
                <a:cubicBezTo>
                  <a:pt x="6" y="174"/>
                  <a:pt x="5" y="173"/>
                  <a:pt x="5" y="174"/>
                </a:cubicBezTo>
                <a:cubicBezTo>
                  <a:pt x="6" y="174"/>
                  <a:pt x="6" y="179"/>
                  <a:pt x="6" y="177"/>
                </a:cubicBezTo>
                <a:cubicBezTo>
                  <a:pt x="6" y="179"/>
                  <a:pt x="6" y="183"/>
                  <a:pt x="6" y="184"/>
                </a:cubicBezTo>
                <a:cubicBezTo>
                  <a:pt x="7" y="184"/>
                  <a:pt x="6" y="183"/>
                  <a:pt x="7" y="183"/>
                </a:cubicBezTo>
                <a:cubicBezTo>
                  <a:pt x="7" y="183"/>
                  <a:pt x="7" y="184"/>
                  <a:pt x="7" y="186"/>
                </a:cubicBezTo>
                <a:cubicBezTo>
                  <a:pt x="6" y="185"/>
                  <a:pt x="6" y="187"/>
                  <a:pt x="6" y="188"/>
                </a:cubicBezTo>
                <a:cubicBezTo>
                  <a:pt x="6" y="187"/>
                  <a:pt x="7" y="186"/>
                  <a:pt x="8" y="186"/>
                </a:cubicBezTo>
                <a:cubicBezTo>
                  <a:pt x="7" y="188"/>
                  <a:pt x="7" y="190"/>
                  <a:pt x="7" y="192"/>
                </a:cubicBezTo>
                <a:cubicBezTo>
                  <a:pt x="7" y="192"/>
                  <a:pt x="6" y="192"/>
                  <a:pt x="6" y="193"/>
                </a:cubicBezTo>
                <a:cubicBezTo>
                  <a:pt x="7" y="193"/>
                  <a:pt x="6" y="194"/>
                  <a:pt x="7" y="195"/>
                </a:cubicBezTo>
                <a:cubicBezTo>
                  <a:pt x="6" y="195"/>
                  <a:pt x="6" y="195"/>
                  <a:pt x="6" y="194"/>
                </a:cubicBezTo>
                <a:cubicBezTo>
                  <a:pt x="6" y="196"/>
                  <a:pt x="6" y="197"/>
                  <a:pt x="6" y="198"/>
                </a:cubicBezTo>
                <a:cubicBezTo>
                  <a:pt x="6" y="199"/>
                  <a:pt x="6" y="198"/>
                  <a:pt x="6" y="198"/>
                </a:cubicBezTo>
                <a:cubicBezTo>
                  <a:pt x="7" y="199"/>
                  <a:pt x="7" y="199"/>
                  <a:pt x="7" y="201"/>
                </a:cubicBezTo>
                <a:cubicBezTo>
                  <a:pt x="7" y="201"/>
                  <a:pt x="6" y="200"/>
                  <a:pt x="6" y="201"/>
                </a:cubicBezTo>
                <a:cubicBezTo>
                  <a:pt x="7" y="201"/>
                  <a:pt x="7" y="203"/>
                  <a:pt x="8" y="203"/>
                </a:cubicBezTo>
                <a:cubicBezTo>
                  <a:pt x="8" y="201"/>
                  <a:pt x="8" y="202"/>
                  <a:pt x="8" y="201"/>
                </a:cubicBezTo>
                <a:cubicBezTo>
                  <a:pt x="8" y="201"/>
                  <a:pt x="7" y="201"/>
                  <a:pt x="7" y="200"/>
                </a:cubicBezTo>
                <a:cubicBezTo>
                  <a:pt x="8" y="200"/>
                  <a:pt x="7" y="197"/>
                  <a:pt x="8" y="197"/>
                </a:cubicBezTo>
                <a:cubicBezTo>
                  <a:pt x="8" y="199"/>
                  <a:pt x="9" y="198"/>
                  <a:pt x="10" y="198"/>
                </a:cubicBezTo>
                <a:cubicBezTo>
                  <a:pt x="9" y="199"/>
                  <a:pt x="10" y="199"/>
                  <a:pt x="10" y="200"/>
                </a:cubicBezTo>
                <a:cubicBezTo>
                  <a:pt x="9" y="199"/>
                  <a:pt x="9" y="200"/>
                  <a:pt x="9" y="201"/>
                </a:cubicBezTo>
                <a:cubicBezTo>
                  <a:pt x="9" y="200"/>
                  <a:pt x="10" y="200"/>
                  <a:pt x="10" y="200"/>
                </a:cubicBezTo>
                <a:cubicBezTo>
                  <a:pt x="10" y="201"/>
                  <a:pt x="10" y="202"/>
                  <a:pt x="11" y="203"/>
                </a:cubicBezTo>
                <a:cubicBezTo>
                  <a:pt x="10" y="203"/>
                  <a:pt x="10" y="203"/>
                  <a:pt x="10" y="204"/>
                </a:cubicBezTo>
                <a:cubicBezTo>
                  <a:pt x="10" y="204"/>
                  <a:pt x="10" y="205"/>
                  <a:pt x="11" y="205"/>
                </a:cubicBezTo>
                <a:cubicBezTo>
                  <a:pt x="10" y="205"/>
                  <a:pt x="10" y="206"/>
                  <a:pt x="10" y="206"/>
                </a:cubicBezTo>
                <a:cubicBezTo>
                  <a:pt x="10" y="205"/>
                  <a:pt x="10" y="203"/>
                  <a:pt x="9" y="203"/>
                </a:cubicBezTo>
                <a:cubicBezTo>
                  <a:pt x="8" y="205"/>
                  <a:pt x="9" y="206"/>
                  <a:pt x="10" y="207"/>
                </a:cubicBezTo>
                <a:cubicBezTo>
                  <a:pt x="10" y="208"/>
                  <a:pt x="10" y="208"/>
                  <a:pt x="10" y="209"/>
                </a:cubicBezTo>
                <a:cubicBezTo>
                  <a:pt x="10" y="209"/>
                  <a:pt x="10" y="210"/>
                  <a:pt x="10" y="210"/>
                </a:cubicBezTo>
                <a:cubicBezTo>
                  <a:pt x="9" y="208"/>
                  <a:pt x="10" y="208"/>
                  <a:pt x="10" y="208"/>
                </a:cubicBezTo>
                <a:cubicBezTo>
                  <a:pt x="9" y="207"/>
                  <a:pt x="9" y="209"/>
                  <a:pt x="9" y="209"/>
                </a:cubicBezTo>
                <a:cubicBezTo>
                  <a:pt x="9" y="208"/>
                  <a:pt x="8" y="208"/>
                  <a:pt x="8" y="209"/>
                </a:cubicBezTo>
                <a:cubicBezTo>
                  <a:pt x="9" y="209"/>
                  <a:pt x="9" y="211"/>
                  <a:pt x="9" y="212"/>
                </a:cubicBezTo>
                <a:cubicBezTo>
                  <a:pt x="10" y="212"/>
                  <a:pt x="10" y="211"/>
                  <a:pt x="10" y="211"/>
                </a:cubicBezTo>
                <a:cubicBezTo>
                  <a:pt x="10" y="212"/>
                  <a:pt x="9" y="213"/>
                  <a:pt x="10" y="214"/>
                </a:cubicBezTo>
                <a:cubicBezTo>
                  <a:pt x="10" y="212"/>
                  <a:pt x="10" y="214"/>
                  <a:pt x="10" y="215"/>
                </a:cubicBezTo>
                <a:cubicBezTo>
                  <a:pt x="10" y="213"/>
                  <a:pt x="12" y="214"/>
                  <a:pt x="12" y="214"/>
                </a:cubicBezTo>
                <a:cubicBezTo>
                  <a:pt x="12" y="215"/>
                  <a:pt x="12" y="217"/>
                  <a:pt x="12" y="217"/>
                </a:cubicBezTo>
                <a:cubicBezTo>
                  <a:pt x="11" y="217"/>
                  <a:pt x="11" y="217"/>
                  <a:pt x="11" y="217"/>
                </a:cubicBezTo>
                <a:cubicBezTo>
                  <a:pt x="11" y="216"/>
                  <a:pt x="12" y="215"/>
                  <a:pt x="11" y="214"/>
                </a:cubicBezTo>
                <a:cubicBezTo>
                  <a:pt x="11" y="215"/>
                  <a:pt x="11" y="215"/>
                  <a:pt x="11" y="215"/>
                </a:cubicBezTo>
                <a:cubicBezTo>
                  <a:pt x="11" y="215"/>
                  <a:pt x="11" y="214"/>
                  <a:pt x="11" y="214"/>
                </a:cubicBezTo>
                <a:cubicBezTo>
                  <a:pt x="10" y="218"/>
                  <a:pt x="11" y="220"/>
                  <a:pt x="10" y="222"/>
                </a:cubicBezTo>
                <a:cubicBezTo>
                  <a:pt x="11" y="222"/>
                  <a:pt x="10" y="224"/>
                  <a:pt x="11" y="225"/>
                </a:cubicBezTo>
                <a:cubicBezTo>
                  <a:pt x="11" y="225"/>
                  <a:pt x="11" y="224"/>
                  <a:pt x="11" y="224"/>
                </a:cubicBezTo>
                <a:cubicBezTo>
                  <a:pt x="12" y="224"/>
                  <a:pt x="11" y="226"/>
                  <a:pt x="11" y="226"/>
                </a:cubicBezTo>
                <a:cubicBezTo>
                  <a:pt x="11" y="226"/>
                  <a:pt x="10" y="227"/>
                  <a:pt x="10" y="226"/>
                </a:cubicBezTo>
                <a:cubicBezTo>
                  <a:pt x="10" y="227"/>
                  <a:pt x="10" y="227"/>
                  <a:pt x="10" y="228"/>
                </a:cubicBezTo>
                <a:cubicBezTo>
                  <a:pt x="11" y="227"/>
                  <a:pt x="12" y="227"/>
                  <a:pt x="12" y="226"/>
                </a:cubicBezTo>
                <a:cubicBezTo>
                  <a:pt x="13" y="227"/>
                  <a:pt x="12" y="227"/>
                  <a:pt x="12" y="228"/>
                </a:cubicBezTo>
                <a:cubicBezTo>
                  <a:pt x="11" y="227"/>
                  <a:pt x="12" y="231"/>
                  <a:pt x="11" y="229"/>
                </a:cubicBezTo>
                <a:cubicBezTo>
                  <a:pt x="11" y="230"/>
                  <a:pt x="10" y="231"/>
                  <a:pt x="10" y="232"/>
                </a:cubicBezTo>
                <a:cubicBezTo>
                  <a:pt x="10" y="231"/>
                  <a:pt x="11" y="231"/>
                  <a:pt x="11" y="232"/>
                </a:cubicBezTo>
                <a:cubicBezTo>
                  <a:pt x="11" y="232"/>
                  <a:pt x="11" y="233"/>
                  <a:pt x="10" y="232"/>
                </a:cubicBezTo>
                <a:cubicBezTo>
                  <a:pt x="10" y="232"/>
                  <a:pt x="10" y="232"/>
                  <a:pt x="10" y="232"/>
                </a:cubicBezTo>
                <a:cubicBezTo>
                  <a:pt x="10" y="232"/>
                  <a:pt x="10" y="230"/>
                  <a:pt x="10" y="230"/>
                </a:cubicBezTo>
                <a:cubicBezTo>
                  <a:pt x="10" y="232"/>
                  <a:pt x="9" y="232"/>
                  <a:pt x="9" y="231"/>
                </a:cubicBezTo>
                <a:cubicBezTo>
                  <a:pt x="9" y="233"/>
                  <a:pt x="10" y="232"/>
                  <a:pt x="10" y="234"/>
                </a:cubicBezTo>
                <a:cubicBezTo>
                  <a:pt x="10" y="234"/>
                  <a:pt x="10" y="235"/>
                  <a:pt x="9" y="234"/>
                </a:cubicBezTo>
                <a:cubicBezTo>
                  <a:pt x="9" y="236"/>
                  <a:pt x="10" y="236"/>
                  <a:pt x="10" y="238"/>
                </a:cubicBezTo>
                <a:cubicBezTo>
                  <a:pt x="10" y="238"/>
                  <a:pt x="9" y="240"/>
                  <a:pt x="10" y="240"/>
                </a:cubicBezTo>
                <a:cubicBezTo>
                  <a:pt x="11" y="240"/>
                  <a:pt x="10" y="236"/>
                  <a:pt x="11" y="235"/>
                </a:cubicBezTo>
                <a:cubicBezTo>
                  <a:pt x="11" y="237"/>
                  <a:pt x="12" y="234"/>
                  <a:pt x="13" y="236"/>
                </a:cubicBezTo>
                <a:cubicBezTo>
                  <a:pt x="13" y="239"/>
                  <a:pt x="11" y="237"/>
                  <a:pt x="12" y="239"/>
                </a:cubicBezTo>
                <a:cubicBezTo>
                  <a:pt x="12" y="238"/>
                  <a:pt x="13" y="239"/>
                  <a:pt x="12" y="239"/>
                </a:cubicBezTo>
                <a:cubicBezTo>
                  <a:pt x="13" y="239"/>
                  <a:pt x="15" y="236"/>
                  <a:pt x="15" y="239"/>
                </a:cubicBezTo>
                <a:cubicBezTo>
                  <a:pt x="15" y="239"/>
                  <a:pt x="13" y="239"/>
                  <a:pt x="14" y="241"/>
                </a:cubicBezTo>
                <a:cubicBezTo>
                  <a:pt x="14" y="240"/>
                  <a:pt x="14" y="241"/>
                  <a:pt x="14" y="242"/>
                </a:cubicBezTo>
                <a:cubicBezTo>
                  <a:pt x="14" y="242"/>
                  <a:pt x="15" y="242"/>
                  <a:pt x="15" y="242"/>
                </a:cubicBezTo>
                <a:cubicBezTo>
                  <a:pt x="15" y="243"/>
                  <a:pt x="14" y="244"/>
                  <a:pt x="14" y="244"/>
                </a:cubicBezTo>
                <a:cubicBezTo>
                  <a:pt x="15" y="245"/>
                  <a:pt x="13" y="246"/>
                  <a:pt x="13" y="246"/>
                </a:cubicBezTo>
                <a:cubicBezTo>
                  <a:pt x="14" y="245"/>
                  <a:pt x="14" y="246"/>
                  <a:pt x="15" y="244"/>
                </a:cubicBezTo>
                <a:cubicBezTo>
                  <a:pt x="15" y="245"/>
                  <a:pt x="15" y="244"/>
                  <a:pt x="15" y="244"/>
                </a:cubicBezTo>
                <a:cubicBezTo>
                  <a:pt x="15" y="246"/>
                  <a:pt x="15" y="247"/>
                  <a:pt x="15" y="249"/>
                </a:cubicBezTo>
                <a:cubicBezTo>
                  <a:pt x="17" y="249"/>
                  <a:pt x="14" y="253"/>
                  <a:pt x="15" y="254"/>
                </a:cubicBezTo>
                <a:cubicBezTo>
                  <a:pt x="15" y="253"/>
                  <a:pt x="15" y="253"/>
                  <a:pt x="15" y="253"/>
                </a:cubicBezTo>
                <a:cubicBezTo>
                  <a:pt x="15" y="254"/>
                  <a:pt x="16" y="252"/>
                  <a:pt x="16" y="254"/>
                </a:cubicBezTo>
                <a:cubicBezTo>
                  <a:pt x="16" y="254"/>
                  <a:pt x="16" y="255"/>
                  <a:pt x="15" y="255"/>
                </a:cubicBezTo>
                <a:cubicBezTo>
                  <a:pt x="15" y="255"/>
                  <a:pt x="14" y="256"/>
                  <a:pt x="14" y="256"/>
                </a:cubicBezTo>
                <a:cubicBezTo>
                  <a:pt x="14" y="256"/>
                  <a:pt x="14" y="257"/>
                  <a:pt x="14" y="257"/>
                </a:cubicBezTo>
                <a:cubicBezTo>
                  <a:pt x="15" y="258"/>
                  <a:pt x="15" y="255"/>
                  <a:pt x="15" y="257"/>
                </a:cubicBezTo>
                <a:cubicBezTo>
                  <a:pt x="15" y="258"/>
                  <a:pt x="14" y="258"/>
                  <a:pt x="15" y="259"/>
                </a:cubicBezTo>
                <a:cubicBezTo>
                  <a:pt x="15" y="257"/>
                  <a:pt x="14" y="261"/>
                  <a:pt x="15" y="260"/>
                </a:cubicBezTo>
                <a:cubicBezTo>
                  <a:pt x="15" y="259"/>
                  <a:pt x="15" y="259"/>
                  <a:pt x="15" y="258"/>
                </a:cubicBezTo>
                <a:cubicBezTo>
                  <a:pt x="15" y="259"/>
                  <a:pt x="16" y="258"/>
                  <a:pt x="16" y="259"/>
                </a:cubicBezTo>
                <a:cubicBezTo>
                  <a:pt x="15" y="260"/>
                  <a:pt x="16" y="260"/>
                  <a:pt x="16" y="262"/>
                </a:cubicBezTo>
                <a:cubicBezTo>
                  <a:pt x="15" y="264"/>
                  <a:pt x="13" y="264"/>
                  <a:pt x="14" y="266"/>
                </a:cubicBezTo>
                <a:cubicBezTo>
                  <a:pt x="14" y="265"/>
                  <a:pt x="14" y="265"/>
                  <a:pt x="15" y="265"/>
                </a:cubicBezTo>
                <a:cubicBezTo>
                  <a:pt x="15" y="267"/>
                  <a:pt x="15" y="267"/>
                  <a:pt x="15" y="267"/>
                </a:cubicBezTo>
                <a:cubicBezTo>
                  <a:pt x="16" y="268"/>
                  <a:pt x="15" y="266"/>
                  <a:pt x="16" y="266"/>
                </a:cubicBezTo>
                <a:cubicBezTo>
                  <a:pt x="16" y="267"/>
                  <a:pt x="16" y="266"/>
                  <a:pt x="16" y="267"/>
                </a:cubicBezTo>
                <a:cubicBezTo>
                  <a:pt x="16" y="267"/>
                  <a:pt x="15" y="267"/>
                  <a:pt x="15" y="268"/>
                </a:cubicBezTo>
                <a:cubicBezTo>
                  <a:pt x="16" y="270"/>
                  <a:pt x="16" y="267"/>
                  <a:pt x="17" y="268"/>
                </a:cubicBezTo>
                <a:cubicBezTo>
                  <a:pt x="16" y="268"/>
                  <a:pt x="17" y="270"/>
                  <a:pt x="16" y="270"/>
                </a:cubicBezTo>
                <a:cubicBezTo>
                  <a:pt x="16" y="270"/>
                  <a:pt x="16" y="270"/>
                  <a:pt x="16" y="270"/>
                </a:cubicBezTo>
                <a:cubicBezTo>
                  <a:pt x="16" y="269"/>
                  <a:pt x="16" y="270"/>
                  <a:pt x="16" y="269"/>
                </a:cubicBezTo>
                <a:cubicBezTo>
                  <a:pt x="15" y="269"/>
                  <a:pt x="15" y="270"/>
                  <a:pt x="15" y="271"/>
                </a:cubicBezTo>
                <a:cubicBezTo>
                  <a:pt x="15" y="272"/>
                  <a:pt x="16" y="272"/>
                  <a:pt x="16" y="273"/>
                </a:cubicBezTo>
                <a:cubicBezTo>
                  <a:pt x="16" y="273"/>
                  <a:pt x="15" y="273"/>
                  <a:pt x="15" y="275"/>
                </a:cubicBezTo>
                <a:cubicBezTo>
                  <a:pt x="16" y="275"/>
                  <a:pt x="16" y="276"/>
                  <a:pt x="17" y="277"/>
                </a:cubicBezTo>
                <a:cubicBezTo>
                  <a:pt x="17" y="280"/>
                  <a:pt x="17" y="280"/>
                  <a:pt x="17" y="283"/>
                </a:cubicBezTo>
                <a:cubicBezTo>
                  <a:pt x="16" y="283"/>
                  <a:pt x="17" y="284"/>
                  <a:pt x="17" y="285"/>
                </a:cubicBezTo>
                <a:cubicBezTo>
                  <a:pt x="16" y="284"/>
                  <a:pt x="16" y="285"/>
                  <a:pt x="16" y="285"/>
                </a:cubicBezTo>
                <a:cubicBezTo>
                  <a:pt x="16" y="287"/>
                  <a:pt x="16" y="288"/>
                  <a:pt x="16" y="289"/>
                </a:cubicBezTo>
                <a:cubicBezTo>
                  <a:pt x="17" y="289"/>
                  <a:pt x="16" y="287"/>
                  <a:pt x="17" y="287"/>
                </a:cubicBezTo>
                <a:cubicBezTo>
                  <a:pt x="17" y="289"/>
                  <a:pt x="17" y="289"/>
                  <a:pt x="17" y="289"/>
                </a:cubicBezTo>
                <a:cubicBezTo>
                  <a:pt x="17" y="289"/>
                  <a:pt x="17" y="289"/>
                  <a:pt x="18" y="290"/>
                </a:cubicBezTo>
                <a:cubicBezTo>
                  <a:pt x="18" y="289"/>
                  <a:pt x="17" y="288"/>
                  <a:pt x="18" y="288"/>
                </a:cubicBezTo>
                <a:cubicBezTo>
                  <a:pt x="18" y="288"/>
                  <a:pt x="18" y="288"/>
                  <a:pt x="18" y="288"/>
                </a:cubicBezTo>
                <a:cubicBezTo>
                  <a:pt x="18" y="291"/>
                  <a:pt x="19" y="294"/>
                  <a:pt x="18" y="295"/>
                </a:cubicBezTo>
                <a:cubicBezTo>
                  <a:pt x="18" y="296"/>
                  <a:pt x="18" y="297"/>
                  <a:pt x="18" y="298"/>
                </a:cubicBezTo>
                <a:cubicBezTo>
                  <a:pt x="18" y="298"/>
                  <a:pt x="18" y="298"/>
                  <a:pt x="18" y="298"/>
                </a:cubicBezTo>
                <a:cubicBezTo>
                  <a:pt x="18" y="301"/>
                  <a:pt x="17" y="301"/>
                  <a:pt x="17" y="304"/>
                </a:cubicBezTo>
                <a:cubicBezTo>
                  <a:pt x="18" y="305"/>
                  <a:pt x="18" y="306"/>
                  <a:pt x="18" y="309"/>
                </a:cubicBezTo>
                <a:cubicBezTo>
                  <a:pt x="17" y="309"/>
                  <a:pt x="17" y="309"/>
                  <a:pt x="17" y="309"/>
                </a:cubicBezTo>
                <a:cubicBezTo>
                  <a:pt x="17" y="310"/>
                  <a:pt x="18" y="310"/>
                  <a:pt x="18" y="310"/>
                </a:cubicBezTo>
                <a:cubicBezTo>
                  <a:pt x="17" y="311"/>
                  <a:pt x="17" y="312"/>
                  <a:pt x="17" y="313"/>
                </a:cubicBezTo>
                <a:cubicBezTo>
                  <a:pt x="17" y="313"/>
                  <a:pt x="17" y="312"/>
                  <a:pt x="18" y="312"/>
                </a:cubicBezTo>
                <a:cubicBezTo>
                  <a:pt x="18" y="314"/>
                  <a:pt x="18" y="312"/>
                  <a:pt x="18" y="311"/>
                </a:cubicBezTo>
                <a:cubicBezTo>
                  <a:pt x="19" y="314"/>
                  <a:pt x="18" y="315"/>
                  <a:pt x="19" y="316"/>
                </a:cubicBezTo>
                <a:cubicBezTo>
                  <a:pt x="18" y="316"/>
                  <a:pt x="18" y="317"/>
                  <a:pt x="18" y="318"/>
                </a:cubicBezTo>
                <a:cubicBezTo>
                  <a:pt x="17" y="317"/>
                  <a:pt x="18" y="315"/>
                  <a:pt x="17" y="316"/>
                </a:cubicBezTo>
                <a:cubicBezTo>
                  <a:pt x="17" y="319"/>
                  <a:pt x="17" y="325"/>
                  <a:pt x="18" y="329"/>
                </a:cubicBezTo>
                <a:cubicBezTo>
                  <a:pt x="18" y="329"/>
                  <a:pt x="17" y="329"/>
                  <a:pt x="17" y="329"/>
                </a:cubicBezTo>
                <a:cubicBezTo>
                  <a:pt x="17" y="331"/>
                  <a:pt x="17" y="334"/>
                  <a:pt x="18" y="334"/>
                </a:cubicBezTo>
                <a:cubicBezTo>
                  <a:pt x="18" y="331"/>
                  <a:pt x="18" y="333"/>
                  <a:pt x="18" y="332"/>
                </a:cubicBezTo>
                <a:cubicBezTo>
                  <a:pt x="18" y="332"/>
                  <a:pt x="18" y="331"/>
                  <a:pt x="18" y="331"/>
                </a:cubicBezTo>
                <a:cubicBezTo>
                  <a:pt x="19" y="331"/>
                  <a:pt x="19" y="330"/>
                  <a:pt x="20" y="331"/>
                </a:cubicBezTo>
                <a:cubicBezTo>
                  <a:pt x="20" y="330"/>
                  <a:pt x="20" y="328"/>
                  <a:pt x="20" y="329"/>
                </a:cubicBezTo>
                <a:cubicBezTo>
                  <a:pt x="21" y="333"/>
                  <a:pt x="18" y="332"/>
                  <a:pt x="19" y="335"/>
                </a:cubicBezTo>
                <a:cubicBezTo>
                  <a:pt x="20" y="334"/>
                  <a:pt x="19" y="333"/>
                  <a:pt x="20" y="332"/>
                </a:cubicBezTo>
                <a:cubicBezTo>
                  <a:pt x="20" y="338"/>
                  <a:pt x="20" y="338"/>
                  <a:pt x="20" y="338"/>
                </a:cubicBezTo>
                <a:cubicBezTo>
                  <a:pt x="20" y="338"/>
                  <a:pt x="19" y="339"/>
                  <a:pt x="19" y="339"/>
                </a:cubicBezTo>
                <a:cubicBezTo>
                  <a:pt x="20" y="339"/>
                  <a:pt x="20" y="339"/>
                  <a:pt x="20" y="340"/>
                </a:cubicBezTo>
                <a:cubicBezTo>
                  <a:pt x="20" y="341"/>
                  <a:pt x="20" y="341"/>
                  <a:pt x="19" y="341"/>
                </a:cubicBezTo>
                <a:cubicBezTo>
                  <a:pt x="19" y="342"/>
                  <a:pt x="19" y="342"/>
                  <a:pt x="20" y="343"/>
                </a:cubicBezTo>
                <a:cubicBezTo>
                  <a:pt x="20" y="342"/>
                  <a:pt x="20" y="342"/>
                  <a:pt x="20" y="342"/>
                </a:cubicBezTo>
                <a:cubicBezTo>
                  <a:pt x="20" y="349"/>
                  <a:pt x="21" y="354"/>
                  <a:pt x="21" y="362"/>
                </a:cubicBezTo>
                <a:cubicBezTo>
                  <a:pt x="21" y="362"/>
                  <a:pt x="22" y="360"/>
                  <a:pt x="22" y="361"/>
                </a:cubicBezTo>
                <a:cubicBezTo>
                  <a:pt x="22" y="362"/>
                  <a:pt x="21" y="362"/>
                  <a:pt x="21" y="362"/>
                </a:cubicBezTo>
                <a:cubicBezTo>
                  <a:pt x="21" y="371"/>
                  <a:pt x="22" y="375"/>
                  <a:pt x="22" y="384"/>
                </a:cubicBezTo>
                <a:cubicBezTo>
                  <a:pt x="22" y="384"/>
                  <a:pt x="22" y="384"/>
                  <a:pt x="21" y="385"/>
                </a:cubicBezTo>
                <a:cubicBezTo>
                  <a:pt x="23" y="386"/>
                  <a:pt x="22" y="387"/>
                  <a:pt x="22" y="389"/>
                </a:cubicBezTo>
                <a:cubicBezTo>
                  <a:pt x="23" y="390"/>
                  <a:pt x="23" y="389"/>
                  <a:pt x="24" y="388"/>
                </a:cubicBezTo>
                <a:cubicBezTo>
                  <a:pt x="24" y="389"/>
                  <a:pt x="24" y="389"/>
                  <a:pt x="24" y="390"/>
                </a:cubicBezTo>
                <a:cubicBezTo>
                  <a:pt x="23" y="390"/>
                  <a:pt x="22" y="390"/>
                  <a:pt x="22" y="391"/>
                </a:cubicBezTo>
                <a:cubicBezTo>
                  <a:pt x="23" y="392"/>
                  <a:pt x="22" y="394"/>
                  <a:pt x="23" y="395"/>
                </a:cubicBezTo>
                <a:cubicBezTo>
                  <a:pt x="23" y="396"/>
                  <a:pt x="24" y="395"/>
                  <a:pt x="23" y="396"/>
                </a:cubicBezTo>
                <a:cubicBezTo>
                  <a:pt x="24" y="397"/>
                  <a:pt x="25" y="396"/>
                  <a:pt x="25" y="397"/>
                </a:cubicBezTo>
                <a:cubicBezTo>
                  <a:pt x="25" y="395"/>
                  <a:pt x="26" y="396"/>
                  <a:pt x="26" y="395"/>
                </a:cubicBezTo>
                <a:cubicBezTo>
                  <a:pt x="26" y="395"/>
                  <a:pt x="25" y="394"/>
                  <a:pt x="25" y="394"/>
                </a:cubicBezTo>
                <a:cubicBezTo>
                  <a:pt x="26" y="394"/>
                  <a:pt x="26" y="393"/>
                  <a:pt x="26" y="393"/>
                </a:cubicBezTo>
                <a:cubicBezTo>
                  <a:pt x="27" y="394"/>
                  <a:pt x="27" y="394"/>
                  <a:pt x="28" y="393"/>
                </a:cubicBezTo>
                <a:cubicBezTo>
                  <a:pt x="27" y="394"/>
                  <a:pt x="28" y="394"/>
                  <a:pt x="28" y="394"/>
                </a:cubicBezTo>
                <a:cubicBezTo>
                  <a:pt x="28" y="394"/>
                  <a:pt x="28" y="393"/>
                  <a:pt x="28" y="393"/>
                </a:cubicBezTo>
                <a:cubicBezTo>
                  <a:pt x="29" y="393"/>
                  <a:pt x="29" y="395"/>
                  <a:pt x="29" y="395"/>
                </a:cubicBezTo>
                <a:cubicBezTo>
                  <a:pt x="29" y="395"/>
                  <a:pt x="29" y="395"/>
                  <a:pt x="29" y="396"/>
                </a:cubicBezTo>
                <a:cubicBezTo>
                  <a:pt x="29" y="396"/>
                  <a:pt x="30" y="396"/>
                  <a:pt x="29" y="398"/>
                </a:cubicBezTo>
                <a:cubicBezTo>
                  <a:pt x="29" y="398"/>
                  <a:pt x="29" y="397"/>
                  <a:pt x="29" y="397"/>
                </a:cubicBezTo>
                <a:cubicBezTo>
                  <a:pt x="29" y="399"/>
                  <a:pt x="30" y="399"/>
                  <a:pt x="30" y="400"/>
                </a:cubicBezTo>
                <a:cubicBezTo>
                  <a:pt x="31" y="401"/>
                  <a:pt x="30" y="400"/>
                  <a:pt x="30" y="401"/>
                </a:cubicBezTo>
                <a:cubicBezTo>
                  <a:pt x="30" y="402"/>
                  <a:pt x="30" y="402"/>
                  <a:pt x="31" y="403"/>
                </a:cubicBezTo>
                <a:cubicBezTo>
                  <a:pt x="30" y="404"/>
                  <a:pt x="30" y="404"/>
                  <a:pt x="30" y="405"/>
                </a:cubicBezTo>
                <a:cubicBezTo>
                  <a:pt x="30" y="404"/>
                  <a:pt x="31" y="403"/>
                  <a:pt x="32" y="405"/>
                </a:cubicBezTo>
                <a:cubicBezTo>
                  <a:pt x="31" y="402"/>
                  <a:pt x="30" y="400"/>
                  <a:pt x="32" y="401"/>
                </a:cubicBezTo>
                <a:cubicBezTo>
                  <a:pt x="33" y="401"/>
                  <a:pt x="32" y="400"/>
                  <a:pt x="33" y="399"/>
                </a:cubicBezTo>
                <a:cubicBezTo>
                  <a:pt x="33" y="401"/>
                  <a:pt x="33" y="402"/>
                  <a:pt x="33" y="404"/>
                </a:cubicBezTo>
                <a:cubicBezTo>
                  <a:pt x="34" y="405"/>
                  <a:pt x="33" y="407"/>
                  <a:pt x="34" y="407"/>
                </a:cubicBezTo>
                <a:cubicBezTo>
                  <a:pt x="34" y="406"/>
                  <a:pt x="33" y="403"/>
                  <a:pt x="34" y="404"/>
                </a:cubicBezTo>
                <a:cubicBezTo>
                  <a:pt x="34" y="403"/>
                  <a:pt x="34" y="402"/>
                  <a:pt x="34" y="400"/>
                </a:cubicBezTo>
                <a:cubicBezTo>
                  <a:pt x="34" y="400"/>
                  <a:pt x="35" y="399"/>
                  <a:pt x="35" y="399"/>
                </a:cubicBezTo>
                <a:cubicBezTo>
                  <a:pt x="34" y="399"/>
                  <a:pt x="34" y="400"/>
                  <a:pt x="34" y="400"/>
                </a:cubicBezTo>
                <a:cubicBezTo>
                  <a:pt x="34" y="399"/>
                  <a:pt x="34" y="399"/>
                  <a:pt x="34" y="399"/>
                </a:cubicBezTo>
                <a:cubicBezTo>
                  <a:pt x="34" y="399"/>
                  <a:pt x="34" y="399"/>
                  <a:pt x="35" y="399"/>
                </a:cubicBezTo>
                <a:cubicBezTo>
                  <a:pt x="35" y="396"/>
                  <a:pt x="35" y="392"/>
                  <a:pt x="35" y="390"/>
                </a:cubicBezTo>
                <a:cubicBezTo>
                  <a:pt x="35" y="391"/>
                  <a:pt x="35" y="391"/>
                  <a:pt x="35" y="391"/>
                </a:cubicBezTo>
                <a:cubicBezTo>
                  <a:pt x="34" y="390"/>
                  <a:pt x="34" y="391"/>
                  <a:pt x="33" y="390"/>
                </a:cubicBezTo>
                <a:cubicBezTo>
                  <a:pt x="33" y="389"/>
                  <a:pt x="33" y="389"/>
                  <a:pt x="33" y="389"/>
                </a:cubicBezTo>
                <a:cubicBezTo>
                  <a:pt x="35" y="390"/>
                  <a:pt x="35" y="387"/>
                  <a:pt x="36" y="390"/>
                </a:cubicBezTo>
                <a:cubicBezTo>
                  <a:pt x="36" y="388"/>
                  <a:pt x="36" y="389"/>
                  <a:pt x="36" y="388"/>
                </a:cubicBezTo>
                <a:cubicBezTo>
                  <a:pt x="36" y="388"/>
                  <a:pt x="37" y="388"/>
                  <a:pt x="37" y="388"/>
                </a:cubicBezTo>
                <a:cubicBezTo>
                  <a:pt x="36" y="390"/>
                  <a:pt x="36" y="394"/>
                  <a:pt x="37" y="397"/>
                </a:cubicBezTo>
                <a:cubicBezTo>
                  <a:pt x="37" y="395"/>
                  <a:pt x="37" y="395"/>
                  <a:pt x="37" y="394"/>
                </a:cubicBezTo>
                <a:cubicBezTo>
                  <a:pt x="37" y="395"/>
                  <a:pt x="38" y="394"/>
                  <a:pt x="38" y="394"/>
                </a:cubicBezTo>
                <a:cubicBezTo>
                  <a:pt x="38" y="390"/>
                  <a:pt x="37" y="389"/>
                  <a:pt x="38" y="386"/>
                </a:cubicBezTo>
                <a:cubicBezTo>
                  <a:pt x="38" y="386"/>
                  <a:pt x="38" y="386"/>
                  <a:pt x="38" y="385"/>
                </a:cubicBezTo>
                <a:cubicBezTo>
                  <a:pt x="38" y="385"/>
                  <a:pt x="38" y="383"/>
                  <a:pt x="38" y="383"/>
                </a:cubicBezTo>
                <a:cubicBezTo>
                  <a:pt x="38" y="385"/>
                  <a:pt x="40" y="382"/>
                  <a:pt x="40" y="385"/>
                </a:cubicBezTo>
                <a:cubicBezTo>
                  <a:pt x="39" y="386"/>
                  <a:pt x="39" y="386"/>
                  <a:pt x="39" y="385"/>
                </a:cubicBezTo>
                <a:cubicBezTo>
                  <a:pt x="39" y="387"/>
                  <a:pt x="39" y="388"/>
                  <a:pt x="39" y="388"/>
                </a:cubicBezTo>
                <a:cubicBezTo>
                  <a:pt x="39" y="388"/>
                  <a:pt x="39" y="388"/>
                  <a:pt x="39" y="389"/>
                </a:cubicBezTo>
                <a:cubicBezTo>
                  <a:pt x="39" y="389"/>
                  <a:pt x="38" y="390"/>
                  <a:pt x="39" y="391"/>
                </a:cubicBezTo>
                <a:cubicBezTo>
                  <a:pt x="39" y="390"/>
                  <a:pt x="38" y="393"/>
                  <a:pt x="40" y="392"/>
                </a:cubicBezTo>
                <a:cubicBezTo>
                  <a:pt x="40" y="394"/>
                  <a:pt x="39" y="394"/>
                  <a:pt x="40" y="394"/>
                </a:cubicBezTo>
                <a:cubicBezTo>
                  <a:pt x="39" y="394"/>
                  <a:pt x="39" y="394"/>
                  <a:pt x="39" y="394"/>
                </a:cubicBezTo>
                <a:cubicBezTo>
                  <a:pt x="39" y="395"/>
                  <a:pt x="40" y="400"/>
                  <a:pt x="39" y="397"/>
                </a:cubicBezTo>
                <a:cubicBezTo>
                  <a:pt x="39" y="401"/>
                  <a:pt x="38" y="405"/>
                  <a:pt x="40" y="407"/>
                </a:cubicBezTo>
                <a:cubicBezTo>
                  <a:pt x="40" y="409"/>
                  <a:pt x="40" y="407"/>
                  <a:pt x="39" y="409"/>
                </a:cubicBezTo>
                <a:cubicBezTo>
                  <a:pt x="40" y="409"/>
                  <a:pt x="39" y="413"/>
                  <a:pt x="40" y="413"/>
                </a:cubicBezTo>
                <a:cubicBezTo>
                  <a:pt x="40" y="414"/>
                  <a:pt x="40" y="415"/>
                  <a:pt x="39" y="416"/>
                </a:cubicBezTo>
                <a:cubicBezTo>
                  <a:pt x="39" y="415"/>
                  <a:pt x="39" y="414"/>
                  <a:pt x="39" y="413"/>
                </a:cubicBezTo>
                <a:cubicBezTo>
                  <a:pt x="38" y="414"/>
                  <a:pt x="39" y="415"/>
                  <a:pt x="38" y="415"/>
                </a:cubicBezTo>
                <a:cubicBezTo>
                  <a:pt x="38" y="415"/>
                  <a:pt x="38" y="414"/>
                  <a:pt x="38" y="414"/>
                </a:cubicBezTo>
                <a:cubicBezTo>
                  <a:pt x="37" y="414"/>
                  <a:pt x="38" y="419"/>
                  <a:pt x="39" y="418"/>
                </a:cubicBezTo>
                <a:cubicBezTo>
                  <a:pt x="39" y="417"/>
                  <a:pt x="39" y="416"/>
                  <a:pt x="39" y="416"/>
                </a:cubicBezTo>
                <a:cubicBezTo>
                  <a:pt x="39" y="417"/>
                  <a:pt x="39" y="417"/>
                  <a:pt x="40" y="418"/>
                </a:cubicBezTo>
                <a:cubicBezTo>
                  <a:pt x="40" y="417"/>
                  <a:pt x="39" y="416"/>
                  <a:pt x="40" y="416"/>
                </a:cubicBezTo>
                <a:cubicBezTo>
                  <a:pt x="40" y="416"/>
                  <a:pt x="40" y="418"/>
                  <a:pt x="41" y="419"/>
                </a:cubicBezTo>
                <a:cubicBezTo>
                  <a:pt x="40" y="419"/>
                  <a:pt x="40" y="419"/>
                  <a:pt x="40" y="419"/>
                </a:cubicBezTo>
                <a:cubicBezTo>
                  <a:pt x="40" y="428"/>
                  <a:pt x="41" y="438"/>
                  <a:pt x="41" y="445"/>
                </a:cubicBezTo>
                <a:cubicBezTo>
                  <a:pt x="41" y="445"/>
                  <a:pt x="42" y="444"/>
                  <a:pt x="42" y="446"/>
                </a:cubicBezTo>
                <a:cubicBezTo>
                  <a:pt x="41" y="446"/>
                  <a:pt x="41" y="445"/>
                  <a:pt x="41" y="445"/>
                </a:cubicBezTo>
                <a:cubicBezTo>
                  <a:pt x="41" y="447"/>
                  <a:pt x="42" y="447"/>
                  <a:pt x="41" y="448"/>
                </a:cubicBezTo>
                <a:cubicBezTo>
                  <a:pt x="42" y="448"/>
                  <a:pt x="42" y="448"/>
                  <a:pt x="42" y="449"/>
                </a:cubicBezTo>
                <a:cubicBezTo>
                  <a:pt x="41" y="449"/>
                  <a:pt x="42" y="449"/>
                  <a:pt x="41" y="449"/>
                </a:cubicBezTo>
                <a:cubicBezTo>
                  <a:pt x="41" y="451"/>
                  <a:pt x="41" y="457"/>
                  <a:pt x="42" y="460"/>
                </a:cubicBezTo>
                <a:cubicBezTo>
                  <a:pt x="42" y="460"/>
                  <a:pt x="43" y="460"/>
                  <a:pt x="43" y="461"/>
                </a:cubicBezTo>
                <a:cubicBezTo>
                  <a:pt x="42" y="461"/>
                  <a:pt x="43" y="462"/>
                  <a:pt x="42" y="463"/>
                </a:cubicBezTo>
                <a:cubicBezTo>
                  <a:pt x="42" y="462"/>
                  <a:pt x="42" y="461"/>
                  <a:pt x="42" y="461"/>
                </a:cubicBezTo>
                <a:cubicBezTo>
                  <a:pt x="42" y="462"/>
                  <a:pt x="41" y="467"/>
                  <a:pt x="42" y="466"/>
                </a:cubicBezTo>
                <a:cubicBezTo>
                  <a:pt x="42" y="466"/>
                  <a:pt x="42" y="465"/>
                  <a:pt x="42" y="464"/>
                </a:cubicBezTo>
                <a:cubicBezTo>
                  <a:pt x="42" y="464"/>
                  <a:pt x="43" y="463"/>
                  <a:pt x="43" y="464"/>
                </a:cubicBezTo>
                <a:cubicBezTo>
                  <a:pt x="43" y="465"/>
                  <a:pt x="42" y="465"/>
                  <a:pt x="42" y="466"/>
                </a:cubicBezTo>
                <a:cubicBezTo>
                  <a:pt x="43" y="466"/>
                  <a:pt x="43" y="466"/>
                  <a:pt x="43" y="465"/>
                </a:cubicBezTo>
                <a:cubicBezTo>
                  <a:pt x="43" y="467"/>
                  <a:pt x="43" y="468"/>
                  <a:pt x="43" y="469"/>
                </a:cubicBezTo>
                <a:cubicBezTo>
                  <a:pt x="42" y="469"/>
                  <a:pt x="43" y="467"/>
                  <a:pt x="42" y="467"/>
                </a:cubicBezTo>
                <a:cubicBezTo>
                  <a:pt x="42" y="468"/>
                  <a:pt x="42" y="470"/>
                  <a:pt x="42" y="471"/>
                </a:cubicBezTo>
                <a:cubicBezTo>
                  <a:pt x="42" y="470"/>
                  <a:pt x="43" y="470"/>
                  <a:pt x="43" y="470"/>
                </a:cubicBezTo>
                <a:cubicBezTo>
                  <a:pt x="44" y="471"/>
                  <a:pt x="43" y="473"/>
                  <a:pt x="43" y="473"/>
                </a:cubicBezTo>
                <a:cubicBezTo>
                  <a:pt x="44" y="473"/>
                  <a:pt x="43" y="472"/>
                  <a:pt x="43" y="471"/>
                </a:cubicBezTo>
                <a:cubicBezTo>
                  <a:pt x="44" y="471"/>
                  <a:pt x="44" y="472"/>
                  <a:pt x="44" y="471"/>
                </a:cubicBezTo>
                <a:cubicBezTo>
                  <a:pt x="44" y="469"/>
                  <a:pt x="44" y="471"/>
                  <a:pt x="43" y="470"/>
                </a:cubicBezTo>
                <a:cubicBezTo>
                  <a:pt x="44" y="470"/>
                  <a:pt x="43" y="469"/>
                  <a:pt x="43" y="468"/>
                </a:cubicBezTo>
                <a:cubicBezTo>
                  <a:pt x="44" y="463"/>
                  <a:pt x="43" y="458"/>
                  <a:pt x="43" y="454"/>
                </a:cubicBezTo>
                <a:cubicBezTo>
                  <a:pt x="43" y="454"/>
                  <a:pt x="43" y="454"/>
                  <a:pt x="43" y="454"/>
                </a:cubicBezTo>
                <a:cubicBezTo>
                  <a:pt x="43" y="454"/>
                  <a:pt x="43" y="453"/>
                  <a:pt x="43" y="453"/>
                </a:cubicBezTo>
                <a:cubicBezTo>
                  <a:pt x="43" y="453"/>
                  <a:pt x="43" y="454"/>
                  <a:pt x="44" y="453"/>
                </a:cubicBezTo>
                <a:cubicBezTo>
                  <a:pt x="44" y="451"/>
                  <a:pt x="43" y="448"/>
                  <a:pt x="43" y="447"/>
                </a:cubicBezTo>
                <a:cubicBezTo>
                  <a:pt x="43" y="447"/>
                  <a:pt x="43" y="447"/>
                  <a:pt x="43" y="447"/>
                </a:cubicBezTo>
                <a:cubicBezTo>
                  <a:pt x="43" y="444"/>
                  <a:pt x="43" y="444"/>
                  <a:pt x="44" y="443"/>
                </a:cubicBezTo>
                <a:cubicBezTo>
                  <a:pt x="44" y="441"/>
                  <a:pt x="44" y="444"/>
                  <a:pt x="43" y="443"/>
                </a:cubicBezTo>
                <a:cubicBezTo>
                  <a:pt x="44" y="442"/>
                  <a:pt x="44" y="440"/>
                  <a:pt x="44" y="440"/>
                </a:cubicBezTo>
                <a:cubicBezTo>
                  <a:pt x="43" y="439"/>
                  <a:pt x="44" y="438"/>
                  <a:pt x="45" y="437"/>
                </a:cubicBezTo>
                <a:cubicBezTo>
                  <a:pt x="44" y="437"/>
                  <a:pt x="44" y="438"/>
                  <a:pt x="44" y="437"/>
                </a:cubicBezTo>
                <a:cubicBezTo>
                  <a:pt x="44" y="436"/>
                  <a:pt x="44" y="436"/>
                  <a:pt x="45" y="436"/>
                </a:cubicBezTo>
                <a:cubicBezTo>
                  <a:pt x="45" y="435"/>
                  <a:pt x="44" y="434"/>
                  <a:pt x="44" y="433"/>
                </a:cubicBezTo>
                <a:cubicBezTo>
                  <a:pt x="44" y="434"/>
                  <a:pt x="44" y="435"/>
                  <a:pt x="43" y="436"/>
                </a:cubicBezTo>
                <a:cubicBezTo>
                  <a:pt x="43" y="433"/>
                  <a:pt x="44" y="431"/>
                  <a:pt x="45" y="430"/>
                </a:cubicBezTo>
                <a:cubicBezTo>
                  <a:pt x="45" y="429"/>
                  <a:pt x="45" y="429"/>
                  <a:pt x="44" y="429"/>
                </a:cubicBezTo>
                <a:cubicBezTo>
                  <a:pt x="45" y="427"/>
                  <a:pt x="45" y="428"/>
                  <a:pt x="45" y="426"/>
                </a:cubicBezTo>
                <a:cubicBezTo>
                  <a:pt x="44" y="426"/>
                  <a:pt x="44" y="428"/>
                  <a:pt x="43" y="428"/>
                </a:cubicBezTo>
                <a:cubicBezTo>
                  <a:pt x="44" y="425"/>
                  <a:pt x="43" y="425"/>
                  <a:pt x="43" y="425"/>
                </a:cubicBezTo>
                <a:cubicBezTo>
                  <a:pt x="43" y="422"/>
                  <a:pt x="43" y="418"/>
                  <a:pt x="44" y="416"/>
                </a:cubicBezTo>
                <a:cubicBezTo>
                  <a:pt x="44" y="418"/>
                  <a:pt x="44" y="418"/>
                  <a:pt x="44" y="419"/>
                </a:cubicBezTo>
                <a:cubicBezTo>
                  <a:pt x="43" y="420"/>
                  <a:pt x="44" y="421"/>
                  <a:pt x="44" y="423"/>
                </a:cubicBezTo>
                <a:cubicBezTo>
                  <a:pt x="44" y="423"/>
                  <a:pt x="44" y="421"/>
                  <a:pt x="45" y="421"/>
                </a:cubicBezTo>
                <a:cubicBezTo>
                  <a:pt x="44" y="421"/>
                  <a:pt x="44" y="421"/>
                  <a:pt x="44" y="420"/>
                </a:cubicBezTo>
                <a:cubicBezTo>
                  <a:pt x="44" y="418"/>
                  <a:pt x="46" y="418"/>
                  <a:pt x="47" y="419"/>
                </a:cubicBezTo>
                <a:cubicBezTo>
                  <a:pt x="46" y="417"/>
                  <a:pt x="47" y="417"/>
                  <a:pt x="46" y="416"/>
                </a:cubicBezTo>
                <a:cubicBezTo>
                  <a:pt x="46" y="417"/>
                  <a:pt x="46" y="418"/>
                  <a:pt x="46" y="418"/>
                </a:cubicBezTo>
                <a:cubicBezTo>
                  <a:pt x="46" y="415"/>
                  <a:pt x="45" y="413"/>
                  <a:pt x="46" y="410"/>
                </a:cubicBezTo>
                <a:cubicBezTo>
                  <a:pt x="45" y="405"/>
                  <a:pt x="47" y="400"/>
                  <a:pt x="45" y="396"/>
                </a:cubicBezTo>
                <a:cubicBezTo>
                  <a:pt x="45" y="392"/>
                  <a:pt x="47" y="391"/>
                  <a:pt x="49" y="393"/>
                </a:cubicBezTo>
                <a:cubicBezTo>
                  <a:pt x="48" y="395"/>
                  <a:pt x="49" y="395"/>
                  <a:pt x="49" y="397"/>
                </a:cubicBezTo>
                <a:cubicBezTo>
                  <a:pt x="48" y="396"/>
                  <a:pt x="48" y="398"/>
                  <a:pt x="48" y="398"/>
                </a:cubicBezTo>
                <a:cubicBezTo>
                  <a:pt x="48" y="397"/>
                  <a:pt x="47" y="396"/>
                  <a:pt x="47" y="397"/>
                </a:cubicBezTo>
                <a:cubicBezTo>
                  <a:pt x="47" y="398"/>
                  <a:pt x="47" y="399"/>
                  <a:pt x="47" y="399"/>
                </a:cubicBezTo>
                <a:cubicBezTo>
                  <a:pt x="48" y="398"/>
                  <a:pt x="48" y="400"/>
                  <a:pt x="49" y="398"/>
                </a:cubicBezTo>
                <a:cubicBezTo>
                  <a:pt x="49" y="399"/>
                  <a:pt x="49" y="402"/>
                  <a:pt x="50" y="402"/>
                </a:cubicBezTo>
                <a:cubicBezTo>
                  <a:pt x="50" y="398"/>
                  <a:pt x="49" y="396"/>
                  <a:pt x="50" y="391"/>
                </a:cubicBezTo>
                <a:cubicBezTo>
                  <a:pt x="50" y="392"/>
                  <a:pt x="50" y="393"/>
                  <a:pt x="50" y="394"/>
                </a:cubicBezTo>
                <a:cubicBezTo>
                  <a:pt x="50" y="394"/>
                  <a:pt x="50" y="394"/>
                  <a:pt x="50" y="394"/>
                </a:cubicBezTo>
                <a:cubicBezTo>
                  <a:pt x="51" y="395"/>
                  <a:pt x="50" y="392"/>
                  <a:pt x="51" y="392"/>
                </a:cubicBezTo>
                <a:cubicBezTo>
                  <a:pt x="51" y="392"/>
                  <a:pt x="51" y="392"/>
                  <a:pt x="51" y="393"/>
                </a:cubicBezTo>
                <a:cubicBezTo>
                  <a:pt x="51" y="395"/>
                  <a:pt x="51" y="398"/>
                  <a:pt x="52" y="401"/>
                </a:cubicBezTo>
                <a:cubicBezTo>
                  <a:pt x="50" y="403"/>
                  <a:pt x="53" y="407"/>
                  <a:pt x="52" y="409"/>
                </a:cubicBezTo>
                <a:cubicBezTo>
                  <a:pt x="52" y="410"/>
                  <a:pt x="52" y="410"/>
                  <a:pt x="53" y="410"/>
                </a:cubicBezTo>
                <a:cubicBezTo>
                  <a:pt x="53" y="409"/>
                  <a:pt x="53" y="408"/>
                  <a:pt x="54" y="407"/>
                </a:cubicBezTo>
                <a:cubicBezTo>
                  <a:pt x="54" y="406"/>
                  <a:pt x="53" y="406"/>
                  <a:pt x="54" y="405"/>
                </a:cubicBezTo>
                <a:cubicBezTo>
                  <a:pt x="54" y="405"/>
                  <a:pt x="54" y="405"/>
                  <a:pt x="54" y="404"/>
                </a:cubicBezTo>
                <a:cubicBezTo>
                  <a:pt x="54" y="402"/>
                  <a:pt x="54" y="399"/>
                  <a:pt x="54" y="397"/>
                </a:cubicBezTo>
                <a:cubicBezTo>
                  <a:pt x="54" y="397"/>
                  <a:pt x="54" y="396"/>
                  <a:pt x="53" y="396"/>
                </a:cubicBezTo>
                <a:cubicBezTo>
                  <a:pt x="54" y="396"/>
                  <a:pt x="54" y="395"/>
                  <a:pt x="54" y="396"/>
                </a:cubicBezTo>
                <a:cubicBezTo>
                  <a:pt x="54" y="393"/>
                  <a:pt x="53" y="394"/>
                  <a:pt x="53" y="394"/>
                </a:cubicBezTo>
                <a:cubicBezTo>
                  <a:pt x="53" y="393"/>
                  <a:pt x="54" y="393"/>
                  <a:pt x="54" y="392"/>
                </a:cubicBezTo>
                <a:cubicBezTo>
                  <a:pt x="53" y="392"/>
                  <a:pt x="52" y="391"/>
                  <a:pt x="52" y="389"/>
                </a:cubicBezTo>
                <a:cubicBezTo>
                  <a:pt x="52" y="389"/>
                  <a:pt x="52" y="388"/>
                  <a:pt x="53" y="388"/>
                </a:cubicBezTo>
                <a:cubicBezTo>
                  <a:pt x="52" y="390"/>
                  <a:pt x="53" y="390"/>
                  <a:pt x="54" y="390"/>
                </a:cubicBezTo>
                <a:cubicBezTo>
                  <a:pt x="54" y="389"/>
                  <a:pt x="54" y="389"/>
                  <a:pt x="54" y="388"/>
                </a:cubicBezTo>
                <a:cubicBezTo>
                  <a:pt x="54" y="388"/>
                  <a:pt x="53" y="389"/>
                  <a:pt x="53" y="388"/>
                </a:cubicBezTo>
                <a:cubicBezTo>
                  <a:pt x="53" y="387"/>
                  <a:pt x="55" y="387"/>
                  <a:pt x="54" y="385"/>
                </a:cubicBezTo>
                <a:cubicBezTo>
                  <a:pt x="54" y="386"/>
                  <a:pt x="53" y="386"/>
                  <a:pt x="53" y="386"/>
                </a:cubicBezTo>
                <a:cubicBezTo>
                  <a:pt x="54" y="385"/>
                  <a:pt x="54" y="384"/>
                  <a:pt x="54" y="382"/>
                </a:cubicBezTo>
                <a:cubicBezTo>
                  <a:pt x="53" y="382"/>
                  <a:pt x="53" y="379"/>
                  <a:pt x="54" y="378"/>
                </a:cubicBezTo>
                <a:cubicBezTo>
                  <a:pt x="53" y="378"/>
                  <a:pt x="52" y="376"/>
                  <a:pt x="52" y="377"/>
                </a:cubicBezTo>
                <a:cubicBezTo>
                  <a:pt x="52" y="375"/>
                  <a:pt x="52" y="373"/>
                  <a:pt x="51" y="374"/>
                </a:cubicBezTo>
                <a:cubicBezTo>
                  <a:pt x="51" y="375"/>
                  <a:pt x="51" y="379"/>
                  <a:pt x="52" y="378"/>
                </a:cubicBezTo>
                <a:cubicBezTo>
                  <a:pt x="52" y="379"/>
                  <a:pt x="52" y="380"/>
                  <a:pt x="52" y="381"/>
                </a:cubicBezTo>
                <a:cubicBezTo>
                  <a:pt x="52" y="380"/>
                  <a:pt x="51" y="379"/>
                  <a:pt x="51" y="380"/>
                </a:cubicBezTo>
                <a:cubicBezTo>
                  <a:pt x="51" y="381"/>
                  <a:pt x="52" y="381"/>
                  <a:pt x="52" y="382"/>
                </a:cubicBezTo>
                <a:cubicBezTo>
                  <a:pt x="52" y="383"/>
                  <a:pt x="51" y="382"/>
                  <a:pt x="51" y="383"/>
                </a:cubicBezTo>
                <a:cubicBezTo>
                  <a:pt x="52" y="386"/>
                  <a:pt x="51" y="389"/>
                  <a:pt x="51" y="391"/>
                </a:cubicBezTo>
                <a:cubicBezTo>
                  <a:pt x="51" y="390"/>
                  <a:pt x="50" y="389"/>
                  <a:pt x="49" y="388"/>
                </a:cubicBezTo>
                <a:cubicBezTo>
                  <a:pt x="50" y="388"/>
                  <a:pt x="50" y="387"/>
                  <a:pt x="50" y="387"/>
                </a:cubicBezTo>
                <a:cubicBezTo>
                  <a:pt x="49" y="388"/>
                  <a:pt x="50" y="386"/>
                  <a:pt x="50" y="385"/>
                </a:cubicBezTo>
                <a:cubicBezTo>
                  <a:pt x="49" y="385"/>
                  <a:pt x="49" y="387"/>
                  <a:pt x="49" y="386"/>
                </a:cubicBezTo>
                <a:cubicBezTo>
                  <a:pt x="49" y="384"/>
                  <a:pt x="50" y="384"/>
                  <a:pt x="50" y="384"/>
                </a:cubicBezTo>
                <a:cubicBezTo>
                  <a:pt x="50" y="384"/>
                  <a:pt x="49" y="383"/>
                  <a:pt x="50" y="382"/>
                </a:cubicBezTo>
                <a:cubicBezTo>
                  <a:pt x="50" y="381"/>
                  <a:pt x="49" y="381"/>
                  <a:pt x="49" y="379"/>
                </a:cubicBezTo>
                <a:cubicBezTo>
                  <a:pt x="49" y="379"/>
                  <a:pt x="49" y="379"/>
                  <a:pt x="48" y="379"/>
                </a:cubicBezTo>
                <a:cubicBezTo>
                  <a:pt x="48" y="377"/>
                  <a:pt x="47" y="379"/>
                  <a:pt x="47" y="377"/>
                </a:cubicBezTo>
                <a:cubicBezTo>
                  <a:pt x="48" y="377"/>
                  <a:pt x="49" y="379"/>
                  <a:pt x="50" y="378"/>
                </a:cubicBezTo>
                <a:cubicBezTo>
                  <a:pt x="50" y="377"/>
                  <a:pt x="49" y="377"/>
                  <a:pt x="49" y="376"/>
                </a:cubicBezTo>
                <a:cubicBezTo>
                  <a:pt x="50" y="376"/>
                  <a:pt x="49" y="373"/>
                  <a:pt x="49" y="372"/>
                </a:cubicBezTo>
                <a:cubicBezTo>
                  <a:pt x="49" y="373"/>
                  <a:pt x="49" y="372"/>
                  <a:pt x="48" y="373"/>
                </a:cubicBezTo>
                <a:cubicBezTo>
                  <a:pt x="48" y="369"/>
                  <a:pt x="47" y="370"/>
                  <a:pt x="47" y="367"/>
                </a:cubicBezTo>
                <a:cubicBezTo>
                  <a:pt x="48" y="367"/>
                  <a:pt x="48" y="367"/>
                  <a:pt x="48" y="367"/>
                </a:cubicBezTo>
                <a:cubicBezTo>
                  <a:pt x="47" y="364"/>
                  <a:pt x="47" y="359"/>
                  <a:pt x="46" y="359"/>
                </a:cubicBezTo>
                <a:cubicBezTo>
                  <a:pt x="47" y="359"/>
                  <a:pt x="47" y="358"/>
                  <a:pt x="47" y="358"/>
                </a:cubicBezTo>
                <a:cubicBezTo>
                  <a:pt x="47" y="358"/>
                  <a:pt x="47" y="358"/>
                  <a:pt x="47" y="358"/>
                </a:cubicBezTo>
                <a:cubicBezTo>
                  <a:pt x="47" y="355"/>
                  <a:pt x="46" y="354"/>
                  <a:pt x="47" y="352"/>
                </a:cubicBezTo>
                <a:cubicBezTo>
                  <a:pt x="47" y="352"/>
                  <a:pt x="47" y="352"/>
                  <a:pt x="47" y="352"/>
                </a:cubicBezTo>
                <a:cubicBezTo>
                  <a:pt x="47" y="351"/>
                  <a:pt x="47" y="349"/>
                  <a:pt x="47" y="348"/>
                </a:cubicBezTo>
                <a:cubicBezTo>
                  <a:pt x="46" y="347"/>
                  <a:pt x="47" y="345"/>
                  <a:pt x="47" y="343"/>
                </a:cubicBezTo>
                <a:cubicBezTo>
                  <a:pt x="46" y="342"/>
                  <a:pt x="46" y="344"/>
                  <a:pt x="46" y="343"/>
                </a:cubicBezTo>
                <a:cubicBezTo>
                  <a:pt x="46" y="341"/>
                  <a:pt x="46" y="340"/>
                  <a:pt x="46" y="339"/>
                </a:cubicBezTo>
                <a:cubicBezTo>
                  <a:pt x="46" y="339"/>
                  <a:pt x="46" y="337"/>
                  <a:pt x="45" y="338"/>
                </a:cubicBezTo>
                <a:cubicBezTo>
                  <a:pt x="46" y="339"/>
                  <a:pt x="45" y="339"/>
                  <a:pt x="45" y="338"/>
                </a:cubicBezTo>
                <a:cubicBezTo>
                  <a:pt x="46" y="343"/>
                  <a:pt x="45" y="345"/>
                  <a:pt x="46" y="349"/>
                </a:cubicBezTo>
                <a:cubicBezTo>
                  <a:pt x="46" y="349"/>
                  <a:pt x="45" y="348"/>
                  <a:pt x="45" y="348"/>
                </a:cubicBezTo>
                <a:cubicBezTo>
                  <a:pt x="45" y="350"/>
                  <a:pt x="46" y="353"/>
                  <a:pt x="45" y="354"/>
                </a:cubicBezTo>
                <a:cubicBezTo>
                  <a:pt x="45" y="354"/>
                  <a:pt x="45" y="357"/>
                  <a:pt x="46" y="358"/>
                </a:cubicBezTo>
                <a:cubicBezTo>
                  <a:pt x="44" y="359"/>
                  <a:pt x="46" y="362"/>
                  <a:pt x="46" y="363"/>
                </a:cubicBezTo>
                <a:cubicBezTo>
                  <a:pt x="46" y="363"/>
                  <a:pt x="45" y="363"/>
                  <a:pt x="45" y="363"/>
                </a:cubicBezTo>
                <a:cubicBezTo>
                  <a:pt x="45" y="365"/>
                  <a:pt x="44" y="366"/>
                  <a:pt x="45" y="367"/>
                </a:cubicBezTo>
                <a:cubicBezTo>
                  <a:pt x="45" y="367"/>
                  <a:pt x="45" y="369"/>
                  <a:pt x="44" y="368"/>
                </a:cubicBezTo>
                <a:cubicBezTo>
                  <a:pt x="44" y="368"/>
                  <a:pt x="44" y="368"/>
                  <a:pt x="44" y="368"/>
                </a:cubicBezTo>
                <a:cubicBezTo>
                  <a:pt x="44" y="369"/>
                  <a:pt x="45" y="372"/>
                  <a:pt x="44" y="372"/>
                </a:cubicBezTo>
                <a:cubicBezTo>
                  <a:pt x="44" y="370"/>
                  <a:pt x="44" y="368"/>
                  <a:pt x="43" y="366"/>
                </a:cubicBezTo>
                <a:cubicBezTo>
                  <a:pt x="45" y="366"/>
                  <a:pt x="45" y="366"/>
                  <a:pt x="45" y="366"/>
                </a:cubicBezTo>
                <a:cubicBezTo>
                  <a:pt x="44" y="364"/>
                  <a:pt x="44" y="364"/>
                  <a:pt x="45" y="362"/>
                </a:cubicBezTo>
                <a:cubicBezTo>
                  <a:pt x="44" y="362"/>
                  <a:pt x="44" y="362"/>
                  <a:pt x="43" y="361"/>
                </a:cubicBezTo>
                <a:cubicBezTo>
                  <a:pt x="43" y="363"/>
                  <a:pt x="43" y="365"/>
                  <a:pt x="43" y="366"/>
                </a:cubicBezTo>
                <a:cubicBezTo>
                  <a:pt x="43" y="366"/>
                  <a:pt x="42" y="366"/>
                  <a:pt x="42" y="366"/>
                </a:cubicBezTo>
                <a:cubicBezTo>
                  <a:pt x="43" y="364"/>
                  <a:pt x="42" y="363"/>
                  <a:pt x="43" y="360"/>
                </a:cubicBezTo>
                <a:cubicBezTo>
                  <a:pt x="42" y="361"/>
                  <a:pt x="43" y="357"/>
                  <a:pt x="42" y="357"/>
                </a:cubicBezTo>
                <a:cubicBezTo>
                  <a:pt x="42" y="359"/>
                  <a:pt x="41" y="356"/>
                  <a:pt x="41" y="357"/>
                </a:cubicBezTo>
                <a:cubicBezTo>
                  <a:pt x="39" y="359"/>
                  <a:pt x="42" y="367"/>
                  <a:pt x="40" y="368"/>
                </a:cubicBezTo>
                <a:cubicBezTo>
                  <a:pt x="40" y="364"/>
                  <a:pt x="41" y="362"/>
                  <a:pt x="39" y="359"/>
                </a:cubicBezTo>
                <a:cubicBezTo>
                  <a:pt x="39" y="360"/>
                  <a:pt x="39" y="360"/>
                  <a:pt x="38" y="361"/>
                </a:cubicBezTo>
                <a:cubicBezTo>
                  <a:pt x="39" y="362"/>
                  <a:pt x="39" y="360"/>
                  <a:pt x="39" y="362"/>
                </a:cubicBezTo>
                <a:cubicBezTo>
                  <a:pt x="39" y="365"/>
                  <a:pt x="38" y="366"/>
                  <a:pt x="39" y="369"/>
                </a:cubicBezTo>
                <a:cubicBezTo>
                  <a:pt x="38" y="369"/>
                  <a:pt x="40" y="371"/>
                  <a:pt x="38" y="374"/>
                </a:cubicBezTo>
                <a:cubicBezTo>
                  <a:pt x="40" y="376"/>
                  <a:pt x="38" y="378"/>
                  <a:pt x="39" y="379"/>
                </a:cubicBezTo>
                <a:cubicBezTo>
                  <a:pt x="39" y="380"/>
                  <a:pt x="39" y="380"/>
                  <a:pt x="39" y="381"/>
                </a:cubicBezTo>
                <a:cubicBezTo>
                  <a:pt x="39" y="382"/>
                  <a:pt x="39" y="381"/>
                  <a:pt x="39" y="382"/>
                </a:cubicBezTo>
                <a:cubicBezTo>
                  <a:pt x="39" y="382"/>
                  <a:pt x="39" y="383"/>
                  <a:pt x="39" y="383"/>
                </a:cubicBezTo>
                <a:cubicBezTo>
                  <a:pt x="38" y="383"/>
                  <a:pt x="38" y="383"/>
                  <a:pt x="37" y="383"/>
                </a:cubicBezTo>
                <a:cubicBezTo>
                  <a:pt x="37" y="384"/>
                  <a:pt x="38" y="385"/>
                  <a:pt x="37" y="386"/>
                </a:cubicBezTo>
                <a:cubicBezTo>
                  <a:pt x="37" y="385"/>
                  <a:pt x="36" y="385"/>
                  <a:pt x="36" y="383"/>
                </a:cubicBezTo>
                <a:cubicBezTo>
                  <a:pt x="38" y="383"/>
                  <a:pt x="36" y="380"/>
                  <a:pt x="37" y="380"/>
                </a:cubicBezTo>
                <a:cubicBezTo>
                  <a:pt x="37" y="380"/>
                  <a:pt x="36" y="379"/>
                  <a:pt x="36" y="380"/>
                </a:cubicBezTo>
                <a:cubicBezTo>
                  <a:pt x="36" y="380"/>
                  <a:pt x="36" y="380"/>
                  <a:pt x="36" y="380"/>
                </a:cubicBezTo>
                <a:cubicBezTo>
                  <a:pt x="36" y="382"/>
                  <a:pt x="36" y="383"/>
                  <a:pt x="36" y="384"/>
                </a:cubicBezTo>
                <a:cubicBezTo>
                  <a:pt x="35" y="384"/>
                  <a:pt x="35" y="382"/>
                  <a:pt x="34" y="382"/>
                </a:cubicBezTo>
                <a:cubicBezTo>
                  <a:pt x="36" y="381"/>
                  <a:pt x="34" y="378"/>
                  <a:pt x="35" y="377"/>
                </a:cubicBezTo>
                <a:cubicBezTo>
                  <a:pt x="36" y="377"/>
                  <a:pt x="37" y="378"/>
                  <a:pt x="37" y="376"/>
                </a:cubicBezTo>
                <a:cubicBezTo>
                  <a:pt x="37" y="376"/>
                  <a:pt x="37" y="376"/>
                  <a:pt x="37" y="375"/>
                </a:cubicBezTo>
                <a:cubicBezTo>
                  <a:pt x="36" y="378"/>
                  <a:pt x="35" y="376"/>
                  <a:pt x="34" y="375"/>
                </a:cubicBezTo>
                <a:cubicBezTo>
                  <a:pt x="34" y="372"/>
                  <a:pt x="35" y="375"/>
                  <a:pt x="35" y="374"/>
                </a:cubicBezTo>
                <a:cubicBezTo>
                  <a:pt x="35" y="374"/>
                  <a:pt x="35" y="374"/>
                  <a:pt x="35" y="373"/>
                </a:cubicBezTo>
                <a:cubicBezTo>
                  <a:pt x="35" y="373"/>
                  <a:pt x="35" y="373"/>
                  <a:pt x="35" y="373"/>
                </a:cubicBezTo>
                <a:cubicBezTo>
                  <a:pt x="35" y="373"/>
                  <a:pt x="34" y="374"/>
                  <a:pt x="34" y="372"/>
                </a:cubicBezTo>
                <a:cubicBezTo>
                  <a:pt x="33" y="372"/>
                  <a:pt x="34" y="374"/>
                  <a:pt x="33" y="375"/>
                </a:cubicBezTo>
                <a:cubicBezTo>
                  <a:pt x="33" y="374"/>
                  <a:pt x="33" y="373"/>
                  <a:pt x="33" y="372"/>
                </a:cubicBezTo>
                <a:cubicBezTo>
                  <a:pt x="33" y="371"/>
                  <a:pt x="34" y="372"/>
                  <a:pt x="34" y="370"/>
                </a:cubicBezTo>
                <a:cubicBezTo>
                  <a:pt x="33" y="370"/>
                  <a:pt x="33" y="371"/>
                  <a:pt x="32" y="371"/>
                </a:cubicBezTo>
                <a:cubicBezTo>
                  <a:pt x="32" y="372"/>
                  <a:pt x="32" y="373"/>
                  <a:pt x="32" y="373"/>
                </a:cubicBezTo>
                <a:cubicBezTo>
                  <a:pt x="32" y="372"/>
                  <a:pt x="32" y="373"/>
                  <a:pt x="31" y="373"/>
                </a:cubicBezTo>
                <a:cubicBezTo>
                  <a:pt x="31" y="373"/>
                  <a:pt x="30" y="373"/>
                  <a:pt x="30" y="372"/>
                </a:cubicBezTo>
                <a:cubicBezTo>
                  <a:pt x="30" y="372"/>
                  <a:pt x="31" y="372"/>
                  <a:pt x="31" y="372"/>
                </a:cubicBezTo>
                <a:cubicBezTo>
                  <a:pt x="31" y="372"/>
                  <a:pt x="31" y="372"/>
                  <a:pt x="31" y="372"/>
                </a:cubicBezTo>
                <a:cubicBezTo>
                  <a:pt x="31" y="372"/>
                  <a:pt x="32" y="372"/>
                  <a:pt x="32" y="371"/>
                </a:cubicBezTo>
                <a:cubicBezTo>
                  <a:pt x="31" y="371"/>
                  <a:pt x="31" y="369"/>
                  <a:pt x="31" y="371"/>
                </a:cubicBezTo>
                <a:cubicBezTo>
                  <a:pt x="30" y="370"/>
                  <a:pt x="31" y="369"/>
                  <a:pt x="31" y="369"/>
                </a:cubicBezTo>
                <a:cubicBezTo>
                  <a:pt x="31" y="367"/>
                  <a:pt x="30" y="369"/>
                  <a:pt x="30" y="368"/>
                </a:cubicBezTo>
                <a:cubicBezTo>
                  <a:pt x="32" y="366"/>
                  <a:pt x="32" y="366"/>
                  <a:pt x="30" y="366"/>
                </a:cubicBezTo>
                <a:cubicBezTo>
                  <a:pt x="30" y="366"/>
                  <a:pt x="31" y="365"/>
                  <a:pt x="31" y="365"/>
                </a:cubicBezTo>
                <a:cubicBezTo>
                  <a:pt x="31" y="365"/>
                  <a:pt x="31" y="366"/>
                  <a:pt x="31" y="366"/>
                </a:cubicBezTo>
                <a:cubicBezTo>
                  <a:pt x="31" y="366"/>
                  <a:pt x="31" y="365"/>
                  <a:pt x="32" y="366"/>
                </a:cubicBezTo>
                <a:cubicBezTo>
                  <a:pt x="31" y="364"/>
                  <a:pt x="31" y="362"/>
                  <a:pt x="32" y="362"/>
                </a:cubicBezTo>
                <a:cubicBezTo>
                  <a:pt x="32" y="363"/>
                  <a:pt x="33" y="362"/>
                  <a:pt x="33" y="364"/>
                </a:cubicBezTo>
                <a:cubicBezTo>
                  <a:pt x="34" y="364"/>
                  <a:pt x="35" y="361"/>
                  <a:pt x="34" y="360"/>
                </a:cubicBezTo>
                <a:cubicBezTo>
                  <a:pt x="34" y="363"/>
                  <a:pt x="34" y="360"/>
                  <a:pt x="33" y="360"/>
                </a:cubicBezTo>
                <a:cubicBezTo>
                  <a:pt x="33" y="360"/>
                  <a:pt x="33" y="361"/>
                  <a:pt x="33" y="361"/>
                </a:cubicBezTo>
                <a:cubicBezTo>
                  <a:pt x="33" y="360"/>
                  <a:pt x="31" y="362"/>
                  <a:pt x="32" y="360"/>
                </a:cubicBezTo>
                <a:cubicBezTo>
                  <a:pt x="32" y="359"/>
                  <a:pt x="32" y="360"/>
                  <a:pt x="33" y="360"/>
                </a:cubicBezTo>
                <a:cubicBezTo>
                  <a:pt x="33" y="359"/>
                  <a:pt x="33" y="358"/>
                  <a:pt x="33" y="357"/>
                </a:cubicBezTo>
                <a:cubicBezTo>
                  <a:pt x="34" y="357"/>
                  <a:pt x="33" y="356"/>
                  <a:pt x="33" y="355"/>
                </a:cubicBezTo>
                <a:cubicBezTo>
                  <a:pt x="33" y="354"/>
                  <a:pt x="32" y="354"/>
                  <a:pt x="31" y="354"/>
                </a:cubicBezTo>
                <a:cubicBezTo>
                  <a:pt x="31" y="355"/>
                  <a:pt x="32" y="354"/>
                  <a:pt x="32" y="355"/>
                </a:cubicBezTo>
                <a:cubicBezTo>
                  <a:pt x="31" y="355"/>
                  <a:pt x="31" y="355"/>
                  <a:pt x="31" y="356"/>
                </a:cubicBezTo>
                <a:cubicBezTo>
                  <a:pt x="31" y="353"/>
                  <a:pt x="30" y="350"/>
                  <a:pt x="31" y="348"/>
                </a:cubicBezTo>
                <a:cubicBezTo>
                  <a:pt x="30" y="348"/>
                  <a:pt x="30" y="348"/>
                  <a:pt x="30" y="347"/>
                </a:cubicBezTo>
                <a:cubicBezTo>
                  <a:pt x="30" y="346"/>
                  <a:pt x="30" y="347"/>
                  <a:pt x="30" y="345"/>
                </a:cubicBezTo>
                <a:cubicBezTo>
                  <a:pt x="31" y="345"/>
                  <a:pt x="32" y="345"/>
                  <a:pt x="32" y="347"/>
                </a:cubicBezTo>
                <a:cubicBezTo>
                  <a:pt x="33" y="346"/>
                  <a:pt x="32" y="342"/>
                  <a:pt x="32" y="342"/>
                </a:cubicBezTo>
                <a:cubicBezTo>
                  <a:pt x="32" y="343"/>
                  <a:pt x="32" y="344"/>
                  <a:pt x="32" y="344"/>
                </a:cubicBezTo>
                <a:cubicBezTo>
                  <a:pt x="32" y="342"/>
                  <a:pt x="31" y="344"/>
                  <a:pt x="31" y="344"/>
                </a:cubicBezTo>
                <a:cubicBezTo>
                  <a:pt x="30" y="343"/>
                  <a:pt x="30" y="343"/>
                  <a:pt x="30" y="341"/>
                </a:cubicBezTo>
                <a:cubicBezTo>
                  <a:pt x="30" y="340"/>
                  <a:pt x="30" y="341"/>
                  <a:pt x="31" y="341"/>
                </a:cubicBezTo>
                <a:cubicBezTo>
                  <a:pt x="31" y="339"/>
                  <a:pt x="30" y="340"/>
                  <a:pt x="30" y="340"/>
                </a:cubicBezTo>
                <a:cubicBezTo>
                  <a:pt x="30" y="339"/>
                  <a:pt x="29" y="338"/>
                  <a:pt x="30" y="338"/>
                </a:cubicBezTo>
                <a:cubicBezTo>
                  <a:pt x="31" y="338"/>
                  <a:pt x="31" y="338"/>
                  <a:pt x="31" y="338"/>
                </a:cubicBezTo>
                <a:cubicBezTo>
                  <a:pt x="30" y="335"/>
                  <a:pt x="30" y="336"/>
                  <a:pt x="29" y="333"/>
                </a:cubicBezTo>
                <a:cubicBezTo>
                  <a:pt x="30" y="333"/>
                  <a:pt x="30" y="333"/>
                  <a:pt x="30" y="334"/>
                </a:cubicBezTo>
                <a:cubicBezTo>
                  <a:pt x="30" y="331"/>
                  <a:pt x="29" y="334"/>
                  <a:pt x="29" y="331"/>
                </a:cubicBezTo>
                <a:cubicBezTo>
                  <a:pt x="30" y="331"/>
                  <a:pt x="30" y="332"/>
                  <a:pt x="30" y="332"/>
                </a:cubicBezTo>
                <a:cubicBezTo>
                  <a:pt x="30" y="331"/>
                  <a:pt x="30" y="331"/>
                  <a:pt x="30" y="330"/>
                </a:cubicBezTo>
                <a:cubicBezTo>
                  <a:pt x="31" y="329"/>
                  <a:pt x="32" y="327"/>
                  <a:pt x="33" y="329"/>
                </a:cubicBezTo>
                <a:cubicBezTo>
                  <a:pt x="33" y="329"/>
                  <a:pt x="34" y="328"/>
                  <a:pt x="34" y="328"/>
                </a:cubicBezTo>
                <a:cubicBezTo>
                  <a:pt x="33" y="328"/>
                  <a:pt x="33" y="323"/>
                  <a:pt x="32" y="322"/>
                </a:cubicBezTo>
                <a:cubicBezTo>
                  <a:pt x="32" y="323"/>
                  <a:pt x="32" y="323"/>
                  <a:pt x="32" y="324"/>
                </a:cubicBezTo>
                <a:cubicBezTo>
                  <a:pt x="32" y="324"/>
                  <a:pt x="32" y="324"/>
                  <a:pt x="32" y="325"/>
                </a:cubicBezTo>
                <a:cubicBezTo>
                  <a:pt x="32" y="324"/>
                  <a:pt x="32" y="325"/>
                  <a:pt x="31" y="324"/>
                </a:cubicBezTo>
                <a:cubicBezTo>
                  <a:pt x="32" y="323"/>
                  <a:pt x="31" y="322"/>
                  <a:pt x="32" y="322"/>
                </a:cubicBezTo>
                <a:cubicBezTo>
                  <a:pt x="32" y="321"/>
                  <a:pt x="32" y="322"/>
                  <a:pt x="33" y="322"/>
                </a:cubicBezTo>
                <a:cubicBezTo>
                  <a:pt x="33" y="321"/>
                  <a:pt x="33" y="321"/>
                  <a:pt x="33" y="320"/>
                </a:cubicBezTo>
                <a:cubicBezTo>
                  <a:pt x="33" y="320"/>
                  <a:pt x="32" y="321"/>
                  <a:pt x="31" y="320"/>
                </a:cubicBezTo>
                <a:cubicBezTo>
                  <a:pt x="32" y="320"/>
                  <a:pt x="33" y="319"/>
                  <a:pt x="33" y="318"/>
                </a:cubicBezTo>
                <a:cubicBezTo>
                  <a:pt x="33" y="314"/>
                  <a:pt x="33" y="310"/>
                  <a:pt x="34" y="307"/>
                </a:cubicBezTo>
                <a:cubicBezTo>
                  <a:pt x="33" y="309"/>
                  <a:pt x="35" y="310"/>
                  <a:pt x="34" y="313"/>
                </a:cubicBezTo>
                <a:cubicBezTo>
                  <a:pt x="34" y="312"/>
                  <a:pt x="34" y="311"/>
                  <a:pt x="34" y="312"/>
                </a:cubicBezTo>
                <a:cubicBezTo>
                  <a:pt x="34" y="312"/>
                  <a:pt x="34" y="313"/>
                  <a:pt x="34" y="314"/>
                </a:cubicBezTo>
                <a:cubicBezTo>
                  <a:pt x="34" y="315"/>
                  <a:pt x="35" y="315"/>
                  <a:pt x="35" y="315"/>
                </a:cubicBezTo>
                <a:cubicBezTo>
                  <a:pt x="35" y="313"/>
                  <a:pt x="36" y="309"/>
                  <a:pt x="35" y="308"/>
                </a:cubicBezTo>
                <a:cubicBezTo>
                  <a:pt x="35" y="309"/>
                  <a:pt x="35" y="309"/>
                  <a:pt x="35" y="310"/>
                </a:cubicBezTo>
                <a:cubicBezTo>
                  <a:pt x="34" y="309"/>
                  <a:pt x="35" y="308"/>
                  <a:pt x="34" y="307"/>
                </a:cubicBezTo>
                <a:cubicBezTo>
                  <a:pt x="35" y="307"/>
                  <a:pt x="36" y="305"/>
                  <a:pt x="36" y="307"/>
                </a:cubicBezTo>
                <a:cubicBezTo>
                  <a:pt x="35" y="309"/>
                  <a:pt x="36" y="313"/>
                  <a:pt x="37" y="313"/>
                </a:cubicBezTo>
                <a:cubicBezTo>
                  <a:pt x="37" y="314"/>
                  <a:pt x="36" y="314"/>
                  <a:pt x="36" y="315"/>
                </a:cubicBezTo>
                <a:cubicBezTo>
                  <a:pt x="36" y="315"/>
                  <a:pt x="36" y="318"/>
                  <a:pt x="36" y="319"/>
                </a:cubicBezTo>
                <a:cubicBezTo>
                  <a:pt x="37" y="319"/>
                  <a:pt x="37" y="317"/>
                  <a:pt x="37" y="318"/>
                </a:cubicBezTo>
                <a:cubicBezTo>
                  <a:pt x="37" y="318"/>
                  <a:pt x="37" y="318"/>
                  <a:pt x="37" y="319"/>
                </a:cubicBezTo>
                <a:cubicBezTo>
                  <a:pt x="37" y="320"/>
                  <a:pt x="37" y="319"/>
                  <a:pt x="37" y="320"/>
                </a:cubicBezTo>
                <a:cubicBezTo>
                  <a:pt x="37" y="320"/>
                  <a:pt x="37" y="320"/>
                  <a:pt x="37" y="320"/>
                </a:cubicBezTo>
                <a:cubicBezTo>
                  <a:pt x="37" y="319"/>
                  <a:pt x="36" y="320"/>
                  <a:pt x="36" y="320"/>
                </a:cubicBezTo>
                <a:cubicBezTo>
                  <a:pt x="35" y="319"/>
                  <a:pt x="36" y="318"/>
                  <a:pt x="35" y="317"/>
                </a:cubicBezTo>
                <a:cubicBezTo>
                  <a:pt x="35" y="317"/>
                  <a:pt x="34" y="317"/>
                  <a:pt x="34" y="318"/>
                </a:cubicBezTo>
                <a:cubicBezTo>
                  <a:pt x="34" y="319"/>
                  <a:pt x="35" y="318"/>
                  <a:pt x="35" y="319"/>
                </a:cubicBezTo>
                <a:cubicBezTo>
                  <a:pt x="35" y="320"/>
                  <a:pt x="35" y="322"/>
                  <a:pt x="34" y="321"/>
                </a:cubicBezTo>
                <a:cubicBezTo>
                  <a:pt x="34" y="323"/>
                  <a:pt x="35" y="322"/>
                  <a:pt x="35" y="324"/>
                </a:cubicBezTo>
                <a:cubicBezTo>
                  <a:pt x="34" y="324"/>
                  <a:pt x="34" y="325"/>
                  <a:pt x="34" y="325"/>
                </a:cubicBezTo>
                <a:cubicBezTo>
                  <a:pt x="34" y="324"/>
                  <a:pt x="33" y="324"/>
                  <a:pt x="33" y="325"/>
                </a:cubicBezTo>
                <a:cubicBezTo>
                  <a:pt x="34" y="326"/>
                  <a:pt x="34" y="326"/>
                  <a:pt x="35" y="327"/>
                </a:cubicBezTo>
                <a:cubicBezTo>
                  <a:pt x="36" y="325"/>
                  <a:pt x="34" y="327"/>
                  <a:pt x="35" y="325"/>
                </a:cubicBezTo>
                <a:cubicBezTo>
                  <a:pt x="35" y="326"/>
                  <a:pt x="35" y="325"/>
                  <a:pt x="36" y="325"/>
                </a:cubicBezTo>
                <a:cubicBezTo>
                  <a:pt x="37" y="327"/>
                  <a:pt x="34" y="330"/>
                  <a:pt x="35" y="333"/>
                </a:cubicBezTo>
                <a:cubicBezTo>
                  <a:pt x="36" y="332"/>
                  <a:pt x="35" y="331"/>
                  <a:pt x="35" y="331"/>
                </a:cubicBezTo>
                <a:cubicBezTo>
                  <a:pt x="35" y="331"/>
                  <a:pt x="36" y="331"/>
                  <a:pt x="36" y="331"/>
                </a:cubicBezTo>
                <a:cubicBezTo>
                  <a:pt x="35" y="333"/>
                  <a:pt x="37" y="331"/>
                  <a:pt x="37" y="333"/>
                </a:cubicBezTo>
                <a:cubicBezTo>
                  <a:pt x="37" y="333"/>
                  <a:pt x="38" y="332"/>
                  <a:pt x="38" y="333"/>
                </a:cubicBezTo>
                <a:cubicBezTo>
                  <a:pt x="37" y="332"/>
                  <a:pt x="38" y="334"/>
                  <a:pt x="37" y="334"/>
                </a:cubicBezTo>
                <a:cubicBezTo>
                  <a:pt x="37" y="333"/>
                  <a:pt x="37" y="335"/>
                  <a:pt x="36" y="334"/>
                </a:cubicBezTo>
                <a:cubicBezTo>
                  <a:pt x="37" y="333"/>
                  <a:pt x="37" y="332"/>
                  <a:pt x="36" y="332"/>
                </a:cubicBezTo>
                <a:cubicBezTo>
                  <a:pt x="36" y="334"/>
                  <a:pt x="35" y="334"/>
                  <a:pt x="35" y="337"/>
                </a:cubicBezTo>
                <a:cubicBezTo>
                  <a:pt x="37" y="337"/>
                  <a:pt x="37" y="337"/>
                  <a:pt x="37" y="337"/>
                </a:cubicBezTo>
                <a:cubicBezTo>
                  <a:pt x="37" y="336"/>
                  <a:pt x="37" y="336"/>
                  <a:pt x="37" y="335"/>
                </a:cubicBezTo>
                <a:cubicBezTo>
                  <a:pt x="38" y="335"/>
                  <a:pt x="39" y="335"/>
                  <a:pt x="40" y="336"/>
                </a:cubicBezTo>
                <a:cubicBezTo>
                  <a:pt x="39" y="337"/>
                  <a:pt x="40" y="337"/>
                  <a:pt x="40" y="338"/>
                </a:cubicBezTo>
                <a:cubicBezTo>
                  <a:pt x="40" y="340"/>
                  <a:pt x="39" y="339"/>
                  <a:pt x="38" y="340"/>
                </a:cubicBezTo>
                <a:cubicBezTo>
                  <a:pt x="39" y="340"/>
                  <a:pt x="38" y="340"/>
                  <a:pt x="38" y="341"/>
                </a:cubicBezTo>
                <a:cubicBezTo>
                  <a:pt x="38" y="342"/>
                  <a:pt x="39" y="341"/>
                  <a:pt x="39" y="342"/>
                </a:cubicBezTo>
                <a:cubicBezTo>
                  <a:pt x="39" y="342"/>
                  <a:pt x="39" y="342"/>
                  <a:pt x="38" y="342"/>
                </a:cubicBezTo>
                <a:cubicBezTo>
                  <a:pt x="38" y="344"/>
                  <a:pt x="38" y="344"/>
                  <a:pt x="38" y="344"/>
                </a:cubicBezTo>
                <a:cubicBezTo>
                  <a:pt x="39" y="344"/>
                  <a:pt x="39" y="343"/>
                  <a:pt x="40" y="342"/>
                </a:cubicBezTo>
                <a:cubicBezTo>
                  <a:pt x="39" y="343"/>
                  <a:pt x="39" y="340"/>
                  <a:pt x="40" y="341"/>
                </a:cubicBezTo>
                <a:cubicBezTo>
                  <a:pt x="40" y="341"/>
                  <a:pt x="40" y="341"/>
                  <a:pt x="40" y="341"/>
                </a:cubicBezTo>
                <a:cubicBezTo>
                  <a:pt x="40" y="342"/>
                  <a:pt x="40" y="343"/>
                  <a:pt x="40" y="344"/>
                </a:cubicBezTo>
                <a:cubicBezTo>
                  <a:pt x="39" y="343"/>
                  <a:pt x="38" y="346"/>
                  <a:pt x="38" y="345"/>
                </a:cubicBezTo>
                <a:cubicBezTo>
                  <a:pt x="38" y="347"/>
                  <a:pt x="38" y="346"/>
                  <a:pt x="39" y="347"/>
                </a:cubicBezTo>
                <a:cubicBezTo>
                  <a:pt x="38" y="349"/>
                  <a:pt x="38" y="349"/>
                  <a:pt x="39" y="350"/>
                </a:cubicBezTo>
                <a:cubicBezTo>
                  <a:pt x="40" y="352"/>
                  <a:pt x="39" y="353"/>
                  <a:pt x="38" y="351"/>
                </a:cubicBezTo>
                <a:cubicBezTo>
                  <a:pt x="38" y="354"/>
                  <a:pt x="39" y="355"/>
                  <a:pt x="38" y="357"/>
                </a:cubicBezTo>
                <a:cubicBezTo>
                  <a:pt x="39" y="358"/>
                  <a:pt x="39" y="355"/>
                  <a:pt x="40" y="357"/>
                </a:cubicBezTo>
                <a:cubicBezTo>
                  <a:pt x="39" y="358"/>
                  <a:pt x="39" y="358"/>
                  <a:pt x="40" y="359"/>
                </a:cubicBezTo>
                <a:cubicBezTo>
                  <a:pt x="40" y="358"/>
                  <a:pt x="40" y="357"/>
                  <a:pt x="40" y="355"/>
                </a:cubicBezTo>
                <a:cubicBezTo>
                  <a:pt x="41" y="355"/>
                  <a:pt x="40" y="353"/>
                  <a:pt x="41" y="354"/>
                </a:cubicBezTo>
                <a:cubicBezTo>
                  <a:pt x="41" y="352"/>
                  <a:pt x="40" y="354"/>
                  <a:pt x="41" y="352"/>
                </a:cubicBezTo>
                <a:cubicBezTo>
                  <a:pt x="41" y="352"/>
                  <a:pt x="42" y="352"/>
                  <a:pt x="42" y="351"/>
                </a:cubicBezTo>
                <a:cubicBezTo>
                  <a:pt x="42" y="350"/>
                  <a:pt x="42" y="349"/>
                  <a:pt x="42" y="348"/>
                </a:cubicBezTo>
                <a:cubicBezTo>
                  <a:pt x="42" y="349"/>
                  <a:pt x="43" y="350"/>
                  <a:pt x="43" y="350"/>
                </a:cubicBezTo>
                <a:cubicBezTo>
                  <a:pt x="43" y="348"/>
                  <a:pt x="44" y="348"/>
                  <a:pt x="44" y="348"/>
                </a:cubicBezTo>
                <a:cubicBezTo>
                  <a:pt x="43" y="348"/>
                  <a:pt x="44" y="345"/>
                  <a:pt x="43" y="344"/>
                </a:cubicBezTo>
                <a:cubicBezTo>
                  <a:pt x="43" y="345"/>
                  <a:pt x="43" y="346"/>
                  <a:pt x="43" y="346"/>
                </a:cubicBezTo>
                <a:cubicBezTo>
                  <a:pt x="43" y="344"/>
                  <a:pt x="43" y="346"/>
                  <a:pt x="42" y="346"/>
                </a:cubicBezTo>
                <a:cubicBezTo>
                  <a:pt x="42" y="345"/>
                  <a:pt x="42" y="344"/>
                  <a:pt x="42" y="344"/>
                </a:cubicBezTo>
                <a:cubicBezTo>
                  <a:pt x="41" y="345"/>
                  <a:pt x="42" y="346"/>
                  <a:pt x="42" y="347"/>
                </a:cubicBezTo>
                <a:cubicBezTo>
                  <a:pt x="42" y="347"/>
                  <a:pt x="41" y="347"/>
                  <a:pt x="41" y="347"/>
                </a:cubicBezTo>
                <a:cubicBezTo>
                  <a:pt x="42" y="346"/>
                  <a:pt x="41" y="345"/>
                  <a:pt x="41" y="344"/>
                </a:cubicBezTo>
                <a:cubicBezTo>
                  <a:pt x="41" y="343"/>
                  <a:pt x="42" y="345"/>
                  <a:pt x="42" y="343"/>
                </a:cubicBezTo>
                <a:cubicBezTo>
                  <a:pt x="41" y="343"/>
                  <a:pt x="41" y="342"/>
                  <a:pt x="41" y="344"/>
                </a:cubicBezTo>
                <a:cubicBezTo>
                  <a:pt x="40" y="340"/>
                  <a:pt x="41" y="343"/>
                  <a:pt x="41" y="341"/>
                </a:cubicBezTo>
                <a:cubicBezTo>
                  <a:pt x="40" y="340"/>
                  <a:pt x="40" y="336"/>
                  <a:pt x="40" y="335"/>
                </a:cubicBezTo>
                <a:cubicBezTo>
                  <a:pt x="41" y="337"/>
                  <a:pt x="41" y="334"/>
                  <a:pt x="43" y="334"/>
                </a:cubicBezTo>
                <a:cubicBezTo>
                  <a:pt x="42" y="337"/>
                  <a:pt x="44" y="334"/>
                  <a:pt x="43" y="336"/>
                </a:cubicBezTo>
                <a:cubicBezTo>
                  <a:pt x="45" y="335"/>
                  <a:pt x="44" y="331"/>
                  <a:pt x="44" y="329"/>
                </a:cubicBezTo>
                <a:cubicBezTo>
                  <a:pt x="43" y="328"/>
                  <a:pt x="43" y="329"/>
                  <a:pt x="43" y="329"/>
                </a:cubicBezTo>
                <a:cubicBezTo>
                  <a:pt x="43" y="328"/>
                  <a:pt x="42" y="330"/>
                  <a:pt x="42" y="329"/>
                </a:cubicBezTo>
                <a:cubicBezTo>
                  <a:pt x="43" y="329"/>
                  <a:pt x="43" y="328"/>
                  <a:pt x="43" y="328"/>
                </a:cubicBezTo>
                <a:cubicBezTo>
                  <a:pt x="46" y="326"/>
                  <a:pt x="44" y="331"/>
                  <a:pt x="45" y="333"/>
                </a:cubicBezTo>
                <a:cubicBezTo>
                  <a:pt x="45" y="331"/>
                  <a:pt x="46" y="331"/>
                  <a:pt x="46" y="329"/>
                </a:cubicBezTo>
                <a:cubicBezTo>
                  <a:pt x="46" y="330"/>
                  <a:pt x="46" y="332"/>
                  <a:pt x="47" y="332"/>
                </a:cubicBezTo>
                <a:cubicBezTo>
                  <a:pt x="46" y="330"/>
                  <a:pt x="47" y="331"/>
                  <a:pt x="48" y="330"/>
                </a:cubicBezTo>
                <a:cubicBezTo>
                  <a:pt x="48" y="328"/>
                  <a:pt x="47" y="329"/>
                  <a:pt x="47" y="328"/>
                </a:cubicBezTo>
                <a:cubicBezTo>
                  <a:pt x="48" y="328"/>
                  <a:pt x="48" y="328"/>
                  <a:pt x="49" y="329"/>
                </a:cubicBezTo>
                <a:cubicBezTo>
                  <a:pt x="49" y="329"/>
                  <a:pt x="48" y="328"/>
                  <a:pt x="49" y="327"/>
                </a:cubicBezTo>
                <a:cubicBezTo>
                  <a:pt x="48" y="327"/>
                  <a:pt x="48" y="327"/>
                  <a:pt x="48" y="327"/>
                </a:cubicBezTo>
                <a:cubicBezTo>
                  <a:pt x="49" y="324"/>
                  <a:pt x="48" y="321"/>
                  <a:pt x="49" y="317"/>
                </a:cubicBezTo>
                <a:cubicBezTo>
                  <a:pt x="49" y="319"/>
                  <a:pt x="50" y="318"/>
                  <a:pt x="50" y="319"/>
                </a:cubicBezTo>
                <a:cubicBezTo>
                  <a:pt x="50" y="319"/>
                  <a:pt x="48" y="323"/>
                  <a:pt x="50" y="324"/>
                </a:cubicBezTo>
                <a:cubicBezTo>
                  <a:pt x="49" y="323"/>
                  <a:pt x="49" y="322"/>
                  <a:pt x="50" y="322"/>
                </a:cubicBezTo>
                <a:cubicBezTo>
                  <a:pt x="49" y="323"/>
                  <a:pt x="51" y="322"/>
                  <a:pt x="51" y="323"/>
                </a:cubicBezTo>
                <a:cubicBezTo>
                  <a:pt x="51" y="323"/>
                  <a:pt x="50" y="323"/>
                  <a:pt x="50" y="324"/>
                </a:cubicBezTo>
                <a:cubicBezTo>
                  <a:pt x="51" y="324"/>
                  <a:pt x="52" y="324"/>
                  <a:pt x="52" y="324"/>
                </a:cubicBezTo>
                <a:cubicBezTo>
                  <a:pt x="51" y="323"/>
                  <a:pt x="54" y="324"/>
                  <a:pt x="54" y="323"/>
                </a:cubicBezTo>
                <a:cubicBezTo>
                  <a:pt x="53" y="324"/>
                  <a:pt x="54" y="326"/>
                  <a:pt x="54" y="327"/>
                </a:cubicBezTo>
                <a:cubicBezTo>
                  <a:pt x="55" y="323"/>
                  <a:pt x="54" y="322"/>
                  <a:pt x="54" y="319"/>
                </a:cubicBezTo>
                <a:cubicBezTo>
                  <a:pt x="54" y="319"/>
                  <a:pt x="54" y="319"/>
                  <a:pt x="54" y="319"/>
                </a:cubicBezTo>
                <a:cubicBezTo>
                  <a:pt x="54" y="318"/>
                  <a:pt x="54" y="317"/>
                  <a:pt x="54" y="316"/>
                </a:cubicBezTo>
                <a:cubicBezTo>
                  <a:pt x="54" y="315"/>
                  <a:pt x="54" y="315"/>
                  <a:pt x="54" y="315"/>
                </a:cubicBezTo>
                <a:cubicBezTo>
                  <a:pt x="55" y="313"/>
                  <a:pt x="53" y="306"/>
                  <a:pt x="55" y="307"/>
                </a:cubicBezTo>
                <a:cubicBezTo>
                  <a:pt x="55" y="306"/>
                  <a:pt x="55" y="306"/>
                  <a:pt x="55" y="306"/>
                </a:cubicBezTo>
                <a:cubicBezTo>
                  <a:pt x="54" y="305"/>
                  <a:pt x="54" y="307"/>
                  <a:pt x="54" y="306"/>
                </a:cubicBezTo>
                <a:cubicBezTo>
                  <a:pt x="54" y="304"/>
                  <a:pt x="55" y="304"/>
                  <a:pt x="54" y="302"/>
                </a:cubicBezTo>
                <a:cubicBezTo>
                  <a:pt x="53" y="302"/>
                  <a:pt x="54" y="299"/>
                  <a:pt x="54" y="299"/>
                </a:cubicBezTo>
                <a:cubicBezTo>
                  <a:pt x="54" y="298"/>
                  <a:pt x="54" y="298"/>
                  <a:pt x="53" y="297"/>
                </a:cubicBezTo>
                <a:cubicBezTo>
                  <a:pt x="54" y="296"/>
                  <a:pt x="54" y="295"/>
                  <a:pt x="54" y="292"/>
                </a:cubicBezTo>
                <a:cubicBezTo>
                  <a:pt x="53" y="292"/>
                  <a:pt x="54" y="294"/>
                  <a:pt x="53" y="294"/>
                </a:cubicBezTo>
                <a:cubicBezTo>
                  <a:pt x="53" y="293"/>
                  <a:pt x="53" y="291"/>
                  <a:pt x="53" y="291"/>
                </a:cubicBezTo>
                <a:cubicBezTo>
                  <a:pt x="54" y="291"/>
                  <a:pt x="53" y="292"/>
                  <a:pt x="54" y="292"/>
                </a:cubicBezTo>
                <a:cubicBezTo>
                  <a:pt x="54" y="291"/>
                  <a:pt x="54" y="293"/>
                  <a:pt x="54" y="291"/>
                </a:cubicBezTo>
                <a:cubicBezTo>
                  <a:pt x="54" y="292"/>
                  <a:pt x="53" y="290"/>
                  <a:pt x="54" y="289"/>
                </a:cubicBezTo>
                <a:cubicBezTo>
                  <a:pt x="54" y="289"/>
                  <a:pt x="54" y="290"/>
                  <a:pt x="54" y="290"/>
                </a:cubicBezTo>
                <a:cubicBezTo>
                  <a:pt x="54" y="288"/>
                  <a:pt x="53" y="288"/>
                  <a:pt x="54" y="286"/>
                </a:cubicBezTo>
                <a:cubicBezTo>
                  <a:pt x="54" y="285"/>
                  <a:pt x="53" y="287"/>
                  <a:pt x="53" y="285"/>
                </a:cubicBezTo>
                <a:cubicBezTo>
                  <a:pt x="53" y="285"/>
                  <a:pt x="53" y="282"/>
                  <a:pt x="53" y="282"/>
                </a:cubicBezTo>
                <a:cubicBezTo>
                  <a:pt x="53" y="283"/>
                  <a:pt x="53" y="283"/>
                  <a:pt x="53" y="285"/>
                </a:cubicBezTo>
                <a:cubicBezTo>
                  <a:pt x="54" y="285"/>
                  <a:pt x="54" y="285"/>
                  <a:pt x="54" y="286"/>
                </a:cubicBezTo>
                <a:cubicBezTo>
                  <a:pt x="54" y="285"/>
                  <a:pt x="55" y="285"/>
                  <a:pt x="55" y="284"/>
                </a:cubicBezTo>
                <a:cubicBezTo>
                  <a:pt x="53" y="284"/>
                  <a:pt x="54" y="281"/>
                  <a:pt x="54" y="280"/>
                </a:cubicBezTo>
                <a:cubicBezTo>
                  <a:pt x="54" y="281"/>
                  <a:pt x="54" y="281"/>
                  <a:pt x="54" y="281"/>
                </a:cubicBezTo>
                <a:cubicBezTo>
                  <a:pt x="53" y="281"/>
                  <a:pt x="53" y="279"/>
                  <a:pt x="53" y="279"/>
                </a:cubicBezTo>
                <a:cubicBezTo>
                  <a:pt x="54" y="279"/>
                  <a:pt x="54" y="280"/>
                  <a:pt x="54" y="279"/>
                </a:cubicBezTo>
                <a:cubicBezTo>
                  <a:pt x="53" y="278"/>
                  <a:pt x="54" y="276"/>
                  <a:pt x="54" y="276"/>
                </a:cubicBezTo>
                <a:cubicBezTo>
                  <a:pt x="54" y="276"/>
                  <a:pt x="54" y="276"/>
                  <a:pt x="54" y="274"/>
                </a:cubicBezTo>
                <a:cubicBezTo>
                  <a:pt x="55" y="274"/>
                  <a:pt x="54" y="273"/>
                  <a:pt x="54" y="273"/>
                </a:cubicBezTo>
                <a:cubicBezTo>
                  <a:pt x="55" y="273"/>
                  <a:pt x="55" y="273"/>
                  <a:pt x="55" y="274"/>
                </a:cubicBezTo>
                <a:cubicBezTo>
                  <a:pt x="54" y="274"/>
                  <a:pt x="54" y="274"/>
                  <a:pt x="54" y="275"/>
                </a:cubicBezTo>
                <a:cubicBezTo>
                  <a:pt x="55" y="274"/>
                  <a:pt x="56" y="273"/>
                  <a:pt x="55" y="270"/>
                </a:cubicBezTo>
                <a:cubicBezTo>
                  <a:pt x="55" y="269"/>
                  <a:pt x="55" y="271"/>
                  <a:pt x="55" y="270"/>
                </a:cubicBezTo>
                <a:cubicBezTo>
                  <a:pt x="55" y="269"/>
                  <a:pt x="55" y="266"/>
                  <a:pt x="55" y="267"/>
                </a:cubicBezTo>
                <a:cubicBezTo>
                  <a:pt x="55" y="265"/>
                  <a:pt x="55" y="266"/>
                  <a:pt x="55" y="264"/>
                </a:cubicBezTo>
                <a:cubicBezTo>
                  <a:pt x="55" y="264"/>
                  <a:pt x="55" y="265"/>
                  <a:pt x="54" y="265"/>
                </a:cubicBezTo>
                <a:cubicBezTo>
                  <a:pt x="55" y="263"/>
                  <a:pt x="55" y="261"/>
                  <a:pt x="54" y="261"/>
                </a:cubicBezTo>
                <a:cubicBezTo>
                  <a:pt x="54" y="260"/>
                  <a:pt x="54" y="259"/>
                  <a:pt x="55" y="259"/>
                </a:cubicBezTo>
                <a:cubicBezTo>
                  <a:pt x="55" y="259"/>
                  <a:pt x="54" y="260"/>
                  <a:pt x="55" y="260"/>
                </a:cubicBezTo>
                <a:cubicBezTo>
                  <a:pt x="55" y="259"/>
                  <a:pt x="55" y="258"/>
                  <a:pt x="55" y="256"/>
                </a:cubicBezTo>
                <a:cubicBezTo>
                  <a:pt x="55" y="257"/>
                  <a:pt x="55" y="255"/>
                  <a:pt x="55" y="254"/>
                </a:cubicBezTo>
                <a:cubicBezTo>
                  <a:pt x="56" y="255"/>
                  <a:pt x="56" y="254"/>
                  <a:pt x="57" y="254"/>
                </a:cubicBezTo>
                <a:cubicBezTo>
                  <a:pt x="57" y="254"/>
                  <a:pt x="56" y="253"/>
                  <a:pt x="56" y="253"/>
                </a:cubicBezTo>
                <a:cubicBezTo>
                  <a:pt x="56" y="255"/>
                  <a:pt x="55" y="253"/>
                  <a:pt x="55" y="252"/>
                </a:cubicBezTo>
                <a:cubicBezTo>
                  <a:pt x="56" y="251"/>
                  <a:pt x="55" y="252"/>
                  <a:pt x="56" y="251"/>
                </a:cubicBezTo>
                <a:cubicBezTo>
                  <a:pt x="56" y="250"/>
                  <a:pt x="56" y="251"/>
                  <a:pt x="55" y="250"/>
                </a:cubicBezTo>
                <a:cubicBezTo>
                  <a:pt x="56" y="250"/>
                  <a:pt x="56" y="248"/>
                  <a:pt x="55" y="248"/>
                </a:cubicBezTo>
                <a:cubicBezTo>
                  <a:pt x="56" y="248"/>
                  <a:pt x="56" y="249"/>
                  <a:pt x="56" y="249"/>
                </a:cubicBezTo>
                <a:cubicBezTo>
                  <a:pt x="56" y="247"/>
                  <a:pt x="56" y="247"/>
                  <a:pt x="56" y="246"/>
                </a:cubicBezTo>
                <a:cubicBezTo>
                  <a:pt x="56" y="246"/>
                  <a:pt x="56" y="246"/>
                  <a:pt x="56" y="246"/>
                </a:cubicBezTo>
                <a:cubicBezTo>
                  <a:pt x="56" y="245"/>
                  <a:pt x="56" y="244"/>
                  <a:pt x="56" y="243"/>
                </a:cubicBezTo>
                <a:cubicBezTo>
                  <a:pt x="56" y="242"/>
                  <a:pt x="55" y="245"/>
                  <a:pt x="54" y="244"/>
                </a:cubicBezTo>
                <a:cubicBezTo>
                  <a:pt x="54" y="243"/>
                  <a:pt x="56" y="242"/>
                  <a:pt x="55" y="241"/>
                </a:cubicBezTo>
                <a:cubicBezTo>
                  <a:pt x="56" y="241"/>
                  <a:pt x="56" y="241"/>
                  <a:pt x="56" y="241"/>
                </a:cubicBezTo>
                <a:cubicBezTo>
                  <a:pt x="56" y="239"/>
                  <a:pt x="56" y="237"/>
                  <a:pt x="57" y="238"/>
                </a:cubicBezTo>
                <a:cubicBezTo>
                  <a:pt x="56" y="234"/>
                  <a:pt x="56" y="231"/>
                  <a:pt x="57" y="227"/>
                </a:cubicBezTo>
                <a:cubicBezTo>
                  <a:pt x="56" y="227"/>
                  <a:pt x="56" y="227"/>
                  <a:pt x="56" y="227"/>
                </a:cubicBezTo>
                <a:cubicBezTo>
                  <a:pt x="56" y="226"/>
                  <a:pt x="56" y="226"/>
                  <a:pt x="56" y="226"/>
                </a:cubicBezTo>
                <a:cubicBezTo>
                  <a:pt x="56" y="227"/>
                  <a:pt x="57" y="227"/>
                  <a:pt x="57" y="225"/>
                </a:cubicBezTo>
                <a:cubicBezTo>
                  <a:pt x="57" y="224"/>
                  <a:pt x="57" y="226"/>
                  <a:pt x="56" y="224"/>
                </a:cubicBezTo>
                <a:cubicBezTo>
                  <a:pt x="57" y="221"/>
                  <a:pt x="56" y="217"/>
                  <a:pt x="57" y="213"/>
                </a:cubicBezTo>
                <a:cubicBezTo>
                  <a:pt x="57" y="212"/>
                  <a:pt x="56" y="214"/>
                  <a:pt x="56" y="213"/>
                </a:cubicBezTo>
                <a:cubicBezTo>
                  <a:pt x="56" y="212"/>
                  <a:pt x="57" y="211"/>
                  <a:pt x="57" y="209"/>
                </a:cubicBezTo>
                <a:cubicBezTo>
                  <a:pt x="56" y="209"/>
                  <a:pt x="56" y="209"/>
                  <a:pt x="56" y="208"/>
                </a:cubicBezTo>
                <a:cubicBezTo>
                  <a:pt x="56" y="207"/>
                  <a:pt x="56" y="207"/>
                  <a:pt x="57" y="207"/>
                </a:cubicBezTo>
                <a:cubicBezTo>
                  <a:pt x="57" y="208"/>
                  <a:pt x="57" y="208"/>
                  <a:pt x="57" y="208"/>
                </a:cubicBezTo>
                <a:cubicBezTo>
                  <a:pt x="57" y="208"/>
                  <a:pt x="57" y="208"/>
                  <a:pt x="57" y="208"/>
                </a:cubicBezTo>
                <a:cubicBezTo>
                  <a:pt x="57" y="207"/>
                  <a:pt x="57" y="205"/>
                  <a:pt x="58" y="205"/>
                </a:cubicBezTo>
                <a:cubicBezTo>
                  <a:pt x="58" y="203"/>
                  <a:pt x="58" y="204"/>
                  <a:pt x="57" y="203"/>
                </a:cubicBezTo>
                <a:cubicBezTo>
                  <a:pt x="58" y="202"/>
                  <a:pt x="58" y="200"/>
                  <a:pt x="58" y="197"/>
                </a:cubicBezTo>
                <a:cubicBezTo>
                  <a:pt x="57" y="197"/>
                  <a:pt x="57" y="197"/>
                  <a:pt x="57" y="197"/>
                </a:cubicBezTo>
                <a:cubicBezTo>
                  <a:pt x="57" y="196"/>
                  <a:pt x="56" y="196"/>
                  <a:pt x="57" y="195"/>
                </a:cubicBezTo>
                <a:cubicBezTo>
                  <a:pt x="58" y="194"/>
                  <a:pt x="58" y="195"/>
                  <a:pt x="57" y="197"/>
                </a:cubicBezTo>
                <a:cubicBezTo>
                  <a:pt x="58" y="196"/>
                  <a:pt x="58" y="194"/>
                  <a:pt x="57" y="192"/>
                </a:cubicBezTo>
                <a:cubicBezTo>
                  <a:pt x="57" y="190"/>
                  <a:pt x="59" y="187"/>
                  <a:pt x="58" y="184"/>
                </a:cubicBezTo>
                <a:cubicBezTo>
                  <a:pt x="58" y="185"/>
                  <a:pt x="57" y="186"/>
                  <a:pt x="57" y="185"/>
                </a:cubicBezTo>
                <a:cubicBezTo>
                  <a:pt x="58" y="183"/>
                  <a:pt x="58" y="180"/>
                  <a:pt x="58" y="178"/>
                </a:cubicBezTo>
                <a:cubicBezTo>
                  <a:pt x="58" y="176"/>
                  <a:pt x="58" y="174"/>
                  <a:pt x="58" y="171"/>
                </a:cubicBezTo>
                <a:cubicBezTo>
                  <a:pt x="58" y="171"/>
                  <a:pt x="58" y="171"/>
                  <a:pt x="58" y="171"/>
                </a:cubicBezTo>
                <a:cubicBezTo>
                  <a:pt x="58" y="170"/>
                  <a:pt x="58" y="169"/>
                  <a:pt x="58" y="167"/>
                </a:cubicBezTo>
                <a:cubicBezTo>
                  <a:pt x="58" y="166"/>
                  <a:pt x="58" y="165"/>
                  <a:pt x="58" y="163"/>
                </a:cubicBezTo>
                <a:cubicBezTo>
                  <a:pt x="59" y="163"/>
                  <a:pt x="59" y="163"/>
                  <a:pt x="59" y="163"/>
                </a:cubicBezTo>
                <a:cubicBezTo>
                  <a:pt x="59" y="159"/>
                  <a:pt x="58" y="155"/>
                  <a:pt x="58" y="151"/>
                </a:cubicBezTo>
                <a:cubicBezTo>
                  <a:pt x="58" y="148"/>
                  <a:pt x="59" y="147"/>
                  <a:pt x="59" y="145"/>
                </a:cubicBezTo>
                <a:cubicBezTo>
                  <a:pt x="59" y="145"/>
                  <a:pt x="58" y="143"/>
                  <a:pt x="59" y="142"/>
                </a:cubicBezTo>
                <a:cubicBezTo>
                  <a:pt x="59" y="142"/>
                  <a:pt x="59" y="144"/>
                  <a:pt x="58" y="142"/>
                </a:cubicBezTo>
                <a:cubicBezTo>
                  <a:pt x="59" y="138"/>
                  <a:pt x="59" y="136"/>
                  <a:pt x="59" y="131"/>
                </a:cubicBezTo>
                <a:cubicBezTo>
                  <a:pt x="59" y="131"/>
                  <a:pt x="58" y="131"/>
                  <a:pt x="58" y="131"/>
                </a:cubicBezTo>
                <a:cubicBezTo>
                  <a:pt x="59" y="131"/>
                  <a:pt x="59" y="130"/>
                  <a:pt x="59" y="130"/>
                </a:cubicBezTo>
                <a:cubicBezTo>
                  <a:pt x="59" y="126"/>
                  <a:pt x="58" y="124"/>
                  <a:pt x="59" y="121"/>
                </a:cubicBezTo>
                <a:cubicBezTo>
                  <a:pt x="59" y="120"/>
                  <a:pt x="58" y="122"/>
                  <a:pt x="58" y="121"/>
                </a:cubicBezTo>
                <a:cubicBezTo>
                  <a:pt x="58" y="120"/>
                  <a:pt x="59" y="121"/>
                  <a:pt x="59" y="121"/>
                </a:cubicBezTo>
                <a:cubicBezTo>
                  <a:pt x="60" y="119"/>
                  <a:pt x="59" y="120"/>
                  <a:pt x="58" y="119"/>
                </a:cubicBezTo>
                <a:cubicBezTo>
                  <a:pt x="58" y="118"/>
                  <a:pt x="58" y="118"/>
                  <a:pt x="58" y="118"/>
                </a:cubicBezTo>
                <a:cubicBezTo>
                  <a:pt x="60" y="118"/>
                  <a:pt x="59" y="113"/>
                  <a:pt x="59" y="115"/>
                </a:cubicBezTo>
                <a:cubicBezTo>
                  <a:pt x="59" y="115"/>
                  <a:pt x="59" y="117"/>
                  <a:pt x="58" y="117"/>
                </a:cubicBezTo>
                <a:cubicBezTo>
                  <a:pt x="58" y="116"/>
                  <a:pt x="58" y="112"/>
                  <a:pt x="59" y="114"/>
                </a:cubicBezTo>
                <a:cubicBezTo>
                  <a:pt x="58" y="112"/>
                  <a:pt x="58" y="111"/>
                  <a:pt x="59" y="109"/>
                </a:cubicBezTo>
                <a:cubicBezTo>
                  <a:pt x="59" y="108"/>
                  <a:pt x="58" y="110"/>
                  <a:pt x="58" y="108"/>
                </a:cubicBezTo>
                <a:cubicBezTo>
                  <a:pt x="59" y="108"/>
                  <a:pt x="59" y="107"/>
                  <a:pt x="59" y="107"/>
                </a:cubicBezTo>
                <a:cubicBezTo>
                  <a:pt x="59" y="105"/>
                  <a:pt x="59" y="105"/>
                  <a:pt x="59" y="102"/>
                </a:cubicBezTo>
                <a:cubicBezTo>
                  <a:pt x="59" y="102"/>
                  <a:pt x="59" y="101"/>
                  <a:pt x="58" y="102"/>
                </a:cubicBezTo>
                <a:cubicBezTo>
                  <a:pt x="58" y="100"/>
                  <a:pt x="58" y="100"/>
                  <a:pt x="58" y="100"/>
                </a:cubicBezTo>
                <a:cubicBezTo>
                  <a:pt x="59" y="100"/>
                  <a:pt x="59" y="97"/>
                  <a:pt x="59" y="94"/>
                </a:cubicBezTo>
                <a:cubicBezTo>
                  <a:pt x="59" y="94"/>
                  <a:pt x="59" y="94"/>
                  <a:pt x="58" y="93"/>
                </a:cubicBezTo>
                <a:cubicBezTo>
                  <a:pt x="58" y="93"/>
                  <a:pt x="60" y="89"/>
                  <a:pt x="59" y="91"/>
                </a:cubicBezTo>
                <a:cubicBezTo>
                  <a:pt x="60" y="88"/>
                  <a:pt x="59" y="82"/>
                  <a:pt x="59" y="81"/>
                </a:cubicBezTo>
                <a:cubicBezTo>
                  <a:pt x="60" y="81"/>
                  <a:pt x="59" y="78"/>
                  <a:pt x="59" y="76"/>
                </a:cubicBezTo>
                <a:cubicBezTo>
                  <a:pt x="59" y="76"/>
                  <a:pt x="59" y="75"/>
                  <a:pt x="59" y="75"/>
                </a:cubicBezTo>
                <a:cubicBezTo>
                  <a:pt x="59" y="75"/>
                  <a:pt x="59" y="75"/>
                  <a:pt x="59" y="74"/>
                </a:cubicBezTo>
                <a:cubicBezTo>
                  <a:pt x="58" y="74"/>
                  <a:pt x="59" y="73"/>
                  <a:pt x="59" y="72"/>
                </a:cubicBezTo>
                <a:cubicBezTo>
                  <a:pt x="59" y="71"/>
                  <a:pt x="58" y="72"/>
                  <a:pt x="58" y="71"/>
                </a:cubicBezTo>
                <a:cubicBezTo>
                  <a:pt x="58" y="70"/>
                  <a:pt x="59" y="71"/>
                  <a:pt x="59" y="69"/>
                </a:cubicBezTo>
                <a:cubicBezTo>
                  <a:pt x="59" y="69"/>
                  <a:pt x="58" y="71"/>
                  <a:pt x="58" y="69"/>
                </a:cubicBezTo>
                <a:cubicBezTo>
                  <a:pt x="58" y="68"/>
                  <a:pt x="58" y="68"/>
                  <a:pt x="58" y="68"/>
                </a:cubicBezTo>
                <a:cubicBezTo>
                  <a:pt x="59" y="68"/>
                  <a:pt x="59" y="68"/>
                  <a:pt x="59" y="69"/>
                </a:cubicBezTo>
                <a:cubicBezTo>
                  <a:pt x="59" y="65"/>
                  <a:pt x="59" y="63"/>
                  <a:pt x="59" y="61"/>
                </a:cubicBezTo>
                <a:cubicBezTo>
                  <a:pt x="58" y="60"/>
                  <a:pt x="59" y="62"/>
                  <a:pt x="58" y="62"/>
                </a:cubicBezTo>
                <a:cubicBezTo>
                  <a:pt x="59" y="55"/>
                  <a:pt x="58" y="49"/>
                  <a:pt x="57" y="45"/>
                </a:cubicBezTo>
                <a:cubicBezTo>
                  <a:pt x="58" y="40"/>
                  <a:pt x="58" y="40"/>
                  <a:pt x="58" y="40"/>
                </a:cubicBezTo>
                <a:cubicBezTo>
                  <a:pt x="56" y="39"/>
                  <a:pt x="57" y="32"/>
                  <a:pt x="56" y="30"/>
                </a:cubicBezTo>
                <a:cubicBezTo>
                  <a:pt x="56" y="32"/>
                  <a:pt x="56" y="33"/>
                  <a:pt x="56" y="35"/>
                </a:cubicBezTo>
                <a:cubicBezTo>
                  <a:pt x="55" y="33"/>
                  <a:pt x="55" y="33"/>
                  <a:pt x="54" y="33"/>
                </a:cubicBezTo>
                <a:cubicBezTo>
                  <a:pt x="55" y="32"/>
                  <a:pt x="53" y="32"/>
                  <a:pt x="54" y="29"/>
                </a:cubicBezTo>
                <a:cubicBezTo>
                  <a:pt x="54" y="29"/>
                  <a:pt x="53" y="30"/>
                  <a:pt x="53" y="29"/>
                </a:cubicBezTo>
                <a:cubicBezTo>
                  <a:pt x="53" y="28"/>
                  <a:pt x="53" y="27"/>
                  <a:pt x="54" y="27"/>
                </a:cubicBezTo>
                <a:cubicBezTo>
                  <a:pt x="54" y="29"/>
                  <a:pt x="54" y="27"/>
                  <a:pt x="54" y="27"/>
                </a:cubicBezTo>
                <a:cubicBezTo>
                  <a:pt x="55" y="28"/>
                  <a:pt x="55" y="28"/>
                  <a:pt x="55" y="29"/>
                </a:cubicBezTo>
                <a:cubicBezTo>
                  <a:pt x="55" y="30"/>
                  <a:pt x="56" y="30"/>
                  <a:pt x="56" y="29"/>
                </a:cubicBezTo>
                <a:cubicBezTo>
                  <a:pt x="56" y="27"/>
                  <a:pt x="56" y="25"/>
                  <a:pt x="55" y="24"/>
                </a:cubicBezTo>
                <a:cubicBezTo>
                  <a:pt x="54" y="24"/>
                  <a:pt x="54" y="24"/>
                  <a:pt x="54" y="24"/>
                </a:cubicBezTo>
                <a:cubicBezTo>
                  <a:pt x="54" y="21"/>
                  <a:pt x="53" y="22"/>
                  <a:pt x="53" y="19"/>
                </a:cubicBezTo>
                <a:cubicBezTo>
                  <a:pt x="52" y="20"/>
                  <a:pt x="52" y="19"/>
                  <a:pt x="51" y="17"/>
                </a:cubicBezTo>
                <a:cubicBezTo>
                  <a:pt x="50" y="16"/>
                  <a:pt x="50" y="18"/>
                  <a:pt x="49" y="16"/>
                </a:cubicBezTo>
                <a:cubicBezTo>
                  <a:pt x="49" y="17"/>
                  <a:pt x="48" y="16"/>
                  <a:pt x="48" y="17"/>
                </a:cubicBezTo>
                <a:cubicBezTo>
                  <a:pt x="49" y="17"/>
                  <a:pt x="48" y="19"/>
                  <a:pt x="49" y="19"/>
                </a:cubicBezTo>
                <a:cubicBezTo>
                  <a:pt x="49" y="18"/>
                  <a:pt x="49" y="17"/>
                  <a:pt x="49" y="18"/>
                </a:cubicBezTo>
                <a:cubicBezTo>
                  <a:pt x="49" y="19"/>
                  <a:pt x="49" y="21"/>
                  <a:pt x="49" y="21"/>
                </a:cubicBezTo>
                <a:cubicBezTo>
                  <a:pt x="48" y="17"/>
                  <a:pt x="46" y="19"/>
                  <a:pt x="45" y="15"/>
                </a:cubicBezTo>
                <a:cubicBezTo>
                  <a:pt x="45" y="14"/>
                  <a:pt x="45" y="13"/>
                  <a:pt x="45" y="13"/>
                </a:cubicBezTo>
                <a:cubicBezTo>
                  <a:pt x="46" y="12"/>
                  <a:pt x="47" y="13"/>
                  <a:pt x="47" y="12"/>
                </a:cubicBezTo>
                <a:cubicBezTo>
                  <a:pt x="46" y="11"/>
                  <a:pt x="46" y="11"/>
                  <a:pt x="46" y="11"/>
                </a:cubicBezTo>
                <a:cubicBezTo>
                  <a:pt x="46" y="10"/>
                  <a:pt x="45" y="8"/>
                  <a:pt x="46" y="8"/>
                </a:cubicBezTo>
                <a:cubicBezTo>
                  <a:pt x="45" y="8"/>
                  <a:pt x="45" y="6"/>
                  <a:pt x="44" y="5"/>
                </a:cubicBezTo>
                <a:cubicBezTo>
                  <a:pt x="44" y="7"/>
                  <a:pt x="43" y="3"/>
                  <a:pt x="42" y="3"/>
                </a:cubicBezTo>
                <a:cubicBezTo>
                  <a:pt x="43" y="5"/>
                  <a:pt x="43" y="6"/>
                  <a:pt x="42" y="7"/>
                </a:cubicBezTo>
                <a:cubicBezTo>
                  <a:pt x="43" y="7"/>
                  <a:pt x="44" y="8"/>
                  <a:pt x="44" y="9"/>
                </a:cubicBezTo>
                <a:cubicBezTo>
                  <a:pt x="45" y="10"/>
                  <a:pt x="44" y="10"/>
                  <a:pt x="44" y="10"/>
                </a:cubicBezTo>
                <a:cubicBezTo>
                  <a:pt x="45" y="11"/>
                  <a:pt x="45" y="10"/>
                  <a:pt x="45" y="10"/>
                </a:cubicBezTo>
                <a:cubicBezTo>
                  <a:pt x="44" y="11"/>
                  <a:pt x="45" y="12"/>
                  <a:pt x="45" y="11"/>
                </a:cubicBezTo>
                <a:cubicBezTo>
                  <a:pt x="45" y="15"/>
                  <a:pt x="44" y="14"/>
                  <a:pt x="43" y="16"/>
                </a:cubicBezTo>
                <a:cubicBezTo>
                  <a:pt x="43" y="14"/>
                  <a:pt x="43" y="11"/>
                  <a:pt x="42" y="12"/>
                </a:cubicBezTo>
                <a:cubicBezTo>
                  <a:pt x="42" y="11"/>
                  <a:pt x="41" y="8"/>
                  <a:pt x="41" y="7"/>
                </a:cubicBezTo>
                <a:cubicBezTo>
                  <a:pt x="41" y="6"/>
                  <a:pt x="41" y="6"/>
                  <a:pt x="41" y="5"/>
                </a:cubicBezTo>
                <a:cubicBezTo>
                  <a:pt x="40" y="2"/>
                  <a:pt x="39" y="1"/>
                  <a:pt x="38" y="0"/>
                </a:cubicBezTo>
                <a:cubicBezTo>
                  <a:pt x="37" y="0"/>
                  <a:pt x="37" y="0"/>
                  <a:pt x="36" y="0"/>
                </a:cubicBezTo>
                <a:cubicBezTo>
                  <a:pt x="37" y="2"/>
                  <a:pt x="36" y="2"/>
                  <a:pt x="36" y="4"/>
                </a:cubicBezTo>
                <a:cubicBezTo>
                  <a:pt x="36" y="4"/>
                  <a:pt x="37" y="7"/>
                  <a:pt x="37" y="8"/>
                </a:cubicBezTo>
                <a:cubicBezTo>
                  <a:pt x="35" y="7"/>
                  <a:pt x="33" y="4"/>
                  <a:pt x="31" y="4"/>
                </a:cubicBezTo>
                <a:cubicBezTo>
                  <a:pt x="31" y="6"/>
                  <a:pt x="31" y="6"/>
                  <a:pt x="32" y="8"/>
                </a:cubicBezTo>
                <a:cubicBezTo>
                  <a:pt x="31" y="9"/>
                  <a:pt x="30" y="9"/>
                  <a:pt x="29" y="8"/>
                </a:cubicBezTo>
                <a:cubicBezTo>
                  <a:pt x="29" y="8"/>
                  <a:pt x="29" y="7"/>
                  <a:pt x="29" y="6"/>
                </a:cubicBezTo>
                <a:close/>
                <a:moveTo>
                  <a:pt x="55" y="273"/>
                </a:moveTo>
                <a:cubicBezTo>
                  <a:pt x="55" y="273"/>
                  <a:pt x="55" y="272"/>
                  <a:pt x="55" y="271"/>
                </a:cubicBezTo>
                <a:cubicBezTo>
                  <a:pt x="55" y="271"/>
                  <a:pt x="55" y="272"/>
                  <a:pt x="55" y="273"/>
                </a:cubicBezTo>
                <a:close/>
                <a:moveTo>
                  <a:pt x="47" y="329"/>
                </a:moveTo>
                <a:cubicBezTo>
                  <a:pt x="47" y="330"/>
                  <a:pt x="47" y="327"/>
                  <a:pt x="46" y="329"/>
                </a:cubicBezTo>
                <a:cubicBezTo>
                  <a:pt x="46" y="328"/>
                  <a:pt x="46" y="328"/>
                  <a:pt x="46" y="327"/>
                </a:cubicBezTo>
                <a:cubicBezTo>
                  <a:pt x="46" y="327"/>
                  <a:pt x="46" y="327"/>
                  <a:pt x="46" y="327"/>
                </a:cubicBezTo>
                <a:cubicBezTo>
                  <a:pt x="47" y="327"/>
                  <a:pt x="47" y="328"/>
                  <a:pt x="47" y="329"/>
                </a:cubicBezTo>
                <a:close/>
                <a:moveTo>
                  <a:pt x="44" y="326"/>
                </a:moveTo>
                <a:cubicBezTo>
                  <a:pt x="45" y="326"/>
                  <a:pt x="46" y="328"/>
                  <a:pt x="46" y="328"/>
                </a:cubicBezTo>
                <a:cubicBezTo>
                  <a:pt x="46" y="328"/>
                  <a:pt x="45" y="329"/>
                  <a:pt x="45" y="329"/>
                </a:cubicBezTo>
                <a:cubicBezTo>
                  <a:pt x="45" y="328"/>
                  <a:pt x="44" y="328"/>
                  <a:pt x="44" y="326"/>
                </a:cubicBezTo>
                <a:close/>
                <a:moveTo>
                  <a:pt x="42" y="370"/>
                </a:moveTo>
                <a:cubicBezTo>
                  <a:pt x="42" y="371"/>
                  <a:pt x="42" y="366"/>
                  <a:pt x="42" y="369"/>
                </a:cubicBezTo>
                <a:cubicBezTo>
                  <a:pt x="41" y="369"/>
                  <a:pt x="41" y="368"/>
                  <a:pt x="41" y="368"/>
                </a:cubicBezTo>
                <a:cubicBezTo>
                  <a:pt x="42" y="368"/>
                  <a:pt x="43" y="367"/>
                  <a:pt x="43" y="369"/>
                </a:cubicBezTo>
                <a:cubicBezTo>
                  <a:pt x="43" y="369"/>
                  <a:pt x="43" y="368"/>
                  <a:pt x="43" y="367"/>
                </a:cubicBezTo>
                <a:cubicBezTo>
                  <a:pt x="44" y="368"/>
                  <a:pt x="43" y="370"/>
                  <a:pt x="44" y="369"/>
                </a:cubicBezTo>
                <a:cubicBezTo>
                  <a:pt x="44" y="370"/>
                  <a:pt x="44" y="370"/>
                  <a:pt x="44" y="370"/>
                </a:cubicBezTo>
                <a:cubicBezTo>
                  <a:pt x="43" y="371"/>
                  <a:pt x="42" y="367"/>
                  <a:pt x="42" y="370"/>
                </a:cubicBezTo>
                <a:close/>
                <a:moveTo>
                  <a:pt x="22" y="380"/>
                </a:moveTo>
                <a:cubicBezTo>
                  <a:pt x="23" y="380"/>
                  <a:pt x="23" y="380"/>
                  <a:pt x="23" y="381"/>
                </a:cubicBezTo>
                <a:cubicBezTo>
                  <a:pt x="22" y="381"/>
                  <a:pt x="22" y="381"/>
                  <a:pt x="22" y="380"/>
                </a:cubicBezTo>
                <a:close/>
                <a:moveTo>
                  <a:pt x="22" y="5"/>
                </a:moveTo>
                <a:cubicBezTo>
                  <a:pt x="22" y="6"/>
                  <a:pt x="23" y="8"/>
                  <a:pt x="23" y="9"/>
                </a:cubicBezTo>
                <a:cubicBezTo>
                  <a:pt x="22" y="8"/>
                  <a:pt x="22" y="7"/>
                  <a:pt x="22" y="5"/>
                </a:cubicBezTo>
                <a:close/>
                <a:moveTo>
                  <a:pt x="13" y="12"/>
                </a:moveTo>
                <a:cubicBezTo>
                  <a:pt x="13" y="12"/>
                  <a:pt x="14" y="15"/>
                  <a:pt x="14" y="16"/>
                </a:cubicBezTo>
                <a:cubicBezTo>
                  <a:pt x="14" y="14"/>
                  <a:pt x="12" y="10"/>
                  <a:pt x="14" y="10"/>
                </a:cubicBezTo>
                <a:cubicBezTo>
                  <a:pt x="14" y="11"/>
                  <a:pt x="14" y="12"/>
                  <a:pt x="14" y="13"/>
                </a:cubicBezTo>
                <a:cubicBezTo>
                  <a:pt x="14" y="13"/>
                  <a:pt x="14" y="12"/>
                  <a:pt x="13" y="12"/>
                </a:cubicBezTo>
                <a:close/>
                <a:moveTo>
                  <a:pt x="20" y="9"/>
                </a:moveTo>
                <a:cubicBezTo>
                  <a:pt x="21" y="9"/>
                  <a:pt x="20" y="11"/>
                  <a:pt x="21" y="12"/>
                </a:cubicBezTo>
                <a:cubicBezTo>
                  <a:pt x="20" y="12"/>
                  <a:pt x="20" y="13"/>
                  <a:pt x="20" y="13"/>
                </a:cubicBezTo>
                <a:cubicBezTo>
                  <a:pt x="20" y="12"/>
                  <a:pt x="20" y="10"/>
                  <a:pt x="20" y="9"/>
                </a:cubicBezTo>
                <a:close/>
                <a:moveTo>
                  <a:pt x="33" y="7"/>
                </a:moveTo>
                <a:cubicBezTo>
                  <a:pt x="33" y="7"/>
                  <a:pt x="32" y="7"/>
                  <a:pt x="32" y="7"/>
                </a:cubicBezTo>
                <a:cubicBezTo>
                  <a:pt x="32" y="9"/>
                  <a:pt x="33" y="9"/>
                  <a:pt x="33" y="9"/>
                </a:cubicBezTo>
                <a:cubicBezTo>
                  <a:pt x="33" y="11"/>
                  <a:pt x="32" y="8"/>
                  <a:pt x="32" y="8"/>
                </a:cubicBezTo>
                <a:cubicBezTo>
                  <a:pt x="32" y="7"/>
                  <a:pt x="32" y="7"/>
                  <a:pt x="33" y="7"/>
                </a:cubicBezTo>
                <a:close/>
                <a:moveTo>
                  <a:pt x="22" y="11"/>
                </a:moveTo>
                <a:cubicBezTo>
                  <a:pt x="22" y="11"/>
                  <a:pt x="22" y="12"/>
                  <a:pt x="23" y="12"/>
                </a:cubicBezTo>
                <a:cubicBezTo>
                  <a:pt x="23" y="13"/>
                  <a:pt x="22" y="12"/>
                  <a:pt x="22" y="14"/>
                </a:cubicBezTo>
                <a:cubicBezTo>
                  <a:pt x="22" y="15"/>
                  <a:pt x="22" y="11"/>
                  <a:pt x="21" y="13"/>
                </a:cubicBezTo>
                <a:cubicBezTo>
                  <a:pt x="21" y="13"/>
                  <a:pt x="22" y="12"/>
                  <a:pt x="22" y="11"/>
                </a:cubicBezTo>
                <a:close/>
                <a:moveTo>
                  <a:pt x="11" y="16"/>
                </a:moveTo>
                <a:cubicBezTo>
                  <a:pt x="12" y="17"/>
                  <a:pt x="12" y="18"/>
                  <a:pt x="12" y="19"/>
                </a:cubicBezTo>
                <a:cubicBezTo>
                  <a:pt x="13" y="19"/>
                  <a:pt x="13" y="18"/>
                  <a:pt x="13" y="18"/>
                </a:cubicBezTo>
                <a:cubicBezTo>
                  <a:pt x="13" y="16"/>
                  <a:pt x="13" y="18"/>
                  <a:pt x="12" y="18"/>
                </a:cubicBezTo>
                <a:cubicBezTo>
                  <a:pt x="12" y="17"/>
                  <a:pt x="12" y="17"/>
                  <a:pt x="12" y="17"/>
                </a:cubicBezTo>
                <a:cubicBezTo>
                  <a:pt x="12" y="15"/>
                  <a:pt x="13" y="17"/>
                  <a:pt x="13" y="16"/>
                </a:cubicBezTo>
                <a:cubicBezTo>
                  <a:pt x="13" y="17"/>
                  <a:pt x="13" y="18"/>
                  <a:pt x="13" y="18"/>
                </a:cubicBezTo>
                <a:cubicBezTo>
                  <a:pt x="13" y="20"/>
                  <a:pt x="13" y="19"/>
                  <a:pt x="13" y="21"/>
                </a:cubicBezTo>
                <a:cubicBezTo>
                  <a:pt x="12" y="20"/>
                  <a:pt x="12" y="20"/>
                  <a:pt x="11" y="21"/>
                </a:cubicBezTo>
                <a:cubicBezTo>
                  <a:pt x="11" y="21"/>
                  <a:pt x="11" y="20"/>
                  <a:pt x="11" y="19"/>
                </a:cubicBezTo>
                <a:cubicBezTo>
                  <a:pt x="10" y="19"/>
                  <a:pt x="10" y="19"/>
                  <a:pt x="10" y="20"/>
                </a:cubicBezTo>
                <a:cubicBezTo>
                  <a:pt x="10" y="20"/>
                  <a:pt x="10" y="21"/>
                  <a:pt x="10" y="21"/>
                </a:cubicBezTo>
                <a:cubicBezTo>
                  <a:pt x="10" y="21"/>
                  <a:pt x="10" y="22"/>
                  <a:pt x="9" y="22"/>
                </a:cubicBezTo>
                <a:cubicBezTo>
                  <a:pt x="9" y="21"/>
                  <a:pt x="10" y="21"/>
                  <a:pt x="9" y="19"/>
                </a:cubicBezTo>
                <a:cubicBezTo>
                  <a:pt x="10" y="19"/>
                  <a:pt x="11" y="19"/>
                  <a:pt x="10" y="17"/>
                </a:cubicBezTo>
                <a:cubicBezTo>
                  <a:pt x="11" y="18"/>
                  <a:pt x="11" y="18"/>
                  <a:pt x="11" y="18"/>
                </a:cubicBezTo>
                <a:cubicBezTo>
                  <a:pt x="12" y="18"/>
                  <a:pt x="12" y="17"/>
                  <a:pt x="11" y="16"/>
                </a:cubicBezTo>
                <a:close/>
                <a:moveTo>
                  <a:pt x="14" y="20"/>
                </a:moveTo>
                <a:cubicBezTo>
                  <a:pt x="13" y="19"/>
                  <a:pt x="14" y="17"/>
                  <a:pt x="14" y="17"/>
                </a:cubicBezTo>
                <a:cubicBezTo>
                  <a:pt x="15" y="18"/>
                  <a:pt x="14" y="18"/>
                  <a:pt x="14" y="20"/>
                </a:cubicBezTo>
                <a:close/>
                <a:moveTo>
                  <a:pt x="42" y="18"/>
                </a:moveTo>
                <a:cubicBezTo>
                  <a:pt x="42" y="16"/>
                  <a:pt x="43" y="18"/>
                  <a:pt x="44" y="18"/>
                </a:cubicBezTo>
                <a:cubicBezTo>
                  <a:pt x="44" y="18"/>
                  <a:pt x="43" y="19"/>
                  <a:pt x="44" y="20"/>
                </a:cubicBezTo>
                <a:cubicBezTo>
                  <a:pt x="44" y="21"/>
                  <a:pt x="44" y="23"/>
                  <a:pt x="43" y="22"/>
                </a:cubicBezTo>
                <a:cubicBezTo>
                  <a:pt x="43" y="19"/>
                  <a:pt x="43" y="19"/>
                  <a:pt x="42" y="18"/>
                </a:cubicBezTo>
                <a:close/>
                <a:moveTo>
                  <a:pt x="14" y="20"/>
                </a:moveTo>
                <a:cubicBezTo>
                  <a:pt x="14" y="20"/>
                  <a:pt x="15" y="21"/>
                  <a:pt x="15" y="22"/>
                </a:cubicBezTo>
                <a:cubicBezTo>
                  <a:pt x="15" y="23"/>
                  <a:pt x="14" y="23"/>
                  <a:pt x="14" y="24"/>
                </a:cubicBezTo>
                <a:cubicBezTo>
                  <a:pt x="13" y="23"/>
                  <a:pt x="14" y="21"/>
                  <a:pt x="14" y="20"/>
                </a:cubicBezTo>
                <a:close/>
                <a:moveTo>
                  <a:pt x="8" y="21"/>
                </a:moveTo>
                <a:cubicBezTo>
                  <a:pt x="9" y="21"/>
                  <a:pt x="8" y="22"/>
                  <a:pt x="9" y="22"/>
                </a:cubicBezTo>
                <a:cubicBezTo>
                  <a:pt x="9" y="23"/>
                  <a:pt x="8" y="23"/>
                  <a:pt x="8" y="23"/>
                </a:cubicBezTo>
                <a:cubicBezTo>
                  <a:pt x="8" y="23"/>
                  <a:pt x="8" y="22"/>
                  <a:pt x="8" y="21"/>
                </a:cubicBezTo>
                <a:close/>
                <a:moveTo>
                  <a:pt x="17" y="22"/>
                </a:moveTo>
                <a:cubicBezTo>
                  <a:pt x="17" y="22"/>
                  <a:pt x="17" y="22"/>
                  <a:pt x="17" y="23"/>
                </a:cubicBezTo>
                <a:cubicBezTo>
                  <a:pt x="16" y="23"/>
                  <a:pt x="17" y="21"/>
                  <a:pt x="16" y="22"/>
                </a:cubicBezTo>
                <a:cubicBezTo>
                  <a:pt x="16" y="20"/>
                  <a:pt x="17" y="21"/>
                  <a:pt x="17" y="22"/>
                </a:cubicBezTo>
                <a:close/>
                <a:moveTo>
                  <a:pt x="38" y="21"/>
                </a:moveTo>
                <a:cubicBezTo>
                  <a:pt x="39" y="22"/>
                  <a:pt x="41" y="23"/>
                  <a:pt x="42" y="24"/>
                </a:cubicBezTo>
                <a:cubicBezTo>
                  <a:pt x="40" y="25"/>
                  <a:pt x="39" y="21"/>
                  <a:pt x="38" y="23"/>
                </a:cubicBezTo>
                <a:cubicBezTo>
                  <a:pt x="38" y="23"/>
                  <a:pt x="39" y="22"/>
                  <a:pt x="38" y="21"/>
                </a:cubicBezTo>
                <a:close/>
                <a:moveTo>
                  <a:pt x="42" y="22"/>
                </a:moveTo>
                <a:cubicBezTo>
                  <a:pt x="43" y="23"/>
                  <a:pt x="42" y="25"/>
                  <a:pt x="43" y="25"/>
                </a:cubicBezTo>
                <a:cubicBezTo>
                  <a:pt x="42" y="27"/>
                  <a:pt x="42" y="23"/>
                  <a:pt x="42" y="22"/>
                </a:cubicBezTo>
                <a:close/>
                <a:moveTo>
                  <a:pt x="51" y="23"/>
                </a:moveTo>
                <a:cubicBezTo>
                  <a:pt x="51" y="22"/>
                  <a:pt x="51" y="23"/>
                  <a:pt x="52" y="23"/>
                </a:cubicBezTo>
                <a:cubicBezTo>
                  <a:pt x="52" y="24"/>
                  <a:pt x="52" y="25"/>
                  <a:pt x="51" y="25"/>
                </a:cubicBezTo>
                <a:cubicBezTo>
                  <a:pt x="51" y="24"/>
                  <a:pt x="52" y="23"/>
                  <a:pt x="51" y="23"/>
                </a:cubicBezTo>
                <a:close/>
                <a:moveTo>
                  <a:pt x="6" y="48"/>
                </a:moveTo>
                <a:cubicBezTo>
                  <a:pt x="6" y="48"/>
                  <a:pt x="7" y="49"/>
                  <a:pt x="7" y="49"/>
                </a:cubicBezTo>
                <a:cubicBezTo>
                  <a:pt x="7" y="50"/>
                  <a:pt x="7" y="50"/>
                  <a:pt x="6" y="50"/>
                </a:cubicBezTo>
                <a:cubicBezTo>
                  <a:pt x="6" y="49"/>
                  <a:pt x="6" y="49"/>
                  <a:pt x="6" y="48"/>
                </a:cubicBezTo>
                <a:close/>
                <a:moveTo>
                  <a:pt x="7" y="52"/>
                </a:moveTo>
                <a:cubicBezTo>
                  <a:pt x="8" y="52"/>
                  <a:pt x="7" y="54"/>
                  <a:pt x="8" y="54"/>
                </a:cubicBezTo>
                <a:cubicBezTo>
                  <a:pt x="7" y="54"/>
                  <a:pt x="6" y="55"/>
                  <a:pt x="6" y="54"/>
                </a:cubicBezTo>
                <a:cubicBezTo>
                  <a:pt x="6" y="53"/>
                  <a:pt x="7" y="54"/>
                  <a:pt x="7" y="52"/>
                </a:cubicBezTo>
                <a:close/>
                <a:moveTo>
                  <a:pt x="17" y="61"/>
                </a:moveTo>
                <a:cubicBezTo>
                  <a:pt x="17" y="62"/>
                  <a:pt x="17" y="63"/>
                  <a:pt x="16" y="63"/>
                </a:cubicBezTo>
                <a:cubicBezTo>
                  <a:pt x="17" y="62"/>
                  <a:pt x="17" y="61"/>
                  <a:pt x="17" y="61"/>
                </a:cubicBezTo>
                <a:close/>
                <a:moveTo>
                  <a:pt x="17" y="65"/>
                </a:moveTo>
                <a:cubicBezTo>
                  <a:pt x="17" y="64"/>
                  <a:pt x="16" y="66"/>
                  <a:pt x="17" y="66"/>
                </a:cubicBezTo>
                <a:cubicBezTo>
                  <a:pt x="17" y="67"/>
                  <a:pt x="17" y="67"/>
                  <a:pt x="16" y="67"/>
                </a:cubicBezTo>
                <a:cubicBezTo>
                  <a:pt x="17" y="67"/>
                  <a:pt x="17" y="66"/>
                  <a:pt x="16" y="66"/>
                </a:cubicBezTo>
                <a:cubicBezTo>
                  <a:pt x="16" y="65"/>
                  <a:pt x="17" y="66"/>
                  <a:pt x="17" y="65"/>
                </a:cubicBezTo>
                <a:close/>
                <a:moveTo>
                  <a:pt x="11" y="65"/>
                </a:moveTo>
                <a:cubicBezTo>
                  <a:pt x="11" y="66"/>
                  <a:pt x="10" y="66"/>
                  <a:pt x="10" y="67"/>
                </a:cubicBezTo>
                <a:cubicBezTo>
                  <a:pt x="9" y="66"/>
                  <a:pt x="10" y="64"/>
                  <a:pt x="11" y="65"/>
                </a:cubicBezTo>
                <a:close/>
                <a:moveTo>
                  <a:pt x="23" y="66"/>
                </a:moveTo>
                <a:cubicBezTo>
                  <a:pt x="23" y="67"/>
                  <a:pt x="23" y="68"/>
                  <a:pt x="23" y="69"/>
                </a:cubicBezTo>
                <a:cubicBezTo>
                  <a:pt x="22" y="68"/>
                  <a:pt x="23" y="66"/>
                  <a:pt x="22" y="67"/>
                </a:cubicBezTo>
                <a:cubicBezTo>
                  <a:pt x="22" y="66"/>
                  <a:pt x="22" y="66"/>
                  <a:pt x="23" y="66"/>
                </a:cubicBezTo>
                <a:close/>
                <a:moveTo>
                  <a:pt x="6" y="67"/>
                </a:moveTo>
                <a:cubicBezTo>
                  <a:pt x="6" y="68"/>
                  <a:pt x="6" y="69"/>
                  <a:pt x="6" y="70"/>
                </a:cubicBezTo>
                <a:cubicBezTo>
                  <a:pt x="5" y="69"/>
                  <a:pt x="5" y="68"/>
                  <a:pt x="6" y="67"/>
                </a:cubicBezTo>
                <a:close/>
                <a:moveTo>
                  <a:pt x="6" y="69"/>
                </a:moveTo>
                <a:cubicBezTo>
                  <a:pt x="7" y="69"/>
                  <a:pt x="7" y="70"/>
                  <a:pt x="7" y="71"/>
                </a:cubicBezTo>
                <a:cubicBezTo>
                  <a:pt x="8" y="71"/>
                  <a:pt x="7" y="70"/>
                  <a:pt x="8" y="69"/>
                </a:cubicBezTo>
                <a:cubicBezTo>
                  <a:pt x="9" y="70"/>
                  <a:pt x="8" y="71"/>
                  <a:pt x="8" y="72"/>
                </a:cubicBezTo>
                <a:cubicBezTo>
                  <a:pt x="7" y="72"/>
                  <a:pt x="7" y="72"/>
                  <a:pt x="6" y="71"/>
                </a:cubicBezTo>
                <a:cubicBezTo>
                  <a:pt x="6" y="71"/>
                  <a:pt x="6" y="70"/>
                  <a:pt x="7" y="70"/>
                </a:cubicBezTo>
                <a:cubicBezTo>
                  <a:pt x="7" y="70"/>
                  <a:pt x="6" y="70"/>
                  <a:pt x="6" y="69"/>
                </a:cubicBezTo>
                <a:close/>
                <a:moveTo>
                  <a:pt x="10" y="70"/>
                </a:moveTo>
                <a:cubicBezTo>
                  <a:pt x="9" y="71"/>
                  <a:pt x="10" y="72"/>
                  <a:pt x="9" y="72"/>
                </a:cubicBezTo>
                <a:cubicBezTo>
                  <a:pt x="9" y="70"/>
                  <a:pt x="9" y="70"/>
                  <a:pt x="9" y="70"/>
                </a:cubicBezTo>
                <a:cubicBezTo>
                  <a:pt x="9" y="70"/>
                  <a:pt x="9" y="70"/>
                  <a:pt x="10" y="70"/>
                </a:cubicBezTo>
                <a:close/>
                <a:moveTo>
                  <a:pt x="6" y="73"/>
                </a:moveTo>
                <a:cubicBezTo>
                  <a:pt x="6" y="73"/>
                  <a:pt x="5" y="73"/>
                  <a:pt x="5" y="72"/>
                </a:cubicBezTo>
                <a:cubicBezTo>
                  <a:pt x="5" y="70"/>
                  <a:pt x="6" y="70"/>
                  <a:pt x="6" y="73"/>
                </a:cubicBezTo>
                <a:close/>
                <a:moveTo>
                  <a:pt x="9" y="75"/>
                </a:moveTo>
                <a:cubicBezTo>
                  <a:pt x="9" y="74"/>
                  <a:pt x="10" y="74"/>
                  <a:pt x="10" y="74"/>
                </a:cubicBezTo>
                <a:cubicBezTo>
                  <a:pt x="10" y="75"/>
                  <a:pt x="10" y="75"/>
                  <a:pt x="9" y="75"/>
                </a:cubicBezTo>
                <a:close/>
                <a:moveTo>
                  <a:pt x="6" y="85"/>
                </a:moveTo>
                <a:cubicBezTo>
                  <a:pt x="7" y="86"/>
                  <a:pt x="6" y="88"/>
                  <a:pt x="5" y="90"/>
                </a:cubicBezTo>
                <a:cubicBezTo>
                  <a:pt x="5" y="89"/>
                  <a:pt x="6" y="87"/>
                  <a:pt x="5" y="87"/>
                </a:cubicBezTo>
                <a:cubicBezTo>
                  <a:pt x="5" y="87"/>
                  <a:pt x="5" y="87"/>
                  <a:pt x="5" y="87"/>
                </a:cubicBezTo>
                <a:cubicBezTo>
                  <a:pt x="6" y="87"/>
                  <a:pt x="6" y="86"/>
                  <a:pt x="6" y="85"/>
                </a:cubicBezTo>
                <a:close/>
                <a:moveTo>
                  <a:pt x="58" y="85"/>
                </a:moveTo>
                <a:cubicBezTo>
                  <a:pt x="59" y="85"/>
                  <a:pt x="59" y="87"/>
                  <a:pt x="59" y="88"/>
                </a:cubicBezTo>
                <a:cubicBezTo>
                  <a:pt x="58" y="88"/>
                  <a:pt x="59" y="86"/>
                  <a:pt x="58" y="85"/>
                </a:cubicBezTo>
                <a:close/>
                <a:moveTo>
                  <a:pt x="5" y="92"/>
                </a:moveTo>
                <a:cubicBezTo>
                  <a:pt x="5" y="92"/>
                  <a:pt x="5" y="93"/>
                  <a:pt x="5" y="93"/>
                </a:cubicBezTo>
                <a:cubicBezTo>
                  <a:pt x="5" y="94"/>
                  <a:pt x="5" y="94"/>
                  <a:pt x="5" y="95"/>
                </a:cubicBezTo>
                <a:cubicBezTo>
                  <a:pt x="4" y="94"/>
                  <a:pt x="5" y="93"/>
                  <a:pt x="5" y="92"/>
                </a:cubicBezTo>
                <a:close/>
                <a:moveTo>
                  <a:pt x="5" y="141"/>
                </a:moveTo>
                <a:cubicBezTo>
                  <a:pt x="6" y="141"/>
                  <a:pt x="7" y="142"/>
                  <a:pt x="6" y="142"/>
                </a:cubicBezTo>
                <a:cubicBezTo>
                  <a:pt x="6" y="141"/>
                  <a:pt x="5" y="142"/>
                  <a:pt x="5" y="141"/>
                </a:cubicBezTo>
                <a:close/>
                <a:moveTo>
                  <a:pt x="8" y="152"/>
                </a:moveTo>
                <a:cubicBezTo>
                  <a:pt x="9" y="150"/>
                  <a:pt x="9" y="152"/>
                  <a:pt x="9" y="152"/>
                </a:cubicBezTo>
                <a:cubicBezTo>
                  <a:pt x="9" y="154"/>
                  <a:pt x="9" y="152"/>
                  <a:pt x="8" y="152"/>
                </a:cubicBezTo>
                <a:close/>
                <a:moveTo>
                  <a:pt x="8" y="159"/>
                </a:moveTo>
                <a:cubicBezTo>
                  <a:pt x="7" y="159"/>
                  <a:pt x="7" y="156"/>
                  <a:pt x="8" y="157"/>
                </a:cubicBezTo>
                <a:cubicBezTo>
                  <a:pt x="8" y="157"/>
                  <a:pt x="8" y="158"/>
                  <a:pt x="8" y="158"/>
                </a:cubicBezTo>
                <a:cubicBezTo>
                  <a:pt x="8" y="160"/>
                  <a:pt x="8" y="157"/>
                  <a:pt x="8" y="159"/>
                </a:cubicBezTo>
                <a:close/>
                <a:moveTo>
                  <a:pt x="7" y="159"/>
                </a:moveTo>
                <a:cubicBezTo>
                  <a:pt x="6" y="160"/>
                  <a:pt x="6" y="160"/>
                  <a:pt x="6" y="160"/>
                </a:cubicBezTo>
                <a:cubicBezTo>
                  <a:pt x="6" y="161"/>
                  <a:pt x="7" y="161"/>
                  <a:pt x="7" y="161"/>
                </a:cubicBezTo>
                <a:cubicBezTo>
                  <a:pt x="6" y="164"/>
                  <a:pt x="6" y="158"/>
                  <a:pt x="7" y="159"/>
                </a:cubicBezTo>
                <a:close/>
                <a:moveTo>
                  <a:pt x="8" y="175"/>
                </a:moveTo>
                <a:cubicBezTo>
                  <a:pt x="7" y="176"/>
                  <a:pt x="7" y="178"/>
                  <a:pt x="7" y="179"/>
                </a:cubicBezTo>
                <a:cubicBezTo>
                  <a:pt x="7" y="180"/>
                  <a:pt x="8" y="181"/>
                  <a:pt x="9" y="180"/>
                </a:cubicBezTo>
                <a:cubicBezTo>
                  <a:pt x="9" y="182"/>
                  <a:pt x="8" y="181"/>
                  <a:pt x="8" y="183"/>
                </a:cubicBezTo>
                <a:cubicBezTo>
                  <a:pt x="8" y="183"/>
                  <a:pt x="8" y="180"/>
                  <a:pt x="7" y="181"/>
                </a:cubicBezTo>
                <a:cubicBezTo>
                  <a:pt x="6" y="179"/>
                  <a:pt x="7" y="177"/>
                  <a:pt x="6" y="176"/>
                </a:cubicBezTo>
                <a:cubicBezTo>
                  <a:pt x="6" y="175"/>
                  <a:pt x="7" y="176"/>
                  <a:pt x="8" y="175"/>
                </a:cubicBezTo>
                <a:close/>
                <a:moveTo>
                  <a:pt x="12" y="182"/>
                </a:moveTo>
                <a:cubicBezTo>
                  <a:pt x="12" y="182"/>
                  <a:pt x="12" y="184"/>
                  <a:pt x="12" y="186"/>
                </a:cubicBezTo>
                <a:cubicBezTo>
                  <a:pt x="11" y="185"/>
                  <a:pt x="12" y="184"/>
                  <a:pt x="12" y="182"/>
                </a:cubicBezTo>
                <a:close/>
                <a:moveTo>
                  <a:pt x="8" y="191"/>
                </a:moveTo>
                <a:cubicBezTo>
                  <a:pt x="8" y="190"/>
                  <a:pt x="8" y="192"/>
                  <a:pt x="9" y="191"/>
                </a:cubicBezTo>
                <a:cubicBezTo>
                  <a:pt x="9" y="193"/>
                  <a:pt x="8" y="191"/>
                  <a:pt x="8" y="193"/>
                </a:cubicBezTo>
                <a:cubicBezTo>
                  <a:pt x="7" y="193"/>
                  <a:pt x="8" y="191"/>
                  <a:pt x="8" y="191"/>
                </a:cubicBezTo>
                <a:close/>
                <a:moveTo>
                  <a:pt x="10" y="192"/>
                </a:moveTo>
                <a:cubicBezTo>
                  <a:pt x="10" y="192"/>
                  <a:pt x="10" y="193"/>
                  <a:pt x="10" y="193"/>
                </a:cubicBezTo>
                <a:cubicBezTo>
                  <a:pt x="10" y="193"/>
                  <a:pt x="9" y="191"/>
                  <a:pt x="9" y="194"/>
                </a:cubicBezTo>
                <a:cubicBezTo>
                  <a:pt x="8" y="193"/>
                  <a:pt x="9" y="192"/>
                  <a:pt x="10" y="192"/>
                </a:cubicBezTo>
                <a:close/>
                <a:moveTo>
                  <a:pt x="9" y="194"/>
                </a:moveTo>
                <a:cubicBezTo>
                  <a:pt x="10" y="194"/>
                  <a:pt x="10" y="195"/>
                  <a:pt x="11" y="195"/>
                </a:cubicBezTo>
                <a:cubicBezTo>
                  <a:pt x="10" y="195"/>
                  <a:pt x="9" y="196"/>
                  <a:pt x="9" y="194"/>
                </a:cubicBezTo>
                <a:close/>
                <a:moveTo>
                  <a:pt x="12" y="219"/>
                </a:moveTo>
                <a:cubicBezTo>
                  <a:pt x="12" y="218"/>
                  <a:pt x="12" y="219"/>
                  <a:pt x="12" y="218"/>
                </a:cubicBezTo>
                <a:cubicBezTo>
                  <a:pt x="12" y="219"/>
                  <a:pt x="12" y="220"/>
                  <a:pt x="13" y="220"/>
                </a:cubicBezTo>
                <a:cubicBezTo>
                  <a:pt x="12" y="221"/>
                  <a:pt x="12" y="219"/>
                  <a:pt x="12" y="219"/>
                </a:cubicBezTo>
                <a:close/>
                <a:moveTo>
                  <a:pt x="13" y="222"/>
                </a:moveTo>
                <a:cubicBezTo>
                  <a:pt x="14" y="223"/>
                  <a:pt x="13" y="223"/>
                  <a:pt x="13" y="224"/>
                </a:cubicBezTo>
                <a:cubicBezTo>
                  <a:pt x="13" y="224"/>
                  <a:pt x="12" y="225"/>
                  <a:pt x="12" y="225"/>
                </a:cubicBezTo>
                <a:cubicBezTo>
                  <a:pt x="11" y="224"/>
                  <a:pt x="12" y="224"/>
                  <a:pt x="12" y="223"/>
                </a:cubicBezTo>
                <a:cubicBezTo>
                  <a:pt x="13" y="224"/>
                  <a:pt x="13" y="224"/>
                  <a:pt x="13" y="222"/>
                </a:cubicBezTo>
                <a:close/>
                <a:moveTo>
                  <a:pt x="14" y="229"/>
                </a:moveTo>
                <a:cubicBezTo>
                  <a:pt x="13" y="227"/>
                  <a:pt x="15" y="230"/>
                  <a:pt x="15" y="228"/>
                </a:cubicBezTo>
                <a:cubicBezTo>
                  <a:pt x="16" y="230"/>
                  <a:pt x="14" y="229"/>
                  <a:pt x="14" y="229"/>
                </a:cubicBezTo>
                <a:close/>
                <a:moveTo>
                  <a:pt x="12" y="230"/>
                </a:moveTo>
                <a:cubicBezTo>
                  <a:pt x="12" y="232"/>
                  <a:pt x="12" y="232"/>
                  <a:pt x="12" y="233"/>
                </a:cubicBezTo>
                <a:cubicBezTo>
                  <a:pt x="11" y="233"/>
                  <a:pt x="11" y="233"/>
                  <a:pt x="11" y="232"/>
                </a:cubicBezTo>
                <a:cubicBezTo>
                  <a:pt x="11" y="232"/>
                  <a:pt x="11" y="230"/>
                  <a:pt x="12" y="230"/>
                </a:cubicBezTo>
                <a:close/>
                <a:moveTo>
                  <a:pt x="14" y="230"/>
                </a:moveTo>
                <a:cubicBezTo>
                  <a:pt x="13" y="231"/>
                  <a:pt x="14" y="233"/>
                  <a:pt x="14" y="231"/>
                </a:cubicBezTo>
                <a:cubicBezTo>
                  <a:pt x="14" y="231"/>
                  <a:pt x="14" y="232"/>
                  <a:pt x="14" y="232"/>
                </a:cubicBezTo>
                <a:cubicBezTo>
                  <a:pt x="14" y="232"/>
                  <a:pt x="14" y="234"/>
                  <a:pt x="13" y="234"/>
                </a:cubicBezTo>
                <a:cubicBezTo>
                  <a:pt x="13" y="233"/>
                  <a:pt x="13" y="232"/>
                  <a:pt x="13" y="232"/>
                </a:cubicBezTo>
                <a:cubicBezTo>
                  <a:pt x="13" y="231"/>
                  <a:pt x="13" y="230"/>
                  <a:pt x="14" y="230"/>
                </a:cubicBezTo>
                <a:close/>
                <a:moveTo>
                  <a:pt x="12" y="233"/>
                </a:moveTo>
                <a:cubicBezTo>
                  <a:pt x="13" y="233"/>
                  <a:pt x="12" y="235"/>
                  <a:pt x="13" y="235"/>
                </a:cubicBezTo>
                <a:cubicBezTo>
                  <a:pt x="12" y="235"/>
                  <a:pt x="11" y="235"/>
                  <a:pt x="11" y="234"/>
                </a:cubicBezTo>
                <a:cubicBezTo>
                  <a:pt x="12" y="234"/>
                  <a:pt x="12" y="235"/>
                  <a:pt x="12" y="233"/>
                </a:cubicBezTo>
                <a:close/>
                <a:moveTo>
                  <a:pt x="16" y="234"/>
                </a:moveTo>
                <a:cubicBezTo>
                  <a:pt x="15" y="235"/>
                  <a:pt x="15" y="235"/>
                  <a:pt x="15" y="236"/>
                </a:cubicBezTo>
                <a:cubicBezTo>
                  <a:pt x="14" y="236"/>
                  <a:pt x="14" y="238"/>
                  <a:pt x="13" y="237"/>
                </a:cubicBezTo>
                <a:cubicBezTo>
                  <a:pt x="13" y="236"/>
                  <a:pt x="13" y="236"/>
                  <a:pt x="13" y="236"/>
                </a:cubicBezTo>
                <a:cubicBezTo>
                  <a:pt x="14" y="238"/>
                  <a:pt x="15" y="234"/>
                  <a:pt x="16" y="234"/>
                </a:cubicBezTo>
                <a:close/>
                <a:moveTo>
                  <a:pt x="15" y="241"/>
                </a:moveTo>
                <a:cubicBezTo>
                  <a:pt x="16" y="241"/>
                  <a:pt x="16" y="241"/>
                  <a:pt x="16" y="241"/>
                </a:cubicBezTo>
                <a:cubicBezTo>
                  <a:pt x="15" y="242"/>
                  <a:pt x="15" y="243"/>
                  <a:pt x="15" y="244"/>
                </a:cubicBezTo>
                <a:cubicBezTo>
                  <a:pt x="15" y="243"/>
                  <a:pt x="15" y="242"/>
                  <a:pt x="15" y="241"/>
                </a:cubicBezTo>
                <a:close/>
                <a:moveTo>
                  <a:pt x="55" y="250"/>
                </a:moveTo>
                <a:cubicBezTo>
                  <a:pt x="56" y="251"/>
                  <a:pt x="55" y="252"/>
                  <a:pt x="54" y="252"/>
                </a:cubicBezTo>
                <a:cubicBezTo>
                  <a:pt x="54" y="251"/>
                  <a:pt x="55" y="251"/>
                  <a:pt x="55" y="250"/>
                </a:cubicBezTo>
                <a:close/>
                <a:moveTo>
                  <a:pt x="53" y="261"/>
                </a:moveTo>
                <a:cubicBezTo>
                  <a:pt x="54" y="261"/>
                  <a:pt x="54" y="264"/>
                  <a:pt x="53" y="263"/>
                </a:cubicBezTo>
                <a:cubicBezTo>
                  <a:pt x="53" y="262"/>
                  <a:pt x="53" y="262"/>
                  <a:pt x="53" y="261"/>
                </a:cubicBezTo>
                <a:close/>
                <a:moveTo>
                  <a:pt x="18" y="276"/>
                </a:moveTo>
                <a:cubicBezTo>
                  <a:pt x="18" y="277"/>
                  <a:pt x="17" y="277"/>
                  <a:pt x="17" y="276"/>
                </a:cubicBezTo>
                <a:cubicBezTo>
                  <a:pt x="17" y="275"/>
                  <a:pt x="18" y="275"/>
                  <a:pt x="18" y="276"/>
                </a:cubicBezTo>
                <a:close/>
                <a:moveTo>
                  <a:pt x="49" y="276"/>
                </a:moveTo>
                <a:cubicBezTo>
                  <a:pt x="49" y="277"/>
                  <a:pt x="49" y="279"/>
                  <a:pt x="49" y="279"/>
                </a:cubicBezTo>
                <a:cubicBezTo>
                  <a:pt x="49" y="278"/>
                  <a:pt x="49" y="277"/>
                  <a:pt x="49" y="276"/>
                </a:cubicBezTo>
                <a:close/>
                <a:moveTo>
                  <a:pt x="51" y="277"/>
                </a:moveTo>
                <a:cubicBezTo>
                  <a:pt x="52" y="277"/>
                  <a:pt x="52" y="277"/>
                  <a:pt x="52" y="278"/>
                </a:cubicBezTo>
                <a:cubicBezTo>
                  <a:pt x="52" y="279"/>
                  <a:pt x="52" y="280"/>
                  <a:pt x="52" y="281"/>
                </a:cubicBezTo>
                <a:cubicBezTo>
                  <a:pt x="52" y="280"/>
                  <a:pt x="51" y="279"/>
                  <a:pt x="51" y="281"/>
                </a:cubicBezTo>
                <a:cubicBezTo>
                  <a:pt x="50" y="281"/>
                  <a:pt x="52" y="279"/>
                  <a:pt x="51" y="277"/>
                </a:cubicBezTo>
                <a:close/>
                <a:moveTo>
                  <a:pt x="18" y="279"/>
                </a:moveTo>
                <a:cubicBezTo>
                  <a:pt x="18" y="279"/>
                  <a:pt x="17" y="279"/>
                  <a:pt x="17" y="278"/>
                </a:cubicBezTo>
                <a:cubicBezTo>
                  <a:pt x="18" y="278"/>
                  <a:pt x="18" y="278"/>
                  <a:pt x="18" y="278"/>
                </a:cubicBezTo>
                <a:cubicBezTo>
                  <a:pt x="19" y="280"/>
                  <a:pt x="18" y="279"/>
                  <a:pt x="18" y="280"/>
                </a:cubicBezTo>
                <a:cubicBezTo>
                  <a:pt x="18" y="280"/>
                  <a:pt x="18" y="279"/>
                  <a:pt x="18" y="279"/>
                </a:cubicBezTo>
                <a:close/>
                <a:moveTo>
                  <a:pt x="33" y="282"/>
                </a:moveTo>
                <a:cubicBezTo>
                  <a:pt x="34" y="282"/>
                  <a:pt x="33" y="284"/>
                  <a:pt x="34" y="284"/>
                </a:cubicBezTo>
                <a:cubicBezTo>
                  <a:pt x="33" y="286"/>
                  <a:pt x="33" y="283"/>
                  <a:pt x="33" y="282"/>
                </a:cubicBezTo>
                <a:close/>
                <a:moveTo>
                  <a:pt x="49" y="282"/>
                </a:moveTo>
                <a:cubicBezTo>
                  <a:pt x="50" y="282"/>
                  <a:pt x="50" y="285"/>
                  <a:pt x="49" y="284"/>
                </a:cubicBezTo>
                <a:lnTo>
                  <a:pt x="49" y="282"/>
                </a:lnTo>
                <a:close/>
                <a:moveTo>
                  <a:pt x="45" y="283"/>
                </a:moveTo>
                <a:cubicBezTo>
                  <a:pt x="45" y="283"/>
                  <a:pt x="45" y="283"/>
                  <a:pt x="46" y="283"/>
                </a:cubicBezTo>
                <a:cubicBezTo>
                  <a:pt x="45" y="284"/>
                  <a:pt x="46" y="287"/>
                  <a:pt x="45" y="287"/>
                </a:cubicBezTo>
                <a:cubicBezTo>
                  <a:pt x="45" y="286"/>
                  <a:pt x="45" y="285"/>
                  <a:pt x="45" y="283"/>
                </a:cubicBezTo>
                <a:close/>
                <a:moveTo>
                  <a:pt x="17" y="284"/>
                </a:moveTo>
                <a:cubicBezTo>
                  <a:pt x="17" y="284"/>
                  <a:pt x="17" y="285"/>
                  <a:pt x="17" y="285"/>
                </a:cubicBezTo>
                <a:cubicBezTo>
                  <a:pt x="18" y="286"/>
                  <a:pt x="18" y="285"/>
                  <a:pt x="18" y="287"/>
                </a:cubicBezTo>
                <a:cubicBezTo>
                  <a:pt x="18" y="287"/>
                  <a:pt x="17" y="286"/>
                  <a:pt x="17" y="284"/>
                </a:cubicBezTo>
                <a:close/>
                <a:moveTo>
                  <a:pt x="52" y="284"/>
                </a:moveTo>
                <a:cubicBezTo>
                  <a:pt x="52" y="285"/>
                  <a:pt x="52" y="285"/>
                  <a:pt x="52" y="286"/>
                </a:cubicBezTo>
                <a:cubicBezTo>
                  <a:pt x="51" y="286"/>
                  <a:pt x="51" y="285"/>
                  <a:pt x="51" y="285"/>
                </a:cubicBezTo>
                <a:cubicBezTo>
                  <a:pt x="51" y="284"/>
                  <a:pt x="52" y="284"/>
                  <a:pt x="52" y="284"/>
                </a:cubicBezTo>
                <a:close/>
                <a:moveTo>
                  <a:pt x="40" y="286"/>
                </a:moveTo>
                <a:cubicBezTo>
                  <a:pt x="40" y="285"/>
                  <a:pt x="40" y="286"/>
                  <a:pt x="41" y="285"/>
                </a:cubicBezTo>
                <a:cubicBezTo>
                  <a:pt x="41" y="286"/>
                  <a:pt x="41" y="288"/>
                  <a:pt x="41" y="288"/>
                </a:cubicBezTo>
                <a:cubicBezTo>
                  <a:pt x="40" y="288"/>
                  <a:pt x="41" y="287"/>
                  <a:pt x="40" y="286"/>
                </a:cubicBezTo>
                <a:close/>
                <a:moveTo>
                  <a:pt x="46" y="286"/>
                </a:moveTo>
                <a:cubicBezTo>
                  <a:pt x="47" y="286"/>
                  <a:pt x="47" y="286"/>
                  <a:pt x="47" y="286"/>
                </a:cubicBezTo>
                <a:cubicBezTo>
                  <a:pt x="47" y="286"/>
                  <a:pt x="47" y="286"/>
                  <a:pt x="47" y="286"/>
                </a:cubicBezTo>
                <a:cubicBezTo>
                  <a:pt x="47" y="287"/>
                  <a:pt x="47" y="287"/>
                  <a:pt x="47" y="288"/>
                </a:cubicBezTo>
                <a:cubicBezTo>
                  <a:pt x="46" y="288"/>
                  <a:pt x="47" y="288"/>
                  <a:pt x="46" y="286"/>
                </a:cubicBezTo>
                <a:close/>
                <a:moveTo>
                  <a:pt x="48" y="286"/>
                </a:moveTo>
                <a:cubicBezTo>
                  <a:pt x="49" y="286"/>
                  <a:pt x="49" y="286"/>
                  <a:pt x="49" y="286"/>
                </a:cubicBezTo>
                <a:cubicBezTo>
                  <a:pt x="49" y="287"/>
                  <a:pt x="48" y="287"/>
                  <a:pt x="48" y="287"/>
                </a:cubicBezTo>
                <a:cubicBezTo>
                  <a:pt x="48" y="288"/>
                  <a:pt x="48" y="288"/>
                  <a:pt x="49" y="288"/>
                </a:cubicBezTo>
                <a:cubicBezTo>
                  <a:pt x="48" y="289"/>
                  <a:pt x="48" y="288"/>
                  <a:pt x="48" y="286"/>
                </a:cubicBezTo>
                <a:close/>
                <a:moveTo>
                  <a:pt x="51" y="286"/>
                </a:moveTo>
                <a:cubicBezTo>
                  <a:pt x="51" y="287"/>
                  <a:pt x="52" y="287"/>
                  <a:pt x="52" y="289"/>
                </a:cubicBezTo>
                <a:cubicBezTo>
                  <a:pt x="51" y="289"/>
                  <a:pt x="51" y="287"/>
                  <a:pt x="51" y="288"/>
                </a:cubicBezTo>
                <a:cubicBezTo>
                  <a:pt x="51" y="288"/>
                  <a:pt x="51" y="287"/>
                  <a:pt x="51" y="286"/>
                </a:cubicBezTo>
                <a:close/>
                <a:moveTo>
                  <a:pt x="53" y="287"/>
                </a:moveTo>
                <a:cubicBezTo>
                  <a:pt x="54" y="288"/>
                  <a:pt x="53" y="288"/>
                  <a:pt x="53" y="290"/>
                </a:cubicBezTo>
                <a:cubicBezTo>
                  <a:pt x="53" y="289"/>
                  <a:pt x="52" y="289"/>
                  <a:pt x="52" y="288"/>
                </a:cubicBezTo>
                <a:cubicBezTo>
                  <a:pt x="53" y="288"/>
                  <a:pt x="53" y="288"/>
                  <a:pt x="53" y="287"/>
                </a:cubicBezTo>
                <a:close/>
                <a:moveTo>
                  <a:pt x="36" y="290"/>
                </a:moveTo>
                <a:cubicBezTo>
                  <a:pt x="36" y="290"/>
                  <a:pt x="35" y="290"/>
                  <a:pt x="35" y="289"/>
                </a:cubicBezTo>
                <a:cubicBezTo>
                  <a:pt x="36" y="288"/>
                  <a:pt x="36" y="288"/>
                  <a:pt x="36" y="290"/>
                </a:cubicBezTo>
                <a:close/>
                <a:moveTo>
                  <a:pt x="42" y="290"/>
                </a:moveTo>
                <a:cubicBezTo>
                  <a:pt x="43" y="289"/>
                  <a:pt x="43" y="291"/>
                  <a:pt x="43" y="292"/>
                </a:cubicBezTo>
                <a:cubicBezTo>
                  <a:pt x="43" y="293"/>
                  <a:pt x="43" y="291"/>
                  <a:pt x="42" y="291"/>
                </a:cubicBezTo>
                <a:cubicBezTo>
                  <a:pt x="42" y="291"/>
                  <a:pt x="43" y="291"/>
                  <a:pt x="43" y="291"/>
                </a:cubicBezTo>
                <a:cubicBezTo>
                  <a:pt x="43" y="290"/>
                  <a:pt x="42" y="290"/>
                  <a:pt x="42" y="290"/>
                </a:cubicBezTo>
                <a:close/>
                <a:moveTo>
                  <a:pt x="46" y="290"/>
                </a:moveTo>
                <a:cubicBezTo>
                  <a:pt x="47" y="290"/>
                  <a:pt x="47" y="292"/>
                  <a:pt x="47" y="292"/>
                </a:cubicBezTo>
                <a:cubicBezTo>
                  <a:pt x="47" y="293"/>
                  <a:pt x="46" y="291"/>
                  <a:pt x="46" y="290"/>
                </a:cubicBezTo>
                <a:close/>
                <a:moveTo>
                  <a:pt x="35" y="291"/>
                </a:moveTo>
                <a:cubicBezTo>
                  <a:pt x="35" y="292"/>
                  <a:pt x="36" y="292"/>
                  <a:pt x="36" y="292"/>
                </a:cubicBezTo>
                <a:cubicBezTo>
                  <a:pt x="36" y="294"/>
                  <a:pt x="35" y="293"/>
                  <a:pt x="35" y="291"/>
                </a:cubicBezTo>
                <a:close/>
                <a:moveTo>
                  <a:pt x="44" y="293"/>
                </a:moveTo>
                <a:cubicBezTo>
                  <a:pt x="45" y="294"/>
                  <a:pt x="45" y="292"/>
                  <a:pt x="46" y="293"/>
                </a:cubicBezTo>
                <a:cubicBezTo>
                  <a:pt x="45" y="294"/>
                  <a:pt x="44" y="295"/>
                  <a:pt x="44" y="294"/>
                </a:cubicBezTo>
                <a:cubicBezTo>
                  <a:pt x="44" y="294"/>
                  <a:pt x="44" y="293"/>
                  <a:pt x="44" y="293"/>
                </a:cubicBezTo>
                <a:close/>
                <a:moveTo>
                  <a:pt x="50" y="293"/>
                </a:moveTo>
                <a:cubicBezTo>
                  <a:pt x="50" y="292"/>
                  <a:pt x="49" y="295"/>
                  <a:pt x="50" y="295"/>
                </a:cubicBezTo>
                <a:cubicBezTo>
                  <a:pt x="50" y="295"/>
                  <a:pt x="51" y="294"/>
                  <a:pt x="51" y="294"/>
                </a:cubicBezTo>
                <a:cubicBezTo>
                  <a:pt x="51" y="296"/>
                  <a:pt x="52" y="296"/>
                  <a:pt x="52" y="295"/>
                </a:cubicBezTo>
                <a:cubicBezTo>
                  <a:pt x="52" y="296"/>
                  <a:pt x="52" y="296"/>
                  <a:pt x="52" y="297"/>
                </a:cubicBezTo>
                <a:cubicBezTo>
                  <a:pt x="52" y="296"/>
                  <a:pt x="51" y="296"/>
                  <a:pt x="51" y="296"/>
                </a:cubicBezTo>
                <a:cubicBezTo>
                  <a:pt x="51" y="295"/>
                  <a:pt x="51" y="295"/>
                  <a:pt x="51" y="295"/>
                </a:cubicBezTo>
                <a:cubicBezTo>
                  <a:pt x="51" y="295"/>
                  <a:pt x="50" y="296"/>
                  <a:pt x="49" y="295"/>
                </a:cubicBezTo>
                <a:cubicBezTo>
                  <a:pt x="49" y="295"/>
                  <a:pt x="50" y="294"/>
                  <a:pt x="49" y="294"/>
                </a:cubicBezTo>
                <a:cubicBezTo>
                  <a:pt x="49" y="294"/>
                  <a:pt x="50" y="294"/>
                  <a:pt x="50" y="293"/>
                </a:cubicBezTo>
                <a:close/>
                <a:moveTo>
                  <a:pt x="43" y="295"/>
                </a:moveTo>
                <a:cubicBezTo>
                  <a:pt x="44" y="295"/>
                  <a:pt x="44" y="299"/>
                  <a:pt x="44" y="301"/>
                </a:cubicBezTo>
                <a:cubicBezTo>
                  <a:pt x="43" y="301"/>
                  <a:pt x="44" y="299"/>
                  <a:pt x="43" y="298"/>
                </a:cubicBezTo>
                <a:cubicBezTo>
                  <a:pt x="43" y="297"/>
                  <a:pt x="43" y="297"/>
                  <a:pt x="43" y="295"/>
                </a:cubicBezTo>
                <a:close/>
                <a:moveTo>
                  <a:pt x="48" y="295"/>
                </a:moveTo>
                <a:cubicBezTo>
                  <a:pt x="49" y="296"/>
                  <a:pt x="50" y="297"/>
                  <a:pt x="50" y="299"/>
                </a:cubicBezTo>
                <a:cubicBezTo>
                  <a:pt x="49" y="297"/>
                  <a:pt x="49" y="298"/>
                  <a:pt x="48" y="295"/>
                </a:cubicBezTo>
                <a:close/>
                <a:moveTo>
                  <a:pt x="41" y="296"/>
                </a:moveTo>
                <a:cubicBezTo>
                  <a:pt x="42" y="296"/>
                  <a:pt x="42" y="297"/>
                  <a:pt x="43" y="298"/>
                </a:cubicBezTo>
                <a:cubicBezTo>
                  <a:pt x="42" y="299"/>
                  <a:pt x="42" y="297"/>
                  <a:pt x="41" y="296"/>
                </a:cubicBezTo>
                <a:close/>
                <a:moveTo>
                  <a:pt x="53" y="296"/>
                </a:moveTo>
                <a:cubicBezTo>
                  <a:pt x="53" y="296"/>
                  <a:pt x="53" y="298"/>
                  <a:pt x="53" y="299"/>
                </a:cubicBezTo>
                <a:cubicBezTo>
                  <a:pt x="52" y="298"/>
                  <a:pt x="53" y="296"/>
                  <a:pt x="53" y="296"/>
                </a:cubicBezTo>
                <a:close/>
                <a:moveTo>
                  <a:pt x="20" y="296"/>
                </a:moveTo>
                <a:cubicBezTo>
                  <a:pt x="20" y="297"/>
                  <a:pt x="20" y="297"/>
                  <a:pt x="20" y="298"/>
                </a:cubicBezTo>
                <a:cubicBezTo>
                  <a:pt x="19" y="299"/>
                  <a:pt x="20" y="298"/>
                  <a:pt x="19" y="298"/>
                </a:cubicBezTo>
                <a:cubicBezTo>
                  <a:pt x="19" y="300"/>
                  <a:pt x="19" y="299"/>
                  <a:pt x="20" y="301"/>
                </a:cubicBezTo>
                <a:cubicBezTo>
                  <a:pt x="19" y="301"/>
                  <a:pt x="19" y="300"/>
                  <a:pt x="19" y="300"/>
                </a:cubicBezTo>
                <a:cubicBezTo>
                  <a:pt x="19" y="297"/>
                  <a:pt x="19" y="297"/>
                  <a:pt x="19" y="297"/>
                </a:cubicBezTo>
                <a:cubicBezTo>
                  <a:pt x="19" y="298"/>
                  <a:pt x="19" y="296"/>
                  <a:pt x="20" y="296"/>
                </a:cubicBezTo>
                <a:close/>
                <a:moveTo>
                  <a:pt x="44" y="296"/>
                </a:moveTo>
                <a:cubicBezTo>
                  <a:pt x="45" y="297"/>
                  <a:pt x="45" y="296"/>
                  <a:pt x="46" y="296"/>
                </a:cubicBezTo>
                <a:cubicBezTo>
                  <a:pt x="45" y="297"/>
                  <a:pt x="44" y="299"/>
                  <a:pt x="44" y="296"/>
                </a:cubicBezTo>
                <a:close/>
                <a:moveTo>
                  <a:pt x="37" y="298"/>
                </a:moveTo>
                <a:cubicBezTo>
                  <a:pt x="37" y="298"/>
                  <a:pt x="37" y="299"/>
                  <a:pt x="37" y="301"/>
                </a:cubicBezTo>
                <a:cubicBezTo>
                  <a:pt x="37" y="300"/>
                  <a:pt x="37" y="300"/>
                  <a:pt x="37" y="300"/>
                </a:cubicBezTo>
                <a:cubicBezTo>
                  <a:pt x="36" y="299"/>
                  <a:pt x="37" y="299"/>
                  <a:pt x="37" y="298"/>
                </a:cubicBezTo>
                <a:close/>
                <a:moveTo>
                  <a:pt x="34" y="298"/>
                </a:moveTo>
                <a:cubicBezTo>
                  <a:pt x="34" y="297"/>
                  <a:pt x="35" y="299"/>
                  <a:pt x="35" y="300"/>
                </a:cubicBezTo>
                <a:cubicBezTo>
                  <a:pt x="34" y="300"/>
                  <a:pt x="35" y="302"/>
                  <a:pt x="35" y="303"/>
                </a:cubicBezTo>
                <a:cubicBezTo>
                  <a:pt x="34" y="302"/>
                  <a:pt x="35" y="299"/>
                  <a:pt x="34" y="298"/>
                </a:cubicBezTo>
                <a:close/>
                <a:moveTo>
                  <a:pt x="48" y="301"/>
                </a:moveTo>
                <a:cubicBezTo>
                  <a:pt x="48" y="301"/>
                  <a:pt x="48" y="302"/>
                  <a:pt x="47" y="302"/>
                </a:cubicBezTo>
                <a:cubicBezTo>
                  <a:pt x="47" y="300"/>
                  <a:pt x="47" y="301"/>
                  <a:pt x="46" y="301"/>
                </a:cubicBezTo>
                <a:cubicBezTo>
                  <a:pt x="47" y="300"/>
                  <a:pt x="46" y="300"/>
                  <a:pt x="46" y="300"/>
                </a:cubicBezTo>
                <a:cubicBezTo>
                  <a:pt x="46" y="299"/>
                  <a:pt x="46" y="298"/>
                  <a:pt x="46" y="298"/>
                </a:cubicBezTo>
                <a:cubicBezTo>
                  <a:pt x="46" y="300"/>
                  <a:pt x="48" y="300"/>
                  <a:pt x="48" y="301"/>
                </a:cubicBezTo>
                <a:cubicBezTo>
                  <a:pt x="48" y="301"/>
                  <a:pt x="48" y="301"/>
                  <a:pt x="48" y="301"/>
                </a:cubicBezTo>
                <a:close/>
                <a:moveTo>
                  <a:pt x="33" y="299"/>
                </a:moveTo>
                <a:cubicBezTo>
                  <a:pt x="33" y="299"/>
                  <a:pt x="33" y="300"/>
                  <a:pt x="34" y="300"/>
                </a:cubicBezTo>
                <a:cubicBezTo>
                  <a:pt x="34" y="301"/>
                  <a:pt x="33" y="300"/>
                  <a:pt x="33" y="301"/>
                </a:cubicBezTo>
                <a:cubicBezTo>
                  <a:pt x="33" y="300"/>
                  <a:pt x="33" y="299"/>
                  <a:pt x="33" y="299"/>
                </a:cubicBezTo>
                <a:close/>
                <a:moveTo>
                  <a:pt x="37" y="302"/>
                </a:moveTo>
                <a:cubicBezTo>
                  <a:pt x="37" y="302"/>
                  <a:pt x="38" y="302"/>
                  <a:pt x="38" y="302"/>
                </a:cubicBezTo>
                <a:cubicBezTo>
                  <a:pt x="38" y="303"/>
                  <a:pt x="36" y="302"/>
                  <a:pt x="37" y="304"/>
                </a:cubicBezTo>
                <a:cubicBezTo>
                  <a:pt x="36" y="304"/>
                  <a:pt x="37" y="303"/>
                  <a:pt x="37" y="302"/>
                </a:cubicBezTo>
                <a:close/>
                <a:moveTo>
                  <a:pt x="49" y="305"/>
                </a:moveTo>
                <a:cubicBezTo>
                  <a:pt x="49" y="304"/>
                  <a:pt x="50" y="303"/>
                  <a:pt x="49" y="304"/>
                </a:cubicBezTo>
                <a:cubicBezTo>
                  <a:pt x="49" y="303"/>
                  <a:pt x="49" y="303"/>
                  <a:pt x="50" y="303"/>
                </a:cubicBezTo>
                <a:cubicBezTo>
                  <a:pt x="50" y="303"/>
                  <a:pt x="50" y="302"/>
                  <a:pt x="50" y="302"/>
                </a:cubicBezTo>
                <a:cubicBezTo>
                  <a:pt x="51" y="302"/>
                  <a:pt x="49" y="306"/>
                  <a:pt x="50" y="306"/>
                </a:cubicBezTo>
                <a:cubicBezTo>
                  <a:pt x="50" y="306"/>
                  <a:pt x="50" y="307"/>
                  <a:pt x="50" y="307"/>
                </a:cubicBezTo>
                <a:cubicBezTo>
                  <a:pt x="50" y="307"/>
                  <a:pt x="50" y="307"/>
                  <a:pt x="50" y="306"/>
                </a:cubicBezTo>
                <a:cubicBezTo>
                  <a:pt x="50" y="305"/>
                  <a:pt x="49" y="305"/>
                  <a:pt x="49" y="305"/>
                </a:cubicBezTo>
                <a:close/>
                <a:moveTo>
                  <a:pt x="34" y="305"/>
                </a:moveTo>
                <a:cubicBezTo>
                  <a:pt x="34" y="304"/>
                  <a:pt x="35" y="304"/>
                  <a:pt x="36" y="303"/>
                </a:cubicBezTo>
                <a:cubicBezTo>
                  <a:pt x="36" y="304"/>
                  <a:pt x="36" y="306"/>
                  <a:pt x="35" y="306"/>
                </a:cubicBezTo>
                <a:cubicBezTo>
                  <a:pt x="35" y="304"/>
                  <a:pt x="35" y="305"/>
                  <a:pt x="34" y="305"/>
                </a:cubicBezTo>
                <a:close/>
                <a:moveTo>
                  <a:pt x="48" y="305"/>
                </a:moveTo>
                <a:cubicBezTo>
                  <a:pt x="48" y="304"/>
                  <a:pt x="48" y="305"/>
                  <a:pt x="48" y="305"/>
                </a:cubicBezTo>
                <a:cubicBezTo>
                  <a:pt x="48" y="309"/>
                  <a:pt x="48" y="308"/>
                  <a:pt x="48" y="305"/>
                </a:cubicBezTo>
                <a:close/>
                <a:moveTo>
                  <a:pt x="20" y="306"/>
                </a:moveTo>
                <a:cubicBezTo>
                  <a:pt x="20" y="306"/>
                  <a:pt x="20" y="307"/>
                  <a:pt x="20" y="308"/>
                </a:cubicBezTo>
                <a:cubicBezTo>
                  <a:pt x="19" y="308"/>
                  <a:pt x="19" y="307"/>
                  <a:pt x="19" y="306"/>
                </a:cubicBezTo>
                <a:cubicBezTo>
                  <a:pt x="19" y="306"/>
                  <a:pt x="19" y="306"/>
                  <a:pt x="20" y="306"/>
                </a:cubicBezTo>
                <a:close/>
                <a:moveTo>
                  <a:pt x="20" y="318"/>
                </a:moveTo>
                <a:cubicBezTo>
                  <a:pt x="20" y="318"/>
                  <a:pt x="20" y="317"/>
                  <a:pt x="21" y="318"/>
                </a:cubicBezTo>
                <a:cubicBezTo>
                  <a:pt x="21" y="318"/>
                  <a:pt x="20" y="319"/>
                  <a:pt x="21" y="320"/>
                </a:cubicBezTo>
                <a:cubicBezTo>
                  <a:pt x="20" y="321"/>
                  <a:pt x="20" y="321"/>
                  <a:pt x="19" y="321"/>
                </a:cubicBezTo>
                <a:cubicBezTo>
                  <a:pt x="19" y="319"/>
                  <a:pt x="20" y="321"/>
                  <a:pt x="20" y="319"/>
                </a:cubicBezTo>
                <a:cubicBezTo>
                  <a:pt x="20" y="318"/>
                  <a:pt x="20" y="320"/>
                  <a:pt x="19" y="319"/>
                </a:cubicBezTo>
                <a:cubicBezTo>
                  <a:pt x="19" y="317"/>
                  <a:pt x="19" y="316"/>
                  <a:pt x="19" y="313"/>
                </a:cubicBezTo>
                <a:cubicBezTo>
                  <a:pt x="20" y="313"/>
                  <a:pt x="19" y="313"/>
                  <a:pt x="20" y="313"/>
                </a:cubicBezTo>
                <a:cubicBezTo>
                  <a:pt x="20" y="312"/>
                  <a:pt x="19" y="313"/>
                  <a:pt x="19" y="311"/>
                </a:cubicBezTo>
                <a:cubicBezTo>
                  <a:pt x="20" y="312"/>
                  <a:pt x="20" y="309"/>
                  <a:pt x="19" y="310"/>
                </a:cubicBezTo>
                <a:cubicBezTo>
                  <a:pt x="19" y="309"/>
                  <a:pt x="19" y="309"/>
                  <a:pt x="19" y="308"/>
                </a:cubicBezTo>
                <a:cubicBezTo>
                  <a:pt x="20" y="308"/>
                  <a:pt x="20" y="308"/>
                  <a:pt x="20" y="309"/>
                </a:cubicBezTo>
                <a:cubicBezTo>
                  <a:pt x="21" y="310"/>
                  <a:pt x="20" y="310"/>
                  <a:pt x="20" y="311"/>
                </a:cubicBezTo>
                <a:cubicBezTo>
                  <a:pt x="20" y="312"/>
                  <a:pt x="21" y="312"/>
                  <a:pt x="21" y="312"/>
                </a:cubicBezTo>
                <a:cubicBezTo>
                  <a:pt x="21" y="313"/>
                  <a:pt x="20" y="313"/>
                  <a:pt x="20" y="313"/>
                </a:cubicBezTo>
                <a:cubicBezTo>
                  <a:pt x="20" y="313"/>
                  <a:pt x="21" y="313"/>
                  <a:pt x="21" y="315"/>
                </a:cubicBezTo>
                <a:cubicBezTo>
                  <a:pt x="20" y="315"/>
                  <a:pt x="20" y="313"/>
                  <a:pt x="20" y="314"/>
                </a:cubicBezTo>
                <a:cubicBezTo>
                  <a:pt x="20" y="316"/>
                  <a:pt x="21" y="316"/>
                  <a:pt x="20" y="318"/>
                </a:cubicBezTo>
                <a:close/>
                <a:moveTo>
                  <a:pt x="37" y="309"/>
                </a:moveTo>
                <a:cubicBezTo>
                  <a:pt x="38" y="310"/>
                  <a:pt x="37" y="312"/>
                  <a:pt x="38" y="313"/>
                </a:cubicBezTo>
                <a:cubicBezTo>
                  <a:pt x="37" y="314"/>
                  <a:pt x="37" y="313"/>
                  <a:pt x="38" y="315"/>
                </a:cubicBezTo>
                <a:cubicBezTo>
                  <a:pt x="37" y="315"/>
                  <a:pt x="37" y="315"/>
                  <a:pt x="37" y="315"/>
                </a:cubicBezTo>
                <a:cubicBezTo>
                  <a:pt x="37" y="314"/>
                  <a:pt x="37" y="311"/>
                  <a:pt x="37" y="309"/>
                </a:cubicBezTo>
                <a:close/>
                <a:moveTo>
                  <a:pt x="49" y="309"/>
                </a:moveTo>
                <a:cubicBezTo>
                  <a:pt x="49" y="310"/>
                  <a:pt x="50" y="310"/>
                  <a:pt x="50" y="310"/>
                </a:cubicBezTo>
                <a:cubicBezTo>
                  <a:pt x="50" y="311"/>
                  <a:pt x="49" y="311"/>
                  <a:pt x="50" y="312"/>
                </a:cubicBezTo>
                <a:cubicBezTo>
                  <a:pt x="50" y="312"/>
                  <a:pt x="49" y="312"/>
                  <a:pt x="49" y="312"/>
                </a:cubicBezTo>
                <a:cubicBezTo>
                  <a:pt x="49" y="312"/>
                  <a:pt x="49" y="310"/>
                  <a:pt x="49" y="311"/>
                </a:cubicBezTo>
                <a:cubicBezTo>
                  <a:pt x="48" y="311"/>
                  <a:pt x="49" y="310"/>
                  <a:pt x="49" y="309"/>
                </a:cubicBezTo>
                <a:close/>
                <a:moveTo>
                  <a:pt x="47" y="311"/>
                </a:moveTo>
                <a:cubicBezTo>
                  <a:pt x="48" y="310"/>
                  <a:pt x="48" y="312"/>
                  <a:pt x="48" y="313"/>
                </a:cubicBezTo>
                <a:cubicBezTo>
                  <a:pt x="47" y="313"/>
                  <a:pt x="47" y="313"/>
                  <a:pt x="47" y="313"/>
                </a:cubicBezTo>
                <a:cubicBezTo>
                  <a:pt x="47" y="312"/>
                  <a:pt x="48" y="311"/>
                  <a:pt x="47" y="311"/>
                </a:cubicBezTo>
                <a:close/>
                <a:moveTo>
                  <a:pt x="48" y="313"/>
                </a:moveTo>
                <a:cubicBezTo>
                  <a:pt x="49" y="313"/>
                  <a:pt x="49" y="315"/>
                  <a:pt x="49" y="314"/>
                </a:cubicBezTo>
                <a:cubicBezTo>
                  <a:pt x="49" y="315"/>
                  <a:pt x="49" y="317"/>
                  <a:pt x="48" y="317"/>
                </a:cubicBezTo>
                <a:cubicBezTo>
                  <a:pt x="48" y="316"/>
                  <a:pt x="48" y="315"/>
                  <a:pt x="48" y="313"/>
                </a:cubicBezTo>
                <a:close/>
                <a:moveTo>
                  <a:pt x="45" y="314"/>
                </a:moveTo>
                <a:cubicBezTo>
                  <a:pt x="45" y="314"/>
                  <a:pt x="46" y="314"/>
                  <a:pt x="46" y="315"/>
                </a:cubicBezTo>
                <a:cubicBezTo>
                  <a:pt x="46" y="316"/>
                  <a:pt x="45" y="314"/>
                  <a:pt x="45" y="315"/>
                </a:cubicBezTo>
                <a:lnTo>
                  <a:pt x="45" y="314"/>
                </a:lnTo>
                <a:close/>
                <a:moveTo>
                  <a:pt x="53" y="316"/>
                </a:moveTo>
                <a:cubicBezTo>
                  <a:pt x="54" y="318"/>
                  <a:pt x="53" y="321"/>
                  <a:pt x="54" y="322"/>
                </a:cubicBezTo>
                <a:cubicBezTo>
                  <a:pt x="54" y="323"/>
                  <a:pt x="53" y="323"/>
                  <a:pt x="53" y="322"/>
                </a:cubicBezTo>
                <a:cubicBezTo>
                  <a:pt x="53" y="322"/>
                  <a:pt x="53" y="323"/>
                  <a:pt x="53" y="323"/>
                </a:cubicBezTo>
                <a:cubicBezTo>
                  <a:pt x="52" y="324"/>
                  <a:pt x="52" y="320"/>
                  <a:pt x="51" y="322"/>
                </a:cubicBezTo>
                <a:cubicBezTo>
                  <a:pt x="51" y="320"/>
                  <a:pt x="52" y="322"/>
                  <a:pt x="53" y="321"/>
                </a:cubicBezTo>
                <a:cubicBezTo>
                  <a:pt x="53" y="321"/>
                  <a:pt x="53" y="321"/>
                  <a:pt x="53" y="321"/>
                </a:cubicBezTo>
                <a:cubicBezTo>
                  <a:pt x="52" y="319"/>
                  <a:pt x="53" y="317"/>
                  <a:pt x="53" y="316"/>
                </a:cubicBezTo>
                <a:close/>
                <a:moveTo>
                  <a:pt x="40" y="317"/>
                </a:moveTo>
                <a:cubicBezTo>
                  <a:pt x="40" y="317"/>
                  <a:pt x="40" y="317"/>
                  <a:pt x="40" y="319"/>
                </a:cubicBezTo>
                <a:cubicBezTo>
                  <a:pt x="40" y="319"/>
                  <a:pt x="39" y="318"/>
                  <a:pt x="40" y="317"/>
                </a:cubicBezTo>
                <a:close/>
                <a:moveTo>
                  <a:pt x="45" y="320"/>
                </a:moveTo>
                <a:cubicBezTo>
                  <a:pt x="45" y="321"/>
                  <a:pt x="44" y="322"/>
                  <a:pt x="44" y="320"/>
                </a:cubicBezTo>
                <a:cubicBezTo>
                  <a:pt x="45" y="321"/>
                  <a:pt x="45" y="320"/>
                  <a:pt x="45" y="320"/>
                </a:cubicBezTo>
                <a:close/>
                <a:moveTo>
                  <a:pt x="40" y="320"/>
                </a:moveTo>
                <a:cubicBezTo>
                  <a:pt x="40" y="320"/>
                  <a:pt x="41" y="321"/>
                  <a:pt x="41" y="321"/>
                </a:cubicBezTo>
                <a:cubicBezTo>
                  <a:pt x="41" y="322"/>
                  <a:pt x="40" y="322"/>
                  <a:pt x="40" y="320"/>
                </a:cubicBezTo>
                <a:close/>
                <a:moveTo>
                  <a:pt x="47" y="325"/>
                </a:moveTo>
                <a:cubicBezTo>
                  <a:pt x="47" y="324"/>
                  <a:pt x="47" y="322"/>
                  <a:pt x="47" y="320"/>
                </a:cubicBezTo>
                <a:cubicBezTo>
                  <a:pt x="48" y="321"/>
                  <a:pt x="47" y="323"/>
                  <a:pt x="47" y="326"/>
                </a:cubicBezTo>
                <a:cubicBezTo>
                  <a:pt x="47" y="326"/>
                  <a:pt x="46" y="323"/>
                  <a:pt x="46" y="326"/>
                </a:cubicBezTo>
                <a:cubicBezTo>
                  <a:pt x="46" y="325"/>
                  <a:pt x="46" y="325"/>
                  <a:pt x="46" y="325"/>
                </a:cubicBezTo>
                <a:cubicBezTo>
                  <a:pt x="46" y="325"/>
                  <a:pt x="46" y="324"/>
                  <a:pt x="46" y="324"/>
                </a:cubicBezTo>
                <a:cubicBezTo>
                  <a:pt x="46" y="324"/>
                  <a:pt x="46" y="324"/>
                  <a:pt x="46" y="324"/>
                </a:cubicBezTo>
                <a:cubicBezTo>
                  <a:pt x="46" y="325"/>
                  <a:pt x="47" y="325"/>
                  <a:pt x="47" y="325"/>
                </a:cubicBezTo>
                <a:close/>
                <a:moveTo>
                  <a:pt x="46" y="327"/>
                </a:moveTo>
                <a:cubicBezTo>
                  <a:pt x="46" y="326"/>
                  <a:pt x="45" y="326"/>
                  <a:pt x="45" y="325"/>
                </a:cubicBezTo>
                <a:cubicBezTo>
                  <a:pt x="46" y="325"/>
                  <a:pt x="46" y="325"/>
                  <a:pt x="46" y="327"/>
                </a:cubicBezTo>
                <a:close/>
                <a:moveTo>
                  <a:pt x="19" y="323"/>
                </a:moveTo>
                <a:cubicBezTo>
                  <a:pt x="20" y="323"/>
                  <a:pt x="20" y="323"/>
                  <a:pt x="20" y="323"/>
                </a:cubicBezTo>
                <a:cubicBezTo>
                  <a:pt x="20" y="323"/>
                  <a:pt x="20" y="323"/>
                  <a:pt x="20" y="323"/>
                </a:cubicBezTo>
                <a:cubicBezTo>
                  <a:pt x="20" y="324"/>
                  <a:pt x="20" y="324"/>
                  <a:pt x="21" y="324"/>
                </a:cubicBezTo>
                <a:cubicBezTo>
                  <a:pt x="20" y="325"/>
                  <a:pt x="20" y="328"/>
                  <a:pt x="19" y="328"/>
                </a:cubicBezTo>
                <a:cubicBezTo>
                  <a:pt x="19" y="327"/>
                  <a:pt x="20" y="327"/>
                  <a:pt x="20" y="326"/>
                </a:cubicBezTo>
                <a:cubicBezTo>
                  <a:pt x="19" y="327"/>
                  <a:pt x="18" y="326"/>
                  <a:pt x="18" y="329"/>
                </a:cubicBezTo>
                <a:cubicBezTo>
                  <a:pt x="17" y="328"/>
                  <a:pt x="18" y="326"/>
                  <a:pt x="18" y="325"/>
                </a:cubicBezTo>
                <a:cubicBezTo>
                  <a:pt x="18" y="326"/>
                  <a:pt x="18" y="326"/>
                  <a:pt x="19" y="326"/>
                </a:cubicBezTo>
                <a:cubicBezTo>
                  <a:pt x="19" y="325"/>
                  <a:pt x="20" y="324"/>
                  <a:pt x="19" y="323"/>
                </a:cubicBezTo>
                <a:close/>
                <a:moveTo>
                  <a:pt x="31" y="323"/>
                </a:moveTo>
                <a:cubicBezTo>
                  <a:pt x="31" y="323"/>
                  <a:pt x="30" y="324"/>
                  <a:pt x="31" y="325"/>
                </a:cubicBezTo>
                <a:cubicBezTo>
                  <a:pt x="30" y="325"/>
                  <a:pt x="30" y="325"/>
                  <a:pt x="30" y="325"/>
                </a:cubicBezTo>
                <a:cubicBezTo>
                  <a:pt x="30" y="326"/>
                  <a:pt x="31" y="325"/>
                  <a:pt x="31" y="326"/>
                </a:cubicBezTo>
                <a:cubicBezTo>
                  <a:pt x="31" y="326"/>
                  <a:pt x="30" y="327"/>
                  <a:pt x="30" y="326"/>
                </a:cubicBezTo>
                <a:cubicBezTo>
                  <a:pt x="30" y="326"/>
                  <a:pt x="30" y="325"/>
                  <a:pt x="30" y="323"/>
                </a:cubicBezTo>
                <a:cubicBezTo>
                  <a:pt x="30" y="323"/>
                  <a:pt x="31" y="323"/>
                  <a:pt x="31" y="323"/>
                </a:cubicBezTo>
                <a:close/>
                <a:moveTo>
                  <a:pt x="37" y="323"/>
                </a:moveTo>
                <a:cubicBezTo>
                  <a:pt x="37" y="324"/>
                  <a:pt x="38" y="324"/>
                  <a:pt x="38" y="325"/>
                </a:cubicBezTo>
                <a:cubicBezTo>
                  <a:pt x="37" y="325"/>
                  <a:pt x="37" y="324"/>
                  <a:pt x="37" y="325"/>
                </a:cubicBezTo>
                <a:cubicBezTo>
                  <a:pt x="36" y="325"/>
                  <a:pt x="37" y="324"/>
                  <a:pt x="37" y="323"/>
                </a:cubicBezTo>
                <a:close/>
                <a:moveTo>
                  <a:pt x="32" y="326"/>
                </a:moveTo>
                <a:cubicBezTo>
                  <a:pt x="32" y="325"/>
                  <a:pt x="32" y="327"/>
                  <a:pt x="33" y="326"/>
                </a:cubicBezTo>
                <a:cubicBezTo>
                  <a:pt x="32" y="328"/>
                  <a:pt x="32" y="327"/>
                  <a:pt x="31" y="327"/>
                </a:cubicBezTo>
                <a:cubicBezTo>
                  <a:pt x="31" y="326"/>
                  <a:pt x="32" y="326"/>
                  <a:pt x="32" y="326"/>
                </a:cubicBezTo>
                <a:close/>
                <a:moveTo>
                  <a:pt x="31" y="326"/>
                </a:moveTo>
                <a:cubicBezTo>
                  <a:pt x="31" y="327"/>
                  <a:pt x="31" y="327"/>
                  <a:pt x="31" y="328"/>
                </a:cubicBezTo>
                <a:cubicBezTo>
                  <a:pt x="30" y="328"/>
                  <a:pt x="30" y="328"/>
                  <a:pt x="30" y="328"/>
                </a:cubicBezTo>
                <a:cubicBezTo>
                  <a:pt x="30" y="327"/>
                  <a:pt x="31" y="327"/>
                  <a:pt x="31" y="326"/>
                </a:cubicBezTo>
                <a:close/>
                <a:moveTo>
                  <a:pt x="38" y="328"/>
                </a:moveTo>
                <a:cubicBezTo>
                  <a:pt x="37" y="328"/>
                  <a:pt x="37" y="328"/>
                  <a:pt x="37" y="328"/>
                </a:cubicBezTo>
                <a:cubicBezTo>
                  <a:pt x="37" y="329"/>
                  <a:pt x="37" y="330"/>
                  <a:pt x="37" y="330"/>
                </a:cubicBezTo>
                <a:cubicBezTo>
                  <a:pt x="36" y="330"/>
                  <a:pt x="37" y="328"/>
                  <a:pt x="37" y="327"/>
                </a:cubicBezTo>
                <a:cubicBezTo>
                  <a:pt x="37" y="327"/>
                  <a:pt x="37" y="328"/>
                  <a:pt x="38" y="327"/>
                </a:cubicBezTo>
                <a:cubicBezTo>
                  <a:pt x="38" y="329"/>
                  <a:pt x="39" y="329"/>
                  <a:pt x="39" y="331"/>
                </a:cubicBezTo>
                <a:cubicBezTo>
                  <a:pt x="38" y="331"/>
                  <a:pt x="38" y="329"/>
                  <a:pt x="38" y="328"/>
                </a:cubicBezTo>
                <a:close/>
                <a:moveTo>
                  <a:pt x="42" y="329"/>
                </a:moveTo>
                <a:cubicBezTo>
                  <a:pt x="42" y="329"/>
                  <a:pt x="42" y="330"/>
                  <a:pt x="42" y="331"/>
                </a:cubicBezTo>
                <a:cubicBezTo>
                  <a:pt x="41" y="331"/>
                  <a:pt x="41" y="331"/>
                  <a:pt x="41" y="331"/>
                </a:cubicBezTo>
                <a:cubicBezTo>
                  <a:pt x="41" y="330"/>
                  <a:pt x="41" y="330"/>
                  <a:pt x="42" y="330"/>
                </a:cubicBezTo>
                <a:lnTo>
                  <a:pt x="42" y="329"/>
                </a:lnTo>
                <a:close/>
                <a:moveTo>
                  <a:pt x="42" y="334"/>
                </a:moveTo>
                <a:cubicBezTo>
                  <a:pt x="42" y="333"/>
                  <a:pt x="42" y="333"/>
                  <a:pt x="42" y="332"/>
                </a:cubicBezTo>
                <a:cubicBezTo>
                  <a:pt x="43" y="331"/>
                  <a:pt x="43" y="331"/>
                  <a:pt x="44" y="331"/>
                </a:cubicBezTo>
                <a:cubicBezTo>
                  <a:pt x="44" y="333"/>
                  <a:pt x="44" y="334"/>
                  <a:pt x="44" y="335"/>
                </a:cubicBezTo>
                <a:cubicBezTo>
                  <a:pt x="43" y="334"/>
                  <a:pt x="43" y="333"/>
                  <a:pt x="43" y="332"/>
                </a:cubicBezTo>
                <a:cubicBezTo>
                  <a:pt x="43" y="333"/>
                  <a:pt x="43" y="334"/>
                  <a:pt x="42" y="334"/>
                </a:cubicBezTo>
                <a:cubicBezTo>
                  <a:pt x="42" y="334"/>
                  <a:pt x="42" y="334"/>
                  <a:pt x="42" y="334"/>
                </a:cubicBezTo>
                <a:close/>
                <a:moveTo>
                  <a:pt x="41" y="332"/>
                </a:moveTo>
                <a:cubicBezTo>
                  <a:pt x="41" y="334"/>
                  <a:pt x="41" y="334"/>
                  <a:pt x="41" y="335"/>
                </a:cubicBezTo>
                <a:cubicBezTo>
                  <a:pt x="40" y="332"/>
                  <a:pt x="40" y="332"/>
                  <a:pt x="40" y="332"/>
                </a:cubicBezTo>
                <a:cubicBezTo>
                  <a:pt x="41" y="331"/>
                  <a:pt x="41" y="333"/>
                  <a:pt x="41" y="332"/>
                </a:cubicBezTo>
                <a:close/>
                <a:moveTo>
                  <a:pt x="24" y="335"/>
                </a:moveTo>
                <a:cubicBezTo>
                  <a:pt x="24" y="336"/>
                  <a:pt x="24" y="335"/>
                  <a:pt x="24" y="336"/>
                </a:cubicBezTo>
                <a:cubicBezTo>
                  <a:pt x="24" y="337"/>
                  <a:pt x="25" y="335"/>
                  <a:pt x="25" y="338"/>
                </a:cubicBezTo>
                <a:cubicBezTo>
                  <a:pt x="24" y="337"/>
                  <a:pt x="24" y="338"/>
                  <a:pt x="23" y="338"/>
                </a:cubicBezTo>
                <a:cubicBezTo>
                  <a:pt x="23" y="336"/>
                  <a:pt x="23" y="335"/>
                  <a:pt x="24" y="335"/>
                </a:cubicBezTo>
                <a:close/>
                <a:moveTo>
                  <a:pt x="26" y="342"/>
                </a:moveTo>
                <a:cubicBezTo>
                  <a:pt x="26" y="341"/>
                  <a:pt x="27" y="343"/>
                  <a:pt x="27" y="342"/>
                </a:cubicBezTo>
                <a:cubicBezTo>
                  <a:pt x="27" y="342"/>
                  <a:pt x="27" y="343"/>
                  <a:pt x="27" y="343"/>
                </a:cubicBezTo>
                <a:cubicBezTo>
                  <a:pt x="27" y="343"/>
                  <a:pt x="27" y="343"/>
                  <a:pt x="27" y="344"/>
                </a:cubicBezTo>
                <a:cubicBezTo>
                  <a:pt x="27" y="342"/>
                  <a:pt x="26" y="343"/>
                  <a:pt x="26" y="342"/>
                </a:cubicBezTo>
                <a:close/>
                <a:moveTo>
                  <a:pt x="25" y="343"/>
                </a:moveTo>
                <a:cubicBezTo>
                  <a:pt x="24" y="342"/>
                  <a:pt x="24" y="343"/>
                  <a:pt x="24" y="344"/>
                </a:cubicBezTo>
                <a:cubicBezTo>
                  <a:pt x="23" y="342"/>
                  <a:pt x="25" y="342"/>
                  <a:pt x="25" y="343"/>
                </a:cubicBezTo>
                <a:close/>
                <a:moveTo>
                  <a:pt x="24" y="346"/>
                </a:moveTo>
                <a:cubicBezTo>
                  <a:pt x="25" y="345"/>
                  <a:pt x="25" y="346"/>
                  <a:pt x="25" y="347"/>
                </a:cubicBezTo>
                <a:cubicBezTo>
                  <a:pt x="25" y="348"/>
                  <a:pt x="25" y="346"/>
                  <a:pt x="24" y="346"/>
                </a:cubicBezTo>
                <a:close/>
                <a:moveTo>
                  <a:pt x="26" y="349"/>
                </a:moveTo>
                <a:cubicBezTo>
                  <a:pt x="26" y="349"/>
                  <a:pt x="25" y="350"/>
                  <a:pt x="25" y="349"/>
                </a:cubicBezTo>
                <a:cubicBezTo>
                  <a:pt x="25" y="349"/>
                  <a:pt x="25" y="350"/>
                  <a:pt x="25" y="350"/>
                </a:cubicBezTo>
                <a:cubicBezTo>
                  <a:pt x="25" y="351"/>
                  <a:pt x="25" y="350"/>
                  <a:pt x="25" y="349"/>
                </a:cubicBezTo>
                <a:cubicBezTo>
                  <a:pt x="25" y="348"/>
                  <a:pt x="25" y="348"/>
                  <a:pt x="26" y="349"/>
                </a:cubicBezTo>
                <a:close/>
                <a:moveTo>
                  <a:pt x="24" y="348"/>
                </a:moveTo>
                <a:cubicBezTo>
                  <a:pt x="24" y="348"/>
                  <a:pt x="24" y="351"/>
                  <a:pt x="23" y="350"/>
                </a:cubicBezTo>
                <a:cubicBezTo>
                  <a:pt x="23" y="350"/>
                  <a:pt x="23" y="350"/>
                  <a:pt x="23" y="349"/>
                </a:cubicBezTo>
                <a:cubicBezTo>
                  <a:pt x="23" y="349"/>
                  <a:pt x="24" y="349"/>
                  <a:pt x="24" y="348"/>
                </a:cubicBezTo>
                <a:close/>
                <a:moveTo>
                  <a:pt x="40" y="350"/>
                </a:moveTo>
                <a:cubicBezTo>
                  <a:pt x="40" y="350"/>
                  <a:pt x="40" y="350"/>
                  <a:pt x="41" y="349"/>
                </a:cubicBezTo>
                <a:cubicBezTo>
                  <a:pt x="41" y="349"/>
                  <a:pt x="41" y="351"/>
                  <a:pt x="41" y="350"/>
                </a:cubicBezTo>
                <a:cubicBezTo>
                  <a:pt x="41" y="352"/>
                  <a:pt x="41" y="351"/>
                  <a:pt x="40" y="351"/>
                </a:cubicBezTo>
                <a:cubicBezTo>
                  <a:pt x="40" y="354"/>
                  <a:pt x="40" y="354"/>
                  <a:pt x="40" y="354"/>
                </a:cubicBezTo>
                <a:cubicBezTo>
                  <a:pt x="40" y="354"/>
                  <a:pt x="40" y="354"/>
                  <a:pt x="40" y="354"/>
                </a:cubicBezTo>
                <a:cubicBezTo>
                  <a:pt x="39" y="354"/>
                  <a:pt x="40" y="352"/>
                  <a:pt x="40" y="350"/>
                </a:cubicBezTo>
                <a:close/>
                <a:moveTo>
                  <a:pt x="25" y="351"/>
                </a:moveTo>
                <a:cubicBezTo>
                  <a:pt x="25" y="351"/>
                  <a:pt x="25" y="352"/>
                  <a:pt x="25" y="353"/>
                </a:cubicBezTo>
                <a:cubicBezTo>
                  <a:pt x="25" y="354"/>
                  <a:pt x="24" y="355"/>
                  <a:pt x="24" y="354"/>
                </a:cubicBezTo>
                <a:cubicBezTo>
                  <a:pt x="23" y="351"/>
                  <a:pt x="24" y="353"/>
                  <a:pt x="25" y="351"/>
                </a:cubicBezTo>
                <a:close/>
                <a:moveTo>
                  <a:pt x="26" y="352"/>
                </a:moveTo>
                <a:cubicBezTo>
                  <a:pt x="27" y="352"/>
                  <a:pt x="26" y="353"/>
                  <a:pt x="26" y="354"/>
                </a:cubicBezTo>
                <a:cubicBezTo>
                  <a:pt x="25" y="354"/>
                  <a:pt x="26" y="352"/>
                  <a:pt x="25" y="352"/>
                </a:cubicBezTo>
                <a:cubicBezTo>
                  <a:pt x="26" y="350"/>
                  <a:pt x="26" y="353"/>
                  <a:pt x="26" y="352"/>
                </a:cubicBezTo>
                <a:close/>
                <a:moveTo>
                  <a:pt x="27" y="352"/>
                </a:moveTo>
                <a:cubicBezTo>
                  <a:pt x="28" y="354"/>
                  <a:pt x="28" y="351"/>
                  <a:pt x="29" y="354"/>
                </a:cubicBezTo>
                <a:cubicBezTo>
                  <a:pt x="28" y="352"/>
                  <a:pt x="28" y="354"/>
                  <a:pt x="28" y="354"/>
                </a:cubicBezTo>
                <a:cubicBezTo>
                  <a:pt x="28" y="355"/>
                  <a:pt x="27" y="354"/>
                  <a:pt x="27" y="353"/>
                </a:cubicBezTo>
                <a:cubicBezTo>
                  <a:pt x="27" y="353"/>
                  <a:pt x="27" y="353"/>
                  <a:pt x="27" y="352"/>
                </a:cubicBezTo>
                <a:close/>
                <a:moveTo>
                  <a:pt x="25" y="361"/>
                </a:moveTo>
                <a:cubicBezTo>
                  <a:pt x="25" y="363"/>
                  <a:pt x="25" y="366"/>
                  <a:pt x="24" y="366"/>
                </a:cubicBezTo>
                <a:cubicBezTo>
                  <a:pt x="25" y="365"/>
                  <a:pt x="24" y="363"/>
                  <a:pt x="25" y="363"/>
                </a:cubicBezTo>
                <a:cubicBezTo>
                  <a:pt x="24" y="363"/>
                  <a:pt x="24" y="363"/>
                  <a:pt x="24" y="362"/>
                </a:cubicBezTo>
                <a:cubicBezTo>
                  <a:pt x="25" y="361"/>
                  <a:pt x="25" y="362"/>
                  <a:pt x="25" y="361"/>
                </a:cubicBezTo>
                <a:close/>
                <a:moveTo>
                  <a:pt x="24" y="359"/>
                </a:moveTo>
                <a:cubicBezTo>
                  <a:pt x="24" y="360"/>
                  <a:pt x="25" y="360"/>
                  <a:pt x="25" y="359"/>
                </a:cubicBezTo>
                <a:cubicBezTo>
                  <a:pt x="24" y="358"/>
                  <a:pt x="25" y="356"/>
                  <a:pt x="24" y="356"/>
                </a:cubicBezTo>
                <a:cubicBezTo>
                  <a:pt x="24" y="355"/>
                  <a:pt x="25" y="355"/>
                  <a:pt x="25" y="354"/>
                </a:cubicBezTo>
                <a:cubicBezTo>
                  <a:pt x="26" y="355"/>
                  <a:pt x="26" y="359"/>
                  <a:pt x="27" y="359"/>
                </a:cubicBezTo>
                <a:cubicBezTo>
                  <a:pt x="26" y="360"/>
                  <a:pt x="26" y="360"/>
                  <a:pt x="26" y="361"/>
                </a:cubicBezTo>
                <a:cubicBezTo>
                  <a:pt x="25" y="361"/>
                  <a:pt x="24" y="361"/>
                  <a:pt x="24" y="359"/>
                </a:cubicBezTo>
                <a:close/>
                <a:moveTo>
                  <a:pt x="31" y="357"/>
                </a:moveTo>
                <a:cubicBezTo>
                  <a:pt x="31" y="358"/>
                  <a:pt x="31" y="357"/>
                  <a:pt x="32" y="358"/>
                </a:cubicBezTo>
                <a:cubicBezTo>
                  <a:pt x="32" y="359"/>
                  <a:pt x="31" y="358"/>
                  <a:pt x="30" y="359"/>
                </a:cubicBezTo>
                <a:cubicBezTo>
                  <a:pt x="30" y="359"/>
                  <a:pt x="31" y="358"/>
                  <a:pt x="31" y="357"/>
                </a:cubicBezTo>
                <a:close/>
                <a:moveTo>
                  <a:pt x="41" y="358"/>
                </a:moveTo>
                <a:cubicBezTo>
                  <a:pt x="41" y="358"/>
                  <a:pt x="42" y="362"/>
                  <a:pt x="41" y="362"/>
                </a:cubicBezTo>
                <a:cubicBezTo>
                  <a:pt x="41" y="360"/>
                  <a:pt x="41" y="360"/>
                  <a:pt x="41" y="358"/>
                </a:cubicBezTo>
                <a:close/>
                <a:moveTo>
                  <a:pt x="31" y="361"/>
                </a:moveTo>
                <a:cubicBezTo>
                  <a:pt x="31" y="361"/>
                  <a:pt x="31" y="363"/>
                  <a:pt x="31" y="364"/>
                </a:cubicBezTo>
                <a:cubicBezTo>
                  <a:pt x="30" y="363"/>
                  <a:pt x="31" y="363"/>
                  <a:pt x="31" y="361"/>
                </a:cubicBezTo>
                <a:close/>
                <a:moveTo>
                  <a:pt x="27" y="367"/>
                </a:moveTo>
                <a:cubicBezTo>
                  <a:pt x="27" y="365"/>
                  <a:pt x="27" y="365"/>
                  <a:pt x="27" y="365"/>
                </a:cubicBezTo>
                <a:cubicBezTo>
                  <a:pt x="28" y="365"/>
                  <a:pt x="28" y="364"/>
                  <a:pt x="28" y="365"/>
                </a:cubicBezTo>
                <a:cubicBezTo>
                  <a:pt x="28" y="365"/>
                  <a:pt x="28" y="365"/>
                  <a:pt x="28" y="365"/>
                </a:cubicBezTo>
                <a:cubicBezTo>
                  <a:pt x="28" y="366"/>
                  <a:pt x="28" y="366"/>
                  <a:pt x="28" y="367"/>
                </a:cubicBezTo>
                <a:cubicBezTo>
                  <a:pt x="28" y="367"/>
                  <a:pt x="28" y="367"/>
                  <a:pt x="28" y="366"/>
                </a:cubicBezTo>
                <a:cubicBezTo>
                  <a:pt x="29" y="368"/>
                  <a:pt x="28" y="367"/>
                  <a:pt x="27" y="367"/>
                </a:cubicBezTo>
                <a:close/>
                <a:moveTo>
                  <a:pt x="24" y="368"/>
                </a:moveTo>
                <a:cubicBezTo>
                  <a:pt x="25" y="368"/>
                  <a:pt x="25" y="368"/>
                  <a:pt x="26" y="367"/>
                </a:cubicBezTo>
                <a:cubicBezTo>
                  <a:pt x="25" y="369"/>
                  <a:pt x="25" y="369"/>
                  <a:pt x="26" y="371"/>
                </a:cubicBezTo>
                <a:cubicBezTo>
                  <a:pt x="25" y="371"/>
                  <a:pt x="25" y="370"/>
                  <a:pt x="25" y="369"/>
                </a:cubicBezTo>
                <a:cubicBezTo>
                  <a:pt x="25" y="370"/>
                  <a:pt x="24" y="369"/>
                  <a:pt x="24" y="369"/>
                </a:cubicBezTo>
                <a:cubicBezTo>
                  <a:pt x="24" y="368"/>
                  <a:pt x="25" y="369"/>
                  <a:pt x="24" y="368"/>
                </a:cubicBezTo>
                <a:close/>
                <a:moveTo>
                  <a:pt x="45" y="370"/>
                </a:moveTo>
                <a:cubicBezTo>
                  <a:pt x="46" y="369"/>
                  <a:pt x="46" y="371"/>
                  <a:pt x="46" y="372"/>
                </a:cubicBezTo>
                <a:cubicBezTo>
                  <a:pt x="46" y="373"/>
                  <a:pt x="46" y="372"/>
                  <a:pt x="45" y="372"/>
                </a:cubicBezTo>
                <a:cubicBezTo>
                  <a:pt x="45" y="371"/>
                  <a:pt x="45" y="370"/>
                  <a:pt x="45" y="370"/>
                </a:cubicBezTo>
                <a:close/>
                <a:moveTo>
                  <a:pt x="28" y="370"/>
                </a:moveTo>
                <a:cubicBezTo>
                  <a:pt x="28" y="371"/>
                  <a:pt x="28" y="370"/>
                  <a:pt x="29" y="370"/>
                </a:cubicBezTo>
                <a:cubicBezTo>
                  <a:pt x="29" y="372"/>
                  <a:pt x="29" y="372"/>
                  <a:pt x="29" y="372"/>
                </a:cubicBezTo>
                <a:cubicBezTo>
                  <a:pt x="28" y="369"/>
                  <a:pt x="28" y="373"/>
                  <a:pt x="28" y="372"/>
                </a:cubicBezTo>
                <a:cubicBezTo>
                  <a:pt x="28" y="372"/>
                  <a:pt x="28" y="371"/>
                  <a:pt x="28" y="370"/>
                </a:cubicBezTo>
                <a:close/>
                <a:moveTo>
                  <a:pt x="25" y="373"/>
                </a:moveTo>
                <a:cubicBezTo>
                  <a:pt x="25" y="372"/>
                  <a:pt x="24" y="374"/>
                  <a:pt x="24" y="372"/>
                </a:cubicBezTo>
                <a:cubicBezTo>
                  <a:pt x="25" y="371"/>
                  <a:pt x="25" y="372"/>
                  <a:pt x="26" y="372"/>
                </a:cubicBezTo>
                <a:cubicBezTo>
                  <a:pt x="26" y="374"/>
                  <a:pt x="27" y="373"/>
                  <a:pt x="26" y="375"/>
                </a:cubicBezTo>
                <a:cubicBezTo>
                  <a:pt x="26" y="373"/>
                  <a:pt x="25" y="376"/>
                  <a:pt x="25" y="373"/>
                </a:cubicBezTo>
                <a:cubicBezTo>
                  <a:pt x="25" y="373"/>
                  <a:pt x="25" y="373"/>
                  <a:pt x="25" y="373"/>
                </a:cubicBezTo>
                <a:close/>
                <a:moveTo>
                  <a:pt x="41" y="374"/>
                </a:moveTo>
                <a:cubicBezTo>
                  <a:pt x="40" y="375"/>
                  <a:pt x="41" y="375"/>
                  <a:pt x="41" y="376"/>
                </a:cubicBezTo>
                <a:cubicBezTo>
                  <a:pt x="40" y="376"/>
                  <a:pt x="41" y="378"/>
                  <a:pt x="40" y="378"/>
                </a:cubicBezTo>
                <a:cubicBezTo>
                  <a:pt x="41" y="376"/>
                  <a:pt x="40" y="374"/>
                  <a:pt x="40" y="375"/>
                </a:cubicBezTo>
                <a:cubicBezTo>
                  <a:pt x="40" y="374"/>
                  <a:pt x="40" y="373"/>
                  <a:pt x="41" y="372"/>
                </a:cubicBezTo>
                <a:cubicBezTo>
                  <a:pt x="40" y="374"/>
                  <a:pt x="41" y="374"/>
                  <a:pt x="41" y="375"/>
                </a:cubicBezTo>
                <a:cubicBezTo>
                  <a:pt x="41" y="375"/>
                  <a:pt x="41" y="375"/>
                  <a:pt x="41" y="374"/>
                </a:cubicBezTo>
                <a:close/>
                <a:moveTo>
                  <a:pt x="28" y="378"/>
                </a:moveTo>
                <a:cubicBezTo>
                  <a:pt x="28" y="377"/>
                  <a:pt x="28" y="378"/>
                  <a:pt x="27" y="377"/>
                </a:cubicBezTo>
                <a:cubicBezTo>
                  <a:pt x="28" y="376"/>
                  <a:pt x="27" y="375"/>
                  <a:pt x="27" y="374"/>
                </a:cubicBezTo>
                <a:cubicBezTo>
                  <a:pt x="27" y="374"/>
                  <a:pt x="27" y="374"/>
                  <a:pt x="28" y="373"/>
                </a:cubicBezTo>
                <a:cubicBezTo>
                  <a:pt x="28" y="374"/>
                  <a:pt x="28" y="377"/>
                  <a:pt x="29" y="377"/>
                </a:cubicBezTo>
                <a:cubicBezTo>
                  <a:pt x="29" y="379"/>
                  <a:pt x="29" y="380"/>
                  <a:pt x="29" y="381"/>
                </a:cubicBezTo>
                <a:cubicBezTo>
                  <a:pt x="28" y="382"/>
                  <a:pt x="28" y="379"/>
                  <a:pt x="28" y="381"/>
                </a:cubicBezTo>
                <a:cubicBezTo>
                  <a:pt x="27" y="380"/>
                  <a:pt x="27" y="378"/>
                  <a:pt x="28" y="378"/>
                </a:cubicBezTo>
                <a:close/>
                <a:moveTo>
                  <a:pt x="43" y="374"/>
                </a:moveTo>
                <a:cubicBezTo>
                  <a:pt x="44" y="374"/>
                  <a:pt x="44" y="376"/>
                  <a:pt x="43" y="376"/>
                </a:cubicBezTo>
                <a:cubicBezTo>
                  <a:pt x="43" y="376"/>
                  <a:pt x="43" y="375"/>
                  <a:pt x="43" y="374"/>
                </a:cubicBezTo>
                <a:close/>
                <a:moveTo>
                  <a:pt x="22" y="375"/>
                </a:moveTo>
                <a:cubicBezTo>
                  <a:pt x="23" y="376"/>
                  <a:pt x="23" y="377"/>
                  <a:pt x="23" y="378"/>
                </a:cubicBezTo>
                <a:cubicBezTo>
                  <a:pt x="22" y="378"/>
                  <a:pt x="22" y="377"/>
                  <a:pt x="22" y="375"/>
                </a:cubicBezTo>
                <a:close/>
                <a:moveTo>
                  <a:pt x="25" y="375"/>
                </a:moveTo>
                <a:cubicBezTo>
                  <a:pt x="26" y="375"/>
                  <a:pt x="26" y="376"/>
                  <a:pt x="26" y="376"/>
                </a:cubicBezTo>
                <a:cubicBezTo>
                  <a:pt x="26" y="376"/>
                  <a:pt x="26" y="377"/>
                  <a:pt x="26" y="377"/>
                </a:cubicBezTo>
                <a:cubicBezTo>
                  <a:pt x="26" y="377"/>
                  <a:pt x="26" y="376"/>
                  <a:pt x="27" y="377"/>
                </a:cubicBezTo>
                <a:cubicBezTo>
                  <a:pt x="26" y="379"/>
                  <a:pt x="27" y="379"/>
                  <a:pt x="27" y="380"/>
                </a:cubicBezTo>
                <a:cubicBezTo>
                  <a:pt x="26" y="379"/>
                  <a:pt x="26" y="379"/>
                  <a:pt x="26" y="380"/>
                </a:cubicBezTo>
                <a:cubicBezTo>
                  <a:pt x="25" y="378"/>
                  <a:pt x="26" y="377"/>
                  <a:pt x="25" y="375"/>
                </a:cubicBezTo>
                <a:close/>
                <a:moveTo>
                  <a:pt x="32" y="381"/>
                </a:moveTo>
                <a:cubicBezTo>
                  <a:pt x="31" y="383"/>
                  <a:pt x="32" y="382"/>
                  <a:pt x="32" y="383"/>
                </a:cubicBezTo>
                <a:cubicBezTo>
                  <a:pt x="32" y="383"/>
                  <a:pt x="32" y="382"/>
                  <a:pt x="32" y="381"/>
                </a:cubicBezTo>
                <a:cubicBezTo>
                  <a:pt x="33" y="381"/>
                  <a:pt x="33" y="383"/>
                  <a:pt x="32" y="384"/>
                </a:cubicBezTo>
                <a:cubicBezTo>
                  <a:pt x="32" y="383"/>
                  <a:pt x="31" y="384"/>
                  <a:pt x="32" y="385"/>
                </a:cubicBezTo>
                <a:cubicBezTo>
                  <a:pt x="31" y="385"/>
                  <a:pt x="31" y="384"/>
                  <a:pt x="30" y="385"/>
                </a:cubicBezTo>
                <a:cubicBezTo>
                  <a:pt x="31" y="384"/>
                  <a:pt x="31" y="382"/>
                  <a:pt x="30" y="382"/>
                </a:cubicBezTo>
                <a:cubicBezTo>
                  <a:pt x="32" y="380"/>
                  <a:pt x="29" y="381"/>
                  <a:pt x="31" y="379"/>
                </a:cubicBezTo>
                <a:cubicBezTo>
                  <a:pt x="31" y="379"/>
                  <a:pt x="31" y="378"/>
                  <a:pt x="30" y="378"/>
                </a:cubicBezTo>
                <a:cubicBezTo>
                  <a:pt x="30" y="378"/>
                  <a:pt x="31" y="377"/>
                  <a:pt x="31" y="377"/>
                </a:cubicBezTo>
                <a:cubicBezTo>
                  <a:pt x="31" y="378"/>
                  <a:pt x="31" y="380"/>
                  <a:pt x="32" y="378"/>
                </a:cubicBezTo>
                <a:cubicBezTo>
                  <a:pt x="32" y="379"/>
                  <a:pt x="32" y="381"/>
                  <a:pt x="32" y="381"/>
                </a:cubicBezTo>
                <a:close/>
                <a:moveTo>
                  <a:pt x="34" y="378"/>
                </a:moveTo>
                <a:cubicBezTo>
                  <a:pt x="34" y="378"/>
                  <a:pt x="34" y="379"/>
                  <a:pt x="33" y="378"/>
                </a:cubicBezTo>
                <a:cubicBezTo>
                  <a:pt x="33" y="379"/>
                  <a:pt x="34" y="379"/>
                  <a:pt x="34" y="380"/>
                </a:cubicBezTo>
                <a:cubicBezTo>
                  <a:pt x="33" y="380"/>
                  <a:pt x="33" y="380"/>
                  <a:pt x="33" y="380"/>
                </a:cubicBezTo>
                <a:cubicBezTo>
                  <a:pt x="33" y="378"/>
                  <a:pt x="33" y="378"/>
                  <a:pt x="33" y="378"/>
                </a:cubicBezTo>
                <a:cubicBezTo>
                  <a:pt x="33" y="378"/>
                  <a:pt x="34" y="378"/>
                  <a:pt x="34" y="378"/>
                </a:cubicBezTo>
                <a:close/>
                <a:moveTo>
                  <a:pt x="43" y="379"/>
                </a:moveTo>
                <a:cubicBezTo>
                  <a:pt x="43" y="380"/>
                  <a:pt x="43" y="380"/>
                  <a:pt x="44" y="380"/>
                </a:cubicBezTo>
                <a:cubicBezTo>
                  <a:pt x="44" y="381"/>
                  <a:pt x="44" y="381"/>
                  <a:pt x="44" y="381"/>
                </a:cubicBezTo>
                <a:cubicBezTo>
                  <a:pt x="43" y="381"/>
                  <a:pt x="43" y="380"/>
                  <a:pt x="43" y="381"/>
                </a:cubicBezTo>
                <a:cubicBezTo>
                  <a:pt x="43" y="380"/>
                  <a:pt x="43" y="380"/>
                  <a:pt x="43" y="379"/>
                </a:cubicBezTo>
                <a:close/>
                <a:moveTo>
                  <a:pt x="27" y="380"/>
                </a:moveTo>
                <a:cubicBezTo>
                  <a:pt x="27" y="380"/>
                  <a:pt x="27" y="381"/>
                  <a:pt x="27" y="381"/>
                </a:cubicBezTo>
                <a:cubicBezTo>
                  <a:pt x="27" y="381"/>
                  <a:pt x="27" y="382"/>
                  <a:pt x="26" y="382"/>
                </a:cubicBezTo>
                <a:cubicBezTo>
                  <a:pt x="26" y="381"/>
                  <a:pt x="27" y="381"/>
                  <a:pt x="27" y="380"/>
                </a:cubicBezTo>
                <a:close/>
                <a:moveTo>
                  <a:pt x="42" y="380"/>
                </a:moveTo>
                <a:cubicBezTo>
                  <a:pt x="43" y="381"/>
                  <a:pt x="42" y="385"/>
                  <a:pt x="41" y="385"/>
                </a:cubicBezTo>
                <a:cubicBezTo>
                  <a:pt x="41" y="383"/>
                  <a:pt x="42" y="382"/>
                  <a:pt x="42" y="381"/>
                </a:cubicBezTo>
                <a:cubicBezTo>
                  <a:pt x="42" y="381"/>
                  <a:pt x="42" y="381"/>
                  <a:pt x="42" y="380"/>
                </a:cubicBezTo>
                <a:close/>
                <a:moveTo>
                  <a:pt x="25" y="381"/>
                </a:moveTo>
                <a:cubicBezTo>
                  <a:pt x="26" y="380"/>
                  <a:pt x="26" y="381"/>
                  <a:pt x="26" y="381"/>
                </a:cubicBezTo>
                <a:cubicBezTo>
                  <a:pt x="26" y="382"/>
                  <a:pt x="26" y="383"/>
                  <a:pt x="26" y="383"/>
                </a:cubicBezTo>
                <a:cubicBezTo>
                  <a:pt x="26" y="383"/>
                  <a:pt x="26" y="382"/>
                  <a:pt x="26" y="382"/>
                </a:cubicBezTo>
                <a:cubicBezTo>
                  <a:pt x="26" y="382"/>
                  <a:pt x="26" y="381"/>
                  <a:pt x="25" y="381"/>
                </a:cubicBezTo>
                <a:close/>
                <a:moveTo>
                  <a:pt x="34" y="381"/>
                </a:moveTo>
                <a:cubicBezTo>
                  <a:pt x="34" y="382"/>
                  <a:pt x="33" y="382"/>
                  <a:pt x="33" y="381"/>
                </a:cubicBezTo>
                <a:cubicBezTo>
                  <a:pt x="33" y="380"/>
                  <a:pt x="34" y="380"/>
                  <a:pt x="34" y="381"/>
                </a:cubicBezTo>
                <a:close/>
                <a:moveTo>
                  <a:pt x="46" y="381"/>
                </a:moveTo>
                <a:cubicBezTo>
                  <a:pt x="46" y="384"/>
                  <a:pt x="47" y="381"/>
                  <a:pt x="48" y="381"/>
                </a:cubicBezTo>
                <a:cubicBezTo>
                  <a:pt x="48" y="383"/>
                  <a:pt x="48" y="384"/>
                  <a:pt x="47" y="386"/>
                </a:cubicBezTo>
                <a:cubicBezTo>
                  <a:pt x="48" y="386"/>
                  <a:pt x="48" y="386"/>
                  <a:pt x="48" y="386"/>
                </a:cubicBezTo>
                <a:cubicBezTo>
                  <a:pt x="48" y="386"/>
                  <a:pt x="48" y="387"/>
                  <a:pt x="49" y="387"/>
                </a:cubicBezTo>
                <a:cubicBezTo>
                  <a:pt x="48" y="387"/>
                  <a:pt x="47" y="389"/>
                  <a:pt x="48" y="389"/>
                </a:cubicBezTo>
                <a:cubicBezTo>
                  <a:pt x="48" y="391"/>
                  <a:pt x="48" y="389"/>
                  <a:pt x="47" y="389"/>
                </a:cubicBezTo>
                <a:cubicBezTo>
                  <a:pt x="47" y="389"/>
                  <a:pt x="48" y="390"/>
                  <a:pt x="47" y="391"/>
                </a:cubicBezTo>
                <a:cubicBezTo>
                  <a:pt x="47" y="391"/>
                  <a:pt x="47" y="390"/>
                  <a:pt x="47" y="390"/>
                </a:cubicBezTo>
                <a:cubicBezTo>
                  <a:pt x="48" y="390"/>
                  <a:pt x="48" y="391"/>
                  <a:pt x="48" y="392"/>
                </a:cubicBezTo>
                <a:cubicBezTo>
                  <a:pt x="47" y="392"/>
                  <a:pt x="47" y="389"/>
                  <a:pt x="46" y="387"/>
                </a:cubicBezTo>
                <a:cubicBezTo>
                  <a:pt x="46" y="387"/>
                  <a:pt x="46" y="388"/>
                  <a:pt x="46" y="388"/>
                </a:cubicBezTo>
                <a:cubicBezTo>
                  <a:pt x="45" y="388"/>
                  <a:pt x="45" y="389"/>
                  <a:pt x="45" y="390"/>
                </a:cubicBezTo>
                <a:cubicBezTo>
                  <a:pt x="44" y="388"/>
                  <a:pt x="45" y="386"/>
                  <a:pt x="46" y="387"/>
                </a:cubicBezTo>
                <a:cubicBezTo>
                  <a:pt x="47" y="387"/>
                  <a:pt x="47" y="388"/>
                  <a:pt x="47" y="388"/>
                </a:cubicBezTo>
                <a:cubicBezTo>
                  <a:pt x="47" y="388"/>
                  <a:pt x="47" y="388"/>
                  <a:pt x="47" y="388"/>
                </a:cubicBezTo>
                <a:cubicBezTo>
                  <a:pt x="46" y="387"/>
                  <a:pt x="47" y="385"/>
                  <a:pt x="46" y="383"/>
                </a:cubicBezTo>
                <a:cubicBezTo>
                  <a:pt x="46" y="384"/>
                  <a:pt x="46" y="384"/>
                  <a:pt x="46" y="384"/>
                </a:cubicBezTo>
                <a:cubicBezTo>
                  <a:pt x="46" y="385"/>
                  <a:pt x="46" y="384"/>
                  <a:pt x="46" y="385"/>
                </a:cubicBezTo>
                <a:cubicBezTo>
                  <a:pt x="47" y="385"/>
                  <a:pt x="46" y="386"/>
                  <a:pt x="46" y="386"/>
                </a:cubicBezTo>
                <a:cubicBezTo>
                  <a:pt x="47" y="385"/>
                  <a:pt x="45" y="385"/>
                  <a:pt x="46" y="386"/>
                </a:cubicBezTo>
                <a:cubicBezTo>
                  <a:pt x="45" y="384"/>
                  <a:pt x="45" y="383"/>
                  <a:pt x="46" y="381"/>
                </a:cubicBezTo>
                <a:close/>
                <a:moveTo>
                  <a:pt x="43" y="381"/>
                </a:moveTo>
                <a:cubicBezTo>
                  <a:pt x="43" y="382"/>
                  <a:pt x="43" y="382"/>
                  <a:pt x="44" y="382"/>
                </a:cubicBezTo>
                <a:cubicBezTo>
                  <a:pt x="44" y="383"/>
                  <a:pt x="43" y="383"/>
                  <a:pt x="43" y="383"/>
                </a:cubicBezTo>
                <a:cubicBezTo>
                  <a:pt x="43" y="382"/>
                  <a:pt x="43" y="382"/>
                  <a:pt x="43" y="381"/>
                </a:cubicBezTo>
                <a:close/>
                <a:moveTo>
                  <a:pt x="52" y="382"/>
                </a:moveTo>
                <a:cubicBezTo>
                  <a:pt x="52" y="382"/>
                  <a:pt x="53" y="384"/>
                  <a:pt x="52" y="383"/>
                </a:cubicBezTo>
                <a:cubicBezTo>
                  <a:pt x="52" y="384"/>
                  <a:pt x="52" y="384"/>
                  <a:pt x="52" y="384"/>
                </a:cubicBezTo>
                <a:cubicBezTo>
                  <a:pt x="53" y="384"/>
                  <a:pt x="53" y="383"/>
                  <a:pt x="53" y="382"/>
                </a:cubicBezTo>
                <a:cubicBezTo>
                  <a:pt x="54" y="383"/>
                  <a:pt x="53" y="384"/>
                  <a:pt x="53" y="385"/>
                </a:cubicBezTo>
                <a:cubicBezTo>
                  <a:pt x="52" y="385"/>
                  <a:pt x="53" y="387"/>
                  <a:pt x="52" y="387"/>
                </a:cubicBezTo>
                <a:cubicBezTo>
                  <a:pt x="51" y="387"/>
                  <a:pt x="52" y="383"/>
                  <a:pt x="52" y="382"/>
                </a:cubicBezTo>
                <a:close/>
                <a:moveTo>
                  <a:pt x="27" y="384"/>
                </a:moveTo>
                <a:cubicBezTo>
                  <a:pt x="28" y="384"/>
                  <a:pt x="28" y="386"/>
                  <a:pt x="29" y="386"/>
                </a:cubicBezTo>
                <a:cubicBezTo>
                  <a:pt x="28" y="388"/>
                  <a:pt x="28" y="387"/>
                  <a:pt x="28" y="389"/>
                </a:cubicBezTo>
                <a:cubicBezTo>
                  <a:pt x="28" y="388"/>
                  <a:pt x="28" y="388"/>
                  <a:pt x="28" y="386"/>
                </a:cubicBezTo>
                <a:cubicBezTo>
                  <a:pt x="28" y="386"/>
                  <a:pt x="28" y="387"/>
                  <a:pt x="28" y="388"/>
                </a:cubicBezTo>
                <a:cubicBezTo>
                  <a:pt x="27" y="386"/>
                  <a:pt x="28" y="385"/>
                  <a:pt x="27" y="384"/>
                </a:cubicBezTo>
                <a:close/>
                <a:moveTo>
                  <a:pt x="26" y="383"/>
                </a:moveTo>
                <a:cubicBezTo>
                  <a:pt x="27" y="381"/>
                  <a:pt x="28" y="383"/>
                  <a:pt x="29" y="382"/>
                </a:cubicBezTo>
                <a:cubicBezTo>
                  <a:pt x="29" y="383"/>
                  <a:pt x="29" y="383"/>
                  <a:pt x="29" y="383"/>
                </a:cubicBezTo>
                <a:cubicBezTo>
                  <a:pt x="29" y="384"/>
                  <a:pt x="29" y="384"/>
                  <a:pt x="29" y="385"/>
                </a:cubicBezTo>
                <a:cubicBezTo>
                  <a:pt x="29" y="384"/>
                  <a:pt x="29" y="384"/>
                  <a:pt x="29" y="385"/>
                </a:cubicBezTo>
                <a:cubicBezTo>
                  <a:pt x="28" y="382"/>
                  <a:pt x="27" y="384"/>
                  <a:pt x="26" y="383"/>
                </a:cubicBezTo>
                <a:close/>
                <a:moveTo>
                  <a:pt x="41" y="382"/>
                </a:moveTo>
                <a:cubicBezTo>
                  <a:pt x="41" y="383"/>
                  <a:pt x="41" y="385"/>
                  <a:pt x="40" y="384"/>
                </a:cubicBezTo>
                <a:cubicBezTo>
                  <a:pt x="40" y="383"/>
                  <a:pt x="40" y="383"/>
                  <a:pt x="41" y="382"/>
                </a:cubicBezTo>
                <a:close/>
                <a:moveTo>
                  <a:pt x="34" y="384"/>
                </a:moveTo>
                <a:cubicBezTo>
                  <a:pt x="35" y="384"/>
                  <a:pt x="35" y="385"/>
                  <a:pt x="35" y="386"/>
                </a:cubicBezTo>
                <a:cubicBezTo>
                  <a:pt x="35" y="386"/>
                  <a:pt x="34" y="385"/>
                  <a:pt x="34" y="384"/>
                </a:cubicBezTo>
                <a:close/>
                <a:moveTo>
                  <a:pt x="27" y="386"/>
                </a:moveTo>
                <a:cubicBezTo>
                  <a:pt x="26" y="388"/>
                  <a:pt x="28" y="388"/>
                  <a:pt x="28" y="390"/>
                </a:cubicBezTo>
                <a:cubicBezTo>
                  <a:pt x="27" y="390"/>
                  <a:pt x="27" y="390"/>
                  <a:pt x="27" y="391"/>
                </a:cubicBezTo>
                <a:cubicBezTo>
                  <a:pt x="27" y="390"/>
                  <a:pt x="26" y="390"/>
                  <a:pt x="26" y="391"/>
                </a:cubicBezTo>
                <a:cubicBezTo>
                  <a:pt x="26" y="389"/>
                  <a:pt x="25" y="388"/>
                  <a:pt x="26" y="388"/>
                </a:cubicBezTo>
                <a:cubicBezTo>
                  <a:pt x="26" y="387"/>
                  <a:pt x="25" y="387"/>
                  <a:pt x="25" y="388"/>
                </a:cubicBezTo>
                <a:cubicBezTo>
                  <a:pt x="24" y="386"/>
                  <a:pt x="26" y="385"/>
                  <a:pt x="26" y="385"/>
                </a:cubicBezTo>
                <a:cubicBezTo>
                  <a:pt x="26" y="387"/>
                  <a:pt x="26" y="386"/>
                  <a:pt x="27" y="386"/>
                </a:cubicBezTo>
                <a:close/>
                <a:moveTo>
                  <a:pt x="33" y="385"/>
                </a:moveTo>
                <a:cubicBezTo>
                  <a:pt x="34" y="385"/>
                  <a:pt x="34" y="387"/>
                  <a:pt x="34" y="388"/>
                </a:cubicBezTo>
                <a:cubicBezTo>
                  <a:pt x="34" y="387"/>
                  <a:pt x="33" y="386"/>
                  <a:pt x="33" y="385"/>
                </a:cubicBezTo>
                <a:close/>
                <a:moveTo>
                  <a:pt x="42" y="385"/>
                </a:moveTo>
                <a:cubicBezTo>
                  <a:pt x="43" y="387"/>
                  <a:pt x="42" y="387"/>
                  <a:pt x="41" y="388"/>
                </a:cubicBezTo>
                <a:cubicBezTo>
                  <a:pt x="41" y="387"/>
                  <a:pt x="42" y="387"/>
                  <a:pt x="42" y="385"/>
                </a:cubicBezTo>
                <a:close/>
                <a:moveTo>
                  <a:pt x="31" y="387"/>
                </a:moveTo>
                <a:cubicBezTo>
                  <a:pt x="32" y="386"/>
                  <a:pt x="32" y="389"/>
                  <a:pt x="32" y="390"/>
                </a:cubicBezTo>
                <a:cubicBezTo>
                  <a:pt x="31" y="389"/>
                  <a:pt x="32" y="389"/>
                  <a:pt x="31" y="390"/>
                </a:cubicBezTo>
                <a:cubicBezTo>
                  <a:pt x="31" y="389"/>
                  <a:pt x="32" y="388"/>
                  <a:pt x="31" y="387"/>
                </a:cubicBezTo>
                <a:close/>
                <a:moveTo>
                  <a:pt x="25" y="389"/>
                </a:moveTo>
                <a:cubicBezTo>
                  <a:pt x="24" y="389"/>
                  <a:pt x="25" y="391"/>
                  <a:pt x="24" y="391"/>
                </a:cubicBezTo>
                <a:cubicBezTo>
                  <a:pt x="24" y="391"/>
                  <a:pt x="24" y="390"/>
                  <a:pt x="24" y="388"/>
                </a:cubicBezTo>
                <a:cubicBezTo>
                  <a:pt x="24" y="389"/>
                  <a:pt x="25" y="389"/>
                  <a:pt x="25" y="390"/>
                </a:cubicBezTo>
                <a:cubicBezTo>
                  <a:pt x="25" y="391"/>
                  <a:pt x="25" y="390"/>
                  <a:pt x="25" y="389"/>
                </a:cubicBezTo>
                <a:close/>
                <a:moveTo>
                  <a:pt x="30" y="389"/>
                </a:moveTo>
                <a:cubicBezTo>
                  <a:pt x="29" y="390"/>
                  <a:pt x="29" y="391"/>
                  <a:pt x="29" y="391"/>
                </a:cubicBezTo>
                <a:cubicBezTo>
                  <a:pt x="28" y="390"/>
                  <a:pt x="29" y="389"/>
                  <a:pt x="30" y="389"/>
                </a:cubicBezTo>
                <a:close/>
                <a:moveTo>
                  <a:pt x="33" y="391"/>
                </a:moveTo>
                <a:cubicBezTo>
                  <a:pt x="34" y="391"/>
                  <a:pt x="34" y="391"/>
                  <a:pt x="34" y="391"/>
                </a:cubicBezTo>
                <a:cubicBezTo>
                  <a:pt x="34" y="392"/>
                  <a:pt x="35" y="394"/>
                  <a:pt x="34" y="394"/>
                </a:cubicBezTo>
                <a:cubicBezTo>
                  <a:pt x="34" y="394"/>
                  <a:pt x="33" y="393"/>
                  <a:pt x="33" y="391"/>
                </a:cubicBezTo>
                <a:close/>
                <a:moveTo>
                  <a:pt x="25" y="391"/>
                </a:moveTo>
                <a:cubicBezTo>
                  <a:pt x="25" y="392"/>
                  <a:pt x="26" y="391"/>
                  <a:pt x="26" y="393"/>
                </a:cubicBezTo>
                <a:cubicBezTo>
                  <a:pt x="26" y="393"/>
                  <a:pt x="25" y="393"/>
                  <a:pt x="25" y="391"/>
                </a:cubicBezTo>
                <a:close/>
                <a:moveTo>
                  <a:pt x="25" y="394"/>
                </a:moveTo>
                <a:cubicBezTo>
                  <a:pt x="25" y="394"/>
                  <a:pt x="25" y="395"/>
                  <a:pt x="24" y="395"/>
                </a:cubicBezTo>
                <a:cubicBezTo>
                  <a:pt x="24" y="393"/>
                  <a:pt x="25" y="392"/>
                  <a:pt x="25" y="394"/>
                </a:cubicBezTo>
                <a:close/>
                <a:moveTo>
                  <a:pt x="32" y="394"/>
                </a:moveTo>
                <a:cubicBezTo>
                  <a:pt x="32" y="396"/>
                  <a:pt x="33" y="395"/>
                  <a:pt x="33" y="397"/>
                </a:cubicBezTo>
                <a:cubicBezTo>
                  <a:pt x="33" y="398"/>
                  <a:pt x="32" y="396"/>
                  <a:pt x="31" y="395"/>
                </a:cubicBezTo>
                <a:cubicBezTo>
                  <a:pt x="31" y="394"/>
                  <a:pt x="32" y="394"/>
                  <a:pt x="32" y="394"/>
                </a:cubicBezTo>
                <a:close/>
                <a:moveTo>
                  <a:pt x="42" y="400"/>
                </a:moveTo>
                <a:cubicBezTo>
                  <a:pt x="43" y="400"/>
                  <a:pt x="43" y="401"/>
                  <a:pt x="43" y="401"/>
                </a:cubicBezTo>
                <a:cubicBezTo>
                  <a:pt x="43" y="401"/>
                  <a:pt x="43" y="400"/>
                  <a:pt x="43" y="399"/>
                </a:cubicBezTo>
                <a:cubicBezTo>
                  <a:pt x="43" y="399"/>
                  <a:pt x="43" y="400"/>
                  <a:pt x="43" y="401"/>
                </a:cubicBezTo>
                <a:cubicBezTo>
                  <a:pt x="44" y="401"/>
                  <a:pt x="44" y="399"/>
                  <a:pt x="44" y="399"/>
                </a:cubicBezTo>
                <a:cubicBezTo>
                  <a:pt x="44" y="399"/>
                  <a:pt x="43" y="397"/>
                  <a:pt x="43" y="398"/>
                </a:cubicBezTo>
                <a:cubicBezTo>
                  <a:pt x="42" y="396"/>
                  <a:pt x="45" y="397"/>
                  <a:pt x="44" y="394"/>
                </a:cubicBezTo>
                <a:cubicBezTo>
                  <a:pt x="45" y="394"/>
                  <a:pt x="45" y="395"/>
                  <a:pt x="45" y="395"/>
                </a:cubicBezTo>
                <a:cubicBezTo>
                  <a:pt x="45" y="396"/>
                  <a:pt x="44" y="397"/>
                  <a:pt x="45" y="397"/>
                </a:cubicBezTo>
                <a:cubicBezTo>
                  <a:pt x="45" y="399"/>
                  <a:pt x="45" y="400"/>
                  <a:pt x="45" y="401"/>
                </a:cubicBezTo>
                <a:cubicBezTo>
                  <a:pt x="45" y="401"/>
                  <a:pt x="45" y="401"/>
                  <a:pt x="45" y="401"/>
                </a:cubicBezTo>
                <a:cubicBezTo>
                  <a:pt x="44" y="403"/>
                  <a:pt x="46" y="408"/>
                  <a:pt x="45" y="409"/>
                </a:cubicBezTo>
                <a:cubicBezTo>
                  <a:pt x="45" y="409"/>
                  <a:pt x="45" y="411"/>
                  <a:pt x="45" y="411"/>
                </a:cubicBezTo>
                <a:cubicBezTo>
                  <a:pt x="45" y="413"/>
                  <a:pt x="46" y="415"/>
                  <a:pt x="45" y="418"/>
                </a:cubicBezTo>
                <a:cubicBezTo>
                  <a:pt x="45" y="418"/>
                  <a:pt x="45" y="418"/>
                  <a:pt x="45" y="418"/>
                </a:cubicBezTo>
                <a:cubicBezTo>
                  <a:pt x="45" y="417"/>
                  <a:pt x="45" y="417"/>
                  <a:pt x="45" y="417"/>
                </a:cubicBezTo>
                <a:cubicBezTo>
                  <a:pt x="46" y="416"/>
                  <a:pt x="44" y="415"/>
                  <a:pt x="44" y="413"/>
                </a:cubicBezTo>
                <a:cubicBezTo>
                  <a:pt x="45" y="413"/>
                  <a:pt x="45" y="409"/>
                  <a:pt x="44" y="407"/>
                </a:cubicBezTo>
                <a:cubicBezTo>
                  <a:pt x="44" y="408"/>
                  <a:pt x="44" y="411"/>
                  <a:pt x="43" y="411"/>
                </a:cubicBezTo>
                <a:cubicBezTo>
                  <a:pt x="43" y="410"/>
                  <a:pt x="43" y="410"/>
                  <a:pt x="43" y="409"/>
                </a:cubicBezTo>
                <a:cubicBezTo>
                  <a:pt x="43" y="410"/>
                  <a:pt x="43" y="411"/>
                  <a:pt x="42" y="410"/>
                </a:cubicBezTo>
                <a:cubicBezTo>
                  <a:pt x="42" y="408"/>
                  <a:pt x="43" y="409"/>
                  <a:pt x="43" y="407"/>
                </a:cubicBezTo>
                <a:cubicBezTo>
                  <a:pt x="43" y="407"/>
                  <a:pt x="43" y="406"/>
                  <a:pt x="42" y="406"/>
                </a:cubicBezTo>
                <a:cubicBezTo>
                  <a:pt x="42" y="405"/>
                  <a:pt x="43" y="404"/>
                  <a:pt x="43" y="406"/>
                </a:cubicBezTo>
                <a:cubicBezTo>
                  <a:pt x="43" y="406"/>
                  <a:pt x="43" y="403"/>
                  <a:pt x="42" y="404"/>
                </a:cubicBezTo>
                <a:cubicBezTo>
                  <a:pt x="43" y="403"/>
                  <a:pt x="43" y="403"/>
                  <a:pt x="43" y="402"/>
                </a:cubicBezTo>
                <a:cubicBezTo>
                  <a:pt x="43" y="402"/>
                  <a:pt x="42" y="401"/>
                  <a:pt x="42" y="400"/>
                </a:cubicBezTo>
                <a:close/>
                <a:moveTo>
                  <a:pt x="42" y="398"/>
                </a:moveTo>
                <a:cubicBezTo>
                  <a:pt x="42" y="398"/>
                  <a:pt x="42" y="399"/>
                  <a:pt x="41" y="399"/>
                </a:cubicBezTo>
                <a:cubicBezTo>
                  <a:pt x="41" y="398"/>
                  <a:pt x="42" y="398"/>
                  <a:pt x="42" y="397"/>
                </a:cubicBezTo>
                <a:cubicBezTo>
                  <a:pt x="42" y="397"/>
                  <a:pt x="42" y="398"/>
                  <a:pt x="42" y="398"/>
                </a:cubicBezTo>
                <a:cubicBezTo>
                  <a:pt x="42" y="399"/>
                  <a:pt x="42" y="398"/>
                  <a:pt x="42" y="398"/>
                </a:cubicBezTo>
                <a:close/>
                <a:moveTo>
                  <a:pt x="53" y="397"/>
                </a:moveTo>
                <a:cubicBezTo>
                  <a:pt x="54" y="398"/>
                  <a:pt x="52" y="399"/>
                  <a:pt x="52" y="400"/>
                </a:cubicBezTo>
                <a:cubicBezTo>
                  <a:pt x="52" y="397"/>
                  <a:pt x="53" y="399"/>
                  <a:pt x="53" y="397"/>
                </a:cubicBezTo>
                <a:close/>
                <a:moveTo>
                  <a:pt x="32" y="397"/>
                </a:moveTo>
                <a:cubicBezTo>
                  <a:pt x="32" y="398"/>
                  <a:pt x="32" y="398"/>
                  <a:pt x="32" y="398"/>
                </a:cubicBezTo>
                <a:cubicBezTo>
                  <a:pt x="31" y="398"/>
                  <a:pt x="32" y="400"/>
                  <a:pt x="31" y="400"/>
                </a:cubicBezTo>
                <a:cubicBezTo>
                  <a:pt x="31" y="400"/>
                  <a:pt x="31" y="399"/>
                  <a:pt x="31" y="398"/>
                </a:cubicBezTo>
                <a:cubicBezTo>
                  <a:pt x="31" y="398"/>
                  <a:pt x="31" y="397"/>
                  <a:pt x="32" y="397"/>
                </a:cubicBezTo>
                <a:close/>
                <a:moveTo>
                  <a:pt x="52" y="404"/>
                </a:moveTo>
                <a:cubicBezTo>
                  <a:pt x="53" y="404"/>
                  <a:pt x="54" y="407"/>
                  <a:pt x="52" y="407"/>
                </a:cubicBezTo>
                <a:cubicBezTo>
                  <a:pt x="53" y="405"/>
                  <a:pt x="52" y="406"/>
                  <a:pt x="52" y="404"/>
                </a:cubicBezTo>
                <a:close/>
                <a:moveTo>
                  <a:pt x="42" y="441"/>
                </a:moveTo>
                <a:cubicBezTo>
                  <a:pt x="43" y="442"/>
                  <a:pt x="42" y="443"/>
                  <a:pt x="42" y="444"/>
                </a:cubicBezTo>
                <a:cubicBezTo>
                  <a:pt x="42" y="444"/>
                  <a:pt x="42" y="442"/>
                  <a:pt x="42" y="441"/>
                </a:cubicBezTo>
                <a:close/>
              </a:path>
            </a:pathLst>
          </a:custGeom>
          <a:solidFill>
            <a:schemeClr val="accent2">
              <a:alpha val="70000"/>
            </a:schemeClr>
          </a:solidFill>
          <a:ln w="14288" cap="flat">
            <a:noFill/>
            <a:prstDash val="solid"/>
            <a:miter lim="800000"/>
          </a:ln>
        </p:spPr>
        <p:txBody>
          <a:bodyPr vert="horz" wrap="square" lIns="91440" tIns="45720" rIns="91440" bIns="45720" numCol="1" anchor="ctr"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rgbClr val="FFFFFF"/>
              </a:solidFill>
              <a:sym typeface="+mn-ea"/>
            </a:endParaRPr>
          </a:p>
        </p:txBody>
      </p:sp>
      <p:sp>
        <p:nvSpPr>
          <p:cNvPr id="21" name="Freeform 7397"/>
          <p:cNvSpPr/>
          <p:nvPr>
            <p:custDataLst>
              <p:tags r:id="rId9"/>
            </p:custDataLst>
          </p:nvPr>
        </p:nvSpPr>
        <p:spPr bwMode="auto">
          <a:xfrm rot="16200000">
            <a:off x="8366187" y="783009"/>
            <a:ext cx="39946" cy="5093445"/>
          </a:xfrm>
          <a:custGeom>
            <a:avLst/>
            <a:gdLst>
              <a:gd name="T0" fmla="*/ 391912 w 1717675"/>
              <a:gd name="T1" fmla="*/ 391912 w 1717675"/>
              <a:gd name="T2" fmla="*/ 391912 w 1717675"/>
              <a:gd name="T3" fmla="*/ 391912 w 1717675"/>
              <a:gd name="T4" fmla="*/ 391912 w 1717675"/>
              <a:gd name="T5" fmla="*/ 391912 w 1717675"/>
              <a:gd name="T6" fmla="*/ 391912 w 1717675"/>
              <a:gd name="T7" fmla="*/ 391912 w 1717675"/>
              <a:gd name="T8" fmla="*/ 391912 w 1717675"/>
              <a:gd name="T9" fmla="*/ 391912 w 1717675"/>
              <a:gd name="T10" fmla="*/ 391912 w 1717675"/>
              <a:gd name="T11" fmla="*/ 391912 w 1717675"/>
              <a:gd name="T12" fmla="*/ 391912 w 1717675"/>
              <a:gd name="T13" fmla="*/ 391912 w 1717675"/>
              <a:gd name="T14" fmla="*/ 391912 w 1717675"/>
              <a:gd name="T15" fmla="*/ 391912 w 1717675"/>
              <a:gd name="T16" fmla="*/ 391912 w 1717675"/>
              <a:gd name="T17" fmla="*/ 391912 w 1717675"/>
              <a:gd name="T18" fmla="*/ 391912 w 1717675"/>
              <a:gd name="T19" fmla="*/ 391912 w 1717675"/>
              <a:gd name="T20" fmla="*/ 391912 w 1717675"/>
              <a:gd name="T21" fmla="*/ 391912 w 1717675"/>
              <a:gd name="T22" fmla="*/ 391912 w 1717675"/>
              <a:gd name="T23" fmla="*/ 391912 w 1717675"/>
              <a:gd name="T24" fmla="*/ 391912 w 1717675"/>
              <a:gd name="T25" fmla="*/ 391912 w 1717675"/>
              <a:gd name="T26" fmla="*/ 391912 w 1717675"/>
              <a:gd name="T27" fmla="*/ 391912 w 1717675"/>
              <a:gd name="T28" fmla="*/ 391912 w 1717675"/>
              <a:gd name="T29" fmla="*/ 391912 w 1717675"/>
              <a:gd name="T30" fmla="*/ 391912 w 1717675"/>
              <a:gd name="T31" fmla="*/ 391912 w 1717675"/>
              <a:gd name="T32" fmla="*/ 391912 w 1717675"/>
              <a:gd name="T33" fmla="*/ 391912 w 1717675"/>
              <a:gd name="T34" fmla="*/ 391912 w 1717675"/>
              <a:gd name="T35" fmla="*/ 391912 w 1717675"/>
              <a:gd name="T36" fmla="*/ 391912 w 1717675"/>
              <a:gd name="T37" fmla="*/ 391912 w 1717675"/>
              <a:gd name="T38" fmla="*/ 391912 w 1717675"/>
              <a:gd name="T39" fmla="*/ 391912 w 1717675"/>
              <a:gd name="T40" fmla="*/ 391912 w 1717675"/>
              <a:gd name="T41" fmla="*/ 391912 w 1717675"/>
              <a:gd name="T42" fmla="*/ 391912 w 1717675"/>
              <a:gd name="T43" fmla="*/ 391912 w 1717675"/>
              <a:gd name="T44" fmla="*/ 391912 w 1717675"/>
              <a:gd name="T45" fmla="*/ 391912 w 1717675"/>
              <a:gd name="T46" fmla="*/ 391912 w 1717675"/>
              <a:gd name="T47" fmla="*/ 391912 w 1717675"/>
              <a:gd name="T48" fmla="*/ 391912 w 1717675"/>
              <a:gd name="T49" fmla="*/ 391912 w 1717675"/>
              <a:gd name="T50" fmla="*/ 391912 w 1717675"/>
              <a:gd name="T51" fmla="*/ 391912 w 1717675"/>
              <a:gd name="T52" fmla="*/ 391912 w 1717675"/>
              <a:gd name="T53" fmla="*/ 391912 w 1717675"/>
              <a:gd name="T54" fmla="*/ 391912 w 1717675"/>
              <a:gd name="T55" fmla="*/ 391912 w 1717675"/>
              <a:gd name="T56" fmla="*/ 391912 w 1717675"/>
              <a:gd name="T57" fmla="*/ 391912 w 1717675"/>
              <a:gd name="T58" fmla="*/ 391912 w 1717675"/>
              <a:gd name="T59" fmla="*/ 391912 w 1717675"/>
              <a:gd name="T60" fmla="*/ 391912 w 1717675"/>
              <a:gd name="T61" fmla="*/ 391912 w 1717675"/>
              <a:gd name="T62" fmla="*/ 391912 w 1717675"/>
              <a:gd name="T63" fmla="*/ 391912 w 1717675"/>
              <a:gd name="T64" fmla="*/ 391912 w 1717675"/>
              <a:gd name="T65" fmla="*/ 391912 w 1717675"/>
              <a:gd name="T66" fmla="*/ 391912 w 1717675"/>
              <a:gd name="T67" fmla="*/ 391912 w 1717675"/>
              <a:gd name="T68" fmla="*/ 391912 w 1717675"/>
              <a:gd name="T69" fmla="*/ 391912 w 1717675"/>
              <a:gd name="T70" fmla="*/ 391912 w 1717675"/>
              <a:gd name="T71" fmla="*/ 391912 w 1717675"/>
              <a:gd name="T72" fmla="*/ 391912 w 1717675"/>
              <a:gd name="T73" fmla="*/ 391912 w 1717675"/>
              <a:gd name="T74" fmla="*/ 391912 w 1717675"/>
              <a:gd name="T75" fmla="*/ 391912 w 1717675"/>
              <a:gd name="T76" fmla="*/ 391912 w 1717675"/>
              <a:gd name="T77" fmla="*/ 391912 w 1717675"/>
              <a:gd name="T78" fmla="*/ 391912 w 1717675"/>
              <a:gd name="T79" fmla="*/ 391912 w 1717675"/>
              <a:gd name="T80" fmla="*/ 391912 w 1717675"/>
              <a:gd name="T81" fmla="*/ 391912 w 1717675"/>
              <a:gd name="T82" fmla="*/ 391912 w 1717675"/>
              <a:gd name="T83" fmla="*/ 391912 w 1717675"/>
              <a:gd name="T84" fmla="*/ 391912 w 1717675"/>
              <a:gd name="T85" fmla="*/ 391912 w 1717675"/>
              <a:gd name="T86" fmla="*/ 391912 w 1717675"/>
              <a:gd name="T87" fmla="*/ 391912 w 1717675"/>
              <a:gd name="T88" fmla="*/ 391912 w 1717675"/>
              <a:gd name="T89" fmla="*/ 391912 w 1717675"/>
              <a:gd name="T90" fmla="*/ 391912 w 1717675"/>
              <a:gd name="T91" fmla="*/ 391912 w 1717675"/>
              <a:gd name="T92" fmla="*/ 391912 w 1717675"/>
              <a:gd name="T93" fmla="*/ 391912 w 1717675"/>
              <a:gd name="T94" fmla="*/ 391912 w 1717675"/>
              <a:gd name="T95" fmla="*/ 391912 w 1717675"/>
              <a:gd name="T96" fmla="*/ 391912 w 1717675"/>
              <a:gd name="T97" fmla="*/ 391912 w 1717675"/>
              <a:gd name="T98" fmla="*/ 391912 w 1717675"/>
              <a:gd name="T99" fmla="*/ 391912 w 1717675"/>
              <a:gd name="T100" fmla="*/ 391912 w 1717675"/>
              <a:gd name="T101" fmla="*/ 391912 w 1717675"/>
              <a:gd name="T102" fmla="*/ 391912 w 1717675"/>
              <a:gd name="T103" fmla="*/ 391912 w 1717675"/>
              <a:gd name="T104" fmla="*/ 391912 w 1717675"/>
              <a:gd name="T105" fmla="*/ 391912 w 1717675"/>
              <a:gd name="T106" fmla="*/ 391912 w 1717675"/>
              <a:gd name="T107" fmla="*/ 391912 w 1717675"/>
              <a:gd name="T108" fmla="*/ 391912 w 1717675"/>
              <a:gd name="T109" fmla="*/ 391912 w 1717675"/>
              <a:gd name="T110" fmla="*/ 391912 w 1717675"/>
              <a:gd name="T111" fmla="*/ 391912 w 1717675"/>
              <a:gd name="T112" fmla="*/ 391912 w 1717675"/>
              <a:gd name="T113" fmla="*/ 391912 w 1717675"/>
              <a:gd name="T114" fmla="*/ 391912 w 1717675"/>
              <a:gd name="T115" fmla="*/ 391912 w 1717675"/>
              <a:gd name="T116" fmla="*/ 391912 w 1717675"/>
              <a:gd name="T117" fmla="*/ 391912 w 1717675"/>
              <a:gd name="T118" fmla="*/ 391912 w 1717675"/>
              <a:gd name="T119" fmla="*/ 391912 w 1717675"/>
              <a:gd name="T120" fmla="*/ 391912 w 1717675"/>
              <a:gd name="T121" fmla="*/ 391912 w 1717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0" h="473">
                <a:moveTo>
                  <a:pt x="29" y="6"/>
                </a:moveTo>
                <a:cubicBezTo>
                  <a:pt x="29" y="7"/>
                  <a:pt x="29" y="7"/>
                  <a:pt x="29" y="7"/>
                </a:cubicBezTo>
                <a:cubicBezTo>
                  <a:pt x="29" y="7"/>
                  <a:pt x="28" y="7"/>
                  <a:pt x="28" y="6"/>
                </a:cubicBezTo>
                <a:cubicBezTo>
                  <a:pt x="28" y="6"/>
                  <a:pt x="28" y="4"/>
                  <a:pt x="28" y="3"/>
                </a:cubicBezTo>
                <a:cubicBezTo>
                  <a:pt x="25" y="2"/>
                  <a:pt x="23" y="2"/>
                  <a:pt x="22" y="4"/>
                </a:cubicBezTo>
                <a:cubicBezTo>
                  <a:pt x="21" y="2"/>
                  <a:pt x="21" y="5"/>
                  <a:pt x="20" y="3"/>
                </a:cubicBezTo>
                <a:cubicBezTo>
                  <a:pt x="21" y="5"/>
                  <a:pt x="21" y="6"/>
                  <a:pt x="22" y="8"/>
                </a:cubicBezTo>
                <a:cubicBezTo>
                  <a:pt x="21" y="7"/>
                  <a:pt x="19" y="8"/>
                  <a:pt x="19" y="6"/>
                </a:cubicBezTo>
                <a:cubicBezTo>
                  <a:pt x="18" y="5"/>
                  <a:pt x="18" y="6"/>
                  <a:pt x="18" y="7"/>
                </a:cubicBezTo>
                <a:cubicBezTo>
                  <a:pt x="17" y="5"/>
                  <a:pt x="15" y="7"/>
                  <a:pt x="13" y="6"/>
                </a:cubicBezTo>
                <a:cubicBezTo>
                  <a:pt x="13" y="7"/>
                  <a:pt x="13" y="7"/>
                  <a:pt x="13" y="8"/>
                </a:cubicBezTo>
                <a:cubicBezTo>
                  <a:pt x="12" y="7"/>
                  <a:pt x="12" y="8"/>
                  <a:pt x="11" y="7"/>
                </a:cubicBezTo>
                <a:cubicBezTo>
                  <a:pt x="11" y="8"/>
                  <a:pt x="11" y="9"/>
                  <a:pt x="11" y="9"/>
                </a:cubicBezTo>
                <a:cubicBezTo>
                  <a:pt x="11" y="9"/>
                  <a:pt x="11" y="10"/>
                  <a:pt x="10" y="9"/>
                </a:cubicBezTo>
                <a:cubicBezTo>
                  <a:pt x="10" y="10"/>
                  <a:pt x="9" y="10"/>
                  <a:pt x="8" y="11"/>
                </a:cubicBezTo>
                <a:cubicBezTo>
                  <a:pt x="9" y="11"/>
                  <a:pt x="9" y="12"/>
                  <a:pt x="9" y="12"/>
                </a:cubicBezTo>
                <a:cubicBezTo>
                  <a:pt x="10" y="12"/>
                  <a:pt x="9" y="11"/>
                  <a:pt x="9" y="11"/>
                </a:cubicBezTo>
                <a:cubicBezTo>
                  <a:pt x="10" y="11"/>
                  <a:pt x="10" y="12"/>
                  <a:pt x="10" y="12"/>
                </a:cubicBezTo>
                <a:cubicBezTo>
                  <a:pt x="10" y="11"/>
                  <a:pt x="10" y="11"/>
                  <a:pt x="10" y="11"/>
                </a:cubicBezTo>
                <a:cubicBezTo>
                  <a:pt x="11" y="12"/>
                  <a:pt x="11" y="11"/>
                  <a:pt x="12" y="11"/>
                </a:cubicBezTo>
                <a:cubicBezTo>
                  <a:pt x="13" y="13"/>
                  <a:pt x="12" y="14"/>
                  <a:pt x="12" y="16"/>
                </a:cubicBezTo>
                <a:cubicBezTo>
                  <a:pt x="11" y="15"/>
                  <a:pt x="11" y="15"/>
                  <a:pt x="11" y="16"/>
                </a:cubicBezTo>
                <a:cubicBezTo>
                  <a:pt x="10" y="14"/>
                  <a:pt x="8" y="18"/>
                  <a:pt x="7" y="16"/>
                </a:cubicBezTo>
                <a:cubicBezTo>
                  <a:pt x="7" y="17"/>
                  <a:pt x="7" y="18"/>
                  <a:pt x="6" y="18"/>
                </a:cubicBezTo>
                <a:cubicBezTo>
                  <a:pt x="5" y="17"/>
                  <a:pt x="2" y="19"/>
                  <a:pt x="2" y="21"/>
                </a:cubicBezTo>
                <a:cubicBezTo>
                  <a:pt x="3" y="22"/>
                  <a:pt x="4" y="22"/>
                  <a:pt x="5" y="20"/>
                </a:cubicBezTo>
                <a:cubicBezTo>
                  <a:pt x="6" y="22"/>
                  <a:pt x="6" y="19"/>
                  <a:pt x="8" y="20"/>
                </a:cubicBezTo>
                <a:cubicBezTo>
                  <a:pt x="8" y="21"/>
                  <a:pt x="8" y="22"/>
                  <a:pt x="7" y="23"/>
                </a:cubicBezTo>
                <a:cubicBezTo>
                  <a:pt x="7" y="23"/>
                  <a:pt x="7" y="23"/>
                  <a:pt x="7" y="22"/>
                </a:cubicBezTo>
                <a:cubicBezTo>
                  <a:pt x="7" y="23"/>
                  <a:pt x="7" y="23"/>
                  <a:pt x="7" y="24"/>
                </a:cubicBezTo>
                <a:cubicBezTo>
                  <a:pt x="5" y="24"/>
                  <a:pt x="5" y="26"/>
                  <a:pt x="3" y="26"/>
                </a:cubicBezTo>
                <a:cubicBezTo>
                  <a:pt x="3" y="28"/>
                  <a:pt x="1" y="26"/>
                  <a:pt x="1" y="29"/>
                </a:cubicBezTo>
                <a:cubicBezTo>
                  <a:pt x="2" y="28"/>
                  <a:pt x="5" y="28"/>
                  <a:pt x="6" y="27"/>
                </a:cubicBezTo>
                <a:cubicBezTo>
                  <a:pt x="6" y="27"/>
                  <a:pt x="7" y="27"/>
                  <a:pt x="7" y="28"/>
                </a:cubicBezTo>
                <a:cubicBezTo>
                  <a:pt x="7" y="33"/>
                  <a:pt x="2" y="31"/>
                  <a:pt x="0" y="36"/>
                </a:cubicBezTo>
                <a:cubicBezTo>
                  <a:pt x="1" y="37"/>
                  <a:pt x="2" y="35"/>
                  <a:pt x="2" y="34"/>
                </a:cubicBezTo>
                <a:cubicBezTo>
                  <a:pt x="3" y="35"/>
                  <a:pt x="4" y="36"/>
                  <a:pt x="5" y="35"/>
                </a:cubicBezTo>
                <a:cubicBezTo>
                  <a:pt x="7" y="38"/>
                  <a:pt x="2" y="39"/>
                  <a:pt x="1" y="41"/>
                </a:cubicBezTo>
                <a:cubicBezTo>
                  <a:pt x="2" y="41"/>
                  <a:pt x="2" y="42"/>
                  <a:pt x="2" y="43"/>
                </a:cubicBezTo>
                <a:cubicBezTo>
                  <a:pt x="2" y="42"/>
                  <a:pt x="3" y="42"/>
                  <a:pt x="3" y="43"/>
                </a:cubicBezTo>
                <a:cubicBezTo>
                  <a:pt x="3" y="41"/>
                  <a:pt x="4" y="44"/>
                  <a:pt x="5" y="42"/>
                </a:cubicBezTo>
                <a:cubicBezTo>
                  <a:pt x="5" y="41"/>
                  <a:pt x="5" y="40"/>
                  <a:pt x="5" y="40"/>
                </a:cubicBezTo>
                <a:cubicBezTo>
                  <a:pt x="6" y="40"/>
                  <a:pt x="6" y="41"/>
                  <a:pt x="6" y="42"/>
                </a:cubicBezTo>
                <a:cubicBezTo>
                  <a:pt x="6" y="43"/>
                  <a:pt x="7" y="43"/>
                  <a:pt x="7" y="43"/>
                </a:cubicBezTo>
                <a:cubicBezTo>
                  <a:pt x="6" y="45"/>
                  <a:pt x="6" y="45"/>
                  <a:pt x="5" y="46"/>
                </a:cubicBezTo>
                <a:cubicBezTo>
                  <a:pt x="5" y="46"/>
                  <a:pt x="5" y="46"/>
                  <a:pt x="5" y="45"/>
                </a:cubicBezTo>
                <a:cubicBezTo>
                  <a:pt x="4" y="47"/>
                  <a:pt x="4" y="47"/>
                  <a:pt x="3" y="47"/>
                </a:cubicBezTo>
                <a:cubicBezTo>
                  <a:pt x="3" y="48"/>
                  <a:pt x="2" y="49"/>
                  <a:pt x="3" y="49"/>
                </a:cubicBezTo>
                <a:cubicBezTo>
                  <a:pt x="3" y="47"/>
                  <a:pt x="4" y="50"/>
                  <a:pt x="5" y="49"/>
                </a:cubicBezTo>
                <a:cubicBezTo>
                  <a:pt x="6" y="48"/>
                  <a:pt x="5" y="47"/>
                  <a:pt x="5" y="47"/>
                </a:cubicBezTo>
                <a:cubicBezTo>
                  <a:pt x="6" y="48"/>
                  <a:pt x="6" y="50"/>
                  <a:pt x="6" y="51"/>
                </a:cubicBezTo>
                <a:cubicBezTo>
                  <a:pt x="5" y="51"/>
                  <a:pt x="5" y="51"/>
                  <a:pt x="4" y="53"/>
                </a:cubicBezTo>
                <a:cubicBezTo>
                  <a:pt x="3" y="52"/>
                  <a:pt x="3" y="54"/>
                  <a:pt x="1" y="55"/>
                </a:cubicBezTo>
                <a:cubicBezTo>
                  <a:pt x="1" y="55"/>
                  <a:pt x="1" y="57"/>
                  <a:pt x="1" y="58"/>
                </a:cubicBezTo>
                <a:cubicBezTo>
                  <a:pt x="2" y="59"/>
                  <a:pt x="2" y="57"/>
                  <a:pt x="3" y="56"/>
                </a:cubicBezTo>
                <a:cubicBezTo>
                  <a:pt x="3" y="57"/>
                  <a:pt x="4" y="56"/>
                  <a:pt x="4" y="55"/>
                </a:cubicBezTo>
                <a:cubicBezTo>
                  <a:pt x="4" y="57"/>
                  <a:pt x="4" y="58"/>
                  <a:pt x="5" y="58"/>
                </a:cubicBezTo>
                <a:cubicBezTo>
                  <a:pt x="5" y="57"/>
                  <a:pt x="4" y="57"/>
                  <a:pt x="5" y="55"/>
                </a:cubicBezTo>
                <a:cubicBezTo>
                  <a:pt x="5" y="56"/>
                  <a:pt x="5" y="55"/>
                  <a:pt x="5" y="55"/>
                </a:cubicBezTo>
                <a:cubicBezTo>
                  <a:pt x="5" y="58"/>
                  <a:pt x="6" y="54"/>
                  <a:pt x="6" y="55"/>
                </a:cubicBezTo>
                <a:cubicBezTo>
                  <a:pt x="5" y="59"/>
                  <a:pt x="3" y="61"/>
                  <a:pt x="1" y="64"/>
                </a:cubicBezTo>
                <a:cubicBezTo>
                  <a:pt x="3" y="64"/>
                  <a:pt x="3" y="63"/>
                  <a:pt x="4" y="64"/>
                </a:cubicBezTo>
                <a:cubicBezTo>
                  <a:pt x="4" y="63"/>
                  <a:pt x="4" y="61"/>
                  <a:pt x="5" y="62"/>
                </a:cubicBezTo>
                <a:cubicBezTo>
                  <a:pt x="5" y="62"/>
                  <a:pt x="5" y="62"/>
                  <a:pt x="5" y="63"/>
                </a:cubicBezTo>
                <a:cubicBezTo>
                  <a:pt x="4" y="63"/>
                  <a:pt x="5" y="65"/>
                  <a:pt x="5" y="65"/>
                </a:cubicBezTo>
                <a:cubicBezTo>
                  <a:pt x="4" y="66"/>
                  <a:pt x="5" y="67"/>
                  <a:pt x="5" y="68"/>
                </a:cubicBezTo>
                <a:cubicBezTo>
                  <a:pt x="5" y="69"/>
                  <a:pt x="4" y="69"/>
                  <a:pt x="4" y="71"/>
                </a:cubicBezTo>
                <a:cubicBezTo>
                  <a:pt x="5" y="71"/>
                  <a:pt x="5" y="70"/>
                  <a:pt x="5" y="71"/>
                </a:cubicBezTo>
                <a:cubicBezTo>
                  <a:pt x="4" y="72"/>
                  <a:pt x="5" y="72"/>
                  <a:pt x="5" y="75"/>
                </a:cubicBezTo>
                <a:cubicBezTo>
                  <a:pt x="5" y="75"/>
                  <a:pt x="4" y="76"/>
                  <a:pt x="5" y="76"/>
                </a:cubicBezTo>
                <a:cubicBezTo>
                  <a:pt x="5" y="75"/>
                  <a:pt x="5" y="75"/>
                  <a:pt x="6" y="74"/>
                </a:cubicBezTo>
                <a:cubicBezTo>
                  <a:pt x="5" y="76"/>
                  <a:pt x="6" y="82"/>
                  <a:pt x="5" y="80"/>
                </a:cubicBezTo>
                <a:cubicBezTo>
                  <a:pt x="4" y="81"/>
                  <a:pt x="5" y="82"/>
                  <a:pt x="4" y="83"/>
                </a:cubicBezTo>
                <a:cubicBezTo>
                  <a:pt x="5" y="83"/>
                  <a:pt x="5" y="81"/>
                  <a:pt x="6" y="82"/>
                </a:cubicBezTo>
                <a:cubicBezTo>
                  <a:pt x="6" y="83"/>
                  <a:pt x="5" y="82"/>
                  <a:pt x="5" y="83"/>
                </a:cubicBezTo>
                <a:cubicBezTo>
                  <a:pt x="6" y="84"/>
                  <a:pt x="5" y="85"/>
                  <a:pt x="5" y="86"/>
                </a:cubicBezTo>
                <a:cubicBezTo>
                  <a:pt x="5" y="86"/>
                  <a:pt x="5" y="87"/>
                  <a:pt x="4" y="87"/>
                </a:cubicBezTo>
                <a:cubicBezTo>
                  <a:pt x="5" y="90"/>
                  <a:pt x="3" y="93"/>
                  <a:pt x="4" y="96"/>
                </a:cubicBezTo>
                <a:cubicBezTo>
                  <a:pt x="5" y="96"/>
                  <a:pt x="5" y="95"/>
                  <a:pt x="5" y="96"/>
                </a:cubicBezTo>
                <a:cubicBezTo>
                  <a:pt x="5" y="97"/>
                  <a:pt x="4" y="97"/>
                  <a:pt x="5" y="99"/>
                </a:cubicBezTo>
                <a:cubicBezTo>
                  <a:pt x="4" y="98"/>
                  <a:pt x="4" y="98"/>
                  <a:pt x="4" y="98"/>
                </a:cubicBezTo>
                <a:cubicBezTo>
                  <a:pt x="4" y="101"/>
                  <a:pt x="5" y="107"/>
                  <a:pt x="4" y="109"/>
                </a:cubicBezTo>
                <a:cubicBezTo>
                  <a:pt x="5" y="110"/>
                  <a:pt x="4" y="112"/>
                  <a:pt x="4" y="114"/>
                </a:cubicBezTo>
                <a:cubicBezTo>
                  <a:pt x="5" y="115"/>
                  <a:pt x="4" y="118"/>
                  <a:pt x="4" y="120"/>
                </a:cubicBezTo>
                <a:cubicBezTo>
                  <a:pt x="4" y="119"/>
                  <a:pt x="4" y="119"/>
                  <a:pt x="5" y="118"/>
                </a:cubicBezTo>
                <a:cubicBezTo>
                  <a:pt x="5" y="119"/>
                  <a:pt x="5" y="119"/>
                  <a:pt x="5" y="119"/>
                </a:cubicBezTo>
                <a:cubicBezTo>
                  <a:pt x="4" y="120"/>
                  <a:pt x="5" y="120"/>
                  <a:pt x="5" y="121"/>
                </a:cubicBezTo>
                <a:cubicBezTo>
                  <a:pt x="5" y="124"/>
                  <a:pt x="4" y="130"/>
                  <a:pt x="5" y="132"/>
                </a:cubicBezTo>
                <a:cubicBezTo>
                  <a:pt x="5" y="132"/>
                  <a:pt x="5" y="132"/>
                  <a:pt x="5" y="132"/>
                </a:cubicBezTo>
                <a:cubicBezTo>
                  <a:pt x="5" y="134"/>
                  <a:pt x="5" y="136"/>
                  <a:pt x="4" y="139"/>
                </a:cubicBezTo>
                <a:cubicBezTo>
                  <a:pt x="5" y="139"/>
                  <a:pt x="5" y="141"/>
                  <a:pt x="5" y="141"/>
                </a:cubicBezTo>
                <a:cubicBezTo>
                  <a:pt x="5" y="142"/>
                  <a:pt x="5" y="142"/>
                  <a:pt x="4" y="143"/>
                </a:cubicBezTo>
                <a:cubicBezTo>
                  <a:pt x="5" y="144"/>
                  <a:pt x="5" y="142"/>
                  <a:pt x="5" y="143"/>
                </a:cubicBezTo>
                <a:cubicBezTo>
                  <a:pt x="4" y="144"/>
                  <a:pt x="6" y="146"/>
                  <a:pt x="5" y="148"/>
                </a:cubicBezTo>
                <a:cubicBezTo>
                  <a:pt x="4" y="147"/>
                  <a:pt x="5" y="146"/>
                  <a:pt x="5" y="146"/>
                </a:cubicBezTo>
                <a:cubicBezTo>
                  <a:pt x="4" y="146"/>
                  <a:pt x="4" y="150"/>
                  <a:pt x="5" y="149"/>
                </a:cubicBezTo>
                <a:cubicBezTo>
                  <a:pt x="5" y="149"/>
                  <a:pt x="6" y="149"/>
                  <a:pt x="6" y="148"/>
                </a:cubicBezTo>
                <a:cubicBezTo>
                  <a:pt x="6" y="149"/>
                  <a:pt x="5" y="149"/>
                  <a:pt x="5" y="151"/>
                </a:cubicBezTo>
                <a:cubicBezTo>
                  <a:pt x="5" y="152"/>
                  <a:pt x="6" y="152"/>
                  <a:pt x="6" y="153"/>
                </a:cubicBezTo>
                <a:cubicBezTo>
                  <a:pt x="5" y="152"/>
                  <a:pt x="5" y="155"/>
                  <a:pt x="6" y="155"/>
                </a:cubicBezTo>
                <a:cubicBezTo>
                  <a:pt x="6" y="155"/>
                  <a:pt x="5" y="153"/>
                  <a:pt x="6" y="153"/>
                </a:cubicBezTo>
                <a:cubicBezTo>
                  <a:pt x="7" y="153"/>
                  <a:pt x="7" y="153"/>
                  <a:pt x="7" y="155"/>
                </a:cubicBezTo>
                <a:cubicBezTo>
                  <a:pt x="7" y="155"/>
                  <a:pt x="7" y="154"/>
                  <a:pt x="6" y="154"/>
                </a:cubicBezTo>
                <a:cubicBezTo>
                  <a:pt x="6" y="155"/>
                  <a:pt x="6" y="155"/>
                  <a:pt x="6" y="156"/>
                </a:cubicBezTo>
                <a:cubicBezTo>
                  <a:pt x="6" y="155"/>
                  <a:pt x="5" y="157"/>
                  <a:pt x="5" y="158"/>
                </a:cubicBezTo>
                <a:cubicBezTo>
                  <a:pt x="6" y="158"/>
                  <a:pt x="6" y="157"/>
                  <a:pt x="6" y="158"/>
                </a:cubicBezTo>
                <a:cubicBezTo>
                  <a:pt x="5" y="158"/>
                  <a:pt x="6" y="162"/>
                  <a:pt x="6" y="164"/>
                </a:cubicBezTo>
                <a:cubicBezTo>
                  <a:pt x="7" y="165"/>
                  <a:pt x="6" y="165"/>
                  <a:pt x="8" y="167"/>
                </a:cubicBezTo>
                <a:cubicBezTo>
                  <a:pt x="7" y="168"/>
                  <a:pt x="7" y="165"/>
                  <a:pt x="6" y="167"/>
                </a:cubicBezTo>
                <a:cubicBezTo>
                  <a:pt x="6" y="167"/>
                  <a:pt x="7" y="168"/>
                  <a:pt x="6" y="168"/>
                </a:cubicBezTo>
                <a:cubicBezTo>
                  <a:pt x="6" y="169"/>
                  <a:pt x="6" y="167"/>
                  <a:pt x="6" y="167"/>
                </a:cubicBezTo>
                <a:cubicBezTo>
                  <a:pt x="6" y="168"/>
                  <a:pt x="5" y="167"/>
                  <a:pt x="5" y="167"/>
                </a:cubicBezTo>
                <a:cubicBezTo>
                  <a:pt x="5" y="170"/>
                  <a:pt x="5" y="171"/>
                  <a:pt x="6" y="173"/>
                </a:cubicBezTo>
                <a:cubicBezTo>
                  <a:pt x="6" y="172"/>
                  <a:pt x="6" y="171"/>
                  <a:pt x="6" y="170"/>
                </a:cubicBezTo>
                <a:cubicBezTo>
                  <a:pt x="6" y="172"/>
                  <a:pt x="7" y="175"/>
                  <a:pt x="6" y="175"/>
                </a:cubicBezTo>
                <a:cubicBezTo>
                  <a:pt x="6" y="174"/>
                  <a:pt x="6" y="173"/>
                  <a:pt x="6" y="173"/>
                </a:cubicBezTo>
                <a:cubicBezTo>
                  <a:pt x="6" y="174"/>
                  <a:pt x="5" y="173"/>
                  <a:pt x="5" y="174"/>
                </a:cubicBezTo>
                <a:cubicBezTo>
                  <a:pt x="6" y="174"/>
                  <a:pt x="6" y="179"/>
                  <a:pt x="6" y="177"/>
                </a:cubicBezTo>
                <a:cubicBezTo>
                  <a:pt x="6" y="179"/>
                  <a:pt x="6" y="183"/>
                  <a:pt x="6" y="184"/>
                </a:cubicBezTo>
                <a:cubicBezTo>
                  <a:pt x="7" y="184"/>
                  <a:pt x="6" y="183"/>
                  <a:pt x="7" y="183"/>
                </a:cubicBezTo>
                <a:cubicBezTo>
                  <a:pt x="7" y="183"/>
                  <a:pt x="7" y="184"/>
                  <a:pt x="7" y="186"/>
                </a:cubicBezTo>
                <a:cubicBezTo>
                  <a:pt x="6" y="185"/>
                  <a:pt x="6" y="187"/>
                  <a:pt x="6" y="188"/>
                </a:cubicBezTo>
                <a:cubicBezTo>
                  <a:pt x="6" y="187"/>
                  <a:pt x="7" y="186"/>
                  <a:pt x="8" y="186"/>
                </a:cubicBezTo>
                <a:cubicBezTo>
                  <a:pt x="7" y="188"/>
                  <a:pt x="7" y="190"/>
                  <a:pt x="7" y="192"/>
                </a:cubicBezTo>
                <a:cubicBezTo>
                  <a:pt x="7" y="192"/>
                  <a:pt x="6" y="192"/>
                  <a:pt x="6" y="193"/>
                </a:cubicBezTo>
                <a:cubicBezTo>
                  <a:pt x="7" y="193"/>
                  <a:pt x="6" y="194"/>
                  <a:pt x="7" y="195"/>
                </a:cubicBezTo>
                <a:cubicBezTo>
                  <a:pt x="6" y="195"/>
                  <a:pt x="6" y="195"/>
                  <a:pt x="6" y="194"/>
                </a:cubicBezTo>
                <a:cubicBezTo>
                  <a:pt x="6" y="196"/>
                  <a:pt x="6" y="197"/>
                  <a:pt x="6" y="198"/>
                </a:cubicBezTo>
                <a:cubicBezTo>
                  <a:pt x="6" y="199"/>
                  <a:pt x="6" y="198"/>
                  <a:pt x="6" y="198"/>
                </a:cubicBezTo>
                <a:cubicBezTo>
                  <a:pt x="7" y="199"/>
                  <a:pt x="7" y="199"/>
                  <a:pt x="7" y="201"/>
                </a:cubicBezTo>
                <a:cubicBezTo>
                  <a:pt x="7" y="201"/>
                  <a:pt x="6" y="200"/>
                  <a:pt x="6" y="201"/>
                </a:cubicBezTo>
                <a:cubicBezTo>
                  <a:pt x="7" y="201"/>
                  <a:pt x="7" y="203"/>
                  <a:pt x="8" y="203"/>
                </a:cubicBezTo>
                <a:cubicBezTo>
                  <a:pt x="8" y="201"/>
                  <a:pt x="8" y="202"/>
                  <a:pt x="8" y="201"/>
                </a:cubicBezTo>
                <a:cubicBezTo>
                  <a:pt x="8" y="201"/>
                  <a:pt x="7" y="201"/>
                  <a:pt x="7" y="200"/>
                </a:cubicBezTo>
                <a:cubicBezTo>
                  <a:pt x="8" y="200"/>
                  <a:pt x="7" y="197"/>
                  <a:pt x="8" y="197"/>
                </a:cubicBezTo>
                <a:cubicBezTo>
                  <a:pt x="8" y="199"/>
                  <a:pt x="9" y="198"/>
                  <a:pt x="10" y="198"/>
                </a:cubicBezTo>
                <a:cubicBezTo>
                  <a:pt x="9" y="199"/>
                  <a:pt x="10" y="199"/>
                  <a:pt x="10" y="200"/>
                </a:cubicBezTo>
                <a:cubicBezTo>
                  <a:pt x="9" y="199"/>
                  <a:pt x="9" y="200"/>
                  <a:pt x="9" y="201"/>
                </a:cubicBezTo>
                <a:cubicBezTo>
                  <a:pt x="9" y="200"/>
                  <a:pt x="10" y="200"/>
                  <a:pt x="10" y="200"/>
                </a:cubicBezTo>
                <a:cubicBezTo>
                  <a:pt x="10" y="201"/>
                  <a:pt x="10" y="202"/>
                  <a:pt x="11" y="203"/>
                </a:cubicBezTo>
                <a:cubicBezTo>
                  <a:pt x="10" y="203"/>
                  <a:pt x="10" y="203"/>
                  <a:pt x="10" y="204"/>
                </a:cubicBezTo>
                <a:cubicBezTo>
                  <a:pt x="10" y="204"/>
                  <a:pt x="10" y="205"/>
                  <a:pt x="11" y="205"/>
                </a:cubicBezTo>
                <a:cubicBezTo>
                  <a:pt x="10" y="205"/>
                  <a:pt x="10" y="206"/>
                  <a:pt x="10" y="206"/>
                </a:cubicBezTo>
                <a:cubicBezTo>
                  <a:pt x="10" y="205"/>
                  <a:pt x="10" y="203"/>
                  <a:pt x="9" y="203"/>
                </a:cubicBezTo>
                <a:cubicBezTo>
                  <a:pt x="8" y="205"/>
                  <a:pt x="9" y="206"/>
                  <a:pt x="10" y="207"/>
                </a:cubicBezTo>
                <a:cubicBezTo>
                  <a:pt x="10" y="208"/>
                  <a:pt x="10" y="208"/>
                  <a:pt x="10" y="209"/>
                </a:cubicBezTo>
                <a:cubicBezTo>
                  <a:pt x="10" y="209"/>
                  <a:pt x="10" y="210"/>
                  <a:pt x="10" y="210"/>
                </a:cubicBezTo>
                <a:cubicBezTo>
                  <a:pt x="9" y="208"/>
                  <a:pt x="10" y="208"/>
                  <a:pt x="10" y="208"/>
                </a:cubicBezTo>
                <a:cubicBezTo>
                  <a:pt x="9" y="207"/>
                  <a:pt x="9" y="209"/>
                  <a:pt x="9" y="209"/>
                </a:cubicBezTo>
                <a:cubicBezTo>
                  <a:pt x="9" y="208"/>
                  <a:pt x="8" y="208"/>
                  <a:pt x="8" y="209"/>
                </a:cubicBezTo>
                <a:cubicBezTo>
                  <a:pt x="9" y="209"/>
                  <a:pt x="9" y="211"/>
                  <a:pt x="9" y="212"/>
                </a:cubicBezTo>
                <a:cubicBezTo>
                  <a:pt x="10" y="212"/>
                  <a:pt x="10" y="211"/>
                  <a:pt x="10" y="211"/>
                </a:cubicBezTo>
                <a:cubicBezTo>
                  <a:pt x="10" y="212"/>
                  <a:pt x="9" y="213"/>
                  <a:pt x="10" y="214"/>
                </a:cubicBezTo>
                <a:cubicBezTo>
                  <a:pt x="10" y="212"/>
                  <a:pt x="10" y="214"/>
                  <a:pt x="10" y="215"/>
                </a:cubicBezTo>
                <a:cubicBezTo>
                  <a:pt x="10" y="213"/>
                  <a:pt x="12" y="214"/>
                  <a:pt x="12" y="214"/>
                </a:cubicBezTo>
                <a:cubicBezTo>
                  <a:pt x="12" y="215"/>
                  <a:pt x="12" y="217"/>
                  <a:pt x="12" y="217"/>
                </a:cubicBezTo>
                <a:cubicBezTo>
                  <a:pt x="11" y="217"/>
                  <a:pt x="11" y="217"/>
                  <a:pt x="11" y="217"/>
                </a:cubicBezTo>
                <a:cubicBezTo>
                  <a:pt x="11" y="216"/>
                  <a:pt x="12" y="215"/>
                  <a:pt x="11" y="214"/>
                </a:cubicBezTo>
                <a:cubicBezTo>
                  <a:pt x="11" y="215"/>
                  <a:pt x="11" y="215"/>
                  <a:pt x="11" y="215"/>
                </a:cubicBezTo>
                <a:cubicBezTo>
                  <a:pt x="11" y="215"/>
                  <a:pt x="11" y="214"/>
                  <a:pt x="11" y="214"/>
                </a:cubicBezTo>
                <a:cubicBezTo>
                  <a:pt x="10" y="218"/>
                  <a:pt x="11" y="220"/>
                  <a:pt x="10" y="222"/>
                </a:cubicBezTo>
                <a:cubicBezTo>
                  <a:pt x="11" y="222"/>
                  <a:pt x="10" y="224"/>
                  <a:pt x="11" y="225"/>
                </a:cubicBezTo>
                <a:cubicBezTo>
                  <a:pt x="11" y="225"/>
                  <a:pt x="11" y="224"/>
                  <a:pt x="11" y="224"/>
                </a:cubicBezTo>
                <a:cubicBezTo>
                  <a:pt x="12" y="224"/>
                  <a:pt x="11" y="226"/>
                  <a:pt x="11" y="226"/>
                </a:cubicBezTo>
                <a:cubicBezTo>
                  <a:pt x="11" y="226"/>
                  <a:pt x="10" y="227"/>
                  <a:pt x="10" y="226"/>
                </a:cubicBezTo>
                <a:cubicBezTo>
                  <a:pt x="10" y="227"/>
                  <a:pt x="10" y="227"/>
                  <a:pt x="10" y="228"/>
                </a:cubicBezTo>
                <a:cubicBezTo>
                  <a:pt x="11" y="227"/>
                  <a:pt x="12" y="227"/>
                  <a:pt x="12" y="226"/>
                </a:cubicBezTo>
                <a:cubicBezTo>
                  <a:pt x="13" y="227"/>
                  <a:pt x="12" y="227"/>
                  <a:pt x="12" y="228"/>
                </a:cubicBezTo>
                <a:cubicBezTo>
                  <a:pt x="11" y="227"/>
                  <a:pt x="12" y="231"/>
                  <a:pt x="11" y="229"/>
                </a:cubicBezTo>
                <a:cubicBezTo>
                  <a:pt x="11" y="230"/>
                  <a:pt x="10" y="231"/>
                  <a:pt x="10" y="232"/>
                </a:cubicBezTo>
                <a:cubicBezTo>
                  <a:pt x="10" y="231"/>
                  <a:pt x="11" y="231"/>
                  <a:pt x="11" y="232"/>
                </a:cubicBezTo>
                <a:cubicBezTo>
                  <a:pt x="11" y="232"/>
                  <a:pt x="11" y="233"/>
                  <a:pt x="10" y="232"/>
                </a:cubicBezTo>
                <a:cubicBezTo>
                  <a:pt x="10" y="232"/>
                  <a:pt x="10" y="232"/>
                  <a:pt x="10" y="232"/>
                </a:cubicBezTo>
                <a:cubicBezTo>
                  <a:pt x="10" y="232"/>
                  <a:pt x="10" y="230"/>
                  <a:pt x="10" y="230"/>
                </a:cubicBezTo>
                <a:cubicBezTo>
                  <a:pt x="10" y="232"/>
                  <a:pt x="9" y="232"/>
                  <a:pt x="9" y="231"/>
                </a:cubicBezTo>
                <a:cubicBezTo>
                  <a:pt x="9" y="233"/>
                  <a:pt x="10" y="232"/>
                  <a:pt x="10" y="234"/>
                </a:cubicBezTo>
                <a:cubicBezTo>
                  <a:pt x="10" y="234"/>
                  <a:pt x="10" y="235"/>
                  <a:pt x="9" y="234"/>
                </a:cubicBezTo>
                <a:cubicBezTo>
                  <a:pt x="9" y="236"/>
                  <a:pt x="10" y="236"/>
                  <a:pt x="10" y="238"/>
                </a:cubicBezTo>
                <a:cubicBezTo>
                  <a:pt x="10" y="238"/>
                  <a:pt x="9" y="240"/>
                  <a:pt x="10" y="240"/>
                </a:cubicBezTo>
                <a:cubicBezTo>
                  <a:pt x="11" y="240"/>
                  <a:pt x="10" y="236"/>
                  <a:pt x="11" y="235"/>
                </a:cubicBezTo>
                <a:cubicBezTo>
                  <a:pt x="11" y="237"/>
                  <a:pt x="12" y="234"/>
                  <a:pt x="13" y="236"/>
                </a:cubicBezTo>
                <a:cubicBezTo>
                  <a:pt x="13" y="239"/>
                  <a:pt x="11" y="237"/>
                  <a:pt x="12" y="239"/>
                </a:cubicBezTo>
                <a:cubicBezTo>
                  <a:pt x="12" y="238"/>
                  <a:pt x="13" y="239"/>
                  <a:pt x="12" y="239"/>
                </a:cubicBezTo>
                <a:cubicBezTo>
                  <a:pt x="13" y="239"/>
                  <a:pt x="15" y="236"/>
                  <a:pt x="15" y="239"/>
                </a:cubicBezTo>
                <a:cubicBezTo>
                  <a:pt x="15" y="239"/>
                  <a:pt x="13" y="239"/>
                  <a:pt x="14" y="241"/>
                </a:cubicBezTo>
                <a:cubicBezTo>
                  <a:pt x="14" y="240"/>
                  <a:pt x="14" y="241"/>
                  <a:pt x="14" y="242"/>
                </a:cubicBezTo>
                <a:cubicBezTo>
                  <a:pt x="14" y="242"/>
                  <a:pt x="15" y="242"/>
                  <a:pt x="15" y="242"/>
                </a:cubicBezTo>
                <a:cubicBezTo>
                  <a:pt x="15" y="243"/>
                  <a:pt x="14" y="244"/>
                  <a:pt x="14" y="244"/>
                </a:cubicBezTo>
                <a:cubicBezTo>
                  <a:pt x="15" y="245"/>
                  <a:pt x="13" y="246"/>
                  <a:pt x="13" y="246"/>
                </a:cubicBezTo>
                <a:cubicBezTo>
                  <a:pt x="14" y="245"/>
                  <a:pt x="14" y="246"/>
                  <a:pt x="15" y="244"/>
                </a:cubicBezTo>
                <a:cubicBezTo>
                  <a:pt x="15" y="245"/>
                  <a:pt x="15" y="244"/>
                  <a:pt x="15" y="244"/>
                </a:cubicBezTo>
                <a:cubicBezTo>
                  <a:pt x="15" y="246"/>
                  <a:pt x="15" y="247"/>
                  <a:pt x="15" y="249"/>
                </a:cubicBezTo>
                <a:cubicBezTo>
                  <a:pt x="17" y="249"/>
                  <a:pt x="14" y="253"/>
                  <a:pt x="15" y="254"/>
                </a:cubicBezTo>
                <a:cubicBezTo>
                  <a:pt x="15" y="253"/>
                  <a:pt x="15" y="253"/>
                  <a:pt x="15" y="253"/>
                </a:cubicBezTo>
                <a:cubicBezTo>
                  <a:pt x="15" y="254"/>
                  <a:pt x="16" y="252"/>
                  <a:pt x="16" y="254"/>
                </a:cubicBezTo>
                <a:cubicBezTo>
                  <a:pt x="16" y="254"/>
                  <a:pt x="16" y="255"/>
                  <a:pt x="15" y="255"/>
                </a:cubicBezTo>
                <a:cubicBezTo>
                  <a:pt x="15" y="255"/>
                  <a:pt x="14" y="256"/>
                  <a:pt x="14" y="256"/>
                </a:cubicBezTo>
                <a:cubicBezTo>
                  <a:pt x="14" y="256"/>
                  <a:pt x="14" y="257"/>
                  <a:pt x="14" y="257"/>
                </a:cubicBezTo>
                <a:cubicBezTo>
                  <a:pt x="15" y="258"/>
                  <a:pt x="15" y="255"/>
                  <a:pt x="15" y="257"/>
                </a:cubicBezTo>
                <a:cubicBezTo>
                  <a:pt x="15" y="258"/>
                  <a:pt x="14" y="258"/>
                  <a:pt x="15" y="259"/>
                </a:cubicBezTo>
                <a:cubicBezTo>
                  <a:pt x="15" y="257"/>
                  <a:pt x="14" y="261"/>
                  <a:pt x="15" y="260"/>
                </a:cubicBezTo>
                <a:cubicBezTo>
                  <a:pt x="15" y="259"/>
                  <a:pt x="15" y="259"/>
                  <a:pt x="15" y="258"/>
                </a:cubicBezTo>
                <a:cubicBezTo>
                  <a:pt x="15" y="259"/>
                  <a:pt x="16" y="258"/>
                  <a:pt x="16" y="259"/>
                </a:cubicBezTo>
                <a:cubicBezTo>
                  <a:pt x="15" y="260"/>
                  <a:pt x="16" y="260"/>
                  <a:pt x="16" y="262"/>
                </a:cubicBezTo>
                <a:cubicBezTo>
                  <a:pt x="15" y="264"/>
                  <a:pt x="13" y="264"/>
                  <a:pt x="14" y="266"/>
                </a:cubicBezTo>
                <a:cubicBezTo>
                  <a:pt x="14" y="265"/>
                  <a:pt x="14" y="265"/>
                  <a:pt x="15" y="265"/>
                </a:cubicBezTo>
                <a:cubicBezTo>
                  <a:pt x="15" y="267"/>
                  <a:pt x="15" y="267"/>
                  <a:pt x="15" y="267"/>
                </a:cubicBezTo>
                <a:cubicBezTo>
                  <a:pt x="16" y="268"/>
                  <a:pt x="15" y="266"/>
                  <a:pt x="16" y="266"/>
                </a:cubicBezTo>
                <a:cubicBezTo>
                  <a:pt x="16" y="267"/>
                  <a:pt x="16" y="266"/>
                  <a:pt x="16" y="267"/>
                </a:cubicBezTo>
                <a:cubicBezTo>
                  <a:pt x="16" y="267"/>
                  <a:pt x="15" y="267"/>
                  <a:pt x="15" y="268"/>
                </a:cubicBezTo>
                <a:cubicBezTo>
                  <a:pt x="16" y="270"/>
                  <a:pt x="16" y="267"/>
                  <a:pt x="17" y="268"/>
                </a:cubicBezTo>
                <a:cubicBezTo>
                  <a:pt x="16" y="268"/>
                  <a:pt x="17" y="270"/>
                  <a:pt x="16" y="270"/>
                </a:cubicBezTo>
                <a:cubicBezTo>
                  <a:pt x="16" y="270"/>
                  <a:pt x="16" y="270"/>
                  <a:pt x="16" y="270"/>
                </a:cubicBezTo>
                <a:cubicBezTo>
                  <a:pt x="16" y="269"/>
                  <a:pt x="16" y="270"/>
                  <a:pt x="16" y="269"/>
                </a:cubicBezTo>
                <a:cubicBezTo>
                  <a:pt x="15" y="269"/>
                  <a:pt x="15" y="270"/>
                  <a:pt x="15" y="271"/>
                </a:cubicBezTo>
                <a:cubicBezTo>
                  <a:pt x="15" y="272"/>
                  <a:pt x="16" y="272"/>
                  <a:pt x="16" y="273"/>
                </a:cubicBezTo>
                <a:cubicBezTo>
                  <a:pt x="16" y="273"/>
                  <a:pt x="15" y="273"/>
                  <a:pt x="15" y="275"/>
                </a:cubicBezTo>
                <a:cubicBezTo>
                  <a:pt x="16" y="275"/>
                  <a:pt x="16" y="276"/>
                  <a:pt x="17" y="277"/>
                </a:cubicBezTo>
                <a:cubicBezTo>
                  <a:pt x="17" y="280"/>
                  <a:pt x="17" y="280"/>
                  <a:pt x="17" y="283"/>
                </a:cubicBezTo>
                <a:cubicBezTo>
                  <a:pt x="16" y="283"/>
                  <a:pt x="17" y="284"/>
                  <a:pt x="17" y="285"/>
                </a:cubicBezTo>
                <a:cubicBezTo>
                  <a:pt x="16" y="284"/>
                  <a:pt x="16" y="285"/>
                  <a:pt x="16" y="285"/>
                </a:cubicBezTo>
                <a:cubicBezTo>
                  <a:pt x="16" y="287"/>
                  <a:pt x="16" y="288"/>
                  <a:pt x="16" y="289"/>
                </a:cubicBezTo>
                <a:cubicBezTo>
                  <a:pt x="17" y="289"/>
                  <a:pt x="16" y="287"/>
                  <a:pt x="17" y="287"/>
                </a:cubicBezTo>
                <a:cubicBezTo>
                  <a:pt x="17" y="289"/>
                  <a:pt x="17" y="289"/>
                  <a:pt x="17" y="289"/>
                </a:cubicBezTo>
                <a:cubicBezTo>
                  <a:pt x="17" y="289"/>
                  <a:pt x="17" y="289"/>
                  <a:pt x="18" y="290"/>
                </a:cubicBezTo>
                <a:cubicBezTo>
                  <a:pt x="18" y="289"/>
                  <a:pt x="17" y="288"/>
                  <a:pt x="18" y="288"/>
                </a:cubicBezTo>
                <a:cubicBezTo>
                  <a:pt x="18" y="288"/>
                  <a:pt x="18" y="288"/>
                  <a:pt x="18" y="288"/>
                </a:cubicBezTo>
                <a:cubicBezTo>
                  <a:pt x="18" y="291"/>
                  <a:pt x="19" y="294"/>
                  <a:pt x="18" y="295"/>
                </a:cubicBezTo>
                <a:cubicBezTo>
                  <a:pt x="18" y="296"/>
                  <a:pt x="18" y="297"/>
                  <a:pt x="18" y="298"/>
                </a:cubicBezTo>
                <a:cubicBezTo>
                  <a:pt x="18" y="298"/>
                  <a:pt x="18" y="298"/>
                  <a:pt x="18" y="298"/>
                </a:cubicBezTo>
                <a:cubicBezTo>
                  <a:pt x="18" y="301"/>
                  <a:pt x="17" y="301"/>
                  <a:pt x="17" y="304"/>
                </a:cubicBezTo>
                <a:cubicBezTo>
                  <a:pt x="18" y="305"/>
                  <a:pt x="18" y="306"/>
                  <a:pt x="18" y="309"/>
                </a:cubicBezTo>
                <a:cubicBezTo>
                  <a:pt x="17" y="309"/>
                  <a:pt x="17" y="309"/>
                  <a:pt x="17" y="309"/>
                </a:cubicBezTo>
                <a:cubicBezTo>
                  <a:pt x="17" y="310"/>
                  <a:pt x="18" y="310"/>
                  <a:pt x="18" y="310"/>
                </a:cubicBezTo>
                <a:cubicBezTo>
                  <a:pt x="17" y="311"/>
                  <a:pt x="17" y="312"/>
                  <a:pt x="17" y="313"/>
                </a:cubicBezTo>
                <a:cubicBezTo>
                  <a:pt x="17" y="313"/>
                  <a:pt x="17" y="312"/>
                  <a:pt x="18" y="312"/>
                </a:cubicBezTo>
                <a:cubicBezTo>
                  <a:pt x="18" y="314"/>
                  <a:pt x="18" y="312"/>
                  <a:pt x="18" y="311"/>
                </a:cubicBezTo>
                <a:cubicBezTo>
                  <a:pt x="19" y="314"/>
                  <a:pt x="18" y="315"/>
                  <a:pt x="19" y="316"/>
                </a:cubicBezTo>
                <a:cubicBezTo>
                  <a:pt x="18" y="316"/>
                  <a:pt x="18" y="317"/>
                  <a:pt x="18" y="318"/>
                </a:cubicBezTo>
                <a:cubicBezTo>
                  <a:pt x="17" y="317"/>
                  <a:pt x="18" y="315"/>
                  <a:pt x="17" y="316"/>
                </a:cubicBezTo>
                <a:cubicBezTo>
                  <a:pt x="17" y="319"/>
                  <a:pt x="17" y="325"/>
                  <a:pt x="18" y="329"/>
                </a:cubicBezTo>
                <a:cubicBezTo>
                  <a:pt x="18" y="329"/>
                  <a:pt x="17" y="329"/>
                  <a:pt x="17" y="329"/>
                </a:cubicBezTo>
                <a:cubicBezTo>
                  <a:pt x="17" y="331"/>
                  <a:pt x="17" y="334"/>
                  <a:pt x="18" y="334"/>
                </a:cubicBezTo>
                <a:cubicBezTo>
                  <a:pt x="18" y="331"/>
                  <a:pt x="18" y="333"/>
                  <a:pt x="18" y="332"/>
                </a:cubicBezTo>
                <a:cubicBezTo>
                  <a:pt x="18" y="332"/>
                  <a:pt x="18" y="331"/>
                  <a:pt x="18" y="331"/>
                </a:cubicBezTo>
                <a:cubicBezTo>
                  <a:pt x="19" y="331"/>
                  <a:pt x="19" y="330"/>
                  <a:pt x="20" y="331"/>
                </a:cubicBezTo>
                <a:cubicBezTo>
                  <a:pt x="20" y="330"/>
                  <a:pt x="20" y="328"/>
                  <a:pt x="20" y="329"/>
                </a:cubicBezTo>
                <a:cubicBezTo>
                  <a:pt x="21" y="333"/>
                  <a:pt x="18" y="332"/>
                  <a:pt x="19" y="335"/>
                </a:cubicBezTo>
                <a:cubicBezTo>
                  <a:pt x="20" y="334"/>
                  <a:pt x="19" y="333"/>
                  <a:pt x="20" y="332"/>
                </a:cubicBezTo>
                <a:cubicBezTo>
                  <a:pt x="20" y="338"/>
                  <a:pt x="20" y="338"/>
                  <a:pt x="20" y="338"/>
                </a:cubicBezTo>
                <a:cubicBezTo>
                  <a:pt x="20" y="338"/>
                  <a:pt x="19" y="339"/>
                  <a:pt x="19" y="339"/>
                </a:cubicBezTo>
                <a:cubicBezTo>
                  <a:pt x="20" y="339"/>
                  <a:pt x="20" y="339"/>
                  <a:pt x="20" y="340"/>
                </a:cubicBezTo>
                <a:cubicBezTo>
                  <a:pt x="20" y="341"/>
                  <a:pt x="20" y="341"/>
                  <a:pt x="19" y="341"/>
                </a:cubicBezTo>
                <a:cubicBezTo>
                  <a:pt x="19" y="342"/>
                  <a:pt x="19" y="342"/>
                  <a:pt x="20" y="343"/>
                </a:cubicBezTo>
                <a:cubicBezTo>
                  <a:pt x="20" y="342"/>
                  <a:pt x="20" y="342"/>
                  <a:pt x="20" y="342"/>
                </a:cubicBezTo>
                <a:cubicBezTo>
                  <a:pt x="20" y="349"/>
                  <a:pt x="21" y="354"/>
                  <a:pt x="21" y="362"/>
                </a:cubicBezTo>
                <a:cubicBezTo>
                  <a:pt x="21" y="362"/>
                  <a:pt x="22" y="360"/>
                  <a:pt x="22" y="361"/>
                </a:cubicBezTo>
                <a:cubicBezTo>
                  <a:pt x="22" y="362"/>
                  <a:pt x="21" y="362"/>
                  <a:pt x="21" y="362"/>
                </a:cubicBezTo>
                <a:cubicBezTo>
                  <a:pt x="21" y="371"/>
                  <a:pt x="22" y="375"/>
                  <a:pt x="22" y="384"/>
                </a:cubicBezTo>
                <a:cubicBezTo>
                  <a:pt x="22" y="384"/>
                  <a:pt x="22" y="384"/>
                  <a:pt x="21" y="385"/>
                </a:cubicBezTo>
                <a:cubicBezTo>
                  <a:pt x="23" y="386"/>
                  <a:pt x="22" y="387"/>
                  <a:pt x="22" y="389"/>
                </a:cubicBezTo>
                <a:cubicBezTo>
                  <a:pt x="23" y="390"/>
                  <a:pt x="23" y="389"/>
                  <a:pt x="24" y="388"/>
                </a:cubicBezTo>
                <a:cubicBezTo>
                  <a:pt x="24" y="389"/>
                  <a:pt x="24" y="389"/>
                  <a:pt x="24" y="390"/>
                </a:cubicBezTo>
                <a:cubicBezTo>
                  <a:pt x="23" y="390"/>
                  <a:pt x="22" y="390"/>
                  <a:pt x="22" y="391"/>
                </a:cubicBezTo>
                <a:cubicBezTo>
                  <a:pt x="23" y="392"/>
                  <a:pt x="22" y="394"/>
                  <a:pt x="23" y="395"/>
                </a:cubicBezTo>
                <a:cubicBezTo>
                  <a:pt x="23" y="396"/>
                  <a:pt x="24" y="395"/>
                  <a:pt x="23" y="396"/>
                </a:cubicBezTo>
                <a:cubicBezTo>
                  <a:pt x="24" y="397"/>
                  <a:pt x="25" y="396"/>
                  <a:pt x="25" y="397"/>
                </a:cubicBezTo>
                <a:cubicBezTo>
                  <a:pt x="25" y="395"/>
                  <a:pt x="26" y="396"/>
                  <a:pt x="26" y="395"/>
                </a:cubicBezTo>
                <a:cubicBezTo>
                  <a:pt x="26" y="395"/>
                  <a:pt x="25" y="394"/>
                  <a:pt x="25" y="394"/>
                </a:cubicBezTo>
                <a:cubicBezTo>
                  <a:pt x="26" y="394"/>
                  <a:pt x="26" y="393"/>
                  <a:pt x="26" y="393"/>
                </a:cubicBezTo>
                <a:cubicBezTo>
                  <a:pt x="27" y="394"/>
                  <a:pt x="27" y="394"/>
                  <a:pt x="28" y="393"/>
                </a:cubicBezTo>
                <a:cubicBezTo>
                  <a:pt x="27" y="394"/>
                  <a:pt x="28" y="394"/>
                  <a:pt x="28" y="394"/>
                </a:cubicBezTo>
                <a:cubicBezTo>
                  <a:pt x="28" y="394"/>
                  <a:pt x="28" y="393"/>
                  <a:pt x="28" y="393"/>
                </a:cubicBezTo>
                <a:cubicBezTo>
                  <a:pt x="29" y="393"/>
                  <a:pt x="29" y="395"/>
                  <a:pt x="29" y="395"/>
                </a:cubicBezTo>
                <a:cubicBezTo>
                  <a:pt x="29" y="395"/>
                  <a:pt x="29" y="395"/>
                  <a:pt x="29" y="396"/>
                </a:cubicBezTo>
                <a:cubicBezTo>
                  <a:pt x="29" y="396"/>
                  <a:pt x="30" y="396"/>
                  <a:pt x="29" y="398"/>
                </a:cubicBezTo>
                <a:cubicBezTo>
                  <a:pt x="29" y="398"/>
                  <a:pt x="29" y="397"/>
                  <a:pt x="29" y="397"/>
                </a:cubicBezTo>
                <a:cubicBezTo>
                  <a:pt x="29" y="399"/>
                  <a:pt x="30" y="399"/>
                  <a:pt x="30" y="400"/>
                </a:cubicBezTo>
                <a:cubicBezTo>
                  <a:pt x="31" y="401"/>
                  <a:pt x="30" y="400"/>
                  <a:pt x="30" y="401"/>
                </a:cubicBezTo>
                <a:cubicBezTo>
                  <a:pt x="30" y="402"/>
                  <a:pt x="30" y="402"/>
                  <a:pt x="31" y="403"/>
                </a:cubicBezTo>
                <a:cubicBezTo>
                  <a:pt x="30" y="404"/>
                  <a:pt x="30" y="404"/>
                  <a:pt x="30" y="405"/>
                </a:cubicBezTo>
                <a:cubicBezTo>
                  <a:pt x="30" y="404"/>
                  <a:pt x="31" y="403"/>
                  <a:pt x="32" y="405"/>
                </a:cubicBezTo>
                <a:cubicBezTo>
                  <a:pt x="31" y="402"/>
                  <a:pt x="30" y="400"/>
                  <a:pt x="32" y="401"/>
                </a:cubicBezTo>
                <a:cubicBezTo>
                  <a:pt x="33" y="401"/>
                  <a:pt x="32" y="400"/>
                  <a:pt x="33" y="399"/>
                </a:cubicBezTo>
                <a:cubicBezTo>
                  <a:pt x="33" y="401"/>
                  <a:pt x="33" y="402"/>
                  <a:pt x="33" y="404"/>
                </a:cubicBezTo>
                <a:cubicBezTo>
                  <a:pt x="34" y="405"/>
                  <a:pt x="33" y="407"/>
                  <a:pt x="34" y="407"/>
                </a:cubicBezTo>
                <a:cubicBezTo>
                  <a:pt x="34" y="406"/>
                  <a:pt x="33" y="403"/>
                  <a:pt x="34" y="404"/>
                </a:cubicBezTo>
                <a:cubicBezTo>
                  <a:pt x="34" y="403"/>
                  <a:pt x="34" y="402"/>
                  <a:pt x="34" y="400"/>
                </a:cubicBezTo>
                <a:cubicBezTo>
                  <a:pt x="34" y="400"/>
                  <a:pt x="35" y="399"/>
                  <a:pt x="35" y="399"/>
                </a:cubicBezTo>
                <a:cubicBezTo>
                  <a:pt x="34" y="399"/>
                  <a:pt x="34" y="400"/>
                  <a:pt x="34" y="400"/>
                </a:cubicBezTo>
                <a:cubicBezTo>
                  <a:pt x="34" y="399"/>
                  <a:pt x="34" y="399"/>
                  <a:pt x="34" y="399"/>
                </a:cubicBezTo>
                <a:cubicBezTo>
                  <a:pt x="34" y="399"/>
                  <a:pt x="34" y="399"/>
                  <a:pt x="35" y="399"/>
                </a:cubicBezTo>
                <a:cubicBezTo>
                  <a:pt x="35" y="396"/>
                  <a:pt x="35" y="392"/>
                  <a:pt x="35" y="390"/>
                </a:cubicBezTo>
                <a:cubicBezTo>
                  <a:pt x="35" y="391"/>
                  <a:pt x="35" y="391"/>
                  <a:pt x="35" y="391"/>
                </a:cubicBezTo>
                <a:cubicBezTo>
                  <a:pt x="34" y="390"/>
                  <a:pt x="34" y="391"/>
                  <a:pt x="33" y="390"/>
                </a:cubicBezTo>
                <a:cubicBezTo>
                  <a:pt x="33" y="389"/>
                  <a:pt x="33" y="389"/>
                  <a:pt x="33" y="389"/>
                </a:cubicBezTo>
                <a:cubicBezTo>
                  <a:pt x="35" y="390"/>
                  <a:pt x="35" y="387"/>
                  <a:pt x="36" y="390"/>
                </a:cubicBezTo>
                <a:cubicBezTo>
                  <a:pt x="36" y="388"/>
                  <a:pt x="36" y="389"/>
                  <a:pt x="36" y="388"/>
                </a:cubicBezTo>
                <a:cubicBezTo>
                  <a:pt x="36" y="388"/>
                  <a:pt x="37" y="388"/>
                  <a:pt x="37" y="388"/>
                </a:cubicBezTo>
                <a:cubicBezTo>
                  <a:pt x="36" y="390"/>
                  <a:pt x="36" y="394"/>
                  <a:pt x="37" y="397"/>
                </a:cubicBezTo>
                <a:cubicBezTo>
                  <a:pt x="37" y="395"/>
                  <a:pt x="37" y="395"/>
                  <a:pt x="37" y="394"/>
                </a:cubicBezTo>
                <a:cubicBezTo>
                  <a:pt x="37" y="395"/>
                  <a:pt x="38" y="394"/>
                  <a:pt x="38" y="394"/>
                </a:cubicBezTo>
                <a:cubicBezTo>
                  <a:pt x="38" y="390"/>
                  <a:pt x="37" y="389"/>
                  <a:pt x="38" y="386"/>
                </a:cubicBezTo>
                <a:cubicBezTo>
                  <a:pt x="38" y="386"/>
                  <a:pt x="38" y="386"/>
                  <a:pt x="38" y="385"/>
                </a:cubicBezTo>
                <a:cubicBezTo>
                  <a:pt x="38" y="385"/>
                  <a:pt x="38" y="383"/>
                  <a:pt x="38" y="383"/>
                </a:cubicBezTo>
                <a:cubicBezTo>
                  <a:pt x="38" y="385"/>
                  <a:pt x="40" y="382"/>
                  <a:pt x="40" y="385"/>
                </a:cubicBezTo>
                <a:cubicBezTo>
                  <a:pt x="39" y="386"/>
                  <a:pt x="39" y="386"/>
                  <a:pt x="39" y="385"/>
                </a:cubicBezTo>
                <a:cubicBezTo>
                  <a:pt x="39" y="387"/>
                  <a:pt x="39" y="388"/>
                  <a:pt x="39" y="388"/>
                </a:cubicBezTo>
                <a:cubicBezTo>
                  <a:pt x="39" y="388"/>
                  <a:pt x="39" y="388"/>
                  <a:pt x="39" y="389"/>
                </a:cubicBezTo>
                <a:cubicBezTo>
                  <a:pt x="39" y="389"/>
                  <a:pt x="38" y="390"/>
                  <a:pt x="39" y="391"/>
                </a:cubicBezTo>
                <a:cubicBezTo>
                  <a:pt x="39" y="390"/>
                  <a:pt x="38" y="393"/>
                  <a:pt x="40" y="392"/>
                </a:cubicBezTo>
                <a:cubicBezTo>
                  <a:pt x="40" y="394"/>
                  <a:pt x="39" y="394"/>
                  <a:pt x="40" y="394"/>
                </a:cubicBezTo>
                <a:cubicBezTo>
                  <a:pt x="39" y="394"/>
                  <a:pt x="39" y="394"/>
                  <a:pt x="39" y="394"/>
                </a:cubicBezTo>
                <a:cubicBezTo>
                  <a:pt x="39" y="395"/>
                  <a:pt x="40" y="400"/>
                  <a:pt x="39" y="397"/>
                </a:cubicBezTo>
                <a:cubicBezTo>
                  <a:pt x="39" y="401"/>
                  <a:pt x="38" y="405"/>
                  <a:pt x="40" y="407"/>
                </a:cubicBezTo>
                <a:cubicBezTo>
                  <a:pt x="40" y="409"/>
                  <a:pt x="40" y="407"/>
                  <a:pt x="39" y="409"/>
                </a:cubicBezTo>
                <a:cubicBezTo>
                  <a:pt x="40" y="409"/>
                  <a:pt x="39" y="413"/>
                  <a:pt x="40" y="413"/>
                </a:cubicBezTo>
                <a:cubicBezTo>
                  <a:pt x="40" y="414"/>
                  <a:pt x="40" y="415"/>
                  <a:pt x="39" y="416"/>
                </a:cubicBezTo>
                <a:cubicBezTo>
                  <a:pt x="39" y="415"/>
                  <a:pt x="39" y="414"/>
                  <a:pt x="39" y="413"/>
                </a:cubicBezTo>
                <a:cubicBezTo>
                  <a:pt x="38" y="414"/>
                  <a:pt x="39" y="415"/>
                  <a:pt x="38" y="415"/>
                </a:cubicBezTo>
                <a:cubicBezTo>
                  <a:pt x="38" y="415"/>
                  <a:pt x="38" y="414"/>
                  <a:pt x="38" y="414"/>
                </a:cubicBezTo>
                <a:cubicBezTo>
                  <a:pt x="37" y="414"/>
                  <a:pt x="38" y="419"/>
                  <a:pt x="39" y="418"/>
                </a:cubicBezTo>
                <a:cubicBezTo>
                  <a:pt x="39" y="417"/>
                  <a:pt x="39" y="416"/>
                  <a:pt x="39" y="416"/>
                </a:cubicBezTo>
                <a:cubicBezTo>
                  <a:pt x="39" y="417"/>
                  <a:pt x="39" y="417"/>
                  <a:pt x="40" y="418"/>
                </a:cubicBezTo>
                <a:cubicBezTo>
                  <a:pt x="40" y="417"/>
                  <a:pt x="39" y="416"/>
                  <a:pt x="40" y="416"/>
                </a:cubicBezTo>
                <a:cubicBezTo>
                  <a:pt x="40" y="416"/>
                  <a:pt x="40" y="418"/>
                  <a:pt x="41" y="419"/>
                </a:cubicBezTo>
                <a:cubicBezTo>
                  <a:pt x="40" y="419"/>
                  <a:pt x="40" y="419"/>
                  <a:pt x="40" y="419"/>
                </a:cubicBezTo>
                <a:cubicBezTo>
                  <a:pt x="40" y="428"/>
                  <a:pt x="41" y="438"/>
                  <a:pt x="41" y="445"/>
                </a:cubicBezTo>
                <a:cubicBezTo>
                  <a:pt x="41" y="445"/>
                  <a:pt x="42" y="444"/>
                  <a:pt x="42" y="446"/>
                </a:cubicBezTo>
                <a:cubicBezTo>
                  <a:pt x="41" y="446"/>
                  <a:pt x="41" y="445"/>
                  <a:pt x="41" y="445"/>
                </a:cubicBezTo>
                <a:cubicBezTo>
                  <a:pt x="41" y="447"/>
                  <a:pt x="42" y="447"/>
                  <a:pt x="41" y="448"/>
                </a:cubicBezTo>
                <a:cubicBezTo>
                  <a:pt x="42" y="448"/>
                  <a:pt x="42" y="448"/>
                  <a:pt x="42" y="449"/>
                </a:cubicBezTo>
                <a:cubicBezTo>
                  <a:pt x="41" y="449"/>
                  <a:pt x="42" y="449"/>
                  <a:pt x="41" y="449"/>
                </a:cubicBezTo>
                <a:cubicBezTo>
                  <a:pt x="41" y="451"/>
                  <a:pt x="41" y="457"/>
                  <a:pt x="42" y="460"/>
                </a:cubicBezTo>
                <a:cubicBezTo>
                  <a:pt x="42" y="460"/>
                  <a:pt x="43" y="460"/>
                  <a:pt x="43" y="461"/>
                </a:cubicBezTo>
                <a:cubicBezTo>
                  <a:pt x="42" y="461"/>
                  <a:pt x="43" y="462"/>
                  <a:pt x="42" y="463"/>
                </a:cubicBezTo>
                <a:cubicBezTo>
                  <a:pt x="42" y="462"/>
                  <a:pt x="42" y="461"/>
                  <a:pt x="42" y="461"/>
                </a:cubicBezTo>
                <a:cubicBezTo>
                  <a:pt x="42" y="462"/>
                  <a:pt x="41" y="467"/>
                  <a:pt x="42" y="466"/>
                </a:cubicBezTo>
                <a:cubicBezTo>
                  <a:pt x="42" y="466"/>
                  <a:pt x="42" y="465"/>
                  <a:pt x="42" y="464"/>
                </a:cubicBezTo>
                <a:cubicBezTo>
                  <a:pt x="42" y="464"/>
                  <a:pt x="43" y="463"/>
                  <a:pt x="43" y="464"/>
                </a:cubicBezTo>
                <a:cubicBezTo>
                  <a:pt x="43" y="465"/>
                  <a:pt x="42" y="465"/>
                  <a:pt x="42" y="466"/>
                </a:cubicBezTo>
                <a:cubicBezTo>
                  <a:pt x="43" y="466"/>
                  <a:pt x="43" y="466"/>
                  <a:pt x="43" y="465"/>
                </a:cubicBezTo>
                <a:cubicBezTo>
                  <a:pt x="43" y="467"/>
                  <a:pt x="43" y="468"/>
                  <a:pt x="43" y="469"/>
                </a:cubicBezTo>
                <a:cubicBezTo>
                  <a:pt x="42" y="469"/>
                  <a:pt x="43" y="467"/>
                  <a:pt x="42" y="467"/>
                </a:cubicBezTo>
                <a:cubicBezTo>
                  <a:pt x="42" y="468"/>
                  <a:pt x="42" y="470"/>
                  <a:pt x="42" y="471"/>
                </a:cubicBezTo>
                <a:cubicBezTo>
                  <a:pt x="42" y="470"/>
                  <a:pt x="43" y="470"/>
                  <a:pt x="43" y="470"/>
                </a:cubicBezTo>
                <a:cubicBezTo>
                  <a:pt x="44" y="471"/>
                  <a:pt x="43" y="473"/>
                  <a:pt x="43" y="473"/>
                </a:cubicBezTo>
                <a:cubicBezTo>
                  <a:pt x="44" y="473"/>
                  <a:pt x="43" y="472"/>
                  <a:pt x="43" y="471"/>
                </a:cubicBezTo>
                <a:cubicBezTo>
                  <a:pt x="44" y="471"/>
                  <a:pt x="44" y="472"/>
                  <a:pt x="44" y="471"/>
                </a:cubicBezTo>
                <a:cubicBezTo>
                  <a:pt x="44" y="469"/>
                  <a:pt x="44" y="471"/>
                  <a:pt x="43" y="470"/>
                </a:cubicBezTo>
                <a:cubicBezTo>
                  <a:pt x="44" y="470"/>
                  <a:pt x="43" y="469"/>
                  <a:pt x="43" y="468"/>
                </a:cubicBezTo>
                <a:cubicBezTo>
                  <a:pt x="44" y="463"/>
                  <a:pt x="43" y="458"/>
                  <a:pt x="43" y="454"/>
                </a:cubicBezTo>
                <a:cubicBezTo>
                  <a:pt x="43" y="454"/>
                  <a:pt x="43" y="454"/>
                  <a:pt x="43" y="454"/>
                </a:cubicBezTo>
                <a:cubicBezTo>
                  <a:pt x="43" y="454"/>
                  <a:pt x="43" y="453"/>
                  <a:pt x="43" y="453"/>
                </a:cubicBezTo>
                <a:cubicBezTo>
                  <a:pt x="43" y="453"/>
                  <a:pt x="43" y="454"/>
                  <a:pt x="44" y="453"/>
                </a:cubicBezTo>
                <a:cubicBezTo>
                  <a:pt x="44" y="451"/>
                  <a:pt x="43" y="448"/>
                  <a:pt x="43" y="447"/>
                </a:cubicBezTo>
                <a:cubicBezTo>
                  <a:pt x="43" y="447"/>
                  <a:pt x="43" y="447"/>
                  <a:pt x="43" y="447"/>
                </a:cubicBezTo>
                <a:cubicBezTo>
                  <a:pt x="43" y="444"/>
                  <a:pt x="43" y="444"/>
                  <a:pt x="44" y="443"/>
                </a:cubicBezTo>
                <a:cubicBezTo>
                  <a:pt x="44" y="441"/>
                  <a:pt x="44" y="444"/>
                  <a:pt x="43" y="443"/>
                </a:cubicBezTo>
                <a:cubicBezTo>
                  <a:pt x="44" y="442"/>
                  <a:pt x="44" y="440"/>
                  <a:pt x="44" y="440"/>
                </a:cubicBezTo>
                <a:cubicBezTo>
                  <a:pt x="43" y="439"/>
                  <a:pt x="44" y="438"/>
                  <a:pt x="45" y="437"/>
                </a:cubicBezTo>
                <a:cubicBezTo>
                  <a:pt x="44" y="437"/>
                  <a:pt x="44" y="438"/>
                  <a:pt x="44" y="437"/>
                </a:cubicBezTo>
                <a:cubicBezTo>
                  <a:pt x="44" y="436"/>
                  <a:pt x="44" y="436"/>
                  <a:pt x="45" y="436"/>
                </a:cubicBezTo>
                <a:cubicBezTo>
                  <a:pt x="45" y="435"/>
                  <a:pt x="44" y="434"/>
                  <a:pt x="44" y="433"/>
                </a:cubicBezTo>
                <a:cubicBezTo>
                  <a:pt x="44" y="434"/>
                  <a:pt x="44" y="435"/>
                  <a:pt x="43" y="436"/>
                </a:cubicBezTo>
                <a:cubicBezTo>
                  <a:pt x="43" y="433"/>
                  <a:pt x="44" y="431"/>
                  <a:pt x="45" y="430"/>
                </a:cubicBezTo>
                <a:cubicBezTo>
                  <a:pt x="45" y="429"/>
                  <a:pt x="45" y="429"/>
                  <a:pt x="44" y="429"/>
                </a:cubicBezTo>
                <a:cubicBezTo>
                  <a:pt x="45" y="427"/>
                  <a:pt x="45" y="428"/>
                  <a:pt x="45" y="426"/>
                </a:cubicBezTo>
                <a:cubicBezTo>
                  <a:pt x="44" y="426"/>
                  <a:pt x="44" y="428"/>
                  <a:pt x="43" y="428"/>
                </a:cubicBezTo>
                <a:cubicBezTo>
                  <a:pt x="44" y="425"/>
                  <a:pt x="43" y="425"/>
                  <a:pt x="43" y="425"/>
                </a:cubicBezTo>
                <a:cubicBezTo>
                  <a:pt x="43" y="422"/>
                  <a:pt x="43" y="418"/>
                  <a:pt x="44" y="416"/>
                </a:cubicBezTo>
                <a:cubicBezTo>
                  <a:pt x="44" y="418"/>
                  <a:pt x="44" y="418"/>
                  <a:pt x="44" y="419"/>
                </a:cubicBezTo>
                <a:cubicBezTo>
                  <a:pt x="43" y="420"/>
                  <a:pt x="44" y="421"/>
                  <a:pt x="44" y="423"/>
                </a:cubicBezTo>
                <a:cubicBezTo>
                  <a:pt x="44" y="423"/>
                  <a:pt x="44" y="421"/>
                  <a:pt x="45" y="421"/>
                </a:cubicBezTo>
                <a:cubicBezTo>
                  <a:pt x="44" y="421"/>
                  <a:pt x="44" y="421"/>
                  <a:pt x="44" y="420"/>
                </a:cubicBezTo>
                <a:cubicBezTo>
                  <a:pt x="44" y="418"/>
                  <a:pt x="46" y="418"/>
                  <a:pt x="47" y="419"/>
                </a:cubicBezTo>
                <a:cubicBezTo>
                  <a:pt x="46" y="417"/>
                  <a:pt x="47" y="417"/>
                  <a:pt x="46" y="416"/>
                </a:cubicBezTo>
                <a:cubicBezTo>
                  <a:pt x="46" y="417"/>
                  <a:pt x="46" y="418"/>
                  <a:pt x="46" y="418"/>
                </a:cubicBezTo>
                <a:cubicBezTo>
                  <a:pt x="46" y="415"/>
                  <a:pt x="45" y="413"/>
                  <a:pt x="46" y="410"/>
                </a:cubicBezTo>
                <a:cubicBezTo>
                  <a:pt x="45" y="405"/>
                  <a:pt x="47" y="400"/>
                  <a:pt x="45" y="396"/>
                </a:cubicBezTo>
                <a:cubicBezTo>
                  <a:pt x="45" y="392"/>
                  <a:pt x="47" y="391"/>
                  <a:pt x="49" y="393"/>
                </a:cubicBezTo>
                <a:cubicBezTo>
                  <a:pt x="48" y="395"/>
                  <a:pt x="49" y="395"/>
                  <a:pt x="49" y="397"/>
                </a:cubicBezTo>
                <a:cubicBezTo>
                  <a:pt x="48" y="396"/>
                  <a:pt x="48" y="398"/>
                  <a:pt x="48" y="398"/>
                </a:cubicBezTo>
                <a:cubicBezTo>
                  <a:pt x="48" y="397"/>
                  <a:pt x="47" y="396"/>
                  <a:pt x="47" y="397"/>
                </a:cubicBezTo>
                <a:cubicBezTo>
                  <a:pt x="47" y="398"/>
                  <a:pt x="47" y="399"/>
                  <a:pt x="47" y="399"/>
                </a:cubicBezTo>
                <a:cubicBezTo>
                  <a:pt x="48" y="398"/>
                  <a:pt x="48" y="400"/>
                  <a:pt x="49" y="398"/>
                </a:cubicBezTo>
                <a:cubicBezTo>
                  <a:pt x="49" y="399"/>
                  <a:pt x="49" y="402"/>
                  <a:pt x="50" y="402"/>
                </a:cubicBezTo>
                <a:cubicBezTo>
                  <a:pt x="50" y="398"/>
                  <a:pt x="49" y="396"/>
                  <a:pt x="50" y="391"/>
                </a:cubicBezTo>
                <a:cubicBezTo>
                  <a:pt x="50" y="392"/>
                  <a:pt x="50" y="393"/>
                  <a:pt x="50" y="394"/>
                </a:cubicBezTo>
                <a:cubicBezTo>
                  <a:pt x="50" y="394"/>
                  <a:pt x="50" y="394"/>
                  <a:pt x="50" y="394"/>
                </a:cubicBezTo>
                <a:cubicBezTo>
                  <a:pt x="51" y="395"/>
                  <a:pt x="50" y="392"/>
                  <a:pt x="51" y="392"/>
                </a:cubicBezTo>
                <a:cubicBezTo>
                  <a:pt x="51" y="392"/>
                  <a:pt x="51" y="392"/>
                  <a:pt x="51" y="393"/>
                </a:cubicBezTo>
                <a:cubicBezTo>
                  <a:pt x="51" y="395"/>
                  <a:pt x="51" y="398"/>
                  <a:pt x="52" y="401"/>
                </a:cubicBezTo>
                <a:cubicBezTo>
                  <a:pt x="50" y="403"/>
                  <a:pt x="53" y="407"/>
                  <a:pt x="52" y="409"/>
                </a:cubicBezTo>
                <a:cubicBezTo>
                  <a:pt x="52" y="410"/>
                  <a:pt x="52" y="410"/>
                  <a:pt x="53" y="410"/>
                </a:cubicBezTo>
                <a:cubicBezTo>
                  <a:pt x="53" y="409"/>
                  <a:pt x="53" y="408"/>
                  <a:pt x="54" y="407"/>
                </a:cubicBezTo>
                <a:cubicBezTo>
                  <a:pt x="54" y="406"/>
                  <a:pt x="53" y="406"/>
                  <a:pt x="54" y="405"/>
                </a:cubicBezTo>
                <a:cubicBezTo>
                  <a:pt x="54" y="405"/>
                  <a:pt x="54" y="405"/>
                  <a:pt x="54" y="404"/>
                </a:cubicBezTo>
                <a:cubicBezTo>
                  <a:pt x="54" y="402"/>
                  <a:pt x="54" y="399"/>
                  <a:pt x="54" y="397"/>
                </a:cubicBezTo>
                <a:cubicBezTo>
                  <a:pt x="54" y="397"/>
                  <a:pt x="54" y="396"/>
                  <a:pt x="53" y="396"/>
                </a:cubicBezTo>
                <a:cubicBezTo>
                  <a:pt x="54" y="396"/>
                  <a:pt x="54" y="395"/>
                  <a:pt x="54" y="396"/>
                </a:cubicBezTo>
                <a:cubicBezTo>
                  <a:pt x="54" y="393"/>
                  <a:pt x="53" y="394"/>
                  <a:pt x="53" y="394"/>
                </a:cubicBezTo>
                <a:cubicBezTo>
                  <a:pt x="53" y="393"/>
                  <a:pt x="54" y="393"/>
                  <a:pt x="54" y="392"/>
                </a:cubicBezTo>
                <a:cubicBezTo>
                  <a:pt x="53" y="392"/>
                  <a:pt x="52" y="391"/>
                  <a:pt x="52" y="389"/>
                </a:cubicBezTo>
                <a:cubicBezTo>
                  <a:pt x="52" y="389"/>
                  <a:pt x="52" y="388"/>
                  <a:pt x="53" y="388"/>
                </a:cubicBezTo>
                <a:cubicBezTo>
                  <a:pt x="52" y="390"/>
                  <a:pt x="53" y="390"/>
                  <a:pt x="54" y="390"/>
                </a:cubicBezTo>
                <a:cubicBezTo>
                  <a:pt x="54" y="389"/>
                  <a:pt x="54" y="389"/>
                  <a:pt x="54" y="388"/>
                </a:cubicBezTo>
                <a:cubicBezTo>
                  <a:pt x="54" y="388"/>
                  <a:pt x="53" y="389"/>
                  <a:pt x="53" y="388"/>
                </a:cubicBezTo>
                <a:cubicBezTo>
                  <a:pt x="53" y="387"/>
                  <a:pt x="55" y="387"/>
                  <a:pt x="54" y="385"/>
                </a:cubicBezTo>
                <a:cubicBezTo>
                  <a:pt x="54" y="386"/>
                  <a:pt x="53" y="386"/>
                  <a:pt x="53" y="386"/>
                </a:cubicBezTo>
                <a:cubicBezTo>
                  <a:pt x="54" y="385"/>
                  <a:pt x="54" y="384"/>
                  <a:pt x="54" y="382"/>
                </a:cubicBezTo>
                <a:cubicBezTo>
                  <a:pt x="53" y="382"/>
                  <a:pt x="53" y="379"/>
                  <a:pt x="54" y="378"/>
                </a:cubicBezTo>
                <a:cubicBezTo>
                  <a:pt x="53" y="378"/>
                  <a:pt x="52" y="376"/>
                  <a:pt x="52" y="377"/>
                </a:cubicBezTo>
                <a:cubicBezTo>
                  <a:pt x="52" y="375"/>
                  <a:pt x="52" y="373"/>
                  <a:pt x="51" y="374"/>
                </a:cubicBezTo>
                <a:cubicBezTo>
                  <a:pt x="51" y="375"/>
                  <a:pt x="51" y="379"/>
                  <a:pt x="52" y="378"/>
                </a:cubicBezTo>
                <a:cubicBezTo>
                  <a:pt x="52" y="379"/>
                  <a:pt x="52" y="380"/>
                  <a:pt x="52" y="381"/>
                </a:cubicBezTo>
                <a:cubicBezTo>
                  <a:pt x="52" y="380"/>
                  <a:pt x="51" y="379"/>
                  <a:pt x="51" y="380"/>
                </a:cubicBezTo>
                <a:cubicBezTo>
                  <a:pt x="51" y="381"/>
                  <a:pt x="52" y="381"/>
                  <a:pt x="52" y="382"/>
                </a:cubicBezTo>
                <a:cubicBezTo>
                  <a:pt x="52" y="383"/>
                  <a:pt x="51" y="382"/>
                  <a:pt x="51" y="383"/>
                </a:cubicBezTo>
                <a:cubicBezTo>
                  <a:pt x="52" y="386"/>
                  <a:pt x="51" y="389"/>
                  <a:pt x="51" y="391"/>
                </a:cubicBezTo>
                <a:cubicBezTo>
                  <a:pt x="51" y="390"/>
                  <a:pt x="50" y="389"/>
                  <a:pt x="49" y="388"/>
                </a:cubicBezTo>
                <a:cubicBezTo>
                  <a:pt x="50" y="388"/>
                  <a:pt x="50" y="387"/>
                  <a:pt x="50" y="387"/>
                </a:cubicBezTo>
                <a:cubicBezTo>
                  <a:pt x="49" y="388"/>
                  <a:pt x="50" y="386"/>
                  <a:pt x="50" y="385"/>
                </a:cubicBezTo>
                <a:cubicBezTo>
                  <a:pt x="49" y="385"/>
                  <a:pt x="49" y="387"/>
                  <a:pt x="49" y="386"/>
                </a:cubicBezTo>
                <a:cubicBezTo>
                  <a:pt x="49" y="384"/>
                  <a:pt x="50" y="384"/>
                  <a:pt x="50" y="384"/>
                </a:cubicBezTo>
                <a:cubicBezTo>
                  <a:pt x="50" y="384"/>
                  <a:pt x="49" y="383"/>
                  <a:pt x="50" y="382"/>
                </a:cubicBezTo>
                <a:cubicBezTo>
                  <a:pt x="50" y="381"/>
                  <a:pt x="49" y="381"/>
                  <a:pt x="49" y="379"/>
                </a:cubicBezTo>
                <a:cubicBezTo>
                  <a:pt x="49" y="379"/>
                  <a:pt x="49" y="379"/>
                  <a:pt x="48" y="379"/>
                </a:cubicBezTo>
                <a:cubicBezTo>
                  <a:pt x="48" y="377"/>
                  <a:pt x="47" y="379"/>
                  <a:pt x="47" y="377"/>
                </a:cubicBezTo>
                <a:cubicBezTo>
                  <a:pt x="48" y="377"/>
                  <a:pt x="49" y="379"/>
                  <a:pt x="50" y="378"/>
                </a:cubicBezTo>
                <a:cubicBezTo>
                  <a:pt x="50" y="377"/>
                  <a:pt x="49" y="377"/>
                  <a:pt x="49" y="376"/>
                </a:cubicBezTo>
                <a:cubicBezTo>
                  <a:pt x="50" y="376"/>
                  <a:pt x="49" y="373"/>
                  <a:pt x="49" y="372"/>
                </a:cubicBezTo>
                <a:cubicBezTo>
                  <a:pt x="49" y="373"/>
                  <a:pt x="49" y="372"/>
                  <a:pt x="48" y="373"/>
                </a:cubicBezTo>
                <a:cubicBezTo>
                  <a:pt x="48" y="369"/>
                  <a:pt x="47" y="370"/>
                  <a:pt x="47" y="367"/>
                </a:cubicBezTo>
                <a:cubicBezTo>
                  <a:pt x="48" y="367"/>
                  <a:pt x="48" y="367"/>
                  <a:pt x="48" y="367"/>
                </a:cubicBezTo>
                <a:cubicBezTo>
                  <a:pt x="47" y="364"/>
                  <a:pt x="47" y="359"/>
                  <a:pt x="46" y="359"/>
                </a:cubicBezTo>
                <a:cubicBezTo>
                  <a:pt x="47" y="359"/>
                  <a:pt x="47" y="358"/>
                  <a:pt x="47" y="358"/>
                </a:cubicBezTo>
                <a:cubicBezTo>
                  <a:pt x="47" y="358"/>
                  <a:pt x="47" y="358"/>
                  <a:pt x="47" y="358"/>
                </a:cubicBezTo>
                <a:cubicBezTo>
                  <a:pt x="47" y="355"/>
                  <a:pt x="46" y="354"/>
                  <a:pt x="47" y="352"/>
                </a:cubicBezTo>
                <a:cubicBezTo>
                  <a:pt x="47" y="352"/>
                  <a:pt x="47" y="352"/>
                  <a:pt x="47" y="352"/>
                </a:cubicBezTo>
                <a:cubicBezTo>
                  <a:pt x="47" y="351"/>
                  <a:pt x="47" y="349"/>
                  <a:pt x="47" y="348"/>
                </a:cubicBezTo>
                <a:cubicBezTo>
                  <a:pt x="46" y="347"/>
                  <a:pt x="47" y="345"/>
                  <a:pt x="47" y="343"/>
                </a:cubicBezTo>
                <a:cubicBezTo>
                  <a:pt x="46" y="342"/>
                  <a:pt x="46" y="344"/>
                  <a:pt x="46" y="343"/>
                </a:cubicBezTo>
                <a:cubicBezTo>
                  <a:pt x="46" y="341"/>
                  <a:pt x="46" y="340"/>
                  <a:pt x="46" y="339"/>
                </a:cubicBezTo>
                <a:cubicBezTo>
                  <a:pt x="46" y="339"/>
                  <a:pt x="46" y="337"/>
                  <a:pt x="45" y="338"/>
                </a:cubicBezTo>
                <a:cubicBezTo>
                  <a:pt x="46" y="339"/>
                  <a:pt x="45" y="339"/>
                  <a:pt x="45" y="338"/>
                </a:cubicBezTo>
                <a:cubicBezTo>
                  <a:pt x="46" y="343"/>
                  <a:pt x="45" y="345"/>
                  <a:pt x="46" y="349"/>
                </a:cubicBezTo>
                <a:cubicBezTo>
                  <a:pt x="46" y="349"/>
                  <a:pt x="45" y="348"/>
                  <a:pt x="45" y="348"/>
                </a:cubicBezTo>
                <a:cubicBezTo>
                  <a:pt x="45" y="350"/>
                  <a:pt x="46" y="353"/>
                  <a:pt x="45" y="354"/>
                </a:cubicBezTo>
                <a:cubicBezTo>
                  <a:pt x="45" y="354"/>
                  <a:pt x="45" y="357"/>
                  <a:pt x="46" y="358"/>
                </a:cubicBezTo>
                <a:cubicBezTo>
                  <a:pt x="44" y="359"/>
                  <a:pt x="46" y="362"/>
                  <a:pt x="46" y="363"/>
                </a:cubicBezTo>
                <a:cubicBezTo>
                  <a:pt x="46" y="363"/>
                  <a:pt x="45" y="363"/>
                  <a:pt x="45" y="363"/>
                </a:cubicBezTo>
                <a:cubicBezTo>
                  <a:pt x="45" y="365"/>
                  <a:pt x="44" y="366"/>
                  <a:pt x="45" y="367"/>
                </a:cubicBezTo>
                <a:cubicBezTo>
                  <a:pt x="45" y="367"/>
                  <a:pt x="45" y="369"/>
                  <a:pt x="44" y="368"/>
                </a:cubicBezTo>
                <a:cubicBezTo>
                  <a:pt x="44" y="368"/>
                  <a:pt x="44" y="368"/>
                  <a:pt x="44" y="368"/>
                </a:cubicBezTo>
                <a:cubicBezTo>
                  <a:pt x="44" y="369"/>
                  <a:pt x="45" y="372"/>
                  <a:pt x="44" y="372"/>
                </a:cubicBezTo>
                <a:cubicBezTo>
                  <a:pt x="44" y="370"/>
                  <a:pt x="44" y="368"/>
                  <a:pt x="43" y="366"/>
                </a:cubicBezTo>
                <a:cubicBezTo>
                  <a:pt x="45" y="366"/>
                  <a:pt x="45" y="366"/>
                  <a:pt x="45" y="366"/>
                </a:cubicBezTo>
                <a:cubicBezTo>
                  <a:pt x="44" y="364"/>
                  <a:pt x="44" y="364"/>
                  <a:pt x="45" y="362"/>
                </a:cubicBezTo>
                <a:cubicBezTo>
                  <a:pt x="44" y="362"/>
                  <a:pt x="44" y="362"/>
                  <a:pt x="43" y="361"/>
                </a:cubicBezTo>
                <a:cubicBezTo>
                  <a:pt x="43" y="363"/>
                  <a:pt x="43" y="365"/>
                  <a:pt x="43" y="366"/>
                </a:cubicBezTo>
                <a:cubicBezTo>
                  <a:pt x="43" y="366"/>
                  <a:pt x="42" y="366"/>
                  <a:pt x="42" y="366"/>
                </a:cubicBezTo>
                <a:cubicBezTo>
                  <a:pt x="43" y="364"/>
                  <a:pt x="42" y="363"/>
                  <a:pt x="43" y="360"/>
                </a:cubicBezTo>
                <a:cubicBezTo>
                  <a:pt x="42" y="361"/>
                  <a:pt x="43" y="357"/>
                  <a:pt x="42" y="357"/>
                </a:cubicBezTo>
                <a:cubicBezTo>
                  <a:pt x="42" y="359"/>
                  <a:pt x="41" y="356"/>
                  <a:pt x="41" y="357"/>
                </a:cubicBezTo>
                <a:cubicBezTo>
                  <a:pt x="39" y="359"/>
                  <a:pt x="42" y="367"/>
                  <a:pt x="40" y="368"/>
                </a:cubicBezTo>
                <a:cubicBezTo>
                  <a:pt x="40" y="364"/>
                  <a:pt x="41" y="362"/>
                  <a:pt x="39" y="359"/>
                </a:cubicBezTo>
                <a:cubicBezTo>
                  <a:pt x="39" y="360"/>
                  <a:pt x="39" y="360"/>
                  <a:pt x="38" y="361"/>
                </a:cubicBezTo>
                <a:cubicBezTo>
                  <a:pt x="39" y="362"/>
                  <a:pt x="39" y="360"/>
                  <a:pt x="39" y="362"/>
                </a:cubicBezTo>
                <a:cubicBezTo>
                  <a:pt x="39" y="365"/>
                  <a:pt x="38" y="366"/>
                  <a:pt x="39" y="369"/>
                </a:cubicBezTo>
                <a:cubicBezTo>
                  <a:pt x="38" y="369"/>
                  <a:pt x="40" y="371"/>
                  <a:pt x="38" y="374"/>
                </a:cubicBezTo>
                <a:cubicBezTo>
                  <a:pt x="40" y="376"/>
                  <a:pt x="38" y="378"/>
                  <a:pt x="39" y="379"/>
                </a:cubicBezTo>
                <a:cubicBezTo>
                  <a:pt x="39" y="380"/>
                  <a:pt x="39" y="380"/>
                  <a:pt x="39" y="381"/>
                </a:cubicBezTo>
                <a:cubicBezTo>
                  <a:pt x="39" y="382"/>
                  <a:pt x="39" y="381"/>
                  <a:pt x="39" y="382"/>
                </a:cubicBezTo>
                <a:cubicBezTo>
                  <a:pt x="39" y="382"/>
                  <a:pt x="39" y="383"/>
                  <a:pt x="39" y="383"/>
                </a:cubicBezTo>
                <a:cubicBezTo>
                  <a:pt x="38" y="383"/>
                  <a:pt x="38" y="383"/>
                  <a:pt x="37" y="383"/>
                </a:cubicBezTo>
                <a:cubicBezTo>
                  <a:pt x="37" y="384"/>
                  <a:pt x="38" y="385"/>
                  <a:pt x="37" y="386"/>
                </a:cubicBezTo>
                <a:cubicBezTo>
                  <a:pt x="37" y="385"/>
                  <a:pt x="36" y="385"/>
                  <a:pt x="36" y="383"/>
                </a:cubicBezTo>
                <a:cubicBezTo>
                  <a:pt x="38" y="383"/>
                  <a:pt x="36" y="380"/>
                  <a:pt x="37" y="380"/>
                </a:cubicBezTo>
                <a:cubicBezTo>
                  <a:pt x="37" y="380"/>
                  <a:pt x="36" y="379"/>
                  <a:pt x="36" y="380"/>
                </a:cubicBezTo>
                <a:cubicBezTo>
                  <a:pt x="36" y="380"/>
                  <a:pt x="36" y="380"/>
                  <a:pt x="36" y="380"/>
                </a:cubicBezTo>
                <a:cubicBezTo>
                  <a:pt x="36" y="382"/>
                  <a:pt x="36" y="383"/>
                  <a:pt x="36" y="384"/>
                </a:cubicBezTo>
                <a:cubicBezTo>
                  <a:pt x="35" y="384"/>
                  <a:pt x="35" y="382"/>
                  <a:pt x="34" y="382"/>
                </a:cubicBezTo>
                <a:cubicBezTo>
                  <a:pt x="36" y="381"/>
                  <a:pt x="34" y="378"/>
                  <a:pt x="35" y="377"/>
                </a:cubicBezTo>
                <a:cubicBezTo>
                  <a:pt x="36" y="377"/>
                  <a:pt x="37" y="378"/>
                  <a:pt x="37" y="376"/>
                </a:cubicBezTo>
                <a:cubicBezTo>
                  <a:pt x="37" y="376"/>
                  <a:pt x="37" y="376"/>
                  <a:pt x="37" y="375"/>
                </a:cubicBezTo>
                <a:cubicBezTo>
                  <a:pt x="36" y="378"/>
                  <a:pt x="35" y="376"/>
                  <a:pt x="34" y="375"/>
                </a:cubicBezTo>
                <a:cubicBezTo>
                  <a:pt x="34" y="372"/>
                  <a:pt x="35" y="375"/>
                  <a:pt x="35" y="374"/>
                </a:cubicBezTo>
                <a:cubicBezTo>
                  <a:pt x="35" y="374"/>
                  <a:pt x="35" y="374"/>
                  <a:pt x="35" y="373"/>
                </a:cubicBezTo>
                <a:cubicBezTo>
                  <a:pt x="35" y="373"/>
                  <a:pt x="35" y="373"/>
                  <a:pt x="35" y="373"/>
                </a:cubicBezTo>
                <a:cubicBezTo>
                  <a:pt x="35" y="373"/>
                  <a:pt x="34" y="374"/>
                  <a:pt x="34" y="372"/>
                </a:cubicBezTo>
                <a:cubicBezTo>
                  <a:pt x="33" y="372"/>
                  <a:pt x="34" y="374"/>
                  <a:pt x="33" y="375"/>
                </a:cubicBezTo>
                <a:cubicBezTo>
                  <a:pt x="33" y="374"/>
                  <a:pt x="33" y="373"/>
                  <a:pt x="33" y="372"/>
                </a:cubicBezTo>
                <a:cubicBezTo>
                  <a:pt x="33" y="371"/>
                  <a:pt x="34" y="372"/>
                  <a:pt x="34" y="370"/>
                </a:cubicBezTo>
                <a:cubicBezTo>
                  <a:pt x="33" y="370"/>
                  <a:pt x="33" y="371"/>
                  <a:pt x="32" y="371"/>
                </a:cubicBezTo>
                <a:cubicBezTo>
                  <a:pt x="32" y="372"/>
                  <a:pt x="32" y="373"/>
                  <a:pt x="32" y="373"/>
                </a:cubicBezTo>
                <a:cubicBezTo>
                  <a:pt x="32" y="372"/>
                  <a:pt x="32" y="373"/>
                  <a:pt x="31" y="373"/>
                </a:cubicBezTo>
                <a:cubicBezTo>
                  <a:pt x="31" y="373"/>
                  <a:pt x="30" y="373"/>
                  <a:pt x="30" y="372"/>
                </a:cubicBezTo>
                <a:cubicBezTo>
                  <a:pt x="30" y="372"/>
                  <a:pt x="31" y="372"/>
                  <a:pt x="31" y="372"/>
                </a:cubicBezTo>
                <a:cubicBezTo>
                  <a:pt x="31" y="372"/>
                  <a:pt x="31" y="372"/>
                  <a:pt x="31" y="372"/>
                </a:cubicBezTo>
                <a:cubicBezTo>
                  <a:pt x="31" y="372"/>
                  <a:pt x="32" y="372"/>
                  <a:pt x="32" y="371"/>
                </a:cubicBezTo>
                <a:cubicBezTo>
                  <a:pt x="31" y="371"/>
                  <a:pt x="31" y="369"/>
                  <a:pt x="31" y="371"/>
                </a:cubicBezTo>
                <a:cubicBezTo>
                  <a:pt x="30" y="370"/>
                  <a:pt x="31" y="369"/>
                  <a:pt x="31" y="369"/>
                </a:cubicBezTo>
                <a:cubicBezTo>
                  <a:pt x="31" y="367"/>
                  <a:pt x="30" y="369"/>
                  <a:pt x="30" y="368"/>
                </a:cubicBezTo>
                <a:cubicBezTo>
                  <a:pt x="32" y="366"/>
                  <a:pt x="32" y="366"/>
                  <a:pt x="30" y="366"/>
                </a:cubicBezTo>
                <a:cubicBezTo>
                  <a:pt x="30" y="366"/>
                  <a:pt x="31" y="365"/>
                  <a:pt x="31" y="365"/>
                </a:cubicBezTo>
                <a:cubicBezTo>
                  <a:pt x="31" y="365"/>
                  <a:pt x="31" y="366"/>
                  <a:pt x="31" y="366"/>
                </a:cubicBezTo>
                <a:cubicBezTo>
                  <a:pt x="31" y="366"/>
                  <a:pt x="31" y="365"/>
                  <a:pt x="32" y="366"/>
                </a:cubicBezTo>
                <a:cubicBezTo>
                  <a:pt x="31" y="364"/>
                  <a:pt x="31" y="362"/>
                  <a:pt x="32" y="362"/>
                </a:cubicBezTo>
                <a:cubicBezTo>
                  <a:pt x="32" y="363"/>
                  <a:pt x="33" y="362"/>
                  <a:pt x="33" y="364"/>
                </a:cubicBezTo>
                <a:cubicBezTo>
                  <a:pt x="34" y="364"/>
                  <a:pt x="35" y="361"/>
                  <a:pt x="34" y="360"/>
                </a:cubicBezTo>
                <a:cubicBezTo>
                  <a:pt x="34" y="363"/>
                  <a:pt x="34" y="360"/>
                  <a:pt x="33" y="360"/>
                </a:cubicBezTo>
                <a:cubicBezTo>
                  <a:pt x="33" y="360"/>
                  <a:pt x="33" y="361"/>
                  <a:pt x="33" y="361"/>
                </a:cubicBezTo>
                <a:cubicBezTo>
                  <a:pt x="33" y="360"/>
                  <a:pt x="31" y="362"/>
                  <a:pt x="32" y="360"/>
                </a:cubicBezTo>
                <a:cubicBezTo>
                  <a:pt x="32" y="359"/>
                  <a:pt x="32" y="360"/>
                  <a:pt x="33" y="360"/>
                </a:cubicBezTo>
                <a:cubicBezTo>
                  <a:pt x="33" y="359"/>
                  <a:pt x="33" y="358"/>
                  <a:pt x="33" y="357"/>
                </a:cubicBezTo>
                <a:cubicBezTo>
                  <a:pt x="34" y="357"/>
                  <a:pt x="33" y="356"/>
                  <a:pt x="33" y="355"/>
                </a:cubicBezTo>
                <a:cubicBezTo>
                  <a:pt x="33" y="354"/>
                  <a:pt x="32" y="354"/>
                  <a:pt x="31" y="354"/>
                </a:cubicBezTo>
                <a:cubicBezTo>
                  <a:pt x="31" y="355"/>
                  <a:pt x="32" y="354"/>
                  <a:pt x="32" y="355"/>
                </a:cubicBezTo>
                <a:cubicBezTo>
                  <a:pt x="31" y="355"/>
                  <a:pt x="31" y="355"/>
                  <a:pt x="31" y="356"/>
                </a:cubicBezTo>
                <a:cubicBezTo>
                  <a:pt x="31" y="353"/>
                  <a:pt x="30" y="350"/>
                  <a:pt x="31" y="348"/>
                </a:cubicBezTo>
                <a:cubicBezTo>
                  <a:pt x="30" y="348"/>
                  <a:pt x="30" y="348"/>
                  <a:pt x="30" y="347"/>
                </a:cubicBezTo>
                <a:cubicBezTo>
                  <a:pt x="30" y="346"/>
                  <a:pt x="30" y="347"/>
                  <a:pt x="30" y="345"/>
                </a:cubicBezTo>
                <a:cubicBezTo>
                  <a:pt x="31" y="345"/>
                  <a:pt x="32" y="345"/>
                  <a:pt x="32" y="347"/>
                </a:cubicBezTo>
                <a:cubicBezTo>
                  <a:pt x="33" y="346"/>
                  <a:pt x="32" y="342"/>
                  <a:pt x="32" y="342"/>
                </a:cubicBezTo>
                <a:cubicBezTo>
                  <a:pt x="32" y="343"/>
                  <a:pt x="32" y="344"/>
                  <a:pt x="32" y="344"/>
                </a:cubicBezTo>
                <a:cubicBezTo>
                  <a:pt x="32" y="342"/>
                  <a:pt x="31" y="344"/>
                  <a:pt x="31" y="344"/>
                </a:cubicBezTo>
                <a:cubicBezTo>
                  <a:pt x="30" y="343"/>
                  <a:pt x="30" y="343"/>
                  <a:pt x="30" y="341"/>
                </a:cubicBezTo>
                <a:cubicBezTo>
                  <a:pt x="30" y="340"/>
                  <a:pt x="30" y="341"/>
                  <a:pt x="31" y="341"/>
                </a:cubicBezTo>
                <a:cubicBezTo>
                  <a:pt x="31" y="339"/>
                  <a:pt x="30" y="340"/>
                  <a:pt x="30" y="340"/>
                </a:cubicBezTo>
                <a:cubicBezTo>
                  <a:pt x="30" y="339"/>
                  <a:pt x="29" y="338"/>
                  <a:pt x="30" y="338"/>
                </a:cubicBezTo>
                <a:cubicBezTo>
                  <a:pt x="31" y="338"/>
                  <a:pt x="31" y="338"/>
                  <a:pt x="31" y="338"/>
                </a:cubicBezTo>
                <a:cubicBezTo>
                  <a:pt x="30" y="335"/>
                  <a:pt x="30" y="336"/>
                  <a:pt x="29" y="333"/>
                </a:cubicBezTo>
                <a:cubicBezTo>
                  <a:pt x="30" y="333"/>
                  <a:pt x="30" y="333"/>
                  <a:pt x="30" y="334"/>
                </a:cubicBezTo>
                <a:cubicBezTo>
                  <a:pt x="30" y="331"/>
                  <a:pt x="29" y="334"/>
                  <a:pt x="29" y="331"/>
                </a:cubicBezTo>
                <a:cubicBezTo>
                  <a:pt x="30" y="331"/>
                  <a:pt x="30" y="332"/>
                  <a:pt x="30" y="332"/>
                </a:cubicBezTo>
                <a:cubicBezTo>
                  <a:pt x="30" y="331"/>
                  <a:pt x="30" y="331"/>
                  <a:pt x="30" y="330"/>
                </a:cubicBezTo>
                <a:cubicBezTo>
                  <a:pt x="31" y="329"/>
                  <a:pt x="32" y="327"/>
                  <a:pt x="33" y="329"/>
                </a:cubicBezTo>
                <a:cubicBezTo>
                  <a:pt x="33" y="329"/>
                  <a:pt x="34" y="328"/>
                  <a:pt x="34" y="328"/>
                </a:cubicBezTo>
                <a:cubicBezTo>
                  <a:pt x="33" y="328"/>
                  <a:pt x="33" y="323"/>
                  <a:pt x="32" y="322"/>
                </a:cubicBezTo>
                <a:cubicBezTo>
                  <a:pt x="32" y="323"/>
                  <a:pt x="32" y="323"/>
                  <a:pt x="32" y="324"/>
                </a:cubicBezTo>
                <a:cubicBezTo>
                  <a:pt x="32" y="324"/>
                  <a:pt x="32" y="324"/>
                  <a:pt x="32" y="325"/>
                </a:cubicBezTo>
                <a:cubicBezTo>
                  <a:pt x="32" y="324"/>
                  <a:pt x="32" y="325"/>
                  <a:pt x="31" y="324"/>
                </a:cubicBezTo>
                <a:cubicBezTo>
                  <a:pt x="32" y="323"/>
                  <a:pt x="31" y="322"/>
                  <a:pt x="32" y="322"/>
                </a:cubicBezTo>
                <a:cubicBezTo>
                  <a:pt x="32" y="321"/>
                  <a:pt x="32" y="322"/>
                  <a:pt x="33" y="322"/>
                </a:cubicBezTo>
                <a:cubicBezTo>
                  <a:pt x="33" y="321"/>
                  <a:pt x="33" y="321"/>
                  <a:pt x="33" y="320"/>
                </a:cubicBezTo>
                <a:cubicBezTo>
                  <a:pt x="33" y="320"/>
                  <a:pt x="32" y="321"/>
                  <a:pt x="31" y="320"/>
                </a:cubicBezTo>
                <a:cubicBezTo>
                  <a:pt x="32" y="320"/>
                  <a:pt x="33" y="319"/>
                  <a:pt x="33" y="318"/>
                </a:cubicBezTo>
                <a:cubicBezTo>
                  <a:pt x="33" y="314"/>
                  <a:pt x="33" y="310"/>
                  <a:pt x="34" y="307"/>
                </a:cubicBezTo>
                <a:cubicBezTo>
                  <a:pt x="33" y="309"/>
                  <a:pt x="35" y="310"/>
                  <a:pt x="34" y="313"/>
                </a:cubicBezTo>
                <a:cubicBezTo>
                  <a:pt x="34" y="312"/>
                  <a:pt x="34" y="311"/>
                  <a:pt x="34" y="312"/>
                </a:cubicBezTo>
                <a:cubicBezTo>
                  <a:pt x="34" y="312"/>
                  <a:pt x="34" y="313"/>
                  <a:pt x="34" y="314"/>
                </a:cubicBezTo>
                <a:cubicBezTo>
                  <a:pt x="34" y="315"/>
                  <a:pt x="35" y="315"/>
                  <a:pt x="35" y="315"/>
                </a:cubicBezTo>
                <a:cubicBezTo>
                  <a:pt x="35" y="313"/>
                  <a:pt x="36" y="309"/>
                  <a:pt x="35" y="308"/>
                </a:cubicBezTo>
                <a:cubicBezTo>
                  <a:pt x="35" y="309"/>
                  <a:pt x="35" y="309"/>
                  <a:pt x="35" y="310"/>
                </a:cubicBezTo>
                <a:cubicBezTo>
                  <a:pt x="34" y="309"/>
                  <a:pt x="35" y="308"/>
                  <a:pt x="34" y="307"/>
                </a:cubicBezTo>
                <a:cubicBezTo>
                  <a:pt x="35" y="307"/>
                  <a:pt x="36" y="305"/>
                  <a:pt x="36" y="307"/>
                </a:cubicBezTo>
                <a:cubicBezTo>
                  <a:pt x="35" y="309"/>
                  <a:pt x="36" y="313"/>
                  <a:pt x="37" y="313"/>
                </a:cubicBezTo>
                <a:cubicBezTo>
                  <a:pt x="37" y="314"/>
                  <a:pt x="36" y="314"/>
                  <a:pt x="36" y="315"/>
                </a:cubicBezTo>
                <a:cubicBezTo>
                  <a:pt x="36" y="315"/>
                  <a:pt x="36" y="318"/>
                  <a:pt x="36" y="319"/>
                </a:cubicBezTo>
                <a:cubicBezTo>
                  <a:pt x="37" y="319"/>
                  <a:pt x="37" y="317"/>
                  <a:pt x="37" y="318"/>
                </a:cubicBezTo>
                <a:cubicBezTo>
                  <a:pt x="37" y="318"/>
                  <a:pt x="37" y="318"/>
                  <a:pt x="37" y="319"/>
                </a:cubicBezTo>
                <a:cubicBezTo>
                  <a:pt x="37" y="320"/>
                  <a:pt x="37" y="319"/>
                  <a:pt x="37" y="320"/>
                </a:cubicBezTo>
                <a:cubicBezTo>
                  <a:pt x="37" y="320"/>
                  <a:pt x="37" y="320"/>
                  <a:pt x="37" y="320"/>
                </a:cubicBezTo>
                <a:cubicBezTo>
                  <a:pt x="37" y="319"/>
                  <a:pt x="36" y="320"/>
                  <a:pt x="36" y="320"/>
                </a:cubicBezTo>
                <a:cubicBezTo>
                  <a:pt x="35" y="319"/>
                  <a:pt x="36" y="318"/>
                  <a:pt x="35" y="317"/>
                </a:cubicBezTo>
                <a:cubicBezTo>
                  <a:pt x="35" y="317"/>
                  <a:pt x="34" y="317"/>
                  <a:pt x="34" y="318"/>
                </a:cubicBezTo>
                <a:cubicBezTo>
                  <a:pt x="34" y="319"/>
                  <a:pt x="35" y="318"/>
                  <a:pt x="35" y="319"/>
                </a:cubicBezTo>
                <a:cubicBezTo>
                  <a:pt x="35" y="320"/>
                  <a:pt x="35" y="322"/>
                  <a:pt x="34" y="321"/>
                </a:cubicBezTo>
                <a:cubicBezTo>
                  <a:pt x="34" y="323"/>
                  <a:pt x="35" y="322"/>
                  <a:pt x="35" y="324"/>
                </a:cubicBezTo>
                <a:cubicBezTo>
                  <a:pt x="34" y="324"/>
                  <a:pt x="34" y="325"/>
                  <a:pt x="34" y="325"/>
                </a:cubicBezTo>
                <a:cubicBezTo>
                  <a:pt x="34" y="324"/>
                  <a:pt x="33" y="324"/>
                  <a:pt x="33" y="325"/>
                </a:cubicBezTo>
                <a:cubicBezTo>
                  <a:pt x="34" y="326"/>
                  <a:pt x="34" y="326"/>
                  <a:pt x="35" y="327"/>
                </a:cubicBezTo>
                <a:cubicBezTo>
                  <a:pt x="36" y="325"/>
                  <a:pt x="34" y="327"/>
                  <a:pt x="35" y="325"/>
                </a:cubicBezTo>
                <a:cubicBezTo>
                  <a:pt x="35" y="326"/>
                  <a:pt x="35" y="325"/>
                  <a:pt x="36" y="325"/>
                </a:cubicBezTo>
                <a:cubicBezTo>
                  <a:pt x="37" y="327"/>
                  <a:pt x="34" y="330"/>
                  <a:pt x="35" y="333"/>
                </a:cubicBezTo>
                <a:cubicBezTo>
                  <a:pt x="36" y="332"/>
                  <a:pt x="35" y="331"/>
                  <a:pt x="35" y="331"/>
                </a:cubicBezTo>
                <a:cubicBezTo>
                  <a:pt x="35" y="331"/>
                  <a:pt x="36" y="331"/>
                  <a:pt x="36" y="331"/>
                </a:cubicBezTo>
                <a:cubicBezTo>
                  <a:pt x="35" y="333"/>
                  <a:pt x="37" y="331"/>
                  <a:pt x="37" y="333"/>
                </a:cubicBezTo>
                <a:cubicBezTo>
                  <a:pt x="37" y="333"/>
                  <a:pt x="38" y="332"/>
                  <a:pt x="38" y="333"/>
                </a:cubicBezTo>
                <a:cubicBezTo>
                  <a:pt x="37" y="332"/>
                  <a:pt x="38" y="334"/>
                  <a:pt x="37" y="334"/>
                </a:cubicBezTo>
                <a:cubicBezTo>
                  <a:pt x="37" y="333"/>
                  <a:pt x="37" y="335"/>
                  <a:pt x="36" y="334"/>
                </a:cubicBezTo>
                <a:cubicBezTo>
                  <a:pt x="37" y="333"/>
                  <a:pt x="37" y="332"/>
                  <a:pt x="36" y="332"/>
                </a:cubicBezTo>
                <a:cubicBezTo>
                  <a:pt x="36" y="334"/>
                  <a:pt x="35" y="334"/>
                  <a:pt x="35" y="337"/>
                </a:cubicBezTo>
                <a:cubicBezTo>
                  <a:pt x="37" y="337"/>
                  <a:pt x="37" y="337"/>
                  <a:pt x="37" y="337"/>
                </a:cubicBezTo>
                <a:cubicBezTo>
                  <a:pt x="37" y="336"/>
                  <a:pt x="37" y="336"/>
                  <a:pt x="37" y="335"/>
                </a:cubicBezTo>
                <a:cubicBezTo>
                  <a:pt x="38" y="335"/>
                  <a:pt x="39" y="335"/>
                  <a:pt x="40" y="336"/>
                </a:cubicBezTo>
                <a:cubicBezTo>
                  <a:pt x="39" y="337"/>
                  <a:pt x="40" y="337"/>
                  <a:pt x="40" y="338"/>
                </a:cubicBezTo>
                <a:cubicBezTo>
                  <a:pt x="40" y="340"/>
                  <a:pt x="39" y="339"/>
                  <a:pt x="38" y="340"/>
                </a:cubicBezTo>
                <a:cubicBezTo>
                  <a:pt x="39" y="340"/>
                  <a:pt x="38" y="340"/>
                  <a:pt x="38" y="341"/>
                </a:cubicBezTo>
                <a:cubicBezTo>
                  <a:pt x="38" y="342"/>
                  <a:pt x="39" y="341"/>
                  <a:pt x="39" y="342"/>
                </a:cubicBezTo>
                <a:cubicBezTo>
                  <a:pt x="39" y="342"/>
                  <a:pt x="39" y="342"/>
                  <a:pt x="38" y="342"/>
                </a:cubicBezTo>
                <a:cubicBezTo>
                  <a:pt x="38" y="344"/>
                  <a:pt x="38" y="344"/>
                  <a:pt x="38" y="344"/>
                </a:cubicBezTo>
                <a:cubicBezTo>
                  <a:pt x="39" y="344"/>
                  <a:pt x="39" y="343"/>
                  <a:pt x="40" y="342"/>
                </a:cubicBezTo>
                <a:cubicBezTo>
                  <a:pt x="39" y="343"/>
                  <a:pt x="39" y="340"/>
                  <a:pt x="40" y="341"/>
                </a:cubicBezTo>
                <a:cubicBezTo>
                  <a:pt x="40" y="341"/>
                  <a:pt x="40" y="341"/>
                  <a:pt x="40" y="341"/>
                </a:cubicBezTo>
                <a:cubicBezTo>
                  <a:pt x="40" y="342"/>
                  <a:pt x="40" y="343"/>
                  <a:pt x="40" y="344"/>
                </a:cubicBezTo>
                <a:cubicBezTo>
                  <a:pt x="39" y="343"/>
                  <a:pt x="38" y="346"/>
                  <a:pt x="38" y="345"/>
                </a:cubicBezTo>
                <a:cubicBezTo>
                  <a:pt x="38" y="347"/>
                  <a:pt x="38" y="346"/>
                  <a:pt x="39" y="347"/>
                </a:cubicBezTo>
                <a:cubicBezTo>
                  <a:pt x="38" y="349"/>
                  <a:pt x="38" y="349"/>
                  <a:pt x="39" y="350"/>
                </a:cubicBezTo>
                <a:cubicBezTo>
                  <a:pt x="40" y="352"/>
                  <a:pt x="39" y="353"/>
                  <a:pt x="38" y="351"/>
                </a:cubicBezTo>
                <a:cubicBezTo>
                  <a:pt x="38" y="354"/>
                  <a:pt x="39" y="355"/>
                  <a:pt x="38" y="357"/>
                </a:cubicBezTo>
                <a:cubicBezTo>
                  <a:pt x="39" y="358"/>
                  <a:pt x="39" y="355"/>
                  <a:pt x="40" y="357"/>
                </a:cubicBezTo>
                <a:cubicBezTo>
                  <a:pt x="39" y="358"/>
                  <a:pt x="39" y="358"/>
                  <a:pt x="40" y="359"/>
                </a:cubicBezTo>
                <a:cubicBezTo>
                  <a:pt x="40" y="358"/>
                  <a:pt x="40" y="357"/>
                  <a:pt x="40" y="355"/>
                </a:cubicBezTo>
                <a:cubicBezTo>
                  <a:pt x="41" y="355"/>
                  <a:pt x="40" y="353"/>
                  <a:pt x="41" y="354"/>
                </a:cubicBezTo>
                <a:cubicBezTo>
                  <a:pt x="41" y="352"/>
                  <a:pt x="40" y="354"/>
                  <a:pt x="41" y="352"/>
                </a:cubicBezTo>
                <a:cubicBezTo>
                  <a:pt x="41" y="352"/>
                  <a:pt x="42" y="352"/>
                  <a:pt x="42" y="351"/>
                </a:cubicBezTo>
                <a:cubicBezTo>
                  <a:pt x="42" y="350"/>
                  <a:pt x="42" y="349"/>
                  <a:pt x="42" y="348"/>
                </a:cubicBezTo>
                <a:cubicBezTo>
                  <a:pt x="42" y="349"/>
                  <a:pt x="43" y="350"/>
                  <a:pt x="43" y="350"/>
                </a:cubicBezTo>
                <a:cubicBezTo>
                  <a:pt x="43" y="348"/>
                  <a:pt x="44" y="348"/>
                  <a:pt x="44" y="348"/>
                </a:cubicBezTo>
                <a:cubicBezTo>
                  <a:pt x="43" y="348"/>
                  <a:pt x="44" y="345"/>
                  <a:pt x="43" y="344"/>
                </a:cubicBezTo>
                <a:cubicBezTo>
                  <a:pt x="43" y="345"/>
                  <a:pt x="43" y="346"/>
                  <a:pt x="43" y="346"/>
                </a:cubicBezTo>
                <a:cubicBezTo>
                  <a:pt x="43" y="344"/>
                  <a:pt x="43" y="346"/>
                  <a:pt x="42" y="346"/>
                </a:cubicBezTo>
                <a:cubicBezTo>
                  <a:pt x="42" y="345"/>
                  <a:pt x="42" y="344"/>
                  <a:pt x="42" y="344"/>
                </a:cubicBezTo>
                <a:cubicBezTo>
                  <a:pt x="41" y="345"/>
                  <a:pt x="42" y="346"/>
                  <a:pt x="42" y="347"/>
                </a:cubicBezTo>
                <a:cubicBezTo>
                  <a:pt x="42" y="347"/>
                  <a:pt x="41" y="347"/>
                  <a:pt x="41" y="347"/>
                </a:cubicBezTo>
                <a:cubicBezTo>
                  <a:pt x="42" y="346"/>
                  <a:pt x="41" y="345"/>
                  <a:pt x="41" y="344"/>
                </a:cubicBezTo>
                <a:cubicBezTo>
                  <a:pt x="41" y="343"/>
                  <a:pt x="42" y="345"/>
                  <a:pt x="42" y="343"/>
                </a:cubicBezTo>
                <a:cubicBezTo>
                  <a:pt x="41" y="343"/>
                  <a:pt x="41" y="342"/>
                  <a:pt x="41" y="344"/>
                </a:cubicBezTo>
                <a:cubicBezTo>
                  <a:pt x="40" y="340"/>
                  <a:pt x="41" y="343"/>
                  <a:pt x="41" y="341"/>
                </a:cubicBezTo>
                <a:cubicBezTo>
                  <a:pt x="40" y="340"/>
                  <a:pt x="40" y="336"/>
                  <a:pt x="40" y="335"/>
                </a:cubicBezTo>
                <a:cubicBezTo>
                  <a:pt x="41" y="337"/>
                  <a:pt x="41" y="334"/>
                  <a:pt x="43" y="334"/>
                </a:cubicBezTo>
                <a:cubicBezTo>
                  <a:pt x="42" y="337"/>
                  <a:pt x="44" y="334"/>
                  <a:pt x="43" y="336"/>
                </a:cubicBezTo>
                <a:cubicBezTo>
                  <a:pt x="45" y="335"/>
                  <a:pt x="44" y="331"/>
                  <a:pt x="44" y="329"/>
                </a:cubicBezTo>
                <a:cubicBezTo>
                  <a:pt x="43" y="328"/>
                  <a:pt x="43" y="329"/>
                  <a:pt x="43" y="329"/>
                </a:cubicBezTo>
                <a:cubicBezTo>
                  <a:pt x="43" y="328"/>
                  <a:pt x="42" y="330"/>
                  <a:pt x="42" y="329"/>
                </a:cubicBezTo>
                <a:cubicBezTo>
                  <a:pt x="43" y="329"/>
                  <a:pt x="43" y="328"/>
                  <a:pt x="43" y="328"/>
                </a:cubicBezTo>
                <a:cubicBezTo>
                  <a:pt x="46" y="326"/>
                  <a:pt x="44" y="331"/>
                  <a:pt x="45" y="333"/>
                </a:cubicBezTo>
                <a:cubicBezTo>
                  <a:pt x="45" y="331"/>
                  <a:pt x="46" y="331"/>
                  <a:pt x="46" y="329"/>
                </a:cubicBezTo>
                <a:cubicBezTo>
                  <a:pt x="46" y="330"/>
                  <a:pt x="46" y="332"/>
                  <a:pt x="47" y="332"/>
                </a:cubicBezTo>
                <a:cubicBezTo>
                  <a:pt x="46" y="330"/>
                  <a:pt x="47" y="331"/>
                  <a:pt x="48" y="330"/>
                </a:cubicBezTo>
                <a:cubicBezTo>
                  <a:pt x="48" y="328"/>
                  <a:pt x="47" y="329"/>
                  <a:pt x="47" y="328"/>
                </a:cubicBezTo>
                <a:cubicBezTo>
                  <a:pt x="48" y="328"/>
                  <a:pt x="48" y="328"/>
                  <a:pt x="49" y="329"/>
                </a:cubicBezTo>
                <a:cubicBezTo>
                  <a:pt x="49" y="329"/>
                  <a:pt x="48" y="328"/>
                  <a:pt x="49" y="327"/>
                </a:cubicBezTo>
                <a:cubicBezTo>
                  <a:pt x="48" y="327"/>
                  <a:pt x="48" y="327"/>
                  <a:pt x="48" y="327"/>
                </a:cubicBezTo>
                <a:cubicBezTo>
                  <a:pt x="49" y="324"/>
                  <a:pt x="48" y="321"/>
                  <a:pt x="49" y="317"/>
                </a:cubicBezTo>
                <a:cubicBezTo>
                  <a:pt x="49" y="319"/>
                  <a:pt x="50" y="318"/>
                  <a:pt x="50" y="319"/>
                </a:cubicBezTo>
                <a:cubicBezTo>
                  <a:pt x="50" y="319"/>
                  <a:pt x="48" y="323"/>
                  <a:pt x="50" y="324"/>
                </a:cubicBezTo>
                <a:cubicBezTo>
                  <a:pt x="49" y="323"/>
                  <a:pt x="49" y="322"/>
                  <a:pt x="50" y="322"/>
                </a:cubicBezTo>
                <a:cubicBezTo>
                  <a:pt x="49" y="323"/>
                  <a:pt x="51" y="322"/>
                  <a:pt x="51" y="323"/>
                </a:cubicBezTo>
                <a:cubicBezTo>
                  <a:pt x="51" y="323"/>
                  <a:pt x="50" y="323"/>
                  <a:pt x="50" y="324"/>
                </a:cubicBezTo>
                <a:cubicBezTo>
                  <a:pt x="51" y="324"/>
                  <a:pt x="52" y="324"/>
                  <a:pt x="52" y="324"/>
                </a:cubicBezTo>
                <a:cubicBezTo>
                  <a:pt x="51" y="323"/>
                  <a:pt x="54" y="324"/>
                  <a:pt x="54" y="323"/>
                </a:cubicBezTo>
                <a:cubicBezTo>
                  <a:pt x="53" y="324"/>
                  <a:pt x="54" y="326"/>
                  <a:pt x="54" y="327"/>
                </a:cubicBezTo>
                <a:cubicBezTo>
                  <a:pt x="55" y="323"/>
                  <a:pt x="54" y="322"/>
                  <a:pt x="54" y="319"/>
                </a:cubicBezTo>
                <a:cubicBezTo>
                  <a:pt x="54" y="319"/>
                  <a:pt x="54" y="319"/>
                  <a:pt x="54" y="319"/>
                </a:cubicBezTo>
                <a:cubicBezTo>
                  <a:pt x="54" y="318"/>
                  <a:pt x="54" y="317"/>
                  <a:pt x="54" y="316"/>
                </a:cubicBezTo>
                <a:cubicBezTo>
                  <a:pt x="54" y="315"/>
                  <a:pt x="54" y="315"/>
                  <a:pt x="54" y="315"/>
                </a:cubicBezTo>
                <a:cubicBezTo>
                  <a:pt x="55" y="313"/>
                  <a:pt x="53" y="306"/>
                  <a:pt x="55" y="307"/>
                </a:cubicBezTo>
                <a:cubicBezTo>
                  <a:pt x="55" y="306"/>
                  <a:pt x="55" y="306"/>
                  <a:pt x="55" y="306"/>
                </a:cubicBezTo>
                <a:cubicBezTo>
                  <a:pt x="54" y="305"/>
                  <a:pt x="54" y="307"/>
                  <a:pt x="54" y="306"/>
                </a:cubicBezTo>
                <a:cubicBezTo>
                  <a:pt x="54" y="304"/>
                  <a:pt x="55" y="304"/>
                  <a:pt x="54" y="302"/>
                </a:cubicBezTo>
                <a:cubicBezTo>
                  <a:pt x="53" y="302"/>
                  <a:pt x="54" y="299"/>
                  <a:pt x="54" y="299"/>
                </a:cubicBezTo>
                <a:cubicBezTo>
                  <a:pt x="54" y="298"/>
                  <a:pt x="54" y="298"/>
                  <a:pt x="53" y="297"/>
                </a:cubicBezTo>
                <a:cubicBezTo>
                  <a:pt x="54" y="296"/>
                  <a:pt x="54" y="295"/>
                  <a:pt x="54" y="292"/>
                </a:cubicBezTo>
                <a:cubicBezTo>
                  <a:pt x="53" y="292"/>
                  <a:pt x="54" y="294"/>
                  <a:pt x="53" y="294"/>
                </a:cubicBezTo>
                <a:cubicBezTo>
                  <a:pt x="53" y="293"/>
                  <a:pt x="53" y="291"/>
                  <a:pt x="53" y="291"/>
                </a:cubicBezTo>
                <a:cubicBezTo>
                  <a:pt x="54" y="291"/>
                  <a:pt x="53" y="292"/>
                  <a:pt x="54" y="292"/>
                </a:cubicBezTo>
                <a:cubicBezTo>
                  <a:pt x="54" y="291"/>
                  <a:pt x="54" y="293"/>
                  <a:pt x="54" y="291"/>
                </a:cubicBezTo>
                <a:cubicBezTo>
                  <a:pt x="54" y="292"/>
                  <a:pt x="53" y="290"/>
                  <a:pt x="54" y="289"/>
                </a:cubicBezTo>
                <a:cubicBezTo>
                  <a:pt x="54" y="289"/>
                  <a:pt x="54" y="290"/>
                  <a:pt x="54" y="290"/>
                </a:cubicBezTo>
                <a:cubicBezTo>
                  <a:pt x="54" y="288"/>
                  <a:pt x="53" y="288"/>
                  <a:pt x="54" y="286"/>
                </a:cubicBezTo>
                <a:cubicBezTo>
                  <a:pt x="54" y="285"/>
                  <a:pt x="53" y="287"/>
                  <a:pt x="53" y="285"/>
                </a:cubicBezTo>
                <a:cubicBezTo>
                  <a:pt x="53" y="285"/>
                  <a:pt x="53" y="282"/>
                  <a:pt x="53" y="282"/>
                </a:cubicBezTo>
                <a:cubicBezTo>
                  <a:pt x="53" y="283"/>
                  <a:pt x="53" y="283"/>
                  <a:pt x="53" y="285"/>
                </a:cubicBezTo>
                <a:cubicBezTo>
                  <a:pt x="54" y="285"/>
                  <a:pt x="54" y="285"/>
                  <a:pt x="54" y="286"/>
                </a:cubicBezTo>
                <a:cubicBezTo>
                  <a:pt x="54" y="285"/>
                  <a:pt x="55" y="285"/>
                  <a:pt x="55" y="284"/>
                </a:cubicBezTo>
                <a:cubicBezTo>
                  <a:pt x="53" y="284"/>
                  <a:pt x="54" y="281"/>
                  <a:pt x="54" y="280"/>
                </a:cubicBezTo>
                <a:cubicBezTo>
                  <a:pt x="54" y="281"/>
                  <a:pt x="54" y="281"/>
                  <a:pt x="54" y="281"/>
                </a:cubicBezTo>
                <a:cubicBezTo>
                  <a:pt x="53" y="281"/>
                  <a:pt x="53" y="279"/>
                  <a:pt x="53" y="279"/>
                </a:cubicBezTo>
                <a:cubicBezTo>
                  <a:pt x="54" y="279"/>
                  <a:pt x="54" y="280"/>
                  <a:pt x="54" y="279"/>
                </a:cubicBezTo>
                <a:cubicBezTo>
                  <a:pt x="53" y="278"/>
                  <a:pt x="54" y="276"/>
                  <a:pt x="54" y="276"/>
                </a:cubicBezTo>
                <a:cubicBezTo>
                  <a:pt x="54" y="276"/>
                  <a:pt x="54" y="276"/>
                  <a:pt x="54" y="274"/>
                </a:cubicBezTo>
                <a:cubicBezTo>
                  <a:pt x="55" y="274"/>
                  <a:pt x="54" y="273"/>
                  <a:pt x="54" y="273"/>
                </a:cubicBezTo>
                <a:cubicBezTo>
                  <a:pt x="55" y="273"/>
                  <a:pt x="55" y="273"/>
                  <a:pt x="55" y="274"/>
                </a:cubicBezTo>
                <a:cubicBezTo>
                  <a:pt x="54" y="274"/>
                  <a:pt x="54" y="274"/>
                  <a:pt x="54" y="275"/>
                </a:cubicBezTo>
                <a:cubicBezTo>
                  <a:pt x="55" y="274"/>
                  <a:pt x="56" y="273"/>
                  <a:pt x="55" y="270"/>
                </a:cubicBezTo>
                <a:cubicBezTo>
                  <a:pt x="55" y="269"/>
                  <a:pt x="55" y="271"/>
                  <a:pt x="55" y="270"/>
                </a:cubicBezTo>
                <a:cubicBezTo>
                  <a:pt x="55" y="269"/>
                  <a:pt x="55" y="266"/>
                  <a:pt x="55" y="267"/>
                </a:cubicBezTo>
                <a:cubicBezTo>
                  <a:pt x="55" y="265"/>
                  <a:pt x="55" y="266"/>
                  <a:pt x="55" y="264"/>
                </a:cubicBezTo>
                <a:cubicBezTo>
                  <a:pt x="55" y="264"/>
                  <a:pt x="55" y="265"/>
                  <a:pt x="54" y="265"/>
                </a:cubicBezTo>
                <a:cubicBezTo>
                  <a:pt x="55" y="263"/>
                  <a:pt x="55" y="261"/>
                  <a:pt x="54" y="261"/>
                </a:cubicBezTo>
                <a:cubicBezTo>
                  <a:pt x="54" y="260"/>
                  <a:pt x="54" y="259"/>
                  <a:pt x="55" y="259"/>
                </a:cubicBezTo>
                <a:cubicBezTo>
                  <a:pt x="55" y="259"/>
                  <a:pt x="54" y="260"/>
                  <a:pt x="55" y="260"/>
                </a:cubicBezTo>
                <a:cubicBezTo>
                  <a:pt x="55" y="259"/>
                  <a:pt x="55" y="258"/>
                  <a:pt x="55" y="256"/>
                </a:cubicBezTo>
                <a:cubicBezTo>
                  <a:pt x="55" y="257"/>
                  <a:pt x="55" y="255"/>
                  <a:pt x="55" y="254"/>
                </a:cubicBezTo>
                <a:cubicBezTo>
                  <a:pt x="56" y="255"/>
                  <a:pt x="56" y="254"/>
                  <a:pt x="57" y="254"/>
                </a:cubicBezTo>
                <a:cubicBezTo>
                  <a:pt x="57" y="254"/>
                  <a:pt x="56" y="253"/>
                  <a:pt x="56" y="253"/>
                </a:cubicBezTo>
                <a:cubicBezTo>
                  <a:pt x="56" y="255"/>
                  <a:pt x="55" y="253"/>
                  <a:pt x="55" y="252"/>
                </a:cubicBezTo>
                <a:cubicBezTo>
                  <a:pt x="56" y="251"/>
                  <a:pt x="55" y="252"/>
                  <a:pt x="56" y="251"/>
                </a:cubicBezTo>
                <a:cubicBezTo>
                  <a:pt x="56" y="250"/>
                  <a:pt x="56" y="251"/>
                  <a:pt x="55" y="250"/>
                </a:cubicBezTo>
                <a:cubicBezTo>
                  <a:pt x="56" y="250"/>
                  <a:pt x="56" y="248"/>
                  <a:pt x="55" y="248"/>
                </a:cubicBezTo>
                <a:cubicBezTo>
                  <a:pt x="56" y="248"/>
                  <a:pt x="56" y="249"/>
                  <a:pt x="56" y="249"/>
                </a:cubicBezTo>
                <a:cubicBezTo>
                  <a:pt x="56" y="247"/>
                  <a:pt x="56" y="247"/>
                  <a:pt x="56" y="246"/>
                </a:cubicBezTo>
                <a:cubicBezTo>
                  <a:pt x="56" y="246"/>
                  <a:pt x="56" y="246"/>
                  <a:pt x="56" y="246"/>
                </a:cubicBezTo>
                <a:cubicBezTo>
                  <a:pt x="56" y="245"/>
                  <a:pt x="56" y="244"/>
                  <a:pt x="56" y="243"/>
                </a:cubicBezTo>
                <a:cubicBezTo>
                  <a:pt x="56" y="242"/>
                  <a:pt x="55" y="245"/>
                  <a:pt x="54" y="244"/>
                </a:cubicBezTo>
                <a:cubicBezTo>
                  <a:pt x="54" y="243"/>
                  <a:pt x="56" y="242"/>
                  <a:pt x="55" y="241"/>
                </a:cubicBezTo>
                <a:cubicBezTo>
                  <a:pt x="56" y="241"/>
                  <a:pt x="56" y="241"/>
                  <a:pt x="56" y="241"/>
                </a:cubicBezTo>
                <a:cubicBezTo>
                  <a:pt x="56" y="239"/>
                  <a:pt x="56" y="237"/>
                  <a:pt x="57" y="238"/>
                </a:cubicBezTo>
                <a:cubicBezTo>
                  <a:pt x="56" y="234"/>
                  <a:pt x="56" y="231"/>
                  <a:pt x="57" y="227"/>
                </a:cubicBezTo>
                <a:cubicBezTo>
                  <a:pt x="56" y="227"/>
                  <a:pt x="56" y="227"/>
                  <a:pt x="56" y="227"/>
                </a:cubicBezTo>
                <a:cubicBezTo>
                  <a:pt x="56" y="226"/>
                  <a:pt x="56" y="226"/>
                  <a:pt x="56" y="226"/>
                </a:cubicBezTo>
                <a:cubicBezTo>
                  <a:pt x="56" y="227"/>
                  <a:pt x="57" y="227"/>
                  <a:pt x="57" y="225"/>
                </a:cubicBezTo>
                <a:cubicBezTo>
                  <a:pt x="57" y="224"/>
                  <a:pt x="57" y="226"/>
                  <a:pt x="56" y="224"/>
                </a:cubicBezTo>
                <a:cubicBezTo>
                  <a:pt x="57" y="221"/>
                  <a:pt x="56" y="217"/>
                  <a:pt x="57" y="213"/>
                </a:cubicBezTo>
                <a:cubicBezTo>
                  <a:pt x="57" y="212"/>
                  <a:pt x="56" y="214"/>
                  <a:pt x="56" y="213"/>
                </a:cubicBezTo>
                <a:cubicBezTo>
                  <a:pt x="56" y="212"/>
                  <a:pt x="57" y="211"/>
                  <a:pt x="57" y="209"/>
                </a:cubicBezTo>
                <a:cubicBezTo>
                  <a:pt x="56" y="209"/>
                  <a:pt x="56" y="209"/>
                  <a:pt x="56" y="208"/>
                </a:cubicBezTo>
                <a:cubicBezTo>
                  <a:pt x="56" y="207"/>
                  <a:pt x="56" y="207"/>
                  <a:pt x="57" y="207"/>
                </a:cubicBezTo>
                <a:cubicBezTo>
                  <a:pt x="57" y="208"/>
                  <a:pt x="57" y="208"/>
                  <a:pt x="57" y="208"/>
                </a:cubicBezTo>
                <a:cubicBezTo>
                  <a:pt x="57" y="208"/>
                  <a:pt x="57" y="208"/>
                  <a:pt x="57" y="208"/>
                </a:cubicBezTo>
                <a:cubicBezTo>
                  <a:pt x="57" y="207"/>
                  <a:pt x="57" y="205"/>
                  <a:pt x="58" y="205"/>
                </a:cubicBezTo>
                <a:cubicBezTo>
                  <a:pt x="58" y="203"/>
                  <a:pt x="58" y="204"/>
                  <a:pt x="57" y="203"/>
                </a:cubicBezTo>
                <a:cubicBezTo>
                  <a:pt x="58" y="202"/>
                  <a:pt x="58" y="200"/>
                  <a:pt x="58" y="197"/>
                </a:cubicBezTo>
                <a:cubicBezTo>
                  <a:pt x="57" y="197"/>
                  <a:pt x="57" y="197"/>
                  <a:pt x="57" y="197"/>
                </a:cubicBezTo>
                <a:cubicBezTo>
                  <a:pt x="57" y="196"/>
                  <a:pt x="56" y="196"/>
                  <a:pt x="57" y="195"/>
                </a:cubicBezTo>
                <a:cubicBezTo>
                  <a:pt x="58" y="194"/>
                  <a:pt x="58" y="195"/>
                  <a:pt x="57" y="197"/>
                </a:cubicBezTo>
                <a:cubicBezTo>
                  <a:pt x="58" y="196"/>
                  <a:pt x="58" y="194"/>
                  <a:pt x="57" y="192"/>
                </a:cubicBezTo>
                <a:cubicBezTo>
                  <a:pt x="57" y="190"/>
                  <a:pt x="59" y="187"/>
                  <a:pt x="58" y="184"/>
                </a:cubicBezTo>
                <a:cubicBezTo>
                  <a:pt x="58" y="185"/>
                  <a:pt x="57" y="186"/>
                  <a:pt x="57" y="185"/>
                </a:cubicBezTo>
                <a:cubicBezTo>
                  <a:pt x="58" y="183"/>
                  <a:pt x="58" y="180"/>
                  <a:pt x="58" y="178"/>
                </a:cubicBezTo>
                <a:cubicBezTo>
                  <a:pt x="58" y="176"/>
                  <a:pt x="58" y="174"/>
                  <a:pt x="58" y="171"/>
                </a:cubicBezTo>
                <a:cubicBezTo>
                  <a:pt x="58" y="171"/>
                  <a:pt x="58" y="171"/>
                  <a:pt x="58" y="171"/>
                </a:cubicBezTo>
                <a:cubicBezTo>
                  <a:pt x="58" y="170"/>
                  <a:pt x="58" y="169"/>
                  <a:pt x="58" y="167"/>
                </a:cubicBezTo>
                <a:cubicBezTo>
                  <a:pt x="58" y="166"/>
                  <a:pt x="58" y="165"/>
                  <a:pt x="58" y="163"/>
                </a:cubicBezTo>
                <a:cubicBezTo>
                  <a:pt x="59" y="163"/>
                  <a:pt x="59" y="163"/>
                  <a:pt x="59" y="163"/>
                </a:cubicBezTo>
                <a:cubicBezTo>
                  <a:pt x="59" y="159"/>
                  <a:pt x="58" y="155"/>
                  <a:pt x="58" y="151"/>
                </a:cubicBezTo>
                <a:cubicBezTo>
                  <a:pt x="58" y="148"/>
                  <a:pt x="59" y="147"/>
                  <a:pt x="59" y="145"/>
                </a:cubicBezTo>
                <a:cubicBezTo>
                  <a:pt x="59" y="145"/>
                  <a:pt x="58" y="143"/>
                  <a:pt x="59" y="142"/>
                </a:cubicBezTo>
                <a:cubicBezTo>
                  <a:pt x="59" y="142"/>
                  <a:pt x="59" y="144"/>
                  <a:pt x="58" y="142"/>
                </a:cubicBezTo>
                <a:cubicBezTo>
                  <a:pt x="59" y="138"/>
                  <a:pt x="59" y="136"/>
                  <a:pt x="59" y="131"/>
                </a:cubicBezTo>
                <a:cubicBezTo>
                  <a:pt x="59" y="131"/>
                  <a:pt x="58" y="131"/>
                  <a:pt x="58" y="131"/>
                </a:cubicBezTo>
                <a:cubicBezTo>
                  <a:pt x="59" y="131"/>
                  <a:pt x="59" y="130"/>
                  <a:pt x="59" y="130"/>
                </a:cubicBezTo>
                <a:cubicBezTo>
                  <a:pt x="59" y="126"/>
                  <a:pt x="58" y="124"/>
                  <a:pt x="59" y="121"/>
                </a:cubicBezTo>
                <a:cubicBezTo>
                  <a:pt x="59" y="120"/>
                  <a:pt x="58" y="122"/>
                  <a:pt x="58" y="121"/>
                </a:cubicBezTo>
                <a:cubicBezTo>
                  <a:pt x="58" y="120"/>
                  <a:pt x="59" y="121"/>
                  <a:pt x="59" y="121"/>
                </a:cubicBezTo>
                <a:cubicBezTo>
                  <a:pt x="60" y="119"/>
                  <a:pt x="59" y="120"/>
                  <a:pt x="58" y="119"/>
                </a:cubicBezTo>
                <a:cubicBezTo>
                  <a:pt x="58" y="118"/>
                  <a:pt x="58" y="118"/>
                  <a:pt x="58" y="118"/>
                </a:cubicBezTo>
                <a:cubicBezTo>
                  <a:pt x="60" y="118"/>
                  <a:pt x="59" y="113"/>
                  <a:pt x="59" y="115"/>
                </a:cubicBezTo>
                <a:cubicBezTo>
                  <a:pt x="59" y="115"/>
                  <a:pt x="59" y="117"/>
                  <a:pt x="58" y="117"/>
                </a:cubicBezTo>
                <a:cubicBezTo>
                  <a:pt x="58" y="116"/>
                  <a:pt x="58" y="112"/>
                  <a:pt x="59" y="114"/>
                </a:cubicBezTo>
                <a:cubicBezTo>
                  <a:pt x="58" y="112"/>
                  <a:pt x="58" y="111"/>
                  <a:pt x="59" y="109"/>
                </a:cubicBezTo>
                <a:cubicBezTo>
                  <a:pt x="59" y="108"/>
                  <a:pt x="58" y="110"/>
                  <a:pt x="58" y="108"/>
                </a:cubicBezTo>
                <a:cubicBezTo>
                  <a:pt x="59" y="108"/>
                  <a:pt x="59" y="107"/>
                  <a:pt x="59" y="107"/>
                </a:cubicBezTo>
                <a:cubicBezTo>
                  <a:pt x="59" y="105"/>
                  <a:pt x="59" y="105"/>
                  <a:pt x="59" y="102"/>
                </a:cubicBezTo>
                <a:cubicBezTo>
                  <a:pt x="59" y="102"/>
                  <a:pt x="59" y="101"/>
                  <a:pt x="58" y="102"/>
                </a:cubicBezTo>
                <a:cubicBezTo>
                  <a:pt x="58" y="100"/>
                  <a:pt x="58" y="100"/>
                  <a:pt x="58" y="100"/>
                </a:cubicBezTo>
                <a:cubicBezTo>
                  <a:pt x="59" y="100"/>
                  <a:pt x="59" y="97"/>
                  <a:pt x="59" y="94"/>
                </a:cubicBezTo>
                <a:cubicBezTo>
                  <a:pt x="59" y="94"/>
                  <a:pt x="59" y="94"/>
                  <a:pt x="58" y="93"/>
                </a:cubicBezTo>
                <a:cubicBezTo>
                  <a:pt x="58" y="93"/>
                  <a:pt x="60" y="89"/>
                  <a:pt x="59" y="91"/>
                </a:cubicBezTo>
                <a:cubicBezTo>
                  <a:pt x="60" y="88"/>
                  <a:pt x="59" y="82"/>
                  <a:pt x="59" y="81"/>
                </a:cubicBezTo>
                <a:cubicBezTo>
                  <a:pt x="60" y="81"/>
                  <a:pt x="59" y="78"/>
                  <a:pt x="59" y="76"/>
                </a:cubicBezTo>
                <a:cubicBezTo>
                  <a:pt x="59" y="76"/>
                  <a:pt x="59" y="75"/>
                  <a:pt x="59" y="75"/>
                </a:cubicBezTo>
                <a:cubicBezTo>
                  <a:pt x="59" y="75"/>
                  <a:pt x="59" y="75"/>
                  <a:pt x="59" y="74"/>
                </a:cubicBezTo>
                <a:cubicBezTo>
                  <a:pt x="58" y="74"/>
                  <a:pt x="59" y="73"/>
                  <a:pt x="59" y="72"/>
                </a:cubicBezTo>
                <a:cubicBezTo>
                  <a:pt x="59" y="71"/>
                  <a:pt x="58" y="72"/>
                  <a:pt x="58" y="71"/>
                </a:cubicBezTo>
                <a:cubicBezTo>
                  <a:pt x="58" y="70"/>
                  <a:pt x="59" y="71"/>
                  <a:pt x="59" y="69"/>
                </a:cubicBezTo>
                <a:cubicBezTo>
                  <a:pt x="59" y="69"/>
                  <a:pt x="58" y="71"/>
                  <a:pt x="58" y="69"/>
                </a:cubicBezTo>
                <a:cubicBezTo>
                  <a:pt x="58" y="68"/>
                  <a:pt x="58" y="68"/>
                  <a:pt x="58" y="68"/>
                </a:cubicBezTo>
                <a:cubicBezTo>
                  <a:pt x="59" y="68"/>
                  <a:pt x="59" y="68"/>
                  <a:pt x="59" y="69"/>
                </a:cubicBezTo>
                <a:cubicBezTo>
                  <a:pt x="59" y="65"/>
                  <a:pt x="59" y="63"/>
                  <a:pt x="59" y="61"/>
                </a:cubicBezTo>
                <a:cubicBezTo>
                  <a:pt x="58" y="60"/>
                  <a:pt x="59" y="62"/>
                  <a:pt x="58" y="62"/>
                </a:cubicBezTo>
                <a:cubicBezTo>
                  <a:pt x="59" y="55"/>
                  <a:pt x="58" y="49"/>
                  <a:pt x="57" y="45"/>
                </a:cubicBezTo>
                <a:cubicBezTo>
                  <a:pt x="58" y="40"/>
                  <a:pt x="58" y="40"/>
                  <a:pt x="58" y="40"/>
                </a:cubicBezTo>
                <a:cubicBezTo>
                  <a:pt x="56" y="39"/>
                  <a:pt x="57" y="32"/>
                  <a:pt x="56" y="30"/>
                </a:cubicBezTo>
                <a:cubicBezTo>
                  <a:pt x="56" y="32"/>
                  <a:pt x="56" y="33"/>
                  <a:pt x="56" y="35"/>
                </a:cubicBezTo>
                <a:cubicBezTo>
                  <a:pt x="55" y="33"/>
                  <a:pt x="55" y="33"/>
                  <a:pt x="54" y="33"/>
                </a:cubicBezTo>
                <a:cubicBezTo>
                  <a:pt x="55" y="32"/>
                  <a:pt x="53" y="32"/>
                  <a:pt x="54" y="29"/>
                </a:cubicBezTo>
                <a:cubicBezTo>
                  <a:pt x="54" y="29"/>
                  <a:pt x="53" y="30"/>
                  <a:pt x="53" y="29"/>
                </a:cubicBezTo>
                <a:cubicBezTo>
                  <a:pt x="53" y="28"/>
                  <a:pt x="53" y="27"/>
                  <a:pt x="54" y="27"/>
                </a:cubicBezTo>
                <a:cubicBezTo>
                  <a:pt x="54" y="29"/>
                  <a:pt x="54" y="27"/>
                  <a:pt x="54" y="27"/>
                </a:cubicBezTo>
                <a:cubicBezTo>
                  <a:pt x="55" y="28"/>
                  <a:pt x="55" y="28"/>
                  <a:pt x="55" y="29"/>
                </a:cubicBezTo>
                <a:cubicBezTo>
                  <a:pt x="55" y="30"/>
                  <a:pt x="56" y="30"/>
                  <a:pt x="56" y="29"/>
                </a:cubicBezTo>
                <a:cubicBezTo>
                  <a:pt x="56" y="27"/>
                  <a:pt x="56" y="25"/>
                  <a:pt x="55" y="24"/>
                </a:cubicBezTo>
                <a:cubicBezTo>
                  <a:pt x="54" y="24"/>
                  <a:pt x="54" y="24"/>
                  <a:pt x="54" y="24"/>
                </a:cubicBezTo>
                <a:cubicBezTo>
                  <a:pt x="54" y="21"/>
                  <a:pt x="53" y="22"/>
                  <a:pt x="53" y="19"/>
                </a:cubicBezTo>
                <a:cubicBezTo>
                  <a:pt x="52" y="20"/>
                  <a:pt x="52" y="19"/>
                  <a:pt x="51" y="17"/>
                </a:cubicBezTo>
                <a:cubicBezTo>
                  <a:pt x="50" y="16"/>
                  <a:pt x="50" y="18"/>
                  <a:pt x="49" y="16"/>
                </a:cubicBezTo>
                <a:cubicBezTo>
                  <a:pt x="49" y="17"/>
                  <a:pt x="48" y="16"/>
                  <a:pt x="48" y="17"/>
                </a:cubicBezTo>
                <a:cubicBezTo>
                  <a:pt x="49" y="17"/>
                  <a:pt x="48" y="19"/>
                  <a:pt x="49" y="19"/>
                </a:cubicBezTo>
                <a:cubicBezTo>
                  <a:pt x="49" y="18"/>
                  <a:pt x="49" y="17"/>
                  <a:pt x="49" y="18"/>
                </a:cubicBezTo>
                <a:cubicBezTo>
                  <a:pt x="49" y="19"/>
                  <a:pt x="49" y="21"/>
                  <a:pt x="49" y="21"/>
                </a:cubicBezTo>
                <a:cubicBezTo>
                  <a:pt x="48" y="17"/>
                  <a:pt x="46" y="19"/>
                  <a:pt x="45" y="15"/>
                </a:cubicBezTo>
                <a:cubicBezTo>
                  <a:pt x="45" y="14"/>
                  <a:pt x="45" y="13"/>
                  <a:pt x="45" y="13"/>
                </a:cubicBezTo>
                <a:cubicBezTo>
                  <a:pt x="46" y="12"/>
                  <a:pt x="47" y="13"/>
                  <a:pt x="47" y="12"/>
                </a:cubicBezTo>
                <a:cubicBezTo>
                  <a:pt x="46" y="11"/>
                  <a:pt x="46" y="11"/>
                  <a:pt x="46" y="11"/>
                </a:cubicBezTo>
                <a:cubicBezTo>
                  <a:pt x="46" y="10"/>
                  <a:pt x="45" y="8"/>
                  <a:pt x="46" y="8"/>
                </a:cubicBezTo>
                <a:cubicBezTo>
                  <a:pt x="45" y="8"/>
                  <a:pt x="45" y="6"/>
                  <a:pt x="44" y="5"/>
                </a:cubicBezTo>
                <a:cubicBezTo>
                  <a:pt x="44" y="7"/>
                  <a:pt x="43" y="3"/>
                  <a:pt x="42" y="3"/>
                </a:cubicBezTo>
                <a:cubicBezTo>
                  <a:pt x="43" y="5"/>
                  <a:pt x="43" y="6"/>
                  <a:pt x="42" y="7"/>
                </a:cubicBezTo>
                <a:cubicBezTo>
                  <a:pt x="43" y="7"/>
                  <a:pt x="44" y="8"/>
                  <a:pt x="44" y="9"/>
                </a:cubicBezTo>
                <a:cubicBezTo>
                  <a:pt x="45" y="10"/>
                  <a:pt x="44" y="10"/>
                  <a:pt x="44" y="10"/>
                </a:cubicBezTo>
                <a:cubicBezTo>
                  <a:pt x="45" y="11"/>
                  <a:pt x="45" y="10"/>
                  <a:pt x="45" y="10"/>
                </a:cubicBezTo>
                <a:cubicBezTo>
                  <a:pt x="44" y="11"/>
                  <a:pt x="45" y="12"/>
                  <a:pt x="45" y="11"/>
                </a:cubicBezTo>
                <a:cubicBezTo>
                  <a:pt x="45" y="15"/>
                  <a:pt x="44" y="14"/>
                  <a:pt x="43" y="16"/>
                </a:cubicBezTo>
                <a:cubicBezTo>
                  <a:pt x="43" y="14"/>
                  <a:pt x="43" y="11"/>
                  <a:pt x="42" y="12"/>
                </a:cubicBezTo>
                <a:cubicBezTo>
                  <a:pt x="42" y="11"/>
                  <a:pt x="41" y="8"/>
                  <a:pt x="41" y="7"/>
                </a:cubicBezTo>
                <a:cubicBezTo>
                  <a:pt x="41" y="6"/>
                  <a:pt x="41" y="6"/>
                  <a:pt x="41" y="5"/>
                </a:cubicBezTo>
                <a:cubicBezTo>
                  <a:pt x="40" y="2"/>
                  <a:pt x="39" y="1"/>
                  <a:pt x="38" y="0"/>
                </a:cubicBezTo>
                <a:cubicBezTo>
                  <a:pt x="37" y="0"/>
                  <a:pt x="37" y="0"/>
                  <a:pt x="36" y="0"/>
                </a:cubicBezTo>
                <a:cubicBezTo>
                  <a:pt x="37" y="2"/>
                  <a:pt x="36" y="2"/>
                  <a:pt x="36" y="4"/>
                </a:cubicBezTo>
                <a:cubicBezTo>
                  <a:pt x="36" y="4"/>
                  <a:pt x="37" y="7"/>
                  <a:pt x="37" y="8"/>
                </a:cubicBezTo>
                <a:cubicBezTo>
                  <a:pt x="35" y="7"/>
                  <a:pt x="33" y="4"/>
                  <a:pt x="31" y="4"/>
                </a:cubicBezTo>
                <a:cubicBezTo>
                  <a:pt x="31" y="6"/>
                  <a:pt x="31" y="6"/>
                  <a:pt x="32" y="8"/>
                </a:cubicBezTo>
                <a:cubicBezTo>
                  <a:pt x="31" y="9"/>
                  <a:pt x="30" y="9"/>
                  <a:pt x="29" y="8"/>
                </a:cubicBezTo>
                <a:cubicBezTo>
                  <a:pt x="29" y="8"/>
                  <a:pt x="29" y="7"/>
                  <a:pt x="29" y="6"/>
                </a:cubicBezTo>
                <a:close/>
                <a:moveTo>
                  <a:pt x="55" y="273"/>
                </a:moveTo>
                <a:cubicBezTo>
                  <a:pt x="55" y="273"/>
                  <a:pt x="55" y="272"/>
                  <a:pt x="55" y="271"/>
                </a:cubicBezTo>
                <a:cubicBezTo>
                  <a:pt x="55" y="271"/>
                  <a:pt x="55" y="272"/>
                  <a:pt x="55" y="273"/>
                </a:cubicBezTo>
                <a:close/>
                <a:moveTo>
                  <a:pt x="47" y="329"/>
                </a:moveTo>
                <a:cubicBezTo>
                  <a:pt x="47" y="330"/>
                  <a:pt x="47" y="327"/>
                  <a:pt x="46" y="329"/>
                </a:cubicBezTo>
                <a:cubicBezTo>
                  <a:pt x="46" y="328"/>
                  <a:pt x="46" y="328"/>
                  <a:pt x="46" y="327"/>
                </a:cubicBezTo>
                <a:cubicBezTo>
                  <a:pt x="46" y="327"/>
                  <a:pt x="46" y="327"/>
                  <a:pt x="46" y="327"/>
                </a:cubicBezTo>
                <a:cubicBezTo>
                  <a:pt x="47" y="327"/>
                  <a:pt x="47" y="328"/>
                  <a:pt x="47" y="329"/>
                </a:cubicBezTo>
                <a:close/>
                <a:moveTo>
                  <a:pt x="44" y="326"/>
                </a:moveTo>
                <a:cubicBezTo>
                  <a:pt x="45" y="326"/>
                  <a:pt x="46" y="328"/>
                  <a:pt x="46" y="328"/>
                </a:cubicBezTo>
                <a:cubicBezTo>
                  <a:pt x="46" y="328"/>
                  <a:pt x="45" y="329"/>
                  <a:pt x="45" y="329"/>
                </a:cubicBezTo>
                <a:cubicBezTo>
                  <a:pt x="45" y="328"/>
                  <a:pt x="44" y="328"/>
                  <a:pt x="44" y="326"/>
                </a:cubicBezTo>
                <a:close/>
                <a:moveTo>
                  <a:pt x="42" y="370"/>
                </a:moveTo>
                <a:cubicBezTo>
                  <a:pt x="42" y="371"/>
                  <a:pt x="42" y="366"/>
                  <a:pt x="42" y="369"/>
                </a:cubicBezTo>
                <a:cubicBezTo>
                  <a:pt x="41" y="369"/>
                  <a:pt x="41" y="368"/>
                  <a:pt x="41" y="368"/>
                </a:cubicBezTo>
                <a:cubicBezTo>
                  <a:pt x="42" y="368"/>
                  <a:pt x="43" y="367"/>
                  <a:pt x="43" y="369"/>
                </a:cubicBezTo>
                <a:cubicBezTo>
                  <a:pt x="43" y="369"/>
                  <a:pt x="43" y="368"/>
                  <a:pt x="43" y="367"/>
                </a:cubicBezTo>
                <a:cubicBezTo>
                  <a:pt x="44" y="368"/>
                  <a:pt x="43" y="370"/>
                  <a:pt x="44" y="369"/>
                </a:cubicBezTo>
                <a:cubicBezTo>
                  <a:pt x="44" y="370"/>
                  <a:pt x="44" y="370"/>
                  <a:pt x="44" y="370"/>
                </a:cubicBezTo>
                <a:cubicBezTo>
                  <a:pt x="43" y="371"/>
                  <a:pt x="42" y="367"/>
                  <a:pt x="42" y="370"/>
                </a:cubicBezTo>
                <a:close/>
                <a:moveTo>
                  <a:pt x="22" y="380"/>
                </a:moveTo>
                <a:cubicBezTo>
                  <a:pt x="23" y="380"/>
                  <a:pt x="23" y="380"/>
                  <a:pt x="23" y="381"/>
                </a:cubicBezTo>
                <a:cubicBezTo>
                  <a:pt x="22" y="381"/>
                  <a:pt x="22" y="381"/>
                  <a:pt x="22" y="380"/>
                </a:cubicBezTo>
                <a:close/>
                <a:moveTo>
                  <a:pt x="22" y="5"/>
                </a:moveTo>
                <a:cubicBezTo>
                  <a:pt x="22" y="6"/>
                  <a:pt x="23" y="8"/>
                  <a:pt x="23" y="9"/>
                </a:cubicBezTo>
                <a:cubicBezTo>
                  <a:pt x="22" y="8"/>
                  <a:pt x="22" y="7"/>
                  <a:pt x="22" y="5"/>
                </a:cubicBezTo>
                <a:close/>
                <a:moveTo>
                  <a:pt x="13" y="12"/>
                </a:moveTo>
                <a:cubicBezTo>
                  <a:pt x="13" y="12"/>
                  <a:pt x="14" y="15"/>
                  <a:pt x="14" y="16"/>
                </a:cubicBezTo>
                <a:cubicBezTo>
                  <a:pt x="14" y="14"/>
                  <a:pt x="12" y="10"/>
                  <a:pt x="14" y="10"/>
                </a:cubicBezTo>
                <a:cubicBezTo>
                  <a:pt x="14" y="11"/>
                  <a:pt x="14" y="12"/>
                  <a:pt x="14" y="13"/>
                </a:cubicBezTo>
                <a:cubicBezTo>
                  <a:pt x="14" y="13"/>
                  <a:pt x="14" y="12"/>
                  <a:pt x="13" y="12"/>
                </a:cubicBezTo>
                <a:close/>
                <a:moveTo>
                  <a:pt x="20" y="9"/>
                </a:moveTo>
                <a:cubicBezTo>
                  <a:pt x="21" y="9"/>
                  <a:pt x="20" y="11"/>
                  <a:pt x="21" y="12"/>
                </a:cubicBezTo>
                <a:cubicBezTo>
                  <a:pt x="20" y="12"/>
                  <a:pt x="20" y="13"/>
                  <a:pt x="20" y="13"/>
                </a:cubicBezTo>
                <a:cubicBezTo>
                  <a:pt x="20" y="12"/>
                  <a:pt x="20" y="10"/>
                  <a:pt x="20" y="9"/>
                </a:cubicBezTo>
                <a:close/>
                <a:moveTo>
                  <a:pt x="33" y="7"/>
                </a:moveTo>
                <a:cubicBezTo>
                  <a:pt x="33" y="7"/>
                  <a:pt x="32" y="7"/>
                  <a:pt x="32" y="7"/>
                </a:cubicBezTo>
                <a:cubicBezTo>
                  <a:pt x="32" y="9"/>
                  <a:pt x="33" y="9"/>
                  <a:pt x="33" y="9"/>
                </a:cubicBezTo>
                <a:cubicBezTo>
                  <a:pt x="33" y="11"/>
                  <a:pt x="32" y="8"/>
                  <a:pt x="32" y="8"/>
                </a:cubicBezTo>
                <a:cubicBezTo>
                  <a:pt x="32" y="7"/>
                  <a:pt x="32" y="7"/>
                  <a:pt x="33" y="7"/>
                </a:cubicBezTo>
                <a:close/>
                <a:moveTo>
                  <a:pt x="22" y="11"/>
                </a:moveTo>
                <a:cubicBezTo>
                  <a:pt x="22" y="11"/>
                  <a:pt x="22" y="12"/>
                  <a:pt x="23" y="12"/>
                </a:cubicBezTo>
                <a:cubicBezTo>
                  <a:pt x="23" y="13"/>
                  <a:pt x="22" y="12"/>
                  <a:pt x="22" y="14"/>
                </a:cubicBezTo>
                <a:cubicBezTo>
                  <a:pt x="22" y="15"/>
                  <a:pt x="22" y="11"/>
                  <a:pt x="21" y="13"/>
                </a:cubicBezTo>
                <a:cubicBezTo>
                  <a:pt x="21" y="13"/>
                  <a:pt x="22" y="12"/>
                  <a:pt x="22" y="11"/>
                </a:cubicBezTo>
                <a:close/>
                <a:moveTo>
                  <a:pt x="11" y="16"/>
                </a:moveTo>
                <a:cubicBezTo>
                  <a:pt x="12" y="17"/>
                  <a:pt x="12" y="18"/>
                  <a:pt x="12" y="19"/>
                </a:cubicBezTo>
                <a:cubicBezTo>
                  <a:pt x="13" y="19"/>
                  <a:pt x="13" y="18"/>
                  <a:pt x="13" y="18"/>
                </a:cubicBezTo>
                <a:cubicBezTo>
                  <a:pt x="13" y="16"/>
                  <a:pt x="13" y="18"/>
                  <a:pt x="12" y="18"/>
                </a:cubicBezTo>
                <a:cubicBezTo>
                  <a:pt x="12" y="17"/>
                  <a:pt x="12" y="17"/>
                  <a:pt x="12" y="17"/>
                </a:cubicBezTo>
                <a:cubicBezTo>
                  <a:pt x="12" y="15"/>
                  <a:pt x="13" y="17"/>
                  <a:pt x="13" y="16"/>
                </a:cubicBezTo>
                <a:cubicBezTo>
                  <a:pt x="13" y="17"/>
                  <a:pt x="13" y="18"/>
                  <a:pt x="13" y="18"/>
                </a:cubicBezTo>
                <a:cubicBezTo>
                  <a:pt x="13" y="20"/>
                  <a:pt x="13" y="19"/>
                  <a:pt x="13" y="21"/>
                </a:cubicBezTo>
                <a:cubicBezTo>
                  <a:pt x="12" y="20"/>
                  <a:pt x="12" y="20"/>
                  <a:pt x="11" y="21"/>
                </a:cubicBezTo>
                <a:cubicBezTo>
                  <a:pt x="11" y="21"/>
                  <a:pt x="11" y="20"/>
                  <a:pt x="11" y="19"/>
                </a:cubicBezTo>
                <a:cubicBezTo>
                  <a:pt x="10" y="19"/>
                  <a:pt x="10" y="19"/>
                  <a:pt x="10" y="20"/>
                </a:cubicBezTo>
                <a:cubicBezTo>
                  <a:pt x="10" y="20"/>
                  <a:pt x="10" y="21"/>
                  <a:pt x="10" y="21"/>
                </a:cubicBezTo>
                <a:cubicBezTo>
                  <a:pt x="10" y="21"/>
                  <a:pt x="10" y="22"/>
                  <a:pt x="9" y="22"/>
                </a:cubicBezTo>
                <a:cubicBezTo>
                  <a:pt x="9" y="21"/>
                  <a:pt x="10" y="21"/>
                  <a:pt x="9" y="19"/>
                </a:cubicBezTo>
                <a:cubicBezTo>
                  <a:pt x="10" y="19"/>
                  <a:pt x="11" y="19"/>
                  <a:pt x="10" y="17"/>
                </a:cubicBezTo>
                <a:cubicBezTo>
                  <a:pt x="11" y="18"/>
                  <a:pt x="11" y="18"/>
                  <a:pt x="11" y="18"/>
                </a:cubicBezTo>
                <a:cubicBezTo>
                  <a:pt x="12" y="18"/>
                  <a:pt x="12" y="17"/>
                  <a:pt x="11" y="16"/>
                </a:cubicBezTo>
                <a:close/>
                <a:moveTo>
                  <a:pt x="14" y="20"/>
                </a:moveTo>
                <a:cubicBezTo>
                  <a:pt x="13" y="19"/>
                  <a:pt x="14" y="17"/>
                  <a:pt x="14" y="17"/>
                </a:cubicBezTo>
                <a:cubicBezTo>
                  <a:pt x="15" y="18"/>
                  <a:pt x="14" y="18"/>
                  <a:pt x="14" y="20"/>
                </a:cubicBezTo>
                <a:close/>
                <a:moveTo>
                  <a:pt x="42" y="18"/>
                </a:moveTo>
                <a:cubicBezTo>
                  <a:pt x="42" y="16"/>
                  <a:pt x="43" y="18"/>
                  <a:pt x="44" y="18"/>
                </a:cubicBezTo>
                <a:cubicBezTo>
                  <a:pt x="44" y="18"/>
                  <a:pt x="43" y="19"/>
                  <a:pt x="44" y="20"/>
                </a:cubicBezTo>
                <a:cubicBezTo>
                  <a:pt x="44" y="21"/>
                  <a:pt x="44" y="23"/>
                  <a:pt x="43" y="22"/>
                </a:cubicBezTo>
                <a:cubicBezTo>
                  <a:pt x="43" y="19"/>
                  <a:pt x="43" y="19"/>
                  <a:pt x="42" y="18"/>
                </a:cubicBezTo>
                <a:close/>
                <a:moveTo>
                  <a:pt x="14" y="20"/>
                </a:moveTo>
                <a:cubicBezTo>
                  <a:pt x="14" y="20"/>
                  <a:pt x="15" y="21"/>
                  <a:pt x="15" y="22"/>
                </a:cubicBezTo>
                <a:cubicBezTo>
                  <a:pt x="15" y="23"/>
                  <a:pt x="14" y="23"/>
                  <a:pt x="14" y="24"/>
                </a:cubicBezTo>
                <a:cubicBezTo>
                  <a:pt x="13" y="23"/>
                  <a:pt x="14" y="21"/>
                  <a:pt x="14" y="20"/>
                </a:cubicBezTo>
                <a:close/>
                <a:moveTo>
                  <a:pt x="8" y="21"/>
                </a:moveTo>
                <a:cubicBezTo>
                  <a:pt x="9" y="21"/>
                  <a:pt x="8" y="22"/>
                  <a:pt x="9" y="22"/>
                </a:cubicBezTo>
                <a:cubicBezTo>
                  <a:pt x="9" y="23"/>
                  <a:pt x="8" y="23"/>
                  <a:pt x="8" y="23"/>
                </a:cubicBezTo>
                <a:cubicBezTo>
                  <a:pt x="8" y="23"/>
                  <a:pt x="8" y="22"/>
                  <a:pt x="8" y="21"/>
                </a:cubicBezTo>
                <a:close/>
                <a:moveTo>
                  <a:pt x="17" y="22"/>
                </a:moveTo>
                <a:cubicBezTo>
                  <a:pt x="17" y="22"/>
                  <a:pt x="17" y="22"/>
                  <a:pt x="17" y="23"/>
                </a:cubicBezTo>
                <a:cubicBezTo>
                  <a:pt x="16" y="23"/>
                  <a:pt x="17" y="21"/>
                  <a:pt x="16" y="22"/>
                </a:cubicBezTo>
                <a:cubicBezTo>
                  <a:pt x="16" y="20"/>
                  <a:pt x="17" y="21"/>
                  <a:pt x="17" y="22"/>
                </a:cubicBezTo>
                <a:close/>
                <a:moveTo>
                  <a:pt x="38" y="21"/>
                </a:moveTo>
                <a:cubicBezTo>
                  <a:pt x="39" y="22"/>
                  <a:pt x="41" y="23"/>
                  <a:pt x="42" y="24"/>
                </a:cubicBezTo>
                <a:cubicBezTo>
                  <a:pt x="40" y="25"/>
                  <a:pt x="39" y="21"/>
                  <a:pt x="38" y="23"/>
                </a:cubicBezTo>
                <a:cubicBezTo>
                  <a:pt x="38" y="23"/>
                  <a:pt x="39" y="22"/>
                  <a:pt x="38" y="21"/>
                </a:cubicBezTo>
                <a:close/>
                <a:moveTo>
                  <a:pt x="42" y="22"/>
                </a:moveTo>
                <a:cubicBezTo>
                  <a:pt x="43" y="23"/>
                  <a:pt x="42" y="25"/>
                  <a:pt x="43" y="25"/>
                </a:cubicBezTo>
                <a:cubicBezTo>
                  <a:pt x="42" y="27"/>
                  <a:pt x="42" y="23"/>
                  <a:pt x="42" y="22"/>
                </a:cubicBezTo>
                <a:close/>
                <a:moveTo>
                  <a:pt x="51" y="23"/>
                </a:moveTo>
                <a:cubicBezTo>
                  <a:pt x="51" y="22"/>
                  <a:pt x="51" y="23"/>
                  <a:pt x="52" y="23"/>
                </a:cubicBezTo>
                <a:cubicBezTo>
                  <a:pt x="52" y="24"/>
                  <a:pt x="52" y="25"/>
                  <a:pt x="51" y="25"/>
                </a:cubicBezTo>
                <a:cubicBezTo>
                  <a:pt x="51" y="24"/>
                  <a:pt x="52" y="23"/>
                  <a:pt x="51" y="23"/>
                </a:cubicBezTo>
                <a:close/>
                <a:moveTo>
                  <a:pt x="6" y="48"/>
                </a:moveTo>
                <a:cubicBezTo>
                  <a:pt x="6" y="48"/>
                  <a:pt x="7" y="49"/>
                  <a:pt x="7" y="49"/>
                </a:cubicBezTo>
                <a:cubicBezTo>
                  <a:pt x="7" y="50"/>
                  <a:pt x="7" y="50"/>
                  <a:pt x="6" y="50"/>
                </a:cubicBezTo>
                <a:cubicBezTo>
                  <a:pt x="6" y="49"/>
                  <a:pt x="6" y="49"/>
                  <a:pt x="6" y="48"/>
                </a:cubicBezTo>
                <a:close/>
                <a:moveTo>
                  <a:pt x="7" y="52"/>
                </a:moveTo>
                <a:cubicBezTo>
                  <a:pt x="8" y="52"/>
                  <a:pt x="7" y="54"/>
                  <a:pt x="8" y="54"/>
                </a:cubicBezTo>
                <a:cubicBezTo>
                  <a:pt x="7" y="54"/>
                  <a:pt x="6" y="55"/>
                  <a:pt x="6" y="54"/>
                </a:cubicBezTo>
                <a:cubicBezTo>
                  <a:pt x="6" y="53"/>
                  <a:pt x="7" y="54"/>
                  <a:pt x="7" y="52"/>
                </a:cubicBezTo>
                <a:close/>
                <a:moveTo>
                  <a:pt x="17" y="61"/>
                </a:moveTo>
                <a:cubicBezTo>
                  <a:pt x="17" y="62"/>
                  <a:pt x="17" y="63"/>
                  <a:pt x="16" y="63"/>
                </a:cubicBezTo>
                <a:cubicBezTo>
                  <a:pt x="17" y="62"/>
                  <a:pt x="17" y="61"/>
                  <a:pt x="17" y="61"/>
                </a:cubicBezTo>
                <a:close/>
                <a:moveTo>
                  <a:pt x="17" y="65"/>
                </a:moveTo>
                <a:cubicBezTo>
                  <a:pt x="17" y="64"/>
                  <a:pt x="16" y="66"/>
                  <a:pt x="17" y="66"/>
                </a:cubicBezTo>
                <a:cubicBezTo>
                  <a:pt x="17" y="67"/>
                  <a:pt x="17" y="67"/>
                  <a:pt x="16" y="67"/>
                </a:cubicBezTo>
                <a:cubicBezTo>
                  <a:pt x="17" y="67"/>
                  <a:pt x="17" y="66"/>
                  <a:pt x="16" y="66"/>
                </a:cubicBezTo>
                <a:cubicBezTo>
                  <a:pt x="16" y="65"/>
                  <a:pt x="17" y="66"/>
                  <a:pt x="17" y="65"/>
                </a:cubicBezTo>
                <a:close/>
                <a:moveTo>
                  <a:pt x="11" y="65"/>
                </a:moveTo>
                <a:cubicBezTo>
                  <a:pt x="11" y="66"/>
                  <a:pt x="10" y="66"/>
                  <a:pt x="10" y="67"/>
                </a:cubicBezTo>
                <a:cubicBezTo>
                  <a:pt x="9" y="66"/>
                  <a:pt x="10" y="64"/>
                  <a:pt x="11" y="65"/>
                </a:cubicBezTo>
                <a:close/>
                <a:moveTo>
                  <a:pt x="23" y="66"/>
                </a:moveTo>
                <a:cubicBezTo>
                  <a:pt x="23" y="67"/>
                  <a:pt x="23" y="68"/>
                  <a:pt x="23" y="69"/>
                </a:cubicBezTo>
                <a:cubicBezTo>
                  <a:pt x="22" y="68"/>
                  <a:pt x="23" y="66"/>
                  <a:pt x="22" y="67"/>
                </a:cubicBezTo>
                <a:cubicBezTo>
                  <a:pt x="22" y="66"/>
                  <a:pt x="22" y="66"/>
                  <a:pt x="23" y="66"/>
                </a:cubicBezTo>
                <a:close/>
                <a:moveTo>
                  <a:pt x="6" y="67"/>
                </a:moveTo>
                <a:cubicBezTo>
                  <a:pt x="6" y="68"/>
                  <a:pt x="6" y="69"/>
                  <a:pt x="6" y="70"/>
                </a:cubicBezTo>
                <a:cubicBezTo>
                  <a:pt x="5" y="69"/>
                  <a:pt x="5" y="68"/>
                  <a:pt x="6" y="67"/>
                </a:cubicBezTo>
                <a:close/>
                <a:moveTo>
                  <a:pt x="6" y="69"/>
                </a:moveTo>
                <a:cubicBezTo>
                  <a:pt x="7" y="69"/>
                  <a:pt x="7" y="70"/>
                  <a:pt x="7" y="71"/>
                </a:cubicBezTo>
                <a:cubicBezTo>
                  <a:pt x="8" y="71"/>
                  <a:pt x="7" y="70"/>
                  <a:pt x="8" y="69"/>
                </a:cubicBezTo>
                <a:cubicBezTo>
                  <a:pt x="9" y="70"/>
                  <a:pt x="8" y="71"/>
                  <a:pt x="8" y="72"/>
                </a:cubicBezTo>
                <a:cubicBezTo>
                  <a:pt x="7" y="72"/>
                  <a:pt x="7" y="72"/>
                  <a:pt x="6" y="71"/>
                </a:cubicBezTo>
                <a:cubicBezTo>
                  <a:pt x="6" y="71"/>
                  <a:pt x="6" y="70"/>
                  <a:pt x="7" y="70"/>
                </a:cubicBezTo>
                <a:cubicBezTo>
                  <a:pt x="7" y="70"/>
                  <a:pt x="6" y="70"/>
                  <a:pt x="6" y="69"/>
                </a:cubicBezTo>
                <a:close/>
                <a:moveTo>
                  <a:pt x="10" y="70"/>
                </a:moveTo>
                <a:cubicBezTo>
                  <a:pt x="9" y="71"/>
                  <a:pt x="10" y="72"/>
                  <a:pt x="9" y="72"/>
                </a:cubicBezTo>
                <a:cubicBezTo>
                  <a:pt x="9" y="70"/>
                  <a:pt x="9" y="70"/>
                  <a:pt x="9" y="70"/>
                </a:cubicBezTo>
                <a:cubicBezTo>
                  <a:pt x="9" y="70"/>
                  <a:pt x="9" y="70"/>
                  <a:pt x="10" y="70"/>
                </a:cubicBezTo>
                <a:close/>
                <a:moveTo>
                  <a:pt x="6" y="73"/>
                </a:moveTo>
                <a:cubicBezTo>
                  <a:pt x="6" y="73"/>
                  <a:pt x="5" y="73"/>
                  <a:pt x="5" y="72"/>
                </a:cubicBezTo>
                <a:cubicBezTo>
                  <a:pt x="5" y="70"/>
                  <a:pt x="6" y="70"/>
                  <a:pt x="6" y="73"/>
                </a:cubicBezTo>
                <a:close/>
                <a:moveTo>
                  <a:pt x="9" y="75"/>
                </a:moveTo>
                <a:cubicBezTo>
                  <a:pt x="9" y="74"/>
                  <a:pt x="10" y="74"/>
                  <a:pt x="10" y="74"/>
                </a:cubicBezTo>
                <a:cubicBezTo>
                  <a:pt x="10" y="75"/>
                  <a:pt x="10" y="75"/>
                  <a:pt x="9" y="75"/>
                </a:cubicBezTo>
                <a:close/>
                <a:moveTo>
                  <a:pt x="6" y="85"/>
                </a:moveTo>
                <a:cubicBezTo>
                  <a:pt x="7" y="86"/>
                  <a:pt x="6" y="88"/>
                  <a:pt x="5" y="90"/>
                </a:cubicBezTo>
                <a:cubicBezTo>
                  <a:pt x="5" y="89"/>
                  <a:pt x="6" y="87"/>
                  <a:pt x="5" y="87"/>
                </a:cubicBezTo>
                <a:cubicBezTo>
                  <a:pt x="5" y="87"/>
                  <a:pt x="5" y="87"/>
                  <a:pt x="5" y="87"/>
                </a:cubicBezTo>
                <a:cubicBezTo>
                  <a:pt x="6" y="87"/>
                  <a:pt x="6" y="86"/>
                  <a:pt x="6" y="85"/>
                </a:cubicBezTo>
                <a:close/>
                <a:moveTo>
                  <a:pt x="58" y="85"/>
                </a:moveTo>
                <a:cubicBezTo>
                  <a:pt x="59" y="85"/>
                  <a:pt x="59" y="87"/>
                  <a:pt x="59" y="88"/>
                </a:cubicBezTo>
                <a:cubicBezTo>
                  <a:pt x="58" y="88"/>
                  <a:pt x="59" y="86"/>
                  <a:pt x="58" y="85"/>
                </a:cubicBezTo>
                <a:close/>
                <a:moveTo>
                  <a:pt x="5" y="92"/>
                </a:moveTo>
                <a:cubicBezTo>
                  <a:pt x="5" y="92"/>
                  <a:pt x="5" y="93"/>
                  <a:pt x="5" y="93"/>
                </a:cubicBezTo>
                <a:cubicBezTo>
                  <a:pt x="5" y="94"/>
                  <a:pt x="5" y="94"/>
                  <a:pt x="5" y="95"/>
                </a:cubicBezTo>
                <a:cubicBezTo>
                  <a:pt x="4" y="94"/>
                  <a:pt x="5" y="93"/>
                  <a:pt x="5" y="92"/>
                </a:cubicBezTo>
                <a:close/>
                <a:moveTo>
                  <a:pt x="5" y="141"/>
                </a:moveTo>
                <a:cubicBezTo>
                  <a:pt x="6" y="141"/>
                  <a:pt x="7" y="142"/>
                  <a:pt x="6" y="142"/>
                </a:cubicBezTo>
                <a:cubicBezTo>
                  <a:pt x="6" y="141"/>
                  <a:pt x="5" y="142"/>
                  <a:pt x="5" y="141"/>
                </a:cubicBezTo>
                <a:close/>
                <a:moveTo>
                  <a:pt x="8" y="152"/>
                </a:moveTo>
                <a:cubicBezTo>
                  <a:pt x="9" y="150"/>
                  <a:pt x="9" y="152"/>
                  <a:pt x="9" y="152"/>
                </a:cubicBezTo>
                <a:cubicBezTo>
                  <a:pt x="9" y="154"/>
                  <a:pt x="9" y="152"/>
                  <a:pt x="8" y="152"/>
                </a:cubicBezTo>
                <a:close/>
                <a:moveTo>
                  <a:pt x="8" y="159"/>
                </a:moveTo>
                <a:cubicBezTo>
                  <a:pt x="7" y="159"/>
                  <a:pt x="7" y="156"/>
                  <a:pt x="8" y="157"/>
                </a:cubicBezTo>
                <a:cubicBezTo>
                  <a:pt x="8" y="157"/>
                  <a:pt x="8" y="158"/>
                  <a:pt x="8" y="158"/>
                </a:cubicBezTo>
                <a:cubicBezTo>
                  <a:pt x="8" y="160"/>
                  <a:pt x="8" y="157"/>
                  <a:pt x="8" y="159"/>
                </a:cubicBezTo>
                <a:close/>
                <a:moveTo>
                  <a:pt x="7" y="159"/>
                </a:moveTo>
                <a:cubicBezTo>
                  <a:pt x="6" y="160"/>
                  <a:pt x="6" y="160"/>
                  <a:pt x="6" y="160"/>
                </a:cubicBezTo>
                <a:cubicBezTo>
                  <a:pt x="6" y="161"/>
                  <a:pt x="7" y="161"/>
                  <a:pt x="7" y="161"/>
                </a:cubicBezTo>
                <a:cubicBezTo>
                  <a:pt x="6" y="164"/>
                  <a:pt x="6" y="158"/>
                  <a:pt x="7" y="159"/>
                </a:cubicBezTo>
                <a:close/>
                <a:moveTo>
                  <a:pt x="8" y="175"/>
                </a:moveTo>
                <a:cubicBezTo>
                  <a:pt x="7" y="176"/>
                  <a:pt x="7" y="178"/>
                  <a:pt x="7" y="179"/>
                </a:cubicBezTo>
                <a:cubicBezTo>
                  <a:pt x="7" y="180"/>
                  <a:pt x="8" y="181"/>
                  <a:pt x="9" y="180"/>
                </a:cubicBezTo>
                <a:cubicBezTo>
                  <a:pt x="9" y="182"/>
                  <a:pt x="8" y="181"/>
                  <a:pt x="8" y="183"/>
                </a:cubicBezTo>
                <a:cubicBezTo>
                  <a:pt x="8" y="183"/>
                  <a:pt x="8" y="180"/>
                  <a:pt x="7" y="181"/>
                </a:cubicBezTo>
                <a:cubicBezTo>
                  <a:pt x="6" y="179"/>
                  <a:pt x="7" y="177"/>
                  <a:pt x="6" y="176"/>
                </a:cubicBezTo>
                <a:cubicBezTo>
                  <a:pt x="6" y="175"/>
                  <a:pt x="7" y="176"/>
                  <a:pt x="8" y="175"/>
                </a:cubicBezTo>
                <a:close/>
                <a:moveTo>
                  <a:pt x="12" y="182"/>
                </a:moveTo>
                <a:cubicBezTo>
                  <a:pt x="12" y="182"/>
                  <a:pt x="12" y="184"/>
                  <a:pt x="12" y="186"/>
                </a:cubicBezTo>
                <a:cubicBezTo>
                  <a:pt x="11" y="185"/>
                  <a:pt x="12" y="184"/>
                  <a:pt x="12" y="182"/>
                </a:cubicBezTo>
                <a:close/>
                <a:moveTo>
                  <a:pt x="8" y="191"/>
                </a:moveTo>
                <a:cubicBezTo>
                  <a:pt x="8" y="190"/>
                  <a:pt x="8" y="192"/>
                  <a:pt x="9" y="191"/>
                </a:cubicBezTo>
                <a:cubicBezTo>
                  <a:pt x="9" y="193"/>
                  <a:pt x="8" y="191"/>
                  <a:pt x="8" y="193"/>
                </a:cubicBezTo>
                <a:cubicBezTo>
                  <a:pt x="7" y="193"/>
                  <a:pt x="8" y="191"/>
                  <a:pt x="8" y="191"/>
                </a:cubicBezTo>
                <a:close/>
                <a:moveTo>
                  <a:pt x="10" y="192"/>
                </a:moveTo>
                <a:cubicBezTo>
                  <a:pt x="10" y="192"/>
                  <a:pt x="10" y="193"/>
                  <a:pt x="10" y="193"/>
                </a:cubicBezTo>
                <a:cubicBezTo>
                  <a:pt x="10" y="193"/>
                  <a:pt x="9" y="191"/>
                  <a:pt x="9" y="194"/>
                </a:cubicBezTo>
                <a:cubicBezTo>
                  <a:pt x="8" y="193"/>
                  <a:pt x="9" y="192"/>
                  <a:pt x="10" y="192"/>
                </a:cubicBezTo>
                <a:close/>
                <a:moveTo>
                  <a:pt x="9" y="194"/>
                </a:moveTo>
                <a:cubicBezTo>
                  <a:pt x="10" y="194"/>
                  <a:pt x="10" y="195"/>
                  <a:pt x="11" y="195"/>
                </a:cubicBezTo>
                <a:cubicBezTo>
                  <a:pt x="10" y="195"/>
                  <a:pt x="9" y="196"/>
                  <a:pt x="9" y="194"/>
                </a:cubicBezTo>
                <a:close/>
                <a:moveTo>
                  <a:pt x="12" y="219"/>
                </a:moveTo>
                <a:cubicBezTo>
                  <a:pt x="12" y="218"/>
                  <a:pt x="12" y="219"/>
                  <a:pt x="12" y="218"/>
                </a:cubicBezTo>
                <a:cubicBezTo>
                  <a:pt x="12" y="219"/>
                  <a:pt x="12" y="220"/>
                  <a:pt x="13" y="220"/>
                </a:cubicBezTo>
                <a:cubicBezTo>
                  <a:pt x="12" y="221"/>
                  <a:pt x="12" y="219"/>
                  <a:pt x="12" y="219"/>
                </a:cubicBezTo>
                <a:close/>
                <a:moveTo>
                  <a:pt x="13" y="222"/>
                </a:moveTo>
                <a:cubicBezTo>
                  <a:pt x="14" y="223"/>
                  <a:pt x="13" y="223"/>
                  <a:pt x="13" y="224"/>
                </a:cubicBezTo>
                <a:cubicBezTo>
                  <a:pt x="13" y="224"/>
                  <a:pt x="12" y="225"/>
                  <a:pt x="12" y="225"/>
                </a:cubicBezTo>
                <a:cubicBezTo>
                  <a:pt x="11" y="224"/>
                  <a:pt x="12" y="224"/>
                  <a:pt x="12" y="223"/>
                </a:cubicBezTo>
                <a:cubicBezTo>
                  <a:pt x="13" y="224"/>
                  <a:pt x="13" y="224"/>
                  <a:pt x="13" y="222"/>
                </a:cubicBezTo>
                <a:close/>
                <a:moveTo>
                  <a:pt x="14" y="229"/>
                </a:moveTo>
                <a:cubicBezTo>
                  <a:pt x="13" y="227"/>
                  <a:pt x="15" y="230"/>
                  <a:pt x="15" y="228"/>
                </a:cubicBezTo>
                <a:cubicBezTo>
                  <a:pt x="16" y="230"/>
                  <a:pt x="14" y="229"/>
                  <a:pt x="14" y="229"/>
                </a:cubicBezTo>
                <a:close/>
                <a:moveTo>
                  <a:pt x="12" y="230"/>
                </a:moveTo>
                <a:cubicBezTo>
                  <a:pt x="12" y="232"/>
                  <a:pt x="12" y="232"/>
                  <a:pt x="12" y="233"/>
                </a:cubicBezTo>
                <a:cubicBezTo>
                  <a:pt x="11" y="233"/>
                  <a:pt x="11" y="233"/>
                  <a:pt x="11" y="232"/>
                </a:cubicBezTo>
                <a:cubicBezTo>
                  <a:pt x="11" y="232"/>
                  <a:pt x="11" y="230"/>
                  <a:pt x="12" y="230"/>
                </a:cubicBezTo>
                <a:close/>
                <a:moveTo>
                  <a:pt x="14" y="230"/>
                </a:moveTo>
                <a:cubicBezTo>
                  <a:pt x="13" y="231"/>
                  <a:pt x="14" y="233"/>
                  <a:pt x="14" y="231"/>
                </a:cubicBezTo>
                <a:cubicBezTo>
                  <a:pt x="14" y="231"/>
                  <a:pt x="14" y="232"/>
                  <a:pt x="14" y="232"/>
                </a:cubicBezTo>
                <a:cubicBezTo>
                  <a:pt x="14" y="232"/>
                  <a:pt x="14" y="234"/>
                  <a:pt x="13" y="234"/>
                </a:cubicBezTo>
                <a:cubicBezTo>
                  <a:pt x="13" y="233"/>
                  <a:pt x="13" y="232"/>
                  <a:pt x="13" y="232"/>
                </a:cubicBezTo>
                <a:cubicBezTo>
                  <a:pt x="13" y="231"/>
                  <a:pt x="13" y="230"/>
                  <a:pt x="14" y="230"/>
                </a:cubicBezTo>
                <a:close/>
                <a:moveTo>
                  <a:pt x="12" y="233"/>
                </a:moveTo>
                <a:cubicBezTo>
                  <a:pt x="13" y="233"/>
                  <a:pt x="12" y="235"/>
                  <a:pt x="13" y="235"/>
                </a:cubicBezTo>
                <a:cubicBezTo>
                  <a:pt x="12" y="235"/>
                  <a:pt x="11" y="235"/>
                  <a:pt x="11" y="234"/>
                </a:cubicBezTo>
                <a:cubicBezTo>
                  <a:pt x="12" y="234"/>
                  <a:pt x="12" y="235"/>
                  <a:pt x="12" y="233"/>
                </a:cubicBezTo>
                <a:close/>
                <a:moveTo>
                  <a:pt x="16" y="234"/>
                </a:moveTo>
                <a:cubicBezTo>
                  <a:pt x="15" y="235"/>
                  <a:pt x="15" y="235"/>
                  <a:pt x="15" y="236"/>
                </a:cubicBezTo>
                <a:cubicBezTo>
                  <a:pt x="14" y="236"/>
                  <a:pt x="14" y="238"/>
                  <a:pt x="13" y="237"/>
                </a:cubicBezTo>
                <a:cubicBezTo>
                  <a:pt x="13" y="236"/>
                  <a:pt x="13" y="236"/>
                  <a:pt x="13" y="236"/>
                </a:cubicBezTo>
                <a:cubicBezTo>
                  <a:pt x="14" y="238"/>
                  <a:pt x="15" y="234"/>
                  <a:pt x="16" y="234"/>
                </a:cubicBezTo>
                <a:close/>
                <a:moveTo>
                  <a:pt x="15" y="241"/>
                </a:moveTo>
                <a:cubicBezTo>
                  <a:pt x="16" y="241"/>
                  <a:pt x="16" y="241"/>
                  <a:pt x="16" y="241"/>
                </a:cubicBezTo>
                <a:cubicBezTo>
                  <a:pt x="15" y="242"/>
                  <a:pt x="15" y="243"/>
                  <a:pt x="15" y="244"/>
                </a:cubicBezTo>
                <a:cubicBezTo>
                  <a:pt x="15" y="243"/>
                  <a:pt x="15" y="242"/>
                  <a:pt x="15" y="241"/>
                </a:cubicBezTo>
                <a:close/>
                <a:moveTo>
                  <a:pt x="55" y="250"/>
                </a:moveTo>
                <a:cubicBezTo>
                  <a:pt x="56" y="251"/>
                  <a:pt x="55" y="252"/>
                  <a:pt x="54" y="252"/>
                </a:cubicBezTo>
                <a:cubicBezTo>
                  <a:pt x="54" y="251"/>
                  <a:pt x="55" y="251"/>
                  <a:pt x="55" y="250"/>
                </a:cubicBezTo>
                <a:close/>
                <a:moveTo>
                  <a:pt x="53" y="261"/>
                </a:moveTo>
                <a:cubicBezTo>
                  <a:pt x="54" y="261"/>
                  <a:pt x="54" y="264"/>
                  <a:pt x="53" y="263"/>
                </a:cubicBezTo>
                <a:cubicBezTo>
                  <a:pt x="53" y="262"/>
                  <a:pt x="53" y="262"/>
                  <a:pt x="53" y="261"/>
                </a:cubicBezTo>
                <a:close/>
                <a:moveTo>
                  <a:pt x="18" y="276"/>
                </a:moveTo>
                <a:cubicBezTo>
                  <a:pt x="18" y="277"/>
                  <a:pt x="17" y="277"/>
                  <a:pt x="17" y="276"/>
                </a:cubicBezTo>
                <a:cubicBezTo>
                  <a:pt x="17" y="275"/>
                  <a:pt x="18" y="275"/>
                  <a:pt x="18" y="276"/>
                </a:cubicBezTo>
                <a:close/>
                <a:moveTo>
                  <a:pt x="49" y="276"/>
                </a:moveTo>
                <a:cubicBezTo>
                  <a:pt x="49" y="277"/>
                  <a:pt x="49" y="279"/>
                  <a:pt x="49" y="279"/>
                </a:cubicBezTo>
                <a:cubicBezTo>
                  <a:pt x="49" y="278"/>
                  <a:pt x="49" y="277"/>
                  <a:pt x="49" y="276"/>
                </a:cubicBezTo>
                <a:close/>
                <a:moveTo>
                  <a:pt x="51" y="277"/>
                </a:moveTo>
                <a:cubicBezTo>
                  <a:pt x="52" y="277"/>
                  <a:pt x="52" y="277"/>
                  <a:pt x="52" y="278"/>
                </a:cubicBezTo>
                <a:cubicBezTo>
                  <a:pt x="52" y="279"/>
                  <a:pt x="52" y="280"/>
                  <a:pt x="52" y="281"/>
                </a:cubicBezTo>
                <a:cubicBezTo>
                  <a:pt x="52" y="280"/>
                  <a:pt x="51" y="279"/>
                  <a:pt x="51" y="281"/>
                </a:cubicBezTo>
                <a:cubicBezTo>
                  <a:pt x="50" y="281"/>
                  <a:pt x="52" y="279"/>
                  <a:pt x="51" y="277"/>
                </a:cubicBezTo>
                <a:close/>
                <a:moveTo>
                  <a:pt x="18" y="279"/>
                </a:moveTo>
                <a:cubicBezTo>
                  <a:pt x="18" y="279"/>
                  <a:pt x="17" y="279"/>
                  <a:pt x="17" y="278"/>
                </a:cubicBezTo>
                <a:cubicBezTo>
                  <a:pt x="18" y="278"/>
                  <a:pt x="18" y="278"/>
                  <a:pt x="18" y="278"/>
                </a:cubicBezTo>
                <a:cubicBezTo>
                  <a:pt x="19" y="280"/>
                  <a:pt x="18" y="279"/>
                  <a:pt x="18" y="280"/>
                </a:cubicBezTo>
                <a:cubicBezTo>
                  <a:pt x="18" y="280"/>
                  <a:pt x="18" y="279"/>
                  <a:pt x="18" y="279"/>
                </a:cubicBezTo>
                <a:close/>
                <a:moveTo>
                  <a:pt x="33" y="282"/>
                </a:moveTo>
                <a:cubicBezTo>
                  <a:pt x="34" y="282"/>
                  <a:pt x="33" y="284"/>
                  <a:pt x="34" y="284"/>
                </a:cubicBezTo>
                <a:cubicBezTo>
                  <a:pt x="33" y="286"/>
                  <a:pt x="33" y="283"/>
                  <a:pt x="33" y="282"/>
                </a:cubicBezTo>
                <a:close/>
                <a:moveTo>
                  <a:pt x="49" y="282"/>
                </a:moveTo>
                <a:cubicBezTo>
                  <a:pt x="50" y="282"/>
                  <a:pt x="50" y="285"/>
                  <a:pt x="49" y="284"/>
                </a:cubicBezTo>
                <a:lnTo>
                  <a:pt x="49" y="282"/>
                </a:lnTo>
                <a:close/>
                <a:moveTo>
                  <a:pt x="45" y="283"/>
                </a:moveTo>
                <a:cubicBezTo>
                  <a:pt x="45" y="283"/>
                  <a:pt x="45" y="283"/>
                  <a:pt x="46" y="283"/>
                </a:cubicBezTo>
                <a:cubicBezTo>
                  <a:pt x="45" y="284"/>
                  <a:pt x="46" y="287"/>
                  <a:pt x="45" y="287"/>
                </a:cubicBezTo>
                <a:cubicBezTo>
                  <a:pt x="45" y="286"/>
                  <a:pt x="45" y="285"/>
                  <a:pt x="45" y="283"/>
                </a:cubicBezTo>
                <a:close/>
                <a:moveTo>
                  <a:pt x="17" y="284"/>
                </a:moveTo>
                <a:cubicBezTo>
                  <a:pt x="17" y="284"/>
                  <a:pt x="17" y="285"/>
                  <a:pt x="17" y="285"/>
                </a:cubicBezTo>
                <a:cubicBezTo>
                  <a:pt x="18" y="286"/>
                  <a:pt x="18" y="285"/>
                  <a:pt x="18" y="287"/>
                </a:cubicBezTo>
                <a:cubicBezTo>
                  <a:pt x="18" y="287"/>
                  <a:pt x="17" y="286"/>
                  <a:pt x="17" y="284"/>
                </a:cubicBezTo>
                <a:close/>
                <a:moveTo>
                  <a:pt x="52" y="284"/>
                </a:moveTo>
                <a:cubicBezTo>
                  <a:pt x="52" y="285"/>
                  <a:pt x="52" y="285"/>
                  <a:pt x="52" y="286"/>
                </a:cubicBezTo>
                <a:cubicBezTo>
                  <a:pt x="51" y="286"/>
                  <a:pt x="51" y="285"/>
                  <a:pt x="51" y="285"/>
                </a:cubicBezTo>
                <a:cubicBezTo>
                  <a:pt x="51" y="284"/>
                  <a:pt x="52" y="284"/>
                  <a:pt x="52" y="284"/>
                </a:cubicBezTo>
                <a:close/>
                <a:moveTo>
                  <a:pt x="40" y="286"/>
                </a:moveTo>
                <a:cubicBezTo>
                  <a:pt x="40" y="285"/>
                  <a:pt x="40" y="286"/>
                  <a:pt x="41" y="285"/>
                </a:cubicBezTo>
                <a:cubicBezTo>
                  <a:pt x="41" y="286"/>
                  <a:pt x="41" y="288"/>
                  <a:pt x="41" y="288"/>
                </a:cubicBezTo>
                <a:cubicBezTo>
                  <a:pt x="40" y="288"/>
                  <a:pt x="41" y="287"/>
                  <a:pt x="40" y="286"/>
                </a:cubicBezTo>
                <a:close/>
                <a:moveTo>
                  <a:pt x="46" y="286"/>
                </a:moveTo>
                <a:cubicBezTo>
                  <a:pt x="47" y="286"/>
                  <a:pt x="47" y="286"/>
                  <a:pt x="47" y="286"/>
                </a:cubicBezTo>
                <a:cubicBezTo>
                  <a:pt x="47" y="286"/>
                  <a:pt x="47" y="286"/>
                  <a:pt x="47" y="286"/>
                </a:cubicBezTo>
                <a:cubicBezTo>
                  <a:pt x="47" y="287"/>
                  <a:pt x="47" y="287"/>
                  <a:pt x="47" y="288"/>
                </a:cubicBezTo>
                <a:cubicBezTo>
                  <a:pt x="46" y="288"/>
                  <a:pt x="47" y="288"/>
                  <a:pt x="46" y="286"/>
                </a:cubicBezTo>
                <a:close/>
                <a:moveTo>
                  <a:pt x="48" y="286"/>
                </a:moveTo>
                <a:cubicBezTo>
                  <a:pt x="49" y="286"/>
                  <a:pt x="49" y="286"/>
                  <a:pt x="49" y="286"/>
                </a:cubicBezTo>
                <a:cubicBezTo>
                  <a:pt x="49" y="287"/>
                  <a:pt x="48" y="287"/>
                  <a:pt x="48" y="287"/>
                </a:cubicBezTo>
                <a:cubicBezTo>
                  <a:pt x="48" y="288"/>
                  <a:pt x="48" y="288"/>
                  <a:pt x="49" y="288"/>
                </a:cubicBezTo>
                <a:cubicBezTo>
                  <a:pt x="48" y="289"/>
                  <a:pt x="48" y="288"/>
                  <a:pt x="48" y="286"/>
                </a:cubicBezTo>
                <a:close/>
                <a:moveTo>
                  <a:pt x="51" y="286"/>
                </a:moveTo>
                <a:cubicBezTo>
                  <a:pt x="51" y="287"/>
                  <a:pt x="52" y="287"/>
                  <a:pt x="52" y="289"/>
                </a:cubicBezTo>
                <a:cubicBezTo>
                  <a:pt x="51" y="289"/>
                  <a:pt x="51" y="287"/>
                  <a:pt x="51" y="288"/>
                </a:cubicBezTo>
                <a:cubicBezTo>
                  <a:pt x="51" y="288"/>
                  <a:pt x="51" y="287"/>
                  <a:pt x="51" y="286"/>
                </a:cubicBezTo>
                <a:close/>
                <a:moveTo>
                  <a:pt x="53" y="287"/>
                </a:moveTo>
                <a:cubicBezTo>
                  <a:pt x="54" y="288"/>
                  <a:pt x="53" y="288"/>
                  <a:pt x="53" y="290"/>
                </a:cubicBezTo>
                <a:cubicBezTo>
                  <a:pt x="53" y="289"/>
                  <a:pt x="52" y="289"/>
                  <a:pt x="52" y="288"/>
                </a:cubicBezTo>
                <a:cubicBezTo>
                  <a:pt x="53" y="288"/>
                  <a:pt x="53" y="288"/>
                  <a:pt x="53" y="287"/>
                </a:cubicBezTo>
                <a:close/>
                <a:moveTo>
                  <a:pt x="36" y="290"/>
                </a:moveTo>
                <a:cubicBezTo>
                  <a:pt x="36" y="290"/>
                  <a:pt x="35" y="290"/>
                  <a:pt x="35" y="289"/>
                </a:cubicBezTo>
                <a:cubicBezTo>
                  <a:pt x="36" y="288"/>
                  <a:pt x="36" y="288"/>
                  <a:pt x="36" y="290"/>
                </a:cubicBezTo>
                <a:close/>
                <a:moveTo>
                  <a:pt x="42" y="290"/>
                </a:moveTo>
                <a:cubicBezTo>
                  <a:pt x="43" y="289"/>
                  <a:pt x="43" y="291"/>
                  <a:pt x="43" y="292"/>
                </a:cubicBezTo>
                <a:cubicBezTo>
                  <a:pt x="43" y="293"/>
                  <a:pt x="43" y="291"/>
                  <a:pt x="42" y="291"/>
                </a:cubicBezTo>
                <a:cubicBezTo>
                  <a:pt x="42" y="291"/>
                  <a:pt x="43" y="291"/>
                  <a:pt x="43" y="291"/>
                </a:cubicBezTo>
                <a:cubicBezTo>
                  <a:pt x="43" y="290"/>
                  <a:pt x="42" y="290"/>
                  <a:pt x="42" y="290"/>
                </a:cubicBezTo>
                <a:close/>
                <a:moveTo>
                  <a:pt x="46" y="290"/>
                </a:moveTo>
                <a:cubicBezTo>
                  <a:pt x="47" y="290"/>
                  <a:pt x="47" y="292"/>
                  <a:pt x="47" y="292"/>
                </a:cubicBezTo>
                <a:cubicBezTo>
                  <a:pt x="47" y="293"/>
                  <a:pt x="46" y="291"/>
                  <a:pt x="46" y="290"/>
                </a:cubicBezTo>
                <a:close/>
                <a:moveTo>
                  <a:pt x="35" y="291"/>
                </a:moveTo>
                <a:cubicBezTo>
                  <a:pt x="35" y="292"/>
                  <a:pt x="36" y="292"/>
                  <a:pt x="36" y="292"/>
                </a:cubicBezTo>
                <a:cubicBezTo>
                  <a:pt x="36" y="294"/>
                  <a:pt x="35" y="293"/>
                  <a:pt x="35" y="291"/>
                </a:cubicBezTo>
                <a:close/>
                <a:moveTo>
                  <a:pt x="44" y="293"/>
                </a:moveTo>
                <a:cubicBezTo>
                  <a:pt x="45" y="294"/>
                  <a:pt x="45" y="292"/>
                  <a:pt x="46" y="293"/>
                </a:cubicBezTo>
                <a:cubicBezTo>
                  <a:pt x="45" y="294"/>
                  <a:pt x="44" y="295"/>
                  <a:pt x="44" y="294"/>
                </a:cubicBezTo>
                <a:cubicBezTo>
                  <a:pt x="44" y="294"/>
                  <a:pt x="44" y="293"/>
                  <a:pt x="44" y="293"/>
                </a:cubicBezTo>
                <a:close/>
                <a:moveTo>
                  <a:pt x="50" y="293"/>
                </a:moveTo>
                <a:cubicBezTo>
                  <a:pt x="50" y="292"/>
                  <a:pt x="49" y="295"/>
                  <a:pt x="50" y="295"/>
                </a:cubicBezTo>
                <a:cubicBezTo>
                  <a:pt x="50" y="295"/>
                  <a:pt x="51" y="294"/>
                  <a:pt x="51" y="294"/>
                </a:cubicBezTo>
                <a:cubicBezTo>
                  <a:pt x="51" y="296"/>
                  <a:pt x="52" y="296"/>
                  <a:pt x="52" y="295"/>
                </a:cubicBezTo>
                <a:cubicBezTo>
                  <a:pt x="52" y="296"/>
                  <a:pt x="52" y="296"/>
                  <a:pt x="52" y="297"/>
                </a:cubicBezTo>
                <a:cubicBezTo>
                  <a:pt x="52" y="296"/>
                  <a:pt x="51" y="296"/>
                  <a:pt x="51" y="296"/>
                </a:cubicBezTo>
                <a:cubicBezTo>
                  <a:pt x="51" y="295"/>
                  <a:pt x="51" y="295"/>
                  <a:pt x="51" y="295"/>
                </a:cubicBezTo>
                <a:cubicBezTo>
                  <a:pt x="51" y="295"/>
                  <a:pt x="50" y="296"/>
                  <a:pt x="49" y="295"/>
                </a:cubicBezTo>
                <a:cubicBezTo>
                  <a:pt x="49" y="295"/>
                  <a:pt x="50" y="294"/>
                  <a:pt x="49" y="294"/>
                </a:cubicBezTo>
                <a:cubicBezTo>
                  <a:pt x="49" y="294"/>
                  <a:pt x="50" y="294"/>
                  <a:pt x="50" y="293"/>
                </a:cubicBezTo>
                <a:close/>
                <a:moveTo>
                  <a:pt x="43" y="295"/>
                </a:moveTo>
                <a:cubicBezTo>
                  <a:pt x="44" y="295"/>
                  <a:pt x="44" y="299"/>
                  <a:pt x="44" y="301"/>
                </a:cubicBezTo>
                <a:cubicBezTo>
                  <a:pt x="43" y="301"/>
                  <a:pt x="44" y="299"/>
                  <a:pt x="43" y="298"/>
                </a:cubicBezTo>
                <a:cubicBezTo>
                  <a:pt x="43" y="297"/>
                  <a:pt x="43" y="297"/>
                  <a:pt x="43" y="295"/>
                </a:cubicBezTo>
                <a:close/>
                <a:moveTo>
                  <a:pt x="48" y="295"/>
                </a:moveTo>
                <a:cubicBezTo>
                  <a:pt x="49" y="296"/>
                  <a:pt x="50" y="297"/>
                  <a:pt x="50" y="299"/>
                </a:cubicBezTo>
                <a:cubicBezTo>
                  <a:pt x="49" y="297"/>
                  <a:pt x="49" y="298"/>
                  <a:pt x="48" y="295"/>
                </a:cubicBezTo>
                <a:close/>
                <a:moveTo>
                  <a:pt x="41" y="296"/>
                </a:moveTo>
                <a:cubicBezTo>
                  <a:pt x="42" y="296"/>
                  <a:pt x="42" y="297"/>
                  <a:pt x="43" y="298"/>
                </a:cubicBezTo>
                <a:cubicBezTo>
                  <a:pt x="42" y="299"/>
                  <a:pt x="42" y="297"/>
                  <a:pt x="41" y="296"/>
                </a:cubicBezTo>
                <a:close/>
                <a:moveTo>
                  <a:pt x="53" y="296"/>
                </a:moveTo>
                <a:cubicBezTo>
                  <a:pt x="53" y="296"/>
                  <a:pt x="53" y="298"/>
                  <a:pt x="53" y="299"/>
                </a:cubicBezTo>
                <a:cubicBezTo>
                  <a:pt x="52" y="298"/>
                  <a:pt x="53" y="296"/>
                  <a:pt x="53" y="296"/>
                </a:cubicBezTo>
                <a:close/>
                <a:moveTo>
                  <a:pt x="20" y="296"/>
                </a:moveTo>
                <a:cubicBezTo>
                  <a:pt x="20" y="297"/>
                  <a:pt x="20" y="297"/>
                  <a:pt x="20" y="298"/>
                </a:cubicBezTo>
                <a:cubicBezTo>
                  <a:pt x="19" y="299"/>
                  <a:pt x="20" y="298"/>
                  <a:pt x="19" y="298"/>
                </a:cubicBezTo>
                <a:cubicBezTo>
                  <a:pt x="19" y="300"/>
                  <a:pt x="19" y="299"/>
                  <a:pt x="20" y="301"/>
                </a:cubicBezTo>
                <a:cubicBezTo>
                  <a:pt x="19" y="301"/>
                  <a:pt x="19" y="300"/>
                  <a:pt x="19" y="300"/>
                </a:cubicBezTo>
                <a:cubicBezTo>
                  <a:pt x="19" y="297"/>
                  <a:pt x="19" y="297"/>
                  <a:pt x="19" y="297"/>
                </a:cubicBezTo>
                <a:cubicBezTo>
                  <a:pt x="19" y="298"/>
                  <a:pt x="19" y="296"/>
                  <a:pt x="20" y="296"/>
                </a:cubicBezTo>
                <a:close/>
                <a:moveTo>
                  <a:pt x="44" y="296"/>
                </a:moveTo>
                <a:cubicBezTo>
                  <a:pt x="45" y="297"/>
                  <a:pt x="45" y="296"/>
                  <a:pt x="46" y="296"/>
                </a:cubicBezTo>
                <a:cubicBezTo>
                  <a:pt x="45" y="297"/>
                  <a:pt x="44" y="299"/>
                  <a:pt x="44" y="296"/>
                </a:cubicBezTo>
                <a:close/>
                <a:moveTo>
                  <a:pt x="37" y="298"/>
                </a:moveTo>
                <a:cubicBezTo>
                  <a:pt x="37" y="298"/>
                  <a:pt x="37" y="299"/>
                  <a:pt x="37" y="301"/>
                </a:cubicBezTo>
                <a:cubicBezTo>
                  <a:pt x="37" y="300"/>
                  <a:pt x="37" y="300"/>
                  <a:pt x="37" y="300"/>
                </a:cubicBezTo>
                <a:cubicBezTo>
                  <a:pt x="36" y="299"/>
                  <a:pt x="37" y="299"/>
                  <a:pt x="37" y="298"/>
                </a:cubicBezTo>
                <a:close/>
                <a:moveTo>
                  <a:pt x="34" y="298"/>
                </a:moveTo>
                <a:cubicBezTo>
                  <a:pt x="34" y="297"/>
                  <a:pt x="35" y="299"/>
                  <a:pt x="35" y="300"/>
                </a:cubicBezTo>
                <a:cubicBezTo>
                  <a:pt x="34" y="300"/>
                  <a:pt x="35" y="302"/>
                  <a:pt x="35" y="303"/>
                </a:cubicBezTo>
                <a:cubicBezTo>
                  <a:pt x="34" y="302"/>
                  <a:pt x="35" y="299"/>
                  <a:pt x="34" y="298"/>
                </a:cubicBezTo>
                <a:close/>
                <a:moveTo>
                  <a:pt x="48" y="301"/>
                </a:moveTo>
                <a:cubicBezTo>
                  <a:pt x="48" y="301"/>
                  <a:pt x="48" y="302"/>
                  <a:pt x="47" y="302"/>
                </a:cubicBezTo>
                <a:cubicBezTo>
                  <a:pt x="47" y="300"/>
                  <a:pt x="47" y="301"/>
                  <a:pt x="46" y="301"/>
                </a:cubicBezTo>
                <a:cubicBezTo>
                  <a:pt x="47" y="300"/>
                  <a:pt x="46" y="300"/>
                  <a:pt x="46" y="300"/>
                </a:cubicBezTo>
                <a:cubicBezTo>
                  <a:pt x="46" y="299"/>
                  <a:pt x="46" y="298"/>
                  <a:pt x="46" y="298"/>
                </a:cubicBezTo>
                <a:cubicBezTo>
                  <a:pt x="46" y="300"/>
                  <a:pt x="48" y="300"/>
                  <a:pt x="48" y="301"/>
                </a:cubicBezTo>
                <a:cubicBezTo>
                  <a:pt x="48" y="301"/>
                  <a:pt x="48" y="301"/>
                  <a:pt x="48" y="301"/>
                </a:cubicBezTo>
                <a:close/>
                <a:moveTo>
                  <a:pt x="33" y="299"/>
                </a:moveTo>
                <a:cubicBezTo>
                  <a:pt x="33" y="299"/>
                  <a:pt x="33" y="300"/>
                  <a:pt x="34" y="300"/>
                </a:cubicBezTo>
                <a:cubicBezTo>
                  <a:pt x="34" y="301"/>
                  <a:pt x="33" y="300"/>
                  <a:pt x="33" y="301"/>
                </a:cubicBezTo>
                <a:cubicBezTo>
                  <a:pt x="33" y="300"/>
                  <a:pt x="33" y="299"/>
                  <a:pt x="33" y="299"/>
                </a:cubicBezTo>
                <a:close/>
                <a:moveTo>
                  <a:pt x="37" y="302"/>
                </a:moveTo>
                <a:cubicBezTo>
                  <a:pt x="37" y="302"/>
                  <a:pt x="38" y="302"/>
                  <a:pt x="38" y="302"/>
                </a:cubicBezTo>
                <a:cubicBezTo>
                  <a:pt x="38" y="303"/>
                  <a:pt x="36" y="302"/>
                  <a:pt x="37" y="304"/>
                </a:cubicBezTo>
                <a:cubicBezTo>
                  <a:pt x="36" y="304"/>
                  <a:pt x="37" y="303"/>
                  <a:pt x="37" y="302"/>
                </a:cubicBezTo>
                <a:close/>
                <a:moveTo>
                  <a:pt x="49" y="305"/>
                </a:moveTo>
                <a:cubicBezTo>
                  <a:pt x="49" y="304"/>
                  <a:pt x="50" y="303"/>
                  <a:pt x="49" y="304"/>
                </a:cubicBezTo>
                <a:cubicBezTo>
                  <a:pt x="49" y="303"/>
                  <a:pt x="49" y="303"/>
                  <a:pt x="50" y="303"/>
                </a:cubicBezTo>
                <a:cubicBezTo>
                  <a:pt x="50" y="303"/>
                  <a:pt x="50" y="302"/>
                  <a:pt x="50" y="302"/>
                </a:cubicBezTo>
                <a:cubicBezTo>
                  <a:pt x="51" y="302"/>
                  <a:pt x="49" y="306"/>
                  <a:pt x="50" y="306"/>
                </a:cubicBezTo>
                <a:cubicBezTo>
                  <a:pt x="50" y="306"/>
                  <a:pt x="50" y="307"/>
                  <a:pt x="50" y="307"/>
                </a:cubicBezTo>
                <a:cubicBezTo>
                  <a:pt x="50" y="307"/>
                  <a:pt x="50" y="307"/>
                  <a:pt x="50" y="306"/>
                </a:cubicBezTo>
                <a:cubicBezTo>
                  <a:pt x="50" y="305"/>
                  <a:pt x="49" y="305"/>
                  <a:pt x="49" y="305"/>
                </a:cubicBezTo>
                <a:close/>
                <a:moveTo>
                  <a:pt x="34" y="305"/>
                </a:moveTo>
                <a:cubicBezTo>
                  <a:pt x="34" y="304"/>
                  <a:pt x="35" y="304"/>
                  <a:pt x="36" y="303"/>
                </a:cubicBezTo>
                <a:cubicBezTo>
                  <a:pt x="36" y="304"/>
                  <a:pt x="36" y="306"/>
                  <a:pt x="35" y="306"/>
                </a:cubicBezTo>
                <a:cubicBezTo>
                  <a:pt x="35" y="304"/>
                  <a:pt x="35" y="305"/>
                  <a:pt x="34" y="305"/>
                </a:cubicBezTo>
                <a:close/>
                <a:moveTo>
                  <a:pt x="48" y="305"/>
                </a:moveTo>
                <a:cubicBezTo>
                  <a:pt x="48" y="304"/>
                  <a:pt x="48" y="305"/>
                  <a:pt x="48" y="305"/>
                </a:cubicBezTo>
                <a:cubicBezTo>
                  <a:pt x="48" y="309"/>
                  <a:pt x="48" y="308"/>
                  <a:pt x="48" y="305"/>
                </a:cubicBezTo>
                <a:close/>
                <a:moveTo>
                  <a:pt x="20" y="306"/>
                </a:moveTo>
                <a:cubicBezTo>
                  <a:pt x="20" y="306"/>
                  <a:pt x="20" y="307"/>
                  <a:pt x="20" y="308"/>
                </a:cubicBezTo>
                <a:cubicBezTo>
                  <a:pt x="19" y="308"/>
                  <a:pt x="19" y="307"/>
                  <a:pt x="19" y="306"/>
                </a:cubicBezTo>
                <a:cubicBezTo>
                  <a:pt x="19" y="306"/>
                  <a:pt x="19" y="306"/>
                  <a:pt x="20" y="306"/>
                </a:cubicBezTo>
                <a:close/>
                <a:moveTo>
                  <a:pt x="20" y="318"/>
                </a:moveTo>
                <a:cubicBezTo>
                  <a:pt x="20" y="318"/>
                  <a:pt x="20" y="317"/>
                  <a:pt x="21" y="318"/>
                </a:cubicBezTo>
                <a:cubicBezTo>
                  <a:pt x="21" y="318"/>
                  <a:pt x="20" y="319"/>
                  <a:pt x="21" y="320"/>
                </a:cubicBezTo>
                <a:cubicBezTo>
                  <a:pt x="20" y="321"/>
                  <a:pt x="20" y="321"/>
                  <a:pt x="19" y="321"/>
                </a:cubicBezTo>
                <a:cubicBezTo>
                  <a:pt x="19" y="319"/>
                  <a:pt x="20" y="321"/>
                  <a:pt x="20" y="319"/>
                </a:cubicBezTo>
                <a:cubicBezTo>
                  <a:pt x="20" y="318"/>
                  <a:pt x="20" y="320"/>
                  <a:pt x="19" y="319"/>
                </a:cubicBezTo>
                <a:cubicBezTo>
                  <a:pt x="19" y="317"/>
                  <a:pt x="19" y="316"/>
                  <a:pt x="19" y="313"/>
                </a:cubicBezTo>
                <a:cubicBezTo>
                  <a:pt x="20" y="313"/>
                  <a:pt x="19" y="313"/>
                  <a:pt x="20" y="313"/>
                </a:cubicBezTo>
                <a:cubicBezTo>
                  <a:pt x="20" y="312"/>
                  <a:pt x="19" y="313"/>
                  <a:pt x="19" y="311"/>
                </a:cubicBezTo>
                <a:cubicBezTo>
                  <a:pt x="20" y="312"/>
                  <a:pt x="20" y="309"/>
                  <a:pt x="19" y="310"/>
                </a:cubicBezTo>
                <a:cubicBezTo>
                  <a:pt x="19" y="309"/>
                  <a:pt x="19" y="309"/>
                  <a:pt x="19" y="308"/>
                </a:cubicBezTo>
                <a:cubicBezTo>
                  <a:pt x="20" y="308"/>
                  <a:pt x="20" y="308"/>
                  <a:pt x="20" y="309"/>
                </a:cubicBezTo>
                <a:cubicBezTo>
                  <a:pt x="21" y="310"/>
                  <a:pt x="20" y="310"/>
                  <a:pt x="20" y="311"/>
                </a:cubicBezTo>
                <a:cubicBezTo>
                  <a:pt x="20" y="312"/>
                  <a:pt x="21" y="312"/>
                  <a:pt x="21" y="312"/>
                </a:cubicBezTo>
                <a:cubicBezTo>
                  <a:pt x="21" y="313"/>
                  <a:pt x="20" y="313"/>
                  <a:pt x="20" y="313"/>
                </a:cubicBezTo>
                <a:cubicBezTo>
                  <a:pt x="20" y="313"/>
                  <a:pt x="21" y="313"/>
                  <a:pt x="21" y="315"/>
                </a:cubicBezTo>
                <a:cubicBezTo>
                  <a:pt x="20" y="315"/>
                  <a:pt x="20" y="313"/>
                  <a:pt x="20" y="314"/>
                </a:cubicBezTo>
                <a:cubicBezTo>
                  <a:pt x="20" y="316"/>
                  <a:pt x="21" y="316"/>
                  <a:pt x="20" y="318"/>
                </a:cubicBezTo>
                <a:close/>
                <a:moveTo>
                  <a:pt x="37" y="309"/>
                </a:moveTo>
                <a:cubicBezTo>
                  <a:pt x="38" y="310"/>
                  <a:pt x="37" y="312"/>
                  <a:pt x="38" y="313"/>
                </a:cubicBezTo>
                <a:cubicBezTo>
                  <a:pt x="37" y="314"/>
                  <a:pt x="37" y="313"/>
                  <a:pt x="38" y="315"/>
                </a:cubicBezTo>
                <a:cubicBezTo>
                  <a:pt x="37" y="315"/>
                  <a:pt x="37" y="315"/>
                  <a:pt x="37" y="315"/>
                </a:cubicBezTo>
                <a:cubicBezTo>
                  <a:pt x="37" y="314"/>
                  <a:pt x="37" y="311"/>
                  <a:pt x="37" y="309"/>
                </a:cubicBezTo>
                <a:close/>
                <a:moveTo>
                  <a:pt x="49" y="309"/>
                </a:moveTo>
                <a:cubicBezTo>
                  <a:pt x="49" y="310"/>
                  <a:pt x="50" y="310"/>
                  <a:pt x="50" y="310"/>
                </a:cubicBezTo>
                <a:cubicBezTo>
                  <a:pt x="50" y="311"/>
                  <a:pt x="49" y="311"/>
                  <a:pt x="50" y="312"/>
                </a:cubicBezTo>
                <a:cubicBezTo>
                  <a:pt x="50" y="312"/>
                  <a:pt x="49" y="312"/>
                  <a:pt x="49" y="312"/>
                </a:cubicBezTo>
                <a:cubicBezTo>
                  <a:pt x="49" y="312"/>
                  <a:pt x="49" y="310"/>
                  <a:pt x="49" y="311"/>
                </a:cubicBezTo>
                <a:cubicBezTo>
                  <a:pt x="48" y="311"/>
                  <a:pt x="49" y="310"/>
                  <a:pt x="49" y="309"/>
                </a:cubicBezTo>
                <a:close/>
                <a:moveTo>
                  <a:pt x="47" y="311"/>
                </a:moveTo>
                <a:cubicBezTo>
                  <a:pt x="48" y="310"/>
                  <a:pt x="48" y="312"/>
                  <a:pt x="48" y="313"/>
                </a:cubicBezTo>
                <a:cubicBezTo>
                  <a:pt x="47" y="313"/>
                  <a:pt x="47" y="313"/>
                  <a:pt x="47" y="313"/>
                </a:cubicBezTo>
                <a:cubicBezTo>
                  <a:pt x="47" y="312"/>
                  <a:pt x="48" y="311"/>
                  <a:pt x="47" y="311"/>
                </a:cubicBezTo>
                <a:close/>
                <a:moveTo>
                  <a:pt x="48" y="313"/>
                </a:moveTo>
                <a:cubicBezTo>
                  <a:pt x="49" y="313"/>
                  <a:pt x="49" y="315"/>
                  <a:pt x="49" y="314"/>
                </a:cubicBezTo>
                <a:cubicBezTo>
                  <a:pt x="49" y="315"/>
                  <a:pt x="49" y="317"/>
                  <a:pt x="48" y="317"/>
                </a:cubicBezTo>
                <a:cubicBezTo>
                  <a:pt x="48" y="316"/>
                  <a:pt x="48" y="315"/>
                  <a:pt x="48" y="313"/>
                </a:cubicBezTo>
                <a:close/>
                <a:moveTo>
                  <a:pt x="45" y="314"/>
                </a:moveTo>
                <a:cubicBezTo>
                  <a:pt x="45" y="314"/>
                  <a:pt x="46" y="314"/>
                  <a:pt x="46" y="315"/>
                </a:cubicBezTo>
                <a:cubicBezTo>
                  <a:pt x="46" y="316"/>
                  <a:pt x="45" y="314"/>
                  <a:pt x="45" y="315"/>
                </a:cubicBezTo>
                <a:lnTo>
                  <a:pt x="45" y="314"/>
                </a:lnTo>
                <a:close/>
                <a:moveTo>
                  <a:pt x="53" y="316"/>
                </a:moveTo>
                <a:cubicBezTo>
                  <a:pt x="54" y="318"/>
                  <a:pt x="53" y="321"/>
                  <a:pt x="54" y="322"/>
                </a:cubicBezTo>
                <a:cubicBezTo>
                  <a:pt x="54" y="323"/>
                  <a:pt x="53" y="323"/>
                  <a:pt x="53" y="322"/>
                </a:cubicBezTo>
                <a:cubicBezTo>
                  <a:pt x="53" y="322"/>
                  <a:pt x="53" y="323"/>
                  <a:pt x="53" y="323"/>
                </a:cubicBezTo>
                <a:cubicBezTo>
                  <a:pt x="52" y="324"/>
                  <a:pt x="52" y="320"/>
                  <a:pt x="51" y="322"/>
                </a:cubicBezTo>
                <a:cubicBezTo>
                  <a:pt x="51" y="320"/>
                  <a:pt x="52" y="322"/>
                  <a:pt x="53" y="321"/>
                </a:cubicBezTo>
                <a:cubicBezTo>
                  <a:pt x="53" y="321"/>
                  <a:pt x="53" y="321"/>
                  <a:pt x="53" y="321"/>
                </a:cubicBezTo>
                <a:cubicBezTo>
                  <a:pt x="52" y="319"/>
                  <a:pt x="53" y="317"/>
                  <a:pt x="53" y="316"/>
                </a:cubicBezTo>
                <a:close/>
                <a:moveTo>
                  <a:pt x="40" y="317"/>
                </a:moveTo>
                <a:cubicBezTo>
                  <a:pt x="40" y="317"/>
                  <a:pt x="40" y="317"/>
                  <a:pt x="40" y="319"/>
                </a:cubicBezTo>
                <a:cubicBezTo>
                  <a:pt x="40" y="319"/>
                  <a:pt x="39" y="318"/>
                  <a:pt x="40" y="317"/>
                </a:cubicBezTo>
                <a:close/>
                <a:moveTo>
                  <a:pt x="45" y="320"/>
                </a:moveTo>
                <a:cubicBezTo>
                  <a:pt x="45" y="321"/>
                  <a:pt x="44" y="322"/>
                  <a:pt x="44" y="320"/>
                </a:cubicBezTo>
                <a:cubicBezTo>
                  <a:pt x="45" y="321"/>
                  <a:pt x="45" y="320"/>
                  <a:pt x="45" y="320"/>
                </a:cubicBezTo>
                <a:close/>
                <a:moveTo>
                  <a:pt x="40" y="320"/>
                </a:moveTo>
                <a:cubicBezTo>
                  <a:pt x="40" y="320"/>
                  <a:pt x="41" y="321"/>
                  <a:pt x="41" y="321"/>
                </a:cubicBezTo>
                <a:cubicBezTo>
                  <a:pt x="41" y="322"/>
                  <a:pt x="40" y="322"/>
                  <a:pt x="40" y="320"/>
                </a:cubicBezTo>
                <a:close/>
                <a:moveTo>
                  <a:pt x="47" y="325"/>
                </a:moveTo>
                <a:cubicBezTo>
                  <a:pt x="47" y="324"/>
                  <a:pt x="47" y="322"/>
                  <a:pt x="47" y="320"/>
                </a:cubicBezTo>
                <a:cubicBezTo>
                  <a:pt x="48" y="321"/>
                  <a:pt x="47" y="323"/>
                  <a:pt x="47" y="326"/>
                </a:cubicBezTo>
                <a:cubicBezTo>
                  <a:pt x="47" y="326"/>
                  <a:pt x="46" y="323"/>
                  <a:pt x="46" y="326"/>
                </a:cubicBezTo>
                <a:cubicBezTo>
                  <a:pt x="46" y="325"/>
                  <a:pt x="46" y="325"/>
                  <a:pt x="46" y="325"/>
                </a:cubicBezTo>
                <a:cubicBezTo>
                  <a:pt x="46" y="325"/>
                  <a:pt x="46" y="324"/>
                  <a:pt x="46" y="324"/>
                </a:cubicBezTo>
                <a:cubicBezTo>
                  <a:pt x="46" y="324"/>
                  <a:pt x="46" y="324"/>
                  <a:pt x="46" y="324"/>
                </a:cubicBezTo>
                <a:cubicBezTo>
                  <a:pt x="46" y="325"/>
                  <a:pt x="47" y="325"/>
                  <a:pt x="47" y="325"/>
                </a:cubicBezTo>
                <a:close/>
                <a:moveTo>
                  <a:pt x="46" y="327"/>
                </a:moveTo>
                <a:cubicBezTo>
                  <a:pt x="46" y="326"/>
                  <a:pt x="45" y="326"/>
                  <a:pt x="45" y="325"/>
                </a:cubicBezTo>
                <a:cubicBezTo>
                  <a:pt x="46" y="325"/>
                  <a:pt x="46" y="325"/>
                  <a:pt x="46" y="327"/>
                </a:cubicBezTo>
                <a:close/>
                <a:moveTo>
                  <a:pt x="19" y="323"/>
                </a:moveTo>
                <a:cubicBezTo>
                  <a:pt x="20" y="323"/>
                  <a:pt x="20" y="323"/>
                  <a:pt x="20" y="323"/>
                </a:cubicBezTo>
                <a:cubicBezTo>
                  <a:pt x="20" y="323"/>
                  <a:pt x="20" y="323"/>
                  <a:pt x="20" y="323"/>
                </a:cubicBezTo>
                <a:cubicBezTo>
                  <a:pt x="20" y="324"/>
                  <a:pt x="20" y="324"/>
                  <a:pt x="21" y="324"/>
                </a:cubicBezTo>
                <a:cubicBezTo>
                  <a:pt x="20" y="325"/>
                  <a:pt x="20" y="328"/>
                  <a:pt x="19" y="328"/>
                </a:cubicBezTo>
                <a:cubicBezTo>
                  <a:pt x="19" y="327"/>
                  <a:pt x="20" y="327"/>
                  <a:pt x="20" y="326"/>
                </a:cubicBezTo>
                <a:cubicBezTo>
                  <a:pt x="19" y="327"/>
                  <a:pt x="18" y="326"/>
                  <a:pt x="18" y="329"/>
                </a:cubicBezTo>
                <a:cubicBezTo>
                  <a:pt x="17" y="328"/>
                  <a:pt x="18" y="326"/>
                  <a:pt x="18" y="325"/>
                </a:cubicBezTo>
                <a:cubicBezTo>
                  <a:pt x="18" y="326"/>
                  <a:pt x="18" y="326"/>
                  <a:pt x="19" y="326"/>
                </a:cubicBezTo>
                <a:cubicBezTo>
                  <a:pt x="19" y="325"/>
                  <a:pt x="20" y="324"/>
                  <a:pt x="19" y="323"/>
                </a:cubicBezTo>
                <a:close/>
                <a:moveTo>
                  <a:pt x="31" y="323"/>
                </a:moveTo>
                <a:cubicBezTo>
                  <a:pt x="31" y="323"/>
                  <a:pt x="30" y="324"/>
                  <a:pt x="31" y="325"/>
                </a:cubicBezTo>
                <a:cubicBezTo>
                  <a:pt x="30" y="325"/>
                  <a:pt x="30" y="325"/>
                  <a:pt x="30" y="325"/>
                </a:cubicBezTo>
                <a:cubicBezTo>
                  <a:pt x="30" y="326"/>
                  <a:pt x="31" y="325"/>
                  <a:pt x="31" y="326"/>
                </a:cubicBezTo>
                <a:cubicBezTo>
                  <a:pt x="31" y="326"/>
                  <a:pt x="30" y="327"/>
                  <a:pt x="30" y="326"/>
                </a:cubicBezTo>
                <a:cubicBezTo>
                  <a:pt x="30" y="326"/>
                  <a:pt x="30" y="325"/>
                  <a:pt x="30" y="323"/>
                </a:cubicBezTo>
                <a:cubicBezTo>
                  <a:pt x="30" y="323"/>
                  <a:pt x="31" y="323"/>
                  <a:pt x="31" y="323"/>
                </a:cubicBezTo>
                <a:close/>
                <a:moveTo>
                  <a:pt x="37" y="323"/>
                </a:moveTo>
                <a:cubicBezTo>
                  <a:pt x="37" y="324"/>
                  <a:pt x="38" y="324"/>
                  <a:pt x="38" y="325"/>
                </a:cubicBezTo>
                <a:cubicBezTo>
                  <a:pt x="37" y="325"/>
                  <a:pt x="37" y="324"/>
                  <a:pt x="37" y="325"/>
                </a:cubicBezTo>
                <a:cubicBezTo>
                  <a:pt x="36" y="325"/>
                  <a:pt x="37" y="324"/>
                  <a:pt x="37" y="323"/>
                </a:cubicBezTo>
                <a:close/>
                <a:moveTo>
                  <a:pt x="32" y="326"/>
                </a:moveTo>
                <a:cubicBezTo>
                  <a:pt x="32" y="325"/>
                  <a:pt x="32" y="327"/>
                  <a:pt x="33" y="326"/>
                </a:cubicBezTo>
                <a:cubicBezTo>
                  <a:pt x="32" y="328"/>
                  <a:pt x="32" y="327"/>
                  <a:pt x="31" y="327"/>
                </a:cubicBezTo>
                <a:cubicBezTo>
                  <a:pt x="31" y="326"/>
                  <a:pt x="32" y="326"/>
                  <a:pt x="32" y="326"/>
                </a:cubicBezTo>
                <a:close/>
                <a:moveTo>
                  <a:pt x="31" y="326"/>
                </a:moveTo>
                <a:cubicBezTo>
                  <a:pt x="31" y="327"/>
                  <a:pt x="31" y="327"/>
                  <a:pt x="31" y="328"/>
                </a:cubicBezTo>
                <a:cubicBezTo>
                  <a:pt x="30" y="328"/>
                  <a:pt x="30" y="328"/>
                  <a:pt x="30" y="328"/>
                </a:cubicBezTo>
                <a:cubicBezTo>
                  <a:pt x="30" y="327"/>
                  <a:pt x="31" y="327"/>
                  <a:pt x="31" y="326"/>
                </a:cubicBezTo>
                <a:close/>
                <a:moveTo>
                  <a:pt x="38" y="328"/>
                </a:moveTo>
                <a:cubicBezTo>
                  <a:pt x="37" y="328"/>
                  <a:pt x="37" y="328"/>
                  <a:pt x="37" y="328"/>
                </a:cubicBezTo>
                <a:cubicBezTo>
                  <a:pt x="37" y="329"/>
                  <a:pt x="37" y="330"/>
                  <a:pt x="37" y="330"/>
                </a:cubicBezTo>
                <a:cubicBezTo>
                  <a:pt x="36" y="330"/>
                  <a:pt x="37" y="328"/>
                  <a:pt x="37" y="327"/>
                </a:cubicBezTo>
                <a:cubicBezTo>
                  <a:pt x="37" y="327"/>
                  <a:pt x="37" y="328"/>
                  <a:pt x="38" y="327"/>
                </a:cubicBezTo>
                <a:cubicBezTo>
                  <a:pt x="38" y="329"/>
                  <a:pt x="39" y="329"/>
                  <a:pt x="39" y="331"/>
                </a:cubicBezTo>
                <a:cubicBezTo>
                  <a:pt x="38" y="331"/>
                  <a:pt x="38" y="329"/>
                  <a:pt x="38" y="328"/>
                </a:cubicBezTo>
                <a:close/>
                <a:moveTo>
                  <a:pt x="42" y="329"/>
                </a:moveTo>
                <a:cubicBezTo>
                  <a:pt x="42" y="329"/>
                  <a:pt x="42" y="330"/>
                  <a:pt x="42" y="331"/>
                </a:cubicBezTo>
                <a:cubicBezTo>
                  <a:pt x="41" y="331"/>
                  <a:pt x="41" y="331"/>
                  <a:pt x="41" y="331"/>
                </a:cubicBezTo>
                <a:cubicBezTo>
                  <a:pt x="41" y="330"/>
                  <a:pt x="41" y="330"/>
                  <a:pt x="42" y="330"/>
                </a:cubicBezTo>
                <a:lnTo>
                  <a:pt x="42" y="329"/>
                </a:lnTo>
                <a:close/>
                <a:moveTo>
                  <a:pt x="42" y="334"/>
                </a:moveTo>
                <a:cubicBezTo>
                  <a:pt x="42" y="333"/>
                  <a:pt x="42" y="333"/>
                  <a:pt x="42" y="332"/>
                </a:cubicBezTo>
                <a:cubicBezTo>
                  <a:pt x="43" y="331"/>
                  <a:pt x="43" y="331"/>
                  <a:pt x="44" y="331"/>
                </a:cubicBezTo>
                <a:cubicBezTo>
                  <a:pt x="44" y="333"/>
                  <a:pt x="44" y="334"/>
                  <a:pt x="44" y="335"/>
                </a:cubicBezTo>
                <a:cubicBezTo>
                  <a:pt x="43" y="334"/>
                  <a:pt x="43" y="333"/>
                  <a:pt x="43" y="332"/>
                </a:cubicBezTo>
                <a:cubicBezTo>
                  <a:pt x="43" y="333"/>
                  <a:pt x="43" y="334"/>
                  <a:pt x="42" y="334"/>
                </a:cubicBezTo>
                <a:cubicBezTo>
                  <a:pt x="42" y="334"/>
                  <a:pt x="42" y="334"/>
                  <a:pt x="42" y="334"/>
                </a:cubicBezTo>
                <a:close/>
                <a:moveTo>
                  <a:pt x="41" y="332"/>
                </a:moveTo>
                <a:cubicBezTo>
                  <a:pt x="41" y="334"/>
                  <a:pt x="41" y="334"/>
                  <a:pt x="41" y="335"/>
                </a:cubicBezTo>
                <a:cubicBezTo>
                  <a:pt x="40" y="332"/>
                  <a:pt x="40" y="332"/>
                  <a:pt x="40" y="332"/>
                </a:cubicBezTo>
                <a:cubicBezTo>
                  <a:pt x="41" y="331"/>
                  <a:pt x="41" y="333"/>
                  <a:pt x="41" y="332"/>
                </a:cubicBezTo>
                <a:close/>
                <a:moveTo>
                  <a:pt x="24" y="335"/>
                </a:moveTo>
                <a:cubicBezTo>
                  <a:pt x="24" y="336"/>
                  <a:pt x="24" y="335"/>
                  <a:pt x="24" y="336"/>
                </a:cubicBezTo>
                <a:cubicBezTo>
                  <a:pt x="24" y="337"/>
                  <a:pt x="25" y="335"/>
                  <a:pt x="25" y="338"/>
                </a:cubicBezTo>
                <a:cubicBezTo>
                  <a:pt x="24" y="337"/>
                  <a:pt x="24" y="338"/>
                  <a:pt x="23" y="338"/>
                </a:cubicBezTo>
                <a:cubicBezTo>
                  <a:pt x="23" y="336"/>
                  <a:pt x="23" y="335"/>
                  <a:pt x="24" y="335"/>
                </a:cubicBezTo>
                <a:close/>
                <a:moveTo>
                  <a:pt x="26" y="342"/>
                </a:moveTo>
                <a:cubicBezTo>
                  <a:pt x="26" y="341"/>
                  <a:pt x="27" y="343"/>
                  <a:pt x="27" y="342"/>
                </a:cubicBezTo>
                <a:cubicBezTo>
                  <a:pt x="27" y="342"/>
                  <a:pt x="27" y="343"/>
                  <a:pt x="27" y="343"/>
                </a:cubicBezTo>
                <a:cubicBezTo>
                  <a:pt x="27" y="343"/>
                  <a:pt x="27" y="343"/>
                  <a:pt x="27" y="344"/>
                </a:cubicBezTo>
                <a:cubicBezTo>
                  <a:pt x="27" y="342"/>
                  <a:pt x="26" y="343"/>
                  <a:pt x="26" y="342"/>
                </a:cubicBezTo>
                <a:close/>
                <a:moveTo>
                  <a:pt x="25" y="343"/>
                </a:moveTo>
                <a:cubicBezTo>
                  <a:pt x="24" y="342"/>
                  <a:pt x="24" y="343"/>
                  <a:pt x="24" y="344"/>
                </a:cubicBezTo>
                <a:cubicBezTo>
                  <a:pt x="23" y="342"/>
                  <a:pt x="25" y="342"/>
                  <a:pt x="25" y="343"/>
                </a:cubicBezTo>
                <a:close/>
                <a:moveTo>
                  <a:pt x="24" y="346"/>
                </a:moveTo>
                <a:cubicBezTo>
                  <a:pt x="25" y="345"/>
                  <a:pt x="25" y="346"/>
                  <a:pt x="25" y="347"/>
                </a:cubicBezTo>
                <a:cubicBezTo>
                  <a:pt x="25" y="348"/>
                  <a:pt x="25" y="346"/>
                  <a:pt x="24" y="346"/>
                </a:cubicBezTo>
                <a:close/>
                <a:moveTo>
                  <a:pt x="26" y="349"/>
                </a:moveTo>
                <a:cubicBezTo>
                  <a:pt x="26" y="349"/>
                  <a:pt x="25" y="350"/>
                  <a:pt x="25" y="349"/>
                </a:cubicBezTo>
                <a:cubicBezTo>
                  <a:pt x="25" y="349"/>
                  <a:pt x="25" y="350"/>
                  <a:pt x="25" y="350"/>
                </a:cubicBezTo>
                <a:cubicBezTo>
                  <a:pt x="25" y="351"/>
                  <a:pt x="25" y="350"/>
                  <a:pt x="25" y="349"/>
                </a:cubicBezTo>
                <a:cubicBezTo>
                  <a:pt x="25" y="348"/>
                  <a:pt x="25" y="348"/>
                  <a:pt x="26" y="349"/>
                </a:cubicBezTo>
                <a:close/>
                <a:moveTo>
                  <a:pt x="24" y="348"/>
                </a:moveTo>
                <a:cubicBezTo>
                  <a:pt x="24" y="348"/>
                  <a:pt x="24" y="351"/>
                  <a:pt x="23" y="350"/>
                </a:cubicBezTo>
                <a:cubicBezTo>
                  <a:pt x="23" y="350"/>
                  <a:pt x="23" y="350"/>
                  <a:pt x="23" y="349"/>
                </a:cubicBezTo>
                <a:cubicBezTo>
                  <a:pt x="23" y="349"/>
                  <a:pt x="24" y="349"/>
                  <a:pt x="24" y="348"/>
                </a:cubicBezTo>
                <a:close/>
                <a:moveTo>
                  <a:pt x="40" y="350"/>
                </a:moveTo>
                <a:cubicBezTo>
                  <a:pt x="40" y="350"/>
                  <a:pt x="40" y="350"/>
                  <a:pt x="41" y="349"/>
                </a:cubicBezTo>
                <a:cubicBezTo>
                  <a:pt x="41" y="349"/>
                  <a:pt x="41" y="351"/>
                  <a:pt x="41" y="350"/>
                </a:cubicBezTo>
                <a:cubicBezTo>
                  <a:pt x="41" y="352"/>
                  <a:pt x="41" y="351"/>
                  <a:pt x="40" y="351"/>
                </a:cubicBezTo>
                <a:cubicBezTo>
                  <a:pt x="40" y="354"/>
                  <a:pt x="40" y="354"/>
                  <a:pt x="40" y="354"/>
                </a:cubicBezTo>
                <a:cubicBezTo>
                  <a:pt x="40" y="354"/>
                  <a:pt x="40" y="354"/>
                  <a:pt x="40" y="354"/>
                </a:cubicBezTo>
                <a:cubicBezTo>
                  <a:pt x="39" y="354"/>
                  <a:pt x="40" y="352"/>
                  <a:pt x="40" y="350"/>
                </a:cubicBezTo>
                <a:close/>
                <a:moveTo>
                  <a:pt x="25" y="351"/>
                </a:moveTo>
                <a:cubicBezTo>
                  <a:pt x="25" y="351"/>
                  <a:pt x="25" y="352"/>
                  <a:pt x="25" y="353"/>
                </a:cubicBezTo>
                <a:cubicBezTo>
                  <a:pt x="25" y="354"/>
                  <a:pt x="24" y="355"/>
                  <a:pt x="24" y="354"/>
                </a:cubicBezTo>
                <a:cubicBezTo>
                  <a:pt x="23" y="351"/>
                  <a:pt x="24" y="353"/>
                  <a:pt x="25" y="351"/>
                </a:cubicBezTo>
                <a:close/>
                <a:moveTo>
                  <a:pt x="26" y="352"/>
                </a:moveTo>
                <a:cubicBezTo>
                  <a:pt x="27" y="352"/>
                  <a:pt x="26" y="353"/>
                  <a:pt x="26" y="354"/>
                </a:cubicBezTo>
                <a:cubicBezTo>
                  <a:pt x="25" y="354"/>
                  <a:pt x="26" y="352"/>
                  <a:pt x="25" y="352"/>
                </a:cubicBezTo>
                <a:cubicBezTo>
                  <a:pt x="26" y="350"/>
                  <a:pt x="26" y="353"/>
                  <a:pt x="26" y="352"/>
                </a:cubicBezTo>
                <a:close/>
                <a:moveTo>
                  <a:pt x="27" y="352"/>
                </a:moveTo>
                <a:cubicBezTo>
                  <a:pt x="28" y="354"/>
                  <a:pt x="28" y="351"/>
                  <a:pt x="29" y="354"/>
                </a:cubicBezTo>
                <a:cubicBezTo>
                  <a:pt x="28" y="352"/>
                  <a:pt x="28" y="354"/>
                  <a:pt x="28" y="354"/>
                </a:cubicBezTo>
                <a:cubicBezTo>
                  <a:pt x="28" y="355"/>
                  <a:pt x="27" y="354"/>
                  <a:pt x="27" y="353"/>
                </a:cubicBezTo>
                <a:cubicBezTo>
                  <a:pt x="27" y="353"/>
                  <a:pt x="27" y="353"/>
                  <a:pt x="27" y="352"/>
                </a:cubicBezTo>
                <a:close/>
                <a:moveTo>
                  <a:pt x="25" y="361"/>
                </a:moveTo>
                <a:cubicBezTo>
                  <a:pt x="25" y="363"/>
                  <a:pt x="25" y="366"/>
                  <a:pt x="24" y="366"/>
                </a:cubicBezTo>
                <a:cubicBezTo>
                  <a:pt x="25" y="365"/>
                  <a:pt x="24" y="363"/>
                  <a:pt x="25" y="363"/>
                </a:cubicBezTo>
                <a:cubicBezTo>
                  <a:pt x="24" y="363"/>
                  <a:pt x="24" y="363"/>
                  <a:pt x="24" y="362"/>
                </a:cubicBezTo>
                <a:cubicBezTo>
                  <a:pt x="25" y="361"/>
                  <a:pt x="25" y="362"/>
                  <a:pt x="25" y="361"/>
                </a:cubicBezTo>
                <a:close/>
                <a:moveTo>
                  <a:pt x="24" y="359"/>
                </a:moveTo>
                <a:cubicBezTo>
                  <a:pt x="24" y="360"/>
                  <a:pt x="25" y="360"/>
                  <a:pt x="25" y="359"/>
                </a:cubicBezTo>
                <a:cubicBezTo>
                  <a:pt x="24" y="358"/>
                  <a:pt x="25" y="356"/>
                  <a:pt x="24" y="356"/>
                </a:cubicBezTo>
                <a:cubicBezTo>
                  <a:pt x="24" y="355"/>
                  <a:pt x="25" y="355"/>
                  <a:pt x="25" y="354"/>
                </a:cubicBezTo>
                <a:cubicBezTo>
                  <a:pt x="26" y="355"/>
                  <a:pt x="26" y="359"/>
                  <a:pt x="27" y="359"/>
                </a:cubicBezTo>
                <a:cubicBezTo>
                  <a:pt x="26" y="360"/>
                  <a:pt x="26" y="360"/>
                  <a:pt x="26" y="361"/>
                </a:cubicBezTo>
                <a:cubicBezTo>
                  <a:pt x="25" y="361"/>
                  <a:pt x="24" y="361"/>
                  <a:pt x="24" y="359"/>
                </a:cubicBezTo>
                <a:close/>
                <a:moveTo>
                  <a:pt x="31" y="357"/>
                </a:moveTo>
                <a:cubicBezTo>
                  <a:pt x="31" y="358"/>
                  <a:pt x="31" y="357"/>
                  <a:pt x="32" y="358"/>
                </a:cubicBezTo>
                <a:cubicBezTo>
                  <a:pt x="32" y="359"/>
                  <a:pt x="31" y="358"/>
                  <a:pt x="30" y="359"/>
                </a:cubicBezTo>
                <a:cubicBezTo>
                  <a:pt x="30" y="359"/>
                  <a:pt x="31" y="358"/>
                  <a:pt x="31" y="357"/>
                </a:cubicBezTo>
                <a:close/>
                <a:moveTo>
                  <a:pt x="41" y="358"/>
                </a:moveTo>
                <a:cubicBezTo>
                  <a:pt x="41" y="358"/>
                  <a:pt x="42" y="362"/>
                  <a:pt x="41" y="362"/>
                </a:cubicBezTo>
                <a:cubicBezTo>
                  <a:pt x="41" y="360"/>
                  <a:pt x="41" y="360"/>
                  <a:pt x="41" y="358"/>
                </a:cubicBezTo>
                <a:close/>
                <a:moveTo>
                  <a:pt x="31" y="361"/>
                </a:moveTo>
                <a:cubicBezTo>
                  <a:pt x="31" y="361"/>
                  <a:pt x="31" y="363"/>
                  <a:pt x="31" y="364"/>
                </a:cubicBezTo>
                <a:cubicBezTo>
                  <a:pt x="30" y="363"/>
                  <a:pt x="31" y="363"/>
                  <a:pt x="31" y="361"/>
                </a:cubicBezTo>
                <a:close/>
                <a:moveTo>
                  <a:pt x="27" y="367"/>
                </a:moveTo>
                <a:cubicBezTo>
                  <a:pt x="27" y="365"/>
                  <a:pt x="27" y="365"/>
                  <a:pt x="27" y="365"/>
                </a:cubicBezTo>
                <a:cubicBezTo>
                  <a:pt x="28" y="365"/>
                  <a:pt x="28" y="364"/>
                  <a:pt x="28" y="365"/>
                </a:cubicBezTo>
                <a:cubicBezTo>
                  <a:pt x="28" y="365"/>
                  <a:pt x="28" y="365"/>
                  <a:pt x="28" y="365"/>
                </a:cubicBezTo>
                <a:cubicBezTo>
                  <a:pt x="28" y="366"/>
                  <a:pt x="28" y="366"/>
                  <a:pt x="28" y="367"/>
                </a:cubicBezTo>
                <a:cubicBezTo>
                  <a:pt x="28" y="367"/>
                  <a:pt x="28" y="367"/>
                  <a:pt x="28" y="366"/>
                </a:cubicBezTo>
                <a:cubicBezTo>
                  <a:pt x="29" y="368"/>
                  <a:pt x="28" y="367"/>
                  <a:pt x="27" y="367"/>
                </a:cubicBezTo>
                <a:close/>
                <a:moveTo>
                  <a:pt x="24" y="368"/>
                </a:moveTo>
                <a:cubicBezTo>
                  <a:pt x="25" y="368"/>
                  <a:pt x="25" y="368"/>
                  <a:pt x="26" y="367"/>
                </a:cubicBezTo>
                <a:cubicBezTo>
                  <a:pt x="25" y="369"/>
                  <a:pt x="25" y="369"/>
                  <a:pt x="26" y="371"/>
                </a:cubicBezTo>
                <a:cubicBezTo>
                  <a:pt x="25" y="371"/>
                  <a:pt x="25" y="370"/>
                  <a:pt x="25" y="369"/>
                </a:cubicBezTo>
                <a:cubicBezTo>
                  <a:pt x="25" y="370"/>
                  <a:pt x="24" y="369"/>
                  <a:pt x="24" y="369"/>
                </a:cubicBezTo>
                <a:cubicBezTo>
                  <a:pt x="24" y="368"/>
                  <a:pt x="25" y="369"/>
                  <a:pt x="24" y="368"/>
                </a:cubicBezTo>
                <a:close/>
                <a:moveTo>
                  <a:pt x="45" y="370"/>
                </a:moveTo>
                <a:cubicBezTo>
                  <a:pt x="46" y="369"/>
                  <a:pt x="46" y="371"/>
                  <a:pt x="46" y="372"/>
                </a:cubicBezTo>
                <a:cubicBezTo>
                  <a:pt x="46" y="373"/>
                  <a:pt x="46" y="372"/>
                  <a:pt x="45" y="372"/>
                </a:cubicBezTo>
                <a:cubicBezTo>
                  <a:pt x="45" y="371"/>
                  <a:pt x="45" y="370"/>
                  <a:pt x="45" y="370"/>
                </a:cubicBezTo>
                <a:close/>
                <a:moveTo>
                  <a:pt x="28" y="370"/>
                </a:moveTo>
                <a:cubicBezTo>
                  <a:pt x="28" y="371"/>
                  <a:pt x="28" y="370"/>
                  <a:pt x="29" y="370"/>
                </a:cubicBezTo>
                <a:cubicBezTo>
                  <a:pt x="29" y="372"/>
                  <a:pt x="29" y="372"/>
                  <a:pt x="29" y="372"/>
                </a:cubicBezTo>
                <a:cubicBezTo>
                  <a:pt x="28" y="369"/>
                  <a:pt x="28" y="373"/>
                  <a:pt x="28" y="372"/>
                </a:cubicBezTo>
                <a:cubicBezTo>
                  <a:pt x="28" y="372"/>
                  <a:pt x="28" y="371"/>
                  <a:pt x="28" y="370"/>
                </a:cubicBezTo>
                <a:close/>
                <a:moveTo>
                  <a:pt x="25" y="373"/>
                </a:moveTo>
                <a:cubicBezTo>
                  <a:pt x="25" y="372"/>
                  <a:pt x="24" y="374"/>
                  <a:pt x="24" y="372"/>
                </a:cubicBezTo>
                <a:cubicBezTo>
                  <a:pt x="25" y="371"/>
                  <a:pt x="25" y="372"/>
                  <a:pt x="26" y="372"/>
                </a:cubicBezTo>
                <a:cubicBezTo>
                  <a:pt x="26" y="374"/>
                  <a:pt x="27" y="373"/>
                  <a:pt x="26" y="375"/>
                </a:cubicBezTo>
                <a:cubicBezTo>
                  <a:pt x="26" y="373"/>
                  <a:pt x="25" y="376"/>
                  <a:pt x="25" y="373"/>
                </a:cubicBezTo>
                <a:cubicBezTo>
                  <a:pt x="25" y="373"/>
                  <a:pt x="25" y="373"/>
                  <a:pt x="25" y="373"/>
                </a:cubicBezTo>
                <a:close/>
                <a:moveTo>
                  <a:pt x="41" y="374"/>
                </a:moveTo>
                <a:cubicBezTo>
                  <a:pt x="40" y="375"/>
                  <a:pt x="41" y="375"/>
                  <a:pt x="41" y="376"/>
                </a:cubicBezTo>
                <a:cubicBezTo>
                  <a:pt x="40" y="376"/>
                  <a:pt x="41" y="378"/>
                  <a:pt x="40" y="378"/>
                </a:cubicBezTo>
                <a:cubicBezTo>
                  <a:pt x="41" y="376"/>
                  <a:pt x="40" y="374"/>
                  <a:pt x="40" y="375"/>
                </a:cubicBezTo>
                <a:cubicBezTo>
                  <a:pt x="40" y="374"/>
                  <a:pt x="40" y="373"/>
                  <a:pt x="41" y="372"/>
                </a:cubicBezTo>
                <a:cubicBezTo>
                  <a:pt x="40" y="374"/>
                  <a:pt x="41" y="374"/>
                  <a:pt x="41" y="375"/>
                </a:cubicBezTo>
                <a:cubicBezTo>
                  <a:pt x="41" y="375"/>
                  <a:pt x="41" y="375"/>
                  <a:pt x="41" y="374"/>
                </a:cubicBezTo>
                <a:close/>
                <a:moveTo>
                  <a:pt x="28" y="378"/>
                </a:moveTo>
                <a:cubicBezTo>
                  <a:pt x="28" y="377"/>
                  <a:pt x="28" y="378"/>
                  <a:pt x="27" y="377"/>
                </a:cubicBezTo>
                <a:cubicBezTo>
                  <a:pt x="28" y="376"/>
                  <a:pt x="27" y="375"/>
                  <a:pt x="27" y="374"/>
                </a:cubicBezTo>
                <a:cubicBezTo>
                  <a:pt x="27" y="374"/>
                  <a:pt x="27" y="374"/>
                  <a:pt x="28" y="373"/>
                </a:cubicBezTo>
                <a:cubicBezTo>
                  <a:pt x="28" y="374"/>
                  <a:pt x="28" y="377"/>
                  <a:pt x="29" y="377"/>
                </a:cubicBezTo>
                <a:cubicBezTo>
                  <a:pt x="29" y="379"/>
                  <a:pt x="29" y="380"/>
                  <a:pt x="29" y="381"/>
                </a:cubicBezTo>
                <a:cubicBezTo>
                  <a:pt x="28" y="382"/>
                  <a:pt x="28" y="379"/>
                  <a:pt x="28" y="381"/>
                </a:cubicBezTo>
                <a:cubicBezTo>
                  <a:pt x="27" y="380"/>
                  <a:pt x="27" y="378"/>
                  <a:pt x="28" y="378"/>
                </a:cubicBezTo>
                <a:close/>
                <a:moveTo>
                  <a:pt x="43" y="374"/>
                </a:moveTo>
                <a:cubicBezTo>
                  <a:pt x="44" y="374"/>
                  <a:pt x="44" y="376"/>
                  <a:pt x="43" y="376"/>
                </a:cubicBezTo>
                <a:cubicBezTo>
                  <a:pt x="43" y="376"/>
                  <a:pt x="43" y="375"/>
                  <a:pt x="43" y="374"/>
                </a:cubicBezTo>
                <a:close/>
                <a:moveTo>
                  <a:pt x="22" y="375"/>
                </a:moveTo>
                <a:cubicBezTo>
                  <a:pt x="23" y="376"/>
                  <a:pt x="23" y="377"/>
                  <a:pt x="23" y="378"/>
                </a:cubicBezTo>
                <a:cubicBezTo>
                  <a:pt x="22" y="378"/>
                  <a:pt x="22" y="377"/>
                  <a:pt x="22" y="375"/>
                </a:cubicBezTo>
                <a:close/>
                <a:moveTo>
                  <a:pt x="25" y="375"/>
                </a:moveTo>
                <a:cubicBezTo>
                  <a:pt x="26" y="375"/>
                  <a:pt x="26" y="376"/>
                  <a:pt x="26" y="376"/>
                </a:cubicBezTo>
                <a:cubicBezTo>
                  <a:pt x="26" y="376"/>
                  <a:pt x="26" y="377"/>
                  <a:pt x="26" y="377"/>
                </a:cubicBezTo>
                <a:cubicBezTo>
                  <a:pt x="26" y="377"/>
                  <a:pt x="26" y="376"/>
                  <a:pt x="27" y="377"/>
                </a:cubicBezTo>
                <a:cubicBezTo>
                  <a:pt x="26" y="379"/>
                  <a:pt x="27" y="379"/>
                  <a:pt x="27" y="380"/>
                </a:cubicBezTo>
                <a:cubicBezTo>
                  <a:pt x="26" y="379"/>
                  <a:pt x="26" y="379"/>
                  <a:pt x="26" y="380"/>
                </a:cubicBezTo>
                <a:cubicBezTo>
                  <a:pt x="25" y="378"/>
                  <a:pt x="26" y="377"/>
                  <a:pt x="25" y="375"/>
                </a:cubicBezTo>
                <a:close/>
                <a:moveTo>
                  <a:pt x="32" y="381"/>
                </a:moveTo>
                <a:cubicBezTo>
                  <a:pt x="31" y="383"/>
                  <a:pt x="32" y="382"/>
                  <a:pt x="32" y="383"/>
                </a:cubicBezTo>
                <a:cubicBezTo>
                  <a:pt x="32" y="383"/>
                  <a:pt x="32" y="382"/>
                  <a:pt x="32" y="381"/>
                </a:cubicBezTo>
                <a:cubicBezTo>
                  <a:pt x="33" y="381"/>
                  <a:pt x="33" y="383"/>
                  <a:pt x="32" y="384"/>
                </a:cubicBezTo>
                <a:cubicBezTo>
                  <a:pt x="32" y="383"/>
                  <a:pt x="31" y="384"/>
                  <a:pt x="32" y="385"/>
                </a:cubicBezTo>
                <a:cubicBezTo>
                  <a:pt x="31" y="385"/>
                  <a:pt x="31" y="384"/>
                  <a:pt x="30" y="385"/>
                </a:cubicBezTo>
                <a:cubicBezTo>
                  <a:pt x="31" y="384"/>
                  <a:pt x="31" y="382"/>
                  <a:pt x="30" y="382"/>
                </a:cubicBezTo>
                <a:cubicBezTo>
                  <a:pt x="32" y="380"/>
                  <a:pt x="29" y="381"/>
                  <a:pt x="31" y="379"/>
                </a:cubicBezTo>
                <a:cubicBezTo>
                  <a:pt x="31" y="379"/>
                  <a:pt x="31" y="378"/>
                  <a:pt x="30" y="378"/>
                </a:cubicBezTo>
                <a:cubicBezTo>
                  <a:pt x="30" y="378"/>
                  <a:pt x="31" y="377"/>
                  <a:pt x="31" y="377"/>
                </a:cubicBezTo>
                <a:cubicBezTo>
                  <a:pt x="31" y="378"/>
                  <a:pt x="31" y="380"/>
                  <a:pt x="32" y="378"/>
                </a:cubicBezTo>
                <a:cubicBezTo>
                  <a:pt x="32" y="379"/>
                  <a:pt x="32" y="381"/>
                  <a:pt x="32" y="381"/>
                </a:cubicBezTo>
                <a:close/>
                <a:moveTo>
                  <a:pt x="34" y="378"/>
                </a:moveTo>
                <a:cubicBezTo>
                  <a:pt x="34" y="378"/>
                  <a:pt x="34" y="379"/>
                  <a:pt x="33" y="378"/>
                </a:cubicBezTo>
                <a:cubicBezTo>
                  <a:pt x="33" y="379"/>
                  <a:pt x="34" y="379"/>
                  <a:pt x="34" y="380"/>
                </a:cubicBezTo>
                <a:cubicBezTo>
                  <a:pt x="33" y="380"/>
                  <a:pt x="33" y="380"/>
                  <a:pt x="33" y="380"/>
                </a:cubicBezTo>
                <a:cubicBezTo>
                  <a:pt x="33" y="378"/>
                  <a:pt x="33" y="378"/>
                  <a:pt x="33" y="378"/>
                </a:cubicBezTo>
                <a:cubicBezTo>
                  <a:pt x="33" y="378"/>
                  <a:pt x="34" y="378"/>
                  <a:pt x="34" y="378"/>
                </a:cubicBezTo>
                <a:close/>
                <a:moveTo>
                  <a:pt x="43" y="379"/>
                </a:moveTo>
                <a:cubicBezTo>
                  <a:pt x="43" y="380"/>
                  <a:pt x="43" y="380"/>
                  <a:pt x="44" y="380"/>
                </a:cubicBezTo>
                <a:cubicBezTo>
                  <a:pt x="44" y="381"/>
                  <a:pt x="44" y="381"/>
                  <a:pt x="44" y="381"/>
                </a:cubicBezTo>
                <a:cubicBezTo>
                  <a:pt x="43" y="381"/>
                  <a:pt x="43" y="380"/>
                  <a:pt x="43" y="381"/>
                </a:cubicBezTo>
                <a:cubicBezTo>
                  <a:pt x="43" y="380"/>
                  <a:pt x="43" y="380"/>
                  <a:pt x="43" y="379"/>
                </a:cubicBezTo>
                <a:close/>
                <a:moveTo>
                  <a:pt x="27" y="380"/>
                </a:moveTo>
                <a:cubicBezTo>
                  <a:pt x="27" y="380"/>
                  <a:pt x="27" y="381"/>
                  <a:pt x="27" y="381"/>
                </a:cubicBezTo>
                <a:cubicBezTo>
                  <a:pt x="27" y="381"/>
                  <a:pt x="27" y="382"/>
                  <a:pt x="26" y="382"/>
                </a:cubicBezTo>
                <a:cubicBezTo>
                  <a:pt x="26" y="381"/>
                  <a:pt x="27" y="381"/>
                  <a:pt x="27" y="380"/>
                </a:cubicBezTo>
                <a:close/>
                <a:moveTo>
                  <a:pt x="42" y="380"/>
                </a:moveTo>
                <a:cubicBezTo>
                  <a:pt x="43" y="381"/>
                  <a:pt x="42" y="385"/>
                  <a:pt x="41" y="385"/>
                </a:cubicBezTo>
                <a:cubicBezTo>
                  <a:pt x="41" y="383"/>
                  <a:pt x="42" y="382"/>
                  <a:pt x="42" y="381"/>
                </a:cubicBezTo>
                <a:cubicBezTo>
                  <a:pt x="42" y="381"/>
                  <a:pt x="42" y="381"/>
                  <a:pt x="42" y="380"/>
                </a:cubicBezTo>
                <a:close/>
                <a:moveTo>
                  <a:pt x="25" y="381"/>
                </a:moveTo>
                <a:cubicBezTo>
                  <a:pt x="26" y="380"/>
                  <a:pt x="26" y="381"/>
                  <a:pt x="26" y="381"/>
                </a:cubicBezTo>
                <a:cubicBezTo>
                  <a:pt x="26" y="382"/>
                  <a:pt x="26" y="383"/>
                  <a:pt x="26" y="383"/>
                </a:cubicBezTo>
                <a:cubicBezTo>
                  <a:pt x="26" y="383"/>
                  <a:pt x="26" y="382"/>
                  <a:pt x="26" y="382"/>
                </a:cubicBezTo>
                <a:cubicBezTo>
                  <a:pt x="26" y="382"/>
                  <a:pt x="26" y="381"/>
                  <a:pt x="25" y="381"/>
                </a:cubicBezTo>
                <a:close/>
                <a:moveTo>
                  <a:pt x="34" y="381"/>
                </a:moveTo>
                <a:cubicBezTo>
                  <a:pt x="34" y="382"/>
                  <a:pt x="33" y="382"/>
                  <a:pt x="33" y="381"/>
                </a:cubicBezTo>
                <a:cubicBezTo>
                  <a:pt x="33" y="380"/>
                  <a:pt x="34" y="380"/>
                  <a:pt x="34" y="381"/>
                </a:cubicBezTo>
                <a:close/>
                <a:moveTo>
                  <a:pt x="46" y="381"/>
                </a:moveTo>
                <a:cubicBezTo>
                  <a:pt x="46" y="384"/>
                  <a:pt x="47" y="381"/>
                  <a:pt x="48" y="381"/>
                </a:cubicBezTo>
                <a:cubicBezTo>
                  <a:pt x="48" y="383"/>
                  <a:pt x="48" y="384"/>
                  <a:pt x="47" y="386"/>
                </a:cubicBezTo>
                <a:cubicBezTo>
                  <a:pt x="48" y="386"/>
                  <a:pt x="48" y="386"/>
                  <a:pt x="48" y="386"/>
                </a:cubicBezTo>
                <a:cubicBezTo>
                  <a:pt x="48" y="386"/>
                  <a:pt x="48" y="387"/>
                  <a:pt x="49" y="387"/>
                </a:cubicBezTo>
                <a:cubicBezTo>
                  <a:pt x="48" y="387"/>
                  <a:pt x="47" y="389"/>
                  <a:pt x="48" y="389"/>
                </a:cubicBezTo>
                <a:cubicBezTo>
                  <a:pt x="48" y="391"/>
                  <a:pt x="48" y="389"/>
                  <a:pt x="47" y="389"/>
                </a:cubicBezTo>
                <a:cubicBezTo>
                  <a:pt x="47" y="389"/>
                  <a:pt x="48" y="390"/>
                  <a:pt x="47" y="391"/>
                </a:cubicBezTo>
                <a:cubicBezTo>
                  <a:pt x="47" y="391"/>
                  <a:pt x="47" y="390"/>
                  <a:pt x="47" y="390"/>
                </a:cubicBezTo>
                <a:cubicBezTo>
                  <a:pt x="48" y="390"/>
                  <a:pt x="48" y="391"/>
                  <a:pt x="48" y="392"/>
                </a:cubicBezTo>
                <a:cubicBezTo>
                  <a:pt x="47" y="392"/>
                  <a:pt x="47" y="389"/>
                  <a:pt x="46" y="387"/>
                </a:cubicBezTo>
                <a:cubicBezTo>
                  <a:pt x="46" y="387"/>
                  <a:pt x="46" y="388"/>
                  <a:pt x="46" y="388"/>
                </a:cubicBezTo>
                <a:cubicBezTo>
                  <a:pt x="45" y="388"/>
                  <a:pt x="45" y="389"/>
                  <a:pt x="45" y="390"/>
                </a:cubicBezTo>
                <a:cubicBezTo>
                  <a:pt x="44" y="388"/>
                  <a:pt x="45" y="386"/>
                  <a:pt x="46" y="387"/>
                </a:cubicBezTo>
                <a:cubicBezTo>
                  <a:pt x="47" y="387"/>
                  <a:pt x="47" y="388"/>
                  <a:pt x="47" y="388"/>
                </a:cubicBezTo>
                <a:cubicBezTo>
                  <a:pt x="47" y="388"/>
                  <a:pt x="47" y="388"/>
                  <a:pt x="47" y="388"/>
                </a:cubicBezTo>
                <a:cubicBezTo>
                  <a:pt x="46" y="387"/>
                  <a:pt x="47" y="385"/>
                  <a:pt x="46" y="383"/>
                </a:cubicBezTo>
                <a:cubicBezTo>
                  <a:pt x="46" y="384"/>
                  <a:pt x="46" y="384"/>
                  <a:pt x="46" y="384"/>
                </a:cubicBezTo>
                <a:cubicBezTo>
                  <a:pt x="46" y="385"/>
                  <a:pt x="46" y="384"/>
                  <a:pt x="46" y="385"/>
                </a:cubicBezTo>
                <a:cubicBezTo>
                  <a:pt x="47" y="385"/>
                  <a:pt x="46" y="386"/>
                  <a:pt x="46" y="386"/>
                </a:cubicBezTo>
                <a:cubicBezTo>
                  <a:pt x="47" y="385"/>
                  <a:pt x="45" y="385"/>
                  <a:pt x="46" y="386"/>
                </a:cubicBezTo>
                <a:cubicBezTo>
                  <a:pt x="45" y="384"/>
                  <a:pt x="45" y="383"/>
                  <a:pt x="46" y="381"/>
                </a:cubicBezTo>
                <a:close/>
                <a:moveTo>
                  <a:pt x="43" y="381"/>
                </a:moveTo>
                <a:cubicBezTo>
                  <a:pt x="43" y="382"/>
                  <a:pt x="43" y="382"/>
                  <a:pt x="44" y="382"/>
                </a:cubicBezTo>
                <a:cubicBezTo>
                  <a:pt x="44" y="383"/>
                  <a:pt x="43" y="383"/>
                  <a:pt x="43" y="383"/>
                </a:cubicBezTo>
                <a:cubicBezTo>
                  <a:pt x="43" y="382"/>
                  <a:pt x="43" y="382"/>
                  <a:pt x="43" y="381"/>
                </a:cubicBezTo>
                <a:close/>
                <a:moveTo>
                  <a:pt x="52" y="382"/>
                </a:moveTo>
                <a:cubicBezTo>
                  <a:pt x="52" y="382"/>
                  <a:pt x="53" y="384"/>
                  <a:pt x="52" y="383"/>
                </a:cubicBezTo>
                <a:cubicBezTo>
                  <a:pt x="52" y="384"/>
                  <a:pt x="52" y="384"/>
                  <a:pt x="52" y="384"/>
                </a:cubicBezTo>
                <a:cubicBezTo>
                  <a:pt x="53" y="384"/>
                  <a:pt x="53" y="383"/>
                  <a:pt x="53" y="382"/>
                </a:cubicBezTo>
                <a:cubicBezTo>
                  <a:pt x="54" y="383"/>
                  <a:pt x="53" y="384"/>
                  <a:pt x="53" y="385"/>
                </a:cubicBezTo>
                <a:cubicBezTo>
                  <a:pt x="52" y="385"/>
                  <a:pt x="53" y="387"/>
                  <a:pt x="52" y="387"/>
                </a:cubicBezTo>
                <a:cubicBezTo>
                  <a:pt x="51" y="387"/>
                  <a:pt x="52" y="383"/>
                  <a:pt x="52" y="382"/>
                </a:cubicBezTo>
                <a:close/>
                <a:moveTo>
                  <a:pt x="27" y="384"/>
                </a:moveTo>
                <a:cubicBezTo>
                  <a:pt x="28" y="384"/>
                  <a:pt x="28" y="386"/>
                  <a:pt x="29" y="386"/>
                </a:cubicBezTo>
                <a:cubicBezTo>
                  <a:pt x="28" y="388"/>
                  <a:pt x="28" y="387"/>
                  <a:pt x="28" y="389"/>
                </a:cubicBezTo>
                <a:cubicBezTo>
                  <a:pt x="28" y="388"/>
                  <a:pt x="28" y="388"/>
                  <a:pt x="28" y="386"/>
                </a:cubicBezTo>
                <a:cubicBezTo>
                  <a:pt x="28" y="386"/>
                  <a:pt x="28" y="387"/>
                  <a:pt x="28" y="388"/>
                </a:cubicBezTo>
                <a:cubicBezTo>
                  <a:pt x="27" y="386"/>
                  <a:pt x="28" y="385"/>
                  <a:pt x="27" y="384"/>
                </a:cubicBezTo>
                <a:close/>
                <a:moveTo>
                  <a:pt x="26" y="383"/>
                </a:moveTo>
                <a:cubicBezTo>
                  <a:pt x="27" y="381"/>
                  <a:pt x="28" y="383"/>
                  <a:pt x="29" y="382"/>
                </a:cubicBezTo>
                <a:cubicBezTo>
                  <a:pt x="29" y="383"/>
                  <a:pt x="29" y="383"/>
                  <a:pt x="29" y="383"/>
                </a:cubicBezTo>
                <a:cubicBezTo>
                  <a:pt x="29" y="384"/>
                  <a:pt x="29" y="384"/>
                  <a:pt x="29" y="385"/>
                </a:cubicBezTo>
                <a:cubicBezTo>
                  <a:pt x="29" y="384"/>
                  <a:pt x="29" y="384"/>
                  <a:pt x="29" y="385"/>
                </a:cubicBezTo>
                <a:cubicBezTo>
                  <a:pt x="28" y="382"/>
                  <a:pt x="27" y="384"/>
                  <a:pt x="26" y="383"/>
                </a:cubicBezTo>
                <a:close/>
                <a:moveTo>
                  <a:pt x="41" y="382"/>
                </a:moveTo>
                <a:cubicBezTo>
                  <a:pt x="41" y="383"/>
                  <a:pt x="41" y="385"/>
                  <a:pt x="40" y="384"/>
                </a:cubicBezTo>
                <a:cubicBezTo>
                  <a:pt x="40" y="383"/>
                  <a:pt x="40" y="383"/>
                  <a:pt x="41" y="382"/>
                </a:cubicBezTo>
                <a:close/>
                <a:moveTo>
                  <a:pt x="34" y="384"/>
                </a:moveTo>
                <a:cubicBezTo>
                  <a:pt x="35" y="384"/>
                  <a:pt x="35" y="385"/>
                  <a:pt x="35" y="386"/>
                </a:cubicBezTo>
                <a:cubicBezTo>
                  <a:pt x="35" y="386"/>
                  <a:pt x="34" y="385"/>
                  <a:pt x="34" y="384"/>
                </a:cubicBezTo>
                <a:close/>
                <a:moveTo>
                  <a:pt x="27" y="386"/>
                </a:moveTo>
                <a:cubicBezTo>
                  <a:pt x="26" y="388"/>
                  <a:pt x="28" y="388"/>
                  <a:pt x="28" y="390"/>
                </a:cubicBezTo>
                <a:cubicBezTo>
                  <a:pt x="27" y="390"/>
                  <a:pt x="27" y="390"/>
                  <a:pt x="27" y="391"/>
                </a:cubicBezTo>
                <a:cubicBezTo>
                  <a:pt x="27" y="390"/>
                  <a:pt x="26" y="390"/>
                  <a:pt x="26" y="391"/>
                </a:cubicBezTo>
                <a:cubicBezTo>
                  <a:pt x="26" y="389"/>
                  <a:pt x="25" y="388"/>
                  <a:pt x="26" y="388"/>
                </a:cubicBezTo>
                <a:cubicBezTo>
                  <a:pt x="26" y="387"/>
                  <a:pt x="25" y="387"/>
                  <a:pt x="25" y="388"/>
                </a:cubicBezTo>
                <a:cubicBezTo>
                  <a:pt x="24" y="386"/>
                  <a:pt x="26" y="385"/>
                  <a:pt x="26" y="385"/>
                </a:cubicBezTo>
                <a:cubicBezTo>
                  <a:pt x="26" y="387"/>
                  <a:pt x="26" y="386"/>
                  <a:pt x="27" y="386"/>
                </a:cubicBezTo>
                <a:close/>
                <a:moveTo>
                  <a:pt x="33" y="385"/>
                </a:moveTo>
                <a:cubicBezTo>
                  <a:pt x="34" y="385"/>
                  <a:pt x="34" y="387"/>
                  <a:pt x="34" y="388"/>
                </a:cubicBezTo>
                <a:cubicBezTo>
                  <a:pt x="34" y="387"/>
                  <a:pt x="33" y="386"/>
                  <a:pt x="33" y="385"/>
                </a:cubicBezTo>
                <a:close/>
                <a:moveTo>
                  <a:pt x="42" y="385"/>
                </a:moveTo>
                <a:cubicBezTo>
                  <a:pt x="43" y="387"/>
                  <a:pt x="42" y="387"/>
                  <a:pt x="41" y="388"/>
                </a:cubicBezTo>
                <a:cubicBezTo>
                  <a:pt x="41" y="387"/>
                  <a:pt x="42" y="387"/>
                  <a:pt x="42" y="385"/>
                </a:cubicBezTo>
                <a:close/>
                <a:moveTo>
                  <a:pt x="31" y="387"/>
                </a:moveTo>
                <a:cubicBezTo>
                  <a:pt x="32" y="386"/>
                  <a:pt x="32" y="389"/>
                  <a:pt x="32" y="390"/>
                </a:cubicBezTo>
                <a:cubicBezTo>
                  <a:pt x="31" y="389"/>
                  <a:pt x="32" y="389"/>
                  <a:pt x="31" y="390"/>
                </a:cubicBezTo>
                <a:cubicBezTo>
                  <a:pt x="31" y="389"/>
                  <a:pt x="32" y="388"/>
                  <a:pt x="31" y="387"/>
                </a:cubicBezTo>
                <a:close/>
                <a:moveTo>
                  <a:pt x="25" y="389"/>
                </a:moveTo>
                <a:cubicBezTo>
                  <a:pt x="24" y="389"/>
                  <a:pt x="25" y="391"/>
                  <a:pt x="24" y="391"/>
                </a:cubicBezTo>
                <a:cubicBezTo>
                  <a:pt x="24" y="391"/>
                  <a:pt x="24" y="390"/>
                  <a:pt x="24" y="388"/>
                </a:cubicBezTo>
                <a:cubicBezTo>
                  <a:pt x="24" y="389"/>
                  <a:pt x="25" y="389"/>
                  <a:pt x="25" y="390"/>
                </a:cubicBezTo>
                <a:cubicBezTo>
                  <a:pt x="25" y="391"/>
                  <a:pt x="25" y="390"/>
                  <a:pt x="25" y="389"/>
                </a:cubicBezTo>
                <a:close/>
                <a:moveTo>
                  <a:pt x="30" y="389"/>
                </a:moveTo>
                <a:cubicBezTo>
                  <a:pt x="29" y="390"/>
                  <a:pt x="29" y="391"/>
                  <a:pt x="29" y="391"/>
                </a:cubicBezTo>
                <a:cubicBezTo>
                  <a:pt x="28" y="390"/>
                  <a:pt x="29" y="389"/>
                  <a:pt x="30" y="389"/>
                </a:cubicBezTo>
                <a:close/>
                <a:moveTo>
                  <a:pt x="33" y="391"/>
                </a:moveTo>
                <a:cubicBezTo>
                  <a:pt x="34" y="391"/>
                  <a:pt x="34" y="391"/>
                  <a:pt x="34" y="391"/>
                </a:cubicBezTo>
                <a:cubicBezTo>
                  <a:pt x="34" y="392"/>
                  <a:pt x="35" y="394"/>
                  <a:pt x="34" y="394"/>
                </a:cubicBezTo>
                <a:cubicBezTo>
                  <a:pt x="34" y="394"/>
                  <a:pt x="33" y="393"/>
                  <a:pt x="33" y="391"/>
                </a:cubicBezTo>
                <a:close/>
                <a:moveTo>
                  <a:pt x="25" y="391"/>
                </a:moveTo>
                <a:cubicBezTo>
                  <a:pt x="25" y="392"/>
                  <a:pt x="26" y="391"/>
                  <a:pt x="26" y="393"/>
                </a:cubicBezTo>
                <a:cubicBezTo>
                  <a:pt x="26" y="393"/>
                  <a:pt x="25" y="393"/>
                  <a:pt x="25" y="391"/>
                </a:cubicBezTo>
                <a:close/>
                <a:moveTo>
                  <a:pt x="25" y="394"/>
                </a:moveTo>
                <a:cubicBezTo>
                  <a:pt x="25" y="394"/>
                  <a:pt x="25" y="395"/>
                  <a:pt x="24" y="395"/>
                </a:cubicBezTo>
                <a:cubicBezTo>
                  <a:pt x="24" y="393"/>
                  <a:pt x="25" y="392"/>
                  <a:pt x="25" y="394"/>
                </a:cubicBezTo>
                <a:close/>
                <a:moveTo>
                  <a:pt x="32" y="394"/>
                </a:moveTo>
                <a:cubicBezTo>
                  <a:pt x="32" y="396"/>
                  <a:pt x="33" y="395"/>
                  <a:pt x="33" y="397"/>
                </a:cubicBezTo>
                <a:cubicBezTo>
                  <a:pt x="33" y="398"/>
                  <a:pt x="32" y="396"/>
                  <a:pt x="31" y="395"/>
                </a:cubicBezTo>
                <a:cubicBezTo>
                  <a:pt x="31" y="394"/>
                  <a:pt x="32" y="394"/>
                  <a:pt x="32" y="394"/>
                </a:cubicBezTo>
                <a:close/>
                <a:moveTo>
                  <a:pt x="42" y="400"/>
                </a:moveTo>
                <a:cubicBezTo>
                  <a:pt x="43" y="400"/>
                  <a:pt x="43" y="401"/>
                  <a:pt x="43" y="401"/>
                </a:cubicBezTo>
                <a:cubicBezTo>
                  <a:pt x="43" y="401"/>
                  <a:pt x="43" y="400"/>
                  <a:pt x="43" y="399"/>
                </a:cubicBezTo>
                <a:cubicBezTo>
                  <a:pt x="43" y="399"/>
                  <a:pt x="43" y="400"/>
                  <a:pt x="43" y="401"/>
                </a:cubicBezTo>
                <a:cubicBezTo>
                  <a:pt x="44" y="401"/>
                  <a:pt x="44" y="399"/>
                  <a:pt x="44" y="399"/>
                </a:cubicBezTo>
                <a:cubicBezTo>
                  <a:pt x="44" y="399"/>
                  <a:pt x="43" y="397"/>
                  <a:pt x="43" y="398"/>
                </a:cubicBezTo>
                <a:cubicBezTo>
                  <a:pt x="42" y="396"/>
                  <a:pt x="45" y="397"/>
                  <a:pt x="44" y="394"/>
                </a:cubicBezTo>
                <a:cubicBezTo>
                  <a:pt x="45" y="394"/>
                  <a:pt x="45" y="395"/>
                  <a:pt x="45" y="395"/>
                </a:cubicBezTo>
                <a:cubicBezTo>
                  <a:pt x="45" y="396"/>
                  <a:pt x="44" y="397"/>
                  <a:pt x="45" y="397"/>
                </a:cubicBezTo>
                <a:cubicBezTo>
                  <a:pt x="45" y="399"/>
                  <a:pt x="45" y="400"/>
                  <a:pt x="45" y="401"/>
                </a:cubicBezTo>
                <a:cubicBezTo>
                  <a:pt x="45" y="401"/>
                  <a:pt x="45" y="401"/>
                  <a:pt x="45" y="401"/>
                </a:cubicBezTo>
                <a:cubicBezTo>
                  <a:pt x="44" y="403"/>
                  <a:pt x="46" y="408"/>
                  <a:pt x="45" y="409"/>
                </a:cubicBezTo>
                <a:cubicBezTo>
                  <a:pt x="45" y="409"/>
                  <a:pt x="45" y="411"/>
                  <a:pt x="45" y="411"/>
                </a:cubicBezTo>
                <a:cubicBezTo>
                  <a:pt x="45" y="413"/>
                  <a:pt x="46" y="415"/>
                  <a:pt x="45" y="418"/>
                </a:cubicBezTo>
                <a:cubicBezTo>
                  <a:pt x="45" y="418"/>
                  <a:pt x="45" y="418"/>
                  <a:pt x="45" y="418"/>
                </a:cubicBezTo>
                <a:cubicBezTo>
                  <a:pt x="45" y="417"/>
                  <a:pt x="45" y="417"/>
                  <a:pt x="45" y="417"/>
                </a:cubicBezTo>
                <a:cubicBezTo>
                  <a:pt x="46" y="416"/>
                  <a:pt x="44" y="415"/>
                  <a:pt x="44" y="413"/>
                </a:cubicBezTo>
                <a:cubicBezTo>
                  <a:pt x="45" y="413"/>
                  <a:pt x="45" y="409"/>
                  <a:pt x="44" y="407"/>
                </a:cubicBezTo>
                <a:cubicBezTo>
                  <a:pt x="44" y="408"/>
                  <a:pt x="44" y="411"/>
                  <a:pt x="43" y="411"/>
                </a:cubicBezTo>
                <a:cubicBezTo>
                  <a:pt x="43" y="410"/>
                  <a:pt x="43" y="410"/>
                  <a:pt x="43" y="409"/>
                </a:cubicBezTo>
                <a:cubicBezTo>
                  <a:pt x="43" y="410"/>
                  <a:pt x="43" y="411"/>
                  <a:pt x="42" y="410"/>
                </a:cubicBezTo>
                <a:cubicBezTo>
                  <a:pt x="42" y="408"/>
                  <a:pt x="43" y="409"/>
                  <a:pt x="43" y="407"/>
                </a:cubicBezTo>
                <a:cubicBezTo>
                  <a:pt x="43" y="407"/>
                  <a:pt x="43" y="406"/>
                  <a:pt x="42" y="406"/>
                </a:cubicBezTo>
                <a:cubicBezTo>
                  <a:pt x="42" y="405"/>
                  <a:pt x="43" y="404"/>
                  <a:pt x="43" y="406"/>
                </a:cubicBezTo>
                <a:cubicBezTo>
                  <a:pt x="43" y="406"/>
                  <a:pt x="43" y="403"/>
                  <a:pt x="42" y="404"/>
                </a:cubicBezTo>
                <a:cubicBezTo>
                  <a:pt x="43" y="403"/>
                  <a:pt x="43" y="403"/>
                  <a:pt x="43" y="402"/>
                </a:cubicBezTo>
                <a:cubicBezTo>
                  <a:pt x="43" y="402"/>
                  <a:pt x="42" y="401"/>
                  <a:pt x="42" y="400"/>
                </a:cubicBezTo>
                <a:close/>
                <a:moveTo>
                  <a:pt x="42" y="398"/>
                </a:moveTo>
                <a:cubicBezTo>
                  <a:pt x="42" y="398"/>
                  <a:pt x="42" y="399"/>
                  <a:pt x="41" y="399"/>
                </a:cubicBezTo>
                <a:cubicBezTo>
                  <a:pt x="41" y="398"/>
                  <a:pt x="42" y="398"/>
                  <a:pt x="42" y="397"/>
                </a:cubicBezTo>
                <a:cubicBezTo>
                  <a:pt x="42" y="397"/>
                  <a:pt x="42" y="398"/>
                  <a:pt x="42" y="398"/>
                </a:cubicBezTo>
                <a:cubicBezTo>
                  <a:pt x="42" y="399"/>
                  <a:pt x="42" y="398"/>
                  <a:pt x="42" y="398"/>
                </a:cubicBezTo>
                <a:close/>
                <a:moveTo>
                  <a:pt x="53" y="397"/>
                </a:moveTo>
                <a:cubicBezTo>
                  <a:pt x="54" y="398"/>
                  <a:pt x="52" y="399"/>
                  <a:pt x="52" y="400"/>
                </a:cubicBezTo>
                <a:cubicBezTo>
                  <a:pt x="52" y="397"/>
                  <a:pt x="53" y="399"/>
                  <a:pt x="53" y="397"/>
                </a:cubicBezTo>
                <a:close/>
                <a:moveTo>
                  <a:pt x="32" y="397"/>
                </a:moveTo>
                <a:cubicBezTo>
                  <a:pt x="32" y="398"/>
                  <a:pt x="32" y="398"/>
                  <a:pt x="32" y="398"/>
                </a:cubicBezTo>
                <a:cubicBezTo>
                  <a:pt x="31" y="398"/>
                  <a:pt x="32" y="400"/>
                  <a:pt x="31" y="400"/>
                </a:cubicBezTo>
                <a:cubicBezTo>
                  <a:pt x="31" y="400"/>
                  <a:pt x="31" y="399"/>
                  <a:pt x="31" y="398"/>
                </a:cubicBezTo>
                <a:cubicBezTo>
                  <a:pt x="31" y="398"/>
                  <a:pt x="31" y="397"/>
                  <a:pt x="32" y="397"/>
                </a:cubicBezTo>
                <a:close/>
                <a:moveTo>
                  <a:pt x="52" y="404"/>
                </a:moveTo>
                <a:cubicBezTo>
                  <a:pt x="53" y="404"/>
                  <a:pt x="54" y="407"/>
                  <a:pt x="52" y="407"/>
                </a:cubicBezTo>
                <a:cubicBezTo>
                  <a:pt x="53" y="405"/>
                  <a:pt x="52" y="406"/>
                  <a:pt x="52" y="404"/>
                </a:cubicBezTo>
                <a:close/>
                <a:moveTo>
                  <a:pt x="42" y="441"/>
                </a:moveTo>
                <a:cubicBezTo>
                  <a:pt x="43" y="442"/>
                  <a:pt x="42" y="443"/>
                  <a:pt x="42" y="444"/>
                </a:cubicBezTo>
                <a:cubicBezTo>
                  <a:pt x="42" y="444"/>
                  <a:pt x="42" y="442"/>
                  <a:pt x="42" y="441"/>
                </a:cubicBezTo>
                <a:close/>
              </a:path>
            </a:pathLst>
          </a:custGeom>
          <a:solidFill>
            <a:schemeClr val="accent1">
              <a:alpha val="70000"/>
            </a:schemeClr>
          </a:solidFill>
          <a:ln w="14288" cap="flat">
            <a:noFill/>
            <a:prstDash val="solid"/>
            <a:miter lim="800000"/>
          </a:ln>
        </p:spPr>
        <p:txBody>
          <a:bodyPr vert="horz" wrap="square" lIns="91440" tIns="45720" rIns="91440" bIns="45720" numCol="1" anchor="ctr"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rgbClr val="FFFFFF"/>
              </a:solidFill>
              <a:sym typeface="+mn-ea"/>
            </a:endParaRPr>
          </a:p>
        </p:txBody>
      </p:sp>
    </p:spTree>
    <p:custDataLst>
      <p:tags r:id="rId10"/>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0" y="708660"/>
            <a:ext cx="12192000" cy="54406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pPr>
              <a:spcAft>
                <a:spcPts val="0"/>
              </a:spcAft>
            </a:pPr>
            <a:r>
              <a:rPr lang="zh-CN" altLang="en-US" sz="6000"/>
              <a:t>考核方式与要求</a:t>
            </a:r>
            <a:endParaRPr lang="zh-CN" altLang="en-US" sz="6000"/>
          </a:p>
        </p:txBody>
      </p:sp>
      <p:sp>
        <p:nvSpPr>
          <p:cNvPr id="6147" name="内容占位符 2"/>
          <p:cNvSpPr>
            <a:spLocks noGrp="1" noChangeArrowheads="1"/>
          </p:cNvSpPr>
          <p:nvPr>
            <p:ph idx="1"/>
          </p:nvPr>
        </p:nvSpPr>
        <p:spPr bwMode="auto">
          <a:xfrm>
            <a:off x="838200" y="1690935"/>
            <a:ext cx="10515600" cy="4351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pPr marL="0" marR="0" lvl="0" indent="0" algn="just">
              <a:lnSpc>
                <a:spcPct val="150000"/>
              </a:lnSpc>
              <a:spcBef>
                <a:spcPts val="0"/>
              </a:spcBef>
              <a:spcAft>
                <a:spcPts val="0"/>
              </a:spcAft>
              <a:buNone/>
            </a:pPr>
            <a:r>
              <a:rPr lang="zh-CN" altLang="en-US" b="1" kern="100" dirty="0">
                <a:effectLst/>
                <a:latin typeface="仿宋_GB2312" panose="02010609030101010101" charset="-122"/>
                <a:ea typeface="宋体" panose="02010600030101010101" pitchFamily="2" charset="-122"/>
              </a:rPr>
              <a:t>线下部分</a:t>
            </a:r>
            <a:r>
              <a:rPr lang="zh-CN" altLang="en-US" kern="100" dirty="0">
                <a:effectLst/>
                <a:latin typeface="仿宋_GB2312" panose="02010609030101010101" charset="-122"/>
                <a:ea typeface="宋体" panose="02010600030101010101" pitchFamily="2" charset="-122"/>
              </a:rPr>
              <a:t>：</a:t>
            </a:r>
            <a:endParaRPr lang="en-US" altLang="zh-CN" kern="100" dirty="0">
              <a:effectLst/>
              <a:latin typeface="仿宋_GB2312" panose="02010609030101010101" charset="-122"/>
              <a:ea typeface="宋体" panose="02010600030101010101" pitchFamily="2" charset="-122"/>
            </a:endParaRPr>
          </a:p>
          <a:p>
            <a:pPr marL="0" marR="0" lvl="0" indent="0" algn="just">
              <a:lnSpc>
                <a:spcPct val="150000"/>
              </a:lnSpc>
              <a:spcBef>
                <a:spcPts val="0"/>
              </a:spcBef>
              <a:spcAft>
                <a:spcPts val="0"/>
              </a:spcAft>
              <a:buNone/>
            </a:pPr>
            <a:r>
              <a:rPr lang="zh-CN" altLang="en-US" sz="1800" kern="100" dirty="0">
                <a:effectLst/>
                <a:latin typeface="仿宋_GB2312" panose="02010609030101010101" charset="-122"/>
                <a:ea typeface="宋体" panose="02010600030101010101" pitchFamily="2" charset="-122"/>
              </a:rPr>
              <a:t>组织期中和期末，均设闭卷考试。成绩登记采用百分制，最终考试成绩占</a:t>
            </a:r>
            <a:r>
              <a:rPr lang="en-US" altLang="zh-CN" sz="1800" kern="100" dirty="0">
                <a:effectLst/>
                <a:latin typeface="仿宋_GB2312" panose="02010609030101010101" charset="-122"/>
                <a:ea typeface="宋体" panose="02010600030101010101" pitchFamily="2" charset="-122"/>
              </a:rPr>
              <a:t>70-80%</a:t>
            </a:r>
            <a:r>
              <a:rPr lang="zh-CN" altLang="en-US" sz="1800" kern="100" dirty="0">
                <a:effectLst/>
                <a:latin typeface="仿宋_GB2312" panose="02010609030101010101" charset="-122"/>
                <a:ea typeface="宋体" panose="02010600030101010101" pitchFamily="2" charset="-122"/>
              </a:rPr>
              <a:t>。</a:t>
            </a:r>
            <a:endParaRPr lang="zh-CN" altLang="en-US" sz="1800" kern="100" dirty="0">
              <a:effectLst/>
              <a:latin typeface="Times New Roman" panose="02020603050405020304" pitchFamily="18" charset="0"/>
              <a:ea typeface="宋体" panose="02010600030101010101" pitchFamily="2" charset="-122"/>
            </a:endParaRPr>
          </a:p>
          <a:p>
            <a:pPr marL="0" marR="0" indent="0" algn="just">
              <a:spcBef>
                <a:spcPts val="0"/>
              </a:spcBef>
              <a:spcAft>
                <a:spcPts val="0"/>
              </a:spcAft>
              <a:buNone/>
            </a:pPr>
            <a:endParaRPr lang="en-US" altLang="zh-CN" b="1" kern="100" dirty="0">
              <a:latin typeface="仿宋_GB2312" panose="02010609030101010101" charset="-122"/>
              <a:ea typeface="宋体" panose="02010600030101010101" pitchFamily="2" charset="-122"/>
            </a:endParaRPr>
          </a:p>
          <a:p>
            <a:pPr marL="0" marR="0" indent="0" algn="just">
              <a:spcBef>
                <a:spcPts val="0"/>
              </a:spcBef>
              <a:spcAft>
                <a:spcPts val="0"/>
              </a:spcAft>
              <a:buNone/>
            </a:pPr>
            <a:r>
              <a:rPr lang="zh-CN" altLang="en-US" b="1" kern="100" dirty="0">
                <a:latin typeface="仿宋_GB2312" panose="02010609030101010101" charset="-122"/>
                <a:ea typeface="宋体" panose="02010600030101010101" pitchFamily="2" charset="-122"/>
              </a:rPr>
              <a:t>线上部分：</a:t>
            </a:r>
            <a:endParaRPr lang="en-US" altLang="zh-CN" b="1" kern="100" dirty="0">
              <a:latin typeface="仿宋_GB2312" panose="02010609030101010101" charset="-122"/>
              <a:ea typeface="宋体" panose="02010600030101010101" pitchFamily="2" charset="-122"/>
            </a:endParaRPr>
          </a:p>
          <a:p>
            <a:pPr marL="0" indent="0" algn="just">
              <a:lnSpc>
                <a:spcPct val="150000"/>
              </a:lnSpc>
              <a:spcBef>
                <a:spcPts val="0"/>
              </a:spcBef>
              <a:buNone/>
            </a:pPr>
            <a:r>
              <a:rPr lang="zh-CN" altLang="en-US" sz="1800" kern="100" dirty="0">
                <a:latin typeface="仿宋_GB2312" panose="02010609030101010101" charset="-122"/>
                <a:ea typeface="宋体" panose="02010600030101010101" pitchFamily="2" charset="-122"/>
              </a:rPr>
              <a:t>线上部分由</a:t>
            </a:r>
            <a:r>
              <a:rPr lang="en-US" altLang="zh-CN" sz="1800" kern="100" dirty="0" err="1">
                <a:latin typeface="仿宋_GB2312" panose="02010609030101010101" charset="-122"/>
                <a:ea typeface="宋体" panose="02010600030101010101" pitchFamily="2" charset="-122"/>
              </a:rPr>
              <a:t>spoc</a:t>
            </a:r>
            <a:r>
              <a:rPr lang="zh-CN" altLang="en-US" sz="1800" kern="100" dirty="0">
                <a:latin typeface="仿宋_GB2312" panose="02010609030101010101" charset="-122"/>
                <a:ea typeface="宋体" panose="02010600030101010101" pitchFamily="2" charset="-122"/>
              </a:rPr>
              <a:t>学习和作业给出。其中，由</a:t>
            </a:r>
            <a:r>
              <a:rPr lang="en-US" altLang="zh-CN" sz="1800" kern="100" dirty="0" err="1">
                <a:latin typeface="仿宋_GB2312" panose="02010609030101010101" charset="-122"/>
                <a:ea typeface="宋体" panose="02010600030101010101" pitchFamily="2" charset="-122"/>
              </a:rPr>
              <a:t>spoc</a:t>
            </a:r>
            <a:r>
              <a:rPr lang="zh-CN" altLang="en-US" sz="1800" kern="100" dirty="0">
                <a:latin typeface="仿宋_GB2312" panose="02010609030101010101" charset="-122"/>
                <a:ea typeface="宋体" panose="02010600030101010101" pitchFamily="2" charset="-122"/>
              </a:rPr>
              <a:t>学情考察成绩占</a:t>
            </a:r>
            <a:r>
              <a:rPr lang="en-US" altLang="zh-CN" sz="1800" kern="100" dirty="0">
                <a:latin typeface="仿宋_GB2312" panose="02010609030101010101" charset="-122"/>
                <a:ea typeface="宋体" panose="02010600030101010101" pitchFamily="2" charset="-122"/>
              </a:rPr>
              <a:t>30%</a:t>
            </a:r>
            <a:r>
              <a:rPr lang="zh-CN" altLang="en-US" sz="1800" kern="100" dirty="0">
                <a:latin typeface="仿宋_GB2312" panose="02010609030101010101" charset="-122"/>
                <a:ea typeface="宋体" panose="02010600030101010101" pitchFamily="2" charset="-122"/>
              </a:rPr>
              <a:t>，主要包含了视频的学习情况（课堂讨论质量）、以及学习视频之后的单元测试分数，此部分由客观题构成，用以衡量视频学习的质量。作业考察分数，也由</a:t>
            </a:r>
            <a:r>
              <a:rPr lang="en-US" altLang="zh-CN" sz="1800" kern="100" dirty="0" err="1">
                <a:latin typeface="仿宋_GB2312" panose="02010609030101010101" charset="-122"/>
                <a:ea typeface="宋体" panose="02010600030101010101" pitchFamily="2" charset="-122"/>
              </a:rPr>
              <a:t>spoc</a:t>
            </a:r>
            <a:r>
              <a:rPr lang="zh-CN" altLang="en-US" sz="1800" kern="100" dirty="0">
                <a:latin typeface="仿宋_GB2312" panose="02010609030101010101" charset="-122"/>
                <a:ea typeface="宋体" panose="02010600030101010101" pitchFamily="2" charset="-122"/>
              </a:rPr>
              <a:t>得分进行统计，记录的是单元作业成绩。</a:t>
            </a:r>
            <a:endParaRPr lang="zh-CN" altLang="en-US" sz="1800" kern="100" dirty="0">
              <a:latin typeface="仿宋_GB2312" panose="02010609030101010101" charset="-122"/>
              <a:ea typeface="宋体" panose="02010600030101010101" pitchFamily="2" charset="-122"/>
            </a:endParaRPr>
          </a:p>
          <a:p>
            <a:pPr marL="0" indent="0" algn="just">
              <a:lnSpc>
                <a:spcPct val="150000"/>
              </a:lnSpc>
              <a:spcBef>
                <a:spcPts val="0"/>
              </a:spcBef>
              <a:buNone/>
            </a:pPr>
            <a:endParaRPr lang="zh-CN" altLang="en-US" sz="1800" kern="100" dirty="0">
              <a:latin typeface="仿宋_GB2312" panose="02010609030101010101" charset="-122"/>
              <a:ea typeface="宋体" panose="02010600030101010101" pitchFamily="2" charset="-122"/>
            </a:endParaRPr>
          </a:p>
          <a:p>
            <a:pPr marL="0" indent="0" algn="just">
              <a:lnSpc>
                <a:spcPct val="150000"/>
              </a:lnSpc>
              <a:spcBef>
                <a:spcPts val="0"/>
              </a:spcBef>
              <a:buNone/>
            </a:pPr>
            <a:r>
              <a:rPr lang="en-US" altLang="zh-CN" sz="1800" kern="100" dirty="0">
                <a:latin typeface="仿宋_GB2312" panose="02010609030101010101" charset="-122"/>
                <a:ea typeface="宋体" panose="02010600030101010101" pitchFamily="2" charset="-122"/>
              </a:rPr>
              <a:t>spoc</a:t>
            </a:r>
            <a:r>
              <a:rPr lang="zh-CN" altLang="en-US" sz="1800" kern="100" dirty="0">
                <a:latin typeface="仿宋_GB2312" panose="02010609030101010101" charset="-122"/>
                <a:ea typeface="宋体" panose="02010600030101010101" pitchFamily="2" charset="-122"/>
              </a:rPr>
              <a:t>成绩 = 单元测验*20% +单元作业*20%+ 论坛讨论*10% + 期末考试*10%+视频学习完成度30%。</a:t>
            </a:r>
            <a:endParaRPr lang="zh-CN" altLang="en-US" sz="1800" kern="100" dirty="0">
              <a:latin typeface="仿宋_GB2312" panose="02010609030101010101" charset="-122"/>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pPr>
              <a:spcAft>
                <a:spcPts val="0"/>
              </a:spcAft>
            </a:pPr>
            <a:r>
              <a:rPr lang="zh-CN" altLang="en-US" sz="6000" dirty="0"/>
              <a:t>基础地位</a:t>
            </a:r>
            <a:endParaRPr lang="zh-CN" altLang="en-US" sz="6000" dirty="0"/>
          </a:p>
        </p:txBody>
      </p:sp>
      <p:sp>
        <p:nvSpPr>
          <p:cNvPr id="5123" name="内容占位符 2"/>
          <p:cNvSpPr>
            <a:spLocks noGrp="1" noChangeArrowheads="1"/>
          </p:cNvSpPr>
          <p:nvPr>
            <p:ph idx="1"/>
          </p:nvPr>
        </p:nvSpPr>
        <p:spPr bwMode="auto">
          <a:xfrm>
            <a:off x="1343472" y="1556792"/>
            <a:ext cx="8795569" cy="4525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pPr>
              <a:lnSpc>
                <a:spcPct val="100000"/>
              </a:lnSpc>
              <a:spcAft>
                <a:spcPts val="0"/>
              </a:spcAft>
            </a:pP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概率统计</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是高等院校理工类、经管类的重要课程之一。在考研数学中的比重大约占</a:t>
            </a:r>
            <a:r>
              <a:rPr lang="en-US" altLang="zh-CN" dirty="0">
                <a:latin typeface="宋体" panose="02010600030101010101" pitchFamily="2" charset="-122"/>
                <a:ea typeface="宋体" panose="02010600030101010101" pitchFamily="2" charset="-122"/>
              </a:rPr>
              <a:t>22%</a:t>
            </a:r>
            <a:r>
              <a:rPr lang="zh-CN" altLang="en-US" dirty="0">
                <a:latin typeface="宋体" panose="02010600030101010101" pitchFamily="2" charset="-122"/>
                <a:ea typeface="宋体" panose="02010600030101010101" pitchFamily="2" charset="-122"/>
              </a:rPr>
              <a:t>左右（数学一和数学三都是）。</a:t>
            </a:r>
            <a:endParaRPr lang="en-US" altLang="zh-CN" dirty="0">
              <a:latin typeface="宋体" panose="02010600030101010101" pitchFamily="2" charset="-122"/>
              <a:ea typeface="宋体" panose="02010600030101010101" pitchFamily="2" charset="-122"/>
            </a:endParaRPr>
          </a:p>
          <a:p>
            <a:pPr>
              <a:lnSpc>
                <a:spcPct val="100000"/>
              </a:lnSpc>
            </a:pPr>
            <a:r>
              <a:rPr lang="zh-CN" altLang="en-US" dirty="0">
                <a:latin typeface="宋体" panose="02010600030101010101" pitchFamily="2" charset="-122"/>
                <a:ea typeface="宋体" panose="02010600030101010101" pitchFamily="2" charset="-122"/>
              </a:rPr>
              <a:t>由于该学科与生活实践和科学试验有着紧密的联系，是许多新发展的前沿学科</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如控制论、信息论、可靠性理论、人工智能等</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的基础，因此学好这一学科是十分重要的。</a:t>
            </a:r>
            <a:endParaRPr lang="zh-CN" altLang="en-US" dirty="0">
              <a:latin typeface="宋体" panose="02010600030101010101" pitchFamily="2" charset="-122"/>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7" name="Text Box 69"/>
          <p:cNvSpPr txBox="1">
            <a:spLocks noChangeArrowheads="1"/>
          </p:cNvSpPr>
          <p:nvPr/>
        </p:nvSpPr>
        <p:spPr bwMode="auto">
          <a:xfrm>
            <a:off x="2135560" y="477986"/>
            <a:ext cx="8172450" cy="1106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spcAft>
                <a:spcPts val="0"/>
              </a:spcAft>
            </a:pPr>
            <a:r>
              <a:rPr lang="zh-CN" altLang="en-US" sz="6600" dirty="0">
                <a:ea typeface="华文新魏" panose="02010800040101010101" pitchFamily="2" charset="-122"/>
              </a:rPr>
              <a:t>概率论与数理统计</a:t>
            </a:r>
            <a:endParaRPr lang="zh-CN" altLang="en-US" sz="6600" dirty="0">
              <a:ea typeface="华文新魏" panose="02010800040101010101" pitchFamily="2" charset="-122"/>
            </a:endParaRPr>
          </a:p>
        </p:txBody>
      </p:sp>
      <p:grpSp>
        <p:nvGrpSpPr>
          <p:cNvPr id="2202" name="Group 154"/>
          <p:cNvGrpSpPr/>
          <p:nvPr/>
        </p:nvGrpSpPr>
        <p:grpSpPr bwMode="auto">
          <a:xfrm>
            <a:off x="2207568" y="1844824"/>
            <a:ext cx="7659688" cy="3935412"/>
            <a:chOff x="748" y="1269"/>
            <a:chExt cx="4825" cy="2479"/>
          </a:xfrm>
        </p:grpSpPr>
        <p:graphicFrame>
          <p:nvGraphicFramePr>
            <p:cNvPr id="2183" name="Object 135"/>
            <p:cNvGraphicFramePr>
              <a:graphicFrameLocks noChangeAspect="1"/>
            </p:cNvGraphicFramePr>
            <p:nvPr/>
          </p:nvGraphicFramePr>
          <p:xfrm>
            <a:off x="3152" y="2086"/>
            <a:ext cx="1328" cy="312"/>
          </p:xfrm>
          <a:graphic>
            <a:graphicData uri="http://schemas.openxmlformats.org/presentationml/2006/ole">
              <mc:AlternateContent xmlns:mc="http://schemas.openxmlformats.org/markup-compatibility/2006">
                <mc:Choice xmlns:v="urn:schemas-microsoft-com:vml" Requires="v">
                  <p:oleObj spid="_x0000_s2" name="Equation" r:id="rId1" imgW="1558290" imgH="365760" progId="Equation.DSMT4">
                    <p:embed/>
                  </p:oleObj>
                </mc:Choice>
                <mc:Fallback>
                  <p:oleObj name="Equation" r:id="rId1" imgW="1558290" imgH="365760" progId="Equation.DSMT4">
                    <p:embed/>
                    <p:pic>
                      <p:nvPicPr>
                        <p:cNvPr id="0" name="Object 135"/>
                        <p:cNvPicPr>
                          <a:picLocks noChangeAspect="1" noChangeArrowheads="1"/>
                        </p:cNvPicPr>
                        <p:nvPr/>
                      </p:nvPicPr>
                      <p:blipFill>
                        <a:blip r:embed="rId2">
                          <a:lum bright="2000"/>
                          <a:extLst>
                            <a:ext uri="{28A0092B-C50C-407E-A947-70E740481C1C}">
                              <a14:useLocalDpi xmlns:a14="http://schemas.microsoft.com/office/drawing/2010/main" val="0"/>
                            </a:ext>
                          </a:extLst>
                        </a:blip>
                        <a:srcRect/>
                        <a:stretch>
                          <a:fillRect/>
                        </a:stretch>
                      </p:blipFill>
                      <p:spPr bwMode="auto">
                        <a:xfrm>
                          <a:off x="3152" y="2086"/>
                          <a:ext cx="1328"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84" name="Object 136"/>
            <p:cNvGraphicFramePr>
              <a:graphicFrameLocks noChangeAspect="1"/>
            </p:cNvGraphicFramePr>
            <p:nvPr/>
          </p:nvGraphicFramePr>
          <p:xfrm>
            <a:off x="2381" y="3492"/>
            <a:ext cx="3192" cy="256"/>
          </p:xfrm>
          <a:graphic>
            <a:graphicData uri="http://schemas.openxmlformats.org/presentationml/2006/ole">
              <mc:AlternateContent xmlns:mc="http://schemas.openxmlformats.org/markup-compatibility/2006">
                <mc:Choice xmlns:v="urn:schemas-microsoft-com:vml" Requires="v">
                  <p:oleObj spid="_x0000_s3" name="Equation" r:id="rId3" imgW="3742055" imgH="299085" progId="Equation.3">
                    <p:embed/>
                  </p:oleObj>
                </mc:Choice>
                <mc:Fallback>
                  <p:oleObj name="Equation" r:id="rId3" imgW="3742055" imgH="299085" progId="Equation.3">
                    <p:embed/>
                    <p:pic>
                      <p:nvPicPr>
                        <p:cNvPr id="0" name="Object 136"/>
                        <p:cNvPicPr>
                          <a:picLocks noChangeAspect="1" noChangeArrowheads="1"/>
                        </p:cNvPicPr>
                        <p:nvPr/>
                      </p:nvPicPr>
                      <p:blipFill>
                        <a:blip r:embed="rId4">
                          <a:lum bright="2000"/>
                          <a:extLst>
                            <a:ext uri="{28A0092B-C50C-407E-A947-70E740481C1C}">
                              <a14:useLocalDpi xmlns:a14="http://schemas.microsoft.com/office/drawing/2010/main" val="0"/>
                            </a:ext>
                          </a:extLst>
                        </a:blip>
                        <a:srcRect/>
                        <a:stretch>
                          <a:fillRect/>
                        </a:stretch>
                      </p:blipFill>
                      <p:spPr bwMode="auto">
                        <a:xfrm>
                          <a:off x="2381" y="3492"/>
                          <a:ext cx="3192"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85" name="Object 137"/>
            <p:cNvGraphicFramePr>
              <a:graphicFrameLocks noChangeAspect="1"/>
            </p:cNvGraphicFramePr>
            <p:nvPr/>
          </p:nvGraphicFramePr>
          <p:xfrm>
            <a:off x="2835" y="3038"/>
            <a:ext cx="2408" cy="256"/>
          </p:xfrm>
          <a:graphic>
            <a:graphicData uri="http://schemas.openxmlformats.org/presentationml/2006/ole">
              <mc:AlternateContent xmlns:mc="http://schemas.openxmlformats.org/markup-compatibility/2006">
                <mc:Choice xmlns:v="urn:schemas-microsoft-com:vml" Requires="v">
                  <p:oleObj spid="_x0000_s4" name="Equation" r:id="rId5" imgW="2823845" imgH="299085" progId="Equation.DSMT4">
                    <p:embed/>
                  </p:oleObj>
                </mc:Choice>
                <mc:Fallback>
                  <p:oleObj name="Equation" r:id="rId5" imgW="2823845" imgH="299085" progId="Equation.DSMT4">
                    <p:embed/>
                    <p:pic>
                      <p:nvPicPr>
                        <p:cNvPr id="0" name="Object 137"/>
                        <p:cNvPicPr>
                          <a:picLocks noChangeAspect="1" noChangeArrowheads="1"/>
                        </p:cNvPicPr>
                        <p:nvPr/>
                      </p:nvPicPr>
                      <p:blipFill>
                        <a:blip r:embed="rId6">
                          <a:lum bright="2000"/>
                          <a:extLst>
                            <a:ext uri="{28A0092B-C50C-407E-A947-70E740481C1C}">
                              <a14:useLocalDpi xmlns:a14="http://schemas.microsoft.com/office/drawing/2010/main" val="0"/>
                            </a:ext>
                          </a:extLst>
                        </a:blip>
                        <a:srcRect/>
                        <a:stretch>
                          <a:fillRect/>
                        </a:stretch>
                      </p:blipFill>
                      <p:spPr bwMode="auto">
                        <a:xfrm>
                          <a:off x="2835" y="3038"/>
                          <a:ext cx="2408"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86" name="Object 138"/>
            <p:cNvGraphicFramePr>
              <a:graphicFrameLocks noChangeAspect="1"/>
            </p:cNvGraphicFramePr>
            <p:nvPr/>
          </p:nvGraphicFramePr>
          <p:xfrm>
            <a:off x="3424" y="1677"/>
            <a:ext cx="992" cy="312"/>
          </p:xfrm>
          <a:graphic>
            <a:graphicData uri="http://schemas.openxmlformats.org/presentationml/2006/ole">
              <mc:AlternateContent xmlns:mc="http://schemas.openxmlformats.org/markup-compatibility/2006">
                <mc:Choice xmlns:v="urn:schemas-microsoft-com:vml" Requires="v">
                  <p:oleObj spid="_x0000_s5" name="Equation" r:id="rId7" imgW="1163955" imgH="365760" progId="Equation.DSMT4">
                    <p:embed/>
                  </p:oleObj>
                </mc:Choice>
                <mc:Fallback>
                  <p:oleObj name="Equation" r:id="rId7" imgW="1163955" imgH="365760" progId="Equation.DSMT4">
                    <p:embed/>
                    <p:pic>
                      <p:nvPicPr>
                        <p:cNvPr id="0" name="Object 138"/>
                        <p:cNvPicPr>
                          <a:picLocks noChangeAspect="1" noChangeArrowheads="1"/>
                        </p:cNvPicPr>
                        <p:nvPr/>
                      </p:nvPicPr>
                      <p:blipFill>
                        <a:blip r:embed="rId8">
                          <a:lum bright="2000"/>
                          <a:extLst>
                            <a:ext uri="{28A0092B-C50C-407E-A947-70E740481C1C}">
                              <a14:useLocalDpi xmlns:a14="http://schemas.microsoft.com/office/drawing/2010/main" val="0"/>
                            </a:ext>
                          </a:extLst>
                        </a:blip>
                        <a:srcRect/>
                        <a:stretch>
                          <a:fillRect/>
                        </a:stretch>
                      </p:blipFill>
                      <p:spPr bwMode="auto">
                        <a:xfrm>
                          <a:off x="3424" y="1677"/>
                          <a:ext cx="992"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87" name="Object 139"/>
            <p:cNvGraphicFramePr>
              <a:graphicFrameLocks noChangeAspect="1"/>
            </p:cNvGraphicFramePr>
            <p:nvPr/>
          </p:nvGraphicFramePr>
          <p:xfrm>
            <a:off x="3409" y="1269"/>
            <a:ext cx="968" cy="312"/>
          </p:xfrm>
          <a:graphic>
            <a:graphicData uri="http://schemas.openxmlformats.org/presentationml/2006/ole">
              <mc:AlternateContent xmlns:mc="http://schemas.openxmlformats.org/markup-compatibility/2006">
                <mc:Choice xmlns:v="urn:schemas-microsoft-com:vml" Requires="v">
                  <p:oleObj spid="_x0000_s6" name="Equation" r:id="rId9" imgW="1136015" imgH="365760" progId="Equation.DSMT4">
                    <p:embed/>
                  </p:oleObj>
                </mc:Choice>
                <mc:Fallback>
                  <p:oleObj name="Equation" r:id="rId9" imgW="1136015" imgH="365760" progId="Equation.DSMT4">
                    <p:embed/>
                    <p:pic>
                      <p:nvPicPr>
                        <p:cNvPr id="0" name="Object 139"/>
                        <p:cNvPicPr>
                          <a:picLocks noChangeAspect="1" noChangeArrowheads="1"/>
                        </p:cNvPicPr>
                        <p:nvPr/>
                      </p:nvPicPr>
                      <p:blipFill>
                        <a:blip r:embed="rId10">
                          <a:lum bright="2000"/>
                          <a:extLst>
                            <a:ext uri="{28A0092B-C50C-407E-A947-70E740481C1C}">
                              <a14:useLocalDpi xmlns:a14="http://schemas.microsoft.com/office/drawing/2010/main" val="0"/>
                            </a:ext>
                          </a:extLst>
                        </a:blip>
                        <a:srcRect/>
                        <a:stretch>
                          <a:fillRect/>
                        </a:stretch>
                      </p:blipFill>
                      <p:spPr bwMode="auto">
                        <a:xfrm>
                          <a:off x="3409" y="1269"/>
                          <a:ext cx="968"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88" name="Object 140"/>
            <p:cNvGraphicFramePr>
              <a:graphicFrameLocks noChangeAspect="1"/>
            </p:cNvGraphicFramePr>
            <p:nvPr/>
          </p:nvGraphicFramePr>
          <p:xfrm>
            <a:off x="3089" y="2540"/>
            <a:ext cx="1696" cy="344"/>
          </p:xfrm>
          <a:graphic>
            <a:graphicData uri="http://schemas.openxmlformats.org/presentationml/2006/ole">
              <mc:AlternateContent xmlns:mc="http://schemas.openxmlformats.org/markup-compatibility/2006">
                <mc:Choice xmlns:v="urn:schemas-microsoft-com:vml" Requires="v">
                  <p:oleObj spid="_x0000_s7" name="Equation" r:id="rId11" imgW="1986915" imgH="404495" progId="Equation.DSMT4">
                    <p:embed/>
                  </p:oleObj>
                </mc:Choice>
                <mc:Fallback>
                  <p:oleObj name="Equation" r:id="rId11" imgW="1986915" imgH="404495" progId="Equation.DSMT4">
                    <p:embed/>
                    <p:pic>
                      <p:nvPicPr>
                        <p:cNvPr id="0" name="Object 140"/>
                        <p:cNvPicPr>
                          <a:picLocks noChangeAspect="1" noChangeArrowheads="1"/>
                        </p:cNvPicPr>
                        <p:nvPr/>
                      </p:nvPicPr>
                      <p:blipFill>
                        <a:blip r:embed="rId12">
                          <a:lum bright="2000"/>
                          <a:extLst>
                            <a:ext uri="{28A0092B-C50C-407E-A947-70E740481C1C}">
                              <a14:useLocalDpi xmlns:a14="http://schemas.microsoft.com/office/drawing/2010/main" val="0"/>
                            </a:ext>
                          </a:extLst>
                        </a:blip>
                        <a:srcRect/>
                        <a:stretch>
                          <a:fillRect/>
                        </a:stretch>
                      </p:blipFill>
                      <p:spPr bwMode="auto">
                        <a:xfrm>
                          <a:off x="3089" y="2540"/>
                          <a:ext cx="1696" cy="3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89" name="Oval 141"/>
            <p:cNvSpPr>
              <a:spLocks noChangeArrowheads="1"/>
            </p:cNvSpPr>
            <p:nvPr/>
          </p:nvSpPr>
          <p:spPr bwMode="auto">
            <a:xfrm>
              <a:off x="1760" y="2150"/>
              <a:ext cx="576" cy="576"/>
            </a:xfrm>
            <a:prstGeom prst="ellipse">
              <a:avLst/>
            </a:prstGeom>
            <a:solidFill>
              <a:schemeClr val="accent1">
                <a:alpha val="66000"/>
              </a:scheme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90" name="Oval 142"/>
            <p:cNvSpPr>
              <a:spLocks noChangeArrowheads="1"/>
            </p:cNvSpPr>
            <p:nvPr/>
          </p:nvSpPr>
          <p:spPr bwMode="auto">
            <a:xfrm>
              <a:off x="1112" y="1979"/>
              <a:ext cx="916" cy="916"/>
            </a:xfrm>
            <a:prstGeom prst="ellipse">
              <a:avLst/>
            </a:prstGeom>
            <a:solidFill>
              <a:schemeClr val="accent1">
                <a:alpha val="39000"/>
              </a:scheme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91" name="Rectangle 143"/>
            <p:cNvSpPr>
              <a:spLocks noChangeArrowheads="1"/>
            </p:cNvSpPr>
            <p:nvPr/>
          </p:nvSpPr>
          <p:spPr bwMode="auto">
            <a:xfrm>
              <a:off x="748" y="1888"/>
              <a:ext cx="1814" cy="1089"/>
            </a:xfrm>
            <a:prstGeom prst="rect">
              <a:avLst/>
            </a:prstGeom>
            <a:solidFill>
              <a:srgbClr val="FF6600">
                <a:alpha val="39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192" name="Object 144"/>
            <p:cNvGraphicFramePr>
              <a:graphicFrameLocks noChangeAspect="1"/>
            </p:cNvGraphicFramePr>
            <p:nvPr/>
          </p:nvGraphicFramePr>
          <p:xfrm>
            <a:off x="1429" y="2341"/>
            <a:ext cx="304" cy="192"/>
          </p:xfrm>
          <a:graphic>
            <a:graphicData uri="http://schemas.openxmlformats.org/presentationml/2006/ole">
              <mc:AlternateContent xmlns:mc="http://schemas.openxmlformats.org/markup-compatibility/2006">
                <mc:Choice xmlns:v="urn:schemas-microsoft-com:vml" Requires="v">
                  <p:oleObj spid="_x0000_s8" name="Equation" r:id="rId13" imgW="354965" imgH="224790" progId="Equation.DSMT4">
                    <p:embed/>
                  </p:oleObj>
                </mc:Choice>
                <mc:Fallback>
                  <p:oleObj name="Equation" r:id="rId13" imgW="354965" imgH="224790" progId="Equation.DSMT4">
                    <p:embed/>
                    <p:pic>
                      <p:nvPicPr>
                        <p:cNvPr id="0" name="Object 144"/>
                        <p:cNvPicPr>
                          <a:picLocks noChangeAspect="1" noChangeArrowheads="1"/>
                        </p:cNvPicPr>
                        <p:nvPr/>
                      </p:nvPicPr>
                      <p:blipFill>
                        <a:blip r:embed="rId14">
                          <a:lum bright="2000"/>
                          <a:extLst>
                            <a:ext uri="{28A0092B-C50C-407E-A947-70E740481C1C}">
                              <a14:useLocalDpi xmlns:a14="http://schemas.microsoft.com/office/drawing/2010/main" val="0"/>
                            </a:ext>
                          </a:extLst>
                        </a:blip>
                        <a:srcRect/>
                        <a:stretch>
                          <a:fillRect/>
                        </a:stretch>
                      </p:blipFill>
                      <p:spPr bwMode="auto">
                        <a:xfrm>
                          <a:off x="1429" y="2341"/>
                          <a:ext cx="304"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93" name="Object 145"/>
            <p:cNvGraphicFramePr>
              <a:graphicFrameLocks noChangeAspect="1"/>
            </p:cNvGraphicFramePr>
            <p:nvPr/>
          </p:nvGraphicFramePr>
          <p:xfrm>
            <a:off x="2019" y="2341"/>
            <a:ext cx="312" cy="184"/>
          </p:xfrm>
          <a:graphic>
            <a:graphicData uri="http://schemas.openxmlformats.org/presentationml/2006/ole">
              <mc:AlternateContent xmlns:mc="http://schemas.openxmlformats.org/markup-compatibility/2006">
                <mc:Choice xmlns:v="urn:schemas-microsoft-com:vml" Requires="v">
                  <p:oleObj spid="_x0000_s9" name="Equation" r:id="rId15" imgW="365760" imgH="214630" progId="Equation.DSMT4">
                    <p:embed/>
                  </p:oleObj>
                </mc:Choice>
                <mc:Fallback>
                  <p:oleObj name="Equation" r:id="rId15" imgW="365760" imgH="214630" progId="Equation.DSMT4">
                    <p:embed/>
                    <p:pic>
                      <p:nvPicPr>
                        <p:cNvPr id="0" name="Object 145"/>
                        <p:cNvPicPr>
                          <a:picLocks noChangeAspect="1" noChangeArrowheads="1"/>
                        </p:cNvPicPr>
                        <p:nvPr/>
                      </p:nvPicPr>
                      <p:blipFill>
                        <a:blip r:embed="rId16">
                          <a:lum bright="2000"/>
                          <a:extLst>
                            <a:ext uri="{28A0092B-C50C-407E-A947-70E740481C1C}">
                              <a14:useLocalDpi xmlns:a14="http://schemas.microsoft.com/office/drawing/2010/main" val="0"/>
                            </a:ext>
                          </a:extLst>
                        </a:blip>
                        <a:srcRect/>
                        <a:stretch>
                          <a:fillRect/>
                        </a:stretch>
                      </p:blipFill>
                      <p:spPr bwMode="auto">
                        <a:xfrm>
                          <a:off x="2019" y="2341"/>
                          <a:ext cx="312"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94" name="Object 146"/>
            <p:cNvGraphicFramePr>
              <a:graphicFrameLocks noChangeAspect="1"/>
            </p:cNvGraphicFramePr>
            <p:nvPr/>
          </p:nvGraphicFramePr>
          <p:xfrm>
            <a:off x="839" y="2750"/>
            <a:ext cx="272" cy="184"/>
          </p:xfrm>
          <a:graphic>
            <a:graphicData uri="http://schemas.openxmlformats.org/presentationml/2006/ole">
              <mc:AlternateContent xmlns:mc="http://schemas.openxmlformats.org/markup-compatibility/2006">
                <mc:Choice xmlns:v="urn:schemas-microsoft-com:vml" Requires="v">
                  <p:oleObj spid="_x0000_s10" name="Equation" r:id="rId17" imgW="320040" imgH="214630" progId="Equation.DSMT4">
                    <p:embed/>
                  </p:oleObj>
                </mc:Choice>
                <mc:Fallback>
                  <p:oleObj name="Equation" r:id="rId17" imgW="320040" imgH="214630" progId="Equation.DSMT4">
                    <p:embed/>
                    <p:pic>
                      <p:nvPicPr>
                        <p:cNvPr id="0" name="Object 146"/>
                        <p:cNvPicPr>
                          <a:picLocks noChangeAspect="1" noChangeArrowheads="1"/>
                        </p:cNvPicPr>
                        <p:nvPr/>
                      </p:nvPicPr>
                      <p:blipFill>
                        <a:blip r:embed="rId18">
                          <a:lum bright="2000"/>
                          <a:extLst>
                            <a:ext uri="{28A0092B-C50C-407E-A947-70E740481C1C}">
                              <a14:useLocalDpi xmlns:a14="http://schemas.microsoft.com/office/drawing/2010/main" val="0"/>
                            </a:ext>
                          </a:extLst>
                        </a:blip>
                        <a:srcRect/>
                        <a:stretch>
                          <a:fillRect/>
                        </a:stretch>
                      </p:blipFill>
                      <p:spPr bwMode="auto">
                        <a:xfrm>
                          <a:off x="839" y="2750"/>
                          <a:ext cx="272"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7" name="Text Box 13"/>
          <p:cNvSpPr txBox="1">
            <a:spLocks noChangeArrowheads="1"/>
          </p:cNvSpPr>
          <p:nvPr/>
        </p:nvSpPr>
        <p:spPr bwMode="auto">
          <a:xfrm>
            <a:off x="3432175" y="528746"/>
            <a:ext cx="5327650" cy="521970"/>
          </a:xfrm>
          <a:prstGeom prst="rect">
            <a:avLst/>
          </a:prstGeom>
          <a:noFill/>
          <a:ln>
            <a:noFill/>
          </a:ln>
          <a:effectLst/>
          <a:extLst>
            <a:ext uri="{909E8E84-426E-40DD-AFC4-6F175D3DCCD1}">
              <a14:hiddenFill xmlns:a14="http://schemas.microsoft.com/office/drawing/2010/main">
                <a:solidFill>
                  <a:schemeClr val="accent1">
                    <a:alpha val="50999"/>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spcAft>
                <a:spcPts val="0"/>
              </a:spcAft>
            </a:pPr>
            <a:r>
              <a:rPr lang="zh-CN" altLang="en-US" sz="2800" b="1" dirty="0">
                <a:latin typeface="宋体" panose="02010600030101010101" pitchFamily="2" charset="-122"/>
                <a:ea typeface="宋体" panose="02010600030101010101" pitchFamily="2" charset="-122"/>
              </a:rPr>
              <a:t>第一章    概率论与数理统计</a:t>
            </a:r>
            <a:endParaRPr lang="zh-CN" altLang="en-US" sz="2800" b="1" dirty="0">
              <a:latin typeface="宋体" panose="02010600030101010101" pitchFamily="2" charset="-122"/>
              <a:ea typeface="宋体" panose="02010600030101010101" pitchFamily="2" charset="-122"/>
            </a:endParaRPr>
          </a:p>
        </p:txBody>
      </p:sp>
      <p:sp>
        <p:nvSpPr>
          <p:cNvPr id="26638" name="Text Box 14"/>
          <p:cNvSpPr txBox="1">
            <a:spLocks noChangeArrowheads="1"/>
          </p:cNvSpPr>
          <p:nvPr/>
        </p:nvSpPr>
        <p:spPr bwMode="auto">
          <a:xfrm>
            <a:off x="3430588" y="1249471"/>
            <a:ext cx="6121400" cy="521970"/>
          </a:xfrm>
          <a:prstGeom prst="rect">
            <a:avLst/>
          </a:prstGeom>
          <a:noFill/>
          <a:ln>
            <a:noFill/>
          </a:ln>
          <a:effectLst/>
          <a:extLst>
            <a:ext uri="{909E8E84-426E-40DD-AFC4-6F175D3DCCD1}">
              <a14:hiddenFill xmlns:a14="http://schemas.microsoft.com/office/drawing/2010/main">
                <a:solidFill>
                  <a:schemeClr val="accent1">
                    <a:alpha val="50999"/>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spcAft>
                <a:spcPts val="0"/>
              </a:spcAft>
            </a:pPr>
            <a:r>
              <a:rPr lang="zh-CN" altLang="en-US" sz="2800" b="1" dirty="0">
                <a:latin typeface="宋体" panose="02010600030101010101" pitchFamily="2" charset="-122"/>
                <a:ea typeface="宋体" panose="02010600030101010101" pitchFamily="2" charset="-122"/>
              </a:rPr>
              <a:t>第二章    随机变量及其分布</a:t>
            </a:r>
            <a:endParaRPr lang="zh-CN" altLang="en-US" sz="2800" b="1" dirty="0">
              <a:latin typeface="宋体" panose="02010600030101010101" pitchFamily="2" charset="-122"/>
              <a:ea typeface="宋体" panose="02010600030101010101" pitchFamily="2" charset="-122"/>
            </a:endParaRPr>
          </a:p>
        </p:txBody>
      </p:sp>
      <p:sp>
        <p:nvSpPr>
          <p:cNvPr id="26640" name="Text Box 16"/>
          <p:cNvSpPr txBox="1">
            <a:spLocks noChangeArrowheads="1"/>
          </p:cNvSpPr>
          <p:nvPr/>
        </p:nvSpPr>
        <p:spPr bwMode="auto">
          <a:xfrm>
            <a:off x="3432176" y="1968609"/>
            <a:ext cx="5903913" cy="521970"/>
          </a:xfrm>
          <a:prstGeom prst="rect">
            <a:avLst/>
          </a:prstGeom>
          <a:noFill/>
          <a:ln>
            <a:noFill/>
          </a:ln>
          <a:effectLst/>
          <a:extLst>
            <a:ext uri="{909E8E84-426E-40DD-AFC4-6F175D3DCCD1}">
              <a14:hiddenFill xmlns:a14="http://schemas.microsoft.com/office/drawing/2010/main">
                <a:solidFill>
                  <a:schemeClr val="accent1">
                    <a:alpha val="50999"/>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spcAft>
                <a:spcPts val="0"/>
              </a:spcAft>
            </a:pPr>
            <a:r>
              <a:rPr lang="zh-CN" altLang="en-US" sz="2800" b="1">
                <a:latin typeface="宋体" panose="02010600030101010101" pitchFamily="2" charset="-122"/>
                <a:ea typeface="宋体" panose="02010600030101010101" pitchFamily="2" charset="-122"/>
              </a:rPr>
              <a:t>第三章    多维随机变量及其分布</a:t>
            </a:r>
            <a:endParaRPr lang="zh-CN" altLang="en-US" sz="2800" b="1">
              <a:latin typeface="宋体" panose="02010600030101010101" pitchFamily="2" charset="-122"/>
              <a:ea typeface="宋体" panose="02010600030101010101" pitchFamily="2" charset="-122"/>
            </a:endParaRPr>
          </a:p>
        </p:txBody>
      </p:sp>
      <p:sp>
        <p:nvSpPr>
          <p:cNvPr id="26641" name="Text Box 17"/>
          <p:cNvSpPr txBox="1">
            <a:spLocks noChangeArrowheads="1"/>
          </p:cNvSpPr>
          <p:nvPr/>
        </p:nvSpPr>
        <p:spPr bwMode="auto">
          <a:xfrm>
            <a:off x="3432175" y="2673459"/>
            <a:ext cx="5759450" cy="521970"/>
          </a:xfrm>
          <a:prstGeom prst="rect">
            <a:avLst/>
          </a:prstGeom>
          <a:noFill/>
          <a:ln>
            <a:noFill/>
          </a:ln>
          <a:effectLst/>
          <a:extLst>
            <a:ext uri="{909E8E84-426E-40DD-AFC4-6F175D3DCCD1}">
              <a14:hiddenFill xmlns:a14="http://schemas.microsoft.com/office/drawing/2010/main">
                <a:solidFill>
                  <a:schemeClr val="accent1">
                    <a:alpha val="50999"/>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spcAft>
                <a:spcPts val="0"/>
              </a:spcAft>
            </a:pPr>
            <a:r>
              <a:rPr lang="zh-CN" altLang="en-US" sz="2800" b="1">
                <a:latin typeface="宋体" panose="02010600030101010101" pitchFamily="2" charset="-122"/>
                <a:ea typeface="宋体" panose="02010600030101010101" pitchFamily="2" charset="-122"/>
              </a:rPr>
              <a:t>第四章    随机变量的数字特征</a:t>
            </a:r>
            <a:endParaRPr lang="zh-CN" altLang="en-US" sz="2800" b="1">
              <a:latin typeface="宋体" panose="02010600030101010101" pitchFamily="2" charset="-122"/>
              <a:ea typeface="宋体" panose="02010600030101010101" pitchFamily="2" charset="-122"/>
            </a:endParaRPr>
          </a:p>
        </p:txBody>
      </p:sp>
      <p:sp>
        <p:nvSpPr>
          <p:cNvPr id="26642" name="Text Box 18"/>
          <p:cNvSpPr txBox="1">
            <a:spLocks noChangeArrowheads="1"/>
          </p:cNvSpPr>
          <p:nvPr/>
        </p:nvSpPr>
        <p:spPr bwMode="auto">
          <a:xfrm>
            <a:off x="3432174" y="3394184"/>
            <a:ext cx="6264225" cy="521970"/>
          </a:xfrm>
          <a:prstGeom prst="rect">
            <a:avLst/>
          </a:prstGeom>
          <a:noFill/>
          <a:ln>
            <a:noFill/>
          </a:ln>
          <a:effectLst/>
          <a:extLst>
            <a:ext uri="{909E8E84-426E-40DD-AFC4-6F175D3DCCD1}">
              <a14:hiddenFill xmlns:a14="http://schemas.microsoft.com/office/drawing/2010/main">
                <a:solidFill>
                  <a:schemeClr val="accent1">
                    <a:alpha val="50999"/>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spcAft>
                <a:spcPts val="0"/>
              </a:spcAft>
            </a:pPr>
            <a:r>
              <a:rPr lang="zh-CN" altLang="en-US" sz="2800" b="1" dirty="0">
                <a:latin typeface="宋体" panose="02010600030101010101" pitchFamily="2" charset="-122"/>
                <a:ea typeface="宋体" panose="02010600030101010101" pitchFamily="2" charset="-122"/>
              </a:rPr>
              <a:t>第五章    大数定律及中心极限定理</a:t>
            </a:r>
            <a:endParaRPr lang="zh-CN" altLang="en-US" sz="2800" b="1" dirty="0">
              <a:latin typeface="宋体" panose="02010600030101010101" pitchFamily="2" charset="-122"/>
              <a:ea typeface="宋体" panose="02010600030101010101" pitchFamily="2" charset="-122"/>
            </a:endParaRPr>
          </a:p>
        </p:txBody>
      </p:sp>
      <p:sp>
        <p:nvSpPr>
          <p:cNvPr id="26643" name="Text Box 19"/>
          <p:cNvSpPr txBox="1">
            <a:spLocks noChangeArrowheads="1"/>
          </p:cNvSpPr>
          <p:nvPr/>
        </p:nvSpPr>
        <p:spPr bwMode="auto">
          <a:xfrm>
            <a:off x="3432176" y="4129196"/>
            <a:ext cx="5832176" cy="521970"/>
          </a:xfrm>
          <a:prstGeom prst="rect">
            <a:avLst/>
          </a:prstGeom>
          <a:noFill/>
          <a:ln>
            <a:noFill/>
          </a:ln>
          <a:effectLst/>
          <a:extLst>
            <a:ext uri="{909E8E84-426E-40DD-AFC4-6F175D3DCCD1}">
              <a14:hiddenFill xmlns:a14="http://schemas.microsoft.com/office/drawing/2010/main">
                <a:solidFill>
                  <a:schemeClr val="accent1">
                    <a:alpha val="50999"/>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spcAft>
                <a:spcPts val="0"/>
              </a:spcAft>
            </a:pPr>
            <a:r>
              <a:rPr lang="zh-CN" altLang="en-US" sz="2800" b="1" dirty="0">
                <a:latin typeface="宋体" panose="02010600030101010101" pitchFamily="2" charset="-122"/>
                <a:ea typeface="宋体" panose="02010600030101010101" pitchFamily="2" charset="-122"/>
              </a:rPr>
              <a:t>第六章    样本及抽样分布</a:t>
            </a:r>
            <a:endParaRPr lang="zh-CN" altLang="en-US" sz="2800" b="1" dirty="0">
              <a:latin typeface="宋体" panose="02010600030101010101" pitchFamily="2" charset="-122"/>
              <a:ea typeface="宋体" panose="02010600030101010101" pitchFamily="2" charset="-122"/>
            </a:endParaRPr>
          </a:p>
        </p:txBody>
      </p:sp>
      <p:sp>
        <p:nvSpPr>
          <p:cNvPr id="26644" name="Text Box 20"/>
          <p:cNvSpPr txBox="1">
            <a:spLocks noChangeArrowheads="1"/>
          </p:cNvSpPr>
          <p:nvPr/>
        </p:nvSpPr>
        <p:spPr bwMode="auto">
          <a:xfrm>
            <a:off x="3430588" y="4921359"/>
            <a:ext cx="4897660" cy="521970"/>
          </a:xfrm>
          <a:prstGeom prst="rect">
            <a:avLst/>
          </a:prstGeom>
          <a:noFill/>
          <a:ln>
            <a:noFill/>
          </a:ln>
          <a:effectLst/>
          <a:extLst>
            <a:ext uri="{909E8E84-426E-40DD-AFC4-6F175D3DCCD1}">
              <a14:hiddenFill xmlns:a14="http://schemas.microsoft.com/office/drawing/2010/main">
                <a:solidFill>
                  <a:schemeClr val="accent1">
                    <a:alpha val="50999"/>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spcAft>
                <a:spcPts val="0"/>
              </a:spcAft>
            </a:pPr>
            <a:r>
              <a:rPr lang="zh-CN" altLang="en-US" sz="2800" b="1" dirty="0">
                <a:latin typeface="宋体" panose="02010600030101010101" pitchFamily="2" charset="-122"/>
                <a:ea typeface="宋体" panose="02010600030101010101" pitchFamily="2" charset="-122"/>
              </a:rPr>
              <a:t>第七章    参数估计</a:t>
            </a:r>
            <a:endParaRPr lang="zh-CN" altLang="en-US" sz="2800" b="1" dirty="0">
              <a:latin typeface="宋体" panose="02010600030101010101" pitchFamily="2" charset="-122"/>
              <a:ea typeface="宋体" panose="02010600030101010101" pitchFamily="2" charset="-122"/>
            </a:endParaRPr>
          </a:p>
        </p:txBody>
      </p:sp>
      <p:sp>
        <p:nvSpPr>
          <p:cNvPr id="26645" name="Text Box 21"/>
          <p:cNvSpPr txBox="1">
            <a:spLocks noChangeArrowheads="1"/>
          </p:cNvSpPr>
          <p:nvPr/>
        </p:nvSpPr>
        <p:spPr bwMode="auto">
          <a:xfrm>
            <a:off x="3430588" y="5642084"/>
            <a:ext cx="4969668" cy="521970"/>
          </a:xfrm>
          <a:prstGeom prst="rect">
            <a:avLst/>
          </a:prstGeom>
          <a:noFill/>
          <a:ln>
            <a:noFill/>
          </a:ln>
          <a:effectLst/>
          <a:extLst>
            <a:ext uri="{909E8E84-426E-40DD-AFC4-6F175D3DCCD1}">
              <a14:hiddenFill xmlns:a14="http://schemas.microsoft.com/office/drawing/2010/main">
                <a:solidFill>
                  <a:schemeClr val="accent1">
                    <a:alpha val="50999"/>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spcAft>
                <a:spcPts val="0"/>
              </a:spcAft>
            </a:pPr>
            <a:r>
              <a:rPr lang="zh-CN" altLang="en-US" sz="2800" b="1" dirty="0">
                <a:latin typeface="宋体" panose="02010600030101010101" pitchFamily="2" charset="-122"/>
                <a:ea typeface="宋体" panose="02010600030101010101" pitchFamily="2" charset="-122"/>
              </a:rPr>
              <a:t>第八章    假设检验</a:t>
            </a:r>
            <a:endParaRPr lang="zh-CN" altLang="en-US" sz="2800" b="1" dirty="0">
              <a:latin typeface="宋体" panose="02010600030101010101" pitchFamily="2" charset="-122"/>
              <a:ea typeface="宋体" panose="02010600030101010101" pitchFamily="2" charset="-122"/>
            </a:endParaRPr>
          </a:p>
        </p:txBody>
      </p:sp>
      <p:pic>
        <p:nvPicPr>
          <p:cNvPr id="26655" name="Picture 31" descr="f014">
            <a:hlinkClick r:id="" action="ppaction://hlinkshowjump?jump=nextslide"/>
          </p:cNvPr>
          <p:cNvPicPr>
            <a:picLocks noChangeAspect="1" noChangeArrowheads="1" noCrop="1"/>
          </p:cNvPicPr>
          <p:nvPr/>
        </p:nvPicPr>
        <p:blipFill>
          <a:blip r:embed="rId1"/>
          <a:srcRect/>
          <a:stretch>
            <a:fillRect/>
          </a:stretch>
        </p:blipFill>
        <p:spPr bwMode="auto">
          <a:xfrm>
            <a:off x="2927351" y="617647"/>
            <a:ext cx="523875" cy="428625"/>
          </a:xfrm>
          <a:prstGeom prst="rect">
            <a:avLst/>
          </a:prstGeom>
          <a:noFill/>
          <a:extLst>
            <a:ext uri="{909E8E84-426E-40DD-AFC4-6F175D3DCCD1}">
              <a14:hiddenFill xmlns:a14="http://schemas.microsoft.com/office/drawing/2010/main">
                <a:solidFill>
                  <a:srgbClr val="FFFFFF"/>
                </a:solidFill>
              </a14:hiddenFill>
            </a:ext>
          </a:extLst>
        </p:spPr>
      </p:pic>
      <p:pic>
        <p:nvPicPr>
          <p:cNvPr id="26656" name="Picture 32" descr="f014">
            <a:hlinkClick r:id="rId2" action="ppaction://hlinksldjump"/>
          </p:cNvPr>
          <p:cNvPicPr>
            <a:picLocks noChangeAspect="1" noChangeArrowheads="1" noCrop="1"/>
          </p:cNvPicPr>
          <p:nvPr/>
        </p:nvPicPr>
        <p:blipFill>
          <a:blip r:embed="rId1"/>
          <a:srcRect/>
          <a:stretch>
            <a:fillRect/>
          </a:stretch>
        </p:blipFill>
        <p:spPr bwMode="auto">
          <a:xfrm>
            <a:off x="2908301" y="1336785"/>
            <a:ext cx="523875" cy="428625"/>
          </a:xfrm>
          <a:prstGeom prst="rect">
            <a:avLst/>
          </a:prstGeom>
          <a:noFill/>
          <a:extLst>
            <a:ext uri="{909E8E84-426E-40DD-AFC4-6F175D3DCCD1}">
              <a14:hiddenFill xmlns:a14="http://schemas.microsoft.com/office/drawing/2010/main">
                <a:solidFill>
                  <a:srgbClr val="FFFFFF"/>
                </a:solidFill>
              </a14:hiddenFill>
            </a:ext>
          </a:extLst>
        </p:spPr>
      </p:pic>
      <p:pic>
        <p:nvPicPr>
          <p:cNvPr id="26657" name="Picture 33" descr="f014">
            <a:hlinkClick r:id="rId3" action="ppaction://hlinksldjump"/>
          </p:cNvPr>
          <p:cNvPicPr>
            <a:picLocks noChangeAspect="1" noChangeArrowheads="1" noCrop="1"/>
          </p:cNvPicPr>
          <p:nvPr/>
        </p:nvPicPr>
        <p:blipFill>
          <a:blip r:embed="rId1"/>
          <a:srcRect/>
          <a:stretch>
            <a:fillRect/>
          </a:stretch>
        </p:blipFill>
        <p:spPr bwMode="auto">
          <a:xfrm>
            <a:off x="2908301" y="2060685"/>
            <a:ext cx="523875" cy="428625"/>
          </a:xfrm>
          <a:prstGeom prst="rect">
            <a:avLst/>
          </a:prstGeom>
          <a:noFill/>
          <a:extLst>
            <a:ext uri="{909E8E84-426E-40DD-AFC4-6F175D3DCCD1}">
              <a14:hiddenFill xmlns:a14="http://schemas.microsoft.com/office/drawing/2010/main">
                <a:solidFill>
                  <a:srgbClr val="FFFFFF"/>
                </a:solidFill>
              </a14:hiddenFill>
            </a:ext>
          </a:extLst>
        </p:spPr>
      </p:pic>
      <p:pic>
        <p:nvPicPr>
          <p:cNvPr id="26658" name="Picture 34" descr="f014">
            <a:hlinkClick r:id="rId4" action="ppaction://hlinksldjump"/>
          </p:cNvPr>
          <p:cNvPicPr>
            <a:picLocks noChangeAspect="1" noChangeArrowheads="1" noCrop="1"/>
          </p:cNvPicPr>
          <p:nvPr/>
        </p:nvPicPr>
        <p:blipFill>
          <a:blip r:embed="rId1"/>
          <a:srcRect/>
          <a:stretch>
            <a:fillRect/>
          </a:stretch>
        </p:blipFill>
        <p:spPr bwMode="auto">
          <a:xfrm>
            <a:off x="2855914" y="2708385"/>
            <a:ext cx="523875" cy="428625"/>
          </a:xfrm>
          <a:prstGeom prst="rect">
            <a:avLst/>
          </a:prstGeom>
          <a:noFill/>
          <a:extLst>
            <a:ext uri="{909E8E84-426E-40DD-AFC4-6F175D3DCCD1}">
              <a14:hiddenFill xmlns:a14="http://schemas.microsoft.com/office/drawing/2010/main">
                <a:solidFill>
                  <a:srgbClr val="FFFFFF"/>
                </a:solidFill>
              </a14:hiddenFill>
            </a:ext>
          </a:extLst>
        </p:spPr>
      </p:pic>
      <p:pic>
        <p:nvPicPr>
          <p:cNvPr id="26659" name="Picture 35" descr="f014">
            <a:hlinkClick r:id="rId5" action="ppaction://hlinksldjump"/>
          </p:cNvPr>
          <p:cNvPicPr>
            <a:picLocks noChangeAspect="1" noChangeArrowheads="1" noCrop="1"/>
          </p:cNvPicPr>
          <p:nvPr/>
        </p:nvPicPr>
        <p:blipFill>
          <a:blip r:embed="rId1"/>
          <a:srcRect/>
          <a:stretch>
            <a:fillRect/>
          </a:stretch>
        </p:blipFill>
        <p:spPr bwMode="auto">
          <a:xfrm>
            <a:off x="2835276" y="3500547"/>
            <a:ext cx="523875" cy="428625"/>
          </a:xfrm>
          <a:prstGeom prst="rect">
            <a:avLst/>
          </a:prstGeom>
          <a:noFill/>
          <a:extLst>
            <a:ext uri="{909E8E84-426E-40DD-AFC4-6F175D3DCCD1}">
              <a14:hiddenFill xmlns:a14="http://schemas.microsoft.com/office/drawing/2010/main">
                <a:solidFill>
                  <a:srgbClr val="FFFFFF"/>
                </a:solidFill>
              </a14:hiddenFill>
            </a:ext>
          </a:extLst>
        </p:spPr>
      </p:pic>
      <p:pic>
        <p:nvPicPr>
          <p:cNvPr id="26660" name="Picture 36" descr="f014">
            <a:hlinkClick r:id="rId6" action="ppaction://hlinksldjump"/>
          </p:cNvPr>
          <p:cNvPicPr>
            <a:picLocks noChangeAspect="1" noChangeArrowheads="1" noCrop="1"/>
          </p:cNvPicPr>
          <p:nvPr/>
        </p:nvPicPr>
        <p:blipFill>
          <a:blip r:embed="rId1"/>
          <a:srcRect/>
          <a:stretch>
            <a:fillRect/>
          </a:stretch>
        </p:blipFill>
        <p:spPr bwMode="auto">
          <a:xfrm>
            <a:off x="2855914" y="4218097"/>
            <a:ext cx="523875" cy="428625"/>
          </a:xfrm>
          <a:prstGeom prst="rect">
            <a:avLst/>
          </a:prstGeom>
          <a:noFill/>
          <a:extLst>
            <a:ext uri="{909E8E84-426E-40DD-AFC4-6F175D3DCCD1}">
              <a14:hiddenFill xmlns:a14="http://schemas.microsoft.com/office/drawing/2010/main">
                <a:solidFill>
                  <a:srgbClr val="FFFFFF"/>
                </a:solidFill>
              </a14:hiddenFill>
            </a:ext>
          </a:extLst>
        </p:spPr>
      </p:pic>
      <p:pic>
        <p:nvPicPr>
          <p:cNvPr id="26661" name="Picture 37" descr="f014">
            <a:hlinkClick r:id="rId7" action="ppaction://hlinksldjump"/>
          </p:cNvPr>
          <p:cNvPicPr>
            <a:picLocks noChangeAspect="1" noChangeArrowheads="1" noCrop="1"/>
          </p:cNvPicPr>
          <p:nvPr/>
        </p:nvPicPr>
        <p:blipFill>
          <a:blip r:embed="rId1"/>
          <a:srcRect/>
          <a:stretch>
            <a:fillRect/>
          </a:stretch>
        </p:blipFill>
        <p:spPr bwMode="auto">
          <a:xfrm>
            <a:off x="2855914" y="5013435"/>
            <a:ext cx="523875" cy="428625"/>
          </a:xfrm>
          <a:prstGeom prst="rect">
            <a:avLst/>
          </a:prstGeom>
          <a:noFill/>
          <a:extLst>
            <a:ext uri="{909E8E84-426E-40DD-AFC4-6F175D3DCCD1}">
              <a14:hiddenFill xmlns:a14="http://schemas.microsoft.com/office/drawing/2010/main">
                <a:solidFill>
                  <a:srgbClr val="FFFFFF"/>
                </a:solidFill>
              </a14:hiddenFill>
            </a:ext>
          </a:extLst>
        </p:spPr>
      </p:pic>
      <p:pic>
        <p:nvPicPr>
          <p:cNvPr id="26662" name="Picture 38" descr="f014">
            <a:hlinkClick r:id="rId8" action="ppaction://hlinksldjump"/>
          </p:cNvPr>
          <p:cNvPicPr>
            <a:picLocks noChangeAspect="1" noChangeArrowheads="1" noCrop="1"/>
          </p:cNvPicPr>
          <p:nvPr/>
        </p:nvPicPr>
        <p:blipFill>
          <a:blip r:embed="rId1"/>
          <a:srcRect/>
          <a:stretch>
            <a:fillRect/>
          </a:stretch>
        </p:blipFill>
        <p:spPr bwMode="auto">
          <a:xfrm>
            <a:off x="2855914" y="5732572"/>
            <a:ext cx="523875" cy="4286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grpId="0" nodeType="clickEffect">
                                  <p:stCondLst>
                                    <p:cond delay="0"/>
                                  </p:stCondLst>
                                  <p:childTnLst>
                                    <p:animClr clrSpc="rgb" dir="cw">
                                      <p:cBhvr>
                                        <p:cTn id="6" dur="2000" fill="hold"/>
                                        <p:tgtEl>
                                          <p:spTgt spid="26642"/>
                                        </p:tgtEl>
                                        <p:attrNameLst>
                                          <p:attrName>fillcolor</p:attrName>
                                        </p:attrNameLst>
                                      </p:cBhvr>
                                      <p:to>
                                        <a:schemeClr val="accent2"/>
                                      </p:to>
                                    </p:animClr>
                                    <p:set>
                                      <p:cBhvr>
                                        <p:cTn id="7" dur="2000" fill="hold"/>
                                        <p:tgtEl>
                                          <p:spTgt spid="26642"/>
                                        </p:tgtEl>
                                        <p:attrNameLst>
                                          <p:attrName>fill.type</p:attrName>
                                        </p:attrNameLst>
                                      </p:cBhvr>
                                      <p:to>
                                        <p:strVal val="solid"/>
                                      </p:to>
                                    </p:set>
                                    <p:set>
                                      <p:cBhvr>
                                        <p:cTn id="8" dur="2000" fill="hold"/>
                                        <p:tgtEl>
                                          <p:spTgt spid="2664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42"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27" name="Rectangle 27">
            <a:hlinkClick r:id="" action="ppaction://hlinkshowjump?jump=endshow" highlightClick="1"/>
          </p:cNvPr>
          <p:cNvSpPr>
            <a:spLocks noChangeArrowheads="1"/>
          </p:cNvSpPr>
          <p:nvPr/>
        </p:nvSpPr>
        <p:spPr bwMode="auto">
          <a:xfrm>
            <a:off x="2135560" y="292973"/>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kumimoji="1" sz="4400">
                <a:solidFill>
                  <a:schemeClr val="tx2"/>
                </a:solidFill>
                <a:latin typeface="Times New Roman" panose="02020603050405020304" pitchFamily="18" charset="0"/>
                <a:ea typeface="宋体" panose="02010600030101010101" pitchFamily="2" charset="-122"/>
              </a:defRPr>
            </a:lvl1pPr>
            <a:lvl2pPr algn="ctr">
              <a:defRPr kumimoji="1" sz="4400">
                <a:solidFill>
                  <a:schemeClr val="tx2"/>
                </a:solidFill>
                <a:latin typeface="Times New Roman" panose="02020603050405020304" pitchFamily="18" charset="0"/>
                <a:ea typeface="宋体" panose="02010600030101010101" pitchFamily="2" charset="-122"/>
              </a:defRPr>
            </a:lvl2pPr>
            <a:lvl3pPr algn="ctr">
              <a:defRPr kumimoji="1" sz="4400">
                <a:solidFill>
                  <a:schemeClr val="tx2"/>
                </a:solidFill>
                <a:latin typeface="Times New Roman" panose="02020603050405020304" pitchFamily="18" charset="0"/>
                <a:ea typeface="宋体" panose="02010600030101010101" pitchFamily="2" charset="-122"/>
              </a:defRPr>
            </a:lvl3pPr>
            <a:lvl4pPr algn="ctr">
              <a:defRPr kumimoji="1" sz="4400">
                <a:solidFill>
                  <a:schemeClr val="tx2"/>
                </a:solidFill>
                <a:latin typeface="Times New Roman" panose="02020603050405020304" pitchFamily="18" charset="0"/>
                <a:ea typeface="宋体" panose="02010600030101010101" pitchFamily="2" charset="-122"/>
              </a:defRPr>
            </a:lvl4pPr>
            <a:lvl5pPr algn="ct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b="1" dirty="0">
                <a:solidFill>
                  <a:schemeClr val="tx1"/>
                </a:solidFill>
                <a:latin typeface="宋体" panose="02010600030101010101" pitchFamily="2" charset="-122"/>
              </a:rPr>
              <a:t>第一章  概率论的基本概念</a:t>
            </a:r>
            <a:endParaRPr lang="zh-CN" altLang="en-US" b="1" dirty="0">
              <a:solidFill>
                <a:schemeClr val="tx1"/>
              </a:solidFill>
              <a:latin typeface="宋体" panose="02010600030101010101" pitchFamily="2" charset="-122"/>
            </a:endParaRPr>
          </a:p>
        </p:txBody>
      </p:sp>
      <p:sp>
        <p:nvSpPr>
          <p:cNvPr id="25628" name="Rectangle 28"/>
          <p:cNvSpPr>
            <a:spLocks noChangeArrowheads="1"/>
          </p:cNvSpPr>
          <p:nvPr/>
        </p:nvSpPr>
        <p:spPr bwMode="auto">
          <a:xfrm>
            <a:off x="504056" y="1700098"/>
            <a:ext cx="6400800" cy="475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Aft>
                <a:spcPts val="0"/>
              </a:spcAft>
              <a:buClr>
                <a:schemeClr val="accent1"/>
              </a:buClr>
              <a:buFont typeface="Wingdings" panose="05000000000000000000" pitchFamily="2" charset="2"/>
              <a:buNone/>
            </a:pPr>
            <a:r>
              <a:rPr lang="zh-CN" altLang="en-US" sz="2400" dirty="0">
                <a:latin typeface="宋体" panose="02010600030101010101" pitchFamily="2" charset="-122"/>
              </a:rPr>
              <a:t>概率论序言</a:t>
            </a:r>
            <a:endParaRPr lang="zh-CN" altLang="en-US" sz="2400" dirty="0">
              <a:latin typeface="宋体" panose="02010600030101010101" pitchFamily="2" charset="-122"/>
            </a:endParaRPr>
          </a:p>
          <a:p>
            <a:pPr>
              <a:spcBef>
                <a:spcPts val="20"/>
              </a:spcBef>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第一节  随机试验</a:t>
            </a:r>
            <a:endParaRPr lang="zh-CN" altLang="en-US" sz="2400" dirty="0">
              <a:latin typeface="宋体" panose="02010600030101010101" pitchFamily="2" charset="-122"/>
            </a:endParaRPr>
          </a:p>
          <a:p>
            <a:pPr>
              <a:spcBef>
                <a:spcPts val="20"/>
              </a:spcBef>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第二节  样本空间、随机事件</a:t>
            </a:r>
            <a:endParaRPr lang="zh-CN" altLang="en-US" sz="2400" dirty="0">
              <a:latin typeface="宋体" panose="02010600030101010101" pitchFamily="2" charset="-122"/>
            </a:endParaRPr>
          </a:p>
          <a:p>
            <a:pPr>
              <a:spcBef>
                <a:spcPts val="20"/>
              </a:spcBef>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第三节  频率与概率</a:t>
            </a:r>
            <a:endParaRPr lang="zh-CN" altLang="en-US" sz="2400" dirty="0">
              <a:latin typeface="宋体" panose="02010600030101010101" pitchFamily="2" charset="-122"/>
            </a:endParaRPr>
          </a:p>
          <a:p>
            <a:pPr>
              <a:spcBef>
                <a:spcPts val="20"/>
              </a:spcBef>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第四节  等可能概型</a:t>
            </a:r>
            <a:r>
              <a:rPr lang="en-US" altLang="zh-CN" sz="2400" dirty="0">
                <a:latin typeface="宋体" panose="02010600030101010101" pitchFamily="2" charset="-122"/>
              </a:rPr>
              <a:t>(</a:t>
            </a:r>
            <a:r>
              <a:rPr lang="zh-CN" altLang="en-US" sz="2400" dirty="0">
                <a:latin typeface="宋体" panose="02010600030101010101" pitchFamily="2" charset="-122"/>
              </a:rPr>
              <a:t>古典概型</a:t>
            </a:r>
            <a:r>
              <a:rPr lang="en-US" altLang="zh-CN" sz="2400" dirty="0">
                <a:latin typeface="宋体" panose="02010600030101010101" pitchFamily="2" charset="-122"/>
              </a:rPr>
              <a:t>)</a:t>
            </a:r>
            <a:endParaRPr lang="en-US" altLang="zh-CN" sz="2400" dirty="0">
              <a:latin typeface="宋体" panose="02010600030101010101" pitchFamily="2" charset="-122"/>
            </a:endParaRPr>
          </a:p>
          <a:p>
            <a:pPr>
              <a:spcBef>
                <a:spcPts val="20"/>
              </a:spcBef>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第五节  条件概率</a:t>
            </a:r>
            <a:endParaRPr lang="zh-CN" altLang="en-US" sz="2400" dirty="0">
              <a:latin typeface="宋体" panose="02010600030101010101" pitchFamily="2" charset="-122"/>
            </a:endParaRPr>
          </a:p>
          <a:p>
            <a:pPr>
              <a:spcBef>
                <a:spcPts val="20"/>
              </a:spcBef>
              <a:buClr>
                <a:schemeClr val="accent1"/>
              </a:buClr>
              <a:buFont typeface="Wingdings" panose="05000000000000000000" pitchFamily="2" charset="2"/>
              <a:buNone/>
            </a:pPr>
            <a:r>
              <a:rPr lang="zh-CN" altLang="en-US" sz="2400" dirty="0">
                <a:latin typeface="宋体" panose="02010600030101010101" pitchFamily="2" charset="-122"/>
              </a:rPr>
              <a:t>第六节  独立性</a:t>
            </a:r>
            <a:endParaRPr lang="zh-CN" altLang="en-US" sz="2400" dirty="0">
              <a:latin typeface="宋体" panose="02010600030101010101" pitchFamily="2" charset="-122"/>
            </a:endParaRPr>
          </a:p>
        </p:txBody>
      </p:sp>
      <p:sp>
        <p:nvSpPr>
          <p:cNvPr id="2" name="矩形 1"/>
          <p:cNvSpPr/>
          <p:nvPr/>
        </p:nvSpPr>
        <p:spPr>
          <a:xfrm>
            <a:off x="5624209" y="1628800"/>
            <a:ext cx="6096000" cy="4799965"/>
          </a:xfrm>
          <a:prstGeom prst="rect">
            <a:avLst/>
          </a:prstGeom>
        </p:spPr>
        <p:txBody>
          <a:bodyPr>
            <a:spAutoFit/>
          </a:bodyPr>
          <a:lstStyle/>
          <a:p>
            <a:pPr>
              <a:spcAft>
                <a:spcPts val="0"/>
              </a:spcAft>
            </a:pPr>
            <a:r>
              <a:rPr lang="en-US" altLang="zh-CN" b="1" dirty="0">
                <a:solidFill>
                  <a:srgbClr val="FF0000"/>
                </a:solidFill>
              </a:rPr>
              <a:t>01</a:t>
            </a:r>
            <a:r>
              <a:rPr lang="en-US" altLang="zh-CN" dirty="0"/>
              <a:t> </a:t>
            </a:r>
            <a:endParaRPr lang="en-US" altLang="zh-CN" dirty="0"/>
          </a:p>
          <a:p>
            <a:pPr>
              <a:spcBef>
                <a:spcPts val="0"/>
              </a:spcBef>
              <a:spcAft>
                <a:spcPts val="0"/>
              </a:spcAft>
            </a:pPr>
            <a:r>
              <a:rPr lang="zh-CN" altLang="en-US" dirty="0"/>
              <a:t>随机事件与概率（授课人：王琳，曾华琳；总时长：</a:t>
            </a:r>
            <a:r>
              <a:rPr lang="en-US" altLang="zh-CN" dirty="0"/>
              <a:t>1</a:t>
            </a:r>
            <a:r>
              <a:rPr lang="zh-CN" altLang="en-US" dirty="0"/>
              <a:t>小时</a:t>
            </a:r>
            <a:r>
              <a:rPr lang="en-US" altLang="zh-CN" dirty="0"/>
              <a:t>31</a:t>
            </a:r>
            <a:r>
              <a:rPr lang="zh-CN" altLang="en-US" dirty="0"/>
              <a:t>分） </a:t>
            </a:r>
            <a:endParaRPr lang="zh-CN" altLang="en-US" dirty="0"/>
          </a:p>
          <a:p>
            <a:pPr>
              <a:spcBef>
                <a:spcPts val="0"/>
              </a:spcBef>
              <a:spcAft>
                <a:spcPts val="0"/>
              </a:spcAft>
            </a:pPr>
            <a:r>
              <a:rPr lang="en-US" altLang="zh-CN" dirty="0"/>
              <a:t>• </a:t>
            </a:r>
            <a:r>
              <a:rPr lang="zh-CN" altLang="en-US" dirty="0"/>
              <a:t>了解用什么样的态度与认识来学习</a:t>
            </a:r>
            <a:r>
              <a:rPr lang="en-US" altLang="zh-CN" dirty="0"/>
              <a:t>《</a:t>
            </a:r>
            <a:r>
              <a:rPr lang="zh-CN" altLang="en-US" dirty="0"/>
              <a:t>概率论与数理统计</a:t>
            </a:r>
            <a:r>
              <a:rPr lang="en-US" altLang="zh-CN" dirty="0"/>
              <a:t>》</a:t>
            </a:r>
            <a:r>
              <a:rPr lang="zh-CN" altLang="en-US" dirty="0"/>
              <a:t>这门课；</a:t>
            </a:r>
            <a:r>
              <a:rPr lang="en-US" altLang="zh-CN" dirty="0"/>
              <a:t>• </a:t>
            </a:r>
            <a:r>
              <a:rPr lang="zh-CN" altLang="en-US" dirty="0"/>
              <a:t>关于随机试验的定义与主要性质；</a:t>
            </a:r>
            <a:r>
              <a:rPr lang="en-US" altLang="zh-CN" dirty="0"/>
              <a:t>• </a:t>
            </a:r>
            <a:r>
              <a:rPr lang="zh-CN" altLang="en-US" dirty="0"/>
              <a:t>什么是随机事件，什么是样本空间；</a:t>
            </a:r>
            <a:r>
              <a:rPr lang="en-US" altLang="zh-CN" dirty="0"/>
              <a:t>• </a:t>
            </a:r>
            <a:r>
              <a:rPr lang="zh-CN" altLang="en-US" dirty="0"/>
              <a:t>理解用集合语言方式描述随机试验的方法，掌握事件的关系及运算规则；</a:t>
            </a:r>
            <a:r>
              <a:rPr lang="en-US" altLang="zh-CN" dirty="0"/>
              <a:t>• </a:t>
            </a:r>
            <a:r>
              <a:rPr lang="zh-CN" altLang="en-US" dirty="0"/>
              <a:t>从频率到概率，从静态到动态，认识频率与概率的相同性及区别；</a:t>
            </a:r>
            <a:r>
              <a:rPr lang="en-US" altLang="zh-CN" dirty="0"/>
              <a:t>• </a:t>
            </a:r>
            <a:r>
              <a:rPr lang="zh-CN" altLang="en-US" dirty="0"/>
              <a:t>最简单的概率模型</a:t>
            </a:r>
            <a:r>
              <a:rPr lang="en-US" altLang="zh-CN" dirty="0"/>
              <a:t>-</a:t>
            </a:r>
            <a:r>
              <a:rPr lang="zh-CN" altLang="en-US" dirty="0"/>
              <a:t>古典概型，也称为等可能概型，是如何进行描述和定义。</a:t>
            </a:r>
            <a:endParaRPr lang="zh-CN" altLang="en-US" dirty="0"/>
          </a:p>
          <a:p>
            <a:pPr>
              <a:spcBef>
                <a:spcPts val="0"/>
              </a:spcBef>
              <a:spcAft>
                <a:spcPts val="0"/>
              </a:spcAft>
            </a:pPr>
            <a:r>
              <a:rPr lang="zh-CN" altLang="en-US" dirty="0"/>
              <a:t>课时</a:t>
            </a:r>
            <a:endParaRPr lang="zh-CN" altLang="en-US" dirty="0"/>
          </a:p>
          <a:p>
            <a:pPr>
              <a:spcBef>
                <a:spcPts val="0"/>
              </a:spcBef>
              <a:spcAft>
                <a:spcPts val="0"/>
              </a:spcAft>
            </a:pPr>
            <a:r>
              <a:rPr lang="en-US" altLang="zh-CN" dirty="0"/>
              <a:t>1.1</a:t>
            </a:r>
            <a:r>
              <a:rPr lang="zh-CN" altLang="en-US" dirty="0"/>
              <a:t>绪论</a:t>
            </a:r>
            <a:endParaRPr lang="zh-CN" altLang="en-US" dirty="0"/>
          </a:p>
          <a:p>
            <a:pPr>
              <a:spcBef>
                <a:spcPts val="0"/>
              </a:spcBef>
              <a:spcAft>
                <a:spcPts val="0"/>
              </a:spcAft>
            </a:pPr>
            <a:r>
              <a:rPr lang="en-US" altLang="zh-CN" dirty="0"/>
              <a:t>1.2</a:t>
            </a:r>
            <a:r>
              <a:rPr lang="zh-CN" altLang="en-US" dirty="0"/>
              <a:t>随机试验</a:t>
            </a:r>
            <a:endParaRPr lang="zh-CN" altLang="en-US" dirty="0"/>
          </a:p>
          <a:p>
            <a:pPr>
              <a:spcBef>
                <a:spcPts val="0"/>
              </a:spcBef>
              <a:spcAft>
                <a:spcPts val="0"/>
              </a:spcAft>
            </a:pPr>
            <a:r>
              <a:rPr lang="en-US" altLang="zh-CN" dirty="0"/>
              <a:t>1.3</a:t>
            </a:r>
            <a:r>
              <a:rPr lang="zh-CN" altLang="en-US" dirty="0"/>
              <a:t>样本空间和随机事件</a:t>
            </a:r>
            <a:endParaRPr lang="zh-CN" altLang="en-US" dirty="0"/>
          </a:p>
          <a:p>
            <a:pPr>
              <a:spcBef>
                <a:spcPts val="0"/>
              </a:spcBef>
              <a:spcAft>
                <a:spcPts val="0"/>
              </a:spcAft>
            </a:pPr>
            <a:r>
              <a:rPr lang="en-US" altLang="zh-CN" dirty="0"/>
              <a:t>1.4</a:t>
            </a:r>
            <a:r>
              <a:rPr lang="zh-CN" altLang="en-US" dirty="0"/>
              <a:t>事件的关系与运算</a:t>
            </a:r>
            <a:endParaRPr lang="zh-CN" altLang="en-US" dirty="0"/>
          </a:p>
          <a:p>
            <a:pPr>
              <a:spcBef>
                <a:spcPts val="0"/>
              </a:spcBef>
              <a:spcAft>
                <a:spcPts val="0"/>
              </a:spcAft>
            </a:pPr>
            <a:r>
              <a:rPr lang="en-US" altLang="zh-CN" dirty="0"/>
              <a:t>1.5</a:t>
            </a:r>
            <a:r>
              <a:rPr lang="zh-CN" altLang="en-US" dirty="0"/>
              <a:t>频率与概率</a:t>
            </a:r>
            <a:endParaRPr lang="zh-CN" altLang="en-US" dirty="0"/>
          </a:p>
          <a:p>
            <a:pPr>
              <a:spcBef>
                <a:spcPts val="0"/>
              </a:spcBef>
            </a:pPr>
            <a:r>
              <a:rPr lang="en-US" altLang="zh-CN" dirty="0"/>
              <a:t>1.6</a:t>
            </a:r>
            <a:r>
              <a:rPr lang="zh-CN" altLang="en-US" dirty="0"/>
              <a:t>古典概率（等可能概型）</a:t>
            </a:r>
            <a:endParaRPr lang="zh-CN" altLang="en-US" dirty="0">
              <a:effectLs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27" name="Rectangle 27">
            <a:hlinkClick r:id="" action="ppaction://hlinkshowjump?jump=endshow" highlightClick="1"/>
          </p:cNvPr>
          <p:cNvSpPr>
            <a:spLocks noChangeArrowheads="1"/>
          </p:cNvSpPr>
          <p:nvPr/>
        </p:nvSpPr>
        <p:spPr bwMode="auto">
          <a:xfrm>
            <a:off x="2135560" y="292973"/>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kumimoji="1" sz="4400">
                <a:solidFill>
                  <a:schemeClr val="tx2"/>
                </a:solidFill>
                <a:latin typeface="Times New Roman" panose="02020603050405020304" pitchFamily="18" charset="0"/>
                <a:ea typeface="宋体" panose="02010600030101010101" pitchFamily="2" charset="-122"/>
              </a:defRPr>
            </a:lvl1pPr>
            <a:lvl2pPr algn="ctr">
              <a:defRPr kumimoji="1" sz="4400">
                <a:solidFill>
                  <a:schemeClr val="tx2"/>
                </a:solidFill>
                <a:latin typeface="Times New Roman" panose="02020603050405020304" pitchFamily="18" charset="0"/>
                <a:ea typeface="宋体" panose="02010600030101010101" pitchFamily="2" charset="-122"/>
              </a:defRPr>
            </a:lvl2pPr>
            <a:lvl3pPr algn="ctr">
              <a:defRPr kumimoji="1" sz="4400">
                <a:solidFill>
                  <a:schemeClr val="tx2"/>
                </a:solidFill>
                <a:latin typeface="Times New Roman" panose="02020603050405020304" pitchFamily="18" charset="0"/>
                <a:ea typeface="宋体" panose="02010600030101010101" pitchFamily="2" charset="-122"/>
              </a:defRPr>
            </a:lvl3pPr>
            <a:lvl4pPr algn="ctr">
              <a:defRPr kumimoji="1" sz="4400">
                <a:solidFill>
                  <a:schemeClr val="tx2"/>
                </a:solidFill>
                <a:latin typeface="Times New Roman" panose="02020603050405020304" pitchFamily="18" charset="0"/>
                <a:ea typeface="宋体" panose="02010600030101010101" pitchFamily="2" charset="-122"/>
              </a:defRPr>
            </a:lvl4pPr>
            <a:lvl5pPr algn="ct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b="1" dirty="0">
                <a:solidFill>
                  <a:schemeClr val="tx1"/>
                </a:solidFill>
                <a:latin typeface="宋体" panose="02010600030101010101" pitchFamily="2" charset="-122"/>
              </a:rPr>
              <a:t>第一章  概率论的基本概念</a:t>
            </a:r>
            <a:endParaRPr lang="zh-CN" altLang="en-US" b="1" dirty="0">
              <a:solidFill>
                <a:schemeClr val="tx1"/>
              </a:solidFill>
              <a:latin typeface="宋体" panose="02010600030101010101" pitchFamily="2" charset="-122"/>
            </a:endParaRPr>
          </a:p>
        </p:txBody>
      </p:sp>
      <p:sp>
        <p:nvSpPr>
          <p:cNvPr id="25628" name="Rectangle 28"/>
          <p:cNvSpPr>
            <a:spLocks noChangeArrowheads="1"/>
          </p:cNvSpPr>
          <p:nvPr/>
        </p:nvSpPr>
        <p:spPr bwMode="auto">
          <a:xfrm>
            <a:off x="504056" y="1700098"/>
            <a:ext cx="6400800" cy="475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Aft>
                <a:spcPts val="0"/>
              </a:spcAft>
              <a:buClr>
                <a:schemeClr val="accent1"/>
              </a:buClr>
              <a:buFont typeface="Wingdings" panose="05000000000000000000" pitchFamily="2" charset="2"/>
              <a:buNone/>
            </a:pPr>
            <a:r>
              <a:rPr lang="zh-CN" altLang="en-US" sz="2400" dirty="0">
                <a:latin typeface="宋体" panose="02010600030101010101" pitchFamily="2" charset="-122"/>
              </a:rPr>
              <a:t>概率论序言</a:t>
            </a:r>
            <a:endParaRPr lang="zh-CN" altLang="en-US" sz="2400" dirty="0">
              <a:latin typeface="宋体" panose="02010600030101010101" pitchFamily="2" charset="-122"/>
            </a:endParaRPr>
          </a:p>
          <a:p>
            <a:pPr>
              <a:spcBef>
                <a:spcPts val="20"/>
              </a:spcBef>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第一节  随机试验</a:t>
            </a:r>
            <a:endParaRPr lang="zh-CN" altLang="en-US" sz="2400" dirty="0">
              <a:latin typeface="宋体" panose="02010600030101010101" pitchFamily="2" charset="-122"/>
            </a:endParaRPr>
          </a:p>
          <a:p>
            <a:pPr>
              <a:spcBef>
                <a:spcPts val="20"/>
              </a:spcBef>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第二节  样本空间、随机事件</a:t>
            </a:r>
            <a:endParaRPr lang="zh-CN" altLang="en-US" sz="2400" dirty="0">
              <a:latin typeface="宋体" panose="02010600030101010101" pitchFamily="2" charset="-122"/>
            </a:endParaRPr>
          </a:p>
          <a:p>
            <a:pPr>
              <a:spcBef>
                <a:spcPts val="20"/>
              </a:spcBef>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第三节  频率与概率</a:t>
            </a:r>
            <a:endParaRPr lang="zh-CN" altLang="en-US" sz="2400" dirty="0">
              <a:latin typeface="宋体" panose="02010600030101010101" pitchFamily="2" charset="-122"/>
            </a:endParaRPr>
          </a:p>
          <a:p>
            <a:pPr>
              <a:spcBef>
                <a:spcPts val="20"/>
              </a:spcBef>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第四节  等可能概型</a:t>
            </a:r>
            <a:r>
              <a:rPr lang="en-US" altLang="zh-CN" sz="2400" dirty="0">
                <a:latin typeface="宋体" panose="02010600030101010101" pitchFamily="2" charset="-122"/>
              </a:rPr>
              <a:t>(</a:t>
            </a:r>
            <a:r>
              <a:rPr lang="zh-CN" altLang="en-US" sz="2400" dirty="0">
                <a:latin typeface="宋体" panose="02010600030101010101" pitchFamily="2" charset="-122"/>
              </a:rPr>
              <a:t>古典概型</a:t>
            </a:r>
            <a:r>
              <a:rPr lang="en-US" altLang="zh-CN" sz="2400" dirty="0">
                <a:latin typeface="宋体" panose="02010600030101010101" pitchFamily="2" charset="-122"/>
              </a:rPr>
              <a:t>)</a:t>
            </a:r>
            <a:endParaRPr lang="en-US" altLang="zh-CN" sz="2400" dirty="0">
              <a:latin typeface="宋体" panose="02010600030101010101" pitchFamily="2" charset="-122"/>
            </a:endParaRPr>
          </a:p>
          <a:p>
            <a:pPr>
              <a:spcBef>
                <a:spcPts val="20"/>
              </a:spcBef>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第五节  条件概率</a:t>
            </a:r>
            <a:endParaRPr lang="zh-CN" altLang="en-US" sz="2400" dirty="0">
              <a:latin typeface="宋体" panose="02010600030101010101" pitchFamily="2" charset="-122"/>
            </a:endParaRPr>
          </a:p>
          <a:p>
            <a:pPr>
              <a:spcBef>
                <a:spcPts val="20"/>
              </a:spcBef>
              <a:buClr>
                <a:schemeClr val="accent1"/>
              </a:buClr>
              <a:buFont typeface="Wingdings" panose="05000000000000000000" pitchFamily="2" charset="2"/>
              <a:buNone/>
            </a:pPr>
            <a:r>
              <a:rPr lang="zh-CN" altLang="en-US" sz="2400" dirty="0">
                <a:latin typeface="宋体" panose="02010600030101010101" pitchFamily="2" charset="-122"/>
              </a:rPr>
              <a:t>第六节  独立性</a:t>
            </a:r>
            <a:endParaRPr lang="zh-CN" altLang="en-US" sz="2400" dirty="0">
              <a:latin typeface="宋体" panose="02010600030101010101" pitchFamily="2" charset="-122"/>
            </a:endParaRPr>
          </a:p>
        </p:txBody>
      </p:sp>
      <p:sp>
        <p:nvSpPr>
          <p:cNvPr id="5" name="矩形 4"/>
          <p:cNvSpPr/>
          <p:nvPr/>
        </p:nvSpPr>
        <p:spPr>
          <a:xfrm>
            <a:off x="5735960" y="1741582"/>
            <a:ext cx="6096000" cy="3415030"/>
          </a:xfrm>
          <a:prstGeom prst="rect">
            <a:avLst/>
          </a:prstGeom>
        </p:spPr>
        <p:txBody>
          <a:bodyPr>
            <a:spAutoFit/>
          </a:bodyPr>
          <a:lstStyle/>
          <a:p>
            <a:pPr>
              <a:spcAft>
                <a:spcPts val="0"/>
              </a:spcAft>
            </a:pPr>
            <a:r>
              <a:rPr lang="en-US" altLang="zh-CN" b="1" dirty="0">
                <a:solidFill>
                  <a:srgbClr val="FF0000"/>
                </a:solidFill>
              </a:rPr>
              <a:t>02</a:t>
            </a:r>
            <a:endParaRPr lang="en-US" altLang="zh-CN" b="1" dirty="0">
              <a:solidFill>
                <a:srgbClr val="FF0000"/>
              </a:solidFill>
            </a:endParaRPr>
          </a:p>
          <a:p>
            <a:pPr>
              <a:spcBef>
                <a:spcPts val="0"/>
              </a:spcBef>
              <a:spcAft>
                <a:spcPts val="0"/>
              </a:spcAft>
            </a:pPr>
            <a:r>
              <a:rPr lang="zh-CN" altLang="en-US" dirty="0"/>
              <a:t>条件概率与独立性（授课人：曾华琳；总时长：</a:t>
            </a:r>
            <a:r>
              <a:rPr lang="en-US" altLang="zh-CN" dirty="0"/>
              <a:t>1</a:t>
            </a:r>
            <a:r>
              <a:rPr lang="zh-CN" altLang="en-US" dirty="0"/>
              <a:t>小时</a:t>
            </a:r>
            <a:r>
              <a:rPr lang="en-US" altLang="zh-CN" dirty="0"/>
              <a:t>22</a:t>
            </a:r>
            <a:r>
              <a:rPr lang="zh-CN" altLang="en-US" dirty="0"/>
              <a:t>分） </a:t>
            </a:r>
            <a:endParaRPr lang="zh-CN" altLang="en-US" dirty="0"/>
          </a:p>
          <a:p>
            <a:pPr>
              <a:spcBef>
                <a:spcPts val="0"/>
              </a:spcBef>
              <a:spcAft>
                <a:spcPts val="0"/>
              </a:spcAft>
            </a:pPr>
            <a:r>
              <a:rPr lang="en-US" altLang="zh-CN" dirty="0"/>
              <a:t>• </a:t>
            </a:r>
            <a:r>
              <a:rPr lang="zh-CN" altLang="en-US" dirty="0"/>
              <a:t>学习什么是条件概率；</a:t>
            </a:r>
            <a:r>
              <a:rPr lang="en-US" altLang="zh-CN" dirty="0"/>
              <a:t>• </a:t>
            </a:r>
            <a:r>
              <a:rPr lang="zh-CN" altLang="en-US" dirty="0"/>
              <a:t>由条件概率的乘法形式引出的乘法公式；</a:t>
            </a:r>
            <a:r>
              <a:rPr lang="en-US" altLang="zh-CN" dirty="0"/>
              <a:t>• </a:t>
            </a:r>
            <a:r>
              <a:rPr lang="zh-CN" altLang="en-US" dirty="0"/>
              <a:t>学习由原因推出结果的全概率公式；</a:t>
            </a:r>
            <a:r>
              <a:rPr lang="en-US" altLang="zh-CN" dirty="0"/>
              <a:t>• </a:t>
            </a:r>
            <a:r>
              <a:rPr lang="zh-CN" altLang="en-US" dirty="0"/>
              <a:t>学习贝叶斯公式，这是在概率统计里一个非常有实用意义的公式；</a:t>
            </a:r>
            <a:r>
              <a:rPr lang="en-US" altLang="zh-CN" dirty="0"/>
              <a:t>• </a:t>
            </a:r>
            <a:r>
              <a:rPr lang="zh-CN" altLang="en-US" dirty="0"/>
              <a:t>事件的独立性，独立的实际意义及判断标准。</a:t>
            </a:r>
            <a:endParaRPr lang="zh-CN" altLang="en-US" dirty="0"/>
          </a:p>
          <a:p>
            <a:pPr>
              <a:spcBef>
                <a:spcPts val="0"/>
              </a:spcBef>
              <a:spcAft>
                <a:spcPts val="0"/>
              </a:spcAft>
            </a:pPr>
            <a:r>
              <a:rPr lang="zh-CN" altLang="en-US" dirty="0"/>
              <a:t>课时</a:t>
            </a:r>
            <a:endParaRPr lang="zh-CN" altLang="en-US" dirty="0"/>
          </a:p>
          <a:p>
            <a:pPr>
              <a:spcBef>
                <a:spcPts val="0"/>
              </a:spcBef>
              <a:spcAft>
                <a:spcPts val="0"/>
              </a:spcAft>
            </a:pPr>
            <a:r>
              <a:rPr lang="en-US" altLang="zh-CN" dirty="0"/>
              <a:t>2.1</a:t>
            </a:r>
            <a:r>
              <a:rPr lang="zh-CN" altLang="en-US" dirty="0"/>
              <a:t>条件概率</a:t>
            </a:r>
            <a:endParaRPr lang="zh-CN" altLang="en-US" dirty="0"/>
          </a:p>
          <a:p>
            <a:pPr>
              <a:spcBef>
                <a:spcPts val="0"/>
              </a:spcBef>
              <a:spcAft>
                <a:spcPts val="0"/>
              </a:spcAft>
            </a:pPr>
            <a:r>
              <a:rPr lang="en-US" altLang="zh-CN" dirty="0"/>
              <a:t>2.2</a:t>
            </a:r>
            <a:r>
              <a:rPr lang="zh-CN" altLang="en-US" dirty="0"/>
              <a:t>乘法公式</a:t>
            </a:r>
            <a:endParaRPr lang="zh-CN" altLang="en-US" dirty="0"/>
          </a:p>
          <a:p>
            <a:pPr>
              <a:spcBef>
                <a:spcPts val="0"/>
              </a:spcBef>
              <a:spcAft>
                <a:spcPts val="0"/>
              </a:spcAft>
            </a:pPr>
            <a:r>
              <a:rPr lang="en-US" altLang="zh-CN" dirty="0"/>
              <a:t>2.3</a:t>
            </a:r>
            <a:r>
              <a:rPr lang="zh-CN" altLang="en-US" dirty="0"/>
              <a:t>全概率公式</a:t>
            </a:r>
            <a:endParaRPr lang="zh-CN" altLang="en-US" dirty="0"/>
          </a:p>
          <a:p>
            <a:pPr>
              <a:spcBef>
                <a:spcPts val="0"/>
              </a:spcBef>
              <a:spcAft>
                <a:spcPts val="0"/>
              </a:spcAft>
            </a:pPr>
            <a:r>
              <a:rPr lang="en-US" altLang="zh-CN" dirty="0"/>
              <a:t>2.4</a:t>
            </a:r>
            <a:r>
              <a:rPr lang="zh-CN" altLang="en-US" dirty="0"/>
              <a:t>贝叶斯公式</a:t>
            </a:r>
            <a:endParaRPr lang="zh-CN" altLang="en-US" dirty="0"/>
          </a:p>
          <a:p>
            <a:pPr>
              <a:spcBef>
                <a:spcPts val="0"/>
              </a:spcBef>
            </a:pPr>
            <a:r>
              <a:rPr lang="en-US" altLang="zh-CN" dirty="0"/>
              <a:t>2.5</a:t>
            </a:r>
            <a:r>
              <a:rPr lang="zh-CN" altLang="en-US" dirty="0"/>
              <a:t>独立性</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4" name="Rectangle 6">
            <a:hlinkClick r:id="" action="ppaction://hlinkshowjump?jump=endshow" highlightClick="1"/>
          </p:cNvPr>
          <p:cNvSpPr>
            <a:spLocks noChangeArrowheads="1"/>
          </p:cNvSpPr>
          <p:nvPr/>
        </p:nvSpPr>
        <p:spPr bwMode="auto">
          <a:xfrm>
            <a:off x="2423592" y="356344"/>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kumimoji="1" sz="4400">
                <a:solidFill>
                  <a:schemeClr val="tx2"/>
                </a:solidFill>
                <a:latin typeface="Times New Roman" panose="02020603050405020304" pitchFamily="18" charset="0"/>
                <a:ea typeface="宋体" panose="02010600030101010101" pitchFamily="2" charset="-122"/>
              </a:defRPr>
            </a:lvl1pPr>
            <a:lvl2pPr algn="ctr">
              <a:defRPr kumimoji="1" sz="4400">
                <a:solidFill>
                  <a:schemeClr val="tx2"/>
                </a:solidFill>
                <a:latin typeface="Times New Roman" panose="02020603050405020304" pitchFamily="18" charset="0"/>
                <a:ea typeface="宋体" panose="02010600030101010101" pitchFamily="2" charset="-122"/>
              </a:defRPr>
            </a:lvl2pPr>
            <a:lvl3pPr algn="ctr">
              <a:defRPr kumimoji="1" sz="4400">
                <a:solidFill>
                  <a:schemeClr val="tx2"/>
                </a:solidFill>
                <a:latin typeface="Times New Roman" panose="02020603050405020304" pitchFamily="18" charset="0"/>
                <a:ea typeface="宋体" panose="02010600030101010101" pitchFamily="2" charset="-122"/>
              </a:defRPr>
            </a:lvl3pPr>
            <a:lvl4pPr algn="ctr">
              <a:defRPr kumimoji="1" sz="4400">
                <a:solidFill>
                  <a:schemeClr val="tx2"/>
                </a:solidFill>
                <a:latin typeface="Times New Roman" panose="02020603050405020304" pitchFamily="18" charset="0"/>
                <a:ea typeface="宋体" panose="02010600030101010101" pitchFamily="2" charset="-122"/>
              </a:defRPr>
            </a:lvl4pPr>
            <a:lvl5pPr algn="ct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b="1" dirty="0">
                <a:solidFill>
                  <a:schemeClr val="tx1"/>
                </a:solidFill>
                <a:latin typeface="宋体" panose="02010600030101010101" pitchFamily="2" charset="-122"/>
              </a:rPr>
              <a:t>第二章  随机变量及其分布</a:t>
            </a:r>
            <a:endParaRPr lang="zh-CN" altLang="en-US" b="1" dirty="0">
              <a:solidFill>
                <a:schemeClr val="tx1"/>
              </a:solidFill>
              <a:latin typeface="宋体" panose="02010600030101010101" pitchFamily="2" charset="-122"/>
            </a:endParaRPr>
          </a:p>
        </p:txBody>
      </p:sp>
      <p:sp>
        <p:nvSpPr>
          <p:cNvPr id="27655" name="Rectangle 7"/>
          <p:cNvSpPr>
            <a:spLocks noChangeArrowheads="1"/>
          </p:cNvSpPr>
          <p:nvPr/>
        </p:nvSpPr>
        <p:spPr bwMode="auto">
          <a:xfrm>
            <a:off x="479376" y="1914435"/>
            <a:ext cx="7161212" cy="322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Aft>
                <a:spcPts val="0"/>
              </a:spcAft>
              <a:buClr>
                <a:schemeClr val="accent1"/>
              </a:buClr>
              <a:buNone/>
            </a:pPr>
            <a:r>
              <a:rPr lang="zh-CN" altLang="en-US" sz="2400" dirty="0">
                <a:latin typeface="宋体" panose="02010600030101010101" pitchFamily="2" charset="-122"/>
              </a:rPr>
              <a:t>第一节  随机变量</a:t>
            </a:r>
            <a:endParaRPr lang="zh-CN" altLang="en-US" sz="2400" dirty="0">
              <a:latin typeface="宋体" panose="02010600030101010101" pitchFamily="2" charset="-122"/>
            </a:endParaRPr>
          </a:p>
          <a:p>
            <a:pPr>
              <a:spcBef>
                <a:spcPts val="20"/>
              </a:spcBef>
              <a:spcAft>
                <a:spcPts val="0"/>
              </a:spcAft>
              <a:buClr>
                <a:schemeClr val="accent1"/>
              </a:buClr>
              <a:buNone/>
            </a:pPr>
            <a:r>
              <a:rPr lang="zh-CN" altLang="en-US" sz="2400" dirty="0">
                <a:latin typeface="宋体" panose="02010600030101010101" pitchFamily="2" charset="-122"/>
              </a:rPr>
              <a:t>第二节  离散型随机变量及其分布律</a:t>
            </a:r>
            <a:endParaRPr lang="zh-CN" altLang="en-US" sz="2400" dirty="0">
              <a:latin typeface="宋体" panose="02010600030101010101" pitchFamily="2" charset="-122"/>
            </a:endParaRPr>
          </a:p>
          <a:p>
            <a:pPr>
              <a:spcBef>
                <a:spcPts val="20"/>
              </a:spcBef>
              <a:spcAft>
                <a:spcPts val="0"/>
              </a:spcAft>
              <a:buClr>
                <a:schemeClr val="accent1"/>
              </a:buClr>
              <a:buNone/>
            </a:pPr>
            <a:r>
              <a:rPr lang="zh-CN" altLang="en-US" sz="2400" dirty="0">
                <a:latin typeface="宋体" panose="02010600030101010101" pitchFamily="2" charset="-122"/>
              </a:rPr>
              <a:t>第三节  随机变量的分布函数</a:t>
            </a:r>
            <a:endParaRPr lang="zh-CN" altLang="en-US" sz="2400" dirty="0">
              <a:latin typeface="宋体" panose="02010600030101010101" pitchFamily="2" charset="-122"/>
            </a:endParaRPr>
          </a:p>
          <a:p>
            <a:pPr>
              <a:spcBef>
                <a:spcPts val="20"/>
              </a:spcBef>
              <a:spcAft>
                <a:spcPts val="0"/>
              </a:spcAft>
              <a:buClr>
                <a:schemeClr val="accent1"/>
              </a:buClr>
              <a:buNone/>
            </a:pPr>
            <a:r>
              <a:rPr lang="zh-CN" altLang="en-US" sz="2400" dirty="0">
                <a:latin typeface="宋体" panose="02010600030101010101" pitchFamily="2" charset="-122"/>
              </a:rPr>
              <a:t>第四节  连续型随机变量及其概率密度</a:t>
            </a:r>
            <a:endParaRPr lang="zh-CN" altLang="en-US" sz="2400" dirty="0">
              <a:latin typeface="宋体" panose="02010600030101010101" pitchFamily="2" charset="-122"/>
            </a:endParaRPr>
          </a:p>
          <a:p>
            <a:pPr>
              <a:spcBef>
                <a:spcPts val="20"/>
              </a:spcBef>
              <a:buClr>
                <a:schemeClr val="accent1"/>
              </a:buClr>
              <a:buNone/>
            </a:pPr>
            <a:r>
              <a:rPr lang="zh-CN" altLang="en-US" sz="2400" dirty="0">
                <a:latin typeface="宋体" panose="02010600030101010101" pitchFamily="2" charset="-122"/>
              </a:rPr>
              <a:t>第五节  随机变量函数的分布</a:t>
            </a:r>
            <a:endParaRPr lang="zh-CN" altLang="en-US" sz="2400" dirty="0">
              <a:latin typeface="宋体" panose="02010600030101010101" pitchFamily="2" charset="-122"/>
            </a:endParaRPr>
          </a:p>
        </p:txBody>
      </p:sp>
      <p:sp>
        <p:nvSpPr>
          <p:cNvPr id="10" name="矩形 9"/>
          <p:cNvSpPr/>
          <p:nvPr/>
        </p:nvSpPr>
        <p:spPr>
          <a:xfrm>
            <a:off x="5951984" y="1700808"/>
            <a:ext cx="6096000" cy="4523105"/>
          </a:xfrm>
          <a:prstGeom prst="rect">
            <a:avLst/>
          </a:prstGeom>
        </p:spPr>
        <p:txBody>
          <a:bodyPr>
            <a:spAutoFit/>
          </a:bodyPr>
          <a:lstStyle/>
          <a:p>
            <a:pPr>
              <a:spcAft>
                <a:spcPts val="0"/>
              </a:spcAft>
            </a:pPr>
            <a:r>
              <a:rPr lang="en-US" altLang="zh-CN" b="1" dirty="0">
                <a:solidFill>
                  <a:srgbClr val="FF0000"/>
                </a:solidFill>
              </a:rPr>
              <a:t>03</a:t>
            </a:r>
            <a:endParaRPr lang="zh-CN" altLang="en-US" b="1" dirty="0">
              <a:solidFill>
                <a:srgbClr val="FF0000"/>
              </a:solidFill>
            </a:endParaRPr>
          </a:p>
          <a:p>
            <a:pPr>
              <a:spcBef>
                <a:spcPts val="0"/>
              </a:spcBef>
              <a:spcAft>
                <a:spcPts val="0"/>
              </a:spcAft>
            </a:pPr>
            <a:r>
              <a:rPr lang="zh-CN" altLang="en-US" dirty="0"/>
              <a:t>随机变量及其分布（一）（授课人：曾华琳；总时长：</a:t>
            </a:r>
            <a:r>
              <a:rPr lang="en-US" altLang="zh-CN" dirty="0"/>
              <a:t>1</a:t>
            </a:r>
            <a:r>
              <a:rPr lang="zh-CN" altLang="en-US" dirty="0"/>
              <a:t>小时</a:t>
            </a:r>
            <a:r>
              <a:rPr lang="en-US" altLang="zh-CN" dirty="0"/>
              <a:t>26</a:t>
            </a:r>
            <a:r>
              <a:rPr lang="zh-CN" altLang="en-US" dirty="0"/>
              <a:t>分） </a:t>
            </a:r>
            <a:endParaRPr lang="zh-CN" altLang="en-US" dirty="0"/>
          </a:p>
          <a:p>
            <a:pPr>
              <a:spcBef>
                <a:spcPts val="0"/>
              </a:spcBef>
              <a:spcAft>
                <a:spcPts val="0"/>
              </a:spcAft>
            </a:pPr>
            <a:r>
              <a:rPr lang="en-US" altLang="zh-CN" dirty="0"/>
              <a:t>• </a:t>
            </a:r>
            <a:r>
              <a:rPr lang="zh-CN" altLang="en-US" dirty="0"/>
              <a:t>学习什么是随机变量，为什么要引入随机变量；</a:t>
            </a:r>
            <a:r>
              <a:rPr lang="en-US" altLang="zh-CN" dirty="0"/>
              <a:t>• </a:t>
            </a:r>
            <a:r>
              <a:rPr lang="zh-CN" altLang="en-US" dirty="0"/>
              <a:t>了解随机变量的两种类型；</a:t>
            </a:r>
            <a:r>
              <a:rPr lang="en-US" altLang="zh-CN" dirty="0"/>
              <a:t>• </a:t>
            </a:r>
            <a:r>
              <a:rPr lang="zh-CN" altLang="en-US" dirty="0"/>
              <a:t>学习三种典型的离散型随机变量；</a:t>
            </a:r>
            <a:r>
              <a:rPr lang="en-US" altLang="zh-CN" dirty="0"/>
              <a:t>• </a:t>
            </a:r>
            <a:r>
              <a:rPr lang="zh-CN" altLang="en-US" dirty="0"/>
              <a:t>系统学习两点分布（</a:t>
            </a:r>
            <a:r>
              <a:rPr lang="en-US" altLang="zh-CN" dirty="0"/>
              <a:t>0-1</a:t>
            </a:r>
            <a:r>
              <a:rPr lang="zh-CN" altLang="en-US" dirty="0"/>
              <a:t>分布），二项分布，泊松分布，比较三种分布的关系，体会三种离散型分布之间的递进关系与联系；</a:t>
            </a:r>
            <a:r>
              <a:rPr lang="en-US" altLang="zh-CN" dirty="0"/>
              <a:t>• </a:t>
            </a:r>
            <a:r>
              <a:rPr lang="zh-CN" altLang="en-US" dirty="0"/>
              <a:t>学习</a:t>
            </a:r>
            <a:r>
              <a:rPr lang="en-US" altLang="zh-CN" dirty="0"/>
              <a:t>n</a:t>
            </a:r>
            <a:r>
              <a:rPr lang="zh-CN" altLang="en-US" dirty="0"/>
              <a:t>重伯努利试验的重要性，并能用其进行解题，仔细学习本将中的例子；</a:t>
            </a:r>
            <a:r>
              <a:rPr lang="en-US" altLang="zh-CN" dirty="0"/>
              <a:t>• </a:t>
            </a:r>
            <a:r>
              <a:rPr lang="zh-CN" altLang="en-US" dirty="0"/>
              <a:t>学习关于随机变量的分布函数，这个是个难点，如何理解是关键。</a:t>
            </a:r>
            <a:endParaRPr lang="zh-CN" altLang="en-US" dirty="0"/>
          </a:p>
          <a:p>
            <a:pPr>
              <a:spcBef>
                <a:spcPts val="0"/>
              </a:spcBef>
              <a:spcAft>
                <a:spcPts val="0"/>
              </a:spcAft>
            </a:pPr>
            <a:r>
              <a:rPr lang="zh-CN" altLang="en-US" dirty="0"/>
              <a:t>课时</a:t>
            </a:r>
            <a:endParaRPr lang="zh-CN" altLang="en-US" dirty="0"/>
          </a:p>
          <a:p>
            <a:pPr>
              <a:spcBef>
                <a:spcPts val="0"/>
              </a:spcBef>
              <a:spcAft>
                <a:spcPts val="0"/>
              </a:spcAft>
            </a:pPr>
            <a:r>
              <a:rPr lang="en-US" altLang="zh-CN" dirty="0"/>
              <a:t>3.1</a:t>
            </a:r>
            <a:r>
              <a:rPr lang="zh-CN" altLang="en-US" dirty="0"/>
              <a:t>随机变量的概念</a:t>
            </a:r>
            <a:endParaRPr lang="zh-CN" altLang="en-US" dirty="0"/>
          </a:p>
          <a:p>
            <a:pPr>
              <a:spcBef>
                <a:spcPts val="0"/>
              </a:spcBef>
              <a:spcAft>
                <a:spcPts val="0"/>
              </a:spcAft>
            </a:pPr>
            <a:r>
              <a:rPr lang="en-US" altLang="zh-CN" dirty="0"/>
              <a:t>3.2</a:t>
            </a:r>
            <a:r>
              <a:rPr lang="zh-CN" altLang="en-US" dirty="0"/>
              <a:t>离散型随机变量定义</a:t>
            </a:r>
            <a:endParaRPr lang="zh-CN" altLang="en-US" dirty="0"/>
          </a:p>
          <a:p>
            <a:pPr>
              <a:spcBef>
                <a:spcPts val="0"/>
              </a:spcBef>
              <a:spcAft>
                <a:spcPts val="0"/>
              </a:spcAft>
            </a:pPr>
            <a:r>
              <a:rPr lang="en-US" altLang="zh-CN" dirty="0"/>
              <a:t>3.3</a:t>
            </a:r>
            <a:r>
              <a:rPr lang="zh-CN" altLang="en-US" dirty="0"/>
              <a:t>两点分布与二项分布</a:t>
            </a:r>
            <a:endParaRPr lang="zh-CN" altLang="en-US" dirty="0"/>
          </a:p>
          <a:p>
            <a:pPr>
              <a:spcBef>
                <a:spcPts val="0"/>
              </a:spcBef>
              <a:spcAft>
                <a:spcPts val="0"/>
              </a:spcAft>
            </a:pPr>
            <a:r>
              <a:rPr lang="en-US" altLang="zh-CN" dirty="0"/>
              <a:t>3.4</a:t>
            </a:r>
            <a:r>
              <a:rPr lang="zh-CN" altLang="en-US" dirty="0"/>
              <a:t>泊松分布</a:t>
            </a:r>
            <a:endParaRPr lang="zh-CN" altLang="en-US" dirty="0"/>
          </a:p>
          <a:p>
            <a:pPr>
              <a:spcBef>
                <a:spcPts val="0"/>
              </a:spcBef>
            </a:pPr>
            <a:r>
              <a:rPr lang="en-US" altLang="zh-CN" dirty="0"/>
              <a:t>3.5</a:t>
            </a:r>
            <a:r>
              <a:rPr lang="zh-CN" altLang="en-US" dirty="0"/>
              <a:t>随机变量的分布函数</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4" name="Rectangle 6">
            <a:hlinkClick r:id="" action="ppaction://hlinkshowjump?jump=endshow" highlightClick="1"/>
          </p:cNvPr>
          <p:cNvSpPr>
            <a:spLocks noChangeArrowheads="1"/>
          </p:cNvSpPr>
          <p:nvPr/>
        </p:nvSpPr>
        <p:spPr bwMode="auto">
          <a:xfrm>
            <a:off x="2423592" y="356344"/>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kumimoji="1" sz="4400">
                <a:solidFill>
                  <a:schemeClr val="tx2"/>
                </a:solidFill>
                <a:latin typeface="Times New Roman" panose="02020603050405020304" pitchFamily="18" charset="0"/>
                <a:ea typeface="宋体" panose="02010600030101010101" pitchFamily="2" charset="-122"/>
              </a:defRPr>
            </a:lvl1pPr>
            <a:lvl2pPr algn="ctr">
              <a:defRPr kumimoji="1" sz="4400">
                <a:solidFill>
                  <a:schemeClr val="tx2"/>
                </a:solidFill>
                <a:latin typeface="Times New Roman" panose="02020603050405020304" pitchFamily="18" charset="0"/>
                <a:ea typeface="宋体" panose="02010600030101010101" pitchFamily="2" charset="-122"/>
              </a:defRPr>
            </a:lvl2pPr>
            <a:lvl3pPr algn="ctr">
              <a:defRPr kumimoji="1" sz="4400">
                <a:solidFill>
                  <a:schemeClr val="tx2"/>
                </a:solidFill>
                <a:latin typeface="Times New Roman" panose="02020603050405020304" pitchFamily="18" charset="0"/>
                <a:ea typeface="宋体" panose="02010600030101010101" pitchFamily="2" charset="-122"/>
              </a:defRPr>
            </a:lvl3pPr>
            <a:lvl4pPr algn="ctr">
              <a:defRPr kumimoji="1" sz="4400">
                <a:solidFill>
                  <a:schemeClr val="tx2"/>
                </a:solidFill>
                <a:latin typeface="Times New Roman" panose="02020603050405020304" pitchFamily="18" charset="0"/>
                <a:ea typeface="宋体" panose="02010600030101010101" pitchFamily="2" charset="-122"/>
              </a:defRPr>
            </a:lvl4pPr>
            <a:lvl5pPr algn="ct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b="1" dirty="0">
                <a:solidFill>
                  <a:schemeClr val="tx1"/>
                </a:solidFill>
                <a:latin typeface="宋体" panose="02010600030101010101" pitchFamily="2" charset="-122"/>
              </a:rPr>
              <a:t>第二章  随机变量及其分布</a:t>
            </a:r>
            <a:endParaRPr lang="zh-CN" altLang="en-US" b="1" dirty="0">
              <a:solidFill>
                <a:schemeClr val="tx1"/>
              </a:solidFill>
              <a:latin typeface="宋体" panose="02010600030101010101" pitchFamily="2" charset="-122"/>
            </a:endParaRPr>
          </a:p>
        </p:txBody>
      </p:sp>
      <p:sp>
        <p:nvSpPr>
          <p:cNvPr id="27655" name="Rectangle 7"/>
          <p:cNvSpPr>
            <a:spLocks noChangeArrowheads="1"/>
          </p:cNvSpPr>
          <p:nvPr/>
        </p:nvSpPr>
        <p:spPr bwMode="auto">
          <a:xfrm>
            <a:off x="479376" y="1844824"/>
            <a:ext cx="7161212" cy="322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Aft>
                <a:spcPts val="0"/>
              </a:spcAft>
              <a:buClr>
                <a:schemeClr val="accent1"/>
              </a:buClr>
              <a:buNone/>
            </a:pPr>
            <a:r>
              <a:rPr lang="zh-CN" altLang="en-US" sz="2400" dirty="0">
                <a:latin typeface="宋体" panose="02010600030101010101" pitchFamily="2" charset="-122"/>
              </a:rPr>
              <a:t>第一节  随机变量</a:t>
            </a:r>
            <a:endParaRPr lang="zh-CN" altLang="en-US" sz="2400" dirty="0">
              <a:latin typeface="宋体" panose="02010600030101010101" pitchFamily="2" charset="-122"/>
            </a:endParaRPr>
          </a:p>
          <a:p>
            <a:pPr>
              <a:spcBef>
                <a:spcPts val="20"/>
              </a:spcBef>
              <a:spcAft>
                <a:spcPts val="0"/>
              </a:spcAft>
              <a:buClr>
                <a:schemeClr val="accent1"/>
              </a:buClr>
              <a:buNone/>
            </a:pPr>
            <a:r>
              <a:rPr lang="zh-CN" altLang="en-US" sz="2400" dirty="0">
                <a:latin typeface="宋体" panose="02010600030101010101" pitchFamily="2" charset="-122"/>
              </a:rPr>
              <a:t>第二节  离散型随机变量及其分布律</a:t>
            </a:r>
            <a:endParaRPr lang="zh-CN" altLang="en-US" sz="2400" dirty="0">
              <a:latin typeface="宋体" panose="02010600030101010101" pitchFamily="2" charset="-122"/>
            </a:endParaRPr>
          </a:p>
          <a:p>
            <a:pPr>
              <a:spcBef>
                <a:spcPts val="20"/>
              </a:spcBef>
              <a:spcAft>
                <a:spcPts val="0"/>
              </a:spcAft>
              <a:buClr>
                <a:schemeClr val="accent1"/>
              </a:buClr>
              <a:buNone/>
            </a:pPr>
            <a:r>
              <a:rPr lang="zh-CN" altLang="en-US" sz="2400" dirty="0">
                <a:latin typeface="宋体" panose="02010600030101010101" pitchFamily="2" charset="-122"/>
              </a:rPr>
              <a:t>第三节  随机变量的分布函数</a:t>
            </a:r>
            <a:endParaRPr lang="zh-CN" altLang="en-US" sz="2400" dirty="0">
              <a:latin typeface="宋体" panose="02010600030101010101" pitchFamily="2" charset="-122"/>
            </a:endParaRPr>
          </a:p>
          <a:p>
            <a:pPr>
              <a:spcBef>
                <a:spcPts val="20"/>
              </a:spcBef>
              <a:spcAft>
                <a:spcPts val="0"/>
              </a:spcAft>
              <a:buClr>
                <a:schemeClr val="accent1"/>
              </a:buClr>
              <a:buNone/>
            </a:pPr>
            <a:r>
              <a:rPr lang="zh-CN" altLang="en-US" sz="2400" dirty="0">
                <a:latin typeface="宋体" panose="02010600030101010101" pitchFamily="2" charset="-122"/>
              </a:rPr>
              <a:t>第四节  连续型随机变量及其概率密度</a:t>
            </a:r>
            <a:endParaRPr lang="zh-CN" altLang="en-US" sz="2400" dirty="0">
              <a:latin typeface="宋体" panose="02010600030101010101" pitchFamily="2" charset="-122"/>
            </a:endParaRPr>
          </a:p>
          <a:p>
            <a:pPr>
              <a:spcBef>
                <a:spcPts val="20"/>
              </a:spcBef>
              <a:buClr>
                <a:schemeClr val="accent1"/>
              </a:buClr>
              <a:buNone/>
            </a:pPr>
            <a:r>
              <a:rPr lang="zh-CN" altLang="en-US" sz="2400" dirty="0">
                <a:latin typeface="宋体" panose="02010600030101010101" pitchFamily="2" charset="-122"/>
              </a:rPr>
              <a:t>第五节  随机变量函数的分布</a:t>
            </a:r>
            <a:endParaRPr lang="zh-CN" altLang="en-US" sz="2400" dirty="0">
              <a:latin typeface="宋体" panose="02010600030101010101" pitchFamily="2" charset="-122"/>
            </a:endParaRPr>
          </a:p>
        </p:txBody>
      </p:sp>
      <p:sp>
        <p:nvSpPr>
          <p:cNvPr id="10" name="矩形 9"/>
          <p:cNvSpPr/>
          <p:nvPr/>
        </p:nvSpPr>
        <p:spPr>
          <a:xfrm>
            <a:off x="5951984" y="1700808"/>
            <a:ext cx="6096000" cy="4523105"/>
          </a:xfrm>
          <a:prstGeom prst="rect">
            <a:avLst/>
          </a:prstGeom>
        </p:spPr>
        <p:txBody>
          <a:bodyPr>
            <a:spAutoFit/>
          </a:bodyPr>
          <a:lstStyle/>
          <a:p>
            <a:pPr>
              <a:spcAft>
                <a:spcPts val="0"/>
              </a:spcAft>
            </a:pPr>
            <a:r>
              <a:rPr lang="en-US" altLang="zh-CN" b="1" dirty="0">
                <a:solidFill>
                  <a:srgbClr val="FF0000"/>
                </a:solidFill>
              </a:rPr>
              <a:t>04</a:t>
            </a:r>
            <a:endParaRPr lang="en-US" altLang="zh-CN" b="1" dirty="0">
              <a:solidFill>
                <a:srgbClr val="FF0000"/>
              </a:solidFill>
            </a:endParaRPr>
          </a:p>
          <a:p>
            <a:pPr>
              <a:spcBef>
                <a:spcPts val="0"/>
              </a:spcBef>
              <a:spcAft>
                <a:spcPts val="0"/>
              </a:spcAft>
            </a:pPr>
            <a:r>
              <a:rPr lang="zh-CN" altLang="en-US" dirty="0"/>
              <a:t>随机变量及其分布（二）（授课人：曾华琳；总时长：</a:t>
            </a:r>
            <a:r>
              <a:rPr lang="en-US" altLang="zh-CN" dirty="0"/>
              <a:t>1</a:t>
            </a:r>
            <a:r>
              <a:rPr lang="zh-CN" altLang="en-US" dirty="0"/>
              <a:t>小时</a:t>
            </a:r>
            <a:r>
              <a:rPr lang="en-US" altLang="zh-CN" dirty="0"/>
              <a:t>17</a:t>
            </a:r>
            <a:r>
              <a:rPr lang="zh-CN" altLang="en-US" dirty="0"/>
              <a:t>分） </a:t>
            </a:r>
            <a:endParaRPr lang="zh-CN" altLang="en-US" dirty="0"/>
          </a:p>
          <a:p>
            <a:pPr>
              <a:spcBef>
                <a:spcPts val="0"/>
              </a:spcBef>
              <a:spcAft>
                <a:spcPts val="0"/>
              </a:spcAft>
            </a:pPr>
            <a:r>
              <a:rPr lang="en-US" altLang="zh-CN" dirty="0"/>
              <a:t>• </a:t>
            </a:r>
            <a:r>
              <a:rPr lang="zh-CN" altLang="en-US" dirty="0"/>
              <a:t>学习什么是连续型随机变量以及用于表示连续型随机变量的函数</a:t>
            </a:r>
            <a:r>
              <a:rPr lang="en-US" altLang="zh-CN" dirty="0"/>
              <a:t>—</a:t>
            </a:r>
            <a:r>
              <a:rPr lang="zh-CN" altLang="en-US" dirty="0"/>
              <a:t>概率密度函数；</a:t>
            </a:r>
            <a:r>
              <a:rPr lang="en-US" altLang="zh-CN" dirty="0"/>
              <a:t>• </a:t>
            </a:r>
            <a:r>
              <a:rPr lang="zh-CN" altLang="en-US" dirty="0"/>
              <a:t>学习三种典型的连续型随机变量；</a:t>
            </a:r>
            <a:r>
              <a:rPr lang="en-US" altLang="zh-CN" dirty="0"/>
              <a:t>• </a:t>
            </a:r>
            <a:r>
              <a:rPr lang="zh-CN" altLang="en-US" dirty="0"/>
              <a:t>系统学习均匀分布，指数分布，正态分布；</a:t>
            </a:r>
            <a:r>
              <a:rPr lang="en-US" altLang="zh-CN" dirty="0"/>
              <a:t>• </a:t>
            </a:r>
            <a:r>
              <a:rPr lang="zh-CN" altLang="en-US" dirty="0"/>
              <a:t>对于三种连续性分布函数，要分别掌握的是它们的概率密度函数形式，计算方式，特有的性质，以及常见题型解题方法；</a:t>
            </a:r>
            <a:r>
              <a:rPr lang="en-US" altLang="zh-CN" dirty="0"/>
              <a:t>• </a:t>
            </a:r>
            <a:r>
              <a:rPr lang="zh-CN" altLang="en-US" dirty="0"/>
              <a:t>学习关于随机变量函数的分布，如何求解离散型随机变量的函数的分布，以及如何用公式法和定义法求解连续型随机变量的函数的分布，这个是个难点，如何理解是关键。</a:t>
            </a:r>
            <a:endParaRPr lang="zh-CN" altLang="en-US" dirty="0"/>
          </a:p>
          <a:p>
            <a:pPr>
              <a:spcBef>
                <a:spcPts val="0"/>
              </a:spcBef>
              <a:spcAft>
                <a:spcPts val="0"/>
              </a:spcAft>
            </a:pPr>
            <a:r>
              <a:rPr lang="zh-CN" altLang="en-US" dirty="0"/>
              <a:t>课时</a:t>
            </a:r>
            <a:endParaRPr lang="zh-CN" altLang="en-US" dirty="0"/>
          </a:p>
          <a:p>
            <a:pPr>
              <a:spcBef>
                <a:spcPts val="0"/>
              </a:spcBef>
              <a:spcAft>
                <a:spcPts val="0"/>
              </a:spcAft>
            </a:pPr>
            <a:r>
              <a:rPr lang="en-US" altLang="zh-CN" dirty="0"/>
              <a:t>4.1</a:t>
            </a:r>
            <a:r>
              <a:rPr lang="zh-CN" altLang="en-US" dirty="0"/>
              <a:t>连续型随机变量及其概率密度</a:t>
            </a:r>
            <a:endParaRPr lang="zh-CN" altLang="en-US" dirty="0"/>
          </a:p>
          <a:p>
            <a:pPr>
              <a:spcBef>
                <a:spcPts val="0"/>
              </a:spcBef>
              <a:spcAft>
                <a:spcPts val="0"/>
              </a:spcAft>
            </a:pPr>
            <a:r>
              <a:rPr lang="en-US" altLang="zh-CN" dirty="0"/>
              <a:t>4.2</a:t>
            </a:r>
            <a:r>
              <a:rPr lang="zh-CN" altLang="en-US" dirty="0"/>
              <a:t>均匀分布与指数分布</a:t>
            </a:r>
            <a:endParaRPr lang="zh-CN" altLang="en-US" dirty="0"/>
          </a:p>
          <a:p>
            <a:pPr>
              <a:spcBef>
                <a:spcPts val="0"/>
              </a:spcBef>
              <a:spcAft>
                <a:spcPts val="0"/>
              </a:spcAft>
            </a:pPr>
            <a:r>
              <a:rPr lang="en-US" altLang="zh-CN" dirty="0"/>
              <a:t>4.3</a:t>
            </a:r>
            <a:r>
              <a:rPr lang="zh-CN" altLang="en-US" dirty="0"/>
              <a:t>正态分布</a:t>
            </a:r>
            <a:endParaRPr lang="zh-CN" altLang="en-US" dirty="0"/>
          </a:p>
          <a:p>
            <a:pPr>
              <a:spcBef>
                <a:spcPts val="0"/>
              </a:spcBef>
            </a:pPr>
            <a:r>
              <a:rPr lang="en-US" altLang="zh-CN" dirty="0"/>
              <a:t>4.4</a:t>
            </a:r>
            <a:r>
              <a:rPr lang="zh-CN" altLang="en-US" dirty="0"/>
              <a:t>随机变量函数的分布</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5">
            <a:hlinkClick r:id="" action="ppaction://hlinkshowjump?jump=endshow" highlightClick="1"/>
          </p:cNvPr>
          <p:cNvSpPr>
            <a:spLocks noChangeArrowheads="1"/>
          </p:cNvSpPr>
          <p:nvPr/>
        </p:nvSpPr>
        <p:spPr bwMode="auto">
          <a:xfrm>
            <a:off x="2279576" y="336335"/>
            <a:ext cx="8064896"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kumimoji="1" sz="4400">
                <a:solidFill>
                  <a:schemeClr val="tx2"/>
                </a:solidFill>
                <a:latin typeface="Times New Roman" panose="02020603050405020304" pitchFamily="18" charset="0"/>
                <a:ea typeface="宋体" panose="02010600030101010101" pitchFamily="2" charset="-122"/>
              </a:defRPr>
            </a:lvl1pPr>
            <a:lvl2pPr algn="ctr">
              <a:defRPr kumimoji="1" sz="4400">
                <a:solidFill>
                  <a:schemeClr val="tx2"/>
                </a:solidFill>
                <a:latin typeface="Times New Roman" panose="02020603050405020304" pitchFamily="18" charset="0"/>
                <a:ea typeface="宋体" panose="02010600030101010101" pitchFamily="2" charset="-122"/>
              </a:defRPr>
            </a:lvl2pPr>
            <a:lvl3pPr algn="ctr">
              <a:defRPr kumimoji="1" sz="4400">
                <a:solidFill>
                  <a:schemeClr val="tx2"/>
                </a:solidFill>
                <a:latin typeface="Times New Roman" panose="02020603050405020304" pitchFamily="18" charset="0"/>
                <a:ea typeface="宋体" panose="02010600030101010101" pitchFamily="2" charset="-122"/>
              </a:defRPr>
            </a:lvl3pPr>
            <a:lvl4pPr algn="ctr">
              <a:defRPr kumimoji="1" sz="4400">
                <a:solidFill>
                  <a:schemeClr val="tx2"/>
                </a:solidFill>
                <a:latin typeface="Times New Roman" panose="02020603050405020304" pitchFamily="18" charset="0"/>
                <a:ea typeface="宋体" panose="02010600030101010101" pitchFamily="2" charset="-122"/>
              </a:defRPr>
            </a:lvl4pPr>
            <a:lvl5pPr algn="ct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b="1" dirty="0">
                <a:solidFill>
                  <a:schemeClr val="tx1"/>
                </a:solidFill>
                <a:latin typeface="宋体" panose="02010600030101010101" pitchFamily="2" charset="-122"/>
              </a:rPr>
              <a:t>第三章  多维随机变量及其分布</a:t>
            </a:r>
            <a:endParaRPr lang="zh-CN" altLang="en-US" b="1" dirty="0">
              <a:solidFill>
                <a:schemeClr val="tx1"/>
              </a:solidFill>
              <a:latin typeface="宋体" panose="02010600030101010101" pitchFamily="2" charset="-122"/>
            </a:endParaRPr>
          </a:p>
        </p:txBody>
      </p:sp>
      <p:sp>
        <p:nvSpPr>
          <p:cNvPr id="30726" name="Rectangle 6"/>
          <p:cNvSpPr>
            <a:spLocks noChangeArrowheads="1"/>
          </p:cNvSpPr>
          <p:nvPr/>
        </p:nvSpPr>
        <p:spPr bwMode="auto">
          <a:xfrm>
            <a:off x="479376" y="2060848"/>
            <a:ext cx="7161212" cy="322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Aft>
                <a:spcPts val="0"/>
              </a:spcAft>
              <a:buClr>
                <a:schemeClr val="accent1"/>
              </a:buClr>
              <a:buNone/>
            </a:pPr>
            <a:r>
              <a:rPr lang="zh-CN" altLang="en-US" sz="2400" dirty="0">
                <a:latin typeface="宋体" panose="02010600030101010101" pitchFamily="2" charset="-122"/>
              </a:rPr>
              <a:t>第一节  二维随机变量</a:t>
            </a:r>
            <a:endParaRPr lang="zh-CN" altLang="en-US" sz="2400" dirty="0">
              <a:latin typeface="宋体" panose="02010600030101010101" pitchFamily="2" charset="-122"/>
            </a:endParaRPr>
          </a:p>
          <a:p>
            <a:pPr>
              <a:spcBef>
                <a:spcPts val="20"/>
              </a:spcBef>
              <a:spcAft>
                <a:spcPts val="0"/>
              </a:spcAft>
              <a:buClr>
                <a:schemeClr val="accent1"/>
              </a:buClr>
              <a:buNone/>
            </a:pPr>
            <a:r>
              <a:rPr lang="zh-CN" altLang="en-US" sz="2400" dirty="0">
                <a:latin typeface="宋体" panose="02010600030101010101" pitchFamily="2" charset="-122"/>
              </a:rPr>
              <a:t>第二节  边缘分布</a:t>
            </a:r>
            <a:endParaRPr lang="zh-CN" altLang="en-US" sz="2400" dirty="0">
              <a:latin typeface="宋体" panose="02010600030101010101" pitchFamily="2" charset="-122"/>
            </a:endParaRPr>
          </a:p>
          <a:p>
            <a:pPr>
              <a:spcBef>
                <a:spcPts val="20"/>
              </a:spcBef>
              <a:spcAft>
                <a:spcPts val="0"/>
              </a:spcAft>
              <a:buClr>
                <a:schemeClr val="accent1"/>
              </a:buClr>
              <a:buNone/>
            </a:pPr>
            <a:r>
              <a:rPr lang="zh-CN" altLang="en-US" sz="2400" dirty="0">
                <a:latin typeface="宋体" panose="02010600030101010101" pitchFamily="2" charset="-122"/>
              </a:rPr>
              <a:t>第三节  条件分布</a:t>
            </a:r>
            <a:endParaRPr lang="zh-CN" altLang="en-US" sz="2400" dirty="0">
              <a:latin typeface="宋体" panose="02010600030101010101" pitchFamily="2" charset="-122"/>
            </a:endParaRPr>
          </a:p>
          <a:p>
            <a:pPr>
              <a:spcBef>
                <a:spcPts val="20"/>
              </a:spcBef>
              <a:spcAft>
                <a:spcPts val="0"/>
              </a:spcAft>
              <a:buClr>
                <a:schemeClr val="accent1"/>
              </a:buClr>
              <a:buNone/>
            </a:pPr>
            <a:r>
              <a:rPr lang="zh-CN" altLang="en-US" sz="2400" dirty="0">
                <a:latin typeface="宋体" panose="02010600030101010101" pitchFamily="2" charset="-122"/>
              </a:rPr>
              <a:t>第四节  相互独立的随机变量</a:t>
            </a:r>
            <a:endParaRPr lang="zh-CN" altLang="en-US" sz="2400" dirty="0">
              <a:latin typeface="宋体" panose="02010600030101010101" pitchFamily="2" charset="-122"/>
            </a:endParaRPr>
          </a:p>
          <a:p>
            <a:pPr>
              <a:spcBef>
                <a:spcPts val="20"/>
              </a:spcBef>
              <a:buClr>
                <a:schemeClr val="accent1"/>
              </a:buClr>
              <a:buNone/>
            </a:pPr>
            <a:r>
              <a:rPr lang="zh-CN" altLang="en-US" sz="2400" dirty="0">
                <a:latin typeface="宋体" panose="02010600030101010101" pitchFamily="2" charset="-122"/>
              </a:rPr>
              <a:t>第五节  两个随机变量的函数的分布</a:t>
            </a:r>
            <a:endParaRPr lang="zh-CN" altLang="en-US" sz="2400" dirty="0">
              <a:latin typeface="宋体" panose="02010600030101010101" pitchFamily="2" charset="-122"/>
            </a:endParaRPr>
          </a:p>
        </p:txBody>
      </p:sp>
      <p:sp>
        <p:nvSpPr>
          <p:cNvPr id="3" name="矩形 2"/>
          <p:cNvSpPr/>
          <p:nvPr/>
        </p:nvSpPr>
        <p:spPr>
          <a:xfrm>
            <a:off x="5879976" y="1502688"/>
            <a:ext cx="6096000" cy="5354320"/>
          </a:xfrm>
          <a:prstGeom prst="rect">
            <a:avLst/>
          </a:prstGeom>
        </p:spPr>
        <p:txBody>
          <a:bodyPr>
            <a:spAutoFit/>
          </a:bodyPr>
          <a:lstStyle/>
          <a:p>
            <a:pPr>
              <a:spcAft>
                <a:spcPts val="0"/>
              </a:spcAft>
            </a:pPr>
            <a:r>
              <a:rPr lang="en-US" altLang="zh-CN" b="1" dirty="0">
                <a:solidFill>
                  <a:srgbClr val="FF0000"/>
                </a:solidFill>
              </a:rPr>
              <a:t>05</a:t>
            </a:r>
            <a:endParaRPr lang="en-US" altLang="zh-CN" b="1" dirty="0">
              <a:solidFill>
                <a:srgbClr val="FF0000"/>
              </a:solidFill>
            </a:endParaRPr>
          </a:p>
          <a:p>
            <a:pPr>
              <a:spcBef>
                <a:spcPts val="0"/>
              </a:spcBef>
              <a:spcAft>
                <a:spcPts val="0"/>
              </a:spcAft>
            </a:pPr>
            <a:r>
              <a:rPr lang="zh-CN" altLang="en-US" dirty="0"/>
              <a:t>多维随机变量及其分布（一）（授课人：郑旭玲；总时长：</a:t>
            </a:r>
            <a:r>
              <a:rPr lang="en-US" altLang="zh-CN" dirty="0"/>
              <a:t>50</a:t>
            </a:r>
            <a:r>
              <a:rPr lang="zh-CN" altLang="en-US" dirty="0"/>
              <a:t>分钟） </a:t>
            </a:r>
            <a:endParaRPr lang="zh-CN" altLang="en-US" dirty="0"/>
          </a:p>
          <a:p>
            <a:pPr>
              <a:spcBef>
                <a:spcPts val="0"/>
              </a:spcBef>
              <a:spcAft>
                <a:spcPts val="0"/>
              </a:spcAft>
            </a:pPr>
            <a:r>
              <a:rPr lang="en-US" altLang="zh-CN" dirty="0"/>
              <a:t>• </a:t>
            </a:r>
            <a:r>
              <a:rPr lang="zh-CN" altLang="en-US" dirty="0"/>
              <a:t>学习什么是多维随机变量，为什么要引入多维随机变量；</a:t>
            </a:r>
            <a:r>
              <a:rPr lang="en-US" altLang="zh-CN" dirty="0"/>
              <a:t>• </a:t>
            </a:r>
            <a:r>
              <a:rPr lang="zh-CN" altLang="en-US" dirty="0"/>
              <a:t>学习二维随机变量以及二维随机变量的联合分布函数形式、性质及计算方法； </a:t>
            </a:r>
            <a:r>
              <a:rPr lang="en-US" altLang="zh-CN" dirty="0"/>
              <a:t>• </a:t>
            </a:r>
            <a:r>
              <a:rPr lang="zh-CN" altLang="en-US" dirty="0"/>
              <a:t>对于二维离散型随机变量，掌握它们的联合分布律和边缘分布律的性质、计算和相互关系；</a:t>
            </a:r>
            <a:r>
              <a:rPr lang="en-US" altLang="zh-CN" dirty="0"/>
              <a:t>• </a:t>
            </a:r>
            <a:r>
              <a:rPr lang="zh-CN" altLang="en-US" dirty="0"/>
              <a:t>对于二维连续型随机变量，掌握它们的联合概率密度和边缘概率密度的性质、计算和相互关系；学会如何利用联合分布与联合密度的关系，从一个函数求出另一个函数。这是本周的一个难点。</a:t>
            </a:r>
            <a:r>
              <a:rPr lang="en-US" altLang="zh-CN" dirty="0"/>
              <a:t>• </a:t>
            </a:r>
            <a:r>
              <a:rPr lang="zh-CN" altLang="en-US" dirty="0"/>
              <a:t>掌握二维均匀分布，了解二维正态分布的概率密度，理解其中参数的概率意义。</a:t>
            </a:r>
            <a:endParaRPr lang="zh-CN" altLang="en-US" dirty="0"/>
          </a:p>
          <a:p>
            <a:pPr>
              <a:spcBef>
                <a:spcPts val="0"/>
              </a:spcBef>
              <a:spcAft>
                <a:spcPts val="0"/>
              </a:spcAft>
            </a:pPr>
            <a:r>
              <a:rPr lang="zh-CN" altLang="en-US" dirty="0"/>
              <a:t>课时</a:t>
            </a:r>
            <a:endParaRPr lang="zh-CN" altLang="en-US" dirty="0"/>
          </a:p>
          <a:p>
            <a:pPr>
              <a:spcBef>
                <a:spcPts val="0"/>
              </a:spcBef>
              <a:spcAft>
                <a:spcPts val="0"/>
              </a:spcAft>
            </a:pPr>
            <a:r>
              <a:rPr lang="en-US" altLang="zh-CN" dirty="0"/>
              <a:t>5.1</a:t>
            </a:r>
            <a:r>
              <a:rPr lang="zh-CN" altLang="en-US" dirty="0"/>
              <a:t>二维随机变量及其分布函数</a:t>
            </a:r>
            <a:endParaRPr lang="zh-CN" altLang="en-US" dirty="0"/>
          </a:p>
          <a:p>
            <a:pPr>
              <a:spcBef>
                <a:spcPts val="0"/>
              </a:spcBef>
              <a:spcAft>
                <a:spcPts val="0"/>
              </a:spcAft>
            </a:pPr>
            <a:r>
              <a:rPr lang="en-US" altLang="zh-CN" dirty="0"/>
              <a:t>5.2</a:t>
            </a:r>
            <a:r>
              <a:rPr lang="zh-CN" altLang="en-US" dirty="0"/>
              <a:t>二维离散型随机变量</a:t>
            </a:r>
            <a:endParaRPr lang="zh-CN" altLang="en-US" dirty="0"/>
          </a:p>
          <a:p>
            <a:pPr>
              <a:spcBef>
                <a:spcPts val="0"/>
              </a:spcBef>
              <a:spcAft>
                <a:spcPts val="0"/>
              </a:spcAft>
            </a:pPr>
            <a:r>
              <a:rPr lang="en-US" altLang="zh-CN" dirty="0"/>
              <a:t>5.3</a:t>
            </a:r>
            <a:r>
              <a:rPr lang="zh-CN" altLang="en-US" dirty="0"/>
              <a:t>二维连续型随机变量</a:t>
            </a:r>
            <a:endParaRPr lang="zh-CN" altLang="en-US" dirty="0"/>
          </a:p>
          <a:p>
            <a:pPr>
              <a:spcBef>
                <a:spcPts val="0"/>
              </a:spcBef>
              <a:spcAft>
                <a:spcPts val="0"/>
              </a:spcAft>
            </a:pPr>
            <a:r>
              <a:rPr lang="en-US" altLang="zh-CN" dirty="0"/>
              <a:t>5.4</a:t>
            </a:r>
            <a:r>
              <a:rPr lang="zh-CN" altLang="en-US" dirty="0"/>
              <a:t>离散型随机变量的边缘分布律</a:t>
            </a:r>
            <a:endParaRPr lang="zh-CN" altLang="en-US" dirty="0"/>
          </a:p>
          <a:p>
            <a:pPr>
              <a:spcBef>
                <a:spcPts val="0"/>
              </a:spcBef>
              <a:spcAft>
                <a:spcPts val="0"/>
              </a:spcAft>
            </a:pPr>
            <a:r>
              <a:rPr lang="en-US" altLang="zh-CN" dirty="0"/>
              <a:t>5.5</a:t>
            </a:r>
            <a:r>
              <a:rPr lang="zh-CN" altLang="en-US" dirty="0"/>
              <a:t>连续型随机变量的边缘概率密度</a:t>
            </a:r>
            <a:endParaRPr lang="zh-CN" altLang="en-US" dirty="0"/>
          </a:p>
          <a:p>
            <a:pPr>
              <a:spcBef>
                <a:spcPts val="0"/>
              </a:spcBef>
            </a:pPr>
            <a:r>
              <a:rPr lang="en-US" altLang="zh-CN" dirty="0"/>
              <a:t>5.6</a:t>
            </a:r>
            <a:r>
              <a:rPr lang="zh-CN" altLang="en-US" dirty="0"/>
              <a:t>二维均匀分布和二维正态分布</a:t>
            </a:r>
            <a:endParaRPr lang="zh-CN" altLang="en-US" dirty="0">
              <a:effectL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5">
            <a:hlinkClick r:id="" action="ppaction://hlinkshowjump?jump=endshow" highlightClick="1"/>
          </p:cNvPr>
          <p:cNvSpPr>
            <a:spLocks noChangeArrowheads="1"/>
          </p:cNvSpPr>
          <p:nvPr/>
        </p:nvSpPr>
        <p:spPr bwMode="auto">
          <a:xfrm>
            <a:off x="2279576" y="332770"/>
            <a:ext cx="8064896"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kumimoji="1" sz="4400">
                <a:solidFill>
                  <a:schemeClr val="tx2"/>
                </a:solidFill>
                <a:latin typeface="Times New Roman" panose="02020603050405020304" pitchFamily="18" charset="0"/>
                <a:ea typeface="宋体" panose="02010600030101010101" pitchFamily="2" charset="-122"/>
              </a:defRPr>
            </a:lvl1pPr>
            <a:lvl2pPr algn="ctr">
              <a:defRPr kumimoji="1" sz="4400">
                <a:solidFill>
                  <a:schemeClr val="tx2"/>
                </a:solidFill>
                <a:latin typeface="Times New Roman" panose="02020603050405020304" pitchFamily="18" charset="0"/>
                <a:ea typeface="宋体" panose="02010600030101010101" pitchFamily="2" charset="-122"/>
              </a:defRPr>
            </a:lvl2pPr>
            <a:lvl3pPr algn="ctr">
              <a:defRPr kumimoji="1" sz="4400">
                <a:solidFill>
                  <a:schemeClr val="tx2"/>
                </a:solidFill>
                <a:latin typeface="Times New Roman" panose="02020603050405020304" pitchFamily="18" charset="0"/>
                <a:ea typeface="宋体" panose="02010600030101010101" pitchFamily="2" charset="-122"/>
              </a:defRPr>
            </a:lvl3pPr>
            <a:lvl4pPr algn="ctr">
              <a:defRPr kumimoji="1" sz="4400">
                <a:solidFill>
                  <a:schemeClr val="tx2"/>
                </a:solidFill>
                <a:latin typeface="Times New Roman" panose="02020603050405020304" pitchFamily="18" charset="0"/>
                <a:ea typeface="宋体" panose="02010600030101010101" pitchFamily="2" charset="-122"/>
              </a:defRPr>
            </a:lvl4pPr>
            <a:lvl5pPr algn="ct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b="1" dirty="0">
                <a:solidFill>
                  <a:schemeClr val="tx1"/>
                </a:solidFill>
                <a:latin typeface="宋体" panose="02010600030101010101" pitchFamily="2" charset="-122"/>
              </a:rPr>
              <a:t>第三章  多维随机变量及其分布</a:t>
            </a:r>
            <a:endParaRPr lang="zh-CN" altLang="en-US" b="1" dirty="0">
              <a:solidFill>
                <a:schemeClr val="tx1"/>
              </a:solidFill>
              <a:latin typeface="宋体" panose="02010600030101010101" pitchFamily="2" charset="-122"/>
            </a:endParaRPr>
          </a:p>
        </p:txBody>
      </p:sp>
      <p:sp>
        <p:nvSpPr>
          <p:cNvPr id="30726" name="Rectangle 6"/>
          <p:cNvSpPr>
            <a:spLocks noChangeArrowheads="1"/>
          </p:cNvSpPr>
          <p:nvPr/>
        </p:nvSpPr>
        <p:spPr bwMode="auto">
          <a:xfrm>
            <a:off x="479376" y="2060848"/>
            <a:ext cx="7161212" cy="322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Aft>
                <a:spcPts val="0"/>
              </a:spcAft>
              <a:buClr>
                <a:schemeClr val="accent1"/>
              </a:buClr>
              <a:buNone/>
            </a:pPr>
            <a:r>
              <a:rPr lang="zh-CN" altLang="en-US" sz="2400" dirty="0">
                <a:latin typeface="宋体" panose="02010600030101010101" pitchFamily="2" charset="-122"/>
              </a:rPr>
              <a:t>第一节  二维随机变量</a:t>
            </a:r>
            <a:endParaRPr lang="zh-CN" altLang="en-US" sz="2400" dirty="0">
              <a:latin typeface="宋体" panose="02010600030101010101" pitchFamily="2" charset="-122"/>
            </a:endParaRPr>
          </a:p>
          <a:p>
            <a:pPr>
              <a:spcBef>
                <a:spcPts val="20"/>
              </a:spcBef>
              <a:spcAft>
                <a:spcPts val="0"/>
              </a:spcAft>
              <a:buClr>
                <a:schemeClr val="accent1"/>
              </a:buClr>
              <a:buNone/>
            </a:pPr>
            <a:r>
              <a:rPr lang="zh-CN" altLang="en-US" sz="2400" dirty="0">
                <a:latin typeface="宋体" panose="02010600030101010101" pitchFamily="2" charset="-122"/>
              </a:rPr>
              <a:t>第二节  边缘分布</a:t>
            </a:r>
            <a:endParaRPr lang="zh-CN" altLang="en-US" sz="2400" dirty="0">
              <a:latin typeface="宋体" panose="02010600030101010101" pitchFamily="2" charset="-122"/>
            </a:endParaRPr>
          </a:p>
          <a:p>
            <a:pPr>
              <a:spcBef>
                <a:spcPts val="20"/>
              </a:spcBef>
              <a:spcAft>
                <a:spcPts val="0"/>
              </a:spcAft>
              <a:buClr>
                <a:schemeClr val="accent1"/>
              </a:buClr>
              <a:buNone/>
            </a:pPr>
            <a:r>
              <a:rPr lang="zh-CN" altLang="en-US" sz="2400" dirty="0">
                <a:latin typeface="宋体" panose="02010600030101010101" pitchFamily="2" charset="-122"/>
              </a:rPr>
              <a:t>第三节  条件分布</a:t>
            </a:r>
            <a:endParaRPr lang="zh-CN" altLang="en-US" sz="2400" dirty="0">
              <a:latin typeface="宋体" panose="02010600030101010101" pitchFamily="2" charset="-122"/>
            </a:endParaRPr>
          </a:p>
          <a:p>
            <a:pPr>
              <a:spcBef>
                <a:spcPts val="20"/>
              </a:spcBef>
              <a:spcAft>
                <a:spcPts val="0"/>
              </a:spcAft>
              <a:buClr>
                <a:schemeClr val="accent1"/>
              </a:buClr>
              <a:buNone/>
            </a:pPr>
            <a:r>
              <a:rPr lang="zh-CN" altLang="en-US" sz="2400" dirty="0">
                <a:latin typeface="宋体" panose="02010600030101010101" pitchFamily="2" charset="-122"/>
              </a:rPr>
              <a:t>第四节  相互独立的随机变量</a:t>
            </a:r>
            <a:endParaRPr lang="zh-CN" altLang="en-US" sz="2400" dirty="0">
              <a:latin typeface="宋体" panose="02010600030101010101" pitchFamily="2" charset="-122"/>
            </a:endParaRPr>
          </a:p>
          <a:p>
            <a:pPr>
              <a:spcBef>
                <a:spcPts val="20"/>
              </a:spcBef>
              <a:buClr>
                <a:schemeClr val="accent1"/>
              </a:buClr>
              <a:buNone/>
            </a:pPr>
            <a:r>
              <a:rPr lang="zh-CN" altLang="en-US" sz="2400" dirty="0">
                <a:latin typeface="宋体" panose="02010600030101010101" pitchFamily="2" charset="-122"/>
              </a:rPr>
              <a:t>第五节  两个随机变量的函数的分布</a:t>
            </a:r>
            <a:endParaRPr lang="zh-CN" altLang="en-US" sz="2400" dirty="0">
              <a:latin typeface="宋体" panose="02010600030101010101" pitchFamily="2" charset="-122"/>
            </a:endParaRPr>
          </a:p>
        </p:txBody>
      </p:sp>
      <p:sp>
        <p:nvSpPr>
          <p:cNvPr id="3" name="矩形 2"/>
          <p:cNvSpPr/>
          <p:nvPr/>
        </p:nvSpPr>
        <p:spPr>
          <a:xfrm>
            <a:off x="5879976" y="1475770"/>
            <a:ext cx="6096000" cy="5354320"/>
          </a:xfrm>
          <a:prstGeom prst="rect">
            <a:avLst/>
          </a:prstGeom>
        </p:spPr>
        <p:txBody>
          <a:bodyPr>
            <a:spAutoFit/>
          </a:bodyPr>
          <a:lstStyle/>
          <a:p>
            <a:pPr>
              <a:spcAft>
                <a:spcPts val="0"/>
              </a:spcAft>
            </a:pPr>
            <a:r>
              <a:rPr lang="en-US" altLang="zh-CN" b="1" dirty="0">
                <a:solidFill>
                  <a:srgbClr val="FF0000"/>
                </a:solidFill>
              </a:rPr>
              <a:t>06</a:t>
            </a:r>
            <a:endParaRPr lang="en-US" altLang="zh-CN" b="1" dirty="0">
              <a:solidFill>
                <a:srgbClr val="FF0000"/>
              </a:solidFill>
            </a:endParaRPr>
          </a:p>
          <a:p>
            <a:pPr>
              <a:spcBef>
                <a:spcPts val="0"/>
              </a:spcBef>
              <a:spcAft>
                <a:spcPts val="0"/>
              </a:spcAft>
            </a:pPr>
            <a:r>
              <a:rPr lang="zh-CN" altLang="en-US" dirty="0"/>
              <a:t>多维随机变量及其分布（二）（授课人：郑旭玲；总时长：</a:t>
            </a:r>
            <a:r>
              <a:rPr lang="en-US" altLang="zh-CN" dirty="0"/>
              <a:t>1</a:t>
            </a:r>
            <a:r>
              <a:rPr lang="zh-CN" altLang="en-US" dirty="0"/>
              <a:t>小时</a:t>
            </a:r>
            <a:r>
              <a:rPr lang="en-US" altLang="zh-CN" dirty="0"/>
              <a:t>15</a:t>
            </a:r>
            <a:r>
              <a:rPr lang="zh-CN" altLang="en-US" dirty="0"/>
              <a:t>分） </a:t>
            </a:r>
            <a:endParaRPr lang="zh-CN" altLang="en-US" dirty="0"/>
          </a:p>
          <a:p>
            <a:pPr>
              <a:spcBef>
                <a:spcPts val="0"/>
              </a:spcBef>
              <a:spcAft>
                <a:spcPts val="0"/>
              </a:spcAft>
            </a:pPr>
            <a:r>
              <a:rPr lang="en-US" altLang="zh-CN" dirty="0"/>
              <a:t>• </a:t>
            </a:r>
            <a:r>
              <a:rPr lang="zh-CN" altLang="en-US" dirty="0"/>
              <a:t>学习二维随机变量的条件分布；对于二维离散型随机变量，掌握它们的条件分布律的性质、计算及其与联合分布律和边缘分布律的相互关系；对于二维连续型随机变量，掌握它们的条件概率密度的性质、计算及其与联合分布函数、联合密度和边缘密度等的相互关系。 </a:t>
            </a:r>
            <a:r>
              <a:rPr lang="en-US" altLang="zh-CN" dirty="0"/>
              <a:t>• </a:t>
            </a:r>
            <a:r>
              <a:rPr lang="zh-CN" altLang="en-US" dirty="0"/>
              <a:t>学习随机变量的独立性，掌握离散型和连续型随机变量独立的条件及其应用；这是本周的一个重点。 </a:t>
            </a:r>
            <a:r>
              <a:rPr lang="en-US" altLang="zh-CN" dirty="0"/>
              <a:t>• </a:t>
            </a:r>
            <a:r>
              <a:rPr lang="zh-CN" altLang="en-US" dirty="0"/>
              <a:t>学习两个随机变量简单函数的分布，掌握如何利用定义法和相关公式（如卷积公式等）求二维随机变量的和、最大值及最小值的分布。</a:t>
            </a:r>
            <a:endParaRPr lang="zh-CN" altLang="en-US" dirty="0"/>
          </a:p>
          <a:p>
            <a:pPr>
              <a:spcBef>
                <a:spcPts val="0"/>
              </a:spcBef>
              <a:spcAft>
                <a:spcPts val="0"/>
              </a:spcAft>
            </a:pPr>
            <a:r>
              <a:rPr lang="zh-CN" altLang="en-US" dirty="0"/>
              <a:t>课时</a:t>
            </a:r>
            <a:endParaRPr lang="zh-CN" altLang="en-US" dirty="0"/>
          </a:p>
          <a:p>
            <a:pPr>
              <a:spcBef>
                <a:spcPts val="0"/>
              </a:spcBef>
              <a:spcAft>
                <a:spcPts val="0"/>
              </a:spcAft>
            </a:pPr>
            <a:r>
              <a:rPr lang="en-US" altLang="zh-CN" dirty="0"/>
              <a:t>6.1</a:t>
            </a:r>
            <a:r>
              <a:rPr lang="zh-CN" altLang="en-US" dirty="0"/>
              <a:t>离散型随机变量的条件分布律</a:t>
            </a:r>
            <a:endParaRPr lang="zh-CN" altLang="en-US" dirty="0"/>
          </a:p>
          <a:p>
            <a:pPr>
              <a:spcBef>
                <a:spcPts val="0"/>
              </a:spcBef>
              <a:spcAft>
                <a:spcPts val="0"/>
              </a:spcAft>
            </a:pPr>
            <a:r>
              <a:rPr lang="en-US" altLang="zh-CN" dirty="0"/>
              <a:t>6.2</a:t>
            </a:r>
            <a:r>
              <a:rPr lang="zh-CN" altLang="en-US" dirty="0"/>
              <a:t>连续型随机变量的条件概率密度</a:t>
            </a:r>
            <a:endParaRPr lang="zh-CN" altLang="en-US" dirty="0"/>
          </a:p>
          <a:p>
            <a:pPr>
              <a:spcBef>
                <a:spcPts val="0"/>
              </a:spcBef>
              <a:spcAft>
                <a:spcPts val="0"/>
              </a:spcAft>
            </a:pPr>
            <a:r>
              <a:rPr lang="en-US" altLang="zh-CN" dirty="0"/>
              <a:t>6.3</a:t>
            </a:r>
            <a:r>
              <a:rPr lang="zh-CN" altLang="en-US" dirty="0"/>
              <a:t>离散型随机变量的独立性</a:t>
            </a:r>
            <a:endParaRPr lang="zh-CN" altLang="en-US" dirty="0"/>
          </a:p>
          <a:p>
            <a:pPr>
              <a:spcBef>
                <a:spcPts val="0"/>
              </a:spcBef>
              <a:spcAft>
                <a:spcPts val="0"/>
              </a:spcAft>
            </a:pPr>
            <a:r>
              <a:rPr lang="en-US" altLang="zh-CN" dirty="0"/>
              <a:t>6.4</a:t>
            </a:r>
            <a:r>
              <a:rPr lang="zh-CN" altLang="en-US" dirty="0"/>
              <a:t>连续型随机变量的独立性</a:t>
            </a:r>
            <a:endParaRPr lang="zh-CN" altLang="en-US" dirty="0"/>
          </a:p>
          <a:p>
            <a:pPr>
              <a:spcBef>
                <a:spcPts val="0"/>
              </a:spcBef>
              <a:spcAft>
                <a:spcPts val="0"/>
              </a:spcAft>
            </a:pPr>
            <a:r>
              <a:rPr lang="en-US" altLang="zh-CN" dirty="0"/>
              <a:t>6.5X+Y</a:t>
            </a:r>
            <a:r>
              <a:rPr lang="zh-CN" altLang="en-US" dirty="0"/>
              <a:t>的分布</a:t>
            </a:r>
            <a:endParaRPr lang="zh-CN" altLang="en-US" dirty="0"/>
          </a:p>
          <a:p>
            <a:pPr>
              <a:spcBef>
                <a:spcPts val="0"/>
              </a:spcBef>
            </a:pPr>
            <a:r>
              <a:rPr lang="en-US" altLang="zh-CN" dirty="0"/>
              <a:t>6.6max(X,Y)</a:t>
            </a:r>
            <a:r>
              <a:rPr lang="zh-CN" altLang="en-US" dirty="0"/>
              <a:t>及</a:t>
            </a:r>
            <a:r>
              <a:rPr lang="en-US" altLang="zh-CN" dirty="0"/>
              <a:t>min(X,Y)</a:t>
            </a:r>
            <a:r>
              <a:rPr lang="zh-CN" altLang="en-US" dirty="0"/>
              <a:t>的分布</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5"/>
          <p:cNvSpPr>
            <a:spLocks noChangeArrowheads="1"/>
          </p:cNvSpPr>
          <p:nvPr/>
        </p:nvSpPr>
        <p:spPr bwMode="auto">
          <a:xfrm>
            <a:off x="551385" y="2132856"/>
            <a:ext cx="5112568" cy="322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第一节  数学期望</a:t>
            </a:r>
            <a:endParaRPr lang="zh-CN" altLang="en-US" sz="2400" dirty="0">
              <a:latin typeface="宋体" panose="02010600030101010101" pitchFamily="2" charset="-122"/>
            </a:endParaRPr>
          </a:p>
          <a:p>
            <a:pPr>
              <a:spcBef>
                <a:spcPts val="20"/>
              </a:spcBef>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第二节  方差</a:t>
            </a:r>
            <a:endParaRPr lang="zh-CN" altLang="en-US" sz="2400" dirty="0">
              <a:latin typeface="宋体" panose="02010600030101010101" pitchFamily="2" charset="-122"/>
            </a:endParaRPr>
          </a:p>
          <a:p>
            <a:pPr>
              <a:spcBef>
                <a:spcPts val="20"/>
              </a:spcBef>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第三节  协方差及相关系数</a:t>
            </a:r>
            <a:endParaRPr lang="zh-CN" altLang="en-US" sz="2400" dirty="0">
              <a:latin typeface="宋体" panose="02010600030101010101" pitchFamily="2" charset="-122"/>
            </a:endParaRPr>
          </a:p>
          <a:p>
            <a:pPr>
              <a:spcBef>
                <a:spcPts val="20"/>
              </a:spcBef>
              <a:buClr>
                <a:schemeClr val="accent1"/>
              </a:buClr>
              <a:buFont typeface="Wingdings" panose="05000000000000000000" pitchFamily="2" charset="2"/>
              <a:buNone/>
            </a:pPr>
            <a:r>
              <a:rPr lang="zh-CN" altLang="en-US" sz="2400" dirty="0">
                <a:latin typeface="宋体" panose="02010600030101010101" pitchFamily="2" charset="-122"/>
              </a:rPr>
              <a:t>第四节  矩 、协方差矩阵</a:t>
            </a:r>
            <a:endParaRPr lang="zh-CN" altLang="en-US" sz="2400" dirty="0">
              <a:latin typeface="宋体" panose="02010600030101010101" pitchFamily="2" charset="-122"/>
            </a:endParaRPr>
          </a:p>
        </p:txBody>
      </p:sp>
      <p:sp>
        <p:nvSpPr>
          <p:cNvPr id="31754" name="Rectangle 10">
            <a:hlinkClick r:id="" action="ppaction://hlinkshowjump?jump=endshow"/>
          </p:cNvPr>
          <p:cNvSpPr>
            <a:spLocks noChangeArrowheads="1"/>
          </p:cNvSpPr>
          <p:nvPr/>
        </p:nvSpPr>
        <p:spPr bwMode="auto">
          <a:xfrm>
            <a:off x="2495600" y="404664"/>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kumimoji="1" sz="4400">
                <a:solidFill>
                  <a:schemeClr val="tx2"/>
                </a:solidFill>
                <a:latin typeface="Times New Roman" panose="02020603050405020304" pitchFamily="18" charset="0"/>
                <a:ea typeface="宋体" panose="02010600030101010101" pitchFamily="2" charset="-122"/>
              </a:defRPr>
            </a:lvl1pPr>
            <a:lvl2pPr algn="ctr">
              <a:defRPr kumimoji="1" sz="4400">
                <a:solidFill>
                  <a:schemeClr val="tx2"/>
                </a:solidFill>
                <a:latin typeface="Times New Roman" panose="02020603050405020304" pitchFamily="18" charset="0"/>
                <a:ea typeface="宋体" panose="02010600030101010101" pitchFamily="2" charset="-122"/>
              </a:defRPr>
            </a:lvl2pPr>
            <a:lvl3pPr algn="ctr">
              <a:defRPr kumimoji="1" sz="4400">
                <a:solidFill>
                  <a:schemeClr val="tx2"/>
                </a:solidFill>
                <a:latin typeface="Times New Roman" panose="02020603050405020304" pitchFamily="18" charset="0"/>
                <a:ea typeface="宋体" panose="02010600030101010101" pitchFamily="2" charset="-122"/>
              </a:defRPr>
            </a:lvl3pPr>
            <a:lvl4pPr algn="ctr">
              <a:defRPr kumimoji="1" sz="4400">
                <a:solidFill>
                  <a:schemeClr val="tx2"/>
                </a:solidFill>
                <a:latin typeface="Times New Roman" panose="02020603050405020304" pitchFamily="18" charset="0"/>
                <a:ea typeface="宋体" panose="02010600030101010101" pitchFamily="2" charset="-122"/>
              </a:defRPr>
            </a:lvl4pPr>
            <a:lvl5pPr algn="ct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b="1" dirty="0">
                <a:solidFill>
                  <a:schemeClr val="tx1"/>
                </a:solidFill>
                <a:latin typeface="宋体" panose="02010600030101010101" pitchFamily="2" charset="-122"/>
              </a:rPr>
              <a:t>第四章  随机变量的数字特征</a:t>
            </a:r>
            <a:endParaRPr lang="zh-CN" altLang="en-US" b="1" dirty="0">
              <a:solidFill>
                <a:schemeClr val="tx1"/>
              </a:solidFill>
              <a:latin typeface="宋体" panose="02010600030101010101" pitchFamily="2" charset="-122"/>
            </a:endParaRPr>
          </a:p>
        </p:txBody>
      </p:sp>
      <p:sp>
        <p:nvSpPr>
          <p:cNvPr id="2" name="矩形 1"/>
          <p:cNvSpPr/>
          <p:nvPr/>
        </p:nvSpPr>
        <p:spPr>
          <a:xfrm>
            <a:off x="5807968" y="1700808"/>
            <a:ext cx="6096000" cy="4246245"/>
          </a:xfrm>
          <a:prstGeom prst="rect">
            <a:avLst/>
          </a:prstGeom>
        </p:spPr>
        <p:txBody>
          <a:bodyPr>
            <a:spAutoFit/>
          </a:bodyPr>
          <a:lstStyle/>
          <a:p>
            <a:pPr>
              <a:spcAft>
                <a:spcPts val="0"/>
              </a:spcAft>
            </a:pPr>
            <a:r>
              <a:rPr lang="en-US" altLang="zh-CN" b="1" dirty="0">
                <a:solidFill>
                  <a:srgbClr val="FF0000"/>
                </a:solidFill>
              </a:rPr>
              <a:t>07</a:t>
            </a:r>
            <a:endParaRPr lang="en-US" altLang="zh-CN" b="1" dirty="0">
              <a:solidFill>
                <a:srgbClr val="FF0000"/>
              </a:solidFill>
              <a:latin typeface="+mn-ea"/>
              <a:cs typeface="+mn-ea"/>
            </a:endParaRPr>
          </a:p>
          <a:p>
            <a:pPr>
              <a:spcBef>
                <a:spcPts val="0"/>
              </a:spcBef>
              <a:spcAft>
                <a:spcPts val="0"/>
              </a:spcAft>
            </a:pPr>
            <a:r>
              <a:rPr lang="zh-CN" altLang="en-US" dirty="0">
                <a:latin typeface="+mn-ea"/>
                <a:cs typeface="+mn-ea"/>
              </a:rPr>
              <a:t>随机变量的数字特征（一）（授课人：曾华琳；总时长：</a:t>
            </a:r>
            <a:r>
              <a:rPr lang="en-US" altLang="zh-CN" dirty="0">
                <a:latin typeface="+mn-ea"/>
                <a:cs typeface="+mn-ea"/>
              </a:rPr>
              <a:t>1</a:t>
            </a:r>
            <a:r>
              <a:rPr lang="zh-CN" altLang="en-US" dirty="0">
                <a:latin typeface="+mn-ea"/>
                <a:cs typeface="+mn-ea"/>
              </a:rPr>
              <a:t>小时</a:t>
            </a:r>
            <a:r>
              <a:rPr lang="en-US" altLang="zh-CN" dirty="0">
                <a:latin typeface="+mn-ea"/>
                <a:cs typeface="+mn-ea"/>
              </a:rPr>
              <a:t>12</a:t>
            </a:r>
            <a:r>
              <a:rPr lang="zh-CN" altLang="en-US" dirty="0">
                <a:latin typeface="+mn-ea"/>
                <a:cs typeface="+mn-ea"/>
              </a:rPr>
              <a:t>分） </a:t>
            </a:r>
            <a:endParaRPr lang="zh-CN" altLang="en-US" dirty="0">
              <a:latin typeface="+mn-ea"/>
              <a:cs typeface="+mn-ea"/>
            </a:endParaRPr>
          </a:p>
          <a:p>
            <a:pPr>
              <a:spcBef>
                <a:spcPts val="0"/>
              </a:spcBef>
              <a:spcAft>
                <a:spcPts val="0"/>
              </a:spcAft>
            </a:pPr>
            <a:r>
              <a:rPr lang="en-US" altLang="zh-CN" dirty="0">
                <a:latin typeface="+mn-ea"/>
                <a:cs typeface="+mn-ea"/>
              </a:rPr>
              <a:t>• </a:t>
            </a:r>
            <a:r>
              <a:rPr lang="zh-CN" altLang="en-US" dirty="0">
                <a:latin typeface="+mn-ea"/>
                <a:cs typeface="+mn-ea"/>
              </a:rPr>
              <a:t>学习什么是数学期望，并分两种类型随机变量的数字特征进行具体学习，包括离散型随机变量的数学期望以及连续型随机变量的数字期望；</a:t>
            </a:r>
            <a:r>
              <a:rPr lang="en-US" altLang="zh-CN" dirty="0">
                <a:latin typeface="+mn-ea"/>
                <a:cs typeface="+mn-ea"/>
              </a:rPr>
              <a:t>• </a:t>
            </a:r>
            <a:r>
              <a:rPr lang="zh-CN" altLang="en-US" dirty="0">
                <a:latin typeface="+mn-ea"/>
                <a:cs typeface="+mn-ea"/>
              </a:rPr>
              <a:t>学习数学期望的各种不同性质，并结合具体实例进行计算和使用；</a:t>
            </a:r>
            <a:r>
              <a:rPr lang="en-US" altLang="zh-CN" dirty="0">
                <a:latin typeface="+mn-ea"/>
                <a:cs typeface="+mn-ea"/>
              </a:rPr>
              <a:t>• </a:t>
            </a:r>
            <a:r>
              <a:rPr lang="zh-CN" altLang="en-US" dirty="0">
                <a:latin typeface="+mn-ea"/>
                <a:cs typeface="+mn-ea"/>
              </a:rPr>
              <a:t>进一步系统学习随机变量的数学期望；</a:t>
            </a:r>
            <a:r>
              <a:rPr lang="en-US" altLang="zh-CN" dirty="0">
                <a:latin typeface="+mn-ea"/>
                <a:cs typeface="+mn-ea"/>
              </a:rPr>
              <a:t>• </a:t>
            </a:r>
            <a:r>
              <a:rPr lang="zh-CN" altLang="en-US" dirty="0">
                <a:latin typeface="+mn-ea"/>
                <a:cs typeface="+mn-ea"/>
              </a:rPr>
              <a:t>学习第二种数字特征</a:t>
            </a:r>
            <a:r>
              <a:rPr lang="en-US" altLang="zh-CN" dirty="0">
                <a:latin typeface="+mn-ea"/>
                <a:cs typeface="+mn-ea"/>
              </a:rPr>
              <a:t>—</a:t>
            </a:r>
            <a:r>
              <a:rPr lang="zh-CN" altLang="en-US" dirty="0">
                <a:latin typeface="+mn-ea"/>
                <a:cs typeface="+mn-ea"/>
              </a:rPr>
              <a:t>方差，方差的基础定义。</a:t>
            </a:r>
            <a:endParaRPr lang="zh-CN" altLang="en-US" dirty="0">
              <a:latin typeface="+mn-ea"/>
              <a:cs typeface="+mn-ea"/>
            </a:endParaRPr>
          </a:p>
          <a:p>
            <a:pPr>
              <a:spcBef>
                <a:spcPts val="0"/>
              </a:spcBef>
              <a:spcAft>
                <a:spcPts val="0"/>
              </a:spcAft>
            </a:pPr>
            <a:r>
              <a:rPr lang="zh-CN" altLang="en-US" dirty="0">
                <a:latin typeface="+mn-ea"/>
                <a:cs typeface="+mn-ea"/>
              </a:rPr>
              <a:t>课时</a:t>
            </a:r>
            <a:endParaRPr lang="zh-CN" altLang="en-US" dirty="0">
              <a:latin typeface="+mn-ea"/>
              <a:cs typeface="+mn-ea"/>
            </a:endParaRPr>
          </a:p>
          <a:p>
            <a:pPr>
              <a:spcBef>
                <a:spcPts val="0"/>
              </a:spcBef>
              <a:spcAft>
                <a:spcPts val="0"/>
              </a:spcAft>
            </a:pPr>
            <a:r>
              <a:rPr lang="en-US" altLang="zh-CN" dirty="0">
                <a:latin typeface="+mn-ea"/>
                <a:cs typeface="+mn-ea"/>
              </a:rPr>
              <a:t>7.1</a:t>
            </a:r>
            <a:r>
              <a:rPr lang="zh-CN" altLang="en-US" dirty="0">
                <a:latin typeface="+mn-ea"/>
                <a:cs typeface="+mn-ea"/>
              </a:rPr>
              <a:t>离散型随机变量的数学期望</a:t>
            </a:r>
            <a:endParaRPr lang="zh-CN" altLang="en-US" dirty="0">
              <a:latin typeface="+mn-ea"/>
              <a:cs typeface="+mn-ea"/>
            </a:endParaRPr>
          </a:p>
          <a:p>
            <a:pPr>
              <a:spcBef>
                <a:spcPts val="0"/>
              </a:spcBef>
              <a:spcAft>
                <a:spcPts val="0"/>
              </a:spcAft>
            </a:pPr>
            <a:r>
              <a:rPr lang="en-US" altLang="zh-CN" dirty="0">
                <a:latin typeface="+mn-ea"/>
                <a:cs typeface="+mn-ea"/>
              </a:rPr>
              <a:t>7.2</a:t>
            </a:r>
            <a:r>
              <a:rPr lang="zh-CN" altLang="en-US" dirty="0">
                <a:latin typeface="+mn-ea"/>
                <a:cs typeface="+mn-ea"/>
              </a:rPr>
              <a:t>连续型随机变量的数学期望</a:t>
            </a:r>
            <a:endParaRPr lang="zh-CN" altLang="en-US" dirty="0">
              <a:latin typeface="+mn-ea"/>
              <a:cs typeface="+mn-ea"/>
            </a:endParaRPr>
          </a:p>
          <a:p>
            <a:pPr>
              <a:spcBef>
                <a:spcPts val="0"/>
              </a:spcBef>
              <a:spcAft>
                <a:spcPts val="0"/>
              </a:spcAft>
            </a:pPr>
            <a:r>
              <a:rPr lang="en-US" altLang="zh-CN" dirty="0">
                <a:latin typeface="+mn-ea"/>
                <a:cs typeface="+mn-ea"/>
              </a:rPr>
              <a:t>7.3</a:t>
            </a:r>
            <a:r>
              <a:rPr lang="zh-CN" altLang="en-US" dirty="0">
                <a:latin typeface="+mn-ea"/>
                <a:cs typeface="+mn-ea"/>
              </a:rPr>
              <a:t>数学期望的性质及应用</a:t>
            </a:r>
            <a:endParaRPr lang="zh-CN" altLang="en-US" dirty="0">
              <a:latin typeface="+mn-ea"/>
              <a:cs typeface="+mn-ea"/>
            </a:endParaRPr>
          </a:p>
          <a:p>
            <a:pPr>
              <a:spcBef>
                <a:spcPts val="0"/>
              </a:spcBef>
              <a:spcAft>
                <a:spcPts val="0"/>
              </a:spcAft>
            </a:pPr>
            <a:r>
              <a:rPr lang="en-US" altLang="zh-CN" dirty="0">
                <a:latin typeface="+mn-ea"/>
                <a:cs typeface="+mn-ea"/>
              </a:rPr>
              <a:t>7.4</a:t>
            </a:r>
            <a:r>
              <a:rPr lang="zh-CN" altLang="en-US" dirty="0">
                <a:latin typeface="+mn-ea"/>
                <a:cs typeface="+mn-ea"/>
              </a:rPr>
              <a:t>随机变量函数的数学期望</a:t>
            </a:r>
            <a:endParaRPr lang="zh-CN" altLang="en-US" dirty="0">
              <a:latin typeface="+mn-ea"/>
              <a:cs typeface="+mn-ea"/>
            </a:endParaRPr>
          </a:p>
          <a:p>
            <a:pPr>
              <a:spcBef>
                <a:spcPts val="0"/>
              </a:spcBef>
            </a:pPr>
            <a:r>
              <a:rPr lang="en-US" altLang="zh-CN" dirty="0">
                <a:latin typeface="+mn-ea"/>
                <a:cs typeface="+mn-ea"/>
              </a:rPr>
              <a:t>7.5</a:t>
            </a:r>
            <a:r>
              <a:rPr lang="zh-CN" altLang="en-US" dirty="0">
                <a:latin typeface="+mn-ea"/>
                <a:cs typeface="+mn-ea"/>
              </a:rPr>
              <a:t>方差的定义</a:t>
            </a:r>
            <a:endParaRPr lang="zh-CN" altLang="en-US" dirty="0">
              <a:effectLst/>
              <a:latin typeface="+mn-ea"/>
              <a:cs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5"/>
          <p:cNvSpPr>
            <a:spLocks noChangeArrowheads="1"/>
          </p:cNvSpPr>
          <p:nvPr/>
        </p:nvSpPr>
        <p:spPr bwMode="auto">
          <a:xfrm>
            <a:off x="551385" y="2132856"/>
            <a:ext cx="5112568" cy="322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第一节  数学期望</a:t>
            </a:r>
            <a:endParaRPr lang="zh-CN" altLang="en-US" sz="2400" dirty="0">
              <a:latin typeface="宋体" panose="02010600030101010101" pitchFamily="2" charset="-122"/>
            </a:endParaRPr>
          </a:p>
          <a:p>
            <a:pPr>
              <a:spcBef>
                <a:spcPts val="20"/>
              </a:spcBef>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第二节  方差</a:t>
            </a:r>
            <a:endParaRPr lang="zh-CN" altLang="en-US" sz="2400" dirty="0">
              <a:latin typeface="宋体" panose="02010600030101010101" pitchFamily="2" charset="-122"/>
            </a:endParaRPr>
          </a:p>
          <a:p>
            <a:pPr>
              <a:spcBef>
                <a:spcPts val="20"/>
              </a:spcBef>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第三节  协方差及相关系数</a:t>
            </a:r>
            <a:endParaRPr lang="zh-CN" altLang="en-US" sz="2400" dirty="0">
              <a:latin typeface="宋体" panose="02010600030101010101" pitchFamily="2" charset="-122"/>
            </a:endParaRPr>
          </a:p>
          <a:p>
            <a:pPr>
              <a:spcBef>
                <a:spcPts val="20"/>
              </a:spcBef>
              <a:buClr>
                <a:schemeClr val="accent1"/>
              </a:buClr>
              <a:buFont typeface="Wingdings" panose="05000000000000000000" pitchFamily="2" charset="2"/>
              <a:buNone/>
            </a:pPr>
            <a:r>
              <a:rPr lang="zh-CN" altLang="en-US" sz="2400" dirty="0">
                <a:latin typeface="宋体" panose="02010600030101010101" pitchFamily="2" charset="-122"/>
              </a:rPr>
              <a:t>第四节  矩 、协方差矩阵</a:t>
            </a:r>
            <a:endParaRPr lang="zh-CN" altLang="en-US" sz="2400" dirty="0">
              <a:latin typeface="宋体" panose="02010600030101010101" pitchFamily="2" charset="-122"/>
            </a:endParaRPr>
          </a:p>
        </p:txBody>
      </p:sp>
      <p:sp>
        <p:nvSpPr>
          <p:cNvPr id="31754" name="Rectangle 10">
            <a:hlinkClick r:id="" action="ppaction://hlinkshowjump?jump=endshow"/>
          </p:cNvPr>
          <p:cNvSpPr>
            <a:spLocks noChangeArrowheads="1"/>
          </p:cNvSpPr>
          <p:nvPr/>
        </p:nvSpPr>
        <p:spPr bwMode="auto">
          <a:xfrm>
            <a:off x="2495600" y="404664"/>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kumimoji="1" sz="4400">
                <a:solidFill>
                  <a:schemeClr val="tx2"/>
                </a:solidFill>
                <a:latin typeface="Times New Roman" panose="02020603050405020304" pitchFamily="18" charset="0"/>
                <a:ea typeface="宋体" panose="02010600030101010101" pitchFamily="2" charset="-122"/>
              </a:defRPr>
            </a:lvl1pPr>
            <a:lvl2pPr algn="ctr">
              <a:defRPr kumimoji="1" sz="4400">
                <a:solidFill>
                  <a:schemeClr val="tx2"/>
                </a:solidFill>
                <a:latin typeface="Times New Roman" panose="02020603050405020304" pitchFamily="18" charset="0"/>
                <a:ea typeface="宋体" panose="02010600030101010101" pitchFamily="2" charset="-122"/>
              </a:defRPr>
            </a:lvl2pPr>
            <a:lvl3pPr algn="ctr">
              <a:defRPr kumimoji="1" sz="4400">
                <a:solidFill>
                  <a:schemeClr val="tx2"/>
                </a:solidFill>
                <a:latin typeface="Times New Roman" panose="02020603050405020304" pitchFamily="18" charset="0"/>
                <a:ea typeface="宋体" panose="02010600030101010101" pitchFamily="2" charset="-122"/>
              </a:defRPr>
            </a:lvl3pPr>
            <a:lvl4pPr algn="ctr">
              <a:defRPr kumimoji="1" sz="4400">
                <a:solidFill>
                  <a:schemeClr val="tx2"/>
                </a:solidFill>
                <a:latin typeface="Times New Roman" panose="02020603050405020304" pitchFamily="18" charset="0"/>
                <a:ea typeface="宋体" panose="02010600030101010101" pitchFamily="2" charset="-122"/>
              </a:defRPr>
            </a:lvl4pPr>
            <a:lvl5pPr algn="ct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b="1" dirty="0">
                <a:solidFill>
                  <a:schemeClr val="tx1"/>
                </a:solidFill>
                <a:latin typeface="宋体" panose="02010600030101010101" pitchFamily="2" charset="-122"/>
              </a:rPr>
              <a:t>第四章  随机变量的数字特征</a:t>
            </a:r>
            <a:endParaRPr lang="zh-CN" altLang="en-US" b="1" dirty="0">
              <a:solidFill>
                <a:schemeClr val="tx1"/>
              </a:solidFill>
              <a:latin typeface="宋体" panose="02010600030101010101" pitchFamily="2" charset="-122"/>
            </a:endParaRPr>
          </a:p>
        </p:txBody>
      </p:sp>
      <p:sp>
        <p:nvSpPr>
          <p:cNvPr id="2" name="矩形 1"/>
          <p:cNvSpPr/>
          <p:nvPr/>
        </p:nvSpPr>
        <p:spPr>
          <a:xfrm>
            <a:off x="5807968" y="1700808"/>
            <a:ext cx="6096000" cy="4246245"/>
          </a:xfrm>
          <a:prstGeom prst="rect">
            <a:avLst/>
          </a:prstGeom>
        </p:spPr>
        <p:txBody>
          <a:bodyPr>
            <a:spAutoFit/>
          </a:bodyPr>
          <a:lstStyle/>
          <a:p>
            <a:pPr>
              <a:spcAft>
                <a:spcPts val="0"/>
              </a:spcAft>
            </a:pPr>
            <a:r>
              <a:rPr lang="en-US" altLang="zh-CN" b="1" dirty="0">
                <a:solidFill>
                  <a:srgbClr val="FF0000"/>
                </a:solidFill>
              </a:rPr>
              <a:t>08</a:t>
            </a:r>
            <a:endParaRPr lang="en-US" altLang="zh-CN" b="1" dirty="0">
              <a:solidFill>
                <a:srgbClr val="FF0000"/>
              </a:solidFill>
            </a:endParaRPr>
          </a:p>
          <a:p>
            <a:pPr>
              <a:spcBef>
                <a:spcPts val="0"/>
              </a:spcBef>
              <a:spcAft>
                <a:spcPts val="0"/>
              </a:spcAft>
            </a:pPr>
            <a:r>
              <a:rPr lang="zh-CN" altLang="en-US" dirty="0"/>
              <a:t>随机变量的数字特征（二）（授课人：曾华琳；时长：</a:t>
            </a:r>
            <a:r>
              <a:rPr lang="en-US" altLang="zh-CN" dirty="0"/>
              <a:t>1</a:t>
            </a:r>
            <a:r>
              <a:rPr lang="zh-CN" altLang="en-US" dirty="0"/>
              <a:t>小时</a:t>
            </a:r>
            <a:r>
              <a:rPr lang="en-US" altLang="zh-CN" dirty="0"/>
              <a:t>17</a:t>
            </a:r>
            <a:r>
              <a:rPr lang="zh-CN" altLang="en-US" dirty="0"/>
              <a:t>分） </a:t>
            </a:r>
            <a:endParaRPr lang="zh-CN" altLang="en-US" dirty="0"/>
          </a:p>
          <a:p>
            <a:pPr>
              <a:spcBef>
                <a:spcPts val="0"/>
              </a:spcBef>
              <a:spcAft>
                <a:spcPts val="0"/>
              </a:spcAft>
            </a:pPr>
            <a:r>
              <a:rPr lang="en-US" altLang="zh-CN" dirty="0"/>
              <a:t>• </a:t>
            </a:r>
            <a:r>
              <a:rPr lang="zh-CN" altLang="en-US" dirty="0"/>
              <a:t>进一步学习方差如何计算，除了基本的计算定义意外，方差建议计算公式要求熟练掌握；</a:t>
            </a:r>
            <a:r>
              <a:rPr lang="en-US" altLang="zh-CN" dirty="0"/>
              <a:t>• </a:t>
            </a:r>
            <a:r>
              <a:rPr lang="zh-CN" altLang="en-US" dirty="0"/>
              <a:t>学习方差的各种不同性质，并结合具体实例进行计算和使用；</a:t>
            </a:r>
            <a:r>
              <a:rPr lang="en-US" altLang="zh-CN" dirty="0"/>
              <a:t>• </a:t>
            </a:r>
            <a:r>
              <a:rPr lang="zh-CN" altLang="en-US" dirty="0"/>
              <a:t>学习切比雪夫不等式，以及不等式的巧妙应用；</a:t>
            </a:r>
            <a:r>
              <a:rPr lang="en-US" altLang="zh-CN" dirty="0"/>
              <a:t>• </a:t>
            </a:r>
            <a:r>
              <a:rPr lang="zh-CN" altLang="en-US" dirty="0"/>
              <a:t>学习协方差与相关系数这对数字特征的定义，掌握其联系与区别，以及它们的意义；</a:t>
            </a:r>
            <a:r>
              <a:rPr lang="en-US" altLang="zh-CN" dirty="0"/>
              <a:t>• </a:t>
            </a:r>
            <a:r>
              <a:rPr lang="zh-CN" altLang="en-US" dirty="0"/>
              <a:t>学习矩和协方差矩阵，了解相关定义即可。</a:t>
            </a:r>
            <a:endParaRPr lang="zh-CN" altLang="en-US" dirty="0"/>
          </a:p>
          <a:p>
            <a:pPr>
              <a:spcBef>
                <a:spcPts val="0"/>
              </a:spcBef>
              <a:spcAft>
                <a:spcPts val="0"/>
              </a:spcAft>
            </a:pPr>
            <a:r>
              <a:rPr lang="zh-CN" altLang="en-US" dirty="0"/>
              <a:t>课时</a:t>
            </a:r>
            <a:endParaRPr lang="zh-CN" altLang="en-US" dirty="0"/>
          </a:p>
          <a:p>
            <a:pPr>
              <a:spcBef>
                <a:spcPts val="0"/>
              </a:spcBef>
              <a:spcAft>
                <a:spcPts val="0"/>
              </a:spcAft>
            </a:pPr>
            <a:r>
              <a:rPr lang="en-US" altLang="zh-CN" dirty="0"/>
              <a:t>8.1</a:t>
            </a:r>
            <a:r>
              <a:rPr lang="zh-CN" altLang="en-US" dirty="0"/>
              <a:t>方差的计算</a:t>
            </a:r>
            <a:endParaRPr lang="zh-CN" altLang="en-US" dirty="0"/>
          </a:p>
          <a:p>
            <a:pPr>
              <a:spcBef>
                <a:spcPts val="0"/>
              </a:spcBef>
              <a:spcAft>
                <a:spcPts val="0"/>
              </a:spcAft>
            </a:pPr>
            <a:r>
              <a:rPr lang="en-US" altLang="zh-CN" dirty="0"/>
              <a:t>8.2</a:t>
            </a:r>
            <a:r>
              <a:rPr lang="zh-CN" altLang="en-US" dirty="0"/>
              <a:t>方差的性质</a:t>
            </a:r>
            <a:endParaRPr lang="zh-CN" altLang="en-US" dirty="0"/>
          </a:p>
          <a:p>
            <a:pPr>
              <a:spcBef>
                <a:spcPts val="0"/>
              </a:spcBef>
              <a:spcAft>
                <a:spcPts val="0"/>
              </a:spcAft>
            </a:pPr>
            <a:r>
              <a:rPr lang="en-US" altLang="zh-CN" dirty="0"/>
              <a:t>8.3</a:t>
            </a:r>
            <a:r>
              <a:rPr lang="zh-CN" altLang="en-US" dirty="0"/>
              <a:t>切比雪夫不等式</a:t>
            </a:r>
            <a:endParaRPr lang="zh-CN" altLang="en-US" dirty="0"/>
          </a:p>
          <a:p>
            <a:pPr>
              <a:spcBef>
                <a:spcPts val="0"/>
              </a:spcBef>
              <a:spcAft>
                <a:spcPts val="0"/>
              </a:spcAft>
            </a:pPr>
            <a:r>
              <a:rPr lang="en-US" altLang="zh-CN" dirty="0"/>
              <a:t>8.4</a:t>
            </a:r>
            <a:r>
              <a:rPr lang="zh-CN" altLang="en-US" dirty="0"/>
              <a:t>协方差及相关系数</a:t>
            </a:r>
            <a:endParaRPr lang="zh-CN" altLang="en-US" dirty="0"/>
          </a:p>
          <a:p>
            <a:pPr>
              <a:spcBef>
                <a:spcPts val="0"/>
              </a:spcBef>
            </a:pPr>
            <a:r>
              <a:rPr lang="en-US" altLang="zh-CN" dirty="0"/>
              <a:t>8.5</a:t>
            </a:r>
            <a:r>
              <a:rPr lang="zh-CN" altLang="en-US" dirty="0"/>
              <a:t>矩、协方差矩阵</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5"/>
          <p:cNvSpPr>
            <a:spLocks noChangeArrowheads="1"/>
          </p:cNvSpPr>
          <p:nvPr/>
        </p:nvSpPr>
        <p:spPr bwMode="auto">
          <a:xfrm>
            <a:off x="551384" y="2132856"/>
            <a:ext cx="6081713" cy="228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Aft>
                <a:spcPts val="0"/>
              </a:spcAft>
              <a:buClr>
                <a:schemeClr val="accent1"/>
              </a:buClr>
              <a:buNone/>
            </a:pPr>
            <a:r>
              <a:rPr lang="zh-CN" altLang="en-US" sz="2400" dirty="0">
                <a:latin typeface="宋体" panose="02010600030101010101" pitchFamily="2" charset="-122"/>
              </a:rPr>
              <a:t>第一节  大数定律</a:t>
            </a:r>
            <a:endParaRPr lang="zh-CN" altLang="en-US" sz="2400" dirty="0">
              <a:latin typeface="宋体" panose="02010600030101010101" pitchFamily="2" charset="-122"/>
            </a:endParaRPr>
          </a:p>
          <a:p>
            <a:pPr>
              <a:spcBef>
                <a:spcPts val="20"/>
              </a:spcBef>
              <a:buClr>
                <a:schemeClr val="accent1"/>
              </a:buClr>
              <a:buNone/>
            </a:pPr>
            <a:r>
              <a:rPr lang="zh-CN" altLang="en-US" sz="2400" dirty="0">
                <a:latin typeface="宋体" panose="02010600030101010101" pitchFamily="2" charset="-122"/>
              </a:rPr>
              <a:t>第二节  中心极限定理</a:t>
            </a:r>
            <a:endParaRPr lang="zh-CN" altLang="en-US" sz="2400" dirty="0">
              <a:latin typeface="宋体" panose="02010600030101010101" pitchFamily="2" charset="-122"/>
            </a:endParaRPr>
          </a:p>
        </p:txBody>
      </p:sp>
      <p:sp>
        <p:nvSpPr>
          <p:cNvPr id="32778" name="Rectangle 10">
            <a:hlinkClick r:id="" action="ppaction://hlinkshowjump?jump=endshow"/>
          </p:cNvPr>
          <p:cNvSpPr>
            <a:spLocks noChangeArrowheads="1"/>
          </p:cNvSpPr>
          <p:nvPr/>
        </p:nvSpPr>
        <p:spPr bwMode="auto">
          <a:xfrm>
            <a:off x="1631504" y="332656"/>
            <a:ext cx="9505056"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kumimoji="1" sz="4400">
                <a:solidFill>
                  <a:schemeClr val="tx2"/>
                </a:solidFill>
                <a:latin typeface="Times New Roman" panose="02020603050405020304" pitchFamily="18" charset="0"/>
                <a:ea typeface="宋体" panose="02010600030101010101" pitchFamily="2" charset="-122"/>
              </a:defRPr>
            </a:lvl1pPr>
            <a:lvl2pPr algn="ctr">
              <a:defRPr kumimoji="1" sz="4400">
                <a:solidFill>
                  <a:schemeClr val="tx2"/>
                </a:solidFill>
                <a:latin typeface="Times New Roman" panose="02020603050405020304" pitchFamily="18" charset="0"/>
                <a:ea typeface="宋体" panose="02010600030101010101" pitchFamily="2" charset="-122"/>
              </a:defRPr>
            </a:lvl2pPr>
            <a:lvl3pPr algn="ctr">
              <a:defRPr kumimoji="1" sz="4400">
                <a:solidFill>
                  <a:schemeClr val="tx2"/>
                </a:solidFill>
                <a:latin typeface="Times New Roman" panose="02020603050405020304" pitchFamily="18" charset="0"/>
                <a:ea typeface="宋体" panose="02010600030101010101" pitchFamily="2" charset="-122"/>
              </a:defRPr>
            </a:lvl3pPr>
            <a:lvl4pPr algn="ctr">
              <a:defRPr kumimoji="1" sz="4400">
                <a:solidFill>
                  <a:schemeClr val="tx2"/>
                </a:solidFill>
                <a:latin typeface="Times New Roman" panose="02020603050405020304" pitchFamily="18" charset="0"/>
                <a:ea typeface="宋体" panose="02010600030101010101" pitchFamily="2" charset="-122"/>
              </a:defRPr>
            </a:lvl4pPr>
            <a:lvl5pPr algn="ct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nSpc>
                <a:spcPct val="130000"/>
              </a:lnSpc>
              <a:spcAft>
                <a:spcPts val="0"/>
              </a:spcAft>
            </a:pPr>
            <a:r>
              <a:rPr lang="zh-CN" altLang="en-US" b="1" dirty="0">
                <a:solidFill>
                  <a:schemeClr val="tx1"/>
                </a:solidFill>
                <a:latin typeface="宋体" panose="02010600030101010101" pitchFamily="2" charset="-122"/>
              </a:rPr>
              <a:t>第五章 大数定律及中心极限定理</a:t>
            </a:r>
            <a:endParaRPr lang="zh-CN" altLang="en-US" b="1" dirty="0">
              <a:solidFill>
                <a:schemeClr val="tx1"/>
              </a:solidFill>
              <a:latin typeface="宋体" panose="02010600030101010101" pitchFamily="2" charset="-122"/>
            </a:endParaRPr>
          </a:p>
        </p:txBody>
      </p:sp>
      <p:sp>
        <p:nvSpPr>
          <p:cNvPr id="2" name="矩形 1"/>
          <p:cNvSpPr/>
          <p:nvPr/>
        </p:nvSpPr>
        <p:spPr>
          <a:xfrm>
            <a:off x="5663952" y="1844824"/>
            <a:ext cx="6096000" cy="3692525"/>
          </a:xfrm>
          <a:prstGeom prst="rect">
            <a:avLst/>
          </a:prstGeom>
        </p:spPr>
        <p:txBody>
          <a:bodyPr>
            <a:spAutoFit/>
          </a:bodyPr>
          <a:lstStyle/>
          <a:p>
            <a:pPr>
              <a:spcAft>
                <a:spcPts val="0"/>
              </a:spcAft>
            </a:pPr>
            <a:r>
              <a:rPr lang="en-US" altLang="zh-CN" b="1" dirty="0">
                <a:solidFill>
                  <a:srgbClr val="FF0000"/>
                </a:solidFill>
              </a:rPr>
              <a:t>09</a:t>
            </a:r>
            <a:endParaRPr lang="en-US" altLang="zh-CN" b="1" dirty="0">
              <a:solidFill>
                <a:srgbClr val="FF0000"/>
              </a:solidFill>
            </a:endParaRPr>
          </a:p>
          <a:p>
            <a:pPr>
              <a:spcBef>
                <a:spcPts val="0"/>
              </a:spcBef>
              <a:spcAft>
                <a:spcPts val="0"/>
              </a:spcAft>
            </a:pPr>
            <a:r>
              <a:rPr lang="zh-CN" altLang="en-US" dirty="0"/>
              <a:t>大数定律及中心极限定理（授课人：曾华琳；总时长：</a:t>
            </a:r>
            <a:r>
              <a:rPr lang="en-US" altLang="zh-CN" dirty="0"/>
              <a:t>57</a:t>
            </a:r>
            <a:r>
              <a:rPr lang="zh-CN" altLang="en-US" dirty="0"/>
              <a:t>分钟） </a:t>
            </a:r>
            <a:endParaRPr lang="zh-CN" altLang="en-US" dirty="0"/>
          </a:p>
          <a:p>
            <a:pPr>
              <a:spcBef>
                <a:spcPts val="0"/>
              </a:spcBef>
              <a:spcAft>
                <a:spcPts val="0"/>
              </a:spcAft>
            </a:pPr>
            <a:r>
              <a:rPr lang="en-US" altLang="zh-CN" dirty="0"/>
              <a:t>• </a:t>
            </a:r>
            <a:r>
              <a:rPr lang="zh-CN" altLang="en-US" dirty="0"/>
              <a:t>学习切比雪夫大数定律及什么是依概率收敛，如何用依概率收敛重述切比雪夫大数定律；</a:t>
            </a:r>
            <a:r>
              <a:rPr lang="en-US" altLang="zh-CN" dirty="0"/>
              <a:t>• </a:t>
            </a:r>
            <a:r>
              <a:rPr lang="zh-CN" altLang="en-US" dirty="0"/>
              <a:t>学习伯努利大数定律与辛钦大数定律；</a:t>
            </a:r>
            <a:r>
              <a:rPr lang="en-US" altLang="zh-CN" dirty="0"/>
              <a:t>• </a:t>
            </a:r>
            <a:r>
              <a:rPr lang="zh-CN" altLang="en-US" dirty="0"/>
              <a:t>进一步学习中心极限定理的三种不同形式，注意区分其运用场合及其联系与区别；</a:t>
            </a:r>
            <a:r>
              <a:rPr lang="en-US" altLang="zh-CN" dirty="0"/>
              <a:t>• </a:t>
            </a:r>
            <a:r>
              <a:rPr lang="zh-CN" altLang="en-US" dirty="0"/>
              <a:t>利用中心极限定理进行解题。</a:t>
            </a:r>
            <a:endParaRPr lang="zh-CN" altLang="en-US" dirty="0"/>
          </a:p>
          <a:p>
            <a:pPr>
              <a:spcBef>
                <a:spcPts val="0"/>
              </a:spcBef>
              <a:spcAft>
                <a:spcPts val="0"/>
              </a:spcAft>
            </a:pPr>
            <a:r>
              <a:rPr lang="zh-CN" altLang="en-US" dirty="0"/>
              <a:t>课时</a:t>
            </a:r>
            <a:endParaRPr lang="zh-CN" altLang="en-US" dirty="0"/>
          </a:p>
          <a:p>
            <a:pPr>
              <a:spcBef>
                <a:spcPts val="0"/>
              </a:spcBef>
              <a:spcAft>
                <a:spcPts val="0"/>
              </a:spcAft>
            </a:pPr>
            <a:r>
              <a:rPr lang="en-US" altLang="zh-CN" dirty="0"/>
              <a:t>9.1</a:t>
            </a:r>
            <a:r>
              <a:rPr lang="zh-CN" altLang="en-US" dirty="0"/>
              <a:t>切比雪夫大数定律</a:t>
            </a:r>
            <a:endParaRPr lang="zh-CN" altLang="en-US" dirty="0"/>
          </a:p>
          <a:p>
            <a:pPr>
              <a:spcBef>
                <a:spcPts val="0"/>
              </a:spcBef>
              <a:spcAft>
                <a:spcPts val="0"/>
              </a:spcAft>
            </a:pPr>
            <a:r>
              <a:rPr lang="en-US" altLang="zh-CN" dirty="0"/>
              <a:t>9.2</a:t>
            </a:r>
            <a:r>
              <a:rPr lang="zh-CN" altLang="en-US" dirty="0"/>
              <a:t>伯努利大数定律与辛钦大数定律</a:t>
            </a:r>
            <a:endParaRPr lang="zh-CN" altLang="en-US" dirty="0"/>
          </a:p>
          <a:p>
            <a:pPr>
              <a:spcBef>
                <a:spcPts val="0"/>
              </a:spcBef>
              <a:spcAft>
                <a:spcPts val="0"/>
              </a:spcAft>
            </a:pPr>
            <a:r>
              <a:rPr lang="en-US" altLang="zh-CN" dirty="0"/>
              <a:t>9.3</a:t>
            </a:r>
            <a:r>
              <a:rPr lang="zh-CN" altLang="en-US" dirty="0"/>
              <a:t>中心极限定理</a:t>
            </a:r>
            <a:endParaRPr lang="zh-CN" altLang="en-US" dirty="0"/>
          </a:p>
          <a:p>
            <a:pPr>
              <a:spcBef>
                <a:spcPts val="0"/>
              </a:spcBef>
            </a:pPr>
            <a:r>
              <a:rPr lang="en-US" altLang="zh-CN" dirty="0"/>
              <a:t>9.4</a:t>
            </a:r>
            <a:r>
              <a:rPr lang="zh-CN" altLang="en-US" dirty="0"/>
              <a:t>中心极限定理例题解析</a:t>
            </a:r>
            <a:endParaRPr lang="zh-CN" altLang="en-US" dirty="0">
              <a:effectL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5"/>
          <p:cNvSpPr>
            <a:spLocks noChangeArrowheads="1"/>
          </p:cNvSpPr>
          <p:nvPr/>
        </p:nvSpPr>
        <p:spPr bwMode="auto">
          <a:xfrm>
            <a:off x="695400" y="1822160"/>
            <a:ext cx="6081712" cy="207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Aft>
                <a:spcPts val="0"/>
              </a:spcAft>
              <a:buClr>
                <a:schemeClr val="accent1"/>
              </a:buClr>
              <a:buFont typeface="Wingdings" panose="05000000000000000000" pitchFamily="2" charset="2"/>
              <a:buNone/>
            </a:pPr>
            <a:r>
              <a:rPr lang="zh-CN" altLang="en-US" sz="2800" dirty="0">
                <a:latin typeface="宋体" panose="02010600030101010101" pitchFamily="2" charset="-122"/>
              </a:rPr>
              <a:t>第一节  随机抽样</a:t>
            </a:r>
            <a:endParaRPr lang="zh-CN" altLang="en-US" sz="2800" dirty="0">
              <a:latin typeface="宋体" panose="02010600030101010101" pitchFamily="2" charset="-122"/>
            </a:endParaRPr>
          </a:p>
          <a:p>
            <a:pPr>
              <a:spcBef>
                <a:spcPts val="20"/>
              </a:spcBef>
              <a:buClr>
                <a:schemeClr val="accent1"/>
              </a:buClr>
              <a:buFont typeface="Wingdings" panose="05000000000000000000" pitchFamily="2" charset="2"/>
              <a:buNone/>
            </a:pPr>
            <a:r>
              <a:rPr lang="zh-CN" altLang="en-US" sz="2800" dirty="0">
                <a:latin typeface="宋体" panose="02010600030101010101" pitchFamily="2" charset="-122"/>
              </a:rPr>
              <a:t>第二节  抽样分布</a:t>
            </a:r>
            <a:endParaRPr lang="zh-CN" altLang="en-US" sz="2800" dirty="0">
              <a:latin typeface="宋体" panose="02010600030101010101" pitchFamily="2" charset="-122"/>
            </a:endParaRPr>
          </a:p>
        </p:txBody>
      </p:sp>
      <p:sp>
        <p:nvSpPr>
          <p:cNvPr id="33802" name="Rectangle 10">
            <a:hlinkClick r:id="" action="ppaction://hlinkshowjump?jump=endshow" highlightClick="1"/>
          </p:cNvPr>
          <p:cNvSpPr>
            <a:spLocks noChangeArrowheads="1"/>
          </p:cNvSpPr>
          <p:nvPr/>
        </p:nvSpPr>
        <p:spPr bwMode="auto">
          <a:xfrm>
            <a:off x="2423592" y="404664"/>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kumimoji="1" sz="4400">
                <a:solidFill>
                  <a:schemeClr val="tx2"/>
                </a:solidFill>
                <a:latin typeface="Times New Roman" panose="02020603050405020304" pitchFamily="18" charset="0"/>
                <a:ea typeface="宋体" panose="02010600030101010101" pitchFamily="2" charset="-122"/>
              </a:defRPr>
            </a:lvl1pPr>
            <a:lvl2pPr algn="ctr">
              <a:defRPr kumimoji="1" sz="4400">
                <a:solidFill>
                  <a:schemeClr val="tx2"/>
                </a:solidFill>
                <a:latin typeface="Times New Roman" panose="02020603050405020304" pitchFamily="18" charset="0"/>
                <a:ea typeface="宋体" panose="02010600030101010101" pitchFamily="2" charset="-122"/>
              </a:defRPr>
            </a:lvl2pPr>
            <a:lvl3pPr algn="ctr">
              <a:defRPr kumimoji="1" sz="4400">
                <a:solidFill>
                  <a:schemeClr val="tx2"/>
                </a:solidFill>
                <a:latin typeface="Times New Roman" panose="02020603050405020304" pitchFamily="18" charset="0"/>
                <a:ea typeface="宋体" panose="02010600030101010101" pitchFamily="2" charset="-122"/>
              </a:defRPr>
            </a:lvl3pPr>
            <a:lvl4pPr algn="ctr">
              <a:defRPr kumimoji="1" sz="4400">
                <a:solidFill>
                  <a:schemeClr val="tx2"/>
                </a:solidFill>
                <a:latin typeface="Times New Roman" panose="02020603050405020304" pitchFamily="18" charset="0"/>
                <a:ea typeface="宋体" panose="02010600030101010101" pitchFamily="2" charset="-122"/>
              </a:defRPr>
            </a:lvl4pPr>
            <a:lvl5pPr algn="ct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b="1" dirty="0">
                <a:solidFill>
                  <a:schemeClr val="tx1"/>
                </a:solidFill>
                <a:latin typeface="宋体" panose="02010600030101010101" pitchFamily="2" charset="-122"/>
              </a:rPr>
              <a:t>第六章     样本及抽样分布</a:t>
            </a:r>
            <a:endParaRPr lang="zh-CN" altLang="en-US" b="1" dirty="0">
              <a:solidFill>
                <a:schemeClr val="tx1"/>
              </a:solidFill>
              <a:latin typeface="宋体" panose="02010600030101010101" pitchFamily="2" charset="-122"/>
            </a:endParaRPr>
          </a:p>
        </p:txBody>
      </p:sp>
      <p:sp>
        <p:nvSpPr>
          <p:cNvPr id="2" name="矩形 1"/>
          <p:cNvSpPr/>
          <p:nvPr/>
        </p:nvSpPr>
        <p:spPr>
          <a:xfrm>
            <a:off x="5807968" y="1521579"/>
            <a:ext cx="6096000" cy="4799965"/>
          </a:xfrm>
          <a:prstGeom prst="rect">
            <a:avLst/>
          </a:prstGeom>
        </p:spPr>
        <p:txBody>
          <a:bodyPr>
            <a:spAutoFit/>
          </a:bodyPr>
          <a:lstStyle/>
          <a:p>
            <a:pPr>
              <a:spcAft>
                <a:spcPts val="0"/>
              </a:spcAft>
            </a:pPr>
            <a:r>
              <a:rPr lang="en-US" altLang="zh-CN" b="1" dirty="0">
                <a:solidFill>
                  <a:srgbClr val="FF0000"/>
                </a:solidFill>
              </a:rPr>
              <a:t>10</a:t>
            </a:r>
            <a:endParaRPr lang="en-US" altLang="zh-CN" b="1" dirty="0">
              <a:solidFill>
                <a:srgbClr val="FF0000"/>
              </a:solidFill>
            </a:endParaRPr>
          </a:p>
          <a:p>
            <a:pPr>
              <a:spcBef>
                <a:spcPts val="0"/>
              </a:spcBef>
              <a:spcAft>
                <a:spcPts val="0"/>
              </a:spcAft>
            </a:pPr>
            <a:r>
              <a:rPr lang="zh-CN" altLang="en-US" dirty="0"/>
              <a:t>数理统计的基本概念（授课人：郑旭玲；时长：</a:t>
            </a:r>
            <a:r>
              <a:rPr lang="en-US" altLang="zh-CN" dirty="0"/>
              <a:t>1</a:t>
            </a:r>
            <a:r>
              <a:rPr lang="zh-CN" altLang="en-US" dirty="0"/>
              <a:t>小时</a:t>
            </a:r>
            <a:r>
              <a:rPr lang="en-US" altLang="zh-CN" dirty="0"/>
              <a:t>39</a:t>
            </a:r>
            <a:r>
              <a:rPr lang="zh-CN" altLang="en-US" dirty="0"/>
              <a:t>分） </a:t>
            </a:r>
            <a:endParaRPr lang="zh-CN" altLang="en-US" dirty="0"/>
          </a:p>
          <a:p>
            <a:pPr>
              <a:spcBef>
                <a:spcPts val="0"/>
              </a:spcBef>
              <a:spcAft>
                <a:spcPts val="0"/>
              </a:spcAft>
            </a:pPr>
            <a:r>
              <a:rPr lang="en-US" altLang="zh-CN" dirty="0"/>
              <a:t>• </a:t>
            </a:r>
            <a:r>
              <a:rPr lang="zh-CN" altLang="en-US" dirty="0"/>
              <a:t>学习总体、个体、简单随机样本、样本观察值等数理统计中的基本概念；</a:t>
            </a:r>
            <a:r>
              <a:rPr lang="en-US" altLang="zh-CN" dirty="0"/>
              <a:t>• </a:t>
            </a:r>
            <a:r>
              <a:rPr lang="zh-CN" altLang="en-US" dirty="0"/>
              <a:t>了解直方图和箱线图等统计图形；</a:t>
            </a:r>
            <a:r>
              <a:rPr lang="en-US" altLang="zh-CN" dirty="0"/>
              <a:t>• </a:t>
            </a:r>
            <a:r>
              <a:rPr lang="zh-CN" altLang="en-US" dirty="0"/>
              <a:t>学习统计量、样本均值、样本方差和样本矩的概念以及经验分布函数，掌握统计量数字特征的计算；</a:t>
            </a:r>
            <a:r>
              <a:rPr lang="en-US" altLang="zh-CN" dirty="0"/>
              <a:t>• </a:t>
            </a:r>
            <a:r>
              <a:rPr lang="zh-CN" altLang="en-US" dirty="0"/>
              <a:t>学习三大抽样分布</a:t>
            </a:r>
            <a:r>
              <a:rPr lang="en-US" altLang="zh-CN" dirty="0"/>
              <a:t>χ2</a:t>
            </a:r>
            <a:r>
              <a:rPr lang="zh-CN" altLang="en-US" dirty="0"/>
              <a:t>分布、</a:t>
            </a:r>
            <a:r>
              <a:rPr lang="en-US" altLang="zh-CN" dirty="0"/>
              <a:t>t</a:t>
            </a:r>
            <a:r>
              <a:rPr lang="zh-CN" altLang="en-US" dirty="0"/>
              <a:t>分布、</a:t>
            </a:r>
            <a:r>
              <a:rPr lang="en-US" altLang="zh-CN" dirty="0"/>
              <a:t>F</a:t>
            </a:r>
            <a:r>
              <a:rPr lang="zh-CN" altLang="en-US" dirty="0"/>
              <a:t>分布，分别掌握它们的定义、性质，以及上</a:t>
            </a:r>
            <a:r>
              <a:rPr lang="en-US" altLang="zh-CN" dirty="0"/>
              <a:t>α</a:t>
            </a:r>
            <a:r>
              <a:rPr lang="zh-CN" altLang="en-US" dirty="0"/>
              <a:t>分位数的概念，并学会查表计算；</a:t>
            </a:r>
            <a:r>
              <a:rPr lang="en-US" altLang="zh-CN" dirty="0"/>
              <a:t>• </a:t>
            </a:r>
            <a:r>
              <a:rPr lang="zh-CN" altLang="en-US" dirty="0"/>
              <a:t>学习正态总体的常用抽样分布，学会利用这些抽样分布定理判定统计量所服从的分布并计算其取值概率。这是本周的一个难点。</a:t>
            </a:r>
            <a:endParaRPr lang="zh-CN" altLang="en-US" dirty="0"/>
          </a:p>
          <a:p>
            <a:pPr>
              <a:spcBef>
                <a:spcPts val="0"/>
              </a:spcBef>
              <a:spcAft>
                <a:spcPts val="0"/>
              </a:spcAft>
            </a:pPr>
            <a:r>
              <a:rPr lang="zh-CN" altLang="en-US" dirty="0"/>
              <a:t>课时</a:t>
            </a:r>
            <a:endParaRPr lang="zh-CN" altLang="en-US" dirty="0"/>
          </a:p>
          <a:p>
            <a:pPr>
              <a:spcBef>
                <a:spcPts val="0"/>
              </a:spcBef>
              <a:spcAft>
                <a:spcPts val="0"/>
              </a:spcAft>
            </a:pPr>
            <a:r>
              <a:rPr lang="en-US" altLang="zh-CN" dirty="0"/>
              <a:t>10.1 </a:t>
            </a:r>
            <a:r>
              <a:rPr lang="zh-CN" altLang="en-US" dirty="0"/>
              <a:t>总体和样本</a:t>
            </a:r>
            <a:endParaRPr lang="zh-CN" altLang="en-US" dirty="0"/>
          </a:p>
          <a:p>
            <a:pPr>
              <a:spcBef>
                <a:spcPts val="0"/>
              </a:spcBef>
              <a:spcAft>
                <a:spcPts val="0"/>
              </a:spcAft>
            </a:pPr>
            <a:r>
              <a:rPr lang="en-US" altLang="zh-CN" dirty="0"/>
              <a:t>10.2 </a:t>
            </a:r>
            <a:r>
              <a:rPr lang="zh-CN" altLang="en-US" dirty="0"/>
              <a:t>直方图和箱线图</a:t>
            </a:r>
            <a:endParaRPr lang="zh-CN" altLang="en-US" dirty="0"/>
          </a:p>
          <a:p>
            <a:pPr>
              <a:spcBef>
                <a:spcPts val="0"/>
              </a:spcBef>
              <a:spcAft>
                <a:spcPts val="0"/>
              </a:spcAft>
            </a:pPr>
            <a:r>
              <a:rPr lang="en-US" altLang="zh-CN" dirty="0"/>
              <a:t>10.3 </a:t>
            </a:r>
            <a:r>
              <a:rPr lang="zh-CN" altLang="en-US" dirty="0"/>
              <a:t>统计量与经验分布函数</a:t>
            </a:r>
            <a:endParaRPr lang="zh-CN" altLang="en-US" dirty="0"/>
          </a:p>
          <a:p>
            <a:pPr>
              <a:spcBef>
                <a:spcPts val="0"/>
              </a:spcBef>
              <a:spcAft>
                <a:spcPts val="0"/>
              </a:spcAft>
            </a:pPr>
            <a:r>
              <a:rPr lang="en-US" altLang="zh-CN" dirty="0"/>
              <a:t>10.4 χ2</a:t>
            </a:r>
            <a:r>
              <a:rPr lang="zh-CN" altLang="en-US" dirty="0"/>
              <a:t>分布</a:t>
            </a:r>
            <a:endParaRPr lang="zh-CN" altLang="en-US" dirty="0"/>
          </a:p>
          <a:p>
            <a:pPr>
              <a:spcBef>
                <a:spcPts val="0"/>
              </a:spcBef>
              <a:spcAft>
                <a:spcPts val="0"/>
              </a:spcAft>
            </a:pPr>
            <a:r>
              <a:rPr lang="en-US" altLang="zh-CN" dirty="0"/>
              <a:t>10.5 t</a:t>
            </a:r>
            <a:r>
              <a:rPr lang="zh-CN" altLang="en-US" dirty="0"/>
              <a:t>分布、</a:t>
            </a:r>
            <a:r>
              <a:rPr lang="en-US" altLang="zh-CN" dirty="0"/>
              <a:t>F</a:t>
            </a:r>
            <a:r>
              <a:rPr lang="zh-CN" altLang="en-US" dirty="0"/>
              <a:t>分布</a:t>
            </a:r>
            <a:endParaRPr lang="zh-CN" altLang="en-US" dirty="0"/>
          </a:p>
          <a:p>
            <a:pPr>
              <a:spcBef>
                <a:spcPts val="0"/>
              </a:spcBef>
            </a:pPr>
            <a:r>
              <a:rPr lang="en-US" altLang="zh-CN" dirty="0"/>
              <a:t>10.6 </a:t>
            </a:r>
            <a:r>
              <a:rPr lang="zh-CN" altLang="en-US" dirty="0"/>
              <a:t>正态总体的抽样分布</a:t>
            </a:r>
            <a:endParaRPr lang="zh-CN" altLang="en-US" dirty="0">
              <a:effectL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5"/>
          <p:cNvSpPr>
            <a:spLocks noChangeArrowheads="1"/>
          </p:cNvSpPr>
          <p:nvPr/>
        </p:nvSpPr>
        <p:spPr bwMode="auto">
          <a:xfrm>
            <a:off x="479376" y="1916832"/>
            <a:ext cx="7440612" cy="322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第一节  点估计</a:t>
            </a:r>
            <a:endParaRPr lang="zh-CN" altLang="en-US" sz="2400" dirty="0">
              <a:latin typeface="宋体" panose="02010600030101010101" pitchFamily="2" charset="-122"/>
            </a:endParaRPr>
          </a:p>
          <a:p>
            <a:pPr>
              <a:spcBef>
                <a:spcPts val="20"/>
              </a:spcBef>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第二节  估计量的评选标准</a:t>
            </a:r>
            <a:endParaRPr lang="zh-CN" altLang="en-US" sz="2400" dirty="0">
              <a:latin typeface="宋体" panose="02010600030101010101" pitchFamily="2" charset="-122"/>
            </a:endParaRPr>
          </a:p>
          <a:p>
            <a:pPr>
              <a:spcBef>
                <a:spcPts val="20"/>
              </a:spcBef>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第三节  区间估计</a:t>
            </a:r>
            <a:endParaRPr lang="zh-CN" altLang="en-US" sz="2400" dirty="0">
              <a:latin typeface="宋体" panose="02010600030101010101" pitchFamily="2" charset="-122"/>
            </a:endParaRPr>
          </a:p>
          <a:p>
            <a:pPr>
              <a:spcBef>
                <a:spcPts val="20"/>
              </a:spcBef>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第四节  正态总体均值与方差的</a:t>
            </a:r>
            <a:endParaRPr lang="en-US" altLang="zh-CN" sz="2400" dirty="0">
              <a:latin typeface="宋体" panose="02010600030101010101" pitchFamily="2" charset="-122"/>
            </a:endParaRPr>
          </a:p>
          <a:p>
            <a:pPr>
              <a:spcBef>
                <a:spcPts val="20"/>
              </a:spcBef>
              <a:buClr>
                <a:schemeClr val="accent1"/>
              </a:buClr>
              <a:buFont typeface="Wingdings" panose="05000000000000000000" pitchFamily="2" charset="2"/>
              <a:buNone/>
            </a:pPr>
            <a:r>
              <a:rPr lang="en-US" altLang="zh-CN" sz="2400" dirty="0">
                <a:latin typeface="宋体" panose="02010600030101010101" pitchFamily="2" charset="-122"/>
              </a:rPr>
              <a:t>        </a:t>
            </a:r>
            <a:r>
              <a:rPr lang="zh-CN" altLang="en-US" sz="2400" dirty="0">
                <a:latin typeface="宋体" panose="02010600030101010101" pitchFamily="2" charset="-122"/>
              </a:rPr>
              <a:t>区间估计</a:t>
            </a:r>
            <a:endParaRPr lang="zh-CN" altLang="en-US" sz="2400" dirty="0">
              <a:latin typeface="宋体" panose="02010600030101010101" pitchFamily="2" charset="-122"/>
            </a:endParaRPr>
          </a:p>
        </p:txBody>
      </p:sp>
      <p:sp>
        <p:nvSpPr>
          <p:cNvPr id="34826" name="Rectangle 10">
            <a:hlinkClick r:id="" action="ppaction://hlinkshowjump?jump=endshow" highlightClick="1"/>
          </p:cNvPr>
          <p:cNvSpPr>
            <a:spLocks noChangeArrowheads="1"/>
          </p:cNvSpPr>
          <p:nvPr/>
        </p:nvSpPr>
        <p:spPr bwMode="auto">
          <a:xfrm>
            <a:off x="2423592" y="404664"/>
            <a:ext cx="705643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kumimoji="1" sz="4400">
                <a:solidFill>
                  <a:schemeClr val="tx2"/>
                </a:solidFill>
                <a:latin typeface="Times New Roman" panose="02020603050405020304" pitchFamily="18" charset="0"/>
                <a:ea typeface="宋体" panose="02010600030101010101" pitchFamily="2" charset="-122"/>
              </a:defRPr>
            </a:lvl1pPr>
            <a:lvl2pPr algn="ctr">
              <a:defRPr kumimoji="1" sz="4400">
                <a:solidFill>
                  <a:schemeClr val="tx2"/>
                </a:solidFill>
                <a:latin typeface="Times New Roman" panose="02020603050405020304" pitchFamily="18" charset="0"/>
                <a:ea typeface="宋体" panose="02010600030101010101" pitchFamily="2" charset="-122"/>
              </a:defRPr>
            </a:lvl2pPr>
            <a:lvl3pPr algn="ctr">
              <a:defRPr kumimoji="1" sz="4400">
                <a:solidFill>
                  <a:schemeClr val="tx2"/>
                </a:solidFill>
                <a:latin typeface="Times New Roman" panose="02020603050405020304" pitchFamily="18" charset="0"/>
                <a:ea typeface="宋体" panose="02010600030101010101" pitchFamily="2" charset="-122"/>
              </a:defRPr>
            </a:lvl3pPr>
            <a:lvl4pPr algn="ctr">
              <a:defRPr kumimoji="1" sz="4400">
                <a:solidFill>
                  <a:schemeClr val="tx2"/>
                </a:solidFill>
                <a:latin typeface="Times New Roman" panose="02020603050405020304" pitchFamily="18" charset="0"/>
                <a:ea typeface="宋体" panose="02010600030101010101" pitchFamily="2" charset="-122"/>
              </a:defRPr>
            </a:lvl4pPr>
            <a:lvl5pPr algn="ct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b="1" dirty="0">
                <a:solidFill>
                  <a:schemeClr val="tx1"/>
                </a:solidFill>
                <a:latin typeface="宋体" panose="02010600030101010101" pitchFamily="2" charset="-122"/>
              </a:rPr>
              <a:t>第七章   参数估计</a:t>
            </a:r>
            <a:endParaRPr lang="zh-CN" altLang="en-US" b="1" dirty="0">
              <a:solidFill>
                <a:schemeClr val="tx1"/>
              </a:solidFill>
              <a:latin typeface="宋体" panose="02010600030101010101" pitchFamily="2" charset="-122"/>
            </a:endParaRPr>
          </a:p>
        </p:txBody>
      </p:sp>
      <p:sp>
        <p:nvSpPr>
          <p:cNvPr id="2" name="矩形 1"/>
          <p:cNvSpPr/>
          <p:nvPr/>
        </p:nvSpPr>
        <p:spPr>
          <a:xfrm>
            <a:off x="5735960" y="1638300"/>
            <a:ext cx="6096000" cy="3969385"/>
          </a:xfrm>
          <a:prstGeom prst="rect">
            <a:avLst/>
          </a:prstGeom>
        </p:spPr>
        <p:txBody>
          <a:bodyPr>
            <a:spAutoFit/>
          </a:bodyPr>
          <a:lstStyle/>
          <a:p>
            <a:pPr>
              <a:spcAft>
                <a:spcPts val="0"/>
              </a:spcAft>
            </a:pPr>
            <a:r>
              <a:rPr lang="en-US" altLang="zh-CN" b="1" dirty="0">
                <a:solidFill>
                  <a:srgbClr val="FF0000"/>
                </a:solidFill>
              </a:rPr>
              <a:t>11</a:t>
            </a:r>
            <a:endParaRPr lang="en-US" altLang="zh-CN" b="1" dirty="0">
              <a:solidFill>
                <a:srgbClr val="FF0000"/>
              </a:solidFill>
            </a:endParaRPr>
          </a:p>
          <a:p>
            <a:pPr>
              <a:spcBef>
                <a:spcPts val="0"/>
              </a:spcBef>
              <a:spcAft>
                <a:spcPts val="0"/>
              </a:spcAft>
            </a:pPr>
            <a:r>
              <a:rPr lang="zh-CN" altLang="en-US" dirty="0"/>
              <a:t>参数估计之点估计（授课人：曾华琳；时长：</a:t>
            </a:r>
            <a:r>
              <a:rPr lang="en-US" altLang="zh-CN" dirty="0"/>
              <a:t>47</a:t>
            </a:r>
            <a:r>
              <a:rPr lang="zh-CN" altLang="en-US" dirty="0"/>
              <a:t>分钟） </a:t>
            </a:r>
            <a:endParaRPr lang="zh-CN" altLang="en-US" dirty="0"/>
          </a:p>
          <a:p>
            <a:pPr>
              <a:spcBef>
                <a:spcPts val="0"/>
              </a:spcBef>
              <a:spcAft>
                <a:spcPts val="0"/>
              </a:spcAft>
            </a:pPr>
            <a:r>
              <a:rPr lang="en-US" altLang="zh-CN" dirty="0"/>
              <a:t>• </a:t>
            </a:r>
            <a:r>
              <a:rPr lang="zh-CN" altLang="en-US" dirty="0"/>
              <a:t>学习数理统计的一个主要任务</a:t>
            </a:r>
            <a:r>
              <a:rPr lang="en-US" altLang="zh-CN" dirty="0"/>
              <a:t>—</a:t>
            </a:r>
            <a:r>
              <a:rPr lang="zh-CN" altLang="en-US" dirty="0"/>
              <a:t>参数估计，本周学习点估计方法，首先要了解点估计的概念，了解什么是估计量，什么是估计值；</a:t>
            </a:r>
            <a:r>
              <a:rPr lang="en-US" altLang="zh-CN" dirty="0"/>
              <a:t>• </a:t>
            </a:r>
            <a:r>
              <a:rPr lang="zh-CN" altLang="en-US" dirty="0"/>
              <a:t>学习矩估计法，了解矩估计法的理论基础，掌握矩估计法的基本步骤；</a:t>
            </a:r>
            <a:r>
              <a:rPr lang="en-US" altLang="zh-CN" dirty="0"/>
              <a:t>• </a:t>
            </a:r>
            <a:r>
              <a:rPr lang="zh-CN" altLang="en-US" dirty="0"/>
              <a:t>学习最大似然估计法，掌握最大似然估计法的理论基础，掌握最大似然估计的基本步骤，以及在不同情况下的不同解法；</a:t>
            </a:r>
            <a:r>
              <a:rPr lang="en-US" altLang="zh-CN" dirty="0"/>
              <a:t>• </a:t>
            </a:r>
            <a:r>
              <a:rPr lang="zh-CN" altLang="en-US" dirty="0"/>
              <a:t>学习估计量的三个评选标准，并能利用标准对估计量进行衡量。</a:t>
            </a:r>
            <a:endParaRPr lang="zh-CN" altLang="en-US" dirty="0"/>
          </a:p>
          <a:p>
            <a:pPr>
              <a:spcBef>
                <a:spcPts val="0"/>
              </a:spcBef>
              <a:spcAft>
                <a:spcPts val="0"/>
              </a:spcAft>
            </a:pPr>
            <a:r>
              <a:rPr lang="zh-CN" altLang="en-US" dirty="0"/>
              <a:t>课时</a:t>
            </a:r>
            <a:endParaRPr lang="zh-CN" altLang="en-US" dirty="0"/>
          </a:p>
          <a:p>
            <a:pPr>
              <a:spcBef>
                <a:spcPts val="0"/>
              </a:spcBef>
              <a:spcAft>
                <a:spcPts val="0"/>
              </a:spcAft>
            </a:pPr>
            <a:r>
              <a:rPr lang="en-US" altLang="zh-CN" dirty="0"/>
              <a:t>11.1</a:t>
            </a:r>
            <a:r>
              <a:rPr lang="zh-CN" altLang="en-US" dirty="0"/>
              <a:t>点估计的概念、估计量与估计值</a:t>
            </a:r>
            <a:endParaRPr lang="zh-CN" altLang="en-US" dirty="0"/>
          </a:p>
          <a:p>
            <a:pPr>
              <a:spcBef>
                <a:spcPts val="0"/>
              </a:spcBef>
              <a:spcAft>
                <a:spcPts val="0"/>
              </a:spcAft>
            </a:pPr>
            <a:r>
              <a:rPr lang="en-US" altLang="zh-CN" dirty="0"/>
              <a:t>11.2</a:t>
            </a:r>
            <a:r>
              <a:rPr lang="zh-CN" altLang="en-US" dirty="0"/>
              <a:t>矩估计法</a:t>
            </a:r>
            <a:endParaRPr lang="zh-CN" altLang="en-US" dirty="0"/>
          </a:p>
          <a:p>
            <a:pPr>
              <a:spcBef>
                <a:spcPts val="0"/>
              </a:spcBef>
              <a:spcAft>
                <a:spcPts val="0"/>
              </a:spcAft>
            </a:pPr>
            <a:r>
              <a:rPr lang="en-US" altLang="zh-CN" dirty="0"/>
              <a:t>11.3</a:t>
            </a:r>
            <a:r>
              <a:rPr lang="zh-CN" altLang="en-US" dirty="0"/>
              <a:t>最大似然估计法</a:t>
            </a:r>
            <a:endParaRPr lang="zh-CN" altLang="en-US" dirty="0"/>
          </a:p>
          <a:p>
            <a:pPr>
              <a:spcBef>
                <a:spcPts val="0"/>
              </a:spcBef>
            </a:pPr>
            <a:r>
              <a:rPr lang="en-US" altLang="zh-CN" dirty="0"/>
              <a:t>11.4</a:t>
            </a:r>
            <a:r>
              <a:rPr lang="zh-CN" altLang="en-US" dirty="0"/>
              <a:t>估计量的评选标准</a:t>
            </a:r>
            <a:endParaRPr lang="zh-CN" altLang="en-US" dirty="0">
              <a:effectL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5"/>
          <p:cNvSpPr>
            <a:spLocks noChangeArrowheads="1"/>
          </p:cNvSpPr>
          <p:nvPr/>
        </p:nvSpPr>
        <p:spPr bwMode="auto">
          <a:xfrm>
            <a:off x="479376" y="1916832"/>
            <a:ext cx="7440612" cy="322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第一节  点估计</a:t>
            </a:r>
            <a:endParaRPr lang="zh-CN" altLang="en-US" sz="2400" dirty="0">
              <a:latin typeface="宋体" panose="02010600030101010101" pitchFamily="2" charset="-122"/>
            </a:endParaRPr>
          </a:p>
          <a:p>
            <a:pPr>
              <a:spcBef>
                <a:spcPts val="20"/>
              </a:spcBef>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第二节  估计量的评选标准</a:t>
            </a:r>
            <a:endParaRPr lang="zh-CN" altLang="en-US" sz="2400" dirty="0">
              <a:latin typeface="宋体" panose="02010600030101010101" pitchFamily="2" charset="-122"/>
            </a:endParaRPr>
          </a:p>
          <a:p>
            <a:pPr>
              <a:spcBef>
                <a:spcPts val="20"/>
              </a:spcBef>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第三节  区间估计</a:t>
            </a:r>
            <a:endParaRPr lang="zh-CN" altLang="en-US" sz="2400" dirty="0">
              <a:latin typeface="宋体" panose="02010600030101010101" pitchFamily="2" charset="-122"/>
            </a:endParaRPr>
          </a:p>
          <a:p>
            <a:pPr>
              <a:spcBef>
                <a:spcPts val="20"/>
              </a:spcBef>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第四节  正态总体均值与方差的</a:t>
            </a:r>
            <a:endParaRPr lang="en-US" altLang="zh-CN" sz="2400" dirty="0">
              <a:latin typeface="宋体" panose="02010600030101010101" pitchFamily="2" charset="-122"/>
            </a:endParaRPr>
          </a:p>
          <a:p>
            <a:pPr>
              <a:spcBef>
                <a:spcPts val="20"/>
              </a:spcBef>
              <a:buClr>
                <a:schemeClr val="accent1"/>
              </a:buClr>
              <a:buFont typeface="Wingdings" panose="05000000000000000000" pitchFamily="2" charset="2"/>
              <a:buNone/>
            </a:pPr>
            <a:r>
              <a:rPr lang="en-US" altLang="zh-CN" sz="2400" dirty="0">
                <a:latin typeface="宋体" panose="02010600030101010101" pitchFamily="2" charset="-122"/>
              </a:rPr>
              <a:t>        </a:t>
            </a:r>
            <a:r>
              <a:rPr lang="zh-CN" altLang="en-US" sz="2400" dirty="0">
                <a:latin typeface="宋体" panose="02010600030101010101" pitchFamily="2" charset="-122"/>
              </a:rPr>
              <a:t>区间估计</a:t>
            </a:r>
            <a:endParaRPr lang="zh-CN" altLang="en-US" sz="2400" dirty="0">
              <a:latin typeface="宋体" panose="02010600030101010101" pitchFamily="2" charset="-122"/>
            </a:endParaRPr>
          </a:p>
        </p:txBody>
      </p:sp>
      <p:sp>
        <p:nvSpPr>
          <p:cNvPr id="34826" name="Rectangle 10">
            <a:hlinkClick r:id="" action="ppaction://hlinkshowjump?jump=endshow" highlightClick="1"/>
          </p:cNvPr>
          <p:cNvSpPr>
            <a:spLocks noChangeArrowheads="1"/>
          </p:cNvSpPr>
          <p:nvPr/>
        </p:nvSpPr>
        <p:spPr bwMode="auto">
          <a:xfrm>
            <a:off x="2279576" y="356034"/>
            <a:ext cx="705643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kumimoji="1" sz="4400">
                <a:solidFill>
                  <a:schemeClr val="tx2"/>
                </a:solidFill>
                <a:latin typeface="Times New Roman" panose="02020603050405020304" pitchFamily="18" charset="0"/>
                <a:ea typeface="宋体" panose="02010600030101010101" pitchFamily="2" charset="-122"/>
              </a:defRPr>
            </a:lvl1pPr>
            <a:lvl2pPr algn="ctr">
              <a:defRPr kumimoji="1" sz="4400">
                <a:solidFill>
                  <a:schemeClr val="tx2"/>
                </a:solidFill>
                <a:latin typeface="Times New Roman" panose="02020603050405020304" pitchFamily="18" charset="0"/>
                <a:ea typeface="宋体" panose="02010600030101010101" pitchFamily="2" charset="-122"/>
              </a:defRPr>
            </a:lvl2pPr>
            <a:lvl3pPr algn="ctr">
              <a:defRPr kumimoji="1" sz="4400">
                <a:solidFill>
                  <a:schemeClr val="tx2"/>
                </a:solidFill>
                <a:latin typeface="Times New Roman" panose="02020603050405020304" pitchFamily="18" charset="0"/>
                <a:ea typeface="宋体" panose="02010600030101010101" pitchFamily="2" charset="-122"/>
              </a:defRPr>
            </a:lvl3pPr>
            <a:lvl4pPr algn="ctr">
              <a:defRPr kumimoji="1" sz="4400">
                <a:solidFill>
                  <a:schemeClr val="tx2"/>
                </a:solidFill>
                <a:latin typeface="Times New Roman" panose="02020603050405020304" pitchFamily="18" charset="0"/>
                <a:ea typeface="宋体" panose="02010600030101010101" pitchFamily="2" charset="-122"/>
              </a:defRPr>
            </a:lvl4pPr>
            <a:lvl5pPr algn="ct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b="1" dirty="0">
                <a:solidFill>
                  <a:schemeClr val="tx1"/>
                </a:solidFill>
                <a:latin typeface="宋体" panose="02010600030101010101" pitchFamily="2" charset="-122"/>
              </a:rPr>
              <a:t>第七章   参数估计</a:t>
            </a:r>
            <a:endParaRPr lang="zh-CN" altLang="en-US" b="1" dirty="0">
              <a:solidFill>
                <a:schemeClr val="tx1"/>
              </a:solidFill>
              <a:latin typeface="宋体" panose="02010600030101010101" pitchFamily="2" charset="-122"/>
            </a:endParaRPr>
          </a:p>
        </p:txBody>
      </p:sp>
      <p:sp>
        <p:nvSpPr>
          <p:cNvPr id="2" name="矩形 1"/>
          <p:cNvSpPr/>
          <p:nvPr/>
        </p:nvSpPr>
        <p:spPr>
          <a:xfrm>
            <a:off x="5735960" y="1638300"/>
            <a:ext cx="6096000" cy="3692525"/>
          </a:xfrm>
          <a:prstGeom prst="rect">
            <a:avLst/>
          </a:prstGeom>
        </p:spPr>
        <p:txBody>
          <a:bodyPr>
            <a:spAutoFit/>
          </a:bodyPr>
          <a:lstStyle/>
          <a:p>
            <a:pPr>
              <a:spcAft>
                <a:spcPts val="0"/>
              </a:spcAft>
            </a:pPr>
            <a:r>
              <a:rPr lang="en-US" altLang="zh-CN" b="1" dirty="0">
                <a:solidFill>
                  <a:srgbClr val="FF3300"/>
                </a:solidFill>
              </a:rPr>
              <a:t>12</a:t>
            </a:r>
            <a:endParaRPr lang="en-US" altLang="zh-CN" b="1" dirty="0">
              <a:solidFill>
                <a:srgbClr val="FF3300"/>
              </a:solidFill>
            </a:endParaRPr>
          </a:p>
          <a:p>
            <a:pPr>
              <a:spcBef>
                <a:spcPts val="0"/>
              </a:spcBef>
              <a:spcAft>
                <a:spcPts val="0"/>
              </a:spcAft>
            </a:pPr>
            <a:r>
              <a:rPr lang="zh-CN" altLang="en-US" dirty="0"/>
              <a:t>参数估计之区间估计（授课人：曾华琳；时长：</a:t>
            </a:r>
            <a:r>
              <a:rPr lang="en-US" altLang="zh-CN" dirty="0"/>
              <a:t>46</a:t>
            </a:r>
            <a:r>
              <a:rPr lang="zh-CN" altLang="en-US" dirty="0"/>
              <a:t>分钟） </a:t>
            </a:r>
            <a:endParaRPr lang="zh-CN" altLang="en-US" dirty="0"/>
          </a:p>
          <a:p>
            <a:pPr>
              <a:spcBef>
                <a:spcPts val="0"/>
              </a:spcBef>
              <a:spcAft>
                <a:spcPts val="0"/>
              </a:spcAft>
            </a:pPr>
            <a:r>
              <a:rPr lang="en-US" altLang="zh-CN" dirty="0"/>
              <a:t>• </a:t>
            </a:r>
            <a:r>
              <a:rPr lang="zh-CN" altLang="en-US" dirty="0"/>
              <a:t>学习参数估计的另一个方法</a:t>
            </a:r>
            <a:r>
              <a:rPr lang="en-US" altLang="zh-CN" dirty="0"/>
              <a:t>—</a:t>
            </a:r>
            <a:r>
              <a:rPr lang="zh-CN" altLang="en-US" dirty="0"/>
              <a:t>区间估计，首先要了解区间估计的概念，了解区间估计与点估计的区别，并进一步掌握区间估计的步骤及解题方法；</a:t>
            </a:r>
            <a:r>
              <a:rPr lang="en-US" altLang="zh-CN" dirty="0"/>
              <a:t>• </a:t>
            </a:r>
            <a:r>
              <a:rPr lang="zh-CN" altLang="en-US" dirty="0"/>
              <a:t>学习单侧区间估计的方法，掌握单侧置信区间的计算方法及基本步骤；</a:t>
            </a:r>
            <a:r>
              <a:rPr lang="en-US" altLang="zh-CN" dirty="0"/>
              <a:t>• </a:t>
            </a:r>
            <a:r>
              <a:rPr lang="zh-CN" altLang="en-US" dirty="0"/>
              <a:t>学习正态总体均值与方差的区间估计的不同解法，以及推导方式；</a:t>
            </a:r>
            <a:r>
              <a:rPr lang="en-US" altLang="zh-CN" dirty="0"/>
              <a:t>• </a:t>
            </a:r>
            <a:r>
              <a:rPr lang="zh-CN" altLang="en-US" dirty="0"/>
              <a:t>学习</a:t>
            </a:r>
            <a:r>
              <a:rPr lang="en-US" altLang="zh-CN" dirty="0"/>
              <a:t>(0-1)</a:t>
            </a:r>
            <a:r>
              <a:rPr lang="zh-CN" altLang="en-US" dirty="0"/>
              <a:t>分布参数的区间估计的推导过程及解法。</a:t>
            </a:r>
            <a:endParaRPr lang="zh-CN" altLang="en-US" dirty="0"/>
          </a:p>
          <a:p>
            <a:pPr>
              <a:spcBef>
                <a:spcPts val="0"/>
              </a:spcBef>
              <a:spcAft>
                <a:spcPts val="0"/>
              </a:spcAft>
            </a:pPr>
            <a:r>
              <a:rPr lang="zh-CN" altLang="en-US" dirty="0"/>
              <a:t>课时</a:t>
            </a:r>
            <a:endParaRPr lang="zh-CN" altLang="en-US" dirty="0"/>
          </a:p>
          <a:p>
            <a:pPr>
              <a:spcBef>
                <a:spcPts val="0"/>
              </a:spcBef>
              <a:spcAft>
                <a:spcPts val="0"/>
              </a:spcAft>
            </a:pPr>
            <a:r>
              <a:rPr lang="en-US" altLang="zh-CN" dirty="0"/>
              <a:t>12.1 </a:t>
            </a:r>
            <a:r>
              <a:rPr lang="zh-CN" altLang="en-US" dirty="0"/>
              <a:t>区间估计的概念</a:t>
            </a:r>
            <a:endParaRPr lang="zh-CN" altLang="en-US" dirty="0"/>
          </a:p>
          <a:p>
            <a:pPr>
              <a:spcBef>
                <a:spcPts val="0"/>
              </a:spcBef>
              <a:spcAft>
                <a:spcPts val="0"/>
              </a:spcAft>
            </a:pPr>
            <a:r>
              <a:rPr lang="en-US" altLang="zh-CN" dirty="0"/>
              <a:t>12.2</a:t>
            </a:r>
            <a:r>
              <a:rPr lang="zh-CN" altLang="en-US" dirty="0"/>
              <a:t>单个正态总体的均值和方差的区间估计</a:t>
            </a:r>
            <a:endParaRPr lang="zh-CN" altLang="en-US" dirty="0"/>
          </a:p>
          <a:p>
            <a:pPr>
              <a:spcBef>
                <a:spcPts val="0"/>
              </a:spcBef>
              <a:spcAft>
                <a:spcPts val="0"/>
              </a:spcAft>
            </a:pPr>
            <a:r>
              <a:rPr lang="en-US" altLang="zh-CN" dirty="0"/>
              <a:t>12.3</a:t>
            </a:r>
            <a:r>
              <a:rPr lang="zh-CN" altLang="en-US" dirty="0"/>
              <a:t>两个正态总体的均值差和方差比的区间估计</a:t>
            </a:r>
            <a:endParaRPr lang="zh-CN" altLang="en-US" dirty="0"/>
          </a:p>
          <a:p>
            <a:pPr>
              <a:spcBef>
                <a:spcPts val="0"/>
              </a:spcBef>
            </a:pPr>
            <a:r>
              <a:rPr lang="en-US" altLang="zh-CN" dirty="0"/>
              <a:t>12.4</a:t>
            </a:r>
            <a:r>
              <a:rPr lang="zh-CN" altLang="en-US" dirty="0"/>
              <a:t>（</a:t>
            </a:r>
            <a:r>
              <a:rPr lang="en-US" altLang="zh-CN" dirty="0"/>
              <a:t>0-1</a:t>
            </a:r>
            <a:r>
              <a:rPr lang="zh-CN" altLang="en-US" dirty="0"/>
              <a:t>）分布参数的区间估计</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5"/>
          <p:cNvSpPr>
            <a:spLocks noChangeArrowheads="1"/>
          </p:cNvSpPr>
          <p:nvPr/>
        </p:nvSpPr>
        <p:spPr bwMode="auto">
          <a:xfrm>
            <a:off x="335360" y="1916832"/>
            <a:ext cx="6081713" cy="272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第一节  假设检验</a:t>
            </a:r>
            <a:endParaRPr lang="zh-CN" altLang="en-US" sz="2400" dirty="0">
              <a:latin typeface="宋体" panose="02010600030101010101" pitchFamily="2" charset="-122"/>
            </a:endParaRPr>
          </a:p>
          <a:p>
            <a:pPr>
              <a:spcBef>
                <a:spcPts val="20"/>
              </a:spcBef>
              <a:spcAft>
                <a:spcPts val="0"/>
              </a:spcAft>
              <a:buClr>
                <a:schemeClr val="accent1"/>
              </a:buClr>
              <a:buFont typeface="Wingdings" panose="05000000000000000000" pitchFamily="2" charset="2"/>
              <a:buNone/>
            </a:pPr>
            <a:r>
              <a:rPr lang="zh-CN" altLang="en-US" sz="2400" dirty="0">
                <a:latin typeface="宋体" panose="02010600030101010101" pitchFamily="2" charset="-122"/>
              </a:rPr>
              <a:t>第二节  正态总体均值的假设检验</a:t>
            </a:r>
            <a:endParaRPr lang="zh-CN" altLang="en-US" sz="2400" dirty="0">
              <a:latin typeface="宋体" panose="02010600030101010101" pitchFamily="2" charset="-122"/>
            </a:endParaRPr>
          </a:p>
          <a:p>
            <a:pPr>
              <a:spcBef>
                <a:spcPts val="20"/>
              </a:spcBef>
              <a:buClr>
                <a:schemeClr val="accent1"/>
              </a:buClr>
              <a:buFont typeface="Wingdings" panose="05000000000000000000" pitchFamily="2" charset="2"/>
              <a:buNone/>
            </a:pPr>
            <a:r>
              <a:rPr lang="zh-CN" altLang="en-US" sz="2400" dirty="0">
                <a:latin typeface="宋体" panose="02010600030101010101" pitchFamily="2" charset="-122"/>
              </a:rPr>
              <a:t>第三节  正态总体方差的假设检验</a:t>
            </a:r>
            <a:endParaRPr lang="zh-CN" altLang="en-US" sz="2400" dirty="0">
              <a:latin typeface="宋体" panose="02010600030101010101" pitchFamily="2" charset="-122"/>
            </a:endParaRPr>
          </a:p>
        </p:txBody>
      </p:sp>
      <p:sp>
        <p:nvSpPr>
          <p:cNvPr id="35850" name="Rectangle 10">
            <a:hlinkClick r:id="" action="ppaction://hlinkshowjump?jump=endshow" highlightClick="1"/>
          </p:cNvPr>
          <p:cNvSpPr>
            <a:spLocks noChangeArrowheads="1"/>
          </p:cNvSpPr>
          <p:nvPr/>
        </p:nvSpPr>
        <p:spPr bwMode="auto">
          <a:xfrm>
            <a:off x="2135560" y="404664"/>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kumimoji="1" sz="4400">
                <a:solidFill>
                  <a:schemeClr val="tx2"/>
                </a:solidFill>
                <a:latin typeface="Times New Roman" panose="02020603050405020304" pitchFamily="18" charset="0"/>
                <a:ea typeface="宋体" panose="02010600030101010101" pitchFamily="2" charset="-122"/>
              </a:defRPr>
            </a:lvl1pPr>
            <a:lvl2pPr algn="ctr">
              <a:defRPr kumimoji="1" sz="4400">
                <a:solidFill>
                  <a:schemeClr val="tx2"/>
                </a:solidFill>
                <a:latin typeface="Times New Roman" panose="02020603050405020304" pitchFamily="18" charset="0"/>
                <a:ea typeface="宋体" panose="02010600030101010101" pitchFamily="2" charset="-122"/>
              </a:defRPr>
            </a:lvl2pPr>
            <a:lvl3pPr algn="ctr">
              <a:defRPr kumimoji="1" sz="4400">
                <a:solidFill>
                  <a:schemeClr val="tx2"/>
                </a:solidFill>
                <a:latin typeface="Times New Roman" panose="02020603050405020304" pitchFamily="18" charset="0"/>
                <a:ea typeface="宋体" panose="02010600030101010101" pitchFamily="2" charset="-122"/>
              </a:defRPr>
            </a:lvl3pPr>
            <a:lvl4pPr algn="ctr">
              <a:defRPr kumimoji="1" sz="4400">
                <a:solidFill>
                  <a:schemeClr val="tx2"/>
                </a:solidFill>
                <a:latin typeface="Times New Roman" panose="02020603050405020304" pitchFamily="18" charset="0"/>
                <a:ea typeface="宋体" panose="02010600030101010101" pitchFamily="2" charset="-122"/>
              </a:defRPr>
            </a:lvl4pPr>
            <a:lvl5pPr algn="ct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b="1" dirty="0">
                <a:solidFill>
                  <a:schemeClr val="tx1"/>
                </a:solidFill>
                <a:latin typeface="宋体" panose="02010600030101010101" pitchFamily="2" charset="-122"/>
              </a:rPr>
              <a:t>第八章  假设检验</a:t>
            </a:r>
            <a:endParaRPr lang="zh-CN" altLang="en-US" b="1" dirty="0">
              <a:solidFill>
                <a:schemeClr val="tx1"/>
              </a:solidFill>
              <a:latin typeface="宋体" panose="02010600030101010101" pitchFamily="2" charset="-122"/>
            </a:endParaRPr>
          </a:p>
        </p:txBody>
      </p:sp>
      <p:sp>
        <p:nvSpPr>
          <p:cNvPr id="2" name="矩形 1"/>
          <p:cNvSpPr/>
          <p:nvPr/>
        </p:nvSpPr>
        <p:spPr>
          <a:xfrm>
            <a:off x="5879976" y="1700808"/>
            <a:ext cx="6096000" cy="3692525"/>
          </a:xfrm>
          <a:prstGeom prst="rect">
            <a:avLst/>
          </a:prstGeom>
        </p:spPr>
        <p:txBody>
          <a:bodyPr>
            <a:spAutoFit/>
          </a:bodyPr>
          <a:lstStyle/>
          <a:p>
            <a:pPr>
              <a:spcAft>
                <a:spcPts val="0"/>
              </a:spcAft>
            </a:pPr>
            <a:r>
              <a:rPr lang="en-US" altLang="zh-CN" b="1" dirty="0">
                <a:solidFill>
                  <a:srgbClr val="FF0000"/>
                </a:solidFill>
              </a:rPr>
              <a:t>13</a:t>
            </a:r>
            <a:endParaRPr lang="en-US" altLang="zh-CN" b="1" dirty="0">
              <a:solidFill>
                <a:srgbClr val="FF0000"/>
              </a:solidFill>
            </a:endParaRPr>
          </a:p>
          <a:p>
            <a:pPr>
              <a:spcBef>
                <a:spcPts val="0"/>
              </a:spcBef>
              <a:spcAft>
                <a:spcPts val="0"/>
              </a:spcAft>
            </a:pPr>
            <a:r>
              <a:rPr lang="zh-CN" altLang="en-US" dirty="0"/>
              <a:t>假设检验（授课人：曾华琳；时长：</a:t>
            </a:r>
            <a:r>
              <a:rPr lang="en-US" altLang="zh-CN" dirty="0"/>
              <a:t>1</a:t>
            </a:r>
            <a:r>
              <a:rPr lang="zh-CN" altLang="en-US" dirty="0"/>
              <a:t>小时</a:t>
            </a:r>
            <a:r>
              <a:rPr lang="en-US" altLang="zh-CN" dirty="0"/>
              <a:t>17</a:t>
            </a:r>
            <a:r>
              <a:rPr lang="zh-CN" altLang="en-US" dirty="0"/>
              <a:t>分） </a:t>
            </a:r>
            <a:endParaRPr lang="zh-CN" altLang="en-US" dirty="0"/>
          </a:p>
          <a:p>
            <a:pPr>
              <a:spcBef>
                <a:spcPts val="0"/>
              </a:spcBef>
              <a:spcAft>
                <a:spcPts val="0"/>
              </a:spcAft>
            </a:pPr>
            <a:r>
              <a:rPr lang="en-US" altLang="zh-CN" dirty="0"/>
              <a:t>• </a:t>
            </a:r>
            <a:r>
              <a:rPr lang="zh-CN" altLang="en-US" dirty="0"/>
              <a:t>学习数理统计的另外一大类任务</a:t>
            </a:r>
            <a:r>
              <a:rPr lang="en-US" altLang="zh-CN" dirty="0"/>
              <a:t>—</a:t>
            </a:r>
            <a:r>
              <a:rPr lang="zh-CN" altLang="en-US" dirty="0"/>
              <a:t>假设检验，首先先了解假设检验的基本思想，为什么提出假设检验，假设检验的理论基础是什么；</a:t>
            </a:r>
            <a:r>
              <a:rPr lang="en-US" altLang="zh-CN" dirty="0"/>
              <a:t>• </a:t>
            </a:r>
            <a:r>
              <a:rPr lang="zh-CN" altLang="en-US" dirty="0"/>
              <a:t>学习并掌握假设检验基本步骤，会利用假设检验解决实际问题；</a:t>
            </a:r>
            <a:r>
              <a:rPr lang="en-US" altLang="zh-CN" dirty="0"/>
              <a:t>• </a:t>
            </a:r>
            <a:r>
              <a:rPr lang="zh-CN" altLang="en-US" dirty="0"/>
              <a:t>学习正态总体均值假设检验的不同解法，以及推导方式；</a:t>
            </a:r>
            <a:r>
              <a:rPr lang="en-US" altLang="zh-CN" dirty="0"/>
              <a:t>• </a:t>
            </a:r>
            <a:r>
              <a:rPr lang="zh-CN" altLang="en-US" dirty="0"/>
              <a:t>学习正态总体方差假设检验的不同解法，以及推导方式。</a:t>
            </a:r>
            <a:endParaRPr lang="zh-CN" altLang="en-US" dirty="0"/>
          </a:p>
          <a:p>
            <a:pPr>
              <a:spcBef>
                <a:spcPts val="0"/>
              </a:spcBef>
              <a:spcAft>
                <a:spcPts val="0"/>
              </a:spcAft>
            </a:pPr>
            <a:r>
              <a:rPr lang="zh-CN" altLang="en-US" dirty="0"/>
              <a:t>课时</a:t>
            </a:r>
            <a:endParaRPr lang="zh-CN" altLang="en-US" dirty="0"/>
          </a:p>
          <a:p>
            <a:pPr>
              <a:spcBef>
                <a:spcPts val="0"/>
              </a:spcBef>
              <a:spcAft>
                <a:spcPts val="0"/>
              </a:spcAft>
            </a:pPr>
            <a:r>
              <a:rPr lang="en-US" altLang="zh-CN" dirty="0"/>
              <a:t>13.1</a:t>
            </a:r>
            <a:r>
              <a:rPr lang="zh-CN" altLang="en-US" dirty="0"/>
              <a:t>假设检验的基本思想</a:t>
            </a:r>
            <a:endParaRPr lang="zh-CN" altLang="en-US" dirty="0"/>
          </a:p>
          <a:p>
            <a:pPr>
              <a:spcBef>
                <a:spcPts val="0"/>
              </a:spcBef>
              <a:spcAft>
                <a:spcPts val="0"/>
              </a:spcAft>
            </a:pPr>
            <a:r>
              <a:rPr lang="en-US" altLang="zh-CN" dirty="0"/>
              <a:t>13.2</a:t>
            </a:r>
            <a:r>
              <a:rPr lang="zh-CN" altLang="en-US" dirty="0"/>
              <a:t>假设检验的一般步骤</a:t>
            </a:r>
            <a:endParaRPr lang="zh-CN" altLang="en-US" dirty="0"/>
          </a:p>
          <a:p>
            <a:pPr>
              <a:spcBef>
                <a:spcPts val="0"/>
              </a:spcBef>
              <a:spcAft>
                <a:spcPts val="0"/>
              </a:spcAft>
            </a:pPr>
            <a:r>
              <a:rPr lang="en-US" altLang="zh-CN" dirty="0"/>
              <a:t>13.3</a:t>
            </a:r>
            <a:r>
              <a:rPr lang="zh-CN" altLang="en-US" dirty="0"/>
              <a:t>正态总体均值的假设检验</a:t>
            </a:r>
            <a:endParaRPr lang="zh-CN" altLang="en-US" dirty="0"/>
          </a:p>
          <a:p>
            <a:pPr>
              <a:spcBef>
                <a:spcPts val="0"/>
              </a:spcBef>
            </a:pPr>
            <a:r>
              <a:rPr lang="en-US" altLang="zh-CN" dirty="0"/>
              <a:t>13.4</a:t>
            </a:r>
            <a:r>
              <a:rPr lang="zh-CN" altLang="en-US" dirty="0"/>
              <a:t>正态总体方差的假设检验</a:t>
            </a:r>
            <a:endParaRPr lang="zh-CN" altLang="en-US" dirty="0">
              <a:effectLs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05313" y="2951717"/>
            <a:ext cx="5040000" cy="829945"/>
          </a:xfrm>
          <a:prstGeom prst="rect">
            <a:avLst/>
          </a:prstGeom>
          <a:noFill/>
        </p:spPr>
        <p:txBody>
          <a:bodyPr wrap="square" rtlCol="0">
            <a:spAutoFit/>
          </a:bodyPr>
          <a:lstStyle/>
          <a:p>
            <a:pPr algn="dist">
              <a:spcAft>
                <a:spcPts val="0"/>
              </a:spcAft>
            </a:pPr>
            <a:r>
              <a:rPr lang="zh-CN" altLang="en-US" sz="4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概率论序言</a:t>
            </a:r>
            <a:endParaRPr lang="zh-CN" altLang="en-US" sz="4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57336" cy="1187862"/>
            </a:xfrm>
            <a:prstGeom prst="rect">
              <a:avLst/>
            </a:prstGeom>
            <a:noFill/>
          </p:spPr>
          <p:txBody>
            <a:bodyPr wrap="none" rtlCol="0">
              <a:spAutoFit/>
            </a:bodyPr>
            <a:lstStyle/>
            <a:p>
              <a:pPr>
                <a:spcAft>
                  <a:spcPts val="0"/>
                </a:spcAft>
              </a:pPr>
              <a:r>
                <a:rPr lang="en-US" altLang="zh-CN" sz="13800" b="1"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01</a:t>
              </a:r>
              <a:endParaRPr lang="zh-CN" altLang="en-US" sz="138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Scale>
                                      <p:cBhvr>
                                        <p:cTn id="7"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2"/>
                                        </p:tgtEl>
                                        <p:attrNameLst>
                                          <p:attrName>ppt_x</p:attrName>
                                          <p:attrName>ppt_y</p:attrName>
                                        </p:attrNameLst>
                                      </p:cBhvr>
                                    </p:animMotion>
                                    <p:animEffect transition="in" filter="fade">
                                      <p:cBhvr>
                                        <p:cTn id="9" dur="1000"/>
                                        <p:tgtEl>
                                          <p:spTgt spid="2"/>
                                        </p:tgtEl>
                                      </p:cBhvr>
                                    </p:animEffect>
                                  </p:childTnLst>
                                </p:cTn>
                              </p:par>
                              <p:par>
                                <p:cTn id="10" presetID="22" presetClass="entr" presetSubtype="4" fill="hold" grpId="0" nodeType="withEffect">
                                  <p:stCondLst>
                                    <p:cond delay="70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par>
                                <p:cTn id="13" presetID="22" presetClass="entr" presetSubtype="8" fill="hold" nodeType="withEffect">
                                  <p:stCondLst>
                                    <p:cond delay="70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39616" y="2492896"/>
            <a:ext cx="6480720" cy="1106805"/>
          </a:xfrm>
          <a:prstGeom prst="rect">
            <a:avLst/>
          </a:prstGeom>
          <a:solidFill>
            <a:srgbClr val="C00000"/>
          </a:solidFill>
        </p:spPr>
        <p:txBody>
          <a:bodyPr wrap="square">
            <a:spAutoFit/>
          </a:bodyPr>
          <a:lstStyle/>
          <a:p>
            <a:pPr algn="ctr">
              <a:spcAft>
                <a:spcPts val="0"/>
              </a:spcAft>
              <a:defRPr/>
            </a:pPr>
            <a:r>
              <a:rPr lang="zh-CN" altLang="en-US" sz="66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概率研究什么？</a:t>
            </a:r>
            <a:endParaRPr lang="zh-CN" altLang="en-US" sz="66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1" name="Rectangle 13"/>
          <p:cNvSpPr>
            <a:spLocks noChangeArrowheads="1"/>
          </p:cNvSpPr>
          <p:nvPr/>
        </p:nvSpPr>
        <p:spPr bwMode="auto">
          <a:xfrm>
            <a:off x="1694465" y="1989554"/>
            <a:ext cx="3559750" cy="737235"/>
          </a:xfrm>
          <a:prstGeom prst="rect">
            <a:avLst/>
          </a:prstGeom>
          <a:noFill/>
          <a:ln>
            <a:noFill/>
          </a:ln>
          <a:effectLst/>
        </p:spPr>
        <p:txBody>
          <a:bodyPr wrap="square" anchor="ctr">
            <a:spAutoFit/>
          </a:bodyPr>
          <a:lstStyle/>
          <a:p>
            <a:pPr algn="l" eaLnBrk="1" hangingPunct="1">
              <a:lnSpc>
                <a:spcPct val="150000"/>
              </a:lnSpc>
              <a:spcBef>
                <a:spcPct val="50000"/>
              </a:spcBef>
              <a:spcAft>
                <a:spcPts val="0"/>
              </a:spcAft>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  太阳从东方升起</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183" name="Rectangle 15"/>
          <p:cNvSpPr>
            <a:spLocks noChangeArrowheads="1"/>
          </p:cNvSpPr>
          <p:nvPr/>
        </p:nvSpPr>
        <p:spPr bwMode="auto">
          <a:xfrm>
            <a:off x="1603963" y="1217471"/>
            <a:ext cx="3027680" cy="52197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Aft>
                <a:spcPts val="0"/>
              </a:spcAft>
            </a:pP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考察下面的现象：</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49" name="直接连接符 4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50" name="矩形 49"/>
          <p:cNvSpPr>
            <a:spLocks noChangeArrowheads="1"/>
          </p:cNvSpPr>
          <p:nvPr/>
        </p:nvSpPr>
        <p:spPr bwMode="auto">
          <a:xfrm>
            <a:off x="1406163" y="255069"/>
            <a:ext cx="204851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4400">
              <a:spcBef>
                <a:spcPct val="0"/>
              </a:spcBef>
              <a:spcAft>
                <a:spcPts val="0"/>
              </a:spcAft>
              <a:buNone/>
            </a:pPr>
            <a:r>
              <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rPr>
              <a:t>概率论序言</a:t>
            </a:r>
            <a:endPar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endParaRPr>
          </a:p>
        </p:txBody>
      </p:sp>
      <p:grpSp>
        <p:nvGrpSpPr>
          <p:cNvPr id="51" name="组合 50"/>
          <p:cNvGrpSpPr/>
          <p:nvPr/>
        </p:nvGrpSpPr>
        <p:grpSpPr>
          <a:xfrm>
            <a:off x="851761" y="364781"/>
            <a:ext cx="263341" cy="395013"/>
            <a:chOff x="5284519" y="1508166"/>
            <a:chExt cx="213756" cy="427512"/>
          </a:xfrm>
        </p:grpSpPr>
        <p:cxnSp>
          <p:nvCxnSpPr>
            <p:cNvPr id="52" name="直接连接符 5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53" name="直接连接符 5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6" name="Rectangle 13"/>
          <p:cNvSpPr>
            <a:spLocks noChangeArrowheads="1"/>
          </p:cNvSpPr>
          <p:nvPr/>
        </p:nvSpPr>
        <p:spPr bwMode="auto">
          <a:xfrm>
            <a:off x="1694465" y="2854320"/>
            <a:ext cx="3559750" cy="737235"/>
          </a:xfrm>
          <a:prstGeom prst="rect">
            <a:avLst/>
          </a:prstGeom>
          <a:noFill/>
          <a:ln>
            <a:noFill/>
          </a:ln>
          <a:effectLst/>
        </p:spPr>
        <p:txBody>
          <a:bodyPr wrap="square" anchor="ctr">
            <a:spAutoFit/>
          </a:bodyPr>
          <a:lstStyle/>
          <a:p>
            <a:pPr algn="l" eaLnBrk="1" hangingPunct="1">
              <a:lnSpc>
                <a:spcPct val="150000"/>
              </a:lnSpc>
              <a:spcBef>
                <a:spcPct val="50000"/>
              </a:spcBef>
              <a:spcAft>
                <a:spcPts val="0"/>
              </a:spcAft>
            </a:pP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B.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明天的最高温度</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Rectangle 13"/>
          <p:cNvSpPr>
            <a:spLocks noChangeArrowheads="1"/>
          </p:cNvSpPr>
          <p:nvPr/>
        </p:nvSpPr>
        <p:spPr bwMode="auto">
          <a:xfrm>
            <a:off x="1694465" y="3680901"/>
            <a:ext cx="3559750" cy="737235"/>
          </a:xfrm>
          <a:prstGeom prst="rect">
            <a:avLst/>
          </a:prstGeom>
          <a:noFill/>
          <a:ln>
            <a:noFill/>
          </a:ln>
          <a:effectLst/>
        </p:spPr>
        <p:txBody>
          <a:bodyPr wrap="square" anchor="ctr">
            <a:spAutoFit/>
          </a:bodyPr>
          <a:lstStyle/>
          <a:p>
            <a:pPr algn="l">
              <a:lnSpc>
                <a:spcPct val="150000"/>
              </a:lnSpc>
              <a:spcBef>
                <a:spcPct val="50000"/>
              </a:spcBef>
              <a:spcAft>
                <a:spcPts val="0"/>
              </a:spcAft>
              <a:buClrTx/>
              <a:buSzTx/>
              <a:buFontTx/>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rPr>
              <a:t>C. 上抛物体一定下落</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endParaRPr>
          </a:p>
        </p:txBody>
      </p:sp>
      <p:sp>
        <p:nvSpPr>
          <p:cNvPr id="18" name="Rectangle 13"/>
          <p:cNvSpPr>
            <a:spLocks noChangeArrowheads="1"/>
          </p:cNvSpPr>
          <p:nvPr/>
        </p:nvSpPr>
        <p:spPr bwMode="auto">
          <a:xfrm>
            <a:off x="1694465" y="4469300"/>
            <a:ext cx="3559750" cy="737235"/>
          </a:xfrm>
          <a:prstGeom prst="rect">
            <a:avLst/>
          </a:prstGeom>
          <a:noFill/>
          <a:ln>
            <a:noFill/>
          </a:ln>
          <a:effectLst/>
        </p:spPr>
        <p:txBody>
          <a:bodyPr wrap="square" anchor="ctr">
            <a:spAutoFit/>
          </a:bodyPr>
          <a:lstStyle/>
          <a:p>
            <a:pPr>
              <a:lnSpc>
                <a:spcPct val="150000"/>
              </a:lnSpc>
              <a:spcBef>
                <a:spcPct val="50000"/>
              </a:spcBef>
              <a:spcAft>
                <a:spcPts val="0"/>
              </a:spcAft>
            </a:pP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rPr>
              <a:t>D.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rPr>
              <a:t>新生婴儿的体重</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endParaRPr>
          </a:p>
        </p:txBody>
      </p:sp>
      <p:grpSp>
        <p:nvGrpSpPr>
          <p:cNvPr id="10" name="组 9"/>
          <p:cNvGrpSpPr/>
          <p:nvPr/>
        </p:nvGrpSpPr>
        <p:grpSpPr>
          <a:xfrm>
            <a:off x="5254215" y="2358172"/>
            <a:ext cx="5810907" cy="1691982"/>
            <a:chOff x="5254215" y="2358172"/>
            <a:chExt cx="5810907" cy="1691982"/>
          </a:xfrm>
        </p:grpSpPr>
        <p:sp>
          <p:nvSpPr>
            <p:cNvPr id="2" name="圆角矩形 1"/>
            <p:cNvSpPr/>
            <p:nvPr/>
          </p:nvSpPr>
          <p:spPr>
            <a:xfrm>
              <a:off x="7320136" y="2793515"/>
              <a:ext cx="3744986" cy="904861"/>
            </a:xfrm>
            <a:prstGeom prst="roundRect">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kumimoji="1"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确定性现象</a:t>
              </a:r>
              <a:endParaRPr kumimoji="1"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4" name="直线箭头连接符 3"/>
            <p:cNvCxnSpPr>
              <a:endCxn id="7181" idx="3"/>
            </p:cNvCxnSpPr>
            <p:nvPr/>
          </p:nvCxnSpPr>
          <p:spPr>
            <a:xfrm flipH="1" flipV="1">
              <a:off x="5254215" y="2358172"/>
              <a:ext cx="1921905" cy="638725"/>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线箭头连接符 24"/>
            <p:cNvCxnSpPr>
              <a:endCxn id="17" idx="3"/>
            </p:cNvCxnSpPr>
            <p:nvPr/>
          </p:nvCxnSpPr>
          <p:spPr>
            <a:xfrm flipH="1">
              <a:off x="5254215" y="3463404"/>
              <a:ext cx="1921905" cy="58675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5" name="太阳形 4"/>
          <p:cNvSpPr/>
          <p:nvPr/>
        </p:nvSpPr>
        <p:spPr>
          <a:xfrm>
            <a:off x="10704830" y="5805170"/>
            <a:ext cx="935990" cy="935990"/>
          </a:xfrm>
          <a:prstGeom prst="su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par>
                                <p:cTn id="8" presetID="22" presetClass="entr" presetSubtype="8"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wipe(left)">
                                      <p:cBhvr>
                                        <p:cTn id="10" dur="500"/>
                                        <p:tgtEl>
                                          <p:spTgt spid="49"/>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wipe(left)">
                                      <p:cBhvr>
                                        <p:cTn id="14" dur="500"/>
                                        <p:tgtEl>
                                          <p:spTgt spid="50"/>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7183"/>
                                        </p:tgtEl>
                                        <p:attrNameLst>
                                          <p:attrName>style.visibility</p:attrName>
                                        </p:attrNameLst>
                                      </p:cBhvr>
                                      <p:to>
                                        <p:strVal val="visible"/>
                                      </p:to>
                                    </p:set>
                                    <p:animEffect transition="in" filter="wipe(left)">
                                      <p:cBhvr>
                                        <p:cTn id="18" dur="500"/>
                                        <p:tgtEl>
                                          <p:spTgt spid="7183"/>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7181"/>
                                        </p:tgtEl>
                                        <p:attrNameLst>
                                          <p:attrName>style.visibility</p:attrName>
                                        </p:attrNameLst>
                                      </p:cBhvr>
                                      <p:to>
                                        <p:strVal val="visible"/>
                                      </p:to>
                                    </p:set>
                                    <p:animEffect transition="in" filter="wipe(left)">
                                      <p:cBhvr>
                                        <p:cTn id="22" dur="500"/>
                                        <p:tgtEl>
                                          <p:spTgt spid="7181"/>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left)">
                                      <p:cBhvr>
                                        <p:cTn id="26" dur="500"/>
                                        <p:tgtEl>
                                          <p:spTgt spid="16"/>
                                        </p:tgtEl>
                                      </p:cBhvr>
                                    </p:animEffect>
                                  </p:childTnLst>
                                </p:cTn>
                              </p:par>
                            </p:childTnLst>
                          </p:cTn>
                        </p:par>
                        <p:par>
                          <p:cTn id="27" fill="hold">
                            <p:stCondLst>
                              <p:cond delay="2500"/>
                            </p:stCondLst>
                            <p:childTnLst>
                              <p:par>
                                <p:cTn id="28" presetID="22" presetClass="entr" presetSubtype="8" fill="hold" grpId="0" nodeType="after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30" dur="500"/>
                                        <p:tgtEl>
                                          <p:spTgt spid="17"/>
                                        </p:tgtEl>
                                      </p:cBhvr>
                                    </p:animEffect>
                                  </p:childTnLst>
                                </p:cTn>
                              </p:par>
                            </p:childTnLst>
                          </p:cTn>
                        </p:par>
                        <p:par>
                          <p:cTn id="31" fill="hold">
                            <p:stCondLst>
                              <p:cond delay="3000"/>
                            </p:stCondLst>
                            <p:childTnLst>
                              <p:par>
                                <p:cTn id="32" presetID="22" presetClass="entr" presetSubtype="8" fill="hold" grpId="0" nodeType="after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wipe(left)">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left)">
                                      <p:cBhvr>
                                        <p:cTn id="3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1" grpId="0" bldLvl="0" animBg="1"/>
      <p:bldP spid="7183" grpId="0" bldLvl="0" animBg="1"/>
      <p:bldP spid="50" grpId="0"/>
      <p:bldP spid="16" grpId="0" bldLvl="0" animBg="1"/>
      <p:bldP spid="17" grpId="0" bldLvl="0" animBg="1"/>
      <p:bldP spid="18"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custDataLst>
              <p:tags r:id="rId1"/>
            </p:custDataLst>
          </p:nvPr>
        </p:nvSpPr>
        <p:spPr>
          <a:xfrm>
            <a:off x="1219200" y="1462723"/>
            <a:ext cx="4805680" cy="487680"/>
          </a:xfrm>
          <a:prstGeom prst="rect">
            <a:avLst/>
          </a:prstGeom>
          <a:noFill/>
          <a:ln w="12700">
            <a:noFill/>
          </a:ln>
          <a:extLst>
            <a:ext uri="{909E8E84-426E-40DD-AFC4-6F175D3DCCD1}">
              <a14:hiddenFill xmlns:a14="http://schemas.microsoft.com/office/drawing/2010/main">
                <a:solidFill>
                  <a:srgbClr val="FFFFFF"/>
                </a:solidFill>
              </a14:hiddenFill>
            </a:ext>
          </a:extLst>
        </p:spPr>
        <p:txBody>
          <a:bodyPr wrap="square" rtlCol="0" anchor="ctr">
            <a:sp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以下哪一项属于非确定性现象？</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9" name="文本框 8"/>
          <p:cNvSpPr txBox="1"/>
          <p:nvPr>
            <p:custDataLst>
              <p:tags r:id="rId2"/>
            </p:custDataLst>
          </p:nvPr>
        </p:nvSpPr>
        <p:spPr>
          <a:xfrm>
            <a:off x="2438400" y="2863691"/>
            <a:ext cx="4805680" cy="487680"/>
          </a:xfrm>
          <a:prstGeom prst="rect">
            <a:avLst/>
          </a:prstGeom>
          <a:noFill/>
          <a:ln w="12700">
            <a:noFill/>
          </a:ln>
          <a:extLst>
            <a:ext uri="{909E8E84-426E-40DD-AFC4-6F175D3DCCD1}">
              <a14:hiddenFill xmlns:a14="http://schemas.microsoft.com/office/drawing/2010/main">
                <a:solidFill>
                  <a:srgbClr val="FFFFFF"/>
                </a:solidFill>
              </a14:hiddenFill>
            </a:ext>
          </a:extLst>
        </p:spPr>
        <p:txBody>
          <a:bodyPr wrap="square" rtlCol="0" anchor="ctr">
            <a:sp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抛掷一枚均匀的硬币，正面朝上</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0" name="矩形 9"/>
          <p:cNvSpPr>
            <a:spLocks noChangeAspect="1"/>
          </p:cNvSpPr>
          <p:nvPr>
            <p:custDataLst>
              <p:tags r:id="rId3"/>
            </p:custDataLst>
          </p:nvPr>
        </p:nvSpPr>
        <p:spPr>
          <a:xfrm>
            <a:off x="1571625" y="2849880"/>
            <a:ext cx="514350" cy="514350"/>
          </a:xfrm>
          <a:prstGeom prst="rect">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pitchFamily="34" charset="-122"/>
                <a:ea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1" name="文本框 10"/>
          <p:cNvSpPr txBox="1"/>
          <p:nvPr>
            <p:custDataLst>
              <p:tags r:id="rId4"/>
            </p:custDataLst>
          </p:nvPr>
        </p:nvSpPr>
        <p:spPr>
          <a:xfrm>
            <a:off x="2438400" y="3720941"/>
            <a:ext cx="2494280" cy="487680"/>
          </a:xfrm>
          <a:prstGeom prst="rect">
            <a:avLst/>
          </a:prstGeom>
          <a:noFill/>
          <a:ln w="12700">
            <a:noFill/>
          </a:ln>
          <a:extLst>
            <a:ext uri="{909E8E84-426E-40DD-AFC4-6F175D3DCCD1}">
              <a14:hiddenFill xmlns:a14="http://schemas.microsoft.com/office/drawing/2010/main">
                <a:solidFill>
                  <a:srgbClr val="FFFFFF"/>
                </a:solidFill>
              </a14:hiddenFill>
            </a:ext>
          </a:extLst>
        </p:spPr>
        <p:txBody>
          <a:bodyPr wrap="square" rtlCol="0" anchor="ctr">
            <a:sp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太阳从东方升起</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2" name="矩形 11"/>
          <p:cNvSpPr>
            <a:spLocks noChangeAspect="1"/>
          </p:cNvSpPr>
          <p:nvPr>
            <p:custDataLst>
              <p:tags r:id="rId5"/>
            </p:custDataLst>
          </p:nvPr>
        </p:nvSpPr>
        <p:spPr>
          <a:xfrm>
            <a:off x="1571625" y="3707130"/>
            <a:ext cx="514350" cy="514350"/>
          </a:xfrm>
          <a:prstGeom prst="rect">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pitchFamily="34" charset="-122"/>
                <a:ea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3" name="文本框 12"/>
          <p:cNvSpPr txBox="1"/>
          <p:nvPr>
            <p:custDataLst>
              <p:tags r:id="rId6"/>
            </p:custDataLst>
          </p:nvPr>
        </p:nvSpPr>
        <p:spPr>
          <a:xfrm>
            <a:off x="2438400" y="4578191"/>
            <a:ext cx="5081905" cy="487680"/>
          </a:xfrm>
          <a:prstGeom prst="rect">
            <a:avLst/>
          </a:prstGeom>
          <a:noFill/>
          <a:ln w="12700">
            <a:noFill/>
          </a:ln>
          <a:extLst>
            <a:ext uri="{909E8E84-426E-40DD-AFC4-6F175D3DCCD1}">
              <a14:hiddenFill xmlns:a14="http://schemas.microsoft.com/office/drawing/2010/main">
                <a:solidFill>
                  <a:srgbClr val="FFFFFF"/>
                </a:solidFill>
              </a14:hiddenFill>
            </a:ext>
          </a:extLst>
        </p:spPr>
        <p:txBody>
          <a:bodyPr wrap="square" rtlCol="0" anchor="ctr">
            <a:sp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在标准大气压下，水在100°C沸腾</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4" name="矩形 13"/>
          <p:cNvSpPr>
            <a:spLocks noChangeAspect="1"/>
          </p:cNvSpPr>
          <p:nvPr>
            <p:custDataLst>
              <p:tags r:id="rId7"/>
            </p:custDataLst>
          </p:nvPr>
        </p:nvSpPr>
        <p:spPr>
          <a:xfrm>
            <a:off x="1571625" y="4564380"/>
            <a:ext cx="514350" cy="514350"/>
          </a:xfrm>
          <a:prstGeom prst="rect">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pitchFamily="34" charset="-122"/>
                <a:ea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5" name="文本框 14"/>
          <p:cNvSpPr txBox="1"/>
          <p:nvPr>
            <p:custDataLst>
              <p:tags r:id="rId8"/>
            </p:custDataLst>
          </p:nvPr>
        </p:nvSpPr>
        <p:spPr>
          <a:xfrm>
            <a:off x="2438400" y="5435441"/>
            <a:ext cx="4475480" cy="487680"/>
          </a:xfrm>
          <a:prstGeom prst="rect">
            <a:avLst/>
          </a:prstGeom>
          <a:noFill/>
          <a:ln w="12700">
            <a:noFill/>
          </a:ln>
          <a:extLst>
            <a:ext uri="{909E8E84-426E-40DD-AFC4-6F175D3DCCD1}">
              <a14:hiddenFill xmlns:a14="http://schemas.microsoft.com/office/drawing/2010/main">
                <a:solidFill>
                  <a:srgbClr val="FFFFFF"/>
                </a:solidFill>
              </a14:hiddenFill>
            </a:ext>
          </a:extLst>
        </p:spPr>
        <p:txBody>
          <a:bodyPr wrap="square" rtlCol="0" anchor="ctr">
            <a:sp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一位学生在考试中得到的分数</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6" name="矩形 15"/>
          <p:cNvSpPr>
            <a:spLocks noChangeAspect="1"/>
          </p:cNvSpPr>
          <p:nvPr>
            <p:custDataLst>
              <p:tags r:id="rId9"/>
            </p:custDataLst>
          </p:nvPr>
        </p:nvSpPr>
        <p:spPr>
          <a:xfrm>
            <a:off x="1571625" y="5421630"/>
            <a:ext cx="514350" cy="514350"/>
          </a:xfrm>
          <a:prstGeom prst="rect">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pitchFamily="34" charset="-122"/>
                <a:ea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7" name="圆角矩形 16"/>
          <p:cNvSpPr/>
          <p:nvPr>
            <p:custDataLst>
              <p:tags r:id="rId10"/>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algn="ctr"/>
            <a:r>
              <a:rPr lang="zh-CN" altLang="en-US" sz="1600">
                <a:solidFill>
                  <a:srgbClr val="FFFFFF"/>
                </a:solidFill>
                <a:latin typeface="微软雅黑" panose="020B0503020204020204" pitchFamily="34" charset="-122"/>
                <a:ea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endParaRPr>
          </a:p>
        </p:txBody>
      </p:sp>
      <p:grpSp>
        <p:nvGrpSpPr>
          <p:cNvPr id="7" name="组合 6"/>
          <p:cNvGrpSpPr/>
          <p:nvPr>
            <p:custDataLst>
              <p:tags r:id="rId11"/>
            </p:custDataLst>
          </p:nvPr>
        </p:nvGrpSpPr>
        <p:grpSpPr>
          <a:xfrm>
            <a:off x="0" y="0"/>
            <a:ext cx="12192000" cy="635000"/>
            <a:chOff x="0" y="0"/>
            <a:chExt cx="19200" cy="1000"/>
          </a:xfrm>
        </p:grpSpPr>
        <p:sp>
          <p:nvSpPr>
            <p:cNvPr id="3" name="TitleBackground"/>
            <p:cNvSpPr/>
            <p:nvPr>
              <p:custDataLst>
                <p:tags r:id="rId12"/>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ColorBlock"/>
            <p:cNvSpPr/>
            <p:nvPr>
              <p:custDataLst>
                <p:tags r:id="rId13"/>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TypeText"/>
            <p:cNvSpPr txBox="1"/>
            <p:nvPr>
              <p:custDataLst>
                <p:tags r:id="rId14"/>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多选题</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6" name="TipText"/>
            <p:cNvSpPr txBox="1"/>
            <p:nvPr>
              <p:custDataLst>
                <p:tags r:id="rId15"/>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endPar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2" name="图片 1" descr="tmp2E8E"/>
          <p:cNvPicPr>
            <a:picLocks noChangeAspect="1"/>
          </p:cNvPicPr>
          <p:nvPr>
            <p:custDataLst>
              <p:tags r:id="rId16"/>
            </p:custDataLst>
          </p:nvPr>
        </p:nvPicPr>
        <p:blipFill>
          <a:blip r:embed="rId17"/>
          <a:stretch>
            <a:fillRect/>
          </a:stretch>
        </p:blipFill>
        <p:spPr>
          <a:xfrm>
            <a:off x="10642600" y="63500"/>
            <a:ext cx="1422400" cy="508000"/>
          </a:xfrm>
          <a:prstGeom prst="rect">
            <a:avLst/>
          </a:prstGeom>
        </p:spPr>
      </p:pic>
    </p:spTree>
    <p:custDataLst>
      <p:tags r:id="rId18"/>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9" name="Text Box 11"/>
          <p:cNvSpPr txBox="1">
            <a:spLocks noChangeArrowheads="1"/>
          </p:cNvSpPr>
          <p:nvPr/>
        </p:nvSpPr>
        <p:spPr bwMode="auto">
          <a:xfrm>
            <a:off x="1406163" y="1485275"/>
            <a:ext cx="9441213" cy="69151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nSpc>
                <a:spcPct val="150000"/>
              </a:lnSpc>
              <a:spcBef>
                <a:spcPct val="50000"/>
              </a:spcBef>
              <a:spcAft>
                <a:spcPts val="0"/>
              </a:spcAft>
            </a:pPr>
            <a:r>
              <a:rPr lang="zh-CN" altLang="en-US" sz="2600" b="1" dirty="0">
                <a:solidFill>
                  <a:srgbClr val="C00000"/>
                </a:solidFill>
                <a:latin typeface="Times New Roman" panose="02020603050405020304" pitchFamily="18" charset="0"/>
                <a:ea typeface="微软雅黑" panose="020B0503020204020204" pitchFamily="34" charset="-122"/>
              </a:rPr>
              <a:t>在我们所生活的世界上，充满</a:t>
            </a:r>
            <a:r>
              <a:rPr lang="zh-CN" altLang="en-US" sz="2600" b="1">
                <a:solidFill>
                  <a:srgbClr val="C00000"/>
                </a:solidFill>
                <a:latin typeface="Times New Roman" panose="02020603050405020304" pitchFamily="18" charset="0"/>
                <a:ea typeface="微软雅黑" panose="020B0503020204020204" pitchFamily="34" charset="-122"/>
              </a:rPr>
              <a:t>了不确定性</a:t>
            </a:r>
            <a:endParaRPr lang="en-US" altLang="zh-CN" sz="26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49" name="直接连接符 4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50" name="矩形 49"/>
          <p:cNvSpPr>
            <a:spLocks noChangeArrowheads="1"/>
          </p:cNvSpPr>
          <p:nvPr/>
        </p:nvSpPr>
        <p:spPr bwMode="auto">
          <a:xfrm>
            <a:off x="1406163" y="255069"/>
            <a:ext cx="204851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4400">
              <a:spcBef>
                <a:spcPct val="0"/>
              </a:spcBef>
              <a:spcAft>
                <a:spcPts val="0"/>
              </a:spcAft>
              <a:buNone/>
            </a:pPr>
            <a:r>
              <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rPr>
              <a:t>概率论序言</a:t>
            </a:r>
            <a:endPar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endParaRPr>
          </a:p>
        </p:txBody>
      </p:sp>
      <p:grpSp>
        <p:nvGrpSpPr>
          <p:cNvPr id="51" name="组合 50"/>
          <p:cNvGrpSpPr/>
          <p:nvPr/>
        </p:nvGrpSpPr>
        <p:grpSpPr>
          <a:xfrm>
            <a:off x="851761" y="364781"/>
            <a:ext cx="263341" cy="395013"/>
            <a:chOff x="5284519" y="1508166"/>
            <a:chExt cx="213756" cy="427512"/>
          </a:xfrm>
        </p:grpSpPr>
        <p:cxnSp>
          <p:nvCxnSpPr>
            <p:cNvPr id="52" name="直接连接符 5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53" name="直接连接符 5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8" name="Text Box 3"/>
          <p:cNvSpPr txBox="1">
            <a:spLocks noChangeArrowheads="1"/>
          </p:cNvSpPr>
          <p:nvPr/>
        </p:nvSpPr>
        <p:spPr bwMode="auto">
          <a:xfrm>
            <a:off x="1406162" y="2529688"/>
            <a:ext cx="9441214" cy="1882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just">
              <a:lnSpc>
                <a:spcPct val="120000"/>
              </a:lnSpc>
              <a:spcBef>
                <a:spcPct val="50000"/>
              </a:spcBef>
              <a:spcAft>
                <a:spcPts val="0"/>
              </a:spcAft>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从扔硬币、掷骰子和玩扑克等简单的机会游戏，到复杂的社会现象；</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20000"/>
              </a:lnSpc>
              <a:spcBef>
                <a:spcPts val="50"/>
              </a:spcBef>
              <a:spcAft>
                <a:spcPts val="0"/>
              </a:spcAft>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从婴儿的诞生，到世间万物的繁衍生息；</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20000"/>
              </a:lnSpc>
              <a:spcBef>
                <a:spcPts val="50"/>
              </a:spcBef>
              <a:spcAft>
                <a:spcPts val="0"/>
              </a:spcAft>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从流星坠落，到大自然的千变万化</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20000"/>
              </a:lnSpc>
              <a:spcBef>
                <a:spcPts val="50"/>
              </a:spcBef>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我们无时无刻不面临着不确定性和随机性。</a:t>
            </a:r>
            <a:endParaRPr lang="en-US" altLang="zh-CN" sz="2400" b="1"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pitchFamily="18" charset="0"/>
            </a:endParaRPr>
          </a:p>
        </p:txBody>
      </p:sp>
    </p:spTree>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直接连接符 4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50" name="矩形 49"/>
          <p:cNvSpPr>
            <a:spLocks noChangeArrowheads="1"/>
          </p:cNvSpPr>
          <p:nvPr/>
        </p:nvSpPr>
        <p:spPr bwMode="auto">
          <a:xfrm>
            <a:off x="1406163" y="255069"/>
            <a:ext cx="204851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4400">
              <a:spcBef>
                <a:spcPct val="0"/>
              </a:spcBef>
              <a:spcAft>
                <a:spcPts val="0"/>
              </a:spcAft>
              <a:buNone/>
            </a:pPr>
            <a:r>
              <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rPr>
              <a:t>概率论序言</a:t>
            </a:r>
            <a:endPar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endParaRPr>
          </a:p>
        </p:txBody>
      </p:sp>
      <p:grpSp>
        <p:nvGrpSpPr>
          <p:cNvPr id="51" name="组合 50"/>
          <p:cNvGrpSpPr/>
          <p:nvPr/>
        </p:nvGrpSpPr>
        <p:grpSpPr>
          <a:xfrm>
            <a:off x="851761" y="364781"/>
            <a:ext cx="263341" cy="395013"/>
            <a:chOff x="5284519" y="1508166"/>
            <a:chExt cx="213756" cy="427512"/>
          </a:xfrm>
        </p:grpSpPr>
        <p:cxnSp>
          <p:nvCxnSpPr>
            <p:cNvPr id="52" name="直接连接符 5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53" name="直接连接符 5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8" name="Text Box 3"/>
          <p:cNvSpPr txBox="1">
            <a:spLocks noChangeArrowheads="1"/>
          </p:cNvSpPr>
          <p:nvPr/>
        </p:nvSpPr>
        <p:spPr bwMode="auto">
          <a:xfrm>
            <a:off x="851761" y="1412776"/>
            <a:ext cx="10220957" cy="43999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just">
              <a:lnSpc>
                <a:spcPct val="200000"/>
              </a:lnSpc>
              <a:spcBef>
                <a:spcPct val="50000"/>
              </a:spcBef>
              <a:spcAft>
                <a:spcPts val="0"/>
              </a:spcAft>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       如同物理学中基本粒子的运动、生物学中遗传因子和染色体的游动、以及处于紧张社会中的人们的行为一样，自然界中的不定性是固有的。这些与其说是基于决定论的法则，不如说是基于随机论法则的不定性现象，已经成为自然科学、生物科学和社会科学理论发展的必要基础。</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pitchFamily="18" charset="0"/>
            </a:endParaRPr>
          </a:p>
        </p:txBody>
      </p:sp>
    </p:spTree>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直接连接符 4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50" name="矩形 49"/>
          <p:cNvSpPr>
            <a:spLocks noChangeArrowheads="1"/>
          </p:cNvSpPr>
          <p:nvPr/>
        </p:nvSpPr>
        <p:spPr bwMode="auto">
          <a:xfrm>
            <a:off x="1406163" y="255069"/>
            <a:ext cx="204851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4400">
              <a:spcBef>
                <a:spcPct val="0"/>
              </a:spcBef>
              <a:spcAft>
                <a:spcPts val="0"/>
              </a:spcAft>
              <a:buNone/>
            </a:pPr>
            <a:r>
              <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rPr>
              <a:t>概率论序言</a:t>
            </a:r>
            <a:endPar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endParaRPr>
          </a:p>
        </p:txBody>
      </p:sp>
      <p:grpSp>
        <p:nvGrpSpPr>
          <p:cNvPr id="51" name="组合 50"/>
          <p:cNvGrpSpPr/>
          <p:nvPr/>
        </p:nvGrpSpPr>
        <p:grpSpPr>
          <a:xfrm>
            <a:off x="851761" y="364781"/>
            <a:ext cx="263341" cy="395013"/>
            <a:chOff x="5284519" y="1508166"/>
            <a:chExt cx="213756" cy="427512"/>
          </a:xfrm>
        </p:grpSpPr>
        <p:cxnSp>
          <p:nvCxnSpPr>
            <p:cNvPr id="52" name="直接连接符 5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53" name="直接连接符 5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8" name="Text Box 3"/>
          <p:cNvSpPr txBox="1">
            <a:spLocks noChangeArrowheads="1"/>
          </p:cNvSpPr>
          <p:nvPr/>
        </p:nvSpPr>
        <p:spPr bwMode="auto">
          <a:xfrm>
            <a:off x="851761" y="1183392"/>
            <a:ext cx="10220957" cy="2676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nSpc>
                <a:spcPct val="150000"/>
              </a:lnSpc>
              <a:spcAft>
                <a:spcPts val="0"/>
              </a:spcAft>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       从亚里士多德时代开始，哲学家们就已经认识到随机性在生活中的作用，他们把随机性看作为破坏生活规律、超越了人们理解能力范围的东西。他们没有认识到有可能去研究随机性，或者是去测量不定性。</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9" name="Picture 4" descr="YLSDD"/>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91744" y="3710256"/>
            <a:ext cx="1791703" cy="228123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rgbClr val="000000"/>
                </a:solidFill>
                <a:miter lim="800000"/>
                <a:headEnd/>
                <a:tailEnd/>
              </a14:hiddenLine>
            </a:ext>
          </a:extLst>
        </p:spPr>
      </p:pic>
      <p:pic>
        <p:nvPicPr>
          <p:cNvPr id="10" name="Picture 5" descr="亚里士"/>
          <p:cNvPicPr>
            <a:picLocks noChangeAspect="1" noChangeArrowheads="1"/>
          </p:cNvPicPr>
          <p:nvPr/>
        </p:nvPicPr>
        <p:blipFill rotWithShape="1">
          <a:blip r:embed="rId2">
            <a:extLst>
              <a:ext uri="{28A0092B-C50C-407E-A947-70E740481C1C}">
                <a14:useLocalDpi xmlns:a14="http://schemas.microsoft.com/office/drawing/2010/main" val="0"/>
              </a:ext>
            </a:extLst>
          </a:blip>
          <a:srcRect b="11407"/>
          <a:stretch>
            <a:fillRect/>
          </a:stretch>
        </p:blipFill>
        <p:spPr bwMode="auto">
          <a:xfrm>
            <a:off x="6960096" y="3710255"/>
            <a:ext cx="1770298" cy="228123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直接连接符 4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50" name="矩形 49"/>
          <p:cNvSpPr>
            <a:spLocks noChangeArrowheads="1"/>
          </p:cNvSpPr>
          <p:nvPr/>
        </p:nvSpPr>
        <p:spPr bwMode="auto">
          <a:xfrm>
            <a:off x="1406163" y="255069"/>
            <a:ext cx="204851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4400">
              <a:spcBef>
                <a:spcPct val="0"/>
              </a:spcBef>
              <a:spcAft>
                <a:spcPts val="0"/>
              </a:spcAft>
              <a:buNone/>
            </a:pPr>
            <a:r>
              <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rPr>
              <a:t>概率论序言</a:t>
            </a:r>
            <a:endPar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endParaRPr>
          </a:p>
        </p:txBody>
      </p:sp>
      <p:grpSp>
        <p:nvGrpSpPr>
          <p:cNvPr id="51" name="组合 50"/>
          <p:cNvGrpSpPr/>
          <p:nvPr/>
        </p:nvGrpSpPr>
        <p:grpSpPr>
          <a:xfrm>
            <a:off x="851761" y="364781"/>
            <a:ext cx="263341" cy="395013"/>
            <a:chOff x="5284519" y="1508166"/>
            <a:chExt cx="213756" cy="427512"/>
          </a:xfrm>
        </p:grpSpPr>
        <p:cxnSp>
          <p:nvCxnSpPr>
            <p:cNvPr id="52" name="直接连接符 5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53" name="直接连接符 5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8" name="Text Box 3"/>
          <p:cNvSpPr txBox="1">
            <a:spLocks noChangeArrowheads="1"/>
          </p:cNvSpPr>
          <p:nvPr/>
        </p:nvSpPr>
        <p:spPr bwMode="auto">
          <a:xfrm>
            <a:off x="851761" y="1628800"/>
            <a:ext cx="10428815" cy="20300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just">
              <a:lnSpc>
                <a:spcPct val="150000"/>
              </a:lnSpc>
              <a:spcBef>
                <a:spcPct val="50000"/>
              </a:spcBef>
              <a:spcAft>
                <a:spcPts val="0"/>
              </a:spcAft>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       将</a:t>
            </a:r>
            <a:r>
              <a:rPr lang="zh-CN" altLang="en-US"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不定性数量化</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，来尝试回答这些问题，是直到</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20</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世纪初叶才开始的。还不能说这个努力已经十分成功了</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但就是那些已得到的成果，已经给人类活动的一切领域带来了一场革命。</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pitchFamily="18" charset="0"/>
            </a:endParaRPr>
          </a:p>
        </p:txBody>
      </p:sp>
      <p:sp>
        <p:nvSpPr>
          <p:cNvPr id="9" name="Text Box 3"/>
          <p:cNvSpPr txBox="1">
            <a:spLocks noChangeArrowheads="1"/>
          </p:cNvSpPr>
          <p:nvPr/>
        </p:nvSpPr>
        <p:spPr bwMode="auto">
          <a:xfrm>
            <a:off x="851761" y="3710974"/>
            <a:ext cx="10428815" cy="20300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just">
              <a:lnSpc>
                <a:spcPct val="150000"/>
              </a:lnSpc>
              <a:spcBef>
                <a:spcPct val="50000"/>
              </a:spcBef>
              <a:spcAft>
                <a:spcPts val="0"/>
              </a:spcAft>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       这场革命为研究新的设想，发展自然科学知识，繁荣人类生活，开拓了道路。而且也改变了我们的思维方法，使我们能大胆探索自然的奥秘。</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pitchFamily="18" charset="0"/>
            </a:endParaRPr>
          </a:p>
        </p:txBody>
      </p:sp>
    </p:spTree>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直接连接符 48"/>
          <p:cNvCxnSpPr/>
          <p:nvPr/>
        </p:nvCxnSpPr>
        <p:spPr>
          <a:xfrm>
            <a:off x="1335307" y="866630"/>
            <a:ext cx="368057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51" name="组合 50"/>
          <p:cNvGrpSpPr/>
          <p:nvPr/>
        </p:nvGrpSpPr>
        <p:grpSpPr>
          <a:xfrm>
            <a:off x="851761" y="364781"/>
            <a:ext cx="263341" cy="395013"/>
            <a:chOff x="5284519" y="1508166"/>
            <a:chExt cx="213756" cy="427512"/>
          </a:xfrm>
        </p:grpSpPr>
        <p:cxnSp>
          <p:nvCxnSpPr>
            <p:cNvPr id="52" name="直接连接符 5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53" name="直接连接符 5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9" name="Text Box 3"/>
          <p:cNvSpPr txBox="1">
            <a:spLocks noChangeArrowheads="1"/>
          </p:cNvSpPr>
          <p:nvPr/>
        </p:nvSpPr>
        <p:spPr bwMode="auto">
          <a:xfrm>
            <a:off x="1181221" y="2340620"/>
            <a:ext cx="10027347" cy="39693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457200" indent="-457200" algn="just">
              <a:lnSpc>
                <a:spcPct val="150000"/>
              </a:lnSpc>
              <a:spcAft>
                <a:spcPts val="0"/>
              </a:spcAft>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概率的概念起源于中世纪以来的欧洲流行的用骰子赌博</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gn="just">
              <a:lnSpc>
                <a:spcPct val="150000"/>
              </a:lnSpc>
              <a:spcBef>
                <a:spcPts val="0"/>
              </a:spcBef>
              <a:spcAft>
                <a:spcPts val="0"/>
              </a:spcAft>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甲、乙二人赌博，各出赌注</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50</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元，共</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100</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元，每局甲、乙胜的机会均等，都是</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gn="just">
              <a:lnSpc>
                <a:spcPct val="150000"/>
              </a:lnSpc>
              <a:spcBef>
                <a:spcPts val="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约定：谁先胜满</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局则他赢得全部赌注</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100</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元，现已赌完</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局，甲</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胜</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负，而因故中断赌情，问这</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100</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元赌注该如何分给</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人，才算公平</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矩形 3"/>
          <p:cNvSpPr>
            <a:spLocks noChangeArrowheads="1"/>
          </p:cNvSpPr>
          <p:nvPr/>
        </p:nvSpPr>
        <p:spPr bwMode="auto">
          <a:xfrm>
            <a:off x="2037749" y="1508194"/>
            <a:ext cx="377022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4400">
              <a:spcBef>
                <a:spcPct val="0"/>
              </a:spcBef>
              <a:spcAft>
                <a:spcPts val="0"/>
              </a:spcAft>
              <a:buNone/>
            </a:pPr>
            <a:r>
              <a:rPr lang="zh-CN" altLang="en-US" sz="2800"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分赌本问题</a:t>
            </a:r>
            <a:endParaRPr lang="zh-CN" altLang="en-US" sz="2800"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sp>
        <p:nvSpPr>
          <p:cNvPr id="11" name="椭圆 10"/>
          <p:cNvSpPr/>
          <p:nvPr/>
        </p:nvSpPr>
        <p:spPr>
          <a:xfrm>
            <a:off x="1181221" y="1422232"/>
            <a:ext cx="695136" cy="695136"/>
          </a:xfrm>
          <a:prstGeom prst="ellipse">
            <a:avLst/>
          </a:prstGeom>
          <a:solidFill>
            <a:srgbClr val="C00000"/>
          </a:solidFill>
          <a:ln w="25400" cap="flat" cmpd="sng" algn="ctr">
            <a:noFill/>
            <a:prstDash val="solid"/>
            <a:miter lim="800000"/>
          </a:ln>
          <a:effectLst>
            <a:outerShdw blurRad="177800" dist="38100" dir="5400000" sx="90000" sy="-19000" rotWithShape="0">
              <a:sysClr val="windowText" lastClr="000000">
                <a:alpha val="10000"/>
              </a:sys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4400" b="0" i="0" u="none" strike="noStrike" kern="0" cap="none" spc="0" normalizeH="0" baseline="0" noProof="0">
              <a:ln>
                <a:noFill/>
              </a:ln>
              <a:solidFill>
                <a:srgbClr val="FEFABC"/>
              </a:solidFill>
              <a:effectLst/>
              <a:uLnTx/>
              <a:uFillTx/>
              <a:latin typeface="Calibri" panose="020F0502020204030204"/>
              <a:ea typeface="微软雅黑" panose="020B0503020204020204" pitchFamily="34" charset="-122"/>
              <a:cs typeface="+mn-cs"/>
              <a:sym typeface="Times New Roman" panose="02020603050405020304" pitchFamily="18" charset="0"/>
            </a:endParaRPr>
          </a:p>
        </p:txBody>
      </p:sp>
      <p:sp>
        <p:nvSpPr>
          <p:cNvPr id="12" name="Freeform 207"/>
          <p:cNvSpPr>
            <a:spLocks noEditPoints="1"/>
          </p:cNvSpPr>
          <p:nvPr/>
        </p:nvSpPr>
        <p:spPr bwMode="auto">
          <a:xfrm>
            <a:off x="1342612" y="1616512"/>
            <a:ext cx="361559" cy="316213"/>
          </a:xfrm>
          <a:custGeom>
            <a:avLst/>
            <a:gdLst>
              <a:gd name="T0" fmla="*/ 112 w 128"/>
              <a:gd name="T1" fmla="*/ 60 h 112"/>
              <a:gd name="T2" fmla="*/ 104 w 128"/>
              <a:gd name="T3" fmla="*/ 60 h 112"/>
              <a:gd name="T4" fmla="*/ 104 w 128"/>
              <a:gd name="T5" fmla="*/ 16 h 112"/>
              <a:gd name="T6" fmla="*/ 88 w 128"/>
              <a:gd name="T7" fmla="*/ 0 h 112"/>
              <a:gd name="T8" fmla="*/ 40 w 128"/>
              <a:gd name="T9" fmla="*/ 0 h 112"/>
              <a:gd name="T10" fmla="*/ 24 w 128"/>
              <a:gd name="T11" fmla="*/ 16 h 112"/>
              <a:gd name="T12" fmla="*/ 24 w 128"/>
              <a:gd name="T13" fmla="*/ 52 h 112"/>
              <a:gd name="T14" fmla="*/ 24 w 128"/>
              <a:gd name="T15" fmla="*/ 56 h 112"/>
              <a:gd name="T16" fmla="*/ 24 w 128"/>
              <a:gd name="T17" fmla="*/ 56 h 112"/>
              <a:gd name="T18" fmla="*/ 24 w 128"/>
              <a:gd name="T19" fmla="*/ 60 h 112"/>
              <a:gd name="T20" fmla="*/ 16 w 128"/>
              <a:gd name="T21" fmla="*/ 60 h 112"/>
              <a:gd name="T22" fmla="*/ 0 w 128"/>
              <a:gd name="T23" fmla="*/ 76 h 112"/>
              <a:gd name="T24" fmla="*/ 0 w 128"/>
              <a:gd name="T25" fmla="*/ 84 h 112"/>
              <a:gd name="T26" fmla="*/ 16 w 128"/>
              <a:gd name="T27" fmla="*/ 100 h 112"/>
              <a:gd name="T28" fmla="*/ 25 w 128"/>
              <a:gd name="T29" fmla="*/ 100 h 112"/>
              <a:gd name="T30" fmla="*/ 40 w 128"/>
              <a:gd name="T31" fmla="*/ 112 h 112"/>
              <a:gd name="T32" fmla="*/ 88 w 128"/>
              <a:gd name="T33" fmla="*/ 112 h 112"/>
              <a:gd name="T34" fmla="*/ 103 w 128"/>
              <a:gd name="T35" fmla="*/ 100 h 112"/>
              <a:gd name="T36" fmla="*/ 112 w 128"/>
              <a:gd name="T37" fmla="*/ 100 h 112"/>
              <a:gd name="T38" fmla="*/ 128 w 128"/>
              <a:gd name="T39" fmla="*/ 84 h 112"/>
              <a:gd name="T40" fmla="*/ 128 w 128"/>
              <a:gd name="T41" fmla="*/ 76 h 112"/>
              <a:gd name="T42" fmla="*/ 112 w 128"/>
              <a:gd name="T43" fmla="*/ 60 h 112"/>
              <a:gd name="T44" fmla="*/ 32 w 128"/>
              <a:gd name="T45" fmla="*/ 16 h 112"/>
              <a:gd name="T46" fmla="*/ 40 w 128"/>
              <a:gd name="T47" fmla="*/ 8 h 112"/>
              <a:gd name="T48" fmla="*/ 88 w 128"/>
              <a:gd name="T49" fmla="*/ 8 h 112"/>
              <a:gd name="T50" fmla="*/ 96 w 128"/>
              <a:gd name="T51" fmla="*/ 16 h 112"/>
              <a:gd name="T52" fmla="*/ 96 w 128"/>
              <a:gd name="T53" fmla="*/ 60 h 112"/>
              <a:gd name="T54" fmla="*/ 32 w 128"/>
              <a:gd name="T55" fmla="*/ 60 h 112"/>
              <a:gd name="T56" fmla="*/ 32 w 128"/>
              <a:gd name="T57" fmla="*/ 16 h 112"/>
              <a:gd name="T58" fmla="*/ 88 w 128"/>
              <a:gd name="T59" fmla="*/ 104 h 112"/>
              <a:gd name="T60" fmla="*/ 40 w 128"/>
              <a:gd name="T61" fmla="*/ 104 h 112"/>
              <a:gd name="T62" fmla="*/ 32 w 128"/>
              <a:gd name="T63" fmla="*/ 96 h 112"/>
              <a:gd name="T64" fmla="*/ 40 w 128"/>
              <a:gd name="T65" fmla="*/ 88 h 112"/>
              <a:gd name="T66" fmla="*/ 88 w 128"/>
              <a:gd name="T67" fmla="*/ 88 h 112"/>
              <a:gd name="T68" fmla="*/ 96 w 128"/>
              <a:gd name="T69" fmla="*/ 96 h 112"/>
              <a:gd name="T70" fmla="*/ 88 w 128"/>
              <a:gd name="T71" fmla="*/ 104 h 112"/>
              <a:gd name="T72" fmla="*/ 120 w 128"/>
              <a:gd name="T73" fmla="*/ 84 h 112"/>
              <a:gd name="T74" fmla="*/ 112 w 128"/>
              <a:gd name="T75" fmla="*/ 92 h 112"/>
              <a:gd name="T76" fmla="*/ 103 w 128"/>
              <a:gd name="T77" fmla="*/ 92 h 112"/>
              <a:gd name="T78" fmla="*/ 88 w 128"/>
              <a:gd name="T79" fmla="*/ 80 h 112"/>
              <a:gd name="T80" fmla="*/ 40 w 128"/>
              <a:gd name="T81" fmla="*/ 80 h 112"/>
              <a:gd name="T82" fmla="*/ 25 w 128"/>
              <a:gd name="T83" fmla="*/ 92 h 112"/>
              <a:gd name="T84" fmla="*/ 16 w 128"/>
              <a:gd name="T85" fmla="*/ 92 h 112"/>
              <a:gd name="T86" fmla="*/ 8 w 128"/>
              <a:gd name="T87" fmla="*/ 84 h 112"/>
              <a:gd name="T88" fmla="*/ 8 w 128"/>
              <a:gd name="T89" fmla="*/ 76 h 112"/>
              <a:gd name="T90" fmla="*/ 16 w 128"/>
              <a:gd name="T91" fmla="*/ 68 h 112"/>
              <a:gd name="T92" fmla="*/ 112 w 128"/>
              <a:gd name="T93" fmla="*/ 68 h 112"/>
              <a:gd name="T94" fmla="*/ 120 w 128"/>
              <a:gd name="T95" fmla="*/ 76 h 112"/>
              <a:gd name="T96" fmla="*/ 120 w 128"/>
              <a:gd name="T97" fmla="*/ 8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8" h="112">
                <a:moveTo>
                  <a:pt x="112" y="60"/>
                </a:moveTo>
                <a:cubicBezTo>
                  <a:pt x="104" y="60"/>
                  <a:pt x="104" y="60"/>
                  <a:pt x="104" y="60"/>
                </a:cubicBezTo>
                <a:cubicBezTo>
                  <a:pt x="104" y="16"/>
                  <a:pt x="104" y="16"/>
                  <a:pt x="104" y="16"/>
                </a:cubicBezTo>
                <a:cubicBezTo>
                  <a:pt x="104" y="7"/>
                  <a:pt x="97" y="0"/>
                  <a:pt x="88" y="0"/>
                </a:cubicBezTo>
                <a:cubicBezTo>
                  <a:pt x="40" y="0"/>
                  <a:pt x="40" y="0"/>
                  <a:pt x="40" y="0"/>
                </a:cubicBezTo>
                <a:cubicBezTo>
                  <a:pt x="31" y="0"/>
                  <a:pt x="24" y="7"/>
                  <a:pt x="24" y="16"/>
                </a:cubicBezTo>
                <a:cubicBezTo>
                  <a:pt x="24" y="52"/>
                  <a:pt x="24" y="52"/>
                  <a:pt x="24" y="52"/>
                </a:cubicBezTo>
                <a:cubicBezTo>
                  <a:pt x="24" y="55"/>
                  <a:pt x="24" y="56"/>
                  <a:pt x="24" y="56"/>
                </a:cubicBezTo>
                <a:cubicBezTo>
                  <a:pt x="24" y="56"/>
                  <a:pt x="24" y="56"/>
                  <a:pt x="24" y="56"/>
                </a:cubicBezTo>
                <a:cubicBezTo>
                  <a:pt x="24" y="56"/>
                  <a:pt x="24" y="57"/>
                  <a:pt x="24" y="60"/>
                </a:cubicBezTo>
                <a:cubicBezTo>
                  <a:pt x="16" y="60"/>
                  <a:pt x="16" y="60"/>
                  <a:pt x="16" y="60"/>
                </a:cubicBezTo>
                <a:cubicBezTo>
                  <a:pt x="7" y="60"/>
                  <a:pt x="0" y="67"/>
                  <a:pt x="0" y="76"/>
                </a:cubicBezTo>
                <a:cubicBezTo>
                  <a:pt x="0" y="84"/>
                  <a:pt x="0" y="84"/>
                  <a:pt x="0" y="84"/>
                </a:cubicBezTo>
                <a:cubicBezTo>
                  <a:pt x="0" y="93"/>
                  <a:pt x="7" y="100"/>
                  <a:pt x="16" y="100"/>
                </a:cubicBezTo>
                <a:cubicBezTo>
                  <a:pt x="25" y="100"/>
                  <a:pt x="25" y="100"/>
                  <a:pt x="25" y="100"/>
                </a:cubicBezTo>
                <a:cubicBezTo>
                  <a:pt x="26" y="107"/>
                  <a:pt x="33" y="112"/>
                  <a:pt x="40" y="112"/>
                </a:cubicBezTo>
                <a:cubicBezTo>
                  <a:pt x="88" y="112"/>
                  <a:pt x="88" y="112"/>
                  <a:pt x="88" y="112"/>
                </a:cubicBezTo>
                <a:cubicBezTo>
                  <a:pt x="95" y="112"/>
                  <a:pt x="102" y="107"/>
                  <a:pt x="103" y="100"/>
                </a:cubicBezTo>
                <a:cubicBezTo>
                  <a:pt x="112" y="100"/>
                  <a:pt x="112" y="100"/>
                  <a:pt x="112" y="100"/>
                </a:cubicBezTo>
                <a:cubicBezTo>
                  <a:pt x="121" y="100"/>
                  <a:pt x="128" y="93"/>
                  <a:pt x="128" y="84"/>
                </a:cubicBezTo>
                <a:cubicBezTo>
                  <a:pt x="128" y="76"/>
                  <a:pt x="128" y="76"/>
                  <a:pt x="128" y="76"/>
                </a:cubicBezTo>
                <a:cubicBezTo>
                  <a:pt x="128" y="67"/>
                  <a:pt x="121" y="60"/>
                  <a:pt x="112" y="60"/>
                </a:cubicBezTo>
                <a:close/>
                <a:moveTo>
                  <a:pt x="32" y="16"/>
                </a:moveTo>
                <a:cubicBezTo>
                  <a:pt x="32" y="12"/>
                  <a:pt x="36" y="8"/>
                  <a:pt x="40" y="8"/>
                </a:cubicBezTo>
                <a:cubicBezTo>
                  <a:pt x="88" y="8"/>
                  <a:pt x="88" y="8"/>
                  <a:pt x="88" y="8"/>
                </a:cubicBezTo>
                <a:cubicBezTo>
                  <a:pt x="92" y="8"/>
                  <a:pt x="96" y="12"/>
                  <a:pt x="96" y="16"/>
                </a:cubicBezTo>
                <a:cubicBezTo>
                  <a:pt x="96" y="60"/>
                  <a:pt x="96" y="60"/>
                  <a:pt x="96" y="60"/>
                </a:cubicBezTo>
                <a:cubicBezTo>
                  <a:pt x="32" y="60"/>
                  <a:pt x="32" y="60"/>
                  <a:pt x="32" y="60"/>
                </a:cubicBezTo>
                <a:lnTo>
                  <a:pt x="32" y="16"/>
                </a:lnTo>
                <a:close/>
                <a:moveTo>
                  <a:pt x="88" y="104"/>
                </a:moveTo>
                <a:cubicBezTo>
                  <a:pt x="40" y="104"/>
                  <a:pt x="40" y="104"/>
                  <a:pt x="40" y="104"/>
                </a:cubicBezTo>
                <a:cubicBezTo>
                  <a:pt x="36" y="104"/>
                  <a:pt x="32" y="100"/>
                  <a:pt x="32" y="96"/>
                </a:cubicBezTo>
                <a:cubicBezTo>
                  <a:pt x="32" y="92"/>
                  <a:pt x="36" y="88"/>
                  <a:pt x="40" y="88"/>
                </a:cubicBezTo>
                <a:cubicBezTo>
                  <a:pt x="88" y="88"/>
                  <a:pt x="88" y="88"/>
                  <a:pt x="88" y="88"/>
                </a:cubicBezTo>
                <a:cubicBezTo>
                  <a:pt x="92" y="88"/>
                  <a:pt x="96" y="92"/>
                  <a:pt x="96" y="96"/>
                </a:cubicBezTo>
                <a:cubicBezTo>
                  <a:pt x="96" y="100"/>
                  <a:pt x="92" y="104"/>
                  <a:pt x="88" y="104"/>
                </a:cubicBezTo>
                <a:close/>
                <a:moveTo>
                  <a:pt x="120" y="84"/>
                </a:moveTo>
                <a:cubicBezTo>
                  <a:pt x="120" y="88"/>
                  <a:pt x="116" y="92"/>
                  <a:pt x="112" y="92"/>
                </a:cubicBezTo>
                <a:cubicBezTo>
                  <a:pt x="103" y="92"/>
                  <a:pt x="103" y="92"/>
                  <a:pt x="103" y="92"/>
                </a:cubicBezTo>
                <a:cubicBezTo>
                  <a:pt x="102" y="85"/>
                  <a:pt x="95" y="80"/>
                  <a:pt x="88" y="80"/>
                </a:cubicBezTo>
                <a:cubicBezTo>
                  <a:pt x="40" y="80"/>
                  <a:pt x="40" y="80"/>
                  <a:pt x="40" y="80"/>
                </a:cubicBezTo>
                <a:cubicBezTo>
                  <a:pt x="33" y="80"/>
                  <a:pt x="26" y="85"/>
                  <a:pt x="25" y="92"/>
                </a:cubicBezTo>
                <a:cubicBezTo>
                  <a:pt x="16" y="92"/>
                  <a:pt x="16" y="92"/>
                  <a:pt x="16" y="92"/>
                </a:cubicBezTo>
                <a:cubicBezTo>
                  <a:pt x="12" y="92"/>
                  <a:pt x="8" y="88"/>
                  <a:pt x="8" y="84"/>
                </a:cubicBezTo>
                <a:cubicBezTo>
                  <a:pt x="8" y="76"/>
                  <a:pt x="8" y="76"/>
                  <a:pt x="8" y="76"/>
                </a:cubicBezTo>
                <a:cubicBezTo>
                  <a:pt x="8" y="72"/>
                  <a:pt x="12" y="68"/>
                  <a:pt x="16" y="68"/>
                </a:cubicBezTo>
                <a:cubicBezTo>
                  <a:pt x="112" y="68"/>
                  <a:pt x="112" y="68"/>
                  <a:pt x="112" y="68"/>
                </a:cubicBezTo>
                <a:cubicBezTo>
                  <a:pt x="116" y="68"/>
                  <a:pt x="120" y="72"/>
                  <a:pt x="120" y="76"/>
                </a:cubicBezTo>
                <a:lnTo>
                  <a:pt x="120" y="84"/>
                </a:lnTo>
                <a:close/>
              </a:path>
            </a:pathLst>
          </a:custGeom>
          <a:solidFill>
            <a:srgbClr val="F6F6F6"/>
          </a:solidFill>
          <a:ln>
            <a:noFill/>
          </a:ln>
        </p:spPr>
        <p:txBody>
          <a:bodyPr vert="horz" wrap="square" lIns="91440" tIns="45720" rIns="91440" bIns="45720" numCol="1" anchor="t" anchorCtr="0" compatLnSpc="1"/>
          <a:lstStyle/>
          <a:p>
            <a:pPr defTabSz="457200"/>
            <a:endParaRPr lang="zh-CN" altLang="en-US">
              <a:solidFill>
                <a:prstClr val="black">
                  <a:lumMod val="75000"/>
                  <a:lumOff val="25000"/>
                </a:prstClr>
              </a:solidFill>
              <a:ea typeface="微软雅黑" panose="020B0503020204020204" pitchFamily="34" charset="-122"/>
              <a:sym typeface="Times New Roman" panose="02020603050405020304" pitchFamily="18" charset="0"/>
            </a:endParaRPr>
          </a:p>
        </p:txBody>
      </p:sp>
      <p:sp>
        <p:nvSpPr>
          <p:cNvPr id="13" name="矩形 12"/>
          <p:cNvSpPr>
            <a:spLocks noChangeArrowheads="1"/>
          </p:cNvSpPr>
          <p:nvPr/>
        </p:nvSpPr>
        <p:spPr bwMode="auto">
          <a:xfrm>
            <a:off x="1406163" y="255069"/>
            <a:ext cx="204851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4400">
              <a:spcBef>
                <a:spcPct val="0"/>
              </a:spcBef>
              <a:spcAft>
                <a:spcPts val="0"/>
              </a:spcAft>
              <a:buNone/>
            </a:pPr>
            <a:r>
              <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rPr>
              <a:t>概率论序言</a:t>
            </a:r>
            <a:endPar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endParaRPr>
          </a:p>
        </p:txBody>
      </p:sp>
      <p:sp>
        <p:nvSpPr>
          <p:cNvPr id="14" name="矩形 13"/>
          <p:cNvSpPr/>
          <p:nvPr/>
        </p:nvSpPr>
        <p:spPr>
          <a:xfrm>
            <a:off x="4295800" y="1043873"/>
            <a:ext cx="7776864" cy="1198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eaLnBrk="1" hangingPunct="1">
              <a:spcAft>
                <a:spcPts val="0"/>
              </a:spcAft>
              <a:defRPr/>
            </a:pPr>
            <a:r>
              <a:rPr lang="zh-CN" altLang="en-US" dirty="0"/>
              <a:t>十七世纪中叶</a:t>
            </a:r>
            <a:r>
              <a:rPr lang="en-US" altLang="zh-CN" dirty="0"/>
              <a:t>,</a:t>
            </a:r>
            <a:r>
              <a:rPr lang="zh-CN" altLang="en-US" dirty="0"/>
              <a:t>法国贵族德</a:t>
            </a:r>
            <a:r>
              <a:rPr lang="en-US" altLang="zh-CN" dirty="0"/>
              <a:t>•</a:t>
            </a:r>
            <a:r>
              <a:rPr lang="zh-CN" altLang="en-US" dirty="0"/>
              <a:t>美黑在骰子赌博中</a:t>
            </a:r>
            <a:r>
              <a:rPr lang="en-US" altLang="zh-CN" dirty="0"/>
              <a:t>,</a:t>
            </a:r>
            <a:r>
              <a:rPr lang="zh-CN" altLang="en-US" dirty="0"/>
              <a:t>由于有要急近处理的事情必须中途停止赌博</a:t>
            </a:r>
            <a:r>
              <a:rPr lang="en-US" altLang="zh-CN" dirty="0"/>
              <a:t>,</a:t>
            </a:r>
            <a:r>
              <a:rPr lang="zh-CN" altLang="en-US" dirty="0"/>
              <a:t>要靠对胜负的预测把赌资进行合理的分配</a:t>
            </a:r>
            <a:r>
              <a:rPr lang="en-US" altLang="zh-CN" dirty="0"/>
              <a:t>,</a:t>
            </a:r>
            <a:r>
              <a:rPr lang="zh-CN" altLang="en-US" dirty="0"/>
              <a:t>但不知用什么样的比例分配才算合理</a:t>
            </a:r>
            <a:r>
              <a:rPr lang="en-US" altLang="zh-CN" dirty="0"/>
              <a:t>,</a:t>
            </a:r>
            <a:r>
              <a:rPr lang="zh-CN" altLang="en-US" dirty="0"/>
              <a:t>于是就写信向当时法国的最高数学家帕斯卡请教</a:t>
            </a:r>
            <a:r>
              <a:rPr lang="en-US" altLang="zh-CN" dirty="0"/>
              <a:t>.</a:t>
            </a:r>
            <a:r>
              <a:rPr lang="zh-CN" altLang="en-US" dirty="0"/>
              <a:t>正是这封信使概率论向前迈出了第一步</a:t>
            </a:r>
            <a:endParaRPr lang="en-US" altLang="zh-CN" dirty="0"/>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par>
                                <p:cTn id="8" presetID="22" presetClass="entr" presetSubtype="8"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wipe(left)">
                                      <p:cBhvr>
                                        <p:cTn id="10" dur="500"/>
                                        <p:tgtEl>
                                          <p:spTgt spid="49"/>
                                        </p:tgtEl>
                                      </p:cBhvr>
                                    </p:animEffect>
                                  </p:childTnLst>
                                </p:cTn>
                              </p:par>
                              <p:par>
                                <p:cTn id="11" presetID="53" presetClass="entr" presetSubtype="16"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p:cTn id="13" dur="750" fill="hold"/>
                                        <p:tgtEl>
                                          <p:spTgt spid="12"/>
                                        </p:tgtEl>
                                        <p:attrNameLst>
                                          <p:attrName>ppt_w</p:attrName>
                                        </p:attrNameLst>
                                      </p:cBhvr>
                                      <p:tavLst>
                                        <p:tav tm="0">
                                          <p:val>
                                            <p:fltVal val="0"/>
                                          </p:val>
                                        </p:tav>
                                        <p:tav tm="100000">
                                          <p:val>
                                            <p:strVal val="#ppt_w"/>
                                          </p:val>
                                        </p:tav>
                                      </p:tavLst>
                                    </p:anim>
                                    <p:anim calcmode="lin" valueType="num">
                                      <p:cBhvr>
                                        <p:cTn id="14" dur="750" fill="hold"/>
                                        <p:tgtEl>
                                          <p:spTgt spid="12"/>
                                        </p:tgtEl>
                                        <p:attrNameLst>
                                          <p:attrName>ppt_h</p:attrName>
                                        </p:attrNameLst>
                                      </p:cBhvr>
                                      <p:tavLst>
                                        <p:tav tm="0">
                                          <p:val>
                                            <p:fltVal val="0"/>
                                          </p:val>
                                        </p:tav>
                                        <p:tav tm="100000">
                                          <p:val>
                                            <p:strVal val="#ppt_h"/>
                                          </p:val>
                                        </p:tav>
                                      </p:tavLst>
                                    </p:anim>
                                    <p:animEffect transition="in" filter="fade">
                                      <p:cBhvr>
                                        <p:cTn id="15" dur="750"/>
                                        <p:tgtEl>
                                          <p:spTgt spid="12"/>
                                        </p:tgtEl>
                                      </p:cBhvr>
                                    </p:animEffect>
                                  </p:childTnLst>
                                </p:cTn>
                              </p:par>
                            </p:childTnLst>
                          </p:cTn>
                        </p:par>
                        <p:par>
                          <p:cTn id="16" fill="hold">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par>
                          <p:cTn id="20" fill="hold">
                            <p:stCondLst>
                              <p:cond delay="1000"/>
                            </p:stCondLst>
                            <p:childTnLst>
                              <p:par>
                                <p:cTn id="21" presetID="22" presetClass="entr" presetSubtype="8"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childTnLst>
                          </p:cTn>
                        </p:par>
                        <p:par>
                          <p:cTn id="24" fill="hold">
                            <p:stCondLst>
                              <p:cond delay="1500"/>
                            </p:stCondLst>
                            <p:childTnLst>
                              <p:par>
                                <p:cTn id="25" presetID="22" presetClass="entr" presetSubtype="8"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9">
                                            <p:txEl>
                                              <p:pRg st="1" end="1"/>
                                            </p:txEl>
                                          </p:spTgt>
                                        </p:tgtEl>
                                        <p:attrNameLst>
                                          <p:attrName>style.visibility</p:attrName>
                                        </p:attrNameLst>
                                      </p:cBhvr>
                                      <p:to>
                                        <p:strVal val="visible"/>
                                      </p:to>
                                    </p:set>
                                    <p:anim calcmode="lin" valueType="num">
                                      <p:cBhvr additive="base">
                                        <p:cTn id="40"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9">
                                            <p:txEl>
                                              <p:pRg st="1" end="1"/>
                                            </p:txEl>
                                          </p:spTgt>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9">
                                            <p:txEl>
                                              <p:pRg st="2" end="2"/>
                                            </p:txEl>
                                          </p:spTgt>
                                        </p:tgtEl>
                                        <p:attrNameLst>
                                          <p:attrName>style.visibility</p:attrName>
                                        </p:attrNameLst>
                                      </p:cBhvr>
                                      <p:to>
                                        <p:strVal val="visible"/>
                                      </p:to>
                                    </p:set>
                                    <p:anim calcmode="lin" valueType="num">
                                      <p:cBhvr additive="base">
                                        <p:cTn id="44"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2" grpId="0" animBg="1"/>
      <p:bldP spid="13" grpId="0"/>
      <p:bldP spid="14"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3"/>
          <p:cNvSpPr txBox="1">
            <a:spLocks noChangeArrowheads="1"/>
          </p:cNvSpPr>
          <p:nvPr>
            <p:custDataLst>
              <p:tags r:id="rId1"/>
            </p:custDataLst>
          </p:nvPr>
        </p:nvSpPr>
        <p:spPr bwMode="auto">
          <a:xfrm>
            <a:off x="914400" y="428625"/>
            <a:ext cx="731520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600" dirty="0">
                <a:latin typeface="微软雅黑" panose="020B0503020204020204" pitchFamily="34" charset="-122"/>
                <a:ea typeface="微软雅黑" panose="020B0503020204020204" pitchFamily="34" charset="-122"/>
                <a:sym typeface="微软雅黑" panose="020B0503020204020204" pitchFamily="34" charset="-122"/>
              </a:rPr>
              <a:t>谁先胜满</a:t>
            </a:r>
            <a:r>
              <a:rPr lang="en-US" altLang="zh-CN" sz="2600" dirty="0">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600" dirty="0">
                <a:latin typeface="微软雅黑" panose="020B0503020204020204" pitchFamily="34" charset="-122"/>
                <a:ea typeface="微软雅黑" panose="020B0503020204020204" pitchFamily="34" charset="-122"/>
                <a:sym typeface="微软雅黑" panose="020B0503020204020204" pitchFamily="34" charset="-122"/>
              </a:rPr>
              <a:t>局则他赢得全部赌注</a:t>
            </a:r>
            <a:r>
              <a:rPr lang="en-US" altLang="zh-CN" sz="2600" dirty="0">
                <a:latin typeface="微软雅黑" panose="020B0503020204020204" pitchFamily="34" charset="-122"/>
                <a:ea typeface="微软雅黑" panose="020B0503020204020204" pitchFamily="34" charset="-122"/>
                <a:sym typeface="微软雅黑" panose="020B0503020204020204" pitchFamily="34" charset="-122"/>
              </a:rPr>
              <a:t>100</a:t>
            </a:r>
            <a:r>
              <a:rPr lang="zh-CN" altLang="en-US" sz="2600" dirty="0">
                <a:latin typeface="微软雅黑" panose="020B0503020204020204" pitchFamily="34" charset="-122"/>
                <a:ea typeface="微软雅黑" panose="020B0503020204020204" pitchFamily="34" charset="-122"/>
                <a:sym typeface="微软雅黑" panose="020B0503020204020204" pitchFamily="34" charset="-122"/>
              </a:rPr>
              <a:t>元，现已赌完</a:t>
            </a:r>
            <a:r>
              <a:rPr lang="en-US" altLang="zh-CN" sz="2600" dirty="0">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600" dirty="0">
                <a:latin typeface="微软雅黑" panose="020B0503020204020204" pitchFamily="34" charset="-122"/>
                <a:ea typeface="微软雅黑" panose="020B0503020204020204" pitchFamily="34" charset="-122"/>
                <a:sym typeface="微软雅黑" panose="020B0503020204020204" pitchFamily="34" charset="-122"/>
              </a:rPr>
              <a:t>局，甲</a:t>
            </a:r>
            <a:r>
              <a:rPr lang="en-US" altLang="zh-CN" sz="2600" dirty="0">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600" dirty="0">
                <a:latin typeface="微软雅黑" panose="020B0503020204020204" pitchFamily="34" charset="-122"/>
                <a:ea typeface="微软雅黑" panose="020B0503020204020204" pitchFamily="34" charset="-122"/>
                <a:sym typeface="微软雅黑" panose="020B0503020204020204" pitchFamily="34" charset="-122"/>
              </a:rPr>
              <a:t>胜</a:t>
            </a:r>
            <a:r>
              <a:rPr lang="en-US" altLang="zh-CN" sz="2600" dirty="0">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600" dirty="0">
                <a:latin typeface="微软雅黑" panose="020B0503020204020204" pitchFamily="34" charset="-122"/>
                <a:ea typeface="微软雅黑" panose="020B0503020204020204" pitchFamily="34" charset="-122"/>
                <a:sym typeface="微软雅黑" panose="020B0503020204020204" pitchFamily="34" charset="-122"/>
              </a:rPr>
              <a:t>负，而因故中断赌情，问这</a:t>
            </a:r>
            <a:r>
              <a:rPr lang="en-US" altLang="zh-CN" sz="2600" dirty="0">
                <a:latin typeface="微软雅黑" panose="020B0503020204020204" pitchFamily="34" charset="-122"/>
                <a:ea typeface="微软雅黑" panose="020B0503020204020204" pitchFamily="34" charset="-122"/>
                <a:sym typeface="微软雅黑" panose="020B0503020204020204" pitchFamily="34" charset="-122"/>
              </a:rPr>
              <a:t>100</a:t>
            </a:r>
            <a:r>
              <a:rPr lang="zh-CN" altLang="en-US" sz="2600" dirty="0">
                <a:latin typeface="微软雅黑" panose="020B0503020204020204" pitchFamily="34" charset="-122"/>
                <a:ea typeface="微软雅黑" panose="020B0503020204020204" pitchFamily="34" charset="-122"/>
                <a:sym typeface="微软雅黑" panose="020B0503020204020204" pitchFamily="34" charset="-122"/>
              </a:rPr>
              <a:t>元赌注该如何分给</a:t>
            </a:r>
            <a:r>
              <a:rPr lang="en-US" altLang="zh-CN" sz="2600" dirty="0">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600" dirty="0">
                <a:latin typeface="微软雅黑" panose="020B0503020204020204" pitchFamily="34" charset="-122"/>
                <a:ea typeface="微软雅黑" panose="020B0503020204020204" pitchFamily="34" charset="-122"/>
                <a:sym typeface="微软雅黑" panose="020B0503020204020204" pitchFamily="34" charset="-122"/>
              </a:rPr>
              <a:t>人，才算公平</a:t>
            </a:r>
            <a:r>
              <a:rPr lang="en-US" altLang="zh-CN" sz="2600" dirty="0">
                <a:latin typeface="微软雅黑" panose="020B0503020204020204" pitchFamily="34" charset="-122"/>
                <a:ea typeface="微软雅黑" panose="020B0503020204020204" pitchFamily="34" charset="-122"/>
                <a:sym typeface="微软雅黑" panose="020B0503020204020204" pitchFamily="34" charset="-122"/>
              </a:rPr>
              <a:t>?</a:t>
            </a:r>
            <a:endParaRPr lang="en-US" altLang="zh-CN" sz="26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文本框 4"/>
          <p:cNvSpPr txBox="1">
            <a:spLocks noChangeArrowheads="1"/>
          </p:cNvSpPr>
          <p:nvPr>
            <p:custDataLst>
              <p:tags r:id="rId2"/>
            </p:custDataLst>
          </p:nvPr>
        </p:nvSpPr>
        <p:spPr bwMode="auto">
          <a:xfrm>
            <a:off x="1828800" y="2786063"/>
            <a:ext cx="64008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dirty="0"/>
              <a:t>甲得</a:t>
            </a:r>
            <a:r>
              <a:rPr lang="en-US" altLang="zh-CN" dirty="0"/>
              <a:t>100·(1/2) </a:t>
            </a:r>
            <a:r>
              <a:rPr lang="zh-CN" altLang="en-US" dirty="0"/>
              <a:t>法郎，乙得</a:t>
            </a:r>
            <a:r>
              <a:rPr lang="en-US" altLang="zh-CN" dirty="0"/>
              <a:t>100·(1/2) </a:t>
            </a:r>
            <a:r>
              <a:rPr lang="zh-CN" altLang="en-US" dirty="0"/>
              <a:t>法郎</a:t>
            </a:r>
            <a:endPar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5"/>
          <p:cNvSpPr txBox="1">
            <a:spLocks noChangeArrowheads="1"/>
          </p:cNvSpPr>
          <p:nvPr>
            <p:custDataLst>
              <p:tags r:id="rId3"/>
            </p:custDataLst>
          </p:nvPr>
        </p:nvSpPr>
        <p:spPr bwMode="auto">
          <a:xfrm>
            <a:off x="1828800" y="3643313"/>
            <a:ext cx="64008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t>甲得</a:t>
            </a:r>
            <a:r>
              <a:rPr lang="en-US" altLang="zh-CN" dirty="0"/>
              <a:t>100·(2/3) </a:t>
            </a:r>
            <a:r>
              <a:rPr lang="zh-CN" altLang="en-US" dirty="0"/>
              <a:t>法郎，乙得</a:t>
            </a:r>
            <a:r>
              <a:rPr lang="en-US" altLang="zh-CN" dirty="0"/>
              <a:t>100·(1/3) </a:t>
            </a:r>
            <a:r>
              <a:rPr lang="zh-CN" altLang="en-US" dirty="0"/>
              <a:t>法郎</a:t>
            </a:r>
            <a:endParaRPr lang="en-US" altLang="zh-CN" dirty="0"/>
          </a:p>
        </p:txBody>
      </p:sp>
      <p:sp>
        <p:nvSpPr>
          <p:cNvPr id="5" name="文本框 6"/>
          <p:cNvSpPr txBox="1">
            <a:spLocks noChangeArrowheads="1"/>
          </p:cNvSpPr>
          <p:nvPr>
            <p:custDataLst>
              <p:tags r:id="rId4"/>
            </p:custDataLst>
          </p:nvPr>
        </p:nvSpPr>
        <p:spPr bwMode="auto">
          <a:xfrm>
            <a:off x="1828800" y="4500563"/>
            <a:ext cx="64008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dirty="0"/>
              <a:t>甲得</a:t>
            </a:r>
            <a:r>
              <a:rPr lang="en-US" altLang="zh-CN" dirty="0"/>
              <a:t>75</a:t>
            </a:r>
            <a:r>
              <a:rPr lang="zh-CN" altLang="en-US" dirty="0"/>
              <a:t>元，乙</a:t>
            </a:r>
            <a:r>
              <a:rPr lang="en-US" altLang="zh-CN" dirty="0"/>
              <a:t>25</a:t>
            </a:r>
            <a:r>
              <a:rPr lang="zh-CN" altLang="en-US" dirty="0"/>
              <a:t>元</a:t>
            </a:r>
            <a:endPar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7"/>
          <p:cNvSpPr txBox="1">
            <a:spLocks noChangeArrowheads="1"/>
          </p:cNvSpPr>
          <p:nvPr>
            <p:custDataLst>
              <p:tags r:id="rId5"/>
            </p:custDataLst>
          </p:nvPr>
        </p:nvSpPr>
        <p:spPr bwMode="auto">
          <a:xfrm>
            <a:off x="1828800" y="5357813"/>
            <a:ext cx="64008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a:sym typeface="微软雅黑" panose="020B0503020204020204" pitchFamily="34" charset="-122"/>
              </a:rPr>
              <a:t>其它</a:t>
            </a:r>
            <a:endParaRPr lang="zh-CN" altLang="en-US">
              <a:sym typeface="微软雅黑" panose="020B0503020204020204" pitchFamily="34" charset="-122"/>
            </a:endParaRPr>
          </a:p>
        </p:txBody>
      </p:sp>
      <p:sp>
        <p:nvSpPr>
          <p:cNvPr id="7" name="矩形 8"/>
          <p:cNvSpPr>
            <a:spLocks noChangeAspect="1"/>
          </p:cNvSpPr>
          <p:nvPr>
            <p:custDataLst>
              <p:tags r:id="rId6"/>
            </p:custDataLst>
          </p:nvPr>
        </p:nvSpPr>
        <p:spPr bwMode="auto">
          <a:xfrm>
            <a:off x="1114425" y="2849563"/>
            <a:ext cx="514350" cy="514350"/>
          </a:xfrm>
          <a:prstGeom prst="ellipse">
            <a:avLst/>
          </a:prstGeom>
          <a:solidFill>
            <a:srgbClr val="808080"/>
          </a:solidFill>
          <a:ln w="12700" cap="sq" algn="ctr">
            <a:solidFill>
              <a:srgbClr val="0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矩形 9"/>
          <p:cNvSpPr>
            <a:spLocks noChangeAspect="1"/>
          </p:cNvSpPr>
          <p:nvPr>
            <p:custDataLst>
              <p:tags r:id="rId7"/>
            </p:custDataLst>
          </p:nvPr>
        </p:nvSpPr>
        <p:spPr bwMode="auto">
          <a:xfrm>
            <a:off x="1114425" y="3706813"/>
            <a:ext cx="514350" cy="514350"/>
          </a:xfrm>
          <a:prstGeom prst="ellipse">
            <a:avLst/>
          </a:prstGeom>
          <a:solidFill>
            <a:srgbClr val="808080"/>
          </a:solidFill>
          <a:ln w="12700" cap="sq" algn="ctr">
            <a:solidFill>
              <a:srgbClr val="0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10"/>
          <p:cNvSpPr>
            <a:spLocks noChangeAspect="1"/>
          </p:cNvSpPr>
          <p:nvPr>
            <p:custDataLst>
              <p:tags r:id="rId8"/>
            </p:custDataLst>
          </p:nvPr>
        </p:nvSpPr>
        <p:spPr bwMode="auto">
          <a:xfrm>
            <a:off x="1114425" y="4564063"/>
            <a:ext cx="514350" cy="514350"/>
          </a:xfrm>
          <a:prstGeom prst="ellipse">
            <a:avLst/>
          </a:prstGeom>
          <a:solidFill>
            <a:srgbClr val="00FF00"/>
          </a:solidFill>
          <a:ln w="25400" cap="sq" algn="ctr">
            <a:solidFill>
              <a:srgbClr val="0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矩形 11"/>
          <p:cNvSpPr>
            <a:spLocks noChangeAspect="1"/>
          </p:cNvSpPr>
          <p:nvPr>
            <p:custDataLst>
              <p:tags r:id="rId9"/>
            </p:custDataLst>
          </p:nvPr>
        </p:nvSpPr>
        <p:spPr bwMode="auto">
          <a:xfrm>
            <a:off x="1114425" y="5421313"/>
            <a:ext cx="514350" cy="514350"/>
          </a:xfrm>
          <a:prstGeom prst="ellipse">
            <a:avLst/>
          </a:prstGeom>
          <a:solidFill>
            <a:srgbClr val="808080"/>
          </a:solidFill>
          <a:ln w="12700" cap="sq" algn="ctr">
            <a:solidFill>
              <a:srgbClr val="0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太阳形 10"/>
          <p:cNvSpPr/>
          <p:nvPr/>
        </p:nvSpPr>
        <p:spPr>
          <a:xfrm>
            <a:off x="10704830" y="5805170"/>
            <a:ext cx="935990" cy="935990"/>
          </a:xfrm>
          <a:prstGeom prst="su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12" name="圆角矩形 11"/>
          <p:cNvSpPr/>
          <p:nvPr>
            <p:custDataLst>
              <p:tags r:id="rId10"/>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algn="ctr"/>
            <a:r>
              <a:rPr lang="zh-CN" altLang="en-US" sz="1600">
                <a:solidFill>
                  <a:srgbClr val="FFFFFF"/>
                </a:solidFill>
                <a:latin typeface="微软雅黑" panose="020B0503020204020204" pitchFamily="34" charset="-122"/>
                <a:ea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endParaRPr>
          </a:p>
        </p:txBody>
      </p:sp>
      <p:grpSp>
        <p:nvGrpSpPr>
          <p:cNvPr id="18" name="组合 17"/>
          <p:cNvGrpSpPr/>
          <p:nvPr>
            <p:custDataLst>
              <p:tags r:id="rId11"/>
            </p:custDataLst>
          </p:nvPr>
        </p:nvGrpSpPr>
        <p:grpSpPr>
          <a:xfrm>
            <a:off x="0" y="0"/>
            <a:ext cx="12192000" cy="635000"/>
            <a:chOff x="0" y="0"/>
            <a:chExt cx="19200" cy="1000"/>
          </a:xfrm>
        </p:grpSpPr>
        <p:sp>
          <p:nvSpPr>
            <p:cNvPr id="15" name="TitleBackground"/>
            <p:cNvSpPr/>
            <p:nvPr>
              <p:custDataLst>
                <p:tags r:id="rId12"/>
              </p:custDataLst>
            </p:nvPr>
          </p:nvSpPr>
          <p:spPr>
            <a:xfrm>
              <a:off x="0" y="0"/>
              <a:ext cx="19200" cy="1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p:cNvSpPr/>
            <p:nvPr>
              <p:custDataLst>
                <p:tags r:id="rId13"/>
              </p:custDataLst>
            </p:nvPr>
          </p:nvSpPr>
          <p:spPr>
            <a:xfrm>
              <a:off x="0" y="0"/>
              <a:ext cx="300" cy="1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p:cNvSpPr txBox="1"/>
            <p:nvPr>
              <p:custDataLst>
                <p:tags r:id="rId14"/>
              </p:custDataLst>
            </p:nvPr>
          </p:nvSpPr>
          <p:spPr>
            <a:xfrm>
              <a:off x="400" y="0"/>
              <a:ext cx="3000" cy="1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TipText"/>
            <p:cNvSpPr txBox="1"/>
            <p:nvPr>
              <p:custDataLst>
                <p:tags r:id="rId15"/>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endPar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13" name="图片 12" descr="tmp6C38"/>
          <p:cNvPicPr>
            <a:picLocks noChangeAspect="1"/>
          </p:cNvPicPr>
          <p:nvPr>
            <p:custDataLst>
              <p:tags r:id="rId16"/>
            </p:custDataLst>
          </p:nvPr>
        </p:nvPicPr>
        <p:blipFill>
          <a:blip r:embed="rId17"/>
          <a:stretch>
            <a:fillRect/>
          </a:stretch>
        </p:blipFill>
        <p:spPr>
          <a:xfrm>
            <a:off x="10642600" y="63500"/>
            <a:ext cx="1422400" cy="508000"/>
          </a:xfrm>
          <a:prstGeom prst="rect">
            <a:avLst/>
          </a:prstGeom>
        </p:spPr>
      </p:pic>
    </p:spTree>
    <p:custDataLst>
      <p:tags r:id="rId18"/>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直接连接符 4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50" name="矩形 49"/>
          <p:cNvSpPr>
            <a:spLocks noChangeArrowheads="1"/>
          </p:cNvSpPr>
          <p:nvPr/>
        </p:nvSpPr>
        <p:spPr bwMode="auto">
          <a:xfrm>
            <a:off x="1406163" y="255069"/>
            <a:ext cx="391541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4400">
              <a:spcBef>
                <a:spcPct val="0"/>
              </a:spcBef>
              <a:spcAft>
                <a:spcPts val="0"/>
              </a:spcAft>
              <a:buNone/>
            </a:pPr>
            <a:r>
              <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rPr>
              <a:t>随机现象的统计规律性</a:t>
            </a:r>
            <a:endPar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endParaRPr>
          </a:p>
        </p:txBody>
      </p:sp>
      <p:grpSp>
        <p:nvGrpSpPr>
          <p:cNvPr id="51" name="组合 50"/>
          <p:cNvGrpSpPr/>
          <p:nvPr/>
        </p:nvGrpSpPr>
        <p:grpSpPr>
          <a:xfrm>
            <a:off x="851761" y="364781"/>
            <a:ext cx="263341" cy="395013"/>
            <a:chOff x="5284519" y="1508166"/>
            <a:chExt cx="213756" cy="427512"/>
          </a:xfrm>
        </p:grpSpPr>
        <p:cxnSp>
          <p:nvCxnSpPr>
            <p:cNvPr id="52" name="直接连接符 5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53" name="直接连接符 5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8" name="Text Box 3"/>
          <p:cNvSpPr txBox="1">
            <a:spLocks noChangeArrowheads="1"/>
          </p:cNvSpPr>
          <p:nvPr/>
        </p:nvSpPr>
        <p:spPr bwMode="auto">
          <a:xfrm>
            <a:off x="1631504" y="1700808"/>
            <a:ext cx="9649072"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spcAft>
                <a:spcPts val="0"/>
              </a:spcAft>
            </a:pPr>
            <a:r>
              <a:rPr lang="zh-CN" altLang="en-US"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方案一：</a:t>
            </a:r>
            <a:endParaRPr lang="zh-CN" altLang="en-US"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Text Box 3"/>
          <p:cNvSpPr txBox="1">
            <a:spLocks noChangeArrowheads="1"/>
          </p:cNvSpPr>
          <p:nvPr/>
        </p:nvSpPr>
        <p:spPr bwMode="auto">
          <a:xfrm>
            <a:off x="1647156" y="2636912"/>
            <a:ext cx="9217024" cy="20300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457200" indent="-457200">
              <a:lnSpc>
                <a:spcPct val="150000"/>
              </a:lnSpc>
              <a:spcAft>
                <a:spcPts val="0"/>
              </a:spcAft>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甲得</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100·(1/2)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法郎，乙得</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100·(1/2)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法郎；</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nSpc>
                <a:spcPct val="150000"/>
              </a:lnSpc>
              <a:spcBef>
                <a:spcPts val="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考虑到甲、乙两人赌技相同，就平均分配，没有照顾到甲已经比乙多赢一局这一个现实，对甲显然是不公平的。</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par>
                                <p:cTn id="8" presetID="22" presetClass="entr" presetSubtype="8"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wipe(left)">
                                      <p:cBhvr>
                                        <p:cTn id="10" dur="500"/>
                                        <p:tgtEl>
                                          <p:spTgt spid="49"/>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wipe(left)">
                                      <p:cBhvr>
                                        <p:cTn id="14" dur="500"/>
                                        <p:tgtEl>
                                          <p:spTgt spid="50"/>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8" grpId="0"/>
      <p:bldP spid="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直接连接符 4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50" name="矩形 49"/>
          <p:cNvSpPr>
            <a:spLocks noChangeArrowheads="1"/>
          </p:cNvSpPr>
          <p:nvPr/>
        </p:nvSpPr>
        <p:spPr bwMode="auto">
          <a:xfrm>
            <a:off x="1406163" y="255069"/>
            <a:ext cx="391541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4400">
              <a:spcBef>
                <a:spcPct val="0"/>
              </a:spcBef>
              <a:spcAft>
                <a:spcPts val="0"/>
              </a:spcAft>
              <a:buNone/>
            </a:pPr>
            <a:r>
              <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rPr>
              <a:t>随机现象的统计规律性</a:t>
            </a:r>
            <a:endPar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endParaRPr>
          </a:p>
        </p:txBody>
      </p:sp>
      <p:grpSp>
        <p:nvGrpSpPr>
          <p:cNvPr id="51" name="组合 50"/>
          <p:cNvGrpSpPr/>
          <p:nvPr/>
        </p:nvGrpSpPr>
        <p:grpSpPr>
          <a:xfrm>
            <a:off x="851761" y="364781"/>
            <a:ext cx="263341" cy="395013"/>
            <a:chOff x="5284519" y="1508166"/>
            <a:chExt cx="213756" cy="427512"/>
          </a:xfrm>
        </p:grpSpPr>
        <p:cxnSp>
          <p:nvCxnSpPr>
            <p:cNvPr id="52" name="直接连接符 5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53" name="直接连接符 5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8" name="Text Box 3"/>
          <p:cNvSpPr txBox="1">
            <a:spLocks noChangeArrowheads="1"/>
          </p:cNvSpPr>
          <p:nvPr/>
        </p:nvSpPr>
        <p:spPr bwMode="auto">
          <a:xfrm>
            <a:off x="1335307" y="1198793"/>
            <a:ext cx="9649072"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spcAft>
                <a:spcPts val="0"/>
              </a:spcAft>
            </a:pPr>
            <a:r>
              <a:rPr lang="zh-CN" altLang="en-US"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方案二：</a:t>
            </a:r>
            <a:endParaRPr lang="zh-CN" altLang="en-US"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Text Box 3"/>
          <p:cNvSpPr txBox="1">
            <a:spLocks noChangeArrowheads="1"/>
          </p:cNvSpPr>
          <p:nvPr/>
        </p:nvSpPr>
        <p:spPr bwMode="auto">
          <a:xfrm>
            <a:off x="1335307" y="1988840"/>
            <a:ext cx="9873261" cy="39693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457200" indent="-457200" algn="just">
              <a:lnSpc>
                <a:spcPct val="150000"/>
              </a:lnSpc>
              <a:spcAft>
                <a:spcPts val="0"/>
              </a:spcAft>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甲得</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100·(2/3)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法郎，乙得</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100·(1/3)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法郎。</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gn="just">
              <a:lnSpc>
                <a:spcPct val="150000"/>
              </a:lnSpc>
              <a:spcBef>
                <a:spcPts val="0"/>
              </a:spcBef>
              <a:spcAft>
                <a:spcPts val="0"/>
              </a:spcAft>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不但照顾到了“甲乙赌技相同”这一前提，还尊重了已经进行的三局比赛结果，当然更公平一些。</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gn="just">
              <a:lnSpc>
                <a:spcPct val="150000"/>
              </a:lnSpc>
              <a:spcBef>
                <a:spcPts val="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但是，第二种分法还是没有考虑到如果继续比下去的话会出现什么情形，即没有照顾两人在现有基础上对比赛结果的一种期待。</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par>
                                <p:cTn id="8" presetID="22" presetClass="entr" presetSubtype="8"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wipe(left)">
                                      <p:cBhvr>
                                        <p:cTn id="10" dur="500"/>
                                        <p:tgtEl>
                                          <p:spTgt spid="49"/>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wipe(left)">
                                      <p:cBhvr>
                                        <p:cTn id="14" dur="500"/>
                                        <p:tgtEl>
                                          <p:spTgt spid="50"/>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8" grpId="0"/>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直接连接符 4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50" name="矩形 49"/>
          <p:cNvSpPr>
            <a:spLocks noChangeArrowheads="1"/>
          </p:cNvSpPr>
          <p:nvPr/>
        </p:nvSpPr>
        <p:spPr bwMode="auto">
          <a:xfrm>
            <a:off x="1424311" y="255069"/>
            <a:ext cx="391541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just" defTabSz="914400">
              <a:spcBef>
                <a:spcPct val="0"/>
              </a:spcBef>
              <a:spcAft>
                <a:spcPts val="0"/>
              </a:spcAft>
              <a:buNone/>
            </a:pPr>
            <a:r>
              <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rPr>
              <a:t>随机现象的统计规律性</a:t>
            </a:r>
            <a:endPar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endParaRPr>
          </a:p>
        </p:txBody>
      </p:sp>
      <p:grpSp>
        <p:nvGrpSpPr>
          <p:cNvPr id="51" name="组合 50"/>
          <p:cNvGrpSpPr/>
          <p:nvPr/>
        </p:nvGrpSpPr>
        <p:grpSpPr>
          <a:xfrm>
            <a:off x="851761" y="364781"/>
            <a:ext cx="263341" cy="395013"/>
            <a:chOff x="5284519" y="1508166"/>
            <a:chExt cx="213756" cy="427512"/>
          </a:xfrm>
        </p:grpSpPr>
        <p:cxnSp>
          <p:nvCxnSpPr>
            <p:cNvPr id="52" name="直接连接符 5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53" name="直接连接符 5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8" name="Text Box 3"/>
          <p:cNvSpPr txBox="1">
            <a:spLocks noChangeArrowheads="1"/>
          </p:cNvSpPr>
          <p:nvPr/>
        </p:nvSpPr>
        <p:spPr bwMode="auto">
          <a:xfrm>
            <a:off x="851761" y="1333848"/>
            <a:ext cx="9649072"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just">
              <a:spcBef>
                <a:spcPct val="50000"/>
              </a:spcBef>
              <a:spcAft>
                <a:spcPts val="0"/>
              </a:spcAft>
            </a:pPr>
            <a:r>
              <a:rPr lang="zh-CN" altLang="en-US"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方案三：</a:t>
            </a:r>
            <a:endParaRPr lang="zh-CN" altLang="en-US"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Text Box 3"/>
          <p:cNvSpPr txBox="1">
            <a:spLocks noChangeArrowheads="1"/>
          </p:cNvSpPr>
          <p:nvPr/>
        </p:nvSpPr>
        <p:spPr bwMode="auto">
          <a:xfrm>
            <a:off x="778590" y="2060848"/>
            <a:ext cx="10669530" cy="39693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457200" indent="-457200" algn="just">
              <a:lnSpc>
                <a:spcPct val="150000"/>
              </a:lnSpc>
              <a:spcAft>
                <a:spcPts val="0"/>
              </a:spcAft>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假如能继续比下去，至多再有两局必可结束</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gn="just">
              <a:lnSpc>
                <a:spcPct val="150000"/>
              </a:lnSpc>
              <a:spcBef>
                <a:spcPts val="0"/>
              </a:spcBef>
              <a:spcAft>
                <a:spcPts val="0"/>
              </a:spcAft>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这</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局有</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种可能结果：甲甲、甲乙、乙甲、乙乙。前</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种情况都是甲最后取胜，只有最后一种情况才是乙取胜，二者之比为</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，故赌注的公平分配应按</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的比例，即甲得</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75</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元，乙</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25</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元。</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gn="just">
              <a:lnSpc>
                <a:spcPct val="150000"/>
              </a:lnSpc>
              <a:spcBef>
                <a:spcPts val="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这种方法照顾到了已赌结果，又包括了再赌下去的一种“期望”，它自然比前两种方法都更为合理，使甲乙双方都乐于接受。</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par>
                                <p:cTn id="8" presetID="22" presetClass="entr" presetSubtype="8"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wipe(left)">
                                      <p:cBhvr>
                                        <p:cTn id="10" dur="500"/>
                                        <p:tgtEl>
                                          <p:spTgt spid="49"/>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wipe(left)">
                                      <p:cBhvr>
                                        <p:cTn id="14" dur="500"/>
                                        <p:tgtEl>
                                          <p:spTgt spid="50"/>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8" grpId="0"/>
      <p:bldP spid="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noChangeArrowheads="1"/>
          </p:cNvSpPr>
          <p:nvPr>
            <p:ph type="title"/>
          </p:nvPr>
        </p:nvSpPr>
        <p:spPr bwMode="auto">
          <a:xfrm>
            <a:off x="1919289" y="3184525"/>
            <a:ext cx="8670925"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pPr marL="571500" indent="-571500">
              <a:spcAft>
                <a:spcPts val="0"/>
              </a:spcAft>
              <a:buFontTx/>
              <a:buChar char="•"/>
            </a:pPr>
            <a:r>
              <a:rPr lang="zh-CN" altLang="en-US" b="1" dirty="0">
                <a:solidFill>
                  <a:srgbClr val="C00000"/>
                </a:solidFill>
              </a:rPr>
              <a:t>身心作用对人体生理机能的影响</a:t>
            </a:r>
            <a:endParaRPr lang="zh-CN" altLang="en-US" b="1" dirty="0">
              <a:solidFill>
                <a:srgbClr val="C00000"/>
              </a:solidFill>
            </a:endParaRPr>
          </a:p>
        </p:txBody>
      </p:sp>
      <p:sp>
        <p:nvSpPr>
          <p:cNvPr id="6" name="内容占位符 5"/>
          <p:cNvSpPr>
            <a:spLocks noGrp="1" noChangeArrowheads="1"/>
          </p:cNvSpPr>
          <p:nvPr>
            <p:ph idx="1"/>
          </p:nvPr>
        </p:nvSpPr>
        <p:spPr bwMode="auto">
          <a:xfrm>
            <a:off x="1992313" y="4624389"/>
            <a:ext cx="8229600" cy="16843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pPr marL="0" indent="0">
              <a:spcAft>
                <a:spcPts val="0"/>
              </a:spcAft>
              <a:buNone/>
            </a:pPr>
            <a:r>
              <a:rPr lang="en-US" altLang="zh-CN"/>
              <a:t>	</a:t>
            </a:r>
            <a:r>
              <a:rPr lang="zh-CN" altLang="en-US"/>
              <a:t>研究人员花了</a:t>
            </a:r>
            <a:r>
              <a:rPr lang="en-US" altLang="zh-CN"/>
              <a:t>25</a:t>
            </a:r>
            <a:r>
              <a:rPr lang="zh-CN" altLang="en-US"/>
              <a:t>年调查华裔妇女中秋节前后死亡率。节前一周低于通常</a:t>
            </a:r>
            <a:r>
              <a:rPr lang="en-US" altLang="zh-CN"/>
              <a:t>35.1%</a:t>
            </a:r>
            <a:r>
              <a:rPr lang="zh-CN" altLang="en-US"/>
              <a:t>，节后一周高于通常</a:t>
            </a:r>
            <a:r>
              <a:rPr lang="en-US" altLang="zh-CN"/>
              <a:t>34.6%</a:t>
            </a:r>
            <a:endParaRPr lang="zh-CN" altLang="en-US"/>
          </a:p>
        </p:txBody>
      </p:sp>
      <p:sp>
        <p:nvSpPr>
          <p:cNvPr id="7" name="标题 4"/>
          <p:cNvSpPr txBox="1"/>
          <p:nvPr/>
        </p:nvSpPr>
        <p:spPr>
          <a:xfrm>
            <a:off x="1919289" y="1196975"/>
            <a:ext cx="8670925" cy="1143000"/>
          </a:xfrm>
          <a:prstGeom prst="rect">
            <a:avLst/>
          </a:prstGeom>
        </p:spPr>
        <p:txBody>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571500" indent="-571500" algn="l">
              <a:spcAft>
                <a:spcPts val="0"/>
              </a:spcAft>
              <a:buFont typeface="Arial" panose="020B0604020202020204" pitchFamily="34" charset="0"/>
              <a:buChar char="•"/>
              <a:defRPr/>
            </a:pPr>
            <a:r>
              <a:rPr lang="zh-CN" altLang="en-US" b="1" kern="0" dirty="0">
                <a:solidFill>
                  <a:srgbClr val="C00000"/>
                </a:solidFill>
              </a:rPr>
              <a:t>抓阄问题</a:t>
            </a:r>
            <a:endParaRPr lang="en-US" altLang="zh-CN" b="1" kern="0" dirty="0">
              <a:solidFill>
                <a:srgbClr val="C00000"/>
              </a:solidFill>
            </a:endParaRPr>
          </a:p>
        </p:txBody>
      </p:sp>
      <p:sp>
        <p:nvSpPr>
          <p:cNvPr id="9" name="标题 4"/>
          <p:cNvSpPr txBox="1"/>
          <p:nvPr/>
        </p:nvSpPr>
        <p:spPr>
          <a:xfrm>
            <a:off x="1962151" y="2214563"/>
            <a:ext cx="8670925" cy="1143000"/>
          </a:xfrm>
          <a:prstGeom prst="rect">
            <a:avLst/>
          </a:prstGeom>
        </p:spPr>
        <p:txBody>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571500" indent="-571500" algn="l">
              <a:spcAft>
                <a:spcPts val="0"/>
              </a:spcAft>
              <a:buFont typeface="Arial" panose="020B0604020202020204" pitchFamily="34" charset="0"/>
              <a:buChar char="•"/>
              <a:defRPr/>
            </a:pPr>
            <a:r>
              <a:rPr lang="zh-CN" altLang="en-US" b="1" kern="0" dirty="0">
                <a:solidFill>
                  <a:srgbClr val="C00000"/>
                </a:solidFill>
              </a:rPr>
              <a:t>中秋博饼</a:t>
            </a:r>
            <a:endParaRPr lang="en-US" altLang="zh-CN" b="1" kern="0"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wipe(down)">
                                      <p:cBhvr>
                                        <p:cTn id="25"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7" grpId="0"/>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p:cNvSpPr txBox="1">
            <a:spLocks noChangeArrowheads="1"/>
          </p:cNvSpPr>
          <p:nvPr/>
        </p:nvSpPr>
        <p:spPr bwMode="auto">
          <a:xfrm>
            <a:off x="2351088" y="1042988"/>
            <a:ext cx="7389812" cy="953135"/>
          </a:xfrm>
          <a:prstGeom prst="rect">
            <a:avLst/>
          </a:prstGeom>
          <a:noFill/>
          <a:ln>
            <a:noFill/>
          </a:ln>
          <a:effectLst/>
        </p:spPr>
        <p:txBody>
          <a:bodyPr>
            <a:spAutoFit/>
          </a:bodyPr>
          <a:lstStyle/>
          <a:p>
            <a:pPr eaLnBrk="1" hangingPunct="1">
              <a:spcBef>
                <a:spcPct val="50000"/>
              </a:spcBef>
              <a:spcAft>
                <a:spcPts val="0"/>
              </a:spcAft>
              <a:defRPr/>
            </a:pPr>
            <a:r>
              <a:rPr lang="en-US" altLang="zh-CN" sz="2800" b="1"/>
              <a:t>       </a:t>
            </a:r>
            <a:r>
              <a:rPr lang="zh-CN" altLang="en-US" sz="2800" b="1"/>
              <a:t>下面我们就来开始一门“</a:t>
            </a:r>
            <a:r>
              <a:rPr lang="zh-CN" altLang="en-US" sz="2800" b="1">
                <a:solidFill>
                  <a:srgbClr val="33CC33"/>
                </a:solidFill>
                <a:effectLst>
                  <a:outerShdw blurRad="38100" dist="38100" dir="2700000" algn="tl">
                    <a:srgbClr val="000000"/>
                  </a:outerShdw>
                </a:effectLst>
                <a:latin typeface="宋体" panose="02010600030101010101" pitchFamily="2" charset="-122"/>
              </a:rPr>
              <a:t>将不定性数量化</a:t>
            </a:r>
            <a:r>
              <a:rPr lang="zh-CN" altLang="en-US" sz="2800" b="1">
                <a:latin typeface="Times New Roman" panose="02020603050405020304"/>
              </a:rPr>
              <a:t>”</a:t>
            </a:r>
            <a:r>
              <a:rPr lang="zh-CN" altLang="en-US" sz="2800" b="1">
                <a:latin typeface="宋体" panose="02010600030101010101" pitchFamily="2" charset="-122"/>
              </a:rPr>
              <a:t>的</a:t>
            </a:r>
            <a:r>
              <a:rPr lang="zh-CN" altLang="en-US" sz="2800" b="1"/>
              <a:t>课程的学习，这就是</a:t>
            </a:r>
            <a:endParaRPr lang="zh-CN" altLang="en-US" sz="2800" b="1"/>
          </a:p>
        </p:txBody>
      </p:sp>
      <p:sp>
        <p:nvSpPr>
          <p:cNvPr id="32775" name="WordArt 7"/>
          <p:cNvSpPr>
            <a:spLocks noChangeArrowheads="1" noChangeShapeType="1" noTextEdit="1"/>
          </p:cNvSpPr>
          <p:nvPr/>
        </p:nvSpPr>
        <p:spPr bwMode="auto">
          <a:xfrm>
            <a:off x="2495551" y="3213101"/>
            <a:ext cx="6551613" cy="1152525"/>
          </a:xfrm>
          <a:prstGeom prst="rect">
            <a:avLst/>
          </a:prstGeom>
        </p:spPr>
        <p:txBody>
          <a:bodyPr wrap="none" fromWordArt="1">
            <a:prstTxWarp prst="textCascadeUp">
              <a:avLst>
                <a:gd name="adj" fmla="val 100000"/>
              </a:avLst>
            </a:prstTxWarp>
            <a:scene3d>
              <a:camera prst="legacyPerspectiveFront">
                <a:rot lat="20519984" lon="1080000" rev="0"/>
              </a:camera>
              <a:lightRig rig="legacyHarsh2" dir="b"/>
            </a:scene3d>
            <a:sp3d extrusionH="430200" prstMaterial="legacyMatte">
              <a:extrusionClr>
                <a:srgbClr val="FF6600"/>
              </a:extrusionClr>
              <a:contourClr>
                <a:srgbClr val="FFE701"/>
              </a:contourClr>
            </a:sp3d>
          </a:bodyPr>
          <a:lstStyle/>
          <a:p>
            <a:pPr algn="ctr">
              <a:spcAft>
                <a:spcPts val="0"/>
              </a:spcAft>
            </a:pPr>
            <a:r>
              <a:rPr lang="zh-CN" altLang="en-US" sz="3600" kern="10">
                <a:ln w="9525">
                  <a:round/>
                </a:ln>
                <a:gradFill rotWithShape="1">
                  <a:gsLst>
                    <a:gs pos="0">
                      <a:srgbClr val="FFE701"/>
                    </a:gs>
                    <a:gs pos="100000">
                      <a:srgbClr val="FE3E02"/>
                    </a:gs>
                  </a:gsLst>
                  <a:lin ang="5400000" scaled="1"/>
                </a:gradFill>
                <a:latin typeface="宋体" panose="02010600030101010101" pitchFamily="2" charset="-122"/>
              </a:rPr>
              <a:t>概率论与数理统计</a:t>
            </a:r>
            <a:endParaRPr lang="zh-CN" altLang="en-US" sz="3600" kern="10">
              <a:ln w="9525">
                <a:round/>
              </a:ln>
              <a:gradFill rotWithShape="1">
                <a:gsLst>
                  <a:gs pos="0">
                    <a:srgbClr val="FFE701"/>
                  </a:gs>
                  <a:gs pos="100000">
                    <a:srgbClr val="FE3E02"/>
                  </a:gs>
                </a:gsLst>
                <a:lin ang="5400000" scaled="1"/>
              </a:gra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32770"/>
                                        </p:tgtEl>
                                        <p:attrNameLst>
                                          <p:attrName>style.visibility</p:attrName>
                                        </p:attrNameLst>
                                      </p:cBhvr>
                                      <p:to>
                                        <p:strVal val="visible"/>
                                      </p:to>
                                    </p:set>
                                    <p:animEffect transition="in" filter="barn(outVertical)">
                                      <p:cBhvr>
                                        <p:cTn id="7" dur="500"/>
                                        <p:tgtEl>
                                          <p:spTgt spid="32770"/>
                                        </p:tgtEl>
                                      </p:cBhvr>
                                    </p:animEffect>
                                  </p:childTnLst>
                                </p:cTn>
                              </p:par>
                            </p:childTnLst>
                          </p:cTn>
                        </p:par>
                        <p:par>
                          <p:cTn id="8" fill="hold">
                            <p:stCondLst>
                              <p:cond delay="500"/>
                            </p:stCondLst>
                            <p:childTnLst>
                              <p:par>
                                <p:cTn id="9" presetID="2" presetClass="entr" presetSubtype="2" fill="hold" nodeType="afterEffect">
                                  <p:stCondLst>
                                    <p:cond delay="0"/>
                                  </p:stCondLst>
                                  <p:childTnLst>
                                    <p:set>
                                      <p:cBhvr>
                                        <p:cTn id="10" dur="1" fill="hold">
                                          <p:stCondLst>
                                            <p:cond delay="0"/>
                                          </p:stCondLst>
                                        </p:cTn>
                                        <p:tgtEl>
                                          <p:spTgt spid="32775"/>
                                        </p:tgtEl>
                                        <p:attrNameLst>
                                          <p:attrName>style.visibility</p:attrName>
                                        </p:attrNameLst>
                                      </p:cBhvr>
                                      <p:to>
                                        <p:strVal val="visible"/>
                                      </p:to>
                                    </p:set>
                                    <p:anim calcmode="lin" valueType="num">
                                      <p:cBhvr additive="base">
                                        <p:cTn id="11" dur="500" fill="hold"/>
                                        <p:tgtEl>
                                          <p:spTgt spid="32775"/>
                                        </p:tgtEl>
                                        <p:attrNameLst>
                                          <p:attrName>ppt_x</p:attrName>
                                        </p:attrNameLst>
                                      </p:cBhvr>
                                      <p:tavLst>
                                        <p:tav tm="0">
                                          <p:val>
                                            <p:strVal val="1+#ppt_w/2"/>
                                          </p:val>
                                        </p:tav>
                                        <p:tav tm="100000">
                                          <p:val>
                                            <p:strVal val="#ppt_x"/>
                                          </p:val>
                                        </p:tav>
                                      </p:tavLst>
                                    </p:anim>
                                    <p:anim calcmode="lin" valueType="num">
                                      <p:cBhvr additive="base">
                                        <p:cTn id="12" dur="500" fill="hold"/>
                                        <p:tgtEl>
                                          <p:spTgt spid="3277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bldLvl="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直接连接符 4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50" name="矩形 49"/>
          <p:cNvSpPr>
            <a:spLocks noChangeArrowheads="1"/>
          </p:cNvSpPr>
          <p:nvPr/>
        </p:nvSpPr>
        <p:spPr bwMode="auto">
          <a:xfrm>
            <a:off x="1406163" y="255069"/>
            <a:ext cx="316865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4400">
              <a:spcBef>
                <a:spcPct val="0"/>
              </a:spcBef>
              <a:spcAft>
                <a:spcPts val="0"/>
              </a:spcAft>
              <a:buNone/>
            </a:pPr>
            <a:r>
              <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rPr>
              <a:t>概率论与数理统计</a:t>
            </a:r>
            <a:endPar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endParaRPr>
          </a:p>
        </p:txBody>
      </p:sp>
      <p:grpSp>
        <p:nvGrpSpPr>
          <p:cNvPr id="51" name="组合 50"/>
          <p:cNvGrpSpPr/>
          <p:nvPr/>
        </p:nvGrpSpPr>
        <p:grpSpPr>
          <a:xfrm>
            <a:off x="851761" y="364781"/>
            <a:ext cx="263341" cy="395013"/>
            <a:chOff x="5284519" y="1508166"/>
            <a:chExt cx="213756" cy="427512"/>
          </a:xfrm>
        </p:grpSpPr>
        <p:cxnSp>
          <p:nvCxnSpPr>
            <p:cNvPr id="52" name="直接连接符 5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53" name="直接连接符 5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8" name="Text Box 3"/>
          <p:cNvSpPr txBox="1">
            <a:spLocks noChangeArrowheads="1"/>
          </p:cNvSpPr>
          <p:nvPr/>
        </p:nvSpPr>
        <p:spPr bwMode="auto">
          <a:xfrm>
            <a:off x="1631504" y="1340768"/>
            <a:ext cx="9649072"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spcAft>
                <a:spcPts val="0"/>
              </a:spcAft>
            </a:pPr>
            <a:r>
              <a:rPr lang="zh-CN" altLang="en-US"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现在我们来考察一下不定性现象的特点：</a:t>
            </a:r>
            <a:endParaRPr lang="zh-CN" altLang="en-US"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Text Box 3"/>
          <p:cNvSpPr txBox="1">
            <a:spLocks noChangeArrowheads="1"/>
          </p:cNvSpPr>
          <p:nvPr/>
        </p:nvSpPr>
        <p:spPr bwMode="auto">
          <a:xfrm>
            <a:off x="1631504" y="2132856"/>
            <a:ext cx="9217024" cy="20300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just">
              <a:lnSpc>
                <a:spcPct val="150000"/>
              </a:lnSpc>
              <a:spcBef>
                <a:spcPct val="50000"/>
              </a:spcBef>
              <a:spcAft>
                <a:spcPts val="0"/>
              </a:spcAft>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例如</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在相同的条件下抛同一枚硬币</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其结果可能是正面朝上</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也可能是反面朝上，并且在每次抛掷之前无法肯定抛掷的结果是什么？</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Text Box 3"/>
          <p:cNvSpPr txBox="1">
            <a:spLocks noChangeArrowheads="1"/>
          </p:cNvSpPr>
          <p:nvPr/>
        </p:nvSpPr>
        <p:spPr bwMode="auto">
          <a:xfrm>
            <a:off x="1631504" y="4221088"/>
            <a:ext cx="9217024" cy="20300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just">
              <a:lnSpc>
                <a:spcPct val="150000"/>
              </a:lnSpc>
              <a:spcAft>
                <a:spcPts val="0"/>
              </a:spcAft>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又如：一门火炮在一定条件下向同一目标进行射击，各次的弹着点不尽相同，在一次射击之前无法预测弹着点的确切位置。</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par>
                                <p:cTn id="8" presetID="22" presetClass="entr" presetSubtype="8"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wipe(left)">
                                      <p:cBhvr>
                                        <p:cTn id="10" dur="500"/>
                                        <p:tgtEl>
                                          <p:spTgt spid="49"/>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wipe(left)">
                                      <p:cBhvr>
                                        <p:cTn id="14" dur="500"/>
                                        <p:tgtEl>
                                          <p:spTgt spid="50"/>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8" grpId="0"/>
      <p:bldP spid="9" grpId="0"/>
      <p:bldP spid="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直接连接符 4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50" name="矩形 49"/>
          <p:cNvSpPr>
            <a:spLocks noChangeArrowheads="1"/>
          </p:cNvSpPr>
          <p:nvPr/>
        </p:nvSpPr>
        <p:spPr bwMode="auto">
          <a:xfrm>
            <a:off x="1406163" y="255069"/>
            <a:ext cx="316865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4400">
              <a:spcBef>
                <a:spcPct val="0"/>
              </a:spcBef>
              <a:spcAft>
                <a:spcPts val="0"/>
              </a:spcAft>
              <a:buNone/>
            </a:pPr>
            <a:r>
              <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rPr>
              <a:t>概率论与数理统计</a:t>
            </a:r>
            <a:endPar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endParaRPr>
          </a:p>
        </p:txBody>
      </p:sp>
      <p:grpSp>
        <p:nvGrpSpPr>
          <p:cNvPr id="51" name="组合 50"/>
          <p:cNvGrpSpPr/>
          <p:nvPr/>
        </p:nvGrpSpPr>
        <p:grpSpPr>
          <a:xfrm>
            <a:off x="851761" y="364781"/>
            <a:ext cx="263341" cy="395013"/>
            <a:chOff x="5284519" y="1508166"/>
            <a:chExt cx="213756" cy="427512"/>
          </a:xfrm>
        </p:grpSpPr>
        <p:cxnSp>
          <p:nvCxnSpPr>
            <p:cNvPr id="52" name="直接连接符 5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53" name="直接连接符 5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8" name="Text Box 3"/>
          <p:cNvSpPr txBox="1">
            <a:spLocks noChangeArrowheads="1"/>
          </p:cNvSpPr>
          <p:nvPr/>
        </p:nvSpPr>
        <p:spPr bwMode="auto">
          <a:xfrm>
            <a:off x="1631504" y="1700808"/>
            <a:ext cx="144016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spcAft>
                <a:spcPts val="0"/>
              </a:spcAft>
            </a:pPr>
            <a:r>
              <a:rPr lang="zh-CN" altLang="en-US"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特点</a:t>
            </a:r>
            <a:r>
              <a:rPr lang="en-US" altLang="zh-CN"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Text Box 3"/>
          <p:cNvSpPr txBox="1">
            <a:spLocks noChangeArrowheads="1"/>
          </p:cNvSpPr>
          <p:nvPr/>
        </p:nvSpPr>
        <p:spPr bwMode="auto">
          <a:xfrm>
            <a:off x="1631504" y="2697921"/>
            <a:ext cx="9217024" cy="20300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nSpc>
                <a:spcPct val="150000"/>
              </a:lnSpc>
              <a:spcAft>
                <a:spcPts val="0"/>
              </a:spcAft>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当人们在一定的条件下对不定性现象加以观察或进行试验时，观察或试验的结果是多个可能结果中的某一个。而且在每次试验或观察前都无法确知其结果。</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par>
                                <p:cTn id="8" presetID="22" presetClass="entr" presetSubtype="8"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wipe(left)">
                                      <p:cBhvr>
                                        <p:cTn id="10" dur="500"/>
                                        <p:tgtEl>
                                          <p:spTgt spid="49"/>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wipe(left)">
                                      <p:cBhvr>
                                        <p:cTn id="14" dur="500"/>
                                        <p:tgtEl>
                                          <p:spTgt spid="50"/>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8" grpId="0"/>
      <p:bldP spid="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直接连接符 4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50" name="矩形 49"/>
          <p:cNvSpPr>
            <a:spLocks noChangeArrowheads="1"/>
          </p:cNvSpPr>
          <p:nvPr/>
        </p:nvSpPr>
        <p:spPr bwMode="auto">
          <a:xfrm>
            <a:off x="1420985" y="255069"/>
            <a:ext cx="316865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just" defTabSz="914400">
              <a:spcBef>
                <a:spcPct val="0"/>
              </a:spcBef>
              <a:spcAft>
                <a:spcPts val="0"/>
              </a:spcAft>
              <a:buNone/>
            </a:pPr>
            <a:r>
              <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rPr>
              <a:t>概率论与数理统计</a:t>
            </a:r>
            <a:endPar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endParaRPr>
          </a:p>
        </p:txBody>
      </p:sp>
      <p:grpSp>
        <p:nvGrpSpPr>
          <p:cNvPr id="51" name="组合 50"/>
          <p:cNvGrpSpPr/>
          <p:nvPr/>
        </p:nvGrpSpPr>
        <p:grpSpPr>
          <a:xfrm>
            <a:off x="851761" y="364781"/>
            <a:ext cx="263341" cy="395013"/>
            <a:chOff x="5284519" y="1508166"/>
            <a:chExt cx="213756" cy="427512"/>
          </a:xfrm>
        </p:grpSpPr>
        <p:cxnSp>
          <p:nvCxnSpPr>
            <p:cNvPr id="52" name="直接连接符 5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53" name="直接连接符 5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9" name="Text Box 3"/>
          <p:cNvSpPr txBox="1">
            <a:spLocks noChangeArrowheads="1"/>
          </p:cNvSpPr>
          <p:nvPr/>
        </p:nvSpPr>
        <p:spPr bwMode="auto">
          <a:xfrm>
            <a:off x="1335306" y="1340768"/>
            <a:ext cx="9801253" cy="20300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just">
              <a:lnSpc>
                <a:spcPct val="150000"/>
              </a:lnSpc>
              <a:spcBef>
                <a:spcPct val="50000"/>
              </a:spcBef>
              <a:spcAft>
                <a:spcPts val="0"/>
              </a:spcAft>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例如：一门火炮在一定条件下进行射击，个别炮弹的弹着点可能偏离目标而有随机性的误差，</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但大量炮弹的弹着点则表现出一定的规律性，如一定的命中率，一定的分布规律等等。</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Picture 3" descr="火炮"/>
          <p:cNvPicPr>
            <a:picLocks noChangeAspect="1" noChangeArrowheads="1"/>
          </p:cNvPicPr>
          <p:nvPr/>
        </p:nvPicPr>
        <p:blipFill rotWithShape="1">
          <a:blip r:embed="rId1">
            <a:extLst>
              <a:ext uri="{28A0092B-C50C-407E-A947-70E740481C1C}">
                <a14:useLocalDpi xmlns:a14="http://schemas.microsoft.com/office/drawing/2010/main" val="0"/>
              </a:ext>
            </a:extLst>
          </a:blip>
          <a:srcRect l="1841"/>
          <a:stretch>
            <a:fillRect/>
          </a:stretch>
        </p:blipFill>
        <p:spPr bwMode="auto">
          <a:xfrm>
            <a:off x="4725806" y="3717032"/>
            <a:ext cx="3020252" cy="238189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par>
                                <p:cTn id="8" presetID="22" presetClass="entr" presetSubtype="8"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wipe(left)">
                                      <p:cBhvr>
                                        <p:cTn id="10" dur="500"/>
                                        <p:tgtEl>
                                          <p:spTgt spid="49"/>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wipe(left)">
                                      <p:cBhvr>
                                        <p:cTn id="14" dur="500"/>
                                        <p:tgtEl>
                                          <p:spTgt spid="50"/>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par>
                          <p:cTn id="19" fill="hold">
                            <p:stCondLst>
                              <p:cond delay="1500"/>
                            </p:stCondLst>
                            <p:childTnLst>
                              <p:par>
                                <p:cTn id="20" presetID="22" presetClass="entr" presetSubtype="8" fill="hold"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直接连接符 4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50" name="矩形 49"/>
          <p:cNvSpPr>
            <a:spLocks noChangeArrowheads="1"/>
          </p:cNvSpPr>
          <p:nvPr/>
        </p:nvSpPr>
        <p:spPr bwMode="auto">
          <a:xfrm>
            <a:off x="1420985" y="255069"/>
            <a:ext cx="316865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just" defTabSz="914400">
              <a:spcBef>
                <a:spcPct val="0"/>
              </a:spcBef>
              <a:spcAft>
                <a:spcPts val="0"/>
              </a:spcAft>
              <a:buNone/>
            </a:pPr>
            <a:r>
              <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rPr>
              <a:t>概率论与数理统计</a:t>
            </a:r>
            <a:endPar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endParaRPr>
          </a:p>
        </p:txBody>
      </p:sp>
      <p:grpSp>
        <p:nvGrpSpPr>
          <p:cNvPr id="51" name="组合 50"/>
          <p:cNvGrpSpPr/>
          <p:nvPr/>
        </p:nvGrpSpPr>
        <p:grpSpPr>
          <a:xfrm>
            <a:off x="851761" y="364781"/>
            <a:ext cx="263341" cy="395013"/>
            <a:chOff x="5284519" y="1508166"/>
            <a:chExt cx="213756" cy="427512"/>
          </a:xfrm>
        </p:grpSpPr>
        <p:cxnSp>
          <p:nvCxnSpPr>
            <p:cNvPr id="52" name="直接连接符 5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53" name="直接连接符 5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0" name="Text Box 3"/>
          <p:cNvSpPr txBox="1">
            <a:spLocks noChangeArrowheads="1"/>
          </p:cNvSpPr>
          <p:nvPr/>
        </p:nvSpPr>
        <p:spPr bwMode="auto">
          <a:xfrm>
            <a:off x="1335307" y="1268760"/>
            <a:ext cx="9801253" cy="2676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just">
              <a:lnSpc>
                <a:spcPct val="150000"/>
              </a:lnSpc>
              <a:spcAft>
                <a:spcPts val="0"/>
              </a:spcAft>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又如：在一个容器内有许多气体分子，每个气体分子的运动存在着不定性，无法预言它在指定时刻的动量和方向。但大量分子的平均活动却呈现出某种稳定性，如在一定的温度下，气体对器壁的压力是稳定的，呈现“无序中的规律”。</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2" name="Picture 9" descr="分子运动容器"/>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01639" y="3946416"/>
            <a:ext cx="2592288" cy="225581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par>
                                <p:cTn id="8" presetID="22" presetClass="entr" presetSubtype="8"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wipe(left)">
                                      <p:cBhvr>
                                        <p:cTn id="10" dur="500"/>
                                        <p:tgtEl>
                                          <p:spTgt spid="49"/>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wipe(left)">
                                      <p:cBhvr>
                                        <p:cTn id="14" dur="500"/>
                                        <p:tgtEl>
                                          <p:spTgt spid="50"/>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left)">
                                      <p:cBhvr>
                                        <p:cTn id="18" dur="500"/>
                                        <p:tgtEl>
                                          <p:spTgt spid="10"/>
                                        </p:tgtEl>
                                      </p:cBhvr>
                                    </p:animEffect>
                                  </p:childTnLst>
                                </p:cTn>
                              </p:par>
                            </p:childTnLst>
                          </p:cTn>
                        </p:par>
                        <p:par>
                          <p:cTn id="19" fill="hold">
                            <p:stCondLst>
                              <p:cond delay="1500"/>
                            </p:stCondLst>
                            <p:childTnLst>
                              <p:par>
                                <p:cTn id="20" presetID="22" presetClass="entr" presetSubtype="8" fill="hold"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1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直接连接符 4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50" name="矩形 49"/>
          <p:cNvSpPr>
            <a:spLocks noChangeArrowheads="1"/>
          </p:cNvSpPr>
          <p:nvPr/>
        </p:nvSpPr>
        <p:spPr bwMode="auto">
          <a:xfrm>
            <a:off x="1406163" y="255069"/>
            <a:ext cx="316865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4400">
              <a:spcBef>
                <a:spcPct val="0"/>
              </a:spcBef>
              <a:spcAft>
                <a:spcPts val="0"/>
              </a:spcAft>
              <a:buNone/>
            </a:pPr>
            <a:r>
              <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rPr>
              <a:t>概率论与数理统计</a:t>
            </a:r>
            <a:endPar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endParaRPr>
          </a:p>
        </p:txBody>
      </p:sp>
      <p:grpSp>
        <p:nvGrpSpPr>
          <p:cNvPr id="51" name="组合 50"/>
          <p:cNvGrpSpPr/>
          <p:nvPr/>
        </p:nvGrpSpPr>
        <p:grpSpPr>
          <a:xfrm>
            <a:off x="851761" y="364781"/>
            <a:ext cx="263341" cy="395013"/>
            <a:chOff x="5284519" y="1508166"/>
            <a:chExt cx="213756" cy="427512"/>
          </a:xfrm>
        </p:grpSpPr>
        <p:cxnSp>
          <p:nvCxnSpPr>
            <p:cNvPr id="52" name="直接连接符 5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53" name="直接连接符 5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8" name="Text Box 3"/>
          <p:cNvSpPr txBox="1">
            <a:spLocks noChangeArrowheads="1"/>
          </p:cNvSpPr>
          <p:nvPr/>
        </p:nvSpPr>
        <p:spPr bwMode="auto">
          <a:xfrm>
            <a:off x="1631504" y="1700808"/>
            <a:ext cx="9649072"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spcAft>
                <a:spcPts val="0"/>
              </a:spcAft>
            </a:pPr>
            <a:r>
              <a:rPr lang="zh-CN" altLang="en-US"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特点</a:t>
            </a:r>
            <a:r>
              <a:rPr lang="en-US" altLang="zh-CN"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Text Box 3"/>
          <p:cNvSpPr txBox="1">
            <a:spLocks noChangeArrowheads="1"/>
          </p:cNvSpPr>
          <p:nvPr/>
        </p:nvSpPr>
        <p:spPr bwMode="auto">
          <a:xfrm>
            <a:off x="1631504" y="2697921"/>
            <a:ext cx="9217024" cy="1383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nSpc>
                <a:spcPct val="150000"/>
              </a:lnSpc>
              <a:spcAft>
                <a:spcPts val="0"/>
              </a:spcAft>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不定性现象在大量重复观察或试验下，它的结果却呈现出固有规律性。</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4" name="组 3"/>
          <p:cNvGrpSpPr/>
          <p:nvPr/>
        </p:nvGrpSpPr>
        <p:grpSpPr>
          <a:xfrm>
            <a:off x="7248128" y="4293096"/>
            <a:ext cx="3096344" cy="812800"/>
            <a:chOff x="7248128" y="4293096"/>
            <a:chExt cx="3096344" cy="812800"/>
          </a:xfrm>
        </p:grpSpPr>
        <p:sp>
          <p:nvSpPr>
            <p:cNvPr id="11" name="AutoShape 4104"/>
            <p:cNvSpPr>
              <a:spLocks noChangeArrowheads="1"/>
            </p:cNvSpPr>
            <p:nvPr/>
          </p:nvSpPr>
          <p:spPr bwMode="auto">
            <a:xfrm flipH="1" flipV="1">
              <a:off x="7248128" y="4293096"/>
              <a:ext cx="3096344" cy="812800"/>
            </a:xfrm>
            <a:prstGeom prst="wedgeRoundRectCallout">
              <a:avLst>
                <a:gd name="adj1" fmla="val 77820"/>
                <a:gd name="adj2" fmla="val 58820"/>
                <a:gd name="adj3" fmla="val 16667"/>
              </a:avLst>
            </a:prstGeom>
            <a:solidFill>
              <a:srgbClr val="C00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rot="10800000" wrap="none" anchor="ctr"/>
            <a:lstStyle/>
            <a:p>
              <a:pPr eaLnBrk="1" hangingPunct="1">
                <a:spcBef>
                  <a:spcPct val="50000"/>
                </a:spcBef>
              </a:pPr>
              <a:endParaRPr lang="en-US" altLang="zh-CN" sz="28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a:p>
              <a:pPr eaLnBrk="1" hangingPunct="1"/>
              <a:endParaRPr lang="en-US" altLang="zh-CN" sz="280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文本框 2"/>
            <p:cNvSpPr txBox="1"/>
            <p:nvPr/>
          </p:nvSpPr>
          <p:spPr>
            <a:xfrm>
              <a:off x="7806285" y="4437886"/>
              <a:ext cx="1960880" cy="521970"/>
            </a:xfrm>
            <a:prstGeom prst="rect">
              <a:avLst/>
            </a:prstGeom>
            <a:noFill/>
          </p:spPr>
          <p:txBody>
            <a:bodyPr wrap="none" rtlCol="0">
              <a:spAutoFit/>
            </a:bodyPr>
            <a:lstStyle/>
            <a:p>
              <a:pPr>
                <a:spcAft>
                  <a:spcPts val="0"/>
                </a:spcAft>
              </a:pPr>
              <a:r>
                <a:rPr kumimoji="1" lang="zh-CN" altLang="en-US" sz="28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统计规律性</a:t>
              </a:r>
              <a:endParaRPr kumimoji="1" lang="zh-CN" altLang="en-US" sz="28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par>
                                <p:cTn id="8" presetID="22" presetClass="entr" presetSubtype="8"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wipe(left)">
                                      <p:cBhvr>
                                        <p:cTn id="10" dur="500"/>
                                        <p:tgtEl>
                                          <p:spTgt spid="49"/>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wipe(left)">
                                      <p:cBhvr>
                                        <p:cTn id="14" dur="500"/>
                                        <p:tgtEl>
                                          <p:spTgt spid="50"/>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par>
                          <p:cTn id="23" fill="hold">
                            <p:stCondLst>
                              <p:cond delay="2000"/>
                            </p:stCondLst>
                            <p:childTnLst>
                              <p:par>
                                <p:cTn id="24" presetID="22" presetClass="entr" presetSubtype="8"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left)">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8" grpId="0"/>
      <p:bldP spid="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直接连接符 4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50" name="矩形 49"/>
          <p:cNvSpPr>
            <a:spLocks noChangeArrowheads="1"/>
          </p:cNvSpPr>
          <p:nvPr/>
        </p:nvSpPr>
        <p:spPr bwMode="auto">
          <a:xfrm>
            <a:off x="1406163" y="255069"/>
            <a:ext cx="316865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4400">
              <a:spcBef>
                <a:spcPct val="0"/>
              </a:spcBef>
              <a:spcAft>
                <a:spcPts val="0"/>
              </a:spcAft>
              <a:buNone/>
            </a:pPr>
            <a:r>
              <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rPr>
              <a:t>概率论与数理统计</a:t>
            </a:r>
            <a:endPar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endParaRPr>
          </a:p>
        </p:txBody>
      </p:sp>
      <p:grpSp>
        <p:nvGrpSpPr>
          <p:cNvPr id="51" name="组合 50"/>
          <p:cNvGrpSpPr/>
          <p:nvPr/>
        </p:nvGrpSpPr>
        <p:grpSpPr>
          <a:xfrm>
            <a:off x="851761" y="364781"/>
            <a:ext cx="263341" cy="395013"/>
            <a:chOff x="5284519" y="1508166"/>
            <a:chExt cx="213756" cy="427512"/>
          </a:xfrm>
        </p:grpSpPr>
        <p:cxnSp>
          <p:nvCxnSpPr>
            <p:cNvPr id="52" name="直接连接符 5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53" name="直接连接符 5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9" name="Text Box 3"/>
          <p:cNvSpPr txBox="1">
            <a:spLocks noChangeArrowheads="1"/>
          </p:cNvSpPr>
          <p:nvPr/>
        </p:nvSpPr>
        <p:spPr bwMode="auto">
          <a:xfrm>
            <a:off x="1406163" y="1844824"/>
            <a:ext cx="9217024" cy="1383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nSpc>
                <a:spcPct val="150000"/>
              </a:lnSpc>
              <a:spcAft>
                <a:spcPts val="0"/>
              </a:spcAft>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在个别试验中其结果呈现出不确定性，在大量重复观察或试验中其结果却具有统计规律性的现象，称为</a:t>
            </a:r>
            <a:r>
              <a:rPr lang="zh-CN" altLang="en-US"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随机现象</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par>
                                <p:cTn id="8" presetID="22" presetClass="entr" presetSubtype="8"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wipe(left)">
                                      <p:cBhvr>
                                        <p:cTn id="10" dur="500"/>
                                        <p:tgtEl>
                                          <p:spTgt spid="49"/>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wipe(left)">
                                      <p:cBhvr>
                                        <p:cTn id="14" dur="500"/>
                                        <p:tgtEl>
                                          <p:spTgt spid="50"/>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直接连接符 4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50" name="矩形 49"/>
          <p:cNvSpPr>
            <a:spLocks noChangeArrowheads="1"/>
          </p:cNvSpPr>
          <p:nvPr/>
        </p:nvSpPr>
        <p:spPr bwMode="auto">
          <a:xfrm>
            <a:off x="1406163" y="255069"/>
            <a:ext cx="92837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4400">
              <a:spcBef>
                <a:spcPct val="0"/>
              </a:spcBef>
              <a:spcAft>
                <a:spcPts val="0"/>
              </a:spcAft>
              <a:buNone/>
            </a:pPr>
            <a:r>
              <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rPr>
              <a:t>小结</a:t>
            </a:r>
            <a:endPar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endParaRPr>
          </a:p>
        </p:txBody>
      </p:sp>
      <p:grpSp>
        <p:nvGrpSpPr>
          <p:cNvPr id="51" name="组合 50"/>
          <p:cNvGrpSpPr/>
          <p:nvPr/>
        </p:nvGrpSpPr>
        <p:grpSpPr>
          <a:xfrm>
            <a:off x="851761" y="364781"/>
            <a:ext cx="263341" cy="395013"/>
            <a:chOff x="5284519" y="1508166"/>
            <a:chExt cx="213756" cy="427512"/>
          </a:xfrm>
        </p:grpSpPr>
        <p:cxnSp>
          <p:nvCxnSpPr>
            <p:cNvPr id="52" name="直接连接符 5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53" name="直接连接符 5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9" name="Text Box 3"/>
          <p:cNvSpPr txBox="1">
            <a:spLocks noChangeArrowheads="1"/>
          </p:cNvSpPr>
          <p:nvPr/>
        </p:nvSpPr>
        <p:spPr bwMode="auto">
          <a:xfrm>
            <a:off x="1406163" y="1844824"/>
            <a:ext cx="9217024" cy="20300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nSpc>
                <a:spcPct val="150000"/>
              </a:lnSpc>
              <a:spcAft>
                <a:spcPts val="0"/>
              </a:spcAft>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从表面上看，随机现象的每一次观察结果都是随机的，但多次观察某个随机现象，便可以发现，在大量的偶然之中存在着必然的规律。</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par>
                                <p:cTn id="8" presetID="22" presetClass="entr" presetSubtype="8"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wipe(left)">
                                      <p:cBhvr>
                                        <p:cTn id="10" dur="500"/>
                                        <p:tgtEl>
                                          <p:spTgt spid="49"/>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wipe(left)">
                                      <p:cBhvr>
                                        <p:cTn id="14" dur="500"/>
                                        <p:tgtEl>
                                          <p:spTgt spid="50"/>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custDataLst>
              <p:tags r:id="rId1"/>
            </p:custDataLst>
          </p:nvPr>
        </p:nvSpPr>
        <p:spPr>
          <a:xfrm>
            <a:off x="1219200" y="1462723"/>
            <a:ext cx="4805680" cy="487680"/>
          </a:xfrm>
          <a:prstGeom prst="rect">
            <a:avLst/>
          </a:prstGeom>
          <a:noFill/>
          <a:ln w="12700">
            <a:noFill/>
          </a:ln>
          <a:extLst>
            <a:ext uri="{909E8E84-426E-40DD-AFC4-6F175D3DCCD1}">
              <a14:hiddenFill xmlns:a14="http://schemas.microsoft.com/office/drawing/2010/main">
                <a:solidFill>
                  <a:srgbClr val="FFFFFF"/>
                </a:solidFill>
              </a14:hiddenFill>
            </a:ext>
          </a:extLst>
        </p:spPr>
        <p:txBody>
          <a:bodyPr wrap="square" rtlCol="0" anchor="ctr">
            <a:sp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以下哪一项是随机现象的定义？</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9" name="文本框 8"/>
          <p:cNvSpPr txBox="1"/>
          <p:nvPr>
            <p:custDataLst>
              <p:tags r:id="rId2"/>
            </p:custDataLst>
          </p:nvPr>
        </p:nvSpPr>
        <p:spPr>
          <a:xfrm>
            <a:off x="2438400" y="2863691"/>
            <a:ext cx="4805680" cy="487680"/>
          </a:xfrm>
          <a:prstGeom prst="rect">
            <a:avLst/>
          </a:prstGeom>
          <a:noFill/>
          <a:ln w="12700">
            <a:noFill/>
          </a:ln>
          <a:extLst>
            <a:ext uri="{909E8E84-426E-40DD-AFC4-6F175D3DCCD1}">
              <a14:hiddenFill xmlns:a14="http://schemas.microsoft.com/office/drawing/2010/main">
                <a:solidFill>
                  <a:srgbClr val="FFFFFF"/>
                </a:solidFill>
              </a14:hiddenFill>
            </a:ext>
          </a:extLst>
        </p:spPr>
        <p:txBody>
          <a:bodyPr wrap="square" rtlCol="0" anchor="ctr">
            <a:sp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在个别试验中结果呈现出确定性</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0" name="椭圆 9"/>
          <p:cNvSpPr>
            <a:spLocks noChangeAspect="1"/>
          </p:cNvSpPr>
          <p:nvPr>
            <p:custDataLst>
              <p:tags r:id="rId3"/>
            </p:custDataLst>
          </p:nvPr>
        </p:nvSpPr>
        <p:spPr>
          <a:xfrm>
            <a:off x="1571625" y="2849880"/>
            <a:ext cx="514350" cy="514350"/>
          </a:xfrm>
          <a:prstGeom prst="ellipse">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pitchFamily="34" charset="-122"/>
                <a:ea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1" name="文本框 10"/>
          <p:cNvSpPr txBox="1"/>
          <p:nvPr>
            <p:custDataLst>
              <p:tags r:id="rId4"/>
            </p:custDataLst>
          </p:nvPr>
        </p:nvSpPr>
        <p:spPr>
          <a:xfrm>
            <a:off x="2438400" y="3720941"/>
            <a:ext cx="6786880" cy="487680"/>
          </a:xfrm>
          <a:prstGeom prst="rect">
            <a:avLst/>
          </a:prstGeom>
          <a:noFill/>
          <a:ln w="12700">
            <a:noFill/>
          </a:ln>
          <a:extLst>
            <a:ext uri="{909E8E84-426E-40DD-AFC4-6F175D3DCCD1}">
              <a14:hiddenFill xmlns:a14="http://schemas.microsoft.com/office/drawing/2010/main">
                <a:solidFill>
                  <a:srgbClr val="FFFFFF"/>
                </a:solidFill>
              </a14:hiddenFill>
            </a:ext>
          </a:extLst>
        </p:spPr>
        <p:txBody>
          <a:bodyPr wrap="square" rtlCol="0" anchor="ctr">
            <a:sp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在大量重复观察或试验中结果具有统计规律性</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2" name="椭圆 11"/>
          <p:cNvSpPr>
            <a:spLocks noChangeAspect="1"/>
          </p:cNvSpPr>
          <p:nvPr>
            <p:custDataLst>
              <p:tags r:id="rId5"/>
            </p:custDataLst>
          </p:nvPr>
        </p:nvSpPr>
        <p:spPr>
          <a:xfrm>
            <a:off x="1571625" y="3707130"/>
            <a:ext cx="514350" cy="514350"/>
          </a:xfrm>
          <a:prstGeom prst="ellipse">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pitchFamily="34" charset="-122"/>
                <a:ea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3" name="文本框 12"/>
          <p:cNvSpPr txBox="1"/>
          <p:nvPr>
            <p:custDataLst>
              <p:tags r:id="rId6"/>
            </p:custDataLst>
          </p:nvPr>
        </p:nvSpPr>
        <p:spPr>
          <a:xfrm>
            <a:off x="2438400" y="4578191"/>
            <a:ext cx="3815080" cy="487680"/>
          </a:xfrm>
          <a:prstGeom prst="rect">
            <a:avLst/>
          </a:prstGeom>
          <a:noFill/>
          <a:ln w="12700">
            <a:noFill/>
          </a:ln>
          <a:extLst>
            <a:ext uri="{909E8E84-426E-40DD-AFC4-6F175D3DCCD1}">
              <a14:hiddenFill xmlns:a14="http://schemas.microsoft.com/office/drawing/2010/main">
                <a:solidFill>
                  <a:srgbClr val="FFFFFF"/>
                </a:solidFill>
              </a14:hiddenFill>
            </a:ext>
          </a:extLst>
        </p:spPr>
        <p:txBody>
          <a:bodyPr wrap="square" rtlCol="0" anchor="ctr">
            <a:sp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每次试验的结果完全相同</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4" name="椭圆 13"/>
          <p:cNvSpPr>
            <a:spLocks noChangeAspect="1"/>
          </p:cNvSpPr>
          <p:nvPr>
            <p:custDataLst>
              <p:tags r:id="rId7"/>
            </p:custDataLst>
          </p:nvPr>
        </p:nvSpPr>
        <p:spPr>
          <a:xfrm>
            <a:off x="1571625" y="4564380"/>
            <a:ext cx="514350" cy="514350"/>
          </a:xfrm>
          <a:prstGeom prst="ellipse">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pitchFamily="34" charset="-122"/>
                <a:ea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5" name="文本框 14"/>
          <p:cNvSpPr txBox="1"/>
          <p:nvPr>
            <p:custDataLst>
              <p:tags r:id="rId8"/>
            </p:custDataLst>
          </p:nvPr>
        </p:nvSpPr>
        <p:spPr>
          <a:xfrm>
            <a:off x="2438400" y="5435441"/>
            <a:ext cx="3484880" cy="487680"/>
          </a:xfrm>
          <a:prstGeom prst="rect">
            <a:avLst/>
          </a:prstGeom>
          <a:noFill/>
          <a:ln w="12700">
            <a:noFill/>
          </a:ln>
          <a:extLst>
            <a:ext uri="{909E8E84-426E-40DD-AFC4-6F175D3DCCD1}">
              <a14:hiddenFill xmlns:a14="http://schemas.microsoft.com/office/drawing/2010/main">
                <a:solidFill>
                  <a:srgbClr val="FFFFFF"/>
                </a:solidFill>
              </a14:hiddenFill>
            </a:ext>
          </a:extLst>
        </p:spPr>
        <p:txBody>
          <a:bodyPr wrap="square" rtlCol="0" anchor="ctr">
            <a:sp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试验结果完全不可预测</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6" name="椭圆 15"/>
          <p:cNvSpPr>
            <a:spLocks noChangeAspect="1"/>
          </p:cNvSpPr>
          <p:nvPr>
            <p:custDataLst>
              <p:tags r:id="rId9"/>
            </p:custDataLst>
          </p:nvPr>
        </p:nvSpPr>
        <p:spPr>
          <a:xfrm>
            <a:off x="1571625" y="5421630"/>
            <a:ext cx="514350" cy="514350"/>
          </a:xfrm>
          <a:prstGeom prst="ellipse">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pitchFamily="34" charset="-122"/>
                <a:ea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7" name="圆角矩形 16"/>
          <p:cNvSpPr/>
          <p:nvPr>
            <p:custDataLst>
              <p:tags r:id="rId10"/>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algn="ctr"/>
            <a:r>
              <a:rPr lang="zh-CN" altLang="en-US" sz="1600">
                <a:solidFill>
                  <a:srgbClr val="FFFFFF"/>
                </a:solidFill>
                <a:latin typeface="微软雅黑" panose="020B0503020204020204" pitchFamily="34" charset="-122"/>
                <a:ea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endParaRPr>
          </a:p>
        </p:txBody>
      </p:sp>
      <p:grpSp>
        <p:nvGrpSpPr>
          <p:cNvPr id="7" name="组合 6"/>
          <p:cNvGrpSpPr/>
          <p:nvPr>
            <p:custDataLst>
              <p:tags r:id="rId11"/>
            </p:custDataLst>
          </p:nvPr>
        </p:nvGrpSpPr>
        <p:grpSpPr>
          <a:xfrm>
            <a:off x="0" y="0"/>
            <a:ext cx="12192000" cy="635000"/>
            <a:chOff x="0" y="0"/>
            <a:chExt cx="19200" cy="1000"/>
          </a:xfrm>
        </p:grpSpPr>
        <p:sp>
          <p:nvSpPr>
            <p:cNvPr id="3" name="TitleBackground"/>
            <p:cNvSpPr/>
            <p:nvPr>
              <p:custDataLst>
                <p:tags r:id="rId12"/>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ColorBlock"/>
            <p:cNvSpPr/>
            <p:nvPr>
              <p:custDataLst>
                <p:tags r:id="rId13"/>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TypeText"/>
            <p:cNvSpPr txBox="1"/>
            <p:nvPr>
              <p:custDataLst>
                <p:tags r:id="rId14"/>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6" name="TipText"/>
            <p:cNvSpPr txBox="1"/>
            <p:nvPr>
              <p:custDataLst>
                <p:tags r:id="rId15"/>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endPar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2" name="图片 1" descr="tmp2E8E"/>
          <p:cNvPicPr>
            <a:picLocks noChangeAspect="1"/>
          </p:cNvPicPr>
          <p:nvPr>
            <p:custDataLst>
              <p:tags r:id="rId16"/>
            </p:custDataLst>
          </p:nvPr>
        </p:nvPicPr>
        <p:blipFill>
          <a:blip r:embed="rId17"/>
          <a:stretch>
            <a:fillRect/>
          </a:stretch>
        </p:blipFill>
        <p:spPr>
          <a:xfrm>
            <a:off x="10642600" y="63500"/>
            <a:ext cx="1422400" cy="508000"/>
          </a:xfrm>
          <a:prstGeom prst="rect">
            <a:avLst/>
          </a:prstGeom>
        </p:spPr>
      </p:pic>
    </p:spTree>
    <p:custDataLst>
      <p:tags r:id="rId18"/>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矩形 1"/>
          <p:cNvSpPr>
            <a:spLocks noChangeArrowheads="1"/>
          </p:cNvSpPr>
          <p:nvPr/>
        </p:nvSpPr>
        <p:spPr bwMode="auto">
          <a:xfrm>
            <a:off x="3274277" y="2685037"/>
            <a:ext cx="6516724"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4000" b="1" dirty="0">
                <a:solidFill>
                  <a:schemeClr val="tx1">
                    <a:lumMod val="85000"/>
                    <a:lumOff val="15000"/>
                  </a:schemeClr>
                </a:solidFill>
                <a:ea typeface="微软雅黑" panose="020B0503020204020204" pitchFamily="34" charset="-122"/>
                <a:sym typeface="Times New Roman" panose="02020603050405020304" pitchFamily="18" charset="0"/>
              </a:rPr>
              <a:t>研究随机现象从哪里下手？</a:t>
            </a:r>
            <a:endParaRPr lang="en-US" altLang="zh-CN" sz="4000" b="1" dirty="0">
              <a:solidFill>
                <a:schemeClr val="tx1">
                  <a:lumMod val="85000"/>
                  <a:lumOff val="15000"/>
                </a:schemeClr>
              </a:solidFill>
              <a:ea typeface="微软雅黑" panose="020B0503020204020204" pitchFamily="34" charset="-122"/>
              <a:sym typeface="Times New Roman" panose="02020603050405020304" pitchFamily="18" charset="0"/>
            </a:endParaRPr>
          </a:p>
        </p:txBody>
      </p:sp>
      <p:cxnSp>
        <p:nvCxnSpPr>
          <p:cNvPr id="10"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851761" y="364781"/>
            <a:ext cx="263341" cy="395013"/>
            <a:chOff x="5284519" y="1508166"/>
            <a:chExt cx="213756" cy="427512"/>
          </a:xfrm>
        </p:grpSpPr>
        <p:cxnSp>
          <p:nvCxnSpPr>
            <p:cNvPr id="13" name="直接连接符 12"/>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4" name="直接连接符 13"/>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768408" y="4028953"/>
            <a:ext cx="1335056" cy="2025572"/>
          </a:xfrm>
          <a:prstGeom prst="rect">
            <a:avLst/>
          </a:prstGeom>
        </p:spPr>
      </p:pic>
      <p:sp>
        <p:nvSpPr>
          <p:cNvPr id="2" name="矩形 1"/>
          <p:cNvSpPr/>
          <p:nvPr/>
        </p:nvSpPr>
        <p:spPr>
          <a:xfrm>
            <a:off x="1349720" y="321964"/>
            <a:ext cx="929640" cy="542925"/>
          </a:xfrm>
          <a:prstGeom prst="rect">
            <a:avLst/>
          </a:prstGeom>
        </p:spPr>
        <p:txBody>
          <a:bodyPr wrap="none">
            <a:spAutoFit/>
          </a:bodyPr>
          <a:lstStyle/>
          <a:p>
            <a:pPr defTabSz="914400">
              <a:spcBef>
                <a:spcPct val="0"/>
              </a:spcBef>
              <a:spcAft>
                <a:spcPts val="0"/>
              </a:spcAft>
              <a:buNone/>
            </a:pPr>
            <a:r>
              <a:rPr lang="zh-CN" altLang="en-US" sz="2935" b="1" dirty="0">
                <a:solidFill>
                  <a:srgbClr val="C00000"/>
                </a:solidFill>
                <a:latin typeface="Arial" panose="020B0604020202020204" pitchFamily="34" charset="0"/>
                <a:ea typeface="微软雅黑" panose="020B0503020204020204" pitchFamily="34" charset="-122"/>
                <a:cs typeface="Arial" panose="020B0604020202020204" pitchFamily="34" charset="0"/>
                <a:sym typeface="Impact" panose="020B0806030902050204" pitchFamily="34" charset="0"/>
              </a:rPr>
              <a:t>小结</a:t>
            </a:r>
            <a:endParaRPr lang="zh-CN" altLang="en-US" sz="2935" b="1" dirty="0">
              <a:solidFill>
                <a:srgbClr val="C00000"/>
              </a:solidFill>
              <a:latin typeface="Arial" panose="020B0604020202020204" pitchFamily="34" charset="0"/>
              <a:ea typeface="微软雅黑" panose="020B0503020204020204" pitchFamily="34" charset="-122"/>
              <a:cs typeface="Arial" panose="020B0604020202020204" pitchFamily="34" charset="0"/>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22" presetClass="entr" presetSubtype="8"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accel="50000" fill="hold" nodeType="clickEffect" p14:presetBounceEnd="50000">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14:bounceEnd="50000">
                                          <p:cBhvr additive="base">
                                            <p:cTn id="15" dur="500" fill="hold"/>
                                            <p:tgtEl>
                                              <p:spTgt spid="15"/>
                                            </p:tgtEl>
                                            <p:attrNameLst>
                                              <p:attrName>ppt_x</p:attrName>
                                            </p:attrNameLst>
                                          </p:cBhvr>
                                          <p:tavLst>
                                            <p:tav tm="0">
                                              <p:val>
                                                <p:strVal val="#ppt_x"/>
                                              </p:val>
                                            </p:tav>
                                            <p:tav tm="100000">
                                              <p:val>
                                                <p:strVal val="#ppt_x"/>
                                              </p:val>
                                            </p:tav>
                                          </p:tavLst>
                                        </p:anim>
                                        <p:anim calcmode="lin" valueType="num" p14:bounceEnd="50000">
                                          <p:cBhvr additive="base">
                                            <p:cTn id="1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9218"/>
                                            </p:tgtEl>
                                            <p:attrNameLst>
                                              <p:attrName>style.visibility</p:attrName>
                                            </p:attrNameLst>
                                          </p:cBhvr>
                                          <p:to>
                                            <p:strVal val="visible"/>
                                          </p:to>
                                        </p:set>
                                        <p:anim calcmode="lin" valueType="num">
                                          <p:cBhvr>
                                            <p:cTn id="21" dur="500" fill="hold"/>
                                            <p:tgtEl>
                                              <p:spTgt spid="9218"/>
                                            </p:tgtEl>
                                            <p:attrNameLst>
                                              <p:attrName>ppt_w</p:attrName>
                                            </p:attrNameLst>
                                          </p:cBhvr>
                                          <p:tavLst>
                                            <p:tav tm="0">
                                              <p:val>
                                                <p:fltVal val="0"/>
                                              </p:val>
                                            </p:tav>
                                            <p:tav tm="100000">
                                              <p:val>
                                                <p:strVal val="#ppt_w"/>
                                              </p:val>
                                            </p:tav>
                                          </p:tavLst>
                                        </p:anim>
                                        <p:anim calcmode="lin" valueType="num">
                                          <p:cBhvr>
                                            <p:cTn id="22" dur="500" fill="hold"/>
                                            <p:tgtEl>
                                              <p:spTgt spid="9218"/>
                                            </p:tgtEl>
                                            <p:attrNameLst>
                                              <p:attrName>ppt_h</p:attrName>
                                            </p:attrNameLst>
                                          </p:cBhvr>
                                          <p:tavLst>
                                            <p:tav tm="0">
                                              <p:val>
                                                <p:fltVal val="0"/>
                                              </p:val>
                                            </p:tav>
                                            <p:tav tm="100000">
                                              <p:val>
                                                <p:strVal val="#ppt_h"/>
                                              </p:val>
                                            </p:tav>
                                          </p:tavLst>
                                        </p:anim>
                                        <p:animEffect transition="in" filter="fade">
                                          <p:cBhvr>
                                            <p:cTn id="23" dur="500"/>
                                            <p:tgtEl>
                                              <p:spTgt spid="9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p:bldLst>
      </p:timing>
    </mc:Choice>
    <mc:Fallback>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22" presetClass="entr" presetSubtype="8"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accel="5000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9218"/>
                                            </p:tgtEl>
                                            <p:attrNameLst>
                                              <p:attrName>style.visibility</p:attrName>
                                            </p:attrNameLst>
                                          </p:cBhvr>
                                          <p:to>
                                            <p:strVal val="visible"/>
                                          </p:to>
                                        </p:set>
                                        <p:anim calcmode="lin" valueType="num">
                                          <p:cBhvr>
                                            <p:cTn id="21" dur="500" fill="hold"/>
                                            <p:tgtEl>
                                              <p:spTgt spid="9218"/>
                                            </p:tgtEl>
                                            <p:attrNameLst>
                                              <p:attrName>ppt_w</p:attrName>
                                            </p:attrNameLst>
                                          </p:cBhvr>
                                          <p:tavLst>
                                            <p:tav tm="0">
                                              <p:val>
                                                <p:fltVal val="0"/>
                                              </p:val>
                                            </p:tav>
                                            <p:tav tm="100000">
                                              <p:val>
                                                <p:strVal val="#ppt_w"/>
                                              </p:val>
                                            </p:tav>
                                          </p:tavLst>
                                        </p:anim>
                                        <p:anim calcmode="lin" valueType="num">
                                          <p:cBhvr>
                                            <p:cTn id="22" dur="500" fill="hold"/>
                                            <p:tgtEl>
                                              <p:spTgt spid="9218"/>
                                            </p:tgtEl>
                                            <p:attrNameLst>
                                              <p:attrName>ppt_h</p:attrName>
                                            </p:attrNameLst>
                                          </p:cBhvr>
                                          <p:tavLst>
                                            <p:tav tm="0">
                                              <p:val>
                                                <p:fltVal val="0"/>
                                              </p:val>
                                            </p:tav>
                                            <p:tav tm="100000">
                                              <p:val>
                                                <p:strVal val="#ppt_h"/>
                                              </p:val>
                                            </p:tav>
                                          </p:tavLst>
                                        </p:anim>
                                        <p:animEffect transition="in" filter="fade">
                                          <p:cBhvr>
                                            <p:cTn id="23" dur="500"/>
                                            <p:tgtEl>
                                              <p:spTgt spid="9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p:bldLst>
      </p:timing>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矩形 188"/>
          <p:cNvSpPr/>
          <p:nvPr/>
        </p:nvSpPr>
        <p:spPr bwMode="auto">
          <a:xfrm>
            <a:off x="7602628" y="1529674"/>
            <a:ext cx="4589374" cy="3801676"/>
          </a:xfrm>
          <a:prstGeom prst="rect">
            <a:avLst/>
          </a:prstGeom>
          <a:solidFill>
            <a:srgbClr val="FEFEFE"/>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矩形 19"/>
          <p:cNvSpPr/>
          <p:nvPr/>
        </p:nvSpPr>
        <p:spPr>
          <a:xfrm>
            <a:off x="1" y="1529673"/>
            <a:ext cx="7608168" cy="3801677"/>
          </a:xfrm>
          <a:prstGeom prst="rect">
            <a:avLst/>
          </a:prstGeom>
          <a:gradFill flip="none" rotWithShape="1">
            <a:gsLst>
              <a:gs pos="29000">
                <a:srgbClr val="B91319"/>
              </a:gs>
              <a:gs pos="0">
                <a:srgbClr val="DC1218"/>
              </a:gs>
              <a:gs pos="79000">
                <a:srgbClr val="9E0E18"/>
              </a:gs>
              <a:gs pos="58000">
                <a:srgbClr val="A61319"/>
              </a:gs>
              <a:gs pos="100000">
                <a:srgbClr val="901518"/>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765" rtl="0" eaLnBrk="0" fontAlgn="base" latinLnBrk="0" hangingPunct="0">
              <a:lnSpc>
                <a:spcPct val="100000"/>
              </a:lnSpc>
              <a:spcBef>
                <a:spcPct val="0"/>
              </a:spcBef>
              <a:spcAft>
                <a:spcPct val="0"/>
              </a:spcAft>
              <a:buClrTx/>
              <a:buSzTx/>
              <a:buFontTx/>
              <a:buNone/>
              <a:defRPr/>
            </a:pPr>
            <a:endParaRPr kumimoji="1" lang="zh-CN" altLang="en-US" sz="1865" b="1"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97" name="组合 7"/>
          <p:cNvGrpSpPr/>
          <p:nvPr/>
        </p:nvGrpSpPr>
        <p:grpSpPr bwMode="auto">
          <a:xfrm>
            <a:off x="2855640" y="3098546"/>
            <a:ext cx="4559681" cy="2335482"/>
            <a:chOff x="0" y="-1"/>
            <a:chExt cx="7767664" cy="3827470"/>
          </a:xfrm>
          <a:solidFill>
            <a:schemeClr val="bg1">
              <a:lumMod val="95000"/>
              <a:alpha val="12000"/>
            </a:schemeClr>
          </a:solidFill>
        </p:grpSpPr>
        <p:sp>
          <p:nvSpPr>
            <p:cNvPr id="198" name="Freeform 4"/>
            <p:cNvSpPr>
              <a:spLocks noChangeArrowheads="1"/>
            </p:cNvSpPr>
            <p:nvPr/>
          </p:nvSpPr>
          <p:spPr bwMode="auto">
            <a:xfrm>
              <a:off x="3898913" y="2844804"/>
              <a:ext cx="276226" cy="273050"/>
            </a:xfrm>
            <a:custGeom>
              <a:avLst/>
              <a:gdLst>
                <a:gd name="T0" fmla="*/ 53 w 144"/>
                <a:gd name="T1" fmla="*/ 137 h 143"/>
                <a:gd name="T2" fmla="*/ 60 w 144"/>
                <a:gd name="T3" fmla="*/ 133 h 143"/>
                <a:gd name="T4" fmla="*/ 66 w 144"/>
                <a:gd name="T5" fmla="*/ 141 h 143"/>
                <a:gd name="T6" fmla="*/ 80 w 144"/>
                <a:gd name="T7" fmla="*/ 141 h 143"/>
                <a:gd name="T8" fmla="*/ 87 w 144"/>
                <a:gd name="T9" fmla="*/ 134 h 143"/>
                <a:gd name="T10" fmla="*/ 87 w 144"/>
                <a:gd name="T11" fmla="*/ 59 h 143"/>
                <a:gd name="T12" fmla="*/ 99 w 144"/>
                <a:gd name="T13" fmla="*/ 55 h 143"/>
                <a:gd name="T14" fmla="*/ 99 w 144"/>
                <a:gd name="T15" fmla="*/ 16 h 143"/>
                <a:gd name="T16" fmla="*/ 109 w 144"/>
                <a:gd name="T17" fmla="*/ 15 h 143"/>
                <a:gd name="T18" fmla="*/ 122 w 144"/>
                <a:gd name="T19" fmla="*/ 11 h 143"/>
                <a:gd name="T20" fmla="*/ 128 w 144"/>
                <a:gd name="T21" fmla="*/ 16 h 143"/>
                <a:gd name="T22" fmla="*/ 136 w 144"/>
                <a:gd name="T23" fmla="*/ 11 h 143"/>
                <a:gd name="T24" fmla="*/ 144 w 144"/>
                <a:gd name="T25" fmla="*/ 9 h 143"/>
                <a:gd name="T26" fmla="*/ 143 w 144"/>
                <a:gd name="T27" fmla="*/ 6 h 143"/>
                <a:gd name="T28" fmla="*/ 119 w 144"/>
                <a:gd name="T29" fmla="*/ 8 h 143"/>
                <a:gd name="T30" fmla="*/ 102 w 144"/>
                <a:gd name="T31" fmla="*/ 9 h 143"/>
                <a:gd name="T32" fmla="*/ 77 w 144"/>
                <a:gd name="T33" fmla="*/ 9 h 143"/>
                <a:gd name="T34" fmla="*/ 73 w 144"/>
                <a:gd name="T35" fmla="*/ 5 h 143"/>
                <a:gd name="T36" fmla="*/ 34 w 144"/>
                <a:gd name="T37" fmla="*/ 5 h 143"/>
                <a:gd name="T38" fmla="*/ 24 w 144"/>
                <a:gd name="T39" fmla="*/ 3 h 143"/>
                <a:gd name="T40" fmla="*/ 13 w 144"/>
                <a:gd name="T41" fmla="*/ 2 h 143"/>
                <a:gd name="T42" fmla="*/ 8 w 144"/>
                <a:gd name="T43" fmla="*/ 0 h 143"/>
                <a:gd name="T44" fmla="*/ 4 w 144"/>
                <a:gd name="T45" fmla="*/ 3 h 143"/>
                <a:gd name="T46" fmla="*/ 1 w 144"/>
                <a:gd name="T47" fmla="*/ 3 h 143"/>
                <a:gd name="T48" fmla="*/ 7 w 144"/>
                <a:gd name="T49" fmla="*/ 18 h 143"/>
                <a:gd name="T50" fmla="*/ 18 w 144"/>
                <a:gd name="T51" fmla="*/ 41 h 143"/>
                <a:gd name="T52" fmla="*/ 29 w 144"/>
                <a:gd name="T53" fmla="*/ 65 h 143"/>
                <a:gd name="T54" fmla="*/ 30 w 144"/>
                <a:gd name="T55" fmla="*/ 84 h 143"/>
                <a:gd name="T56" fmla="*/ 34 w 144"/>
                <a:gd name="T57" fmla="*/ 101 h 143"/>
                <a:gd name="T58" fmla="*/ 42 w 144"/>
                <a:gd name="T59" fmla="*/ 129 h 143"/>
                <a:gd name="T60" fmla="*/ 49 w 144"/>
                <a:gd name="T61" fmla="*/ 138 h 143"/>
                <a:gd name="T62" fmla="*/ 53 w 144"/>
                <a:gd name="T63" fmla="*/ 137 h 14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44"/>
                <a:gd name="T97" fmla="*/ 0 h 143"/>
                <a:gd name="T98" fmla="*/ 144 w 144"/>
                <a:gd name="T99" fmla="*/ 143 h 14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44" h="143">
                  <a:moveTo>
                    <a:pt x="53" y="137"/>
                  </a:moveTo>
                  <a:cubicBezTo>
                    <a:pt x="53" y="134"/>
                    <a:pt x="57" y="130"/>
                    <a:pt x="60" y="133"/>
                  </a:cubicBezTo>
                  <a:cubicBezTo>
                    <a:pt x="62" y="137"/>
                    <a:pt x="61" y="141"/>
                    <a:pt x="66" y="141"/>
                  </a:cubicBezTo>
                  <a:cubicBezTo>
                    <a:pt x="70" y="141"/>
                    <a:pt x="79" y="143"/>
                    <a:pt x="80" y="141"/>
                  </a:cubicBezTo>
                  <a:cubicBezTo>
                    <a:pt x="81" y="139"/>
                    <a:pt x="87" y="137"/>
                    <a:pt x="87" y="134"/>
                  </a:cubicBezTo>
                  <a:cubicBezTo>
                    <a:pt x="87" y="130"/>
                    <a:pt x="87" y="62"/>
                    <a:pt x="87" y="59"/>
                  </a:cubicBezTo>
                  <a:cubicBezTo>
                    <a:pt x="87" y="57"/>
                    <a:pt x="99" y="59"/>
                    <a:pt x="99" y="55"/>
                  </a:cubicBezTo>
                  <a:cubicBezTo>
                    <a:pt x="99" y="51"/>
                    <a:pt x="99" y="16"/>
                    <a:pt x="99" y="16"/>
                  </a:cubicBezTo>
                  <a:cubicBezTo>
                    <a:pt x="99" y="16"/>
                    <a:pt x="107" y="16"/>
                    <a:pt x="109" y="15"/>
                  </a:cubicBezTo>
                  <a:cubicBezTo>
                    <a:pt x="112" y="14"/>
                    <a:pt x="120" y="10"/>
                    <a:pt x="122" y="11"/>
                  </a:cubicBezTo>
                  <a:cubicBezTo>
                    <a:pt x="124" y="13"/>
                    <a:pt x="127" y="17"/>
                    <a:pt x="128" y="16"/>
                  </a:cubicBezTo>
                  <a:cubicBezTo>
                    <a:pt x="129" y="14"/>
                    <a:pt x="133" y="11"/>
                    <a:pt x="136" y="11"/>
                  </a:cubicBezTo>
                  <a:cubicBezTo>
                    <a:pt x="138" y="11"/>
                    <a:pt x="141" y="10"/>
                    <a:pt x="144" y="9"/>
                  </a:cubicBezTo>
                  <a:cubicBezTo>
                    <a:pt x="143" y="8"/>
                    <a:pt x="143" y="7"/>
                    <a:pt x="143" y="6"/>
                  </a:cubicBezTo>
                  <a:cubicBezTo>
                    <a:pt x="143" y="4"/>
                    <a:pt x="122" y="7"/>
                    <a:pt x="119" y="8"/>
                  </a:cubicBezTo>
                  <a:cubicBezTo>
                    <a:pt x="116" y="9"/>
                    <a:pt x="105" y="11"/>
                    <a:pt x="102" y="9"/>
                  </a:cubicBezTo>
                  <a:cubicBezTo>
                    <a:pt x="98" y="8"/>
                    <a:pt x="77" y="9"/>
                    <a:pt x="77" y="9"/>
                  </a:cubicBezTo>
                  <a:cubicBezTo>
                    <a:pt x="73" y="5"/>
                    <a:pt x="73" y="5"/>
                    <a:pt x="73" y="5"/>
                  </a:cubicBezTo>
                  <a:cubicBezTo>
                    <a:pt x="73" y="5"/>
                    <a:pt x="38" y="5"/>
                    <a:pt x="34" y="5"/>
                  </a:cubicBezTo>
                  <a:cubicBezTo>
                    <a:pt x="30" y="5"/>
                    <a:pt x="27" y="5"/>
                    <a:pt x="24" y="3"/>
                  </a:cubicBezTo>
                  <a:cubicBezTo>
                    <a:pt x="20" y="0"/>
                    <a:pt x="17" y="0"/>
                    <a:pt x="13" y="2"/>
                  </a:cubicBezTo>
                  <a:cubicBezTo>
                    <a:pt x="9" y="4"/>
                    <a:pt x="11" y="0"/>
                    <a:pt x="8" y="0"/>
                  </a:cubicBezTo>
                  <a:cubicBezTo>
                    <a:pt x="5" y="0"/>
                    <a:pt x="4" y="3"/>
                    <a:pt x="4" y="3"/>
                  </a:cubicBezTo>
                  <a:cubicBezTo>
                    <a:pt x="1" y="3"/>
                    <a:pt x="1" y="3"/>
                    <a:pt x="1" y="3"/>
                  </a:cubicBezTo>
                  <a:cubicBezTo>
                    <a:pt x="0" y="7"/>
                    <a:pt x="3" y="13"/>
                    <a:pt x="7" y="18"/>
                  </a:cubicBezTo>
                  <a:cubicBezTo>
                    <a:pt x="11" y="23"/>
                    <a:pt x="15" y="33"/>
                    <a:pt x="18" y="41"/>
                  </a:cubicBezTo>
                  <a:cubicBezTo>
                    <a:pt x="20" y="49"/>
                    <a:pt x="28" y="59"/>
                    <a:pt x="29" y="65"/>
                  </a:cubicBezTo>
                  <a:cubicBezTo>
                    <a:pt x="31" y="71"/>
                    <a:pt x="28" y="80"/>
                    <a:pt x="30" y="84"/>
                  </a:cubicBezTo>
                  <a:cubicBezTo>
                    <a:pt x="32" y="88"/>
                    <a:pt x="33" y="95"/>
                    <a:pt x="34" y="101"/>
                  </a:cubicBezTo>
                  <a:cubicBezTo>
                    <a:pt x="35" y="108"/>
                    <a:pt x="35" y="123"/>
                    <a:pt x="42" y="129"/>
                  </a:cubicBezTo>
                  <a:cubicBezTo>
                    <a:pt x="44" y="131"/>
                    <a:pt x="46" y="134"/>
                    <a:pt x="49" y="138"/>
                  </a:cubicBezTo>
                  <a:cubicBezTo>
                    <a:pt x="51" y="138"/>
                    <a:pt x="53" y="138"/>
                    <a:pt x="53" y="137"/>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9" name="Freeform 5"/>
            <p:cNvSpPr>
              <a:spLocks noChangeArrowheads="1"/>
            </p:cNvSpPr>
            <p:nvPr/>
          </p:nvSpPr>
          <p:spPr bwMode="auto">
            <a:xfrm>
              <a:off x="4175139" y="2813054"/>
              <a:ext cx="171451" cy="149225"/>
            </a:xfrm>
            <a:custGeom>
              <a:avLst/>
              <a:gdLst>
                <a:gd name="T0" fmla="*/ 59 w 90"/>
                <a:gd name="T1" fmla="*/ 4 h 78"/>
                <a:gd name="T2" fmla="*/ 58 w 90"/>
                <a:gd name="T3" fmla="*/ 0 h 78"/>
                <a:gd name="T4" fmla="*/ 48 w 90"/>
                <a:gd name="T5" fmla="*/ 0 h 78"/>
                <a:gd name="T6" fmla="*/ 42 w 90"/>
                <a:gd name="T7" fmla="*/ 6 h 78"/>
                <a:gd name="T8" fmla="*/ 31 w 90"/>
                <a:gd name="T9" fmla="*/ 14 h 78"/>
                <a:gd name="T10" fmla="*/ 20 w 90"/>
                <a:gd name="T11" fmla="*/ 27 h 78"/>
                <a:gd name="T12" fmla="*/ 5 w 90"/>
                <a:gd name="T13" fmla="*/ 24 h 78"/>
                <a:gd name="T14" fmla="*/ 0 w 90"/>
                <a:gd name="T15" fmla="*/ 25 h 78"/>
                <a:gd name="T16" fmla="*/ 6 w 90"/>
                <a:gd name="T17" fmla="*/ 31 h 78"/>
                <a:gd name="T18" fmla="*/ 12 w 90"/>
                <a:gd name="T19" fmla="*/ 45 h 78"/>
                <a:gd name="T20" fmla="*/ 23 w 90"/>
                <a:gd name="T21" fmla="*/ 53 h 78"/>
                <a:gd name="T22" fmla="*/ 28 w 90"/>
                <a:gd name="T23" fmla="*/ 61 h 78"/>
                <a:gd name="T24" fmla="*/ 36 w 90"/>
                <a:gd name="T25" fmla="*/ 69 h 78"/>
                <a:gd name="T26" fmla="*/ 44 w 90"/>
                <a:gd name="T27" fmla="*/ 74 h 78"/>
                <a:gd name="T28" fmla="*/ 55 w 90"/>
                <a:gd name="T29" fmla="*/ 76 h 78"/>
                <a:gd name="T30" fmla="*/ 67 w 90"/>
                <a:gd name="T31" fmla="*/ 78 h 78"/>
                <a:gd name="T32" fmla="*/ 79 w 90"/>
                <a:gd name="T33" fmla="*/ 67 h 78"/>
                <a:gd name="T34" fmla="*/ 82 w 90"/>
                <a:gd name="T35" fmla="*/ 56 h 78"/>
                <a:gd name="T36" fmla="*/ 88 w 90"/>
                <a:gd name="T37" fmla="*/ 48 h 78"/>
                <a:gd name="T38" fmla="*/ 84 w 90"/>
                <a:gd name="T39" fmla="*/ 39 h 78"/>
                <a:gd name="T40" fmla="*/ 87 w 90"/>
                <a:gd name="T41" fmla="*/ 29 h 78"/>
                <a:gd name="T42" fmla="*/ 87 w 90"/>
                <a:gd name="T43" fmla="*/ 12 h 78"/>
                <a:gd name="T44" fmla="*/ 74 w 90"/>
                <a:gd name="T45" fmla="*/ 7 h 78"/>
                <a:gd name="T46" fmla="*/ 59 w 90"/>
                <a:gd name="T47" fmla="*/ 4 h 7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0"/>
                <a:gd name="T73" fmla="*/ 0 h 78"/>
                <a:gd name="T74" fmla="*/ 90 w 90"/>
                <a:gd name="T75" fmla="*/ 78 h 7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0" h="78">
                  <a:moveTo>
                    <a:pt x="59" y="4"/>
                  </a:moveTo>
                  <a:cubicBezTo>
                    <a:pt x="58" y="0"/>
                    <a:pt x="58" y="0"/>
                    <a:pt x="58" y="0"/>
                  </a:cubicBezTo>
                  <a:cubicBezTo>
                    <a:pt x="48" y="0"/>
                    <a:pt x="48" y="0"/>
                    <a:pt x="48" y="0"/>
                  </a:cubicBezTo>
                  <a:cubicBezTo>
                    <a:pt x="42" y="2"/>
                    <a:pt x="42" y="4"/>
                    <a:pt x="42" y="6"/>
                  </a:cubicBezTo>
                  <a:cubicBezTo>
                    <a:pt x="42" y="8"/>
                    <a:pt x="36" y="13"/>
                    <a:pt x="31" y="14"/>
                  </a:cubicBezTo>
                  <a:cubicBezTo>
                    <a:pt x="27" y="15"/>
                    <a:pt x="22" y="25"/>
                    <a:pt x="20" y="27"/>
                  </a:cubicBezTo>
                  <a:cubicBezTo>
                    <a:pt x="17" y="28"/>
                    <a:pt x="8" y="25"/>
                    <a:pt x="5" y="24"/>
                  </a:cubicBezTo>
                  <a:cubicBezTo>
                    <a:pt x="4" y="24"/>
                    <a:pt x="2" y="25"/>
                    <a:pt x="0" y="25"/>
                  </a:cubicBezTo>
                  <a:cubicBezTo>
                    <a:pt x="1" y="28"/>
                    <a:pt x="5" y="31"/>
                    <a:pt x="6" y="31"/>
                  </a:cubicBezTo>
                  <a:cubicBezTo>
                    <a:pt x="8" y="31"/>
                    <a:pt x="8" y="43"/>
                    <a:pt x="12" y="45"/>
                  </a:cubicBezTo>
                  <a:cubicBezTo>
                    <a:pt x="16" y="47"/>
                    <a:pt x="23" y="51"/>
                    <a:pt x="23" y="53"/>
                  </a:cubicBezTo>
                  <a:cubicBezTo>
                    <a:pt x="23" y="55"/>
                    <a:pt x="28" y="58"/>
                    <a:pt x="28" y="61"/>
                  </a:cubicBezTo>
                  <a:cubicBezTo>
                    <a:pt x="28" y="65"/>
                    <a:pt x="32" y="69"/>
                    <a:pt x="36" y="69"/>
                  </a:cubicBezTo>
                  <a:cubicBezTo>
                    <a:pt x="43" y="69"/>
                    <a:pt x="44" y="72"/>
                    <a:pt x="44" y="74"/>
                  </a:cubicBezTo>
                  <a:cubicBezTo>
                    <a:pt x="44" y="76"/>
                    <a:pt x="53" y="74"/>
                    <a:pt x="55" y="76"/>
                  </a:cubicBezTo>
                  <a:cubicBezTo>
                    <a:pt x="56" y="78"/>
                    <a:pt x="65" y="77"/>
                    <a:pt x="67" y="78"/>
                  </a:cubicBezTo>
                  <a:cubicBezTo>
                    <a:pt x="71" y="75"/>
                    <a:pt x="77" y="70"/>
                    <a:pt x="79" y="67"/>
                  </a:cubicBezTo>
                  <a:cubicBezTo>
                    <a:pt x="82" y="63"/>
                    <a:pt x="79" y="58"/>
                    <a:pt x="82" y="56"/>
                  </a:cubicBezTo>
                  <a:cubicBezTo>
                    <a:pt x="84" y="55"/>
                    <a:pt x="90" y="48"/>
                    <a:pt x="88" y="48"/>
                  </a:cubicBezTo>
                  <a:cubicBezTo>
                    <a:pt x="86" y="47"/>
                    <a:pt x="87" y="42"/>
                    <a:pt x="84" y="39"/>
                  </a:cubicBezTo>
                  <a:cubicBezTo>
                    <a:pt x="81" y="36"/>
                    <a:pt x="88" y="35"/>
                    <a:pt x="87" y="29"/>
                  </a:cubicBezTo>
                  <a:cubicBezTo>
                    <a:pt x="87" y="24"/>
                    <a:pt x="88" y="13"/>
                    <a:pt x="87" y="12"/>
                  </a:cubicBezTo>
                  <a:cubicBezTo>
                    <a:pt x="85" y="11"/>
                    <a:pt x="78" y="10"/>
                    <a:pt x="74" y="7"/>
                  </a:cubicBezTo>
                  <a:cubicBezTo>
                    <a:pt x="69" y="4"/>
                    <a:pt x="59" y="4"/>
                    <a:pt x="59" y="4"/>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0" name="Freeform 6"/>
            <p:cNvSpPr>
              <a:spLocks noChangeArrowheads="1"/>
            </p:cNvSpPr>
            <p:nvPr/>
          </p:nvSpPr>
          <p:spPr bwMode="auto">
            <a:xfrm>
              <a:off x="4065601" y="2862265"/>
              <a:ext cx="193676" cy="207963"/>
            </a:xfrm>
            <a:custGeom>
              <a:avLst/>
              <a:gdLst>
                <a:gd name="T0" fmla="*/ 93 w 101"/>
                <a:gd name="T1" fmla="*/ 44 h 109"/>
                <a:gd name="T2" fmla="*/ 85 w 101"/>
                <a:gd name="T3" fmla="*/ 36 h 109"/>
                <a:gd name="T4" fmla="*/ 80 w 101"/>
                <a:gd name="T5" fmla="*/ 28 h 109"/>
                <a:gd name="T6" fmla="*/ 69 w 101"/>
                <a:gd name="T7" fmla="*/ 20 h 109"/>
                <a:gd name="T8" fmla="*/ 63 w 101"/>
                <a:gd name="T9" fmla="*/ 6 h 109"/>
                <a:gd name="T10" fmla="*/ 57 w 101"/>
                <a:gd name="T11" fmla="*/ 0 h 109"/>
                <a:gd name="T12" fmla="*/ 49 w 101"/>
                <a:gd name="T13" fmla="*/ 2 h 109"/>
                <a:gd name="T14" fmla="*/ 41 w 101"/>
                <a:gd name="T15" fmla="*/ 7 h 109"/>
                <a:gd name="T16" fmla="*/ 35 w 101"/>
                <a:gd name="T17" fmla="*/ 2 h 109"/>
                <a:gd name="T18" fmla="*/ 22 w 101"/>
                <a:gd name="T19" fmla="*/ 6 h 109"/>
                <a:gd name="T20" fmla="*/ 12 w 101"/>
                <a:gd name="T21" fmla="*/ 7 h 109"/>
                <a:gd name="T22" fmla="*/ 12 w 101"/>
                <a:gd name="T23" fmla="*/ 46 h 109"/>
                <a:gd name="T24" fmla="*/ 0 w 101"/>
                <a:gd name="T25" fmla="*/ 50 h 109"/>
                <a:gd name="T26" fmla="*/ 0 w 101"/>
                <a:gd name="T27" fmla="*/ 83 h 109"/>
                <a:gd name="T28" fmla="*/ 6 w 101"/>
                <a:gd name="T29" fmla="*/ 87 h 109"/>
                <a:gd name="T30" fmla="*/ 9 w 101"/>
                <a:gd name="T31" fmla="*/ 100 h 109"/>
                <a:gd name="T32" fmla="*/ 7 w 101"/>
                <a:gd name="T33" fmla="*/ 102 h 109"/>
                <a:gd name="T34" fmla="*/ 9 w 101"/>
                <a:gd name="T35" fmla="*/ 107 h 109"/>
                <a:gd name="T36" fmla="*/ 20 w 101"/>
                <a:gd name="T37" fmla="*/ 107 h 109"/>
                <a:gd name="T38" fmla="*/ 31 w 101"/>
                <a:gd name="T39" fmla="*/ 95 h 109"/>
                <a:gd name="T40" fmla="*/ 38 w 101"/>
                <a:gd name="T41" fmla="*/ 89 h 109"/>
                <a:gd name="T42" fmla="*/ 52 w 101"/>
                <a:gd name="T43" fmla="*/ 93 h 109"/>
                <a:gd name="T44" fmla="*/ 62 w 101"/>
                <a:gd name="T45" fmla="*/ 88 h 109"/>
                <a:gd name="T46" fmla="*/ 67 w 101"/>
                <a:gd name="T47" fmla="*/ 80 h 109"/>
                <a:gd name="T48" fmla="*/ 76 w 101"/>
                <a:gd name="T49" fmla="*/ 73 h 109"/>
                <a:gd name="T50" fmla="*/ 81 w 101"/>
                <a:gd name="T51" fmla="*/ 65 h 109"/>
                <a:gd name="T52" fmla="*/ 90 w 101"/>
                <a:gd name="T53" fmla="*/ 59 h 109"/>
                <a:gd name="T54" fmla="*/ 97 w 101"/>
                <a:gd name="T55" fmla="*/ 55 h 109"/>
                <a:gd name="T56" fmla="*/ 101 w 101"/>
                <a:gd name="T57" fmla="*/ 49 h 109"/>
                <a:gd name="T58" fmla="*/ 101 w 101"/>
                <a:gd name="T59" fmla="*/ 49 h 109"/>
                <a:gd name="T60" fmla="*/ 93 w 101"/>
                <a:gd name="T61" fmla="*/ 44 h 1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01"/>
                <a:gd name="T94" fmla="*/ 0 h 109"/>
                <a:gd name="T95" fmla="*/ 101 w 101"/>
                <a:gd name="T96" fmla="*/ 109 h 1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01" h="109">
                  <a:moveTo>
                    <a:pt x="93" y="44"/>
                  </a:moveTo>
                  <a:cubicBezTo>
                    <a:pt x="89" y="44"/>
                    <a:pt x="85" y="40"/>
                    <a:pt x="85" y="36"/>
                  </a:cubicBezTo>
                  <a:cubicBezTo>
                    <a:pt x="85" y="33"/>
                    <a:pt x="80" y="30"/>
                    <a:pt x="80" y="28"/>
                  </a:cubicBezTo>
                  <a:cubicBezTo>
                    <a:pt x="80" y="26"/>
                    <a:pt x="73" y="22"/>
                    <a:pt x="69" y="20"/>
                  </a:cubicBezTo>
                  <a:cubicBezTo>
                    <a:pt x="65" y="18"/>
                    <a:pt x="65" y="6"/>
                    <a:pt x="63" y="6"/>
                  </a:cubicBezTo>
                  <a:cubicBezTo>
                    <a:pt x="62" y="6"/>
                    <a:pt x="58" y="3"/>
                    <a:pt x="57" y="0"/>
                  </a:cubicBezTo>
                  <a:cubicBezTo>
                    <a:pt x="54" y="1"/>
                    <a:pt x="51" y="2"/>
                    <a:pt x="49" y="2"/>
                  </a:cubicBezTo>
                  <a:cubicBezTo>
                    <a:pt x="46" y="2"/>
                    <a:pt x="42" y="5"/>
                    <a:pt x="41" y="7"/>
                  </a:cubicBezTo>
                  <a:cubicBezTo>
                    <a:pt x="40" y="8"/>
                    <a:pt x="37" y="4"/>
                    <a:pt x="35" y="2"/>
                  </a:cubicBezTo>
                  <a:cubicBezTo>
                    <a:pt x="33" y="1"/>
                    <a:pt x="25" y="5"/>
                    <a:pt x="22" y="6"/>
                  </a:cubicBezTo>
                  <a:cubicBezTo>
                    <a:pt x="20" y="7"/>
                    <a:pt x="12" y="7"/>
                    <a:pt x="12" y="7"/>
                  </a:cubicBezTo>
                  <a:cubicBezTo>
                    <a:pt x="12" y="7"/>
                    <a:pt x="12" y="42"/>
                    <a:pt x="12" y="46"/>
                  </a:cubicBezTo>
                  <a:cubicBezTo>
                    <a:pt x="12" y="50"/>
                    <a:pt x="0" y="48"/>
                    <a:pt x="0" y="50"/>
                  </a:cubicBezTo>
                  <a:cubicBezTo>
                    <a:pt x="0" y="51"/>
                    <a:pt x="0" y="67"/>
                    <a:pt x="0" y="83"/>
                  </a:cubicBezTo>
                  <a:cubicBezTo>
                    <a:pt x="3" y="84"/>
                    <a:pt x="5" y="85"/>
                    <a:pt x="6" y="87"/>
                  </a:cubicBezTo>
                  <a:cubicBezTo>
                    <a:pt x="7" y="90"/>
                    <a:pt x="10" y="98"/>
                    <a:pt x="9" y="100"/>
                  </a:cubicBezTo>
                  <a:cubicBezTo>
                    <a:pt x="9" y="102"/>
                    <a:pt x="7" y="100"/>
                    <a:pt x="7" y="102"/>
                  </a:cubicBezTo>
                  <a:cubicBezTo>
                    <a:pt x="7" y="104"/>
                    <a:pt x="6" y="107"/>
                    <a:pt x="9" y="107"/>
                  </a:cubicBezTo>
                  <a:cubicBezTo>
                    <a:pt x="12" y="107"/>
                    <a:pt x="18" y="109"/>
                    <a:pt x="20" y="107"/>
                  </a:cubicBezTo>
                  <a:cubicBezTo>
                    <a:pt x="23" y="104"/>
                    <a:pt x="30" y="98"/>
                    <a:pt x="31" y="95"/>
                  </a:cubicBezTo>
                  <a:cubicBezTo>
                    <a:pt x="31" y="92"/>
                    <a:pt x="33" y="85"/>
                    <a:pt x="38" y="89"/>
                  </a:cubicBezTo>
                  <a:cubicBezTo>
                    <a:pt x="44" y="93"/>
                    <a:pt x="44" y="93"/>
                    <a:pt x="52" y="93"/>
                  </a:cubicBezTo>
                  <a:cubicBezTo>
                    <a:pt x="59" y="93"/>
                    <a:pt x="61" y="93"/>
                    <a:pt x="62" y="88"/>
                  </a:cubicBezTo>
                  <a:cubicBezTo>
                    <a:pt x="64" y="84"/>
                    <a:pt x="62" y="80"/>
                    <a:pt x="67" y="80"/>
                  </a:cubicBezTo>
                  <a:cubicBezTo>
                    <a:pt x="71" y="80"/>
                    <a:pt x="76" y="76"/>
                    <a:pt x="76" y="73"/>
                  </a:cubicBezTo>
                  <a:cubicBezTo>
                    <a:pt x="76" y="70"/>
                    <a:pt x="78" y="65"/>
                    <a:pt x="81" y="65"/>
                  </a:cubicBezTo>
                  <a:cubicBezTo>
                    <a:pt x="84" y="65"/>
                    <a:pt x="89" y="62"/>
                    <a:pt x="90" y="59"/>
                  </a:cubicBezTo>
                  <a:cubicBezTo>
                    <a:pt x="91" y="55"/>
                    <a:pt x="95" y="57"/>
                    <a:pt x="97" y="55"/>
                  </a:cubicBezTo>
                  <a:cubicBezTo>
                    <a:pt x="98" y="54"/>
                    <a:pt x="99" y="51"/>
                    <a:pt x="101" y="49"/>
                  </a:cubicBezTo>
                  <a:cubicBezTo>
                    <a:pt x="101" y="49"/>
                    <a:pt x="101" y="49"/>
                    <a:pt x="101" y="49"/>
                  </a:cubicBezTo>
                  <a:cubicBezTo>
                    <a:pt x="101" y="47"/>
                    <a:pt x="100" y="44"/>
                    <a:pt x="93" y="44"/>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1" name="Freeform 7"/>
            <p:cNvSpPr>
              <a:spLocks noChangeArrowheads="1"/>
            </p:cNvSpPr>
            <p:nvPr/>
          </p:nvSpPr>
          <p:spPr bwMode="auto">
            <a:xfrm>
              <a:off x="4292615" y="3041654"/>
              <a:ext cx="30163" cy="36513"/>
            </a:xfrm>
            <a:custGeom>
              <a:avLst/>
              <a:gdLst>
                <a:gd name="T0" fmla="*/ 7 w 15"/>
                <a:gd name="T1" fmla="*/ 0 h 19"/>
                <a:gd name="T2" fmla="*/ 0 w 15"/>
                <a:gd name="T3" fmla="*/ 8 h 19"/>
                <a:gd name="T4" fmla="*/ 7 w 15"/>
                <a:gd name="T5" fmla="*/ 19 h 19"/>
                <a:gd name="T6" fmla="*/ 13 w 15"/>
                <a:gd name="T7" fmla="*/ 16 h 19"/>
                <a:gd name="T8" fmla="*/ 15 w 15"/>
                <a:gd name="T9" fmla="*/ 13 h 19"/>
                <a:gd name="T10" fmla="*/ 14 w 15"/>
                <a:gd name="T11" fmla="*/ 3 h 19"/>
                <a:gd name="T12" fmla="*/ 7 w 15"/>
                <a:gd name="T13" fmla="*/ 0 h 19"/>
                <a:gd name="T14" fmla="*/ 0 60000 65536"/>
                <a:gd name="T15" fmla="*/ 0 60000 65536"/>
                <a:gd name="T16" fmla="*/ 0 60000 65536"/>
                <a:gd name="T17" fmla="*/ 0 60000 65536"/>
                <a:gd name="T18" fmla="*/ 0 60000 65536"/>
                <a:gd name="T19" fmla="*/ 0 60000 65536"/>
                <a:gd name="T20" fmla="*/ 0 60000 65536"/>
                <a:gd name="T21" fmla="*/ 0 w 15"/>
                <a:gd name="T22" fmla="*/ 0 h 19"/>
                <a:gd name="T23" fmla="*/ 15 w 15"/>
                <a:gd name="T24" fmla="*/ 19 h 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19">
                  <a:moveTo>
                    <a:pt x="7" y="0"/>
                  </a:moveTo>
                  <a:cubicBezTo>
                    <a:pt x="5" y="0"/>
                    <a:pt x="0" y="7"/>
                    <a:pt x="0" y="8"/>
                  </a:cubicBezTo>
                  <a:cubicBezTo>
                    <a:pt x="0" y="10"/>
                    <a:pt x="3" y="18"/>
                    <a:pt x="7" y="19"/>
                  </a:cubicBezTo>
                  <a:cubicBezTo>
                    <a:pt x="10" y="19"/>
                    <a:pt x="13" y="19"/>
                    <a:pt x="13" y="16"/>
                  </a:cubicBezTo>
                  <a:cubicBezTo>
                    <a:pt x="13" y="15"/>
                    <a:pt x="14" y="14"/>
                    <a:pt x="15" y="13"/>
                  </a:cubicBezTo>
                  <a:cubicBezTo>
                    <a:pt x="15" y="11"/>
                    <a:pt x="14" y="6"/>
                    <a:pt x="14" y="3"/>
                  </a:cubicBezTo>
                  <a:cubicBezTo>
                    <a:pt x="12" y="2"/>
                    <a:pt x="9" y="0"/>
                    <a:pt x="7" y="0"/>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2" name="Freeform 8"/>
            <p:cNvSpPr>
              <a:spLocks noChangeArrowheads="1"/>
            </p:cNvSpPr>
            <p:nvPr/>
          </p:nvSpPr>
          <p:spPr bwMode="auto">
            <a:xfrm>
              <a:off x="4214827" y="3101979"/>
              <a:ext cx="47626" cy="53975"/>
            </a:xfrm>
            <a:custGeom>
              <a:avLst/>
              <a:gdLst>
                <a:gd name="T0" fmla="*/ 18 w 25"/>
                <a:gd name="T1" fmla="*/ 3 h 28"/>
                <a:gd name="T2" fmla="*/ 7 w 25"/>
                <a:gd name="T3" fmla="*/ 8 h 28"/>
                <a:gd name="T4" fmla="*/ 0 w 25"/>
                <a:gd name="T5" fmla="*/ 18 h 28"/>
                <a:gd name="T6" fmla="*/ 7 w 25"/>
                <a:gd name="T7" fmla="*/ 27 h 28"/>
                <a:gd name="T8" fmla="*/ 11 w 25"/>
                <a:gd name="T9" fmla="*/ 28 h 28"/>
                <a:gd name="T10" fmla="*/ 14 w 25"/>
                <a:gd name="T11" fmla="*/ 22 h 28"/>
                <a:gd name="T12" fmla="*/ 21 w 25"/>
                <a:gd name="T13" fmla="*/ 20 h 28"/>
                <a:gd name="T14" fmla="*/ 25 w 25"/>
                <a:gd name="T15" fmla="*/ 12 h 28"/>
                <a:gd name="T16" fmla="*/ 18 w 25"/>
                <a:gd name="T17" fmla="*/ 3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28"/>
                <a:gd name="T29" fmla="*/ 25 w 25"/>
                <a:gd name="T30" fmla="*/ 28 h 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28">
                  <a:moveTo>
                    <a:pt x="18" y="3"/>
                  </a:moveTo>
                  <a:cubicBezTo>
                    <a:pt x="17" y="0"/>
                    <a:pt x="8" y="5"/>
                    <a:pt x="7" y="8"/>
                  </a:cubicBezTo>
                  <a:cubicBezTo>
                    <a:pt x="5" y="10"/>
                    <a:pt x="0" y="18"/>
                    <a:pt x="0" y="18"/>
                  </a:cubicBezTo>
                  <a:cubicBezTo>
                    <a:pt x="7" y="27"/>
                    <a:pt x="7" y="27"/>
                    <a:pt x="7" y="27"/>
                  </a:cubicBezTo>
                  <a:cubicBezTo>
                    <a:pt x="11" y="28"/>
                    <a:pt x="11" y="28"/>
                    <a:pt x="11" y="28"/>
                  </a:cubicBezTo>
                  <a:cubicBezTo>
                    <a:pt x="11" y="28"/>
                    <a:pt x="13" y="24"/>
                    <a:pt x="14" y="22"/>
                  </a:cubicBezTo>
                  <a:cubicBezTo>
                    <a:pt x="15" y="19"/>
                    <a:pt x="21" y="22"/>
                    <a:pt x="21" y="20"/>
                  </a:cubicBezTo>
                  <a:cubicBezTo>
                    <a:pt x="21" y="17"/>
                    <a:pt x="25" y="14"/>
                    <a:pt x="25" y="12"/>
                  </a:cubicBezTo>
                  <a:cubicBezTo>
                    <a:pt x="25" y="9"/>
                    <a:pt x="19" y="6"/>
                    <a:pt x="18" y="3"/>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3" name="Freeform 9"/>
            <p:cNvSpPr>
              <a:spLocks noEditPoints="1" noChangeArrowheads="1"/>
            </p:cNvSpPr>
            <p:nvPr/>
          </p:nvSpPr>
          <p:spPr bwMode="auto">
            <a:xfrm>
              <a:off x="3992576" y="2954341"/>
              <a:ext cx="346077" cy="304801"/>
            </a:xfrm>
            <a:custGeom>
              <a:avLst/>
              <a:gdLst>
                <a:gd name="T0" fmla="*/ 172 w 181"/>
                <a:gd name="T1" fmla="*/ 59 h 159"/>
                <a:gd name="T2" fmla="*/ 172 w 181"/>
                <a:gd name="T3" fmla="*/ 58 h 159"/>
                <a:gd name="T4" fmla="*/ 170 w 181"/>
                <a:gd name="T5" fmla="*/ 61 h 159"/>
                <a:gd name="T6" fmla="*/ 164 w 181"/>
                <a:gd name="T7" fmla="*/ 64 h 159"/>
                <a:gd name="T8" fmla="*/ 157 w 181"/>
                <a:gd name="T9" fmla="*/ 53 h 159"/>
                <a:gd name="T10" fmla="*/ 164 w 181"/>
                <a:gd name="T11" fmla="*/ 45 h 159"/>
                <a:gd name="T12" fmla="*/ 171 w 181"/>
                <a:gd name="T13" fmla="*/ 48 h 159"/>
                <a:gd name="T14" fmla="*/ 171 w 181"/>
                <a:gd name="T15" fmla="*/ 46 h 159"/>
                <a:gd name="T16" fmla="*/ 170 w 181"/>
                <a:gd name="T17" fmla="*/ 26 h 159"/>
                <a:gd name="T18" fmla="*/ 163 w 181"/>
                <a:gd name="T19" fmla="*/ 5 h 159"/>
                <a:gd name="T20" fmla="*/ 150 w 181"/>
                <a:gd name="T21" fmla="*/ 2 h 159"/>
                <a:gd name="T22" fmla="*/ 139 w 181"/>
                <a:gd name="T23" fmla="*/ 0 h 159"/>
                <a:gd name="T24" fmla="*/ 135 w 181"/>
                <a:gd name="T25" fmla="*/ 6 h 159"/>
                <a:gd name="T26" fmla="*/ 128 w 181"/>
                <a:gd name="T27" fmla="*/ 10 h 159"/>
                <a:gd name="T28" fmla="*/ 119 w 181"/>
                <a:gd name="T29" fmla="*/ 16 h 159"/>
                <a:gd name="T30" fmla="*/ 114 w 181"/>
                <a:gd name="T31" fmla="*/ 24 h 159"/>
                <a:gd name="T32" fmla="*/ 105 w 181"/>
                <a:gd name="T33" fmla="*/ 31 h 159"/>
                <a:gd name="T34" fmla="*/ 100 w 181"/>
                <a:gd name="T35" fmla="*/ 39 h 159"/>
                <a:gd name="T36" fmla="*/ 90 w 181"/>
                <a:gd name="T37" fmla="*/ 44 h 159"/>
                <a:gd name="T38" fmla="*/ 76 w 181"/>
                <a:gd name="T39" fmla="*/ 40 h 159"/>
                <a:gd name="T40" fmla="*/ 69 w 181"/>
                <a:gd name="T41" fmla="*/ 46 h 159"/>
                <a:gd name="T42" fmla="*/ 58 w 181"/>
                <a:gd name="T43" fmla="*/ 58 h 159"/>
                <a:gd name="T44" fmla="*/ 47 w 181"/>
                <a:gd name="T45" fmla="*/ 58 h 159"/>
                <a:gd name="T46" fmla="*/ 45 w 181"/>
                <a:gd name="T47" fmla="*/ 53 h 159"/>
                <a:gd name="T48" fmla="*/ 47 w 181"/>
                <a:gd name="T49" fmla="*/ 51 h 159"/>
                <a:gd name="T50" fmla="*/ 44 w 181"/>
                <a:gd name="T51" fmla="*/ 38 h 159"/>
                <a:gd name="T52" fmla="*/ 38 w 181"/>
                <a:gd name="T53" fmla="*/ 34 h 159"/>
                <a:gd name="T54" fmla="*/ 38 w 181"/>
                <a:gd name="T55" fmla="*/ 76 h 159"/>
                <a:gd name="T56" fmla="*/ 31 w 181"/>
                <a:gd name="T57" fmla="*/ 83 h 159"/>
                <a:gd name="T58" fmla="*/ 17 w 181"/>
                <a:gd name="T59" fmla="*/ 83 h 159"/>
                <a:gd name="T60" fmla="*/ 11 w 181"/>
                <a:gd name="T61" fmla="*/ 75 h 159"/>
                <a:gd name="T62" fmla="*/ 4 w 181"/>
                <a:gd name="T63" fmla="*/ 79 h 159"/>
                <a:gd name="T64" fmla="*/ 0 w 181"/>
                <a:gd name="T65" fmla="*/ 80 h 159"/>
                <a:gd name="T66" fmla="*/ 8 w 181"/>
                <a:gd name="T67" fmla="*/ 98 h 159"/>
                <a:gd name="T68" fmla="*/ 19 w 181"/>
                <a:gd name="T69" fmla="*/ 120 h 159"/>
                <a:gd name="T70" fmla="*/ 19 w 181"/>
                <a:gd name="T71" fmla="*/ 131 h 159"/>
                <a:gd name="T72" fmla="*/ 19 w 181"/>
                <a:gd name="T73" fmla="*/ 140 h 159"/>
                <a:gd name="T74" fmla="*/ 23 w 181"/>
                <a:gd name="T75" fmla="*/ 149 h 159"/>
                <a:gd name="T76" fmla="*/ 27 w 181"/>
                <a:gd name="T77" fmla="*/ 152 h 159"/>
                <a:gd name="T78" fmla="*/ 33 w 181"/>
                <a:gd name="T79" fmla="*/ 157 h 159"/>
                <a:gd name="T80" fmla="*/ 41 w 181"/>
                <a:gd name="T81" fmla="*/ 157 h 159"/>
                <a:gd name="T82" fmla="*/ 54 w 181"/>
                <a:gd name="T83" fmla="*/ 153 h 159"/>
                <a:gd name="T84" fmla="*/ 64 w 181"/>
                <a:gd name="T85" fmla="*/ 149 h 159"/>
                <a:gd name="T86" fmla="*/ 82 w 181"/>
                <a:gd name="T87" fmla="*/ 149 h 159"/>
                <a:gd name="T88" fmla="*/ 93 w 181"/>
                <a:gd name="T89" fmla="*/ 147 h 159"/>
                <a:gd name="T90" fmla="*/ 100 w 181"/>
                <a:gd name="T91" fmla="*/ 146 h 159"/>
                <a:gd name="T92" fmla="*/ 109 w 181"/>
                <a:gd name="T93" fmla="*/ 143 h 159"/>
                <a:gd name="T94" fmla="*/ 132 w 181"/>
                <a:gd name="T95" fmla="*/ 128 h 159"/>
                <a:gd name="T96" fmla="*/ 159 w 181"/>
                <a:gd name="T97" fmla="*/ 95 h 159"/>
                <a:gd name="T98" fmla="*/ 175 w 181"/>
                <a:gd name="T99" fmla="*/ 77 h 159"/>
                <a:gd name="T100" fmla="*/ 181 w 181"/>
                <a:gd name="T101" fmla="*/ 59 h 159"/>
                <a:gd name="T102" fmla="*/ 172 w 181"/>
                <a:gd name="T103" fmla="*/ 59 h 159"/>
                <a:gd name="T104" fmla="*/ 137 w 181"/>
                <a:gd name="T105" fmla="*/ 97 h 159"/>
                <a:gd name="T106" fmla="*/ 130 w 181"/>
                <a:gd name="T107" fmla="*/ 99 h 159"/>
                <a:gd name="T108" fmla="*/ 127 w 181"/>
                <a:gd name="T109" fmla="*/ 105 h 159"/>
                <a:gd name="T110" fmla="*/ 123 w 181"/>
                <a:gd name="T111" fmla="*/ 104 h 159"/>
                <a:gd name="T112" fmla="*/ 116 w 181"/>
                <a:gd name="T113" fmla="*/ 95 h 159"/>
                <a:gd name="T114" fmla="*/ 123 w 181"/>
                <a:gd name="T115" fmla="*/ 85 h 159"/>
                <a:gd name="T116" fmla="*/ 134 w 181"/>
                <a:gd name="T117" fmla="*/ 80 h 159"/>
                <a:gd name="T118" fmla="*/ 141 w 181"/>
                <a:gd name="T119" fmla="*/ 89 h 159"/>
                <a:gd name="T120" fmla="*/ 137 w 181"/>
                <a:gd name="T121" fmla="*/ 97 h 15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81"/>
                <a:gd name="T184" fmla="*/ 0 h 159"/>
                <a:gd name="T185" fmla="*/ 181 w 181"/>
                <a:gd name="T186" fmla="*/ 159 h 15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81" h="159">
                  <a:moveTo>
                    <a:pt x="172" y="59"/>
                  </a:moveTo>
                  <a:cubicBezTo>
                    <a:pt x="172" y="59"/>
                    <a:pt x="172" y="59"/>
                    <a:pt x="172" y="58"/>
                  </a:cubicBezTo>
                  <a:cubicBezTo>
                    <a:pt x="171" y="59"/>
                    <a:pt x="170" y="60"/>
                    <a:pt x="170" y="61"/>
                  </a:cubicBezTo>
                  <a:cubicBezTo>
                    <a:pt x="170" y="64"/>
                    <a:pt x="167" y="64"/>
                    <a:pt x="164" y="64"/>
                  </a:cubicBezTo>
                  <a:cubicBezTo>
                    <a:pt x="160" y="63"/>
                    <a:pt x="157" y="55"/>
                    <a:pt x="157" y="53"/>
                  </a:cubicBezTo>
                  <a:cubicBezTo>
                    <a:pt x="157" y="52"/>
                    <a:pt x="162" y="45"/>
                    <a:pt x="164" y="45"/>
                  </a:cubicBezTo>
                  <a:cubicBezTo>
                    <a:pt x="166" y="45"/>
                    <a:pt x="169" y="47"/>
                    <a:pt x="171" y="48"/>
                  </a:cubicBezTo>
                  <a:cubicBezTo>
                    <a:pt x="171" y="47"/>
                    <a:pt x="171" y="47"/>
                    <a:pt x="171" y="46"/>
                  </a:cubicBezTo>
                  <a:cubicBezTo>
                    <a:pt x="171" y="45"/>
                    <a:pt x="173" y="28"/>
                    <a:pt x="170" y="26"/>
                  </a:cubicBezTo>
                  <a:cubicBezTo>
                    <a:pt x="167" y="24"/>
                    <a:pt x="164" y="7"/>
                    <a:pt x="163" y="5"/>
                  </a:cubicBezTo>
                  <a:cubicBezTo>
                    <a:pt x="162" y="3"/>
                    <a:pt x="151" y="4"/>
                    <a:pt x="150" y="2"/>
                  </a:cubicBezTo>
                  <a:cubicBezTo>
                    <a:pt x="148" y="0"/>
                    <a:pt x="139" y="2"/>
                    <a:pt x="139" y="0"/>
                  </a:cubicBezTo>
                  <a:cubicBezTo>
                    <a:pt x="137" y="2"/>
                    <a:pt x="136" y="5"/>
                    <a:pt x="135" y="6"/>
                  </a:cubicBezTo>
                  <a:cubicBezTo>
                    <a:pt x="133" y="8"/>
                    <a:pt x="129" y="6"/>
                    <a:pt x="128" y="10"/>
                  </a:cubicBezTo>
                  <a:cubicBezTo>
                    <a:pt x="127" y="13"/>
                    <a:pt x="122" y="16"/>
                    <a:pt x="119" y="16"/>
                  </a:cubicBezTo>
                  <a:cubicBezTo>
                    <a:pt x="116" y="16"/>
                    <a:pt x="114" y="21"/>
                    <a:pt x="114" y="24"/>
                  </a:cubicBezTo>
                  <a:cubicBezTo>
                    <a:pt x="114" y="27"/>
                    <a:pt x="109" y="31"/>
                    <a:pt x="105" y="31"/>
                  </a:cubicBezTo>
                  <a:cubicBezTo>
                    <a:pt x="100" y="31"/>
                    <a:pt x="102" y="35"/>
                    <a:pt x="100" y="39"/>
                  </a:cubicBezTo>
                  <a:cubicBezTo>
                    <a:pt x="99" y="44"/>
                    <a:pt x="97" y="44"/>
                    <a:pt x="90" y="44"/>
                  </a:cubicBezTo>
                  <a:cubicBezTo>
                    <a:pt x="82" y="44"/>
                    <a:pt x="82" y="44"/>
                    <a:pt x="76" y="40"/>
                  </a:cubicBezTo>
                  <a:cubicBezTo>
                    <a:pt x="71" y="36"/>
                    <a:pt x="69" y="43"/>
                    <a:pt x="69" y="46"/>
                  </a:cubicBezTo>
                  <a:cubicBezTo>
                    <a:pt x="68" y="49"/>
                    <a:pt x="61" y="55"/>
                    <a:pt x="58" y="58"/>
                  </a:cubicBezTo>
                  <a:cubicBezTo>
                    <a:pt x="56" y="60"/>
                    <a:pt x="50" y="58"/>
                    <a:pt x="47" y="58"/>
                  </a:cubicBezTo>
                  <a:cubicBezTo>
                    <a:pt x="44" y="58"/>
                    <a:pt x="45" y="55"/>
                    <a:pt x="45" y="53"/>
                  </a:cubicBezTo>
                  <a:cubicBezTo>
                    <a:pt x="45" y="51"/>
                    <a:pt x="47" y="53"/>
                    <a:pt x="47" y="51"/>
                  </a:cubicBezTo>
                  <a:cubicBezTo>
                    <a:pt x="48" y="49"/>
                    <a:pt x="45" y="41"/>
                    <a:pt x="44" y="38"/>
                  </a:cubicBezTo>
                  <a:cubicBezTo>
                    <a:pt x="43" y="36"/>
                    <a:pt x="41" y="35"/>
                    <a:pt x="38" y="34"/>
                  </a:cubicBezTo>
                  <a:cubicBezTo>
                    <a:pt x="38" y="53"/>
                    <a:pt x="38" y="74"/>
                    <a:pt x="38" y="76"/>
                  </a:cubicBezTo>
                  <a:cubicBezTo>
                    <a:pt x="38" y="79"/>
                    <a:pt x="32" y="81"/>
                    <a:pt x="31" y="83"/>
                  </a:cubicBezTo>
                  <a:cubicBezTo>
                    <a:pt x="30" y="85"/>
                    <a:pt x="21" y="83"/>
                    <a:pt x="17" y="83"/>
                  </a:cubicBezTo>
                  <a:cubicBezTo>
                    <a:pt x="12" y="83"/>
                    <a:pt x="13" y="79"/>
                    <a:pt x="11" y="75"/>
                  </a:cubicBezTo>
                  <a:cubicBezTo>
                    <a:pt x="8" y="72"/>
                    <a:pt x="4" y="76"/>
                    <a:pt x="4" y="79"/>
                  </a:cubicBezTo>
                  <a:cubicBezTo>
                    <a:pt x="4" y="80"/>
                    <a:pt x="2" y="80"/>
                    <a:pt x="0" y="80"/>
                  </a:cubicBezTo>
                  <a:cubicBezTo>
                    <a:pt x="3" y="85"/>
                    <a:pt x="6" y="92"/>
                    <a:pt x="8" y="98"/>
                  </a:cubicBezTo>
                  <a:cubicBezTo>
                    <a:pt x="11" y="107"/>
                    <a:pt x="17" y="115"/>
                    <a:pt x="19" y="120"/>
                  </a:cubicBezTo>
                  <a:cubicBezTo>
                    <a:pt x="21" y="125"/>
                    <a:pt x="22" y="130"/>
                    <a:pt x="19" y="131"/>
                  </a:cubicBezTo>
                  <a:cubicBezTo>
                    <a:pt x="15" y="131"/>
                    <a:pt x="15" y="134"/>
                    <a:pt x="19" y="140"/>
                  </a:cubicBezTo>
                  <a:cubicBezTo>
                    <a:pt x="23" y="145"/>
                    <a:pt x="20" y="149"/>
                    <a:pt x="23" y="149"/>
                  </a:cubicBezTo>
                  <a:cubicBezTo>
                    <a:pt x="26" y="150"/>
                    <a:pt x="25" y="152"/>
                    <a:pt x="27" y="152"/>
                  </a:cubicBezTo>
                  <a:cubicBezTo>
                    <a:pt x="30" y="152"/>
                    <a:pt x="32" y="155"/>
                    <a:pt x="33" y="157"/>
                  </a:cubicBezTo>
                  <a:cubicBezTo>
                    <a:pt x="35" y="159"/>
                    <a:pt x="39" y="159"/>
                    <a:pt x="41" y="157"/>
                  </a:cubicBezTo>
                  <a:cubicBezTo>
                    <a:pt x="43" y="154"/>
                    <a:pt x="48" y="153"/>
                    <a:pt x="54" y="153"/>
                  </a:cubicBezTo>
                  <a:cubicBezTo>
                    <a:pt x="60" y="153"/>
                    <a:pt x="59" y="151"/>
                    <a:pt x="64" y="149"/>
                  </a:cubicBezTo>
                  <a:cubicBezTo>
                    <a:pt x="70" y="147"/>
                    <a:pt x="77" y="147"/>
                    <a:pt x="82" y="149"/>
                  </a:cubicBezTo>
                  <a:cubicBezTo>
                    <a:pt x="87" y="150"/>
                    <a:pt x="90" y="149"/>
                    <a:pt x="93" y="147"/>
                  </a:cubicBezTo>
                  <a:cubicBezTo>
                    <a:pt x="95" y="146"/>
                    <a:pt x="99" y="150"/>
                    <a:pt x="100" y="146"/>
                  </a:cubicBezTo>
                  <a:cubicBezTo>
                    <a:pt x="100" y="142"/>
                    <a:pt x="105" y="143"/>
                    <a:pt x="109" y="143"/>
                  </a:cubicBezTo>
                  <a:cubicBezTo>
                    <a:pt x="113" y="143"/>
                    <a:pt x="124" y="136"/>
                    <a:pt x="132" y="128"/>
                  </a:cubicBezTo>
                  <a:cubicBezTo>
                    <a:pt x="141" y="120"/>
                    <a:pt x="154" y="103"/>
                    <a:pt x="159" y="95"/>
                  </a:cubicBezTo>
                  <a:cubicBezTo>
                    <a:pt x="164" y="87"/>
                    <a:pt x="171" y="81"/>
                    <a:pt x="175" y="77"/>
                  </a:cubicBezTo>
                  <a:cubicBezTo>
                    <a:pt x="178" y="75"/>
                    <a:pt x="180" y="65"/>
                    <a:pt x="181" y="59"/>
                  </a:cubicBezTo>
                  <a:cubicBezTo>
                    <a:pt x="177" y="59"/>
                    <a:pt x="172" y="59"/>
                    <a:pt x="172" y="59"/>
                  </a:cubicBezTo>
                  <a:close/>
                  <a:moveTo>
                    <a:pt x="137" y="97"/>
                  </a:moveTo>
                  <a:cubicBezTo>
                    <a:pt x="137" y="99"/>
                    <a:pt x="131" y="96"/>
                    <a:pt x="130" y="99"/>
                  </a:cubicBezTo>
                  <a:cubicBezTo>
                    <a:pt x="129" y="101"/>
                    <a:pt x="127" y="105"/>
                    <a:pt x="127" y="105"/>
                  </a:cubicBezTo>
                  <a:cubicBezTo>
                    <a:pt x="123" y="104"/>
                    <a:pt x="123" y="104"/>
                    <a:pt x="123" y="104"/>
                  </a:cubicBezTo>
                  <a:cubicBezTo>
                    <a:pt x="116" y="95"/>
                    <a:pt x="116" y="95"/>
                    <a:pt x="116" y="95"/>
                  </a:cubicBezTo>
                  <a:cubicBezTo>
                    <a:pt x="116" y="95"/>
                    <a:pt x="121" y="87"/>
                    <a:pt x="123" y="85"/>
                  </a:cubicBezTo>
                  <a:cubicBezTo>
                    <a:pt x="124" y="82"/>
                    <a:pt x="133" y="77"/>
                    <a:pt x="134" y="80"/>
                  </a:cubicBezTo>
                  <a:cubicBezTo>
                    <a:pt x="135" y="83"/>
                    <a:pt x="141" y="86"/>
                    <a:pt x="141" y="89"/>
                  </a:cubicBezTo>
                  <a:cubicBezTo>
                    <a:pt x="141" y="91"/>
                    <a:pt x="137" y="94"/>
                    <a:pt x="137" y="97"/>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4" name="Freeform 10"/>
            <p:cNvSpPr>
              <a:spLocks noChangeArrowheads="1"/>
            </p:cNvSpPr>
            <p:nvPr/>
          </p:nvSpPr>
          <p:spPr bwMode="auto">
            <a:xfrm>
              <a:off x="3898913" y="2597153"/>
              <a:ext cx="252414" cy="268288"/>
            </a:xfrm>
            <a:custGeom>
              <a:avLst/>
              <a:gdLst>
                <a:gd name="T0" fmla="*/ 8 w 132"/>
                <a:gd name="T1" fmla="*/ 129 h 140"/>
                <a:gd name="T2" fmla="*/ 13 w 132"/>
                <a:gd name="T3" fmla="*/ 131 h 140"/>
                <a:gd name="T4" fmla="*/ 24 w 132"/>
                <a:gd name="T5" fmla="*/ 132 h 140"/>
                <a:gd name="T6" fmla="*/ 34 w 132"/>
                <a:gd name="T7" fmla="*/ 134 h 140"/>
                <a:gd name="T8" fmla="*/ 73 w 132"/>
                <a:gd name="T9" fmla="*/ 134 h 140"/>
                <a:gd name="T10" fmla="*/ 77 w 132"/>
                <a:gd name="T11" fmla="*/ 138 h 140"/>
                <a:gd name="T12" fmla="*/ 102 w 132"/>
                <a:gd name="T13" fmla="*/ 138 h 140"/>
                <a:gd name="T14" fmla="*/ 119 w 132"/>
                <a:gd name="T15" fmla="*/ 137 h 140"/>
                <a:gd name="T16" fmla="*/ 122 w 132"/>
                <a:gd name="T17" fmla="*/ 136 h 140"/>
                <a:gd name="T18" fmla="*/ 109 w 132"/>
                <a:gd name="T19" fmla="*/ 119 h 140"/>
                <a:gd name="T20" fmla="*/ 110 w 132"/>
                <a:gd name="T21" fmla="*/ 81 h 140"/>
                <a:gd name="T22" fmla="*/ 127 w 132"/>
                <a:gd name="T23" fmla="*/ 82 h 140"/>
                <a:gd name="T24" fmla="*/ 130 w 132"/>
                <a:gd name="T25" fmla="*/ 79 h 140"/>
                <a:gd name="T26" fmla="*/ 132 w 132"/>
                <a:gd name="T27" fmla="*/ 57 h 140"/>
                <a:gd name="T28" fmla="*/ 129 w 132"/>
                <a:gd name="T29" fmla="*/ 57 h 140"/>
                <a:gd name="T30" fmla="*/ 119 w 132"/>
                <a:gd name="T31" fmla="*/ 58 h 140"/>
                <a:gd name="T32" fmla="*/ 113 w 132"/>
                <a:gd name="T33" fmla="*/ 61 h 140"/>
                <a:gd name="T34" fmla="*/ 113 w 132"/>
                <a:gd name="T35" fmla="*/ 52 h 140"/>
                <a:gd name="T36" fmla="*/ 108 w 132"/>
                <a:gd name="T37" fmla="*/ 43 h 140"/>
                <a:gd name="T38" fmla="*/ 109 w 132"/>
                <a:gd name="T39" fmla="*/ 27 h 140"/>
                <a:gd name="T40" fmla="*/ 107 w 132"/>
                <a:gd name="T41" fmla="*/ 18 h 140"/>
                <a:gd name="T42" fmla="*/ 100 w 132"/>
                <a:gd name="T43" fmla="*/ 16 h 140"/>
                <a:gd name="T44" fmla="*/ 94 w 132"/>
                <a:gd name="T45" fmla="*/ 14 h 140"/>
                <a:gd name="T46" fmla="*/ 85 w 132"/>
                <a:gd name="T47" fmla="*/ 14 h 140"/>
                <a:gd name="T48" fmla="*/ 81 w 132"/>
                <a:gd name="T49" fmla="*/ 24 h 140"/>
                <a:gd name="T50" fmla="*/ 68 w 132"/>
                <a:gd name="T51" fmla="*/ 26 h 140"/>
                <a:gd name="T52" fmla="*/ 58 w 132"/>
                <a:gd name="T53" fmla="*/ 19 h 140"/>
                <a:gd name="T54" fmla="*/ 54 w 132"/>
                <a:gd name="T55" fmla="*/ 10 h 140"/>
                <a:gd name="T56" fmla="*/ 52 w 132"/>
                <a:gd name="T57" fmla="*/ 1 h 140"/>
                <a:gd name="T58" fmla="*/ 15 w 132"/>
                <a:gd name="T59" fmla="*/ 1 h 140"/>
                <a:gd name="T60" fmla="*/ 9 w 132"/>
                <a:gd name="T61" fmla="*/ 4 h 140"/>
                <a:gd name="T62" fmla="*/ 19 w 132"/>
                <a:gd name="T63" fmla="*/ 28 h 140"/>
                <a:gd name="T64" fmla="*/ 17 w 132"/>
                <a:gd name="T65" fmla="*/ 39 h 140"/>
                <a:gd name="T66" fmla="*/ 24 w 132"/>
                <a:gd name="T67" fmla="*/ 63 h 140"/>
                <a:gd name="T68" fmla="*/ 16 w 132"/>
                <a:gd name="T69" fmla="*/ 79 h 140"/>
                <a:gd name="T70" fmla="*/ 8 w 132"/>
                <a:gd name="T71" fmla="*/ 101 h 140"/>
                <a:gd name="T72" fmla="*/ 2 w 132"/>
                <a:gd name="T73" fmla="*/ 117 h 140"/>
                <a:gd name="T74" fmla="*/ 1 w 132"/>
                <a:gd name="T75" fmla="*/ 132 h 140"/>
                <a:gd name="T76" fmla="*/ 1 w 132"/>
                <a:gd name="T77" fmla="*/ 132 h 140"/>
                <a:gd name="T78" fmla="*/ 4 w 132"/>
                <a:gd name="T79" fmla="*/ 132 h 140"/>
                <a:gd name="T80" fmla="*/ 8 w 132"/>
                <a:gd name="T81" fmla="*/ 129 h 14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32"/>
                <a:gd name="T124" fmla="*/ 0 h 140"/>
                <a:gd name="T125" fmla="*/ 132 w 132"/>
                <a:gd name="T126" fmla="*/ 140 h 14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32" h="140">
                  <a:moveTo>
                    <a:pt x="8" y="129"/>
                  </a:moveTo>
                  <a:cubicBezTo>
                    <a:pt x="11" y="129"/>
                    <a:pt x="9" y="133"/>
                    <a:pt x="13" y="131"/>
                  </a:cubicBezTo>
                  <a:cubicBezTo>
                    <a:pt x="17" y="129"/>
                    <a:pt x="20" y="129"/>
                    <a:pt x="24" y="132"/>
                  </a:cubicBezTo>
                  <a:cubicBezTo>
                    <a:pt x="27" y="134"/>
                    <a:pt x="30" y="134"/>
                    <a:pt x="34" y="134"/>
                  </a:cubicBezTo>
                  <a:cubicBezTo>
                    <a:pt x="38" y="134"/>
                    <a:pt x="73" y="134"/>
                    <a:pt x="73" y="134"/>
                  </a:cubicBezTo>
                  <a:cubicBezTo>
                    <a:pt x="77" y="138"/>
                    <a:pt x="77" y="138"/>
                    <a:pt x="77" y="138"/>
                  </a:cubicBezTo>
                  <a:cubicBezTo>
                    <a:pt x="77" y="138"/>
                    <a:pt x="98" y="137"/>
                    <a:pt x="102" y="138"/>
                  </a:cubicBezTo>
                  <a:cubicBezTo>
                    <a:pt x="105" y="140"/>
                    <a:pt x="116" y="138"/>
                    <a:pt x="119" y="137"/>
                  </a:cubicBezTo>
                  <a:cubicBezTo>
                    <a:pt x="120" y="137"/>
                    <a:pt x="121" y="137"/>
                    <a:pt x="122" y="136"/>
                  </a:cubicBezTo>
                  <a:cubicBezTo>
                    <a:pt x="109" y="119"/>
                    <a:pt x="109" y="119"/>
                    <a:pt x="109" y="119"/>
                  </a:cubicBezTo>
                  <a:cubicBezTo>
                    <a:pt x="110" y="81"/>
                    <a:pt x="110" y="81"/>
                    <a:pt x="110" y="81"/>
                  </a:cubicBezTo>
                  <a:cubicBezTo>
                    <a:pt x="127" y="82"/>
                    <a:pt x="127" y="82"/>
                    <a:pt x="127" y="82"/>
                  </a:cubicBezTo>
                  <a:cubicBezTo>
                    <a:pt x="130" y="79"/>
                    <a:pt x="130" y="79"/>
                    <a:pt x="130" y="79"/>
                  </a:cubicBezTo>
                  <a:cubicBezTo>
                    <a:pt x="132" y="57"/>
                    <a:pt x="132" y="57"/>
                    <a:pt x="132" y="57"/>
                  </a:cubicBezTo>
                  <a:cubicBezTo>
                    <a:pt x="132" y="56"/>
                    <a:pt x="131" y="56"/>
                    <a:pt x="129" y="57"/>
                  </a:cubicBezTo>
                  <a:cubicBezTo>
                    <a:pt x="126" y="58"/>
                    <a:pt x="123" y="58"/>
                    <a:pt x="119" y="58"/>
                  </a:cubicBezTo>
                  <a:cubicBezTo>
                    <a:pt x="116" y="58"/>
                    <a:pt x="115" y="61"/>
                    <a:pt x="113" y="61"/>
                  </a:cubicBezTo>
                  <a:cubicBezTo>
                    <a:pt x="111" y="60"/>
                    <a:pt x="113" y="54"/>
                    <a:pt x="113" y="52"/>
                  </a:cubicBezTo>
                  <a:cubicBezTo>
                    <a:pt x="114" y="49"/>
                    <a:pt x="110" y="45"/>
                    <a:pt x="108" y="43"/>
                  </a:cubicBezTo>
                  <a:cubicBezTo>
                    <a:pt x="105" y="41"/>
                    <a:pt x="111" y="28"/>
                    <a:pt x="109" y="27"/>
                  </a:cubicBezTo>
                  <a:cubicBezTo>
                    <a:pt x="108" y="25"/>
                    <a:pt x="107" y="21"/>
                    <a:pt x="107" y="18"/>
                  </a:cubicBezTo>
                  <a:cubicBezTo>
                    <a:pt x="107" y="14"/>
                    <a:pt x="105" y="16"/>
                    <a:pt x="100" y="16"/>
                  </a:cubicBezTo>
                  <a:cubicBezTo>
                    <a:pt x="95" y="16"/>
                    <a:pt x="94" y="14"/>
                    <a:pt x="94" y="14"/>
                  </a:cubicBezTo>
                  <a:cubicBezTo>
                    <a:pt x="94" y="14"/>
                    <a:pt x="88" y="12"/>
                    <a:pt x="85" y="14"/>
                  </a:cubicBezTo>
                  <a:cubicBezTo>
                    <a:pt x="82" y="15"/>
                    <a:pt x="83" y="24"/>
                    <a:pt x="81" y="24"/>
                  </a:cubicBezTo>
                  <a:cubicBezTo>
                    <a:pt x="79" y="23"/>
                    <a:pt x="73" y="24"/>
                    <a:pt x="68" y="26"/>
                  </a:cubicBezTo>
                  <a:cubicBezTo>
                    <a:pt x="63" y="27"/>
                    <a:pt x="61" y="25"/>
                    <a:pt x="58" y="19"/>
                  </a:cubicBezTo>
                  <a:cubicBezTo>
                    <a:pt x="56" y="13"/>
                    <a:pt x="53" y="15"/>
                    <a:pt x="54" y="10"/>
                  </a:cubicBezTo>
                  <a:cubicBezTo>
                    <a:pt x="55" y="6"/>
                    <a:pt x="52" y="1"/>
                    <a:pt x="52" y="1"/>
                  </a:cubicBezTo>
                  <a:cubicBezTo>
                    <a:pt x="52" y="1"/>
                    <a:pt x="19" y="0"/>
                    <a:pt x="15" y="1"/>
                  </a:cubicBezTo>
                  <a:cubicBezTo>
                    <a:pt x="14" y="1"/>
                    <a:pt x="11" y="2"/>
                    <a:pt x="9" y="4"/>
                  </a:cubicBezTo>
                  <a:cubicBezTo>
                    <a:pt x="11" y="12"/>
                    <a:pt x="17" y="25"/>
                    <a:pt x="19" y="28"/>
                  </a:cubicBezTo>
                  <a:cubicBezTo>
                    <a:pt x="20" y="31"/>
                    <a:pt x="17" y="34"/>
                    <a:pt x="17" y="39"/>
                  </a:cubicBezTo>
                  <a:cubicBezTo>
                    <a:pt x="17" y="45"/>
                    <a:pt x="23" y="56"/>
                    <a:pt x="24" y="63"/>
                  </a:cubicBezTo>
                  <a:cubicBezTo>
                    <a:pt x="25" y="70"/>
                    <a:pt x="20" y="75"/>
                    <a:pt x="16" y="79"/>
                  </a:cubicBezTo>
                  <a:cubicBezTo>
                    <a:pt x="12" y="84"/>
                    <a:pt x="8" y="95"/>
                    <a:pt x="8" y="101"/>
                  </a:cubicBezTo>
                  <a:cubicBezTo>
                    <a:pt x="8" y="108"/>
                    <a:pt x="2" y="114"/>
                    <a:pt x="2" y="117"/>
                  </a:cubicBezTo>
                  <a:cubicBezTo>
                    <a:pt x="2" y="120"/>
                    <a:pt x="1" y="129"/>
                    <a:pt x="1" y="132"/>
                  </a:cubicBezTo>
                  <a:cubicBezTo>
                    <a:pt x="0" y="132"/>
                    <a:pt x="1" y="132"/>
                    <a:pt x="1" y="132"/>
                  </a:cubicBezTo>
                  <a:cubicBezTo>
                    <a:pt x="4" y="132"/>
                    <a:pt x="4" y="132"/>
                    <a:pt x="4" y="132"/>
                  </a:cubicBezTo>
                  <a:cubicBezTo>
                    <a:pt x="4" y="132"/>
                    <a:pt x="5" y="129"/>
                    <a:pt x="8" y="129"/>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5" name="Freeform 11"/>
            <p:cNvSpPr>
              <a:spLocks noChangeArrowheads="1"/>
            </p:cNvSpPr>
            <p:nvPr/>
          </p:nvSpPr>
          <p:spPr bwMode="auto">
            <a:xfrm>
              <a:off x="4108463" y="2647953"/>
              <a:ext cx="247651" cy="219075"/>
            </a:xfrm>
            <a:custGeom>
              <a:avLst/>
              <a:gdLst>
                <a:gd name="T0" fmla="*/ 100 w 130"/>
                <a:gd name="T1" fmla="*/ 5 h 115"/>
                <a:gd name="T2" fmla="*/ 92 w 130"/>
                <a:gd name="T3" fmla="*/ 0 h 115"/>
                <a:gd name="T4" fmla="*/ 78 w 130"/>
                <a:gd name="T5" fmla="*/ 3 h 115"/>
                <a:gd name="T6" fmla="*/ 75 w 130"/>
                <a:gd name="T7" fmla="*/ 10 h 115"/>
                <a:gd name="T8" fmla="*/ 74 w 130"/>
                <a:gd name="T9" fmla="*/ 16 h 115"/>
                <a:gd name="T10" fmla="*/ 73 w 130"/>
                <a:gd name="T11" fmla="*/ 29 h 115"/>
                <a:gd name="T12" fmla="*/ 71 w 130"/>
                <a:gd name="T13" fmla="*/ 39 h 115"/>
                <a:gd name="T14" fmla="*/ 78 w 130"/>
                <a:gd name="T15" fmla="*/ 48 h 115"/>
                <a:gd name="T16" fmla="*/ 86 w 130"/>
                <a:gd name="T17" fmla="*/ 46 h 115"/>
                <a:gd name="T18" fmla="*/ 87 w 130"/>
                <a:gd name="T19" fmla="*/ 54 h 115"/>
                <a:gd name="T20" fmla="*/ 85 w 130"/>
                <a:gd name="T21" fmla="*/ 59 h 115"/>
                <a:gd name="T22" fmla="*/ 77 w 130"/>
                <a:gd name="T23" fmla="*/ 59 h 115"/>
                <a:gd name="T24" fmla="*/ 73 w 130"/>
                <a:gd name="T25" fmla="*/ 49 h 115"/>
                <a:gd name="T26" fmla="*/ 64 w 130"/>
                <a:gd name="T27" fmla="*/ 47 h 115"/>
                <a:gd name="T28" fmla="*/ 58 w 130"/>
                <a:gd name="T29" fmla="*/ 41 h 115"/>
                <a:gd name="T30" fmla="*/ 54 w 130"/>
                <a:gd name="T31" fmla="*/ 43 h 115"/>
                <a:gd name="T32" fmla="*/ 49 w 130"/>
                <a:gd name="T33" fmla="*/ 44 h 115"/>
                <a:gd name="T34" fmla="*/ 40 w 130"/>
                <a:gd name="T35" fmla="*/ 41 h 115"/>
                <a:gd name="T36" fmla="*/ 36 w 130"/>
                <a:gd name="T37" fmla="*/ 36 h 115"/>
                <a:gd name="T38" fmla="*/ 29 w 130"/>
                <a:gd name="T39" fmla="*/ 36 h 115"/>
                <a:gd name="T40" fmla="*/ 26 w 130"/>
                <a:gd name="T41" fmla="*/ 34 h 115"/>
                <a:gd name="T42" fmla="*/ 23 w 130"/>
                <a:gd name="T43" fmla="*/ 31 h 115"/>
                <a:gd name="T44" fmla="*/ 21 w 130"/>
                <a:gd name="T45" fmla="*/ 53 h 115"/>
                <a:gd name="T46" fmla="*/ 18 w 130"/>
                <a:gd name="T47" fmla="*/ 56 h 115"/>
                <a:gd name="T48" fmla="*/ 1 w 130"/>
                <a:gd name="T49" fmla="*/ 55 h 115"/>
                <a:gd name="T50" fmla="*/ 0 w 130"/>
                <a:gd name="T51" fmla="*/ 93 h 115"/>
                <a:gd name="T52" fmla="*/ 13 w 130"/>
                <a:gd name="T53" fmla="*/ 110 h 115"/>
                <a:gd name="T54" fmla="*/ 34 w 130"/>
                <a:gd name="T55" fmla="*/ 109 h 115"/>
                <a:gd name="T56" fmla="*/ 35 w 130"/>
                <a:gd name="T57" fmla="*/ 112 h 115"/>
                <a:gd name="T58" fmla="*/ 40 w 130"/>
                <a:gd name="T59" fmla="*/ 111 h 115"/>
                <a:gd name="T60" fmla="*/ 55 w 130"/>
                <a:gd name="T61" fmla="*/ 114 h 115"/>
                <a:gd name="T62" fmla="*/ 66 w 130"/>
                <a:gd name="T63" fmla="*/ 101 h 115"/>
                <a:gd name="T64" fmla="*/ 77 w 130"/>
                <a:gd name="T65" fmla="*/ 93 h 115"/>
                <a:gd name="T66" fmla="*/ 83 w 130"/>
                <a:gd name="T67" fmla="*/ 87 h 115"/>
                <a:gd name="T68" fmla="*/ 93 w 130"/>
                <a:gd name="T69" fmla="*/ 87 h 115"/>
                <a:gd name="T70" fmla="*/ 93 w 130"/>
                <a:gd name="T71" fmla="*/ 87 h 115"/>
                <a:gd name="T72" fmla="*/ 91 w 130"/>
                <a:gd name="T73" fmla="*/ 79 h 115"/>
                <a:gd name="T74" fmla="*/ 122 w 130"/>
                <a:gd name="T75" fmla="*/ 67 h 115"/>
                <a:gd name="T76" fmla="*/ 120 w 130"/>
                <a:gd name="T77" fmla="*/ 62 h 115"/>
                <a:gd name="T78" fmla="*/ 122 w 130"/>
                <a:gd name="T79" fmla="*/ 51 h 115"/>
                <a:gd name="T80" fmla="*/ 127 w 130"/>
                <a:gd name="T81" fmla="*/ 48 h 115"/>
                <a:gd name="T82" fmla="*/ 126 w 130"/>
                <a:gd name="T83" fmla="*/ 30 h 115"/>
                <a:gd name="T84" fmla="*/ 130 w 130"/>
                <a:gd name="T85" fmla="*/ 28 h 115"/>
                <a:gd name="T86" fmla="*/ 125 w 130"/>
                <a:gd name="T87" fmla="*/ 16 h 115"/>
                <a:gd name="T88" fmla="*/ 110 w 130"/>
                <a:gd name="T89" fmla="*/ 9 h 115"/>
                <a:gd name="T90" fmla="*/ 100 w 130"/>
                <a:gd name="T91" fmla="*/ 5 h 11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0"/>
                <a:gd name="T139" fmla="*/ 0 h 115"/>
                <a:gd name="T140" fmla="*/ 130 w 130"/>
                <a:gd name="T141" fmla="*/ 115 h 11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0" h="115">
                  <a:moveTo>
                    <a:pt x="100" y="5"/>
                  </a:moveTo>
                  <a:cubicBezTo>
                    <a:pt x="99" y="5"/>
                    <a:pt x="95" y="3"/>
                    <a:pt x="92" y="0"/>
                  </a:cubicBezTo>
                  <a:cubicBezTo>
                    <a:pt x="90" y="3"/>
                    <a:pt x="82" y="3"/>
                    <a:pt x="78" y="3"/>
                  </a:cubicBezTo>
                  <a:cubicBezTo>
                    <a:pt x="74" y="3"/>
                    <a:pt x="78" y="8"/>
                    <a:pt x="75" y="10"/>
                  </a:cubicBezTo>
                  <a:cubicBezTo>
                    <a:pt x="73" y="12"/>
                    <a:pt x="72" y="15"/>
                    <a:pt x="74" y="16"/>
                  </a:cubicBezTo>
                  <a:cubicBezTo>
                    <a:pt x="76" y="17"/>
                    <a:pt x="73" y="26"/>
                    <a:pt x="73" y="29"/>
                  </a:cubicBezTo>
                  <a:cubicBezTo>
                    <a:pt x="73" y="32"/>
                    <a:pt x="69" y="38"/>
                    <a:pt x="71" y="39"/>
                  </a:cubicBezTo>
                  <a:cubicBezTo>
                    <a:pt x="72" y="40"/>
                    <a:pt x="75" y="47"/>
                    <a:pt x="78" y="48"/>
                  </a:cubicBezTo>
                  <a:cubicBezTo>
                    <a:pt x="82" y="49"/>
                    <a:pt x="84" y="46"/>
                    <a:pt x="86" y="46"/>
                  </a:cubicBezTo>
                  <a:cubicBezTo>
                    <a:pt x="87" y="46"/>
                    <a:pt x="87" y="50"/>
                    <a:pt x="87" y="54"/>
                  </a:cubicBezTo>
                  <a:cubicBezTo>
                    <a:pt x="87" y="57"/>
                    <a:pt x="85" y="59"/>
                    <a:pt x="85" y="59"/>
                  </a:cubicBezTo>
                  <a:cubicBezTo>
                    <a:pt x="85" y="59"/>
                    <a:pt x="80" y="61"/>
                    <a:pt x="77" y="59"/>
                  </a:cubicBezTo>
                  <a:cubicBezTo>
                    <a:pt x="75" y="57"/>
                    <a:pt x="73" y="51"/>
                    <a:pt x="73" y="49"/>
                  </a:cubicBezTo>
                  <a:cubicBezTo>
                    <a:pt x="73" y="47"/>
                    <a:pt x="67" y="47"/>
                    <a:pt x="64" y="47"/>
                  </a:cubicBezTo>
                  <a:cubicBezTo>
                    <a:pt x="62" y="47"/>
                    <a:pt x="59" y="43"/>
                    <a:pt x="58" y="41"/>
                  </a:cubicBezTo>
                  <a:cubicBezTo>
                    <a:pt x="57" y="39"/>
                    <a:pt x="54" y="41"/>
                    <a:pt x="54" y="43"/>
                  </a:cubicBezTo>
                  <a:cubicBezTo>
                    <a:pt x="54" y="44"/>
                    <a:pt x="52" y="44"/>
                    <a:pt x="49" y="44"/>
                  </a:cubicBezTo>
                  <a:cubicBezTo>
                    <a:pt x="47" y="44"/>
                    <a:pt x="42" y="40"/>
                    <a:pt x="40" y="41"/>
                  </a:cubicBezTo>
                  <a:cubicBezTo>
                    <a:pt x="38" y="42"/>
                    <a:pt x="36" y="38"/>
                    <a:pt x="36" y="36"/>
                  </a:cubicBezTo>
                  <a:cubicBezTo>
                    <a:pt x="37" y="34"/>
                    <a:pt x="31" y="35"/>
                    <a:pt x="29" y="36"/>
                  </a:cubicBezTo>
                  <a:cubicBezTo>
                    <a:pt x="27" y="37"/>
                    <a:pt x="26" y="34"/>
                    <a:pt x="26" y="34"/>
                  </a:cubicBezTo>
                  <a:cubicBezTo>
                    <a:pt x="26" y="34"/>
                    <a:pt x="25" y="32"/>
                    <a:pt x="23" y="31"/>
                  </a:cubicBezTo>
                  <a:cubicBezTo>
                    <a:pt x="21" y="53"/>
                    <a:pt x="21" y="53"/>
                    <a:pt x="21" y="53"/>
                  </a:cubicBezTo>
                  <a:cubicBezTo>
                    <a:pt x="18" y="56"/>
                    <a:pt x="18" y="56"/>
                    <a:pt x="18" y="56"/>
                  </a:cubicBezTo>
                  <a:cubicBezTo>
                    <a:pt x="1" y="55"/>
                    <a:pt x="1" y="55"/>
                    <a:pt x="1" y="55"/>
                  </a:cubicBezTo>
                  <a:cubicBezTo>
                    <a:pt x="0" y="93"/>
                    <a:pt x="0" y="93"/>
                    <a:pt x="0" y="93"/>
                  </a:cubicBezTo>
                  <a:cubicBezTo>
                    <a:pt x="13" y="110"/>
                    <a:pt x="13" y="110"/>
                    <a:pt x="13" y="110"/>
                  </a:cubicBezTo>
                  <a:cubicBezTo>
                    <a:pt x="20" y="109"/>
                    <a:pt x="34" y="107"/>
                    <a:pt x="34" y="109"/>
                  </a:cubicBezTo>
                  <a:cubicBezTo>
                    <a:pt x="34" y="110"/>
                    <a:pt x="34" y="111"/>
                    <a:pt x="35" y="112"/>
                  </a:cubicBezTo>
                  <a:cubicBezTo>
                    <a:pt x="37" y="112"/>
                    <a:pt x="39" y="111"/>
                    <a:pt x="40" y="111"/>
                  </a:cubicBezTo>
                  <a:cubicBezTo>
                    <a:pt x="43" y="112"/>
                    <a:pt x="52" y="115"/>
                    <a:pt x="55" y="114"/>
                  </a:cubicBezTo>
                  <a:cubicBezTo>
                    <a:pt x="57" y="112"/>
                    <a:pt x="62" y="102"/>
                    <a:pt x="66" y="101"/>
                  </a:cubicBezTo>
                  <a:cubicBezTo>
                    <a:pt x="71" y="100"/>
                    <a:pt x="77" y="95"/>
                    <a:pt x="77" y="93"/>
                  </a:cubicBezTo>
                  <a:cubicBezTo>
                    <a:pt x="77" y="91"/>
                    <a:pt x="77" y="89"/>
                    <a:pt x="83" y="87"/>
                  </a:cubicBezTo>
                  <a:cubicBezTo>
                    <a:pt x="93" y="87"/>
                    <a:pt x="93" y="87"/>
                    <a:pt x="93" y="87"/>
                  </a:cubicBezTo>
                  <a:cubicBezTo>
                    <a:pt x="93" y="87"/>
                    <a:pt x="93" y="87"/>
                    <a:pt x="93" y="87"/>
                  </a:cubicBezTo>
                  <a:cubicBezTo>
                    <a:pt x="91" y="79"/>
                    <a:pt x="91" y="79"/>
                    <a:pt x="91" y="79"/>
                  </a:cubicBezTo>
                  <a:cubicBezTo>
                    <a:pt x="91" y="79"/>
                    <a:pt x="121" y="67"/>
                    <a:pt x="122" y="67"/>
                  </a:cubicBezTo>
                  <a:cubicBezTo>
                    <a:pt x="121" y="65"/>
                    <a:pt x="120" y="63"/>
                    <a:pt x="120" y="62"/>
                  </a:cubicBezTo>
                  <a:cubicBezTo>
                    <a:pt x="121" y="62"/>
                    <a:pt x="122" y="54"/>
                    <a:pt x="122" y="51"/>
                  </a:cubicBezTo>
                  <a:cubicBezTo>
                    <a:pt x="122" y="49"/>
                    <a:pt x="129" y="51"/>
                    <a:pt x="127" y="48"/>
                  </a:cubicBezTo>
                  <a:cubicBezTo>
                    <a:pt x="124" y="46"/>
                    <a:pt x="125" y="33"/>
                    <a:pt x="126" y="30"/>
                  </a:cubicBezTo>
                  <a:cubicBezTo>
                    <a:pt x="127" y="27"/>
                    <a:pt x="130" y="30"/>
                    <a:pt x="130" y="28"/>
                  </a:cubicBezTo>
                  <a:cubicBezTo>
                    <a:pt x="130" y="25"/>
                    <a:pt x="127" y="18"/>
                    <a:pt x="125" y="16"/>
                  </a:cubicBezTo>
                  <a:cubicBezTo>
                    <a:pt x="124" y="14"/>
                    <a:pt x="113" y="10"/>
                    <a:pt x="110" y="9"/>
                  </a:cubicBezTo>
                  <a:cubicBezTo>
                    <a:pt x="108" y="9"/>
                    <a:pt x="103" y="5"/>
                    <a:pt x="100" y="5"/>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6" name="Freeform 12"/>
            <p:cNvSpPr>
              <a:spLocks noChangeArrowheads="1"/>
            </p:cNvSpPr>
            <p:nvPr/>
          </p:nvSpPr>
          <p:spPr bwMode="auto">
            <a:xfrm>
              <a:off x="4254514" y="2492378"/>
              <a:ext cx="42863" cy="38100"/>
            </a:xfrm>
            <a:custGeom>
              <a:avLst/>
              <a:gdLst>
                <a:gd name="T0" fmla="*/ 18 w 22"/>
                <a:gd name="T1" fmla="*/ 0 h 20"/>
                <a:gd name="T2" fmla="*/ 12 w 22"/>
                <a:gd name="T3" fmla="*/ 2 h 20"/>
                <a:gd name="T4" fmla="*/ 6 w 22"/>
                <a:gd name="T5" fmla="*/ 3 h 20"/>
                <a:gd name="T6" fmla="*/ 5 w 22"/>
                <a:gd name="T7" fmla="*/ 5 h 20"/>
                <a:gd name="T8" fmla="*/ 3 w 22"/>
                <a:gd name="T9" fmla="*/ 12 h 20"/>
                <a:gd name="T10" fmla="*/ 0 w 22"/>
                <a:gd name="T11" fmla="*/ 15 h 20"/>
                <a:gd name="T12" fmla="*/ 3 w 22"/>
                <a:gd name="T13" fmla="*/ 18 h 20"/>
                <a:gd name="T14" fmla="*/ 6 w 22"/>
                <a:gd name="T15" fmla="*/ 19 h 20"/>
                <a:gd name="T16" fmla="*/ 12 w 22"/>
                <a:gd name="T17" fmla="*/ 15 h 20"/>
                <a:gd name="T18" fmla="*/ 22 w 22"/>
                <a:gd name="T19" fmla="*/ 13 h 20"/>
                <a:gd name="T20" fmla="*/ 20 w 22"/>
                <a:gd name="T21" fmla="*/ 5 h 20"/>
                <a:gd name="T22" fmla="*/ 18 w 22"/>
                <a:gd name="T23" fmla="*/ 0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0"/>
                <a:gd name="T38" fmla="*/ 22 w 22"/>
                <a:gd name="T39" fmla="*/ 20 h 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0">
                  <a:moveTo>
                    <a:pt x="18" y="0"/>
                  </a:moveTo>
                  <a:cubicBezTo>
                    <a:pt x="16" y="1"/>
                    <a:pt x="13" y="2"/>
                    <a:pt x="12" y="2"/>
                  </a:cubicBezTo>
                  <a:cubicBezTo>
                    <a:pt x="11" y="3"/>
                    <a:pt x="10" y="4"/>
                    <a:pt x="6" y="3"/>
                  </a:cubicBezTo>
                  <a:cubicBezTo>
                    <a:pt x="6" y="4"/>
                    <a:pt x="6" y="4"/>
                    <a:pt x="5" y="5"/>
                  </a:cubicBezTo>
                  <a:cubicBezTo>
                    <a:pt x="2" y="6"/>
                    <a:pt x="3" y="12"/>
                    <a:pt x="3" y="12"/>
                  </a:cubicBezTo>
                  <a:cubicBezTo>
                    <a:pt x="3" y="12"/>
                    <a:pt x="0" y="12"/>
                    <a:pt x="0" y="15"/>
                  </a:cubicBezTo>
                  <a:cubicBezTo>
                    <a:pt x="0" y="17"/>
                    <a:pt x="2" y="18"/>
                    <a:pt x="3" y="18"/>
                  </a:cubicBezTo>
                  <a:cubicBezTo>
                    <a:pt x="4" y="18"/>
                    <a:pt x="5" y="18"/>
                    <a:pt x="6" y="19"/>
                  </a:cubicBezTo>
                  <a:cubicBezTo>
                    <a:pt x="13" y="20"/>
                    <a:pt x="12" y="15"/>
                    <a:pt x="12" y="15"/>
                  </a:cubicBezTo>
                  <a:cubicBezTo>
                    <a:pt x="12" y="15"/>
                    <a:pt x="21" y="16"/>
                    <a:pt x="22" y="13"/>
                  </a:cubicBezTo>
                  <a:cubicBezTo>
                    <a:pt x="22" y="10"/>
                    <a:pt x="20" y="5"/>
                    <a:pt x="20" y="5"/>
                  </a:cubicBezTo>
                  <a:lnTo>
                    <a:pt x="18" y="0"/>
                  </a:ln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7" name="Freeform 13"/>
            <p:cNvSpPr>
              <a:spLocks noChangeArrowheads="1"/>
            </p:cNvSpPr>
            <p:nvPr/>
          </p:nvSpPr>
          <p:spPr bwMode="auto">
            <a:xfrm>
              <a:off x="4514865" y="2205039"/>
              <a:ext cx="223839" cy="298451"/>
            </a:xfrm>
            <a:custGeom>
              <a:avLst/>
              <a:gdLst>
                <a:gd name="T0" fmla="*/ 27 w 117"/>
                <a:gd name="T1" fmla="*/ 30 h 157"/>
                <a:gd name="T2" fmla="*/ 35 w 117"/>
                <a:gd name="T3" fmla="*/ 37 h 157"/>
                <a:gd name="T4" fmla="*/ 58 w 117"/>
                <a:gd name="T5" fmla="*/ 45 h 157"/>
                <a:gd name="T6" fmla="*/ 73 w 117"/>
                <a:gd name="T7" fmla="*/ 48 h 157"/>
                <a:gd name="T8" fmla="*/ 77 w 117"/>
                <a:gd name="T9" fmla="*/ 51 h 157"/>
                <a:gd name="T10" fmla="*/ 47 w 117"/>
                <a:gd name="T11" fmla="*/ 81 h 157"/>
                <a:gd name="T12" fmla="*/ 35 w 117"/>
                <a:gd name="T13" fmla="*/ 83 h 157"/>
                <a:gd name="T14" fmla="*/ 20 w 117"/>
                <a:gd name="T15" fmla="*/ 91 h 157"/>
                <a:gd name="T16" fmla="*/ 11 w 117"/>
                <a:gd name="T17" fmla="*/ 92 h 157"/>
                <a:gd name="T18" fmla="*/ 5 w 117"/>
                <a:gd name="T19" fmla="*/ 100 h 157"/>
                <a:gd name="T20" fmla="*/ 0 w 117"/>
                <a:gd name="T21" fmla="*/ 108 h 157"/>
                <a:gd name="T22" fmla="*/ 1 w 117"/>
                <a:gd name="T23" fmla="*/ 148 h 157"/>
                <a:gd name="T24" fmla="*/ 6 w 117"/>
                <a:gd name="T25" fmla="*/ 157 h 157"/>
                <a:gd name="T26" fmla="*/ 31 w 117"/>
                <a:gd name="T27" fmla="*/ 131 h 157"/>
                <a:gd name="T28" fmla="*/ 51 w 117"/>
                <a:gd name="T29" fmla="*/ 116 h 157"/>
                <a:gd name="T30" fmla="*/ 79 w 117"/>
                <a:gd name="T31" fmla="*/ 88 h 157"/>
                <a:gd name="T32" fmla="*/ 92 w 117"/>
                <a:gd name="T33" fmla="*/ 67 h 157"/>
                <a:gd name="T34" fmla="*/ 102 w 117"/>
                <a:gd name="T35" fmla="*/ 50 h 157"/>
                <a:gd name="T36" fmla="*/ 113 w 117"/>
                <a:gd name="T37" fmla="*/ 28 h 157"/>
                <a:gd name="T38" fmla="*/ 117 w 117"/>
                <a:gd name="T39" fmla="*/ 8 h 157"/>
                <a:gd name="T40" fmla="*/ 109 w 117"/>
                <a:gd name="T41" fmla="*/ 4 h 157"/>
                <a:gd name="T42" fmla="*/ 84 w 117"/>
                <a:gd name="T43" fmla="*/ 11 h 157"/>
                <a:gd name="T44" fmla="*/ 66 w 117"/>
                <a:gd name="T45" fmla="*/ 15 h 157"/>
                <a:gd name="T46" fmla="*/ 51 w 117"/>
                <a:gd name="T47" fmla="*/ 18 h 157"/>
                <a:gd name="T48" fmla="*/ 33 w 117"/>
                <a:gd name="T49" fmla="*/ 16 h 157"/>
                <a:gd name="T50" fmla="*/ 27 w 117"/>
                <a:gd name="T51" fmla="*/ 10 h 157"/>
                <a:gd name="T52" fmla="*/ 20 w 117"/>
                <a:gd name="T53" fmla="*/ 20 h 157"/>
                <a:gd name="T54" fmla="*/ 27 w 117"/>
                <a:gd name="T55" fmla="*/ 30 h 15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7"/>
                <a:gd name="T85" fmla="*/ 0 h 157"/>
                <a:gd name="T86" fmla="*/ 117 w 117"/>
                <a:gd name="T87" fmla="*/ 157 h 15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7" h="157">
                  <a:moveTo>
                    <a:pt x="27" y="30"/>
                  </a:moveTo>
                  <a:cubicBezTo>
                    <a:pt x="29" y="31"/>
                    <a:pt x="33" y="36"/>
                    <a:pt x="35" y="37"/>
                  </a:cubicBezTo>
                  <a:cubicBezTo>
                    <a:pt x="37" y="37"/>
                    <a:pt x="50" y="41"/>
                    <a:pt x="58" y="45"/>
                  </a:cubicBezTo>
                  <a:cubicBezTo>
                    <a:pt x="66" y="48"/>
                    <a:pt x="71" y="48"/>
                    <a:pt x="73" y="48"/>
                  </a:cubicBezTo>
                  <a:cubicBezTo>
                    <a:pt x="76" y="48"/>
                    <a:pt x="79" y="49"/>
                    <a:pt x="77" y="51"/>
                  </a:cubicBezTo>
                  <a:cubicBezTo>
                    <a:pt x="75" y="52"/>
                    <a:pt x="50" y="77"/>
                    <a:pt x="47" y="81"/>
                  </a:cubicBezTo>
                  <a:cubicBezTo>
                    <a:pt x="44" y="84"/>
                    <a:pt x="42" y="83"/>
                    <a:pt x="35" y="83"/>
                  </a:cubicBezTo>
                  <a:cubicBezTo>
                    <a:pt x="27" y="83"/>
                    <a:pt x="22" y="91"/>
                    <a:pt x="20" y="91"/>
                  </a:cubicBezTo>
                  <a:cubicBezTo>
                    <a:pt x="19" y="90"/>
                    <a:pt x="14" y="91"/>
                    <a:pt x="11" y="92"/>
                  </a:cubicBezTo>
                  <a:cubicBezTo>
                    <a:pt x="5" y="100"/>
                    <a:pt x="5" y="100"/>
                    <a:pt x="5" y="100"/>
                  </a:cubicBezTo>
                  <a:cubicBezTo>
                    <a:pt x="0" y="108"/>
                    <a:pt x="0" y="108"/>
                    <a:pt x="0" y="108"/>
                  </a:cubicBezTo>
                  <a:cubicBezTo>
                    <a:pt x="1" y="148"/>
                    <a:pt x="1" y="148"/>
                    <a:pt x="1" y="148"/>
                  </a:cubicBezTo>
                  <a:cubicBezTo>
                    <a:pt x="6" y="157"/>
                    <a:pt x="6" y="157"/>
                    <a:pt x="6" y="157"/>
                  </a:cubicBezTo>
                  <a:cubicBezTo>
                    <a:pt x="11" y="151"/>
                    <a:pt x="23" y="140"/>
                    <a:pt x="31" y="131"/>
                  </a:cubicBezTo>
                  <a:cubicBezTo>
                    <a:pt x="41" y="121"/>
                    <a:pt x="46" y="118"/>
                    <a:pt x="51" y="116"/>
                  </a:cubicBezTo>
                  <a:cubicBezTo>
                    <a:pt x="56" y="113"/>
                    <a:pt x="70" y="100"/>
                    <a:pt x="79" y="88"/>
                  </a:cubicBezTo>
                  <a:cubicBezTo>
                    <a:pt x="85" y="81"/>
                    <a:pt x="91" y="73"/>
                    <a:pt x="92" y="67"/>
                  </a:cubicBezTo>
                  <a:cubicBezTo>
                    <a:pt x="93" y="62"/>
                    <a:pt x="98" y="55"/>
                    <a:pt x="102" y="50"/>
                  </a:cubicBezTo>
                  <a:cubicBezTo>
                    <a:pt x="106" y="45"/>
                    <a:pt x="113" y="32"/>
                    <a:pt x="113" y="28"/>
                  </a:cubicBezTo>
                  <a:cubicBezTo>
                    <a:pt x="113" y="24"/>
                    <a:pt x="116" y="15"/>
                    <a:pt x="117" y="8"/>
                  </a:cubicBezTo>
                  <a:cubicBezTo>
                    <a:pt x="117" y="1"/>
                    <a:pt x="111" y="0"/>
                    <a:pt x="109" y="4"/>
                  </a:cubicBezTo>
                  <a:cubicBezTo>
                    <a:pt x="107" y="8"/>
                    <a:pt x="93" y="11"/>
                    <a:pt x="84" y="11"/>
                  </a:cubicBezTo>
                  <a:cubicBezTo>
                    <a:pt x="75" y="11"/>
                    <a:pt x="69" y="12"/>
                    <a:pt x="66" y="15"/>
                  </a:cubicBezTo>
                  <a:cubicBezTo>
                    <a:pt x="63" y="18"/>
                    <a:pt x="54" y="14"/>
                    <a:pt x="51" y="18"/>
                  </a:cubicBezTo>
                  <a:cubicBezTo>
                    <a:pt x="48" y="21"/>
                    <a:pt x="36" y="24"/>
                    <a:pt x="33" y="16"/>
                  </a:cubicBezTo>
                  <a:cubicBezTo>
                    <a:pt x="31" y="13"/>
                    <a:pt x="29" y="11"/>
                    <a:pt x="27" y="10"/>
                  </a:cubicBezTo>
                  <a:cubicBezTo>
                    <a:pt x="24" y="13"/>
                    <a:pt x="20" y="18"/>
                    <a:pt x="20" y="20"/>
                  </a:cubicBezTo>
                  <a:cubicBezTo>
                    <a:pt x="21" y="22"/>
                    <a:pt x="25" y="29"/>
                    <a:pt x="27" y="30"/>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8" name="Freeform 14"/>
            <p:cNvSpPr>
              <a:spLocks noChangeArrowheads="1"/>
            </p:cNvSpPr>
            <p:nvPr/>
          </p:nvSpPr>
          <p:spPr bwMode="auto">
            <a:xfrm>
              <a:off x="3363924" y="1655764"/>
              <a:ext cx="260351" cy="206375"/>
            </a:xfrm>
            <a:custGeom>
              <a:avLst/>
              <a:gdLst>
                <a:gd name="T0" fmla="*/ 50 w 136"/>
                <a:gd name="T1" fmla="*/ 108 h 108"/>
                <a:gd name="T2" fmla="*/ 50 w 136"/>
                <a:gd name="T3" fmla="*/ 93 h 108"/>
                <a:gd name="T4" fmla="*/ 68 w 136"/>
                <a:gd name="T5" fmla="*/ 81 h 108"/>
                <a:gd name="T6" fmla="*/ 75 w 136"/>
                <a:gd name="T7" fmla="*/ 79 h 108"/>
                <a:gd name="T8" fmla="*/ 85 w 136"/>
                <a:gd name="T9" fmla="*/ 77 h 108"/>
                <a:gd name="T10" fmla="*/ 91 w 136"/>
                <a:gd name="T11" fmla="*/ 70 h 108"/>
                <a:gd name="T12" fmla="*/ 99 w 136"/>
                <a:gd name="T13" fmla="*/ 67 h 108"/>
                <a:gd name="T14" fmla="*/ 104 w 136"/>
                <a:gd name="T15" fmla="*/ 64 h 108"/>
                <a:gd name="T16" fmla="*/ 106 w 136"/>
                <a:gd name="T17" fmla="*/ 57 h 108"/>
                <a:gd name="T18" fmla="*/ 110 w 136"/>
                <a:gd name="T19" fmla="*/ 54 h 108"/>
                <a:gd name="T20" fmla="*/ 116 w 136"/>
                <a:gd name="T21" fmla="*/ 50 h 108"/>
                <a:gd name="T22" fmla="*/ 133 w 136"/>
                <a:gd name="T23" fmla="*/ 49 h 108"/>
                <a:gd name="T24" fmla="*/ 135 w 136"/>
                <a:gd name="T25" fmla="*/ 45 h 108"/>
                <a:gd name="T26" fmla="*/ 131 w 136"/>
                <a:gd name="T27" fmla="*/ 37 h 108"/>
                <a:gd name="T28" fmla="*/ 130 w 136"/>
                <a:gd name="T29" fmla="*/ 27 h 108"/>
                <a:gd name="T30" fmla="*/ 127 w 136"/>
                <a:gd name="T31" fmla="*/ 15 h 108"/>
                <a:gd name="T32" fmla="*/ 125 w 136"/>
                <a:gd name="T33" fmla="*/ 11 h 108"/>
                <a:gd name="T34" fmla="*/ 112 w 136"/>
                <a:gd name="T35" fmla="*/ 8 h 108"/>
                <a:gd name="T36" fmla="*/ 93 w 136"/>
                <a:gd name="T37" fmla="*/ 6 h 108"/>
                <a:gd name="T38" fmla="*/ 82 w 136"/>
                <a:gd name="T39" fmla="*/ 2 h 108"/>
                <a:gd name="T40" fmla="*/ 70 w 136"/>
                <a:gd name="T41" fmla="*/ 25 h 108"/>
                <a:gd name="T42" fmla="*/ 53 w 136"/>
                <a:gd name="T43" fmla="*/ 33 h 108"/>
                <a:gd name="T44" fmla="*/ 44 w 136"/>
                <a:gd name="T45" fmla="*/ 42 h 108"/>
                <a:gd name="T46" fmla="*/ 38 w 136"/>
                <a:gd name="T47" fmla="*/ 53 h 108"/>
                <a:gd name="T48" fmla="*/ 38 w 136"/>
                <a:gd name="T49" fmla="*/ 70 h 108"/>
                <a:gd name="T50" fmla="*/ 25 w 136"/>
                <a:gd name="T51" fmla="*/ 89 h 108"/>
                <a:gd name="T52" fmla="*/ 8 w 136"/>
                <a:gd name="T53" fmla="*/ 100 h 108"/>
                <a:gd name="T54" fmla="*/ 0 w 136"/>
                <a:gd name="T55" fmla="*/ 104 h 108"/>
                <a:gd name="T56" fmla="*/ 42 w 136"/>
                <a:gd name="T57" fmla="*/ 104 h 108"/>
                <a:gd name="T58" fmla="*/ 50 w 136"/>
                <a:gd name="T59" fmla="*/ 108 h 10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6"/>
                <a:gd name="T91" fmla="*/ 0 h 108"/>
                <a:gd name="T92" fmla="*/ 136 w 136"/>
                <a:gd name="T93" fmla="*/ 108 h 10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6" h="108">
                  <a:moveTo>
                    <a:pt x="50" y="108"/>
                  </a:moveTo>
                  <a:cubicBezTo>
                    <a:pt x="50" y="101"/>
                    <a:pt x="49" y="94"/>
                    <a:pt x="50" y="93"/>
                  </a:cubicBezTo>
                  <a:cubicBezTo>
                    <a:pt x="50" y="91"/>
                    <a:pt x="65" y="83"/>
                    <a:pt x="68" y="81"/>
                  </a:cubicBezTo>
                  <a:cubicBezTo>
                    <a:pt x="70" y="80"/>
                    <a:pt x="75" y="82"/>
                    <a:pt x="75" y="79"/>
                  </a:cubicBezTo>
                  <a:cubicBezTo>
                    <a:pt x="75" y="76"/>
                    <a:pt x="81" y="77"/>
                    <a:pt x="85" y="77"/>
                  </a:cubicBezTo>
                  <a:cubicBezTo>
                    <a:pt x="89" y="76"/>
                    <a:pt x="91" y="73"/>
                    <a:pt x="91" y="70"/>
                  </a:cubicBezTo>
                  <a:cubicBezTo>
                    <a:pt x="91" y="67"/>
                    <a:pt x="96" y="67"/>
                    <a:pt x="99" y="67"/>
                  </a:cubicBezTo>
                  <a:cubicBezTo>
                    <a:pt x="103" y="67"/>
                    <a:pt x="102" y="64"/>
                    <a:pt x="104" y="64"/>
                  </a:cubicBezTo>
                  <a:cubicBezTo>
                    <a:pt x="107" y="64"/>
                    <a:pt x="105" y="60"/>
                    <a:pt x="106" y="57"/>
                  </a:cubicBezTo>
                  <a:cubicBezTo>
                    <a:pt x="106" y="53"/>
                    <a:pt x="106" y="54"/>
                    <a:pt x="110" y="54"/>
                  </a:cubicBezTo>
                  <a:cubicBezTo>
                    <a:pt x="113" y="54"/>
                    <a:pt x="116" y="52"/>
                    <a:pt x="116" y="50"/>
                  </a:cubicBezTo>
                  <a:cubicBezTo>
                    <a:pt x="116" y="48"/>
                    <a:pt x="130" y="49"/>
                    <a:pt x="133" y="49"/>
                  </a:cubicBezTo>
                  <a:cubicBezTo>
                    <a:pt x="135" y="49"/>
                    <a:pt x="136" y="46"/>
                    <a:pt x="135" y="45"/>
                  </a:cubicBezTo>
                  <a:cubicBezTo>
                    <a:pt x="135" y="43"/>
                    <a:pt x="133" y="37"/>
                    <a:pt x="131" y="37"/>
                  </a:cubicBezTo>
                  <a:cubicBezTo>
                    <a:pt x="129" y="37"/>
                    <a:pt x="130" y="31"/>
                    <a:pt x="130" y="27"/>
                  </a:cubicBezTo>
                  <a:cubicBezTo>
                    <a:pt x="130" y="22"/>
                    <a:pt x="129" y="18"/>
                    <a:pt x="127" y="15"/>
                  </a:cubicBezTo>
                  <a:cubicBezTo>
                    <a:pt x="126" y="14"/>
                    <a:pt x="126" y="13"/>
                    <a:pt x="125" y="11"/>
                  </a:cubicBezTo>
                  <a:cubicBezTo>
                    <a:pt x="121" y="11"/>
                    <a:pt x="116" y="8"/>
                    <a:pt x="112" y="8"/>
                  </a:cubicBezTo>
                  <a:cubicBezTo>
                    <a:pt x="106" y="8"/>
                    <a:pt x="97" y="11"/>
                    <a:pt x="93" y="6"/>
                  </a:cubicBezTo>
                  <a:cubicBezTo>
                    <a:pt x="88" y="2"/>
                    <a:pt x="85" y="0"/>
                    <a:pt x="82" y="2"/>
                  </a:cubicBezTo>
                  <a:cubicBezTo>
                    <a:pt x="79" y="3"/>
                    <a:pt x="73" y="20"/>
                    <a:pt x="70" y="25"/>
                  </a:cubicBezTo>
                  <a:cubicBezTo>
                    <a:pt x="67" y="29"/>
                    <a:pt x="57" y="33"/>
                    <a:pt x="53" y="33"/>
                  </a:cubicBezTo>
                  <a:cubicBezTo>
                    <a:pt x="48" y="33"/>
                    <a:pt x="48" y="40"/>
                    <a:pt x="44" y="42"/>
                  </a:cubicBezTo>
                  <a:cubicBezTo>
                    <a:pt x="41" y="45"/>
                    <a:pt x="42" y="50"/>
                    <a:pt x="38" y="53"/>
                  </a:cubicBezTo>
                  <a:cubicBezTo>
                    <a:pt x="34" y="56"/>
                    <a:pt x="36" y="67"/>
                    <a:pt x="38" y="70"/>
                  </a:cubicBezTo>
                  <a:cubicBezTo>
                    <a:pt x="40" y="74"/>
                    <a:pt x="30" y="85"/>
                    <a:pt x="25" y="89"/>
                  </a:cubicBezTo>
                  <a:cubicBezTo>
                    <a:pt x="19" y="92"/>
                    <a:pt x="17" y="98"/>
                    <a:pt x="8" y="100"/>
                  </a:cubicBezTo>
                  <a:cubicBezTo>
                    <a:pt x="5" y="100"/>
                    <a:pt x="2" y="102"/>
                    <a:pt x="0" y="104"/>
                  </a:cubicBezTo>
                  <a:cubicBezTo>
                    <a:pt x="14" y="104"/>
                    <a:pt x="35" y="104"/>
                    <a:pt x="42" y="104"/>
                  </a:cubicBezTo>
                  <a:cubicBezTo>
                    <a:pt x="50" y="104"/>
                    <a:pt x="48" y="106"/>
                    <a:pt x="50" y="108"/>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9" name="Freeform 15"/>
            <p:cNvSpPr>
              <a:spLocks noChangeArrowheads="1"/>
            </p:cNvSpPr>
            <p:nvPr/>
          </p:nvSpPr>
          <p:spPr bwMode="auto">
            <a:xfrm>
              <a:off x="3805251" y="1619252"/>
              <a:ext cx="93663" cy="174626"/>
            </a:xfrm>
            <a:custGeom>
              <a:avLst/>
              <a:gdLst>
                <a:gd name="T0" fmla="*/ 13 w 49"/>
                <a:gd name="T1" fmla="*/ 23 h 91"/>
                <a:gd name="T2" fmla="*/ 10 w 49"/>
                <a:gd name="T3" fmla="*/ 35 h 91"/>
                <a:gd name="T4" fmla="*/ 3 w 49"/>
                <a:gd name="T5" fmla="*/ 42 h 91"/>
                <a:gd name="T6" fmla="*/ 7 w 49"/>
                <a:gd name="T7" fmla="*/ 54 h 91"/>
                <a:gd name="T8" fmla="*/ 12 w 49"/>
                <a:gd name="T9" fmla="*/ 62 h 91"/>
                <a:gd name="T10" fmla="*/ 21 w 49"/>
                <a:gd name="T11" fmla="*/ 68 h 91"/>
                <a:gd name="T12" fmla="*/ 26 w 49"/>
                <a:gd name="T13" fmla="*/ 88 h 91"/>
                <a:gd name="T14" fmla="*/ 27 w 49"/>
                <a:gd name="T15" fmla="*/ 91 h 91"/>
                <a:gd name="T16" fmla="*/ 32 w 49"/>
                <a:gd name="T17" fmla="*/ 87 h 91"/>
                <a:gd name="T18" fmla="*/ 34 w 49"/>
                <a:gd name="T19" fmla="*/ 78 h 91"/>
                <a:gd name="T20" fmla="*/ 35 w 49"/>
                <a:gd name="T21" fmla="*/ 73 h 91"/>
                <a:gd name="T22" fmla="*/ 43 w 49"/>
                <a:gd name="T23" fmla="*/ 65 h 91"/>
                <a:gd name="T24" fmla="*/ 48 w 49"/>
                <a:gd name="T25" fmla="*/ 61 h 91"/>
                <a:gd name="T26" fmla="*/ 49 w 49"/>
                <a:gd name="T27" fmla="*/ 55 h 91"/>
                <a:gd name="T28" fmla="*/ 44 w 49"/>
                <a:gd name="T29" fmla="*/ 51 h 91"/>
                <a:gd name="T30" fmla="*/ 40 w 49"/>
                <a:gd name="T31" fmla="*/ 47 h 91"/>
                <a:gd name="T32" fmla="*/ 31 w 49"/>
                <a:gd name="T33" fmla="*/ 43 h 91"/>
                <a:gd name="T34" fmla="*/ 40 w 49"/>
                <a:gd name="T35" fmla="*/ 35 h 91"/>
                <a:gd name="T36" fmla="*/ 40 w 49"/>
                <a:gd name="T37" fmla="*/ 20 h 91"/>
                <a:gd name="T38" fmla="*/ 42 w 49"/>
                <a:gd name="T39" fmla="*/ 10 h 91"/>
                <a:gd name="T40" fmla="*/ 40 w 49"/>
                <a:gd name="T41" fmla="*/ 6 h 91"/>
                <a:gd name="T42" fmla="*/ 35 w 49"/>
                <a:gd name="T43" fmla="*/ 4 h 91"/>
                <a:gd name="T44" fmla="*/ 20 w 49"/>
                <a:gd name="T45" fmla="*/ 4 h 91"/>
                <a:gd name="T46" fmla="*/ 13 w 49"/>
                <a:gd name="T47" fmla="*/ 5 h 91"/>
                <a:gd name="T48" fmla="*/ 13 w 49"/>
                <a:gd name="T49" fmla="*/ 23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9"/>
                <a:gd name="T76" fmla="*/ 0 h 91"/>
                <a:gd name="T77" fmla="*/ 49 w 49"/>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9" h="91">
                  <a:moveTo>
                    <a:pt x="13" y="23"/>
                  </a:moveTo>
                  <a:cubicBezTo>
                    <a:pt x="16" y="27"/>
                    <a:pt x="13" y="34"/>
                    <a:pt x="10" y="35"/>
                  </a:cubicBezTo>
                  <a:cubicBezTo>
                    <a:pt x="7" y="36"/>
                    <a:pt x="5" y="42"/>
                    <a:pt x="3" y="42"/>
                  </a:cubicBezTo>
                  <a:cubicBezTo>
                    <a:pt x="0" y="42"/>
                    <a:pt x="3" y="52"/>
                    <a:pt x="7" y="54"/>
                  </a:cubicBezTo>
                  <a:cubicBezTo>
                    <a:pt x="12" y="56"/>
                    <a:pt x="12" y="60"/>
                    <a:pt x="12" y="62"/>
                  </a:cubicBezTo>
                  <a:cubicBezTo>
                    <a:pt x="12" y="64"/>
                    <a:pt x="19" y="66"/>
                    <a:pt x="21" y="68"/>
                  </a:cubicBezTo>
                  <a:cubicBezTo>
                    <a:pt x="23" y="71"/>
                    <a:pt x="26" y="84"/>
                    <a:pt x="26" y="88"/>
                  </a:cubicBezTo>
                  <a:cubicBezTo>
                    <a:pt x="26" y="89"/>
                    <a:pt x="26" y="90"/>
                    <a:pt x="27" y="91"/>
                  </a:cubicBezTo>
                  <a:cubicBezTo>
                    <a:pt x="29" y="90"/>
                    <a:pt x="31" y="89"/>
                    <a:pt x="32" y="87"/>
                  </a:cubicBezTo>
                  <a:cubicBezTo>
                    <a:pt x="33" y="84"/>
                    <a:pt x="34" y="79"/>
                    <a:pt x="34" y="78"/>
                  </a:cubicBezTo>
                  <a:cubicBezTo>
                    <a:pt x="33" y="77"/>
                    <a:pt x="33" y="74"/>
                    <a:pt x="35" y="73"/>
                  </a:cubicBezTo>
                  <a:cubicBezTo>
                    <a:pt x="36" y="72"/>
                    <a:pt x="42" y="65"/>
                    <a:pt x="43" y="65"/>
                  </a:cubicBezTo>
                  <a:cubicBezTo>
                    <a:pt x="45" y="64"/>
                    <a:pt x="48" y="65"/>
                    <a:pt x="48" y="61"/>
                  </a:cubicBezTo>
                  <a:cubicBezTo>
                    <a:pt x="48" y="60"/>
                    <a:pt x="48" y="58"/>
                    <a:pt x="49" y="55"/>
                  </a:cubicBezTo>
                  <a:cubicBezTo>
                    <a:pt x="46" y="54"/>
                    <a:pt x="44" y="52"/>
                    <a:pt x="44" y="51"/>
                  </a:cubicBezTo>
                  <a:cubicBezTo>
                    <a:pt x="44" y="49"/>
                    <a:pt x="41" y="45"/>
                    <a:pt x="40" y="47"/>
                  </a:cubicBezTo>
                  <a:cubicBezTo>
                    <a:pt x="38" y="49"/>
                    <a:pt x="32" y="47"/>
                    <a:pt x="31" y="43"/>
                  </a:cubicBezTo>
                  <a:cubicBezTo>
                    <a:pt x="30" y="39"/>
                    <a:pt x="35" y="39"/>
                    <a:pt x="40" y="35"/>
                  </a:cubicBezTo>
                  <a:cubicBezTo>
                    <a:pt x="44" y="31"/>
                    <a:pt x="45" y="24"/>
                    <a:pt x="40" y="20"/>
                  </a:cubicBezTo>
                  <a:cubicBezTo>
                    <a:pt x="35" y="16"/>
                    <a:pt x="38" y="14"/>
                    <a:pt x="42" y="10"/>
                  </a:cubicBezTo>
                  <a:cubicBezTo>
                    <a:pt x="45" y="7"/>
                    <a:pt x="42" y="5"/>
                    <a:pt x="40" y="6"/>
                  </a:cubicBezTo>
                  <a:cubicBezTo>
                    <a:pt x="39" y="8"/>
                    <a:pt x="36" y="8"/>
                    <a:pt x="35" y="4"/>
                  </a:cubicBezTo>
                  <a:cubicBezTo>
                    <a:pt x="35" y="0"/>
                    <a:pt x="24" y="0"/>
                    <a:pt x="20" y="4"/>
                  </a:cubicBezTo>
                  <a:cubicBezTo>
                    <a:pt x="18" y="5"/>
                    <a:pt x="16" y="5"/>
                    <a:pt x="13" y="5"/>
                  </a:cubicBezTo>
                  <a:cubicBezTo>
                    <a:pt x="12" y="12"/>
                    <a:pt x="12" y="20"/>
                    <a:pt x="13" y="23"/>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0" name="Freeform 16"/>
            <p:cNvSpPr>
              <a:spLocks noChangeArrowheads="1"/>
            </p:cNvSpPr>
            <p:nvPr/>
          </p:nvSpPr>
          <p:spPr bwMode="auto">
            <a:xfrm>
              <a:off x="3457587" y="1625602"/>
              <a:ext cx="449265" cy="430214"/>
            </a:xfrm>
            <a:custGeom>
              <a:avLst/>
              <a:gdLst>
                <a:gd name="T0" fmla="*/ 81 w 235"/>
                <a:gd name="T1" fmla="*/ 43 h 225"/>
                <a:gd name="T2" fmla="*/ 82 w 235"/>
                <a:gd name="T3" fmla="*/ 53 h 225"/>
                <a:gd name="T4" fmla="*/ 86 w 235"/>
                <a:gd name="T5" fmla="*/ 61 h 225"/>
                <a:gd name="T6" fmla="*/ 84 w 235"/>
                <a:gd name="T7" fmla="*/ 65 h 225"/>
                <a:gd name="T8" fmla="*/ 67 w 235"/>
                <a:gd name="T9" fmla="*/ 66 h 225"/>
                <a:gd name="T10" fmla="*/ 61 w 235"/>
                <a:gd name="T11" fmla="*/ 70 h 225"/>
                <a:gd name="T12" fmla="*/ 57 w 235"/>
                <a:gd name="T13" fmla="*/ 73 h 225"/>
                <a:gd name="T14" fmla="*/ 55 w 235"/>
                <a:gd name="T15" fmla="*/ 80 h 225"/>
                <a:gd name="T16" fmla="*/ 50 w 235"/>
                <a:gd name="T17" fmla="*/ 83 h 225"/>
                <a:gd name="T18" fmla="*/ 42 w 235"/>
                <a:gd name="T19" fmla="*/ 86 h 225"/>
                <a:gd name="T20" fmla="*/ 36 w 235"/>
                <a:gd name="T21" fmla="*/ 93 h 225"/>
                <a:gd name="T22" fmla="*/ 26 w 235"/>
                <a:gd name="T23" fmla="*/ 95 h 225"/>
                <a:gd name="T24" fmla="*/ 19 w 235"/>
                <a:gd name="T25" fmla="*/ 97 h 225"/>
                <a:gd name="T26" fmla="*/ 1 w 235"/>
                <a:gd name="T27" fmla="*/ 109 h 225"/>
                <a:gd name="T28" fmla="*/ 1 w 235"/>
                <a:gd name="T29" fmla="*/ 124 h 225"/>
                <a:gd name="T30" fmla="*/ 3 w 235"/>
                <a:gd name="T31" fmla="*/ 126 h 225"/>
                <a:gd name="T32" fmla="*/ 112 w 235"/>
                <a:gd name="T33" fmla="*/ 199 h 225"/>
                <a:gd name="T34" fmla="*/ 120 w 235"/>
                <a:gd name="T35" fmla="*/ 209 h 225"/>
                <a:gd name="T36" fmla="*/ 132 w 235"/>
                <a:gd name="T37" fmla="*/ 213 h 225"/>
                <a:gd name="T38" fmla="*/ 138 w 235"/>
                <a:gd name="T39" fmla="*/ 225 h 225"/>
                <a:gd name="T40" fmla="*/ 149 w 235"/>
                <a:gd name="T41" fmla="*/ 223 h 225"/>
                <a:gd name="T42" fmla="*/ 166 w 235"/>
                <a:gd name="T43" fmla="*/ 217 h 225"/>
                <a:gd name="T44" fmla="*/ 187 w 235"/>
                <a:gd name="T45" fmla="*/ 201 h 225"/>
                <a:gd name="T46" fmla="*/ 235 w 235"/>
                <a:gd name="T47" fmla="*/ 171 h 225"/>
                <a:gd name="T48" fmla="*/ 235 w 235"/>
                <a:gd name="T49" fmla="*/ 171 h 225"/>
                <a:gd name="T50" fmla="*/ 230 w 235"/>
                <a:gd name="T51" fmla="*/ 161 h 225"/>
                <a:gd name="T52" fmla="*/ 221 w 235"/>
                <a:gd name="T53" fmla="*/ 158 h 225"/>
                <a:gd name="T54" fmla="*/ 214 w 235"/>
                <a:gd name="T55" fmla="*/ 154 h 225"/>
                <a:gd name="T56" fmla="*/ 212 w 235"/>
                <a:gd name="T57" fmla="*/ 145 h 225"/>
                <a:gd name="T58" fmla="*/ 207 w 235"/>
                <a:gd name="T59" fmla="*/ 138 h 225"/>
                <a:gd name="T60" fmla="*/ 212 w 235"/>
                <a:gd name="T61" fmla="*/ 133 h 225"/>
                <a:gd name="T62" fmla="*/ 211 w 235"/>
                <a:gd name="T63" fmla="*/ 127 h 225"/>
                <a:gd name="T64" fmla="*/ 211 w 235"/>
                <a:gd name="T65" fmla="*/ 120 h 225"/>
                <a:gd name="T66" fmla="*/ 211 w 235"/>
                <a:gd name="T67" fmla="*/ 113 h 225"/>
                <a:gd name="T68" fmla="*/ 212 w 235"/>
                <a:gd name="T69" fmla="*/ 101 h 225"/>
                <a:gd name="T70" fmla="*/ 207 w 235"/>
                <a:gd name="T71" fmla="*/ 91 h 225"/>
                <a:gd name="T72" fmla="*/ 209 w 235"/>
                <a:gd name="T73" fmla="*/ 88 h 225"/>
                <a:gd name="T74" fmla="*/ 208 w 235"/>
                <a:gd name="T75" fmla="*/ 85 h 225"/>
                <a:gd name="T76" fmla="*/ 203 w 235"/>
                <a:gd name="T77" fmla="*/ 65 h 225"/>
                <a:gd name="T78" fmla="*/ 194 w 235"/>
                <a:gd name="T79" fmla="*/ 59 h 225"/>
                <a:gd name="T80" fmla="*/ 189 w 235"/>
                <a:gd name="T81" fmla="*/ 51 h 225"/>
                <a:gd name="T82" fmla="*/ 185 w 235"/>
                <a:gd name="T83" fmla="*/ 39 h 225"/>
                <a:gd name="T84" fmla="*/ 192 w 235"/>
                <a:gd name="T85" fmla="*/ 32 h 225"/>
                <a:gd name="T86" fmla="*/ 195 w 235"/>
                <a:gd name="T87" fmla="*/ 20 h 225"/>
                <a:gd name="T88" fmla="*/ 195 w 235"/>
                <a:gd name="T89" fmla="*/ 2 h 225"/>
                <a:gd name="T90" fmla="*/ 185 w 235"/>
                <a:gd name="T91" fmla="*/ 0 h 225"/>
                <a:gd name="T92" fmla="*/ 173 w 235"/>
                <a:gd name="T93" fmla="*/ 1 h 225"/>
                <a:gd name="T94" fmla="*/ 158 w 235"/>
                <a:gd name="T95" fmla="*/ 5 h 225"/>
                <a:gd name="T96" fmla="*/ 115 w 235"/>
                <a:gd name="T97" fmla="*/ 7 h 225"/>
                <a:gd name="T98" fmla="*/ 98 w 235"/>
                <a:gd name="T99" fmla="*/ 16 h 225"/>
                <a:gd name="T100" fmla="*/ 80 w 235"/>
                <a:gd name="T101" fmla="*/ 26 h 225"/>
                <a:gd name="T102" fmla="*/ 76 w 235"/>
                <a:gd name="T103" fmla="*/ 27 h 225"/>
                <a:gd name="T104" fmla="*/ 78 w 235"/>
                <a:gd name="T105" fmla="*/ 31 h 225"/>
                <a:gd name="T106" fmla="*/ 81 w 235"/>
                <a:gd name="T107" fmla="*/ 43 h 22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35"/>
                <a:gd name="T163" fmla="*/ 0 h 225"/>
                <a:gd name="T164" fmla="*/ 235 w 235"/>
                <a:gd name="T165" fmla="*/ 225 h 22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35" h="225">
                  <a:moveTo>
                    <a:pt x="81" y="43"/>
                  </a:moveTo>
                  <a:cubicBezTo>
                    <a:pt x="81" y="47"/>
                    <a:pt x="80" y="53"/>
                    <a:pt x="82" y="53"/>
                  </a:cubicBezTo>
                  <a:cubicBezTo>
                    <a:pt x="84" y="53"/>
                    <a:pt x="86" y="59"/>
                    <a:pt x="86" y="61"/>
                  </a:cubicBezTo>
                  <a:cubicBezTo>
                    <a:pt x="87" y="62"/>
                    <a:pt x="86" y="65"/>
                    <a:pt x="84" y="65"/>
                  </a:cubicBezTo>
                  <a:cubicBezTo>
                    <a:pt x="81" y="65"/>
                    <a:pt x="67" y="64"/>
                    <a:pt x="67" y="66"/>
                  </a:cubicBezTo>
                  <a:cubicBezTo>
                    <a:pt x="67" y="68"/>
                    <a:pt x="64" y="70"/>
                    <a:pt x="61" y="70"/>
                  </a:cubicBezTo>
                  <a:cubicBezTo>
                    <a:pt x="57" y="70"/>
                    <a:pt x="57" y="69"/>
                    <a:pt x="57" y="73"/>
                  </a:cubicBezTo>
                  <a:cubicBezTo>
                    <a:pt x="56" y="76"/>
                    <a:pt x="58" y="80"/>
                    <a:pt x="55" y="80"/>
                  </a:cubicBezTo>
                  <a:cubicBezTo>
                    <a:pt x="53" y="80"/>
                    <a:pt x="54" y="83"/>
                    <a:pt x="50" y="83"/>
                  </a:cubicBezTo>
                  <a:cubicBezTo>
                    <a:pt x="47" y="83"/>
                    <a:pt x="42" y="83"/>
                    <a:pt x="42" y="86"/>
                  </a:cubicBezTo>
                  <a:cubicBezTo>
                    <a:pt x="42" y="89"/>
                    <a:pt x="40" y="92"/>
                    <a:pt x="36" y="93"/>
                  </a:cubicBezTo>
                  <a:cubicBezTo>
                    <a:pt x="32" y="93"/>
                    <a:pt x="26" y="92"/>
                    <a:pt x="26" y="95"/>
                  </a:cubicBezTo>
                  <a:cubicBezTo>
                    <a:pt x="26" y="98"/>
                    <a:pt x="21" y="96"/>
                    <a:pt x="19" y="97"/>
                  </a:cubicBezTo>
                  <a:cubicBezTo>
                    <a:pt x="16" y="99"/>
                    <a:pt x="1" y="107"/>
                    <a:pt x="1" y="109"/>
                  </a:cubicBezTo>
                  <a:cubicBezTo>
                    <a:pt x="0" y="110"/>
                    <a:pt x="1" y="117"/>
                    <a:pt x="1" y="124"/>
                  </a:cubicBezTo>
                  <a:cubicBezTo>
                    <a:pt x="1" y="125"/>
                    <a:pt x="2" y="126"/>
                    <a:pt x="3" y="126"/>
                  </a:cubicBezTo>
                  <a:cubicBezTo>
                    <a:pt x="9" y="129"/>
                    <a:pt x="109" y="196"/>
                    <a:pt x="112" y="199"/>
                  </a:cubicBezTo>
                  <a:cubicBezTo>
                    <a:pt x="116" y="202"/>
                    <a:pt x="120" y="209"/>
                    <a:pt x="120" y="209"/>
                  </a:cubicBezTo>
                  <a:cubicBezTo>
                    <a:pt x="120" y="209"/>
                    <a:pt x="127" y="210"/>
                    <a:pt x="132" y="213"/>
                  </a:cubicBezTo>
                  <a:cubicBezTo>
                    <a:pt x="138" y="217"/>
                    <a:pt x="138" y="225"/>
                    <a:pt x="138" y="225"/>
                  </a:cubicBezTo>
                  <a:cubicBezTo>
                    <a:pt x="138" y="225"/>
                    <a:pt x="145" y="224"/>
                    <a:pt x="149" y="223"/>
                  </a:cubicBezTo>
                  <a:cubicBezTo>
                    <a:pt x="153" y="222"/>
                    <a:pt x="166" y="217"/>
                    <a:pt x="166" y="217"/>
                  </a:cubicBezTo>
                  <a:cubicBezTo>
                    <a:pt x="187" y="201"/>
                    <a:pt x="187" y="201"/>
                    <a:pt x="187" y="201"/>
                  </a:cubicBezTo>
                  <a:cubicBezTo>
                    <a:pt x="235" y="171"/>
                    <a:pt x="235" y="171"/>
                    <a:pt x="235" y="171"/>
                  </a:cubicBezTo>
                  <a:cubicBezTo>
                    <a:pt x="235" y="171"/>
                    <a:pt x="235" y="171"/>
                    <a:pt x="235" y="171"/>
                  </a:cubicBezTo>
                  <a:cubicBezTo>
                    <a:pt x="234" y="165"/>
                    <a:pt x="232" y="161"/>
                    <a:pt x="230" y="161"/>
                  </a:cubicBezTo>
                  <a:cubicBezTo>
                    <a:pt x="227" y="161"/>
                    <a:pt x="225" y="158"/>
                    <a:pt x="221" y="158"/>
                  </a:cubicBezTo>
                  <a:cubicBezTo>
                    <a:pt x="218" y="158"/>
                    <a:pt x="214" y="157"/>
                    <a:pt x="214" y="154"/>
                  </a:cubicBezTo>
                  <a:cubicBezTo>
                    <a:pt x="213" y="151"/>
                    <a:pt x="215" y="149"/>
                    <a:pt x="212" y="145"/>
                  </a:cubicBezTo>
                  <a:cubicBezTo>
                    <a:pt x="210" y="141"/>
                    <a:pt x="207" y="140"/>
                    <a:pt x="207" y="138"/>
                  </a:cubicBezTo>
                  <a:cubicBezTo>
                    <a:pt x="207" y="136"/>
                    <a:pt x="212" y="133"/>
                    <a:pt x="212" y="133"/>
                  </a:cubicBezTo>
                  <a:cubicBezTo>
                    <a:pt x="213" y="132"/>
                    <a:pt x="211" y="129"/>
                    <a:pt x="211" y="127"/>
                  </a:cubicBezTo>
                  <a:cubicBezTo>
                    <a:pt x="211" y="126"/>
                    <a:pt x="209" y="122"/>
                    <a:pt x="211" y="120"/>
                  </a:cubicBezTo>
                  <a:cubicBezTo>
                    <a:pt x="212" y="118"/>
                    <a:pt x="213" y="116"/>
                    <a:pt x="211" y="113"/>
                  </a:cubicBezTo>
                  <a:cubicBezTo>
                    <a:pt x="210" y="109"/>
                    <a:pt x="214" y="106"/>
                    <a:pt x="212" y="101"/>
                  </a:cubicBezTo>
                  <a:cubicBezTo>
                    <a:pt x="210" y="96"/>
                    <a:pt x="206" y="92"/>
                    <a:pt x="207" y="91"/>
                  </a:cubicBezTo>
                  <a:cubicBezTo>
                    <a:pt x="207" y="90"/>
                    <a:pt x="208" y="89"/>
                    <a:pt x="209" y="88"/>
                  </a:cubicBezTo>
                  <a:cubicBezTo>
                    <a:pt x="208" y="87"/>
                    <a:pt x="208" y="86"/>
                    <a:pt x="208" y="85"/>
                  </a:cubicBezTo>
                  <a:cubicBezTo>
                    <a:pt x="208" y="81"/>
                    <a:pt x="205" y="68"/>
                    <a:pt x="203" y="65"/>
                  </a:cubicBezTo>
                  <a:cubicBezTo>
                    <a:pt x="201" y="63"/>
                    <a:pt x="194" y="61"/>
                    <a:pt x="194" y="59"/>
                  </a:cubicBezTo>
                  <a:cubicBezTo>
                    <a:pt x="194" y="57"/>
                    <a:pt x="194" y="53"/>
                    <a:pt x="189" y="51"/>
                  </a:cubicBezTo>
                  <a:cubicBezTo>
                    <a:pt x="185" y="49"/>
                    <a:pt x="182" y="39"/>
                    <a:pt x="185" y="39"/>
                  </a:cubicBezTo>
                  <a:cubicBezTo>
                    <a:pt x="187" y="39"/>
                    <a:pt x="189" y="33"/>
                    <a:pt x="192" y="32"/>
                  </a:cubicBezTo>
                  <a:cubicBezTo>
                    <a:pt x="195" y="31"/>
                    <a:pt x="198" y="24"/>
                    <a:pt x="195" y="20"/>
                  </a:cubicBezTo>
                  <a:cubicBezTo>
                    <a:pt x="194" y="17"/>
                    <a:pt x="194" y="9"/>
                    <a:pt x="195" y="2"/>
                  </a:cubicBezTo>
                  <a:cubicBezTo>
                    <a:pt x="191" y="2"/>
                    <a:pt x="186" y="1"/>
                    <a:pt x="185" y="0"/>
                  </a:cubicBezTo>
                  <a:cubicBezTo>
                    <a:pt x="183" y="0"/>
                    <a:pt x="177" y="1"/>
                    <a:pt x="173" y="1"/>
                  </a:cubicBezTo>
                  <a:cubicBezTo>
                    <a:pt x="170" y="2"/>
                    <a:pt x="161" y="7"/>
                    <a:pt x="158" y="5"/>
                  </a:cubicBezTo>
                  <a:cubicBezTo>
                    <a:pt x="155" y="2"/>
                    <a:pt x="124" y="7"/>
                    <a:pt x="115" y="7"/>
                  </a:cubicBezTo>
                  <a:cubicBezTo>
                    <a:pt x="107" y="7"/>
                    <a:pt x="103" y="16"/>
                    <a:pt x="98" y="16"/>
                  </a:cubicBezTo>
                  <a:cubicBezTo>
                    <a:pt x="93" y="16"/>
                    <a:pt x="85" y="21"/>
                    <a:pt x="80" y="26"/>
                  </a:cubicBezTo>
                  <a:cubicBezTo>
                    <a:pt x="79" y="27"/>
                    <a:pt x="78" y="27"/>
                    <a:pt x="76" y="27"/>
                  </a:cubicBezTo>
                  <a:cubicBezTo>
                    <a:pt x="77" y="29"/>
                    <a:pt x="77" y="30"/>
                    <a:pt x="78" y="31"/>
                  </a:cubicBezTo>
                  <a:cubicBezTo>
                    <a:pt x="80" y="34"/>
                    <a:pt x="81" y="38"/>
                    <a:pt x="81" y="43"/>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1" name="Freeform 17"/>
            <p:cNvSpPr>
              <a:spLocks noChangeArrowheads="1"/>
            </p:cNvSpPr>
            <p:nvPr/>
          </p:nvSpPr>
          <p:spPr bwMode="auto">
            <a:xfrm>
              <a:off x="3851288" y="1724027"/>
              <a:ext cx="328614" cy="315914"/>
            </a:xfrm>
            <a:custGeom>
              <a:avLst/>
              <a:gdLst>
                <a:gd name="T0" fmla="*/ 19 w 172"/>
                <a:gd name="T1" fmla="*/ 10 h 165"/>
                <a:gd name="T2" fmla="*/ 11 w 172"/>
                <a:gd name="T3" fmla="*/ 18 h 165"/>
                <a:gd name="T4" fmla="*/ 10 w 172"/>
                <a:gd name="T5" fmla="*/ 23 h 165"/>
                <a:gd name="T6" fmla="*/ 8 w 172"/>
                <a:gd name="T7" fmla="*/ 32 h 165"/>
                <a:gd name="T8" fmla="*/ 1 w 172"/>
                <a:gd name="T9" fmla="*/ 39 h 165"/>
                <a:gd name="T10" fmla="*/ 6 w 172"/>
                <a:gd name="T11" fmla="*/ 49 h 165"/>
                <a:gd name="T12" fmla="*/ 5 w 172"/>
                <a:gd name="T13" fmla="*/ 61 h 165"/>
                <a:gd name="T14" fmla="*/ 5 w 172"/>
                <a:gd name="T15" fmla="*/ 68 h 165"/>
                <a:gd name="T16" fmla="*/ 5 w 172"/>
                <a:gd name="T17" fmla="*/ 75 h 165"/>
                <a:gd name="T18" fmla="*/ 6 w 172"/>
                <a:gd name="T19" fmla="*/ 81 h 165"/>
                <a:gd name="T20" fmla="*/ 1 w 172"/>
                <a:gd name="T21" fmla="*/ 86 h 165"/>
                <a:gd name="T22" fmla="*/ 6 w 172"/>
                <a:gd name="T23" fmla="*/ 93 h 165"/>
                <a:gd name="T24" fmla="*/ 8 w 172"/>
                <a:gd name="T25" fmla="*/ 102 h 165"/>
                <a:gd name="T26" fmla="*/ 15 w 172"/>
                <a:gd name="T27" fmla="*/ 106 h 165"/>
                <a:gd name="T28" fmla="*/ 24 w 172"/>
                <a:gd name="T29" fmla="*/ 109 h 165"/>
                <a:gd name="T30" fmla="*/ 29 w 172"/>
                <a:gd name="T31" fmla="*/ 119 h 165"/>
                <a:gd name="T32" fmla="*/ 46 w 172"/>
                <a:gd name="T33" fmla="*/ 122 h 165"/>
                <a:gd name="T34" fmla="*/ 53 w 172"/>
                <a:gd name="T35" fmla="*/ 129 h 165"/>
                <a:gd name="T36" fmla="*/ 72 w 172"/>
                <a:gd name="T37" fmla="*/ 119 h 165"/>
                <a:gd name="T38" fmla="*/ 158 w 172"/>
                <a:gd name="T39" fmla="*/ 165 h 165"/>
                <a:gd name="T40" fmla="*/ 158 w 172"/>
                <a:gd name="T41" fmla="*/ 159 h 165"/>
                <a:gd name="T42" fmla="*/ 169 w 172"/>
                <a:gd name="T43" fmla="*/ 159 h 165"/>
                <a:gd name="T44" fmla="*/ 169 w 172"/>
                <a:gd name="T45" fmla="*/ 48 h 165"/>
                <a:gd name="T46" fmla="*/ 169 w 172"/>
                <a:gd name="T47" fmla="*/ 32 h 165"/>
                <a:gd name="T48" fmla="*/ 170 w 172"/>
                <a:gd name="T49" fmla="*/ 18 h 165"/>
                <a:gd name="T50" fmla="*/ 171 w 172"/>
                <a:gd name="T51" fmla="*/ 15 h 165"/>
                <a:gd name="T52" fmla="*/ 171 w 172"/>
                <a:gd name="T53" fmla="*/ 15 h 165"/>
                <a:gd name="T54" fmla="*/ 156 w 172"/>
                <a:gd name="T55" fmla="*/ 11 h 165"/>
                <a:gd name="T56" fmla="*/ 138 w 172"/>
                <a:gd name="T57" fmla="*/ 2 h 165"/>
                <a:gd name="T58" fmla="*/ 113 w 172"/>
                <a:gd name="T59" fmla="*/ 15 h 165"/>
                <a:gd name="T60" fmla="*/ 115 w 172"/>
                <a:gd name="T61" fmla="*/ 29 h 165"/>
                <a:gd name="T62" fmla="*/ 97 w 172"/>
                <a:gd name="T63" fmla="*/ 29 h 165"/>
                <a:gd name="T64" fmla="*/ 77 w 172"/>
                <a:gd name="T65" fmla="*/ 22 h 165"/>
                <a:gd name="T66" fmla="*/ 65 w 172"/>
                <a:gd name="T67" fmla="*/ 14 h 165"/>
                <a:gd name="T68" fmla="*/ 58 w 172"/>
                <a:gd name="T69" fmla="*/ 7 h 165"/>
                <a:gd name="T70" fmla="*/ 38 w 172"/>
                <a:gd name="T71" fmla="*/ 3 h 165"/>
                <a:gd name="T72" fmla="*/ 25 w 172"/>
                <a:gd name="T73" fmla="*/ 0 h 165"/>
                <a:gd name="T74" fmla="*/ 24 w 172"/>
                <a:gd name="T75" fmla="*/ 6 h 165"/>
                <a:gd name="T76" fmla="*/ 19 w 172"/>
                <a:gd name="T77" fmla="*/ 10 h 16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72"/>
                <a:gd name="T118" fmla="*/ 0 h 165"/>
                <a:gd name="T119" fmla="*/ 172 w 172"/>
                <a:gd name="T120" fmla="*/ 165 h 16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72" h="165">
                  <a:moveTo>
                    <a:pt x="19" y="10"/>
                  </a:moveTo>
                  <a:cubicBezTo>
                    <a:pt x="18" y="10"/>
                    <a:pt x="12" y="17"/>
                    <a:pt x="11" y="18"/>
                  </a:cubicBezTo>
                  <a:cubicBezTo>
                    <a:pt x="9" y="19"/>
                    <a:pt x="9" y="22"/>
                    <a:pt x="10" y="23"/>
                  </a:cubicBezTo>
                  <a:cubicBezTo>
                    <a:pt x="10" y="24"/>
                    <a:pt x="9" y="29"/>
                    <a:pt x="8" y="32"/>
                  </a:cubicBezTo>
                  <a:cubicBezTo>
                    <a:pt x="6" y="35"/>
                    <a:pt x="1" y="37"/>
                    <a:pt x="1" y="39"/>
                  </a:cubicBezTo>
                  <a:cubicBezTo>
                    <a:pt x="0" y="40"/>
                    <a:pt x="4" y="44"/>
                    <a:pt x="6" y="49"/>
                  </a:cubicBezTo>
                  <a:cubicBezTo>
                    <a:pt x="8" y="54"/>
                    <a:pt x="4" y="57"/>
                    <a:pt x="5" y="61"/>
                  </a:cubicBezTo>
                  <a:cubicBezTo>
                    <a:pt x="7" y="64"/>
                    <a:pt x="6" y="66"/>
                    <a:pt x="5" y="68"/>
                  </a:cubicBezTo>
                  <a:cubicBezTo>
                    <a:pt x="3" y="70"/>
                    <a:pt x="5" y="74"/>
                    <a:pt x="5" y="75"/>
                  </a:cubicBezTo>
                  <a:cubicBezTo>
                    <a:pt x="5" y="77"/>
                    <a:pt x="7" y="80"/>
                    <a:pt x="6" y="81"/>
                  </a:cubicBezTo>
                  <a:cubicBezTo>
                    <a:pt x="6" y="81"/>
                    <a:pt x="1" y="84"/>
                    <a:pt x="1" y="86"/>
                  </a:cubicBezTo>
                  <a:cubicBezTo>
                    <a:pt x="1" y="88"/>
                    <a:pt x="4" y="89"/>
                    <a:pt x="6" y="93"/>
                  </a:cubicBezTo>
                  <a:cubicBezTo>
                    <a:pt x="9" y="97"/>
                    <a:pt x="7" y="99"/>
                    <a:pt x="8" y="102"/>
                  </a:cubicBezTo>
                  <a:cubicBezTo>
                    <a:pt x="8" y="105"/>
                    <a:pt x="12" y="106"/>
                    <a:pt x="15" y="106"/>
                  </a:cubicBezTo>
                  <a:cubicBezTo>
                    <a:pt x="19" y="106"/>
                    <a:pt x="21" y="109"/>
                    <a:pt x="24" y="109"/>
                  </a:cubicBezTo>
                  <a:cubicBezTo>
                    <a:pt x="26" y="109"/>
                    <a:pt x="28" y="113"/>
                    <a:pt x="29" y="119"/>
                  </a:cubicBezTo>
                  <a:cubicBezTo>
                    <a:pt x="31" y="119"/>
                    <a:pt x="41" y="119"/>
                    <a:pt x="46" y="122"/>
                  </a:cubicBezTo>
                  <a:cubicBezTo>
                    <a:pt x="51" y="125"/>
                    <a:pt x="53" y="129"/>
                    <a:pt x="53" y="129"/>
                  </a:cubicBezTo>
                  <a:cubicBezTo>
                    <a:pt x="72" y="119"/>
                    <a:pt x="72" y="119"/>
                    <a:pt x="72" y="119"/>
                  </a:cubicBezTo>
                  <a:cubicBezTo>
                    <a:pt x="158" y="165"/>
                    <a:pt x="158" y="165"/>
                    <a:pt x="158" y="165"/>
                  </a:cubicBezTo>
                  <a:cubicBezTo>
                    <a:pt x="158" y="159"/>
                    <a:pt x="158" y="159"/>
                    <a:pt x="158" y="159"/>
                  </a:cubicBezTo>
                  <a:cubicBezTo>
                    <a:pt x="169" y="159"/>
                    <a:pt x="169" y="159"/>
                    <a:pt x="169" y="159"/>
                  </a:cubicBezTo>
                  <a:cubicBezTo>
                    <a:pt x="169" y="159"/>
                    <a:pt x="169" y="56"/>
                    <a:pt x="169" y="48"/>
                  </a:cubicBezTo>
                  <a:cubicBezTo>
                    <a:pt x="169" y="41"/>
                    <a:pt x="165" y="36"/>
                    <a:pt x="169" y="32"/>
                  </a:cubicBezTo>
                  <a:cubicBezTo>
                    <a:pt x="172" y="27"/>
                    <a:pt x="167" y="25"/>
                    <a:pt x="170" y="18"/>
                  </a:cubicBezTo>
                  <a:cubicBezTo>
                    <a:pt x="170" y="17"/>
                    <a:pt x="171" y="16"/>
                    <a:pt x="171" y="15"/>
                  </a:cubicBezTo>
                  <a:cubicBezTo>
                    <a:pt x="171" y="15"/>
                    <a:pt x="171" y="15"/>
                    <a:pt x="171" y="15"/>
                  </a:cubicBezTo>
                  <a:cubicBezTo>
                    <a:pt x="170" y="12"/>
                    <a:pt x="165" y="12"/>
                    <a:pt x="156" y="11"/>
                  </a:cubicBezTo>
                  <a:cubicBezTo>
                    <a:pt x="146" y="9"/>
                    <a:pt x="149" y="2"/>
                    <a:pt x="138" y="2"/>
                  </a:cubicBezTo>
                  <a:cubicBezTo>
                    <a:pt x="127" y="1"/>
                    <a:pt x="113" y="10"/>
                    <a:pt x="113" y="15"/>
                  </a:cubicBezTo>
                  <a:cubicBezTo>
                    <a:pt x="113" y="19"/>
                    <a:pt x="118" y="24"/>
                    <a:pt x="115" y="29"/>
                  </a:cubicBezTo>
                  <a:cubicBezTo>
                    <a:pt x="111" y="34"/>
                    <a:pt x="103" y="35"/>
                    <a:pt x="97" y="29"/>
                  </a:cubicBezTo>
                  <a:cubicBezTo>
                    <a:pt x="92" y="24"/>
                    <a:pt x="83" y="22"/>
                    <a:pt x="77" y="22"/>
                  </a:cubicBezTo>
                  <a:cubicBezTo>
                    <a:pt x="70" y="22"/>
                    <a:pt x="65" y="18"/>
                    <a:pt x="65" y="14"/>
                  </a:cubicBezTo>
                  <a:cubicBezTo>
                    <a:pt x="66" y="10"/>
                    <a:pt x="64" y="9"/>
                    <a:pt x="58" y="7"/>
                  </a:cubicBezTo>
                  <a:cubicBezTo>
                    <a:pt x="52" y="6"/>
                    <a:pt x="48" y="2"/>
                    <a:pt x="38" y="3"/>
                  </a:cubicBezTo>
                  <a:cubicBezTo>
                    <a:pt x="32" y="4"/>
                    <a:pt x="28" y="2"/>
                    <a:pt x="25" y="0"/>
                  </a:cubicBezTo>
                  <a:cubicBezTo>
                    <a:pt x="24" y="3"/>
                    <a:pt x="24" y="5"/>
                    <a:pt x="24" y="6"/>
                  </a:cubicBezTo>
                  <a:cubicBezTo>
                    <a:pt x="24" y="10"/>
                    <a:pt x="21" y="9"/>
                    <a:pt x="19" y="10"/>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2" name="Freeform 18"/>
            <p:cNvSpPr>
              <a:spLocks noChangeArrowheads="1"/>
            </p:cNvSpPr>
            <p:nvPr/>
          </p:nvSpPr>
          <p:spPr bwMode="auto">
            <a:xfrm>
              <a:off x="3287724" y="2163765"/>
              <a:ext cx="61913" cy="22225"/>
            </a:xfrm>
            <a:custGeom>
              <a:avLst/>
              <a:gdLst>
                <a:gd name="T0" fmla="*/ 16 w 32"/>
                <a:gd name="T1" fmla="*/ 7 h 11"/>
                <a:gd name="T2" fmla="*/ 25 w 32"/>
                <a:gd name="T3" fmla="*/ 10 h 11"/>
                <a:gd name="T4" fmla="*/ 32 w 32"/>
                <a:gd name="T5" fmla="*/ 8 h 11"/>
                <a:gd name="T6" fmla="*/ 26 w 32"/>
                <a:gd name="T7" fmla="*/ 7 h 11"/>
                <a:gd name="T8" fmla="*/ 15 w 32"/>
                <a:gd name="T9" fmla="*/ 2 h 11"/>
                <a:gd name="T10" fmla="*/ 1 w 32"/>
                <a:gd name="T11" fmla="*/ 5 h 11"/>
                <a:gd name="T12" fmla="*/ 0 w 32"/>
                <a:gd name="T13" fmla="*/ 11 h 11"/>
                <a:gd name="T14" fmla="*/ 3 w 32"/>
                <a:gd name="T15" fmla="*/ 11 h 11"/>
                <a:gd name="T16" fmla="*/ 16 w 32"/>
                <a:gd name="T17" fmla="*/ 7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
                <a:gd name="T28" fmla="*/ 0 h 11"/>
                <a:gd name="T29" fmla="*/ 32 w 32"/>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 h="11">
                  <a:moveTo>
                    <a:pt x="16" y="7"/>
                  </a:moveTo>
                  <a:cubicBezTo>
                    <a:pt x="18" y="5"/>
                    <a:pt x="22" y="9"/>
                    <a:pt x="25" y="10"/>
                  </a:cubicBezTo>
                  <a:cubicBezTo>
                    <a:pt x="29" y="10"/>
                    <a:pt x="32" y="8"/>
                    <a:pt x="32" y="8"/>
                  </a:cubicBezTo>
                  <a:cubicBezTo>
                    <a:pt x="32" y="8"/>
                    <a:pt x="32" y="7"/>
                    <a:pt x="26" y="7"/>
                  </a:cubicBezTo>
                  <a:cubicBezTo>
                    <a:pt x="21" y="7"/>
                    <a:pt x="20" y="0"/>
                    <a:pt x="15" y="2"/>
                  </a:cubicBezTo>
                  <a:cubicBezTo>
                    <a:pt x="10" y="5"/>
                    <a:pt x="7" y="5"/>
                    <a:pt x="1" y="5"/>
                  </a:cubicBezTo>
                  <a:cubicBezTo>
                    <a:pt x="1" y="6"/>
                    <a:pt x="0" y="9"/>
                    <a:pt x="0" y="11"/>
                  </a:cubicBezTo>
                  <a:cubicBezTo>
                    <a:pt x="1" y="11"/>
                    <a:pt x="2" y="11"/>
                    <a:pt x="3" y="11"/>
                  </a:cubicBezTo>
                  <a:cubicBezTo>
                    <a:pt x="6" y="11"/>
                    <a:pt x="13" y="9"/>
                    <a:pt x="16" y="7"/>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3" name="Freeform 19"/>
            <p:cNvSpPr>
              <a:spLocks noChangeArrowheads="1"/>
            </p:cNvSpPr>
            <p:nvPr/>
          </p:nvSpPr>
          <p:spPr bwMode="auto">
            <a:xfrm>
              <a:off x="3275024" y="2105027"/>
              <a:ext cx="125413" cy="101600"/>
            </a:xfrm>
            <a:custGeom>
              <a:avLst/>
              <a:gdLst>
                <a:gd name="T0" fmla="*/ 15 w 66"/>
                <a:gd name="T1" fmla="*/ 51 h 53"/>
                <a:gd name="T2" fmla="*/ 21 w 66"/>
                <a:gd name="T3" fmla="*/ 48 h 53"/>
                <a:gd name="T4" fmla="*/ 37 w 66"/>
                <a:gd name="T5" fmla="*/ 47 h 53"/>
                <a:gd name="T6" fmla="*/ 40 w 66"/>
                <a:gd name="T7" fmla="*/ 48 h 53"/>
                <a:gd name="T8" fmla="*/ 40 w 66"/>
                <a:gd name="T9" fmla="*/ 47 h 53"/>
                <a:gd name="T10" fmla="*/ 48 w 66"/>
                <a:gd name="T11" fmla="*/ 50 h 53"/>
                <a:gd name="T12" fmla="*/ 65 w 66"/>
                <a:gd name="T13" fmla="*/ 51 h 53"/>
                <a:gd name="T14" fmla="*/ 66 w 66"/>
                <a:gd name="T15" fmla="*/ 50 h 53"/>
                <a:gd name="T16" fmla="*/ 66 w 66"/>
                <a:gd name="T17" fmla="*/ 43 h 53"/>
                <a:gd name="T18" fmla="*/ 60 w 66"/>
                <a:gd name="T19" fmla="*/ 36 h 53"/>
                <a:gd name="T20" fmla="*/ 58 w 66"/>
                <a:gd name="T21" fmla="*/ 29 h 53"/>
                <a:gd name="T22" fmla="*/ 56 w 66"/>
                <a:gd name="T23" fmla="*/ 26 h 53"/>
                <a:gd name="T24" fmla="*/ 50 w 66"/>
                <a:gd name="T25" fmla="*/ 18 h 53"/>
                <a:gd name="T26" fmla="*/ 42 w 66"/>
                <a:gd name="T27" fmla="*/ 8 h 53"/>
                <a:gd name="T28" fmla="*/ 38 w 66"/>
                <a:gd name="T29" fmla="*/ 8 h 53"/>
                <a:gd name="T30" fmla="*/ 32 w 66"/>
                <a:gd name="T31" fmla="*/ 2 h 53"/>
                <a:gd name="T32" fmla="*/ 23 w 66"/>
                <a:gd name="T33" fmla="*/ 3 h 53"/>
                <a:gd name="T34" fmla="*/ 13 w 66"/>
                <a:gd name="T35" fmla="*/ 3 h 53"/>
                <a:gd name="T36" fmla="*/ 6 w 66"/>
                <a:gd name="T37" fmla="*/ 8 h 53"/>
                <a:gd name="T38" fmla="*/ 6 w 66"/>
                <a:gd name="T39" fmla="*/ 8 h 53"/>
                <a:gd name="T40" fmla="*/ 3 w 66"/>
                <a:gd name="T41" fmla="*/ 18 h 53"/>
                <a:gd name="T42" fmla="*/ 7 w 66"/>
                <a:gd name="T43" fmla="*/ 34 h 53"/>
                <a:gd name="T44" fmla="*/ 8 w 66"/>
                <a:gd name="T45" fmla="*/ 36 h 53"/>
                <a:gd name="T46" fmla="*/ 22 w 66"/>
                <a:gd name="T47" fmla="*/ 33 h 53"/>
                <a:gd name="T48" fmla="*/ 33 w 66"/>
                <a:gd name="T49" fmla="*/ 38 h 53"/>
                <a:gd name="T50" fmla="*/ 39 w 66"/>
                <a:gd name="T51" fmla="*/ 39 h 53"/>
                <a:gd name="T52" fmla="*/ 32 w 66"/>
                <a:gd name="T53" fmla="*/ 41 h 53"/>
                <a:gd name="T54" fmla="*/ 23 w 66"/>
                <a:gd name="T55" fmla="*/ 38 h 53"/>
                <a:gd name="T56" fmla="*/ 10 w 66"/>
                <a:gd name="T57" fmla="*/ 42 h 53"/>
                <a:gd name="T58" fmla="*/ 7 w 66"/>
                <a:gd name="T59" fmla="*/ 42 h 53"/>
                <a:gd name="T60" fmla="*/ 8 w 66"/>
                <a:gd name="T61" fmla="*/ 48 h 53"/>
                <a:gd name="T62" fmla="*/ 9 w 66"/>
                <a:gd name="T63" fmla="*/ 49 h 53"/>
                <a:gd name="T64" fmla="*/ 15 w 66"/>
                <a:gd name="T65" fmla="*/ 51 h 5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
                <a:gd name="T100" fmla="*/ 0 h 53"/>
                <a:gd name="T101" fmla="*/ 66 w 66"/>
                <a:gd name="T102" fmla="*/ 53 h 5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 h="53">
                  <a:moveTo>
                    <a:pt x="15" y="51"/>
                  </a:moveTo>
                  <a:cubicBezTo>
                    <a:pt x="17" y="51"/>
                    <a:pt x="21" y="48"/>
                    <a:pt x="21" y="48"/>
                  </a:cubicBezTo>
                  <a:cubicBezTo>
                    <a:pt x="21" y="48"/>
                    <a:pt x="35" y="47"/>
                    <a:pt x="37" y="47"/>
                  </a:cubicBezTo>
                  <a:cubicBezTo>
                    <a:pt x="38" y="47"/>
                    <a:pt x="39" y="47"/>
                    <a:pt x="40" y="48"/>
                  </a:cubicBezTo>
                  <a:cubicBezTo>
                    <a:pt x="40" y="47"/>
                    <a:pt x="40" y="47"/>
                    <a:pt x="40" y="47"/>
                  </a:cubicBezTo>
                  <a:cubicBezTo>
                    <a:pt x="40" y="47"/>
                    <a:pt x="48" y="48"/>
                    <a:pt x="48" y="50"/>
                  </a:cubicBezTo>
                  <a:cubicBezTo>
                    <a:pt x="49" y="52"/>
                    <a:pt x="59" y="53"/>
                    <a:pt x="65" y="51"/>
                  </a:cubicBezTo>
                  <a:cubicBezTo>
                    <a:pt x="65" y="51"/>
                    <a:pt x="66" y="50"/>
                    <a:pt x="66" y="50"/>
                  </a:cubicBezTo>
                  <a:cubicBezTo>
                    <a:pt x="66" y="48"/>
                    <a:pt x="66" y="44"/>
                    <a:pt x="66" y="43"/>
                  </a:cubicBezTo>
                  <a:cubicBezTo>
                    <a:pt x="66" y="42"/>
                    <a:pt x="62" y="38"/>
                    <a:pt x="60" y="36"/>
                  </a:cubicBezTo>
                  <a:cubicBezTo>
                    <a:pt x="58" y="34"/>
                    <a:pt x="58" y="29"/>
                    <a:pt x="58" y="29"/>
                  </a:cubicBezTo>
                  <a:cubicBezTo>
                    <a:pt x="56" y="26"/>
                    <a:pt x="56" y="26"/>
                    <a:pt x="56" y="26"/>
                  </a:cubicBezTo>
                  <a:cubicBezTo>
                    <a:pt x="56" y="26"/>
                    <a:pt x="55" y="19"/>
                    <a:pt x="50" y="18"/>
                  </a:cubicBezTo>
                  <a:cubicBezTo>
                    <a:pt x="45" y="16"/>
                    <a:pt x="42" y="8"/>
                    <a:pt x="42" y="8"/>
                  </a:cubicBezTo>
                  <a:cubicBezTo>
                    <a:pt x="38" y="8"/>
                    <a:pt x="38" y="8"/>
                    <a:pt x="38" y="8"/>
                  </a:cubicBezTo>
                  <a:cubicBezTo>
                    <a:pt x="38" y="8"/>
                    <a:pt x="35" y="4"/>
                    <a:pt x="32" y="2"/>
                  </a:cubicBezTo>
                  <a:cubicBezTo>
                    <a:pt x="29" y="0"/>
                    <a:pt x="23" y="3"/>
                    <a:pt x="23" y="3"/>
                  </a:cubicBezTo>
                  <a:cubicBezTo>
                    <a:pt x="23" y="3"/>
                    <a:pt x="17" y="4"/>
                    <a:pt x="13" y="3"/>
                  </a:cubicBezTo>
                  <a:cubicBezTo>
                    <a:pt x="9" y="2"/>
                    <a:pt x="10" y="8"/>
                    <a:pt x="6" y="8"/>
                  </a:cubicBezTo>
                  <a:cubicBezTo>
                    <a:pt x="6" y="8"/>
                    <a:pt x="6" y="8"/>
                    <a:pt x="6" y="8"/>
                  </a:cubicBezTo>
                  <a:cubicBezTo>
                    <a:pt x="5" y="12"/>
                    <a:pt x="5" y="15"/>
                    <a:pt x="3" y="18"/>
                  </a:cubicBezTo>
                  <a:cubicBezTo>
                    <a:pt x="0" y="23"/>
                    <a:pt x="5" y="31"/>
                    <a:pt x="7" y="34"/>
                  </a:cubicBezTo>
                  <a:cubicBezTo>
                    <a:pt x="8" y="34"/>
                    <a:pt x="8" y="35"/>
                    <a:pt x="8" y="36"/>
                  </a:cubicBezTo>
                  <a:cubicBezTo>
                    <a:pt x="14" y="36"/>
                    <a:pt x="17" y="36"/>
                    <a:pt x="22" y="33"/>
                  </a:cubicBezTo>
                  <a:cubicBezTo>
                    <a:pt x="27" y="31"/>
                    <a:pt x="28" y="38"/>
                    <a:pt x="33" y="38"/>
                  </a:cubicBezTo>
                  <a:cubicBezTo>
                    <a:pt x="39" y="38"/>
                    <a:pt x="39" y="39"/>
                    <a:pt x="39" y="39"/>
                  </a:cubicBezTo>
                  <a:cubicBezTo>
                    <a:pt x="39" y="39"/>
                    <a:pt x="36" y="41"/>
                    <a:pt x="32" y="41"/>
                  </a:cubicBezTo>
                  <a:cubicBezTo>
                    <a:pt x="29" y="40"/>
                    <a:pt x="25" y="36"/>
                    <a:pt x="23" y="38"/>
                  </a:cubicBezTo>
                  <a:cubicBezTo>
                    <a:pt x="20" y="40"/>
                    <a:pt x="13" y="42"/>
                    <a:pt x="10" y="42"/>
                  </a:cubicBezTo>
                  <a:cubicBezTo>
                    <a:pt x="9" y="42"/>
                    <a:pt x="8" y="42"/>
                    <a:pt x="7" y="42"/>
                  </a:cubicBezTo>
                  <a:cubicBezTo>
                    <a:pt x="6" y="44"/>
                    <a:pt x="6" y="46"/>
                    <a:pt x="8" y="48"/>
                  </a:cubicBezTo>
                  <a:cubicBezTo>
                    <a:pt x="8" y="48"/>
                    <a:pt x="9" y="49"/>
                    <a:pt x="9" y="49"/>
                  </a:cubicBezTo>
                  <a:cubicBezTo>
                    <a:pt x="15" y="48"/>
                    <a:pt x="13" y="50"/>
                    <a:pt x="15" y="51"/>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4" name="Freeform 20"/>
            <p:cNvSpPr>
              <a:spLocks noChangeArrowheads="1"/>
            </p:cNvSpPr>
            <p:nvPr/>
          </p:nvSpPr>
          <p:spPr bwMode="auto">
            <a:xfrm>
              <a:off x="3290899" y="2195514"/>
              <a:ext cx="60325" cy="33338"/>
            </a:xfrm>
            <a:custGeom>
              <a:avLst/>
              <a:gdLst>
                <a:gd name="T0" fmla="*/ 16 w 31"/>
                <a:gd name="T1" fmla="*/ 17 h 18"/>
                <a:gd name="T2" fmla="*/ 26 w 31"/>
                <a:gd name="T3" fmla="*/ 12 h 18"/>
                <a:gd name="T4" fmla="*/ 30 w 31"/>
                <a:gd name="T5" fmla="*/ 10 h 18"/>
                <a:gd name="T6" fmla="*/ 29 w 31"/>
                <a:gd name="T7" fmla="*/ 5 h 18"/>
                <a:gd name="T8" fmla="*/ 31 w 31"/>
                <a:gd name="T9" fmla="*/ 1 h 18"/>
                <a:gd name="T10" fmla="*/ 28 w 31"/>
                <a:gd name="T11" fmla="*/ 0 h 18"/>
                <a:gd name="T12" fmla="*/ 12 w 31"/>
                <a:gd name="T13" fmla="*/ 1 h 18"/>
                <a:gd name="T14" fmla="*/ 6 w 31"/>
                <a:gd name="T15" fmla="*/ 4 h 18"/>
                <a:gd name="T16" fmla="*/ 0 w 31"/>
                <a:gd name="T17" fmla="*/ 2 h 18"/>
                <a:gd name="T18" fmla="*/ 9 w 31"/>
                <a:gd name="T19" fmla="*/ 9 h 18"/>
                <a:gd name="T20" fmla="*/ 14 w 31"/>
                <a:gd name="T21" fmla="*/ 18 h 18"/>
                <a:gd name="T22" fmla="*/ 15 w 31"/>
                <a:gd name="T23" fmla="*/ 18 h 18"/>
                <a:gd name="T24" fmla="*/ 16 w 31"/>
                <a:gd name="T25" fmla="*/ 17 h 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18"/>
                <a:gd name="T41" fmla="*/ 31 w 31"/>
                <a:gd name="T42" fmla="*/ 18 h 1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18">
                  <a:moveTo>
                    <a:pt x="16" y="17"/>
                  </a:moveTo>
                  <a:cubicBezTo>
                    <a:pt x="19" y="16"/>
                    <a:pt x="24" y="11"/>
                    <a:pt x="26" y="12"/>
                  </a:cubicBezTo>
                  <a:cubicBezTo>
                    <a:pt x="27" y="13"/>
                    <a:pt x="30" y="11"/>
                    <a:pt x="30" y="10"/>
                  </a:cubicBezTo>
                  <a:cubicBezTo>
                    <a:pt x="30" y="9"/>
                    <a:pt x="26" y="6"/>
                    <a:pt x="29" y="5"/>
                  </a:cubicBezTo>
                  <a:cubicBezTo>
                    <a:pt x="31" y="4"/>
                    <a:pt x="31" y="2"/>
                    <a:pt x="31" y="1"/>
                  </a:cubicBezTo>
                  <a:cubicBezTo>
                    <a:pt x="30" y="0"/>
                    <a:pt x="29" y="0"/>
                    <a:pt x="28" y="0"/>
                  </a:cubicBezTo>
                  <a:cubicBezTo>
                    <a:pt x="26" y="0"/>
                    <a:pt x="12" y="1"/>
                    <a:pt x="12" y="1"/>
                  </a:cubicBezTo>
                  <a:cubicBezTo>
                    <a:pt x="12" y="1"/>
                    <a:pt x="8" y="4"/>
                    <a:pt x="6" y="4"/>
                  </a:cubicBezTo>
                  <a:cubicBezTo>
                    <a:pt x="4" y="3"/>
                    <a:pt x="6" y="1"/>
                    <a:pt x="0" y="2"/>
                  </a:cubicBezTo>
                  <a:cubicBezTo>
                    <a:pt x="3" y="6"/>
                    <a:pt x="3" y="7"/>
                    <a:pt x="9" y="9"/>
                  </a:cubicBezTo>
                  <a:cubicBezTo>
                    <a:pt x="16" y="11"/>
                    <a:pt x="9" y="14"/>
                    <a:pt x="14" y="18"/>
                  </a:cubicBezTo>
                  <a:cubicBezTo>
                    <a:pt x="14" y="18"/>
                    <a:pt x="15" y="18"/>
                    <a:pt x="15" y="18"/>
                  </a:cubicBezTo>
                  <a:cubicBezTo>
                    <a:pt x="16" y="18"/>
                    <a:pt x="16" y="17"/>
                    <a:pt x="16" y="17"/>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5" name="Freeform 21"/>
            <p:cNvSpPr>
              <a:spLocks noChangeArrowheads="1"/>
            </p:cNvSpPr>
            <p:nvPr/>
          </p:nvSpPr>
          <p:spPr bwMode="auto">
            <a:xfrm>
              <a:off x="3959238" y="2227264"/>
              <a:ext cx="263526" cy="185739"/>
            </a:xfrm>
            <a:custGeom>
              <a:avLst/>
              <a:gdLst>
                <a:gd name="T0" fmla="*/ 128 w 138"/>
                <a:gd name="T1" fmla="*/ 55 h 97"/>
                <a:gd name="T2" fmla="*/ 124 w 138"/>
                <a:gd name="T3" fmla="*/ 47 h 97"/>
                <a:gd name="T4" fmla="*/ 117 w 138"/>
                <a:gd name="T5" fmla="*/ 41 h 97"/>
                <a:gd name="T6" fmla="*/ 112 w 138"/>
                <a:gd name="T7" fmla="*/ 34 h 97"/>
                <a:gd name="T8" fmla="*/ 103 w 138"/>
                <a:gd name="T9" fmla="*/ 30 h 97"/>
                <a:gd name="T10" fmla="*/ 101 w 138"/>
                <a:gd name="T11" fmla="*/ 27 h 97"/>
                <a:gd name="T12" fmla="*/ 97 w 138"/>
                <a:gd name="T13" fmla="*/ 26 h 97"/>
                <a:gd name="T14" fmla="*/ 98 w 138"/>
                <a:gd name="T15" fmla="*/ 22 h 97"/>
                <a:gd name="T16" fmla="*/ 97 w 138"/>
                <a:gd name="T17" fmla="*/ 12 h 97"/>
                <a:gd name="T18" fmla="*/ 89 w 138"/>
                <a:gd name="T19" fmla="*/ 1 h 97"/>
                <a:gd name="T20" fmla="*/ 87 w 138"/>
                <a:gd name="T21" fmla="*/ 1 h 97"/>
                <a:gd name="T22" fmla="*/ 78 w 138"/>
                <a:gd name="T23" fmla="*/ 5 h 97"/>
                <a:gd name="T24" fmla="*/ 76 w 138"/>
                <a:gd name="T25" fmla="*/ 10 h 97"/>
                <a:gd name="T26" fmla="*/ 65 w 138"/>
                <a:gd name="T27" fmla="*/ 21 h 97"/>
                <a:gd name="T28" fmla="*/ 49 w 138"/>
                <a:gd name="T29" fmla="*/ 25 h 97"/>
                <a:gd name="T30" fmla="*/ 48 w 138"/>
                <a:gd name="T31" fmla="*/ 31 h 97"/>
                <a:gd name="T32" fmla="*/ 38 w 138"/>
                <a:gd name="T33" fmla="*/ 36 h 97"/>
                <a:gd name="T34" fmla="*/ 26 w 138"/>
                <a:gd name="T35" fmla="*/ 40 h 97"/>
                <a:gd name="T36" fmla="*/ 18 w 138"/>
                <a:gd name="T37" fmla="*/ 40 h 97"/>
                <a:gd name="T38" fmla="*/ 12 w 138"/>
                <a:gd name="T39" fmla="*/ 42 h 97"/>
                <a:gd name="T40" fmla="*/ 11 w 138"/>
                <a:gd name="T41" fmla="*/ 41 h 97"/>
                <a:gd name="T42" fmla="*/ 5 w 138"/>
                <a:gd name="T43" fmla="*/ 48 h 97"/>
                <a:gd name="T44" fmla="*/ 0 w 138"/>
                <a:gd name="T45" fmla="*/ 59 h 97"/>
                <a:gd name="T46" fmla="*/ 1 w 138"/>
                <a:gd name="T47" fmla="*/ 69 h 97"/>
                <a:gd name="T48" fmla="*/ 5 w 138"/>
                <a:gd name="T49" fmla="*/ 78 h 97"/>
                <a:gd name="T50" fmla="*/ 6 w 138"/>
                <a:gd name="T51" fmla="*/ 84 h 97"/>
                <a:gd name="T52" fmla="*/ 9 w 138"/>
                <a:gd name="T53" fmla="*/ 88 h 97"/>
                <a:gd name="T54" fmla="*/ 16 w 138"/>
                <a:gd name="T55" fmla="*/ 95 h 97"/>
                <a:gd name="T56" fmla="*/ 18 w 138"/>
                <a:gd name="T57" fmla="*/ 97 h 97"/>
                <a:gd name="T58" fmla="*/ 19 w 138"/>
                <a:gd name="T59" fmla="*/ 96 h 97"/>
                <a:gd name="T60" fmla="*/ 21 w 138"/>
                <a:gd name="T61" fmla="*/ 88 h 97"/>
                <a:gd name="T62" fmla="*/ 27 w 138"/>
                <a:gd name="T63" fmla="*/ 86 h 97"/>
                <a:gd name="T64" fmla="*/ 32 w 138"/>
                <a:gd name="T65" fmla="*/ 85 h 97"/>
                <a:gd name="T66" fmla="*/ 42 w 138"/>
                <a:gd name="T67" fmla="*/ 86 h 97"/>
                <a:gd name="T68" fmla="*/ 42 w 138"/>
                <a:gd name="T69" fmla="*/ 79 h 97"/>
                <a:gd name="T70" fmla="*/ 53 w 138"/>
                <a:gd name="T71" fmla="*/ 70 h 97"/>
                <a:gd name="T72" fmla="*/ 63 w 138"/>
                <a:gd name="T73" fmla="*/ 76 h 97"/>
                <a:gd name="T74" fmla="*/ 84 w 138"/>
                <a:gd name="T75" fmla="*/ 80 h 97"/>
                <a:gd name="T76" fmla="*/ 88 w 138"/>
                <a:gd name="T77" fmla="*/ 72 h 97"/>
                <a:gd name="T78" fmla="*/ 97 w 138"/>
                <a:gd name="T79" fmla="*/ 72 h 97"/>
                <a:gd name="T80" fmla="*/ 108 w 138"/>
                <a:gd name="T81" fmla="*/ 69 h 97"/>
                <a:gd name="T82" fmla="*/ 117 w 138"/>
                <a:gd name="T83" fmla="*/ 68 h 97"/>
                <a:gd name="T84" fmla="*/ 130 w 138"/>
                <a:gd name="T85" fmla="*/ 69 h 97"/>
                <a:gd name="T86" fmla="*/ 138 w 138"/>
                <a:gd name="T87" fmla="*/ 68 h 97"/>
                <a:gd name="T88" fmla="*/ 136 w 138"/>
                <a:gd name="T89" fmla="*/ 61 h 97"/>
                <a:gd name="T90" fmla="*/ 128 w 138"/>
                <a:gd name="T91" fmla="*/ 55 h 9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8"/>
                <a:gd name="T139" fmla="*/ 0 h 97"/>
                <a:gd name="T140" fmla="*/ 138 w 138"/>
                <a:gd name="T141" fmla="*/ 97 h 9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8" h="97">
                  <a:moveTo>
                    <a:pt x="128" y="55"/>
                  </a:moveTo>
                  <a:cubicBezTo>
                    <a:pt x="128" y="53"/>
                    <a:pt x="128" y="51"/>
                    <a:pt x="124" y="47"/>
                  </a:cubicBezTo>
                  <a:cubicBezTo>
                    <a:pt x="120" y="44"/>
                    <a:pt x="117" y="43"/>
                    <a:pt x="117" y="41"/>
                  </a:cubicBezTo>
                  <a:cubicBezTo>
                    <a:pt x="117" y="39"/>
                    <a:pt x="115" y="38"/>
                    <a:pt x="112" y="34"/>
                  </a:cubicBezTo>
                  <a:cubicBezTo>
                    <a:pt x="108" y="30"/>
                    <a:pt x="103" y="30"/>
                    <a:pt x="103" y="30"/>
                  </a:cubicBezTo>
                  <a:cubicBezTo>
                    <a:pt x="101" y="27"/>
                    <a:pt x="101" y="27"/>
                    <a:pt x="101" y="27"/>
                  </a:cubicBezTo>
                  <a:cubicBezTo>
                    <a:pt x="97" y="26"/>
                    <a:pt x="97" y="26"/>
                    <a:pt x="97" y="26"/>
                  </a:cubicBezTo>
                  <a:cubicBezTo>
                    <a:pt x="97" y="26"/>
                    <a:pt x="94" y="24"/>
                    <a:pt x="98" y="22"/>
                  </a:cubicBezTo>
                  <a:cubicBezTo>
                    <a:pt x="102" y="20"/>
                    <a:pt x="98" y="14"/>
                    <a:pt x="97" y="12"/>
                  </a:cubicBezTo>
                  <a:cubicBezTo>
                    <a:pt x="97" y="10"/>
                    <a:pt x="91" y="3"/>
                    <a:pt x="89" y="1"/>
                  </a:cubicBezTo>
                  <a:cubicBezTo>
                    <a:pt x="89" y="1"/>
                    <a:pt x="88" y="1"/>
                    <a:pt x="87" y="1"/>
                  </a:cubicBezTo>
                  <a:cubicBezTo>
                    <a:pt x="85" y="0"/>
                    <a:pt x="80" y="2"/>
                    <a:pt x="78" y="5"/>
                  </a:cubicBezTo>
                  <a:cubicBezTo>
                    <a:pt x="76" y="7"/>
                    <a:pt x="77" y="8"/>
                    <a:pt x="76" y="10"/>
                  </a:cubicBezTo>
                  <a:cubicBezTo>
                    <a:pt x="74" y="12"/>
                    <a:pt x="68" y="17"/>
                    <a:pt x="65" y="21"/>
                  </a:cubicBezTo>
                  <a:cubicBezTo>
                    <a:pt x="61" y="26"/>
                    <a:pt x="52" y="23"/>
                    <a:pt x="49" y="25"/>
                  </a:cubicBezTo>
                  <a:cubicBezTo>
                    <a:pt x="46" y="26"/>
                    <a:pt x="50" y="29"/>
                    <a:pt x="48" y="31"/>
                  </a:cubicBezTo>
                  <a:cubicBezTo>
                    <a:pt x="46" y="32"/>
                    <a:pt x="40" y="35"/>
                    <a:pt x="38" y="36"/>
                  </a:cubicBezTo>
                  <a:cubicBezTo>
                    <a:pt x="36" y="37"/>
                    <a:pt x="28" y="37"/>
                    <a:pt x="26" y="40"/>
                  </a:cubicBezTo>
                  <a:cubicBezTo>
                    <a:pt x="23" y="43"/>
                    <a:pt x="21" y="36"/>
                    <a:pt x="18" y="40"/>
                  </a:cubicBezTo>
                  <a:cubicBezTo>
                    <a:pt x="16" y="43"/>
                    <a:pt x="13" y="43"/>
                    <a:pt x="12" y="42"/>
                  </a:cubicBezTo>
                  <a:cubicBezTo>
                    <a:pt x="12" y="42"/>
                    <a:pt x="11" y="42"/>
                    <a:pt x="11" y="41"/>
                  </a:cubicBezTo>
                  <a:cubicBezTo>
                    <a:pt x="9" y="43"/>
                    <a:pt x="6" y="45"/>
                    <a:pt x="5" y="48"/>
                  </a:cubicBezTo>
                  <a:cubicBezTo>
                    <a:pt x="4" y="53"/>
                    <a:pt x="0" y="57"/>
                    <a:pt x="0" y="59"/>
                  </a:cubicBezTo>
                  <a:cubicBezTo>
                    <a:pt x="0" y="62"/>
                    <a:pt x="1" y="65"/>
                    <a:pt x="1" y="69"/>
                  </a:cubicBezTo>
                  <a:cubicBezTo>
                    <a:pt x="1" y="73"/>
                    <a:pt x="2" y="75"/>
                    <a:pt x="5" y="78"/>
                  </a:cubicBezTo>
                  <a:cubicBezTo>
                    <a:pt x="7" y="81"/>
                    <a:pt x="6" y="84"/>
                    <a:pt x="6" y="84"/>
                  </a:cubicBezTo>
                  <a:cubicBezTo>
                    <a:pt x="6" y="84"/>
                    <a:pt x="7" y="86"/>
                    <a:pt x="9" y="88"/>
                  </a:cubicBezTo>
                  <a:cubicBezTo>
                    <a:pt x="11" y="90"/>
                    <a:pt x="16" y="94"/>
                    <a:pt x="16" y="95"/>
                  </a:cubicBezTo>
                  <a:cubicBezTo>
                    <a:pt x="16" y="96"/>
                    <a:pt x="17" y="97"/>
                    <a:pt x="18" y="97"/>
                  </a:cubicBezTo>
                  <a:cubicBezTo>
                    <a:pt x="18" y="97"/>
                    <a:pt x="18" y="96"/>
                    <a:pt x="19" y="96"/>
                  </a:cubicBezTo>
                  <a:cubicBezTo>
                    <a:pt x="22" y="93"/>
                    <a:pt x="21" y="88"/>
                    <a:pt x="21" y="88"/>
                  </a:cubicBezTo>
                  <a:cubicBezTo>
                    <a:pt x="27" y="86"/>
                    <a:pt x="27" y="86"/>
                    <a:pt x="27" y="86"/>
                  </a:cubicBezTo>
                  <a:cubicBezTo>
                    <a:pt x="32" y="85"/>
                    <a:pt x="32" y="85"/>
                    <a:pt x="32" y="85"/>
                  </a:cubicBezTo>
                  <a:cubicBezTo>
                    <a:pt x="42" y="86"/>
                    <a:pt x="42" y="86"/>
                    <a:pt x="42" y="86"/>
                  </a:cubicBezTo>
                  <a:cubicBezTo>
                    <a:pt x="42" y="79"/>
                    <a:pt x="42" y="79"/>
                    <a:pt x="42" y="79"/>
                  </a:cubicBezTo>
                  <a:cubicBezTo>
                    <a:pt x="42" y="79"/>
                    <a:pt x="49" y="70"/>
                    <a:pt x="53" y="70"/>
                  </a:cubicBezTo>
                  <a:cubicBezTo>
                    <a:pt x="58" y="70"/>
                    <a:pt x="63" y="76"/>
                    <a:pt x="63" y="76"/>
                  </a:cubicBezTo>
                  <a:cubicBezTo>
                    <a:pt x="84" y="80"/>
                    <a:pt x="84" y="80"/>
                    <a:pt x="84" y="80"/>
                  </a:cubicBezTo>
                  <a:cubicBezTo>
                    <a:pt x="84" y="80"/>
                    <a:pt x="85" y="74"/>
                    <a:pt x="88" y="72"/>
                  </a:cubicBezTo>
                  <a:cubicBezTo>
                    <a:pt x="90" y="71"/>
                    <a:pt x="94" y="74"/>
                    <a:pt x="97" y="72"/>
                  </a:cubicBezTo>
                  <a:cubicBezTo>
                    <a:pt x="99" y="71"/>
                    <a:pt x="104" y="69"/>
                    <a:pt x="108" y="69"/>
                  </a:cubicBezTo>
                  <a:cubicBezTo>
                    <a:pt x="113" y="69"/>
                    <a:pt x="115" y="72"/>
                    <a:pt x="117" y="68"/>
                  </a:cubicBezTo>
                  <a:cubicBezTo>
                    <a:pt x="120" y="63"/>
                    <a:pt x="130" y="69"/>
                    <a:pt x="130" y="69"/>
                  </a:cubicBezTo>
                  <a:cubicBezTo>
                    <a:pt x="138" y="68"/>
                    <a:pt x="138" y="68"/>
                    <a:pt x="138" y="68"/>
                  </a:cubicBezTo>
                  <a:cubicBezTo>
                    <a:pt x="136" y="61"/>
                    <a:pt x="136" y="61"/>
                    <a:pt x="136" y="61"/>
                  </a:cubicBezTo>
                  <a:cubicBezTo>
                    <a:pt x="136" y="61"/>
                    <a:pt x="128" y="57"/>
                    <a:pt x="128" y="55"/>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6" name="Freeform 22"/>
            <p:cNvSpPr>
              <a:spLocks noChangeArrowheads="1"/>
            </p:cNvSpPr>
            <p:nvPr/>
          </p:nvSpPr>
          <p:spPr bwMode="auto">
            <a:xfrm>
              <a:off x="3706825" y="2165353"/>
              <a:ext cx="255589" cy="212725"/>
            </a:xfrm>
            <a:custGeom>
              <a:avLst/>
              <a:gdLst>
                <a:gd name="T0" fmla="*/ 83 w 134"/>
                <a:gd name="T1" fmla="*/ 81 h 111"/>
                <a:gd name="T2" fmla="*/ 89 w 134"/>
                <a:gd name="T3" fmla="*/ 80 h 111"/>
                <a:gd name="T4" fmla="*/ 97 w 134"/>
                <a:gd name="T5" fmla="*/ 86 h 111"/>
                <a:gd name="T6" fmla="*/ 102 w 134"/>
                <a:gd name="T7" fmla="*/ 81 h 111"/>
                <a:gd name="T8" fmla="*/ 110 w 134"/>
                <a:gd name="T9" fmla="*/ 63 h 111"/>
                <a:gd name="T10" fmla="*/ 116 w 134"/>
                <a:gd name="T11" fmla="*/ 57 h 111"/>
                <a:gd name="T12" fmla="*/ 117 w 134"/>
                <a:gd name="T13" fmla="*/ 51 h 111"/>
                <a:gd name="T14" fmla="*/ 120 w 134"/>
                <a:gd name="T15" fmla="*/ 43 h 111"/>
                <a:gd name="T16" fmla="*/ 126 w 134"/>
                <a:gd name="T17" fmla="*/ 31 h 111"/>
                <a:gd name="T18" fmla="*/ 133 w 134"/>
                <a:gd name="T19" fmla="*/ 27 h 111"/>
                <a:gd name="T20" fmla="*/ 132 w 134"/>
                <a:gd name="T21" fmla="*/ 20 h 111"/>
                <a:gd name="T22" fmla="*/ 128 w 134"/>
                <a:gd name="T23" fmla="*/ 16 h 111"/>
                <a:gd name="T24" fmla="*/ 128 w 134"/>
                <a:gd name="T25" fmla="*/ 9 h 111"/>
                <a:gd name="T26" fmla="*/ 124 w 134"/>
                <a:gd name="T27" fmla="*/ 5 h 111"/>
                <a:gd name="T28" fmla="*/ 120 w 134"/>
                <a:gd name="T29" fmla="*/ 3 h 111"/>
                <a:gd name="T30" fmla="*/ 112 w 134"/>
                <a:gd name="T31" fmla="*/ 10 h 111"/>
                <a:gd name="T32" fmla="*/ 103 w 134"/>
                <a:gd name="T33" fmla="*/ 8 h 111"/>
                <a:gd name="T34" fmla="*/ 88 w 134"/>
                <a:gd name="T35" fmla="*/ 7 h 111"/>
                <a:gd name="T36" fmla="*/ 80 w 134"/>
                <a:gd name="T37" fmla="*/ 13 h 111"/>
                <a:gd name="T38" fmla="*/ 69 w 134"/>
                <a:gd name="T39" fmla="*/ 13 h 111"/>
                <a:gd name="T40" fmla="*/ 60 w 134"/>
                <a:gd name="T41" fmla="*/ 8 h 111"/>
                <a:gd name="T42" fmla="*/ 51 w 134"/>
                <a:gd name="T43" fmla="*/ 11 h 111"/>
                <a:gd name="T44" fmla="*/ 45 w 134"/>
                <a:gd name="T45" fmla="*/ 5 h 111"/>
                <a:gd name="T46" fmla="*/ 36 w 134"/>
                <a:gd name="T47" fmla="*/ 2 h 111"/>
                <a:gd name="T48" fmla="*/ 29 w 134"/>
                <a:gd name="T49" fmla="*/ 4 h 111"/>
                <a:gd name="T50" fmla="*/ 19 w 134"/>
                <a:gd name="T51" fmla="*/ 4 h 111"/>
                <a:gd name="T52" fmla="*/ 16 w 134"/>
                <a:gd name="T53" fmla="*/ 13 h 111"/>
                <a:gd name="T54" fmla="*/ 11 w 134"/>
                <a:gd name="T55" fmla="*/ 21 h 111"/>
                <a:gd name="T56" fmla="*/ 10 w 134"/>
                <a:gd name="T57" fmla="*/ 23 h 111"/>
                <a:gd name="T58" fmla="*/ 11 w 134"/>
                <a:gd name="T59" fmla="*/ 31 h 111"/>
                <a:gd name="T60" fmla="*/ 10 w 134"/>
                <a:gd name="T61" fmla="*/ 47 h 111"/>
                <a:gd name="T62" fmla="*/ 6 w 134"/>
                <a:gd name="T63" fmla="*/ 54 h 111"/>
                <a:gd name="T64" fmla="*/ 1 w 134"/>
                <a:gd name="T65" fmla="*/ 62 h 111"/>
                <a:gd name="T66" fmla="*/ 1 w 134"/>
                <a:gd name="T67" fmla="*/ 75 h 111"/>
                <a:gd name="T68" fmla="*/ 5 w 134"/>
                <a:gd name="T69" fmla="*/ 84 h 111"/>
                <a:gd name="T70" fmla="*/ 5 w 134"/>
                <a:gd name="T71" fmla="*/ 84 h 111"/>
                <a:gd name="T72" fmla="*/ 22 w 134"/>
                <a:gd name="T73" fmla="*/ 88 h 111"/>
                <a:gd name="T74" fmla="*/ 32 w 134"/>
                <a:gd name="T75" fmla="*/ 100 h 111"/>
                <a:gd name="T76" fmla="*/ 38 w 134"/>
                <a:gd name="T77" fmla="*/ 110 h 111"/>
                <a:gd name="T78" fmla="*/ 50 w 134"/>
                <a:gd name="T79" fmla="*/ 107 h 111"/>
                <a:gd name="T80" fmla="*/ 65 w 134"/>
                <a:gd name="T81" fmla="*/ 105 h 111"/>
                <a:gd name="T82" fmla="*/ 66 w 134"/>
                <a:gd name="T83" fmla="*/ 105 h 111"/>
                <a:gd name="T84" fmla="*/ 70 w 134"/>
                <a:gd name="T85" fmla="*/ 93 h 111"/>
                <a:gd name="T86" fmla="*/ 83 w 134"/>
                <a:gd name="T87" fmla="*/ 81 h 11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34"/>
                <a:gd name="T133" fmla="*/ 0 h 111"/>
                <a:gd name="T134" fmla="*/ 134 w 134"/>
                <a:gd name="T135" fmla="*/ 111 h 11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34" h="111">
                  <a:moveTo>
                    <a:pt x="83" y="81"/>
                  </a:moveTo>
                  <a:cubicBezTo>
                    <a:pt x="84" y="81"/>
                    <a:pt x="87" y="82"/>
                    <a:pt x="89" y="80"/>
                  </a:cubicBezTo>
                  <a:cubicBezTo>
                    <a:pt x="92" y="78"/>
                    <a:pt x="97" y="82"/>
                    <a:pt x="97" y="86"/>
                  </a:cubicBezTo>
                  <a:cubicBezTo>
                    <a:pt x="98" y="89"/>
                    <a:pt x="100" y="84"/>
                    <a:pt x="102" y="81"/>
                  </a:cubicBezTo>
                  <a:cubicBezTo>
                    <a:pt x="104" y="77"/>
                    <a:pt x="110" y="66"/>
                    <a:pt x="110" y="63"/>
                  </a:cubicBezTo>
                  <a:cubicBezTo>
                    <a:pt x="110" y="61"/>
                    <a:pt x="116" y="58"/>
                    <a:pt x="116" y="57"/>
                  </a:cubicBezTo>
                  <a:cubicBezTo>
                    <a:pt x="116" y="55"/>
                    <a:pt x="115" y="51"/>
                    <a:pt x="117" y="51"/>
                  </a:cubicBezTo>
                  <a:cubicBezTo>
                    <a:pt x="119" y="50"/>
                    <a:pt x="120" y="45"/>
                    <a:pt x="120" y="43"/>
                  </a:cubicBezTo>
                  <a:cubicBezTo>
                    <a:pt x="119" y="42"/>
                    <a:pt x="125" y="32"/>
                    <a:pt x="126" y="31"/>
                  </a:cubicBezTo>
                  <a:cubicBezTo>
                    <a:pt x="127" y="30"/>
                    <a:pt x="133" y="30"/>
                    <a:pt x="133" y="27"/>
                  </a:cubicBezTo>
                  <a:cubicBezTo>
                    <a:pt x="133" y="24"/>
                    <a:pt x="134" y="21"/>
                    <a:pt x="132" y="20"/>
                  </a:cubicBezTo>
                  <a:cubicBezTo>
                    <a:pt x="130" y="20"/>
                    <a:pt x="128" y="17"/>
                    <a:pt x="128" y="16"/>
                  </a:cubicBezTo>
                  <a:cubicBezTo>
                    <a:pt x="128" y="15"/>
                    <a:pt x="128" y="12"/>
                    <a:pt x="128" y="9"/>
                  </a:cubicBezTo>
                  <a:cubicBezTo>
                    <a:pt x="126" y="9"/>
                    <a:pt x="126" y="6"/>
                    <a:pt x="124" y="5"/>
                  </a:cubicBezTo>
                  <a:cubicBezTo>
                    <a:pt x="122" y="3"/>
                    <a:pt x="122" y="2"/>
                    <a:pt x="120" y="3"/>
                  </a:cubicBezTo>
                  <a:cubicBezTo>
                    <a:pt x="118" y="3"/>
                    <a:pt x="115" y="9"/>
                    <a:pt x="112" y="10"/>
                  </a:cubicBezTo>
                  <a:cubicBezTo>
                    <a:pt x="109" y="11"/>
                    <a:pt x="105" y="9"/>
                    <a:pt x="103" y="8"/>
                  </a:cubicBezTo>
                  <a:cubicBezTo>
                    <a:pt x="101" y="7"/>
                    <a:pt x="91" y="8"/>
                    <a:pt x="88" y="7"/>
                  </a:cubicBezTo>
                  <a:cubicBezTo>
                    <a:pt x="85" y="7"/>
                    <a:pt x="82" y="11"/>
                    <a:pt x="80" y="13"/>
                  </a:cubicBezTo>
                  <a:cubicBezTo>
                    <a:pt x="78" y="14"/>
                    <a:pt x="71" y="13"/>
                    <a:pt x="69" y="13"/>
                  </a:cubicBezTo>
                  <a:cubicBezTo>
                    <a:pt x="67" y="12"/>
                    <a:pt x="62" y="8"/>
                    <a:pt x="60" y="8"/>
                  </a:cubicBezTo>
                  <a:cubicBezTo>
                    <a:pt x="58" y="8"/>
                    <a:pt x="54" y="9"/>
                    <a:pt x="51" y="11"/>
                  </a:cubicBezTo>
                  <a:cubicBezTo>
                    <a:pt x="48" y="13"/>
                    <a:pt x="47" y="7"/>
                    <a:pt x="45" y="5"/>
                  </a:cubicBezTo>
                  <a:cubicBezTo>
                    <a:pt x="43" y="2"/>
                    <a:pt x="38" y="4"/>
                    <a:pt x="36" y="2"/>
                  </a:cubicBezTo>
                  <a:cubicBezTo>
                    <a:pt x="33" y="0"/>
                    <a:pt x="31" y="5"/>
                    <a:pt x="29" y="4"/>
                  </a:cubicBezTo>
                  <a:cubicBezTo>
                    <a:pt x="27" y="4"/>
                    <a:pt x="21" y="3"/>
                    <a:pt x="19" y="4"/>
                  </a:cubicBezTo>
                  <a:cubicBezTo>
                    <a:pt x="17" y="6"/>
                    <a:pt x="17" y="12"/>
                    <a:pt x="16" y="13"/>
                  </a:cubicBezTo>
                  <a:cubicBezTo>
                    <a:pt x="15" y="14"/>
                    <a:pt x="11" y="19"/>
                    <a:pt x="11" y="21"/>
                  </a:cubicBezTo>
                  <a:cubicBezTo>
                    <a:pt x="11" y="22"/>
                    <a:pt x="11" y="23"/>
                    <a:pt x="10" y="23"/>
                  </a:cubicBezTo>
                  <a:cubicBezTo>
                    <a:pt x="10" y="26"/>
                    <a:pt x="11" y="30"/>
                    <a:pt x="11" y="31"/>
                  </a:cubicBezTo>
                  <a:cubicBezTo>
                    <a:pt x="11" y="33"/>
                    <a:pt x="12" y="45"/>
                    <a:pt x="10" y="47"/>
                  </a:cubicBezTo>
                  <a:cubicBezTo>
                    <a:pt x="7" y="50"/>
                    <a:pt x="6" y="54"/>
                    <a:pt x="6" y="54"/>
                  </a:cubicBezTo>
                  <a:cubicBezTo>
                    <a:pt x="6" y="54"/>
                    <a:pt x="2" y="56"/>
                    <a:pt x="1" y="62"/>
                  </a:cubicBezTo>
                  <a:cubicBezTo>
                    <a:pt x="0" y="67"/>
                    <a:pt x="1" y="71"/>
                    <a:pt x="1" y="75"/>
                  </a:cubicBezTo>
                  <a:cubicBezTo>
                    <a:pt x="1" y="78"/>
                    <a:pt x="3" y="80"/>
                    <a:pt x="5" y="84"/>
                  </a:cubicBezTo>
                  <a:cubicBezTo>
                    <a:pt x="5" y="84"/>
                    <a:pt x="5" y="84"/>
                    <a:pt x="5" y="84"/>
                  </a:cubicBezTo>
                  <a:cubicBezTo>
                    <a:pt x="7" y="87"/>
                    <a:pt x="16" y="87"/>
                    <a:pt x="22" y="88"/>
                  </a:cubicBezTo>
                  <a:cubicBezTo>
                    <a:pt x="27" y="90"/>
                    <a:pt x="32" y="97"/>
                    <a:pt x="32" y="100"/>
                  </a:cubicBezTo>
                  <a:cubicBezTo>
                    <a:pt x="32" y="103"/>
                    <a:pt x="36" y="108"/>
                    <a:pt x="38" y="110"/>
                  </a:cubicBezTo>
                  <a:cubicBezTo>
                    <a:pt x="41" y="111"/>
                    <a:pt x="47" y="107"/>
                    <a:pt x="50" y="107"/>
                  </a:cubicBezTo>
                  <a:cubicBezTo>
                    <a:pt x="53" y="107"/>
                    <a:pt x="63" y="107"/>
                    <a:pt x="65" y="105"/>
                  </a:cubicBezTo>
                  <a:cubicBezTo>
                    <a:pt x="65" y="105"/>
                    <a:pt x="66" y="105"/>
                    <a:pt x="66" y="105"/>
                  </a:cubicBezTo>
                  <a:cubicBezTo>
                    <a:pt x="69" y="99"/>
                    <a:pt x="70" y="93"/>
                    <a:pt x="70" y="93"/>
                  </a:cubicBezTo>
                  <a:cubicBezTo>
                    <a:pt x="70" y="93"/>
                    <a:pt x="81" y="81"/>
                    <a:pt x="83" y="81"/>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7" name="Freeform 23"/>
            <p:cNvSpPr>
              <a:spLocks noChangeArrowheads="1"/>
            </p:cNvSpPr>
            <p:nvPr/>
          </p:nvSpPr>
          <p:spPr bwMode="auto">
            <a:xfrm>
              <a:off x="3663962" y="2198689"/>
              <a:ext cx="65088" cy="133350"/>
            </a:xfrm>
            <a:custGeom>
              <a:avLst/>
              <a:gdLst>
                <a:gd name="T0" fmla="*/ 23 w 34"/>
                <a:gd name="T1" fmla="*/ 45 h 70"/>
                <a:gd name="T2" fmla="*/ 28 w 34"/>
                <a:gd name="T3" fmla="*/ 37 h 70"/>
                <a:gd name="T4" fmla="*/ 32 w 34"/>
                <a:gd name="T5" fmla="*/ 30 h 70"/>
                <a:gd name="T6" fmla="*/ 33 w 34"/>
                <a:gd name="T7" fmla="*/ 14 h 70"/>
                <a:gd name="T8" fmla="*/ 32 w 34"/>
                <a:gd name="T9" fmla="*/ 6 h 70"/>
                <a:gd name="T10" fmla="*/ 28 w 34"/>
                <a:gd name="T11" fmla="*/ 6 h 70"/>
                <a:gd name="T12" fmla="*/ 25 w 34"/>
                <a:gd name="T13" fmla="*/ 1 h 70"/>
                <a:gd name="T14" fmla="*/ 21 w 34"/>
                <a:gd name="T15" fmla="*/ 6 h 70"/>
                <a:gd name="T16" fmla="*/ 18 w 34"/>
                <a:gd name="T17" fmla="*/ 11 h 70"/>
                <a:gd name="T18" fmla="*/ 8 w 34"/>
                <a:gd name="T19" fmla="*/ 13 h 70"/>
                <a:gd name="T20" fmla="*/ 2 w 34"/>
                <a:gd name="T21" fmla="*/ 17 h 70"/>
                <a:gd name="T22" fmla="*/ 0 w 34"/>
                <a:gd name="T23" fmla="*/ 17 h 70"/>
                <a:gd name="T24" fmla="*/ 6 w 34"/>
                <a:gd name="T25" fmla="*/ 28 h 70"/>
                <a:gd name="T26" fmla="*/ 9 w 34"/>
                <a:gd name="T27" fmla="*/ 36 h 70"/>
                <a:gd name="T28" fmla="*/ 10 w 34"/>
                <a:gd name="T29" fmla="*/ 49 h 70"/>
                <a:gd name="T30" fmla="*/ 11 w 34"/>
                <a:gd name="T31" fmla="*/ 70 h 70"/>
                <a:gd name="T32" fmla="*/ 19 w 34"/>
                <a:gd name="T33" fmla="*/ 69 h 70"/>
                <a:gd name="T34" fmla="*/ 27 w 34"/>
                <a:gd name="T35" fmla="*/ 67 h 70"/>
                <a:gd name="T36" fmla="*/ 23 w 34"/>
                <a:gd name="T37" fmla="*/ 58 h 70"/>
                <a:gd name="T38" fmla="*/ 23 w 34"/>
                <a:gd name="T39" fmla="*/ 45 h 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4"/>
                <a:gd name="T61" fmla="*/ 0 h 70"/>
                <a:gd name="T62" fmla="*/ 34 w 34"/>
                <a:gd name="T63" fmla="*/ 70 h 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4" h="70">
                  <a:moveTo>
                    <a:pt x="23" y="45"/>
                  </a:moveTo>
                  <a:cubicBezTo>
                    <a:pt x="24" y="39"/>
                    <a:pt x="28" y="37"/>
                    <a:pt x="28" y="37"/>
                  </a:cubicBezTo>
                  <a:cubicBezTo>
                    <a:pt x="28" y="37"/>
                    <a:pt x="29" y="33"/>
                    <a:pt x="32" y="30"/>
                  </a:cubicBezTo>
                  <a:cubicBezTo>
                    <a:pt x="34" y="28"/>
                    <a:pt x="33" y="16"/>
                    <a:pt x="33" y="14"/>
                  </a:cubicBezTo>
                  <a:cubicBezTo>
                    <a:pt x="33" y="13"/>
                    <a:pt x="32" y="9"/>
                    <a:pt x="32" y="6"/>
                  </a:cubicBezTo>
                  <a:cubicBezTo>
                    <a:pt x="31" y="7"/>
                    <a:pt x="30" y="7"/>
                    <a:pt x="28" y="6"/>
                  </a:cubicBezTo>
                  <a:cubicBezTo>
                    <a:pt x="25" y="5"/>
                    <a:pt x="28" y="2"/>
                    <a:pt x="25" y="1"/>
                  </a:cubicBezTo>
                  <a:cubicBezTo>
                    <a:pt x="21" y="0"/>
                    <a:pt x="20" y="4"/>
                    <a:pt x="21" y="6"/>
                  </a:cubicBezTo>
                  <a:cubicBezTo>
                    <a:pt x="21" y="9"/>
                    <a:pt x="19" y="9"/>
                    <a:pt x="18" y="11"/>
                  </a:cubicBezTo>
                  <a:cubicBezTo>
                    <a:pt x="16" y="12"/>
                    <a:pt x="10" y="13"/>
                    <a:pt x="8" y="13"/>
                  </a:cubicBezTo>
                  <a:cubicBezTo>
                    <a:pt x="6" y="13"/>
                    <a:pt x="4" y="16"/>
                    <a:pt x="2" y="17"/>
                  </a:cubicBezTo>
                  <a:cubicBezTo>
                    <a:pt x="2" y="17"/>
                    <a:pt x="1" y="17"/>
                    <a:pt x="0" y="17"/>
                  </a:cubicBezTo>
                  <a:cubicBezTo>
                    <a:pt x="1" y="26"/>
                    <a:pt x="2" y="25"/>
                    <a:pt x="6" y="28"/>
                  </a:cubicBezTo>
                  <a:cubicBezTo>
                    <a:pt x="11" y="30"/>
                    <a:pt x="7" y="34"/>
                    <a:pt x="9" y="36"/>
                  </a:cubicBezTo>
                  <a:cubicBezTo>
                    <a:pt x="11" y="38"/>
                    <a:pt x="10" y="43"/>
                    <a:pt x="10" y="49"/>
                  </a:cubicBezTo>
                  <a:cubicBezTo>
                    <a:pt x="11" y="53"/>
                    <a:pt x="11" y="63"/>
                    <a:pt x="11" y="70"/>
                  </a:cubicBezTo>
                  <a:cubicBezTo>
                    <a:pt x="14" y="70"/>
                    <a:pt x="17" y="69"/>
                    <a:pt x="19" y="69"/>
                  </a:cubicBezTo>
                  <a:cubicBezTo>
                    <a:pt x="22" y="69"/>
                    <a:pt x="25" y="65"/>
                    <a:pt x="27" y="67"/>
                  </a:cubicBezTo>
                  <a:cubicBezTo>
                    <a:pt x="25" y="63"/>
                    <a:pt x="23" y="61"/>
                    <a:pt x="23" y="58"/>
                  </a:cubicBezTo>
                  <a:cubicBezTo>
                    <a:pt x="23" y="54"/>
                    <a:pt x="22" y="50"/>
                    <a:pt x="23" y="45"/>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8" name="Freeform 24"/>
            <p:cNvSpPr>
              <a:spLocks noChangeArrowheads="1"/>
            </p:cNvSpPr>
            <p:nvPr/>
          </p:nvSpPr>
          <p:spPr bwMode="auto">
            <a:xfrm>
              <a:off x="3644913" y="2227264"/>
              <a:ext cx="41275" cy="112713"/>
            </a:xfrm>
            <a:custGeom>
              <a:avLst/>
              <a:gdLst>
                <a:gd name="T0" fmla="*/ 19 w 21"/>
                <a:gd name="T1" fmla="*/ 21 h 59"/>
                <a:gd name="T2" fmla="*/ 16 w 21"/>
                <a:gd name="T3" fmla="*/ 13 h 59"/>
                <a:gd name="T4" fmla="*/ 10 w 21"/>
                <a:gd name="T5" fmla="*/ 2 h 59"/>
                <a:gd name="T6" fmla="*/ 2 w 21"/>
                <a:gd name="T7" fmla="*/ 1 h 59"/>
                <a:gd name="T8" fmla="*/ 0 w 21"/>
                <a:gd name="T9" fmla="*/ 1 h 59"/>
                <a:gd name="T10" fmla="*/ 3 w 21"/>
                <a:gd name="T11" fmla="*/ 8 h 59"/>
                <a:gd name="T12" fmla="*/ 5 w 21"/>
                <a:gd name="T13" fmla="*/ 15 h 59"/>
                <a:gd name="T14" fmla="*/ 6 w 21"/>
                <a:gd name="T15" fmla="*/ 31 h 59"/>
                <a:gd name="T16" fmla="*/ 9 w 21"/>
                <a:gd name="T17" fmla="*/ 46 h 59"/>
                <a:gd name="T18" fmla="*/ 13 w 21"/>
                <a:gd name="T19" fmla="*/ 59 h 59"/>
                <a:gd name="T20" fmla="*/ 15 w 21"/>
                <a:gd name="T21" fmla="*/ 58 h 59"/>
                <a:gd name="T22" fmla="*/ 21 w 21"/>
                <a:gd name="T23" fmla="*/ 55 h 59"/>
                <a:gd name="T24" fmla="*/ 20 w 21"/>
                <a:gd name="T25" fmla="*/ 34 h 59"/>
                <a:gd name="T26" fmla="*/ 19 w 21"/>
                <a:gd name="T27" fmla="*/ 21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
                <a:gd name="T43" fmla="*/ 0 h 59"/>
                <a:gd name="T44" fmla="*/ 21 w 21"/>
                <a:gd name="T45" fmla="*/ 59 h 5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 h="59">
                  <a:moveTo>
                    <a:pt x="19" y="21"/>
                  </a:moveTo>
                  <a:cubicBezTo>
                    <a:pt x="17" y="19"/>
                    <a:pt x="21" y="15"/>
                    <a:pt x="16" y="13"/>
                  </a:cubicBezTo>
                  <a:cubicBezTo>
                    <a:pt x="12" y="10"/>
                    <a:pt x="11" y="11"/>
                    <a:pt x="10" y="2"/>
                  </a:cubicBezTo>
                  <a:cubicBezTo>
                    <a:pt x="8" y="2"/>
                    <a:pt x="4" y="1"/>
                    <a:pt x="2" y="1"/>
                  </a:cubicBezTo>
                  <a:cubicBezTo>
                    <a:pt x="1" y="0"/>
                    <a:pt x="1" y="1"/>
                    <a:pt x="0" y="1"/>
                  </a:cubicBezTo>
                  <a:cubicBezTo>
                    <a:pt x="1" y="4"/>
                    <a:pt x="2" y="7"/>
                    <a:pt x="3" y="8"/>
                  </a:cubicBezTo>
                  <a:cubicBezTo>
                    <a:pt x="4" y="9"/>
                    <a:pt x="6" y="11"/>
                    <a:pt x="5" y="15"/>
                  </a:cubicBezTo>
                  <a:cubicBezTo>
                    <a:pt x="5" y="19"/>
                    <a:pt x="4" y="27"/>
                    <a:pt x="6" y="31"/>
                  </a:cubicBezTo>
                  <a:cubicBezTo>
                    <a:pt x="7" y="34"/>
                    <a:pt x="9" y="40"/>
                    <a:pt x="9" y="46"/>
                  </a:cubicBezTo>
                  <a:cubicBezTo>
                    <a:pt x="9" y="50"/>
                    <a:pt x="11" y="55"/>
                    <a:pt x="13" y="59"/>
                  </a:cubicBezTo>
                  <a:cubicBezTo>
                    <a:pt x="14" y="59"/>
                    <a:pt x="14" y="58"/>
                    <a:pt x="15" y="58"/>
                  </a:cubicBezTo>
                  <a:cubicBezTo>
                    <a:pt x="17" y="56"/>
                    <a:pt x="19" y="55"/>
                    <a:pt x="21" y="55"/>
                  </a:cubicBezTo>
                  <a:cubicBezTo>
                    <a:pt x="21" y="48"/>
                    <a:pt x="21" y="38"/>
                    <a:pt x="20" y="34"/>
                  </a:cubicBezTo>
                  <a:cubicBezTo>
                    <a:pt x="20" y="28"/>
                    <a:pt x="21" y="23"/>
                    <a:pt x="19" y="21"/>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9" name="Freeform 25"/>
            <p:cNvSpPr>
              <a:spLocks noChangeArrowheads="1"/>
            </p:cNvSpPr>
            <p:nvPr/>
          </p:nvSpPr>
          <p:spPr bwMode="auto">
            <a:xfrm>
              <a:off x="3832237" y="2182815"/>
              <a:ext cx="160339" cy="249238"/>
            </a:xfrm>
            <a:custGeom>
              <a:avLst/>
              <a:gdLst>
                <a:gd name="T0" fmla="*/ 35 w 84"/>
                <a:gd name="T1" fmla="*/ 124 h 130"/>
                <a:gd name="T2" fmla="*/ 65 w 84"/>
                <a:gd name="T3" fmla="*/ 125 h 130"/>
                <a:gd name="T4" fmla="*/ 81 w 84"/>
                <a:gd name="T5" fmla="*/ 130 h 130"/>
                <a:gd name="T6" fmla="*/ 84 w 84"/>
                <a:gd name="T7" fmla="*/ 120 h 130"/>
                <a:gd name="T8" fmla="*/ 82 w 84"/>
                <a:gd name="T9" fmla="*/ 118 h 130"/>
                <a:gd name="T10" fmla="*/ 75 w 84"/>
                <a:gd name="T11" fmla="*/ 111 h 130"/>
                <a:gd name="T12" fmla="*/ 72 w 84"/>
                <a:gd name="T13" fmla="*/ 107 h 130"/>
                <a:gd name="T14" fmla="*/ 71 w 84"/>
                <a:gd name="T15" fmla="*/ 101 h 130"/>
                <a:gd name="T16" fmla="*/ 67 w 84"/>
                <a:gd name="T17" fmla="*/ 92 h 130"/>
                <a:gd name="T18" fmla="*/ 66 w 84"/>
                <a:gd name="T19" fmla="*/ 82 h 130"/>
                <a:gd name="T20" fmla="*/ 71 w 84"/>
                <a:gd name="T21" fmla="*/ 71 h 130"/>
                <a:gd name="T22" fmla="*/ 77 w 84"/>
                <a:gd name="T23" fmla="*/ 64 h 130"/>
                <a:gd name="T24" fmla="*/ 74 w 84"/>
                <a:gd name="T25" fmla="*/ 56 h 130"/>
                <a:gd name="T26" fmla="*/ 64 w 84"/>
                <a:gd name="T27" fmla="*/ 46 h 130"/>
                <a:gd name="T28" fmla="*/ 62 w 84"/>
                <a:gd name="T29" fmla="*/ 38 h 130"/>
                <a:gd name="T30" fmla="*/ 71 w 84"/>
                <a:gd name="T31" fmla="*/ 37 h 130"/>
                <a:gd name="T32" fmla="*/ 76 w 84"/>
                <a:gd name="T33" fmla="*/ 35 h 130"/>
                <a:gd name="T34" fmla="*/ 71 w 84"/>
                <a:gd name="T35" fmla="*/ 21 h 130"/>
                <a:gd name="T36" fmla="*/ 70 w 84"/>
                <a:gd name="T37" fmla="*/ 11 h 130"/>
                <a:gd name="T38" fmla="*/ 63 w 84"/>
                <a:gd name="T39" fmla="*/ 1 h 130"/>
                <a:gd name="T40" fmla="*/ 62 w 84"/>
                <a:gd name="T41" fmla="*/ 0 h 130"/>
                <a:gd name="T42" fmla="*/ 62 w 84"/>
                <a:gd name="T43" fmla="*/ 7 h 130"/>
                <a:gd name="T44" fmla="*/ 66 w 84"/>
                <a:gd name="T45" fmla="*/ 11 h 130"/>
                <a:gd name="T46" fmla="*/ 67 w 84"/>
                <a:gd name="T47" fmla="*/ 18 h 130"/>
                <a:gd name="T48" fmla="*/ 60 w 84"/>
                <a:gd name="T49" fmla="*/ 22 h 130"/>
                <a:gd name="T50" fmla="*/ 54 w 84"/>
                <a:gd name="T51" fmla="*/ 34 h 130"/>
                <a:gd name="T52" fmla="*/ 51 w 84"/>
                <a:gd name="T53" fmla="*/ 42 h 130"/>
                <a:gd name="T54" fmla="*/ 50 w 84"/>
                <a:gd name="T55" fmla="*/ 48 h 130"/>
                <a:gd name="T56" fmla="*/ 44 w 84"/>
                <a:gd name="T57" fmla="*/ 54 h 130"/>
                <a:gd name="T58" fmla="*/ 36 w 84"/>
                <a:gd name="T59" fmla="*/ 72 h 130"/>
                <a:gd name="T60" fmla="*/ 31 w 84"/>
                <a:gd name="T61" fmla="*/ 77 h 130"/>
                <a:gd name="T62" fmla="*/ 23 w 84"/>
                <a:gd name="T63" fmla="*/ 71 h 130"/>
                <a:gd name="T64" fmla="*/ 17 w 84"/>
                <a:gd name="T65" fmla="*/ 72 h 130"/>
                <a:gd name="T66" fmla="*/ 4 w 84"/>
                <a:gd name="T67" fmla="*/ 84 h 130"/>
                <a:gd name="T68" fmla="*/ 0 w 84"/>
                <a:gd name="T69" fmla="*/ 96 h 130"/>
                <a:gd name="T70" fmla="*/ 5 w 84"/>
                <a:gd name="T71" fmla="*/ 103 h 130"/>
                <a:gd name="T72" fmla="*/ 14 w 84"/>
                <a:gd name="T73" fmla="*/ 104 h 130"/>
                <a:gd name="T74" fmla="*/ 17 w 84"/>
                <a:gd name="T75" fmla="*/ 115 h 130"/>
                <a:gd name="T76" fmla="*/ 15 w 84"/>
                <a:gd name="T77" fmla="*/ 125 h 130"/>
                <a:gd name="T78" fmla="*/ 31 w 84"/>
                <a:gd name="T79" fmla="*/ 125 h 130"/>
                <a:gd name="T80" fmla="*/ 35 w 84"/>
                <a:gd name="T81" fmla="*/ 124 h 13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4"/>
                <a:gd name="T124" fmla="*/ 0 h 130"/>
                <a:gd name="T125" fmla="*/ 84 w 84"/>
                <a:gd name="T126" fmla="*/ 130 h 13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4" h="130">
                  <a:moveTo>
                    <a:pt x="35" y="124"/>
                  </a:moveTo>
                  <a:cubicBezTo>
                    <a:pt x="35" y="124"/>
                    <a:pt x="62" y="125"/>
                    <a:pt x="65" y="125"/>
                  </a:cubicBezTo>
                  <a:cubicBezTo>
                    <a:pt x="69" y="124"/>
                    <a:pt x="81" y="130"/>
                    <a:pt x="81" y="130"/>
                  </a:cubicBezTo>
                  <a:cubicBezTo>
                    <a:pt x="81" y="130"/>
                    <a:pt x="82" y="124"/>
                    <a:pt x="84" y="120"/>
                  </a:cubicBezTo>
                  <a:cubicBezTo>
                    <a:pt x="83" y="120"/>
                    <a:pt x="82" y="119"/>
                    <a:pt x="82" y="118"/>
                  </a:cubicBezTo>
                  <a:cubicBezTo>
                    <a:pt x="82" y="117"/>
                    <a:pt x="77" y="113"/>
                    <a:pt x="75" y="111"/>
                  </a:cubicBezTo>
                  <a:cubicBezTo>
                    <a:pt x="73" y="109"/>
                    <a:pt x="72" y="107"/>
                    <a:pt x="72" y="107"/>
                  </a:cubicBezTo>
                  <a:cubicBezTo>
                    <a:pt x="72" y="107"/>
                    <a:pt x="73" y="104"/>
                    <a:pt x="71" y="101"/>
                  </a:cubicBezTo>
                  <a:cubicBezTo>
                    <a:pt x="68" y="98"/>
                    <a:pt x="67" y="96"/>
                    <a:pt x="67" y="92"/>
                  </a:cubicBezTo>
                  <a:cubicBezTo>
                    <a:pt x="67" y="88"/>
                    <a:pt x="66" y="85"/>
                    <a:pt x="66" y="82"/>
                  </a:cubicBezTo>
                  <a:cubicBezTo>
                    <a:pt x="66" y="80"/>
                    <a:pt x="70" y="76"/>
                    <a:pt x="71" y="71"/>
                  </a:cubicBezTo>
                  <a:cubicBezTo>
                    <a:pt x="72" y="68"/>
                    <a:pt x="75" y="66"/>
                    <a:pt x="77" y="64"/>
                  </a:cubicBezTo>
                  <a:cubicBezTo>
                    <a:pt x="76" y="62"/>
                    <a:pt x="75" y="59"/>
                    <a:pt x="74" y="56"/>
                  </a:cubicBezTo>
                  <a:cubicBezTo>
                    <a:pt x="72" y="52"/>
                    <a:pt x="69" y="50"/>
                    <a:pt x="64" y="46"/>
                  </a:cubicBezTo>
                  <a:cubicBezTo>
                    <a:pt x="60" y="42"/>
                    <a:pt x="62" y="40"/>
                    <a:pt x="62" y="38"/>
                  </a:cubicBezTo>
                  <a:cubicBezTo>
                    <a:pt x="62" y="37"/>
                    <a:pt x="67" y="37"/>
                    <a:pt x="71" y="37"/>
                  </a:cubicBezTo>
                  <a:cubicBezTo>
                    <a:pt x="75" y="37"/>
                    <a:pt x="78" y="36"/>
                    <a:pt x="76" y="35"/>
                  </a:cubicBezTo>
                  <a:cubicBezTo>
                    <a:pt x="74" y="34"/>
                    <a:pt x="71" y="27"/>
                    <a:pt x="71" y="21"/>
                  </a:cubicBezTo>
                  <a:cubicBezTo>
                    <a:pt x="72" y="16"/>
                    <a:pt x="70" y="14"/>
                    <a:pt x="70" y="11"/>
                  </a:cubicBezTo>
                  <a:cubicBezTo>
                    <a:pt x="70" y="8"/>
                    <a:pt x="66" y="1"/>
                    <a:pt x="63" y="1"/>
                  </a:cubicBezTo>
                  <a:cubicBezTo>
                    <a:pt x="63" y="1"/>
                    <a:pt x="63" y="0"/>
                    <a:pt x="62" y="0"/>
                  </a:cubicBezTo>
                  <a:cubicBezTo>
                    <a:pt x="62" y="3"/>
                    <a:pt x="62" y="6"/>
                    <a:pt x="62" y="7"/>
                  </a:cubicBezTo>
                  <a:cubicBezTo>
                    <a:pt x="62" y="8"/>
                    <a:pt x="64" y="11"/>
                    <a:pt x="66" y="11"/>
                  </a:cubicBezTo>
                  <a:cubicBezTo>
                    <a:pt x="68" y="12"/>
                    <a:pt x="67" y="15"/>
                    <a:pt x="67" y="18"/>
                  </a:cubicBezTo>
                  <a:cubicBezTo>
                    <a:pt x="67" y="21"/>
                    <a:pt x="61" y="21"/>
                    <a:pt x="60" y="22"/>
                  </a:cubicBezTo>
                  <a:cubicBezTo>
                    <a:pt x="59" y="23"/>
                    <a:pt x="53" y="33"/>
                    <a:pt x="54" y="34"/>
                  </a:cubicBezTo>
                  <a:cubicBezTo>
                    <a:pt x="54" y="36"/>
                    <a:pt x="53" y="41"/>
                    <a:pt x="51" y="42"/>
                  </a:cubicBezTo>
                  <a:cubicBezTo>
                    <a:pt x="49" y="42"/>
                    <a:pt x="50" y="46"/>
                    <a:pt x="50" y="48"/>
                  </a:cubicBezTo>
                  <a:cubicBezTo>
                    <a:pt x="50" y="49"/>
                    <a:pt x="44" y="52"/>
                    <a:pt x="44" y="54"/>
                  </a:cubicBezTo>
                  <a:cubicBezTo>
                    <a:pt x="44" y="57"/>
                    <a:pt x="38" y="68"/>
                    <a:pt x="36" y="72"/>
                  </a:cubicBezTo>
                  <a:cubicBezTo>
                    <a:pt x="34" y="75"/>
                    <a:pt x="32" y="80"/>
                    <a:pt x="31" y="77"/>
                  </a:cubicBezTo>
                  <a:cubicBezTo>
                    <a:pt x="31" y="73"/>
                    <a:pt x="26" y="69"/>
                    <a:pt x="23" y="71"/>
                  </a:cubicBezTo>
                  <a:cubicBezTo>
                    <a:pt x="21" y="73"/>
                    <a:pt x="18" y="72"/>
                    <a:pt x="17" y="72"/>
                  </a:cubicBezTo>
                  <a:cubicBezTo>
                    <a:pt x="15" y="72"/>
                    <a:pt x="4" y="84"/>
                    <a:pt x="4" y="84"/>
                  </a:cubicBezTo>
                  <a:cubicBezTo>
                    <a:pt x="4" y="84"/>
                    <a:pt x="3" y="90"/>
                    <a:pt x="0" y="96"/>
                  </a:cubicBezTo>
                  <a:cubicBezTo>
                    <a:pt x="2" y="97"/>
                    <a:pt x="4" y="100"/>
                    <a:pt x="5" y="103"/>
                  </a:cubicBezTo>
                  <a:cubicBezTo>
                    <a:pt x="8" y="106"/>
                    <a:pt x="12" y="103"/>
                    <a:pt x="14" y="104"/>
                  </a:cubicBezTo>
                  <a:cubicBezTo>
                    <a:pt x="16" y="105"/>
                    <a:pt x="18" y="113"/>
                    <a:pt x="17" y="115"/>
                  </a:cubicBezTo>
                  <a:cubicBezTo>
                    <a:pt x="16" y="117"/>
                    <a:pt x="14" y="123"/>
                    <a:pt x="15" y="125"/>
                  </a:cubicBezTo>
                  <a:cubicBezTo>
                    <a:pt x="31" y="125"/>
                    <a:pt x="31" y="125"/>
                    <a:pt x="31" y="125"/>
                  </a:cubicBezTo>
                  <a:lnTo>
                    <a:pt x="35" y="124"/>
                  </a:ln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0" name="Freeform 26"/>
            <p:cNvSpPr>
              <a:spLocks noChangeArrowheads="1"/>
            </p:cNvSpPr>
            <p:nvPr/>
          </p:nvSpPr>
          <p:spPr bwMode="auto">
            <a:xfrm>
              <a:off x="3462350" y="2236789"/>
              <a:ext cx="131763" cy="134938"/>
            </a:xfrm>
            <a:custGeom>
              <a:avLst/>
              <a:gdLst>
                <a:gd name="T0" fmla="*/ 66 w 69"/>
                <a:gd name="T1" fmla="*/ 60 h 71"/>
                <a:gd name="T2" fmla="*/ 61 w 69"/>
                <a:gd name="T3" fmla="*/ 47 h 71"/>
                <a:gd name="T4" fmla="*/ 65 w 69"/>
                <a:gd name="T5" fmla="*/ 36 h 71"/>
                <a:gd name="T6" fmla="*/ 69 w 69"/>
                <a:gd name="T7" fmla="*/ 29 h 71"/>
                <a:gd name="T8" fmla="*/ 65 w 69"/>
                <a:gd name="T9" fmla="*/ 11 h 71"/>
                <a:gd name="T10" fmla="*/ 63 w 69"/>
                <a:gd name="T11" fmla="*/ 10 h 71"/>
                <a:gd name="T12" fmla="*/ 50 w 69"/>
                <a:gd name="T13" fmla="*/ 12 h 71"/>
                <a:gd name="T14" fmla="*/ 40 w 69"/>
                <a:gd name="T15" fmla="*/ 7 h 71"/>
                <a:gd name="T16" fmla="*/ 31 w 69"/>
                <a:gd name="T17" fmla="*/ 4 h 71"/>
                <a:gd name="T18" fmla="*/ 27 w 69"/>
                <a:gd name="T19" fmla="*/ 3 h 71"/>
                <a:gd name="T20" fmla="*/ 22 w 69"/>
                <a:gd name="T21" fmla="*/ 4 h 71"/>
                <a:gd name="T22" fmla="*/ 15 w 69"/>
                <a:gd name="T23" fmla="*/ 7 h 71"/>
                <a:gd name="T24" fmla="*/ 10 w 69"/>
                <a:gd name="T25" fmla="*/ 5 h 71"/>
                <a:gd name="T26" fmla="*/ 6 w 69"/>
                <a:gd name="T27" fmla="*/ 6 h 71"/>
                <a:gd name="T28" fmla="*/ 6 w 69"/>
                <a:gd name="T29" fmla="*/ 15 h 71"/>
                <a:gd name="T30" fmla="*/ 8 w 69"/>
                <a:gd name="T31" fmla="*/ 20 h 71"/>
                <a:gd name="T32" fmla="*/ 10 w 69"/>
                <a:gd name="T33" fmla="*/ 27 h 71"/>
                <a:gd name="T34" fmla="*/ 5 w 69"/>
                <a:gd name="T35" fmla="*/ 28 h 71"/>
                <a:gd name="T36" fmla="*/ 6 w 69"/>
                <a:gd name="T37" fmla="*/ 35 h 71"/>
                <a:gd name="T38" fmla="*/ 2 w 69"/>
                <a:gd name="T39" fmla="*/ 41 h 71"/>
                <a:gd name="T40" fmla="*/ 1 w 69"/>
                <a:gd name="T41" fmla="*/ 49 h 71"/>
                <a:gd name="T42" fmla="*/ 5 w 69"/>
                <a:gd name="T43" fmla="*/ 52 h 71"/>
                <a:gd name="T44" fmla="*/ 14 w 69"/>
                <a:gd name="T45" fmla="*/ 61 h 71"/>
                <a:gd name="T46" fmla="*/ 10 w 69"/>
                <a:gd name="T47" fmla="*/ 71 h 71"/>
                <a:gd name="T48" fmla="*/ 44 w 69"/>
                <a:gd name="T49" fmla="*/ 64 h 71"/>
                <a:gd name="T50" fmla="*/ 65 w 69"/>
                <a:gd name="T51" fmla="*/ 65 h 71"/>
                <a:gd name="T52" fmla="*/ 66 w 69"/>
                <a:gd name="T53" fmla="*/ 60 h 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9"/>
                <a:gd name="T82" fmla="*/ 0 h 71"/>
                <a:gd name="T83" fmla="*/ 69 w 69"/>
                <a:gd name="T84" fmla="*/ 71 h 7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9" h="71">
                  <a:moveTo>
                    <a:pt x="66" y="60"/>
                  </a:moveTo>
                  <a:cubicBezTo>
                    <a:pt x="64" y="58"/>
                    <a:pt x="61" y="49"/>
                    <a:pt x="61" y="47"/>
                  </a:cubicBezTo>
                  <a:cubicBezTo>
                    <a:pt x="61" y="45"/>
                    <a:pt x="65" y="39"/>
                    <a:pt x="65" y="36"/>
                  </a:cubicBezTo>
                  <a:cubicBezTo>
                    <a:pt x="65" y="33"/>
                    <a:pt x="69" y="31"/>
                    <a:pt x="69" y="29"/>
                  </a:cubicBezTo>
                  <a:cubicBezTo>
                    <a:pt x="69" y="27"/>
                    <a:pt x="68" y="17"/>
                    <a:pt x="65" y="11"/>
                  </a:cubicBezTo>
                  <a:cubicBezTo>
                    <a:pt x="65" y="11"/>
                    <a:pt x="64" y="11"/>
                    <a:pt x="63" y="10"/>
                  </a:cubicBezTo>
                  <a:cubicBezTo>
                    <a:pt x="61" y="8"/>
                    <a:pt x="53" y="9"/>
                    <a:pt x="50" y="12"/>
                  </a:cubicBezTo>
                  <a:cubicBezTo>
                    <a:pt x="47" y="15"/>
                    <a:pt x="41" y="9"/>
                    <a:pt x="40" y="7"/>
                  </a:cubicBezTo>
                  <a:cubicBezTo>
                    <a:pt x="39" y="6"/>
                    <a:pt x="35" y="2"/>
                    <a:pt x="31" y="4"/>
                  </a:cubicBezTo>
                  <a:cubicBezTo>
                    <a:pt x="28" y="7"/>
                    <a:pt x="27" y="6"/>
                    <a:pt x="27" y="3"/>
                  </a:cubicBezTo>
                  <a:cubicBezTo>
                    <a:pt x="28" y="0"/>
                    <a:pt x="22" y="1"/>
                    <a:pt x="22" y="4"/>
                  </a:cubicBezTo>
                  <a:cubicBezTo>
                    <a:pt x="21" y="6"/>
                    <a:pt x="17" y="9"/>
                    <a:pt x="15" y="7"/>
                  </a:cubicBezTo>
                  <a:cubicBezTo>
                    <a:pt x="14" y="5"/>
                    <a:pt x="11" y="2"/>
                    <a:pt x="10" y="5"/>
                  </a:cubicBezTo>
                  <a:cubicBezTo>
                    <a:pt x="9" y="7"/>
                    <a:pt x="7" y="7"/>
                    <a:pt x="6" y="6"/>
                  </a:cubicBezTo>
                  <a:cubicBezTo>
                    <a:pt x="5" y="9"/>
                    <a:pt x="4" y="14"/>
                    <a:pt x="6" y="15"/>
                  </a:cubicBezTo>
                  <a:cubicBezTo>
                    <a:pt x="8" y="16"/>
                    <a:pt x="8" y="19"/>
                    <a:pt x="8" y="20"/>
                  </a:cubicBezTo>
                  <a:cubicBezTo>
                    <a:pt x="7" y="22"/>
                    <a:pt x="12" y="25"/>
                    <a:pt x="10" y="27"/>
                  </a:cubicBezTo>
                  <a:cubicBezTo>
                    <a:pt x="8" y="29"/>
                    <a:pt x="6" y="25"/>
                    <a:pt x="5" y="28"/>
                  </a:cubicBezTo>
                  <a:cubicBezTo>
                    <a:pt x="3" y="30"/>
                    <a:pt x="7" y="33"/>
                    <a:pt x="6" y="35"/>
                  </a:cubicBezTo>
                  <a:cubicBezTo>
                    <a:pt x="4" y="37"/>
                    <a:pt x="2" y="37"/>
                    <a:pt x="2" y="41"/>
                  </a:cubicBezTo>
                  <a:cubicBezTo>
                    <a:pt x="3" y="45"/>
                    <a:pt x="3" y="48"/>
                    <a:pt x="1" y="49"/>
                  </a:cubicBezTo>
                  <a:cubicBezTo>
                    <a:pt x="0" y="50"/>
                    <a:pt x="1" y="50"/>
                    <a:pt x="5" y="52"/>
                  </a:cubicBezTo>
                  <a:cubicBezTo>
                    <a:pt x="8" y="55"/>
                    <a:pt x="14" y="57"/>
                    <a:pt x="14" y="61"/>
                  </a:cubicBezTo>
                  <a:cubicBezTo>
                    <a:pt x="13" y="64"/>
                    <a:pt x="12" y="65"/>
                    <a:pt x="10" y="71"/>
                  </a:cubicBezTo>
                  <a:cubicBezTo>
                    <a:pt x="17" y="71"/>
                    <a:pt x="29" y="66"/>
                    <a:pt x="44" y="64"/>
                  </a:cubicBezTo>
                  <a:cubicBezTo>
                    <a:pt x="52" y="62"/>
                    <a:pt x="60" y="64"/>
                    <a:pt x="65" y="65"/>
                  </a:cubicBezTo>
                  <a:cubicBezTo>
                    <a:pt x="66" y="63"/>
                    <a:pt x="66" y="61"/>
                    <a:pt x="66" y="60"/>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1" name="Freeform 27"/>
            <p:cNvSpPr>
              <a:spLocks noChangeArrowheads="1"/>
            </p:cNvSpPr>
            <p:nvPr/>
          </p:nvSpPr>
          <p:spPr bwMode="auto">
            <a:xfrm>
              <a:off x="3578237" y="2228852"/>
              <a:ext cx="92076" cy="139700"/>
            </a:xfrm>
            <a:custGeom>
              <a:avLst/>
              <a:gdLst>
                <a:gd name="T0" fmla="*/ 41 w 48"/>
                <a:gd name="T1" fmla="*/ 30 h 73"/>
                <a:gd name="T2" fmla="*/ 40 w 48"/>
                <a:gd name="T3" fmla="*/ 14 h 73"/>
                <a:gd name="T4" fmla="*/ 38 w 48"/>
                <a:gd name="T5" fmla="*/ 7 h 73"/>
                <a:gd name="T6" fmla="*/ 35 w 48"/>
                <a:gd name="T7" fmla="*/ 0 h 73"/>
                <a:gd name="T8" fmla="*/ 32 w 48"/>
                <a:gd name="T9" fmla="*/ 3 h 73"/>
                <a:gd name="T10" fmla="*/ 4 w 48"/>
                <a:gd name="T11" fmla="*/ 2 h 73"/>
                <a:gd name="T12" fmla="*/ 6 w 48"/>
                <a:gd name="T13" fmla="*/ 13 h 73"/>
                <a:gd name="T14" fmla="*/ 4 w 48"/>
                <a:gd name="T15" fmla="*/ 15 h 73"/>
                <a:gd name="T16" fmla="*/ 8 w 48"/>
                <a:gd name="T17" fmla="*/ 33 h 73"/>
                <a:gd name="T18" fmla="*/ 4 w 48"/>
                <a:gd name="T19" fmla="*/ 40 h 73"/>
                <a:gd name="T20" fmla="*/ 0 w 48"/>
                <a:gd name="T21" fmla="*/ 51 h 73"/>
                <a:gd name="T22" fmla="*/ 5 w 48"/>
                <a:gd name="T23" fmla="*/ 64 h 73"/>
                <a:gd name="T24" fmla="*/ 4 w 48"/>
                <a:gd name="T25" fmla="*/ 69 h 73"/>
                <a:gd name="T26" fmla="*/ 13 w 48"/>
                <a:gd name="T27" fmla="*/ 72 h 73"/>
                <a:gd name="T28" fmla="*/ 35 w 48"/>
                <a:gd name="T29" fmla="*/ 64 h 73"/>
                <a:gd name="T30" fmla="*/ 48 w 48"/>
                <a:gd name="T31" fmla="*/ 58 h 73"/>
                <a:gd name="T32" fmla="*/ 44 w 48"/>
                <a:gd name="T33" fmla="*/ 45 h 73"/>
                <a:gd name="T34" fmla="*/ 41 w 48"/>
                <a:gd name="T35" fmla="*/ 30 h 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73"/>
                <a:gd name="T56" fmla="*/ 48 w 48"/>
                <a:gd name="T57" fmla="*/ 73 h 7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73">
                  <a:moveTo>
                    <a:pt x="41" y="30"/>
                  </a:moveTo>
                  <a:cubicBezTo>
                    <a:pt x="39" y="26"/>
                    <a:pt x="40" y="18"/>
                    <a:pt x="40" y="14"/>
                  </a:cubicBezTo>
                  <a:cubicBezTo>
                    <a:pt x="41" y="10"/>
                    <a:pt x="39" y="8"/>
                    <a:pt x="38" y="7"/>
                  </a:cubicBezTo>
                  <a:cubicBezTo>
                    <a:pt x="37" y="6"/>
                    <a:pt x="36" y="3"/>
                    <a:pt x="35" y="0"/>
                  </a:cubicBezTo>
                  <a:cubicBezTo>
                    <a:pt x="33" y="1"/>
                    <a:pt x="33" y="4"/>
                    <a:pt x="32" y="3"/>
                  </a:cubicBezTo>
                  <a:cubicBezTo>
                    <a:pt x="31" y="1"/>
                    <a:pt x="5" y="0"/>
                    <a:pt x="4" y="2"/>
                  </a:cubicBezTo>
                  <a:cubicBezTo>
                    <a:pt x="3" y="4"/>
                    <a:pt x="6" y="11"/>
                    <a:pt x="6" y="13"/>
                  </a:cubicBezTo>
                  <a:cubicBezTo>
                    <a:pt x="6" y="14"/>
                    <a:pt x="5" y="15"/>
                    <a:pt x="4" y="15"/>
                  </a:cubicBezTo>
                  <a:cubicBezTo>
                    <a:pt x="7" y="21"/>
                    <a:pt x="8" y="31"/>
                    <a:pt x="8" y="33"/>
                  </a:cubicBezTo>
                  <a:cubicBezTo>
                    <a:pt x="8" y="35"/>
                    <a:pt x="4" y="37"/>
                    <a:pt x="4" y="40"/>
                  </a:cubicBezTo>
                  <a:cubicBezTo>
                    <a:pt x="4" y="43"/>
                    <a:pt x="0" y="49"/>
                    <a:pt x="0" y="51"/>
                  </a:cubicBezTo>
                  <a:cubicBezTo>
                    <a:pt x="0" y="53"/>
                    <a:pt x="3" y="62"/>
                    <a:pt x="5" y="64"/>
                  </a:cubicBezTo>
                  <a:cubicBezTo>
                    <a:pt x="5" y="65"/>
                    <a:pt x="5" y="67"/>
                    <a:pt x="4" y="69"/>
                  </a:cubicBezTo>
                  <a:cubicBezTo>
                    <a:pt x="9" y="71"/>
                    <a:pt x="12" y="72"/>
                    <a:pt x="13" y="72"/>
                  </a:cubicBezTo>
                  <a:cubicBezTo>
                    <a:pt x="15" y="73"/>
                    <a:pt x="29" y="66"/>
                    <a:pt x="35" y="64"/>
                  </a:cubicBezTo>
                  <a:cubicBezTo>
                    <a:pt x="39" y="61"/>
                    <a:pt x="44" y="60"/>
                    <a:pt x="48" y="58"/>
                  </a:cubicBezTo>
                  <a:cubicBezTo>
                    <a:pt x="46" y="54"/>
                    <a:pt x="44" y="49"/>
                    <a:pt x="44" y="45"/>
                  </a:cubicBezTo>
                  <a:cubicBezTo>
                    <a:pt x="44" y="39"/>
                    <a:pt x="42" y="33"/>
                    <a:pt x="41" y="30"/>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2" name="Freeform 28"/>
            <p:cNvSpPr>
              <a:spLocks noChangeArrowheads="1"/>
            </p:cNvSpPr>
            <p:nvPr/>
          </p:nvSpPr>
          <p:spPr bwMode="auto">
            <a:xfrm>
              <a:off x="3319474" y="2195514"/>
              <a:ext cx="165101" cy="122238"/>
            </a:xfrm>
            <a:custGeom>
              <a:avLst/>
              <a:gdLst>
                <a:gd name="T0" fmla="*/ 29 w 86"/>
                <a:gd name="T1" fmla="*/ 34 h 64"/>
                <a:gd name="T2" fmla="*/ 34 w 86"/>
                <a:gd name="T3" fmla="*/ 33 h 64"/>
                <a:gd name="T4" fmla="*/ 42 w 86"/>
                <a:gd name="T5" fmla="*/ 31 h 64"/>
                <a:gd name="T6" fmla="*/ 51 w 86"/>
                <a:gd name="T7" fmla="*/ 42 h 64"/>
                <a:gd name="T8" fmla="*/ 53 w 86"/>
                <a:gd name="T9" fmla="*/ 49 h 64"/>
                <a:gd name="T10" fmla="*/ 53 w 86"/>
                <a:gd name="T11" fmla="*/ 50 h 64"/>
                <a:gd name="T12" fmla="*/ 61 w 86"/>
                <a:gd name="T13" fmla="*/ 48 h 64"/>
                <a:gd name="T14" fmla="*/ 65 w 86"/>
                <a:gd name="T15" fmla="*/ 58 h 64"/>
                <a:gd name="T16" fmla="*/ 70 w 86"/>
                <a:gd name="T17" fmla="*/ 62 h 64"/>
                <a:gd name="T18" fmla="*/ 74 w 86"/>
                <a:gd name="T19" fmla="*/ 58 h 64"/>
                <a:gd name="T20" fmla="*/ 77 w 86"/>
                <a:gd name="T21" fmla="*/ 60 h 64"/>
                <a:gd name="T22" fmla="*/ 80 w 86"/>
                <a:gd name="T23" fmla="*/ 57 h 64"/>
                <a:gd name="T24" fmla="*/ 79 w 86"/>
                <a:gd name="T25" fmla="*/ 50 h 64"/>
                <a:gd name="T26" fmla="*/ 84 w 86"/>
                <a:gd name="T27" fmla="*/ 49 h 64"/>
                <a:gd name="T28" fmla="*/ 82 w 86"/>
                <a:gd name="T29" fmla="*/ 42 h 64"/>
                <a:gd name="T30" fmla="*/ 80 w 86"/>
                <a:gd name="T31" fmla="*/ 37 h 64"/>
                <a:gd name="T32" fmla="*/ 80 w 86"/>
                <a:gd name="T33" fmla="*/ 28 h 64"/>
                <a:gd name="T34" fmla="*/ 78 w 86"/>
                <a:gd name="T35" fmla="*/ 26 h 64"/>
                <a:gd name="T36" fmla="*/ 76 w 86"/>
                <a:gd name="T37" fmla="*/ 20 h 64"/>
                <a:gd name="T38" fmla="*/ 76 w 86"/>
                <a:gd name="T39" fmla="*/ 16 h 64"/>
                <a:gd name="T40" fmla="*/ 72 w 86"/>
                <a:gd name="T41" fmla="*/ 11 h 64"/>
                <a:gd name="T42" fmla="*/ 67 w 86"/>
                <a:gd name="T43" fmla="*/ 2 h 64"/>
                <a:gd name="T44" fmla="*/ 59 w 86"/>
                <a:gd name="T45" fmla="*/ 8 h 64"/>
                <a:gd name="T46" fmla="*/ 52 w 86"/>
                <a:gd name="T47" fmla="*/ 7 h 64"/>
                <a:gd name="T48" fmla="*/ 45 w 86"/>
                <a:gd name="T49" fmla="*/ 8 h 64"/>
                <a:gd name="T50" fmla="*/ 42 w 86"/>
                <a:gd name="T51" fmla="*/ 5 h 64"/>
                <a:gd name="T52" fmla="*/ 42 w 86"/>
                <a:gd name="T53" fmla="*/ 3 h 64"/>
                <a:gd name="T54" fmla="*/ 41 w 86"/>
                <a:gd name="T55" fmla="*/ 4 h 64"/>
                <a:gd name="T56" fmla="*/ 24 w 86"/>
                <a:gd name="T57" fmla="*/ 3 h 64"/>
                <a:gd name="T58" fmla="*/ 16 w 86"/>
                <a:gd name="T59" fmla="*/ 0 h 64"/>
                <a:gd name="T60" fmla="*/ 14 w 86"/>
                <a:gd name="T61" fmla="*/ 5 h 64"/>
                <a:gd name="T62" fmla="*/ 15 w 86"/>
                <a:gd name="T63" fmla="*/ 10 h 64"/>
                <a:gd name="T64" fmla="*/ 11 w 86"/>
                <a:gd name="T65" fmla="*/ 12 h 64"/>
                <a:gd name="T66" fmla="*/ 1 w 86"/>
                <a:gd name="T67" fmla="*/ 17 h 64"/>
                <a:gd name="T68" fmla="*/ 0 w 86"/>
                <a:gd name="T69" fmla="*/ 18 h 64"/>
                <a:gd name="T70" fmla="*/ 8 w 86"/>
                <a:gd name="T71" fmla="*/ 28 h 64"/>
                <a:gd name="T72" fmla="*/ 21 w 86"/>
                <a:gd name="T73" fmla="*/ 42 h 64"/>
                <a:gd name="T74" fmla="*/ 29 w 86"/>
                <a:gd name="T75" fmla="*/ 34 h 6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6"/>
                <a:gd name="T115" fmla="*/ 0 h 64"/>
                <a:gd name="T116" fmla="*/ 86 w 86"/>
                <a:gd name="T117" fmla="*/ 64 h 6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6" h="64">
                  <a:moveTo>
                    <a:pt x="29" y="34"/>
                  </a:moveTo>
                  <a:cubicBezTo>
                    <a:pt x="29" y="31"/>
                    <a:pt x="31" y="32"/>
                    <a:pt x="34" y="33"/>
                  </a:cubicBezTo>
                  <a:cubicBezTo>
                    <a:pt x="37" y="33"/>
                    <a:pt x="40" y="31"/>
                    <a:pt x="42" y="31"/>
                  </a:cubicBezTo>
                  <a:cubicBezTo>
                    <a:pt x="45" y="31"/>
                    <a:pt x="51" y="40"/>
                    <a:pt x="51" y="42"/>
                  </a:cubicBezTo>
                  <a:cubicBezTo>
                    <a:pt x="51" y="45"/>
                    <a:pt x="52" y="47"/>
                    <a:pt x="53" y="49"/>
                  </a:cubicBezTo>
                  <a:cubicBezTo>
                    <a:pt x="53" y="49"/>
                    <a:pt x="53" y="49"/>
                    <a:pt x="53" y="50"/>
                  </a:cubicBezTo>
                  <a:cubicBezTo>
                    <a:pt x="57" y="49"/>
                    <a:pt x="61" y="48"/>
                    <a:pt x="61" y="48"/>
                  </a:cubicBezTo>
                  <a:cubicBezTo>
                    <a:pt x="63" y="48"/>
                    <a:pt x="65" y="54"/>
                    <a:pt x="65" y="58"/>
                  </a:cubicBezTo>
                  <a:cubicBezTo>
                    <a:pt x="64" y="61"/>
                    <a:pt x="68" y="64"/>
                    <a:pt x="70" y="62"/>
                  </a:cubicBezTo>
                  <a:cubicBezTo>
                    <a:pt x="72" y="59"/>
                    <a:pt x="74" y="56"/>
                    <a:pt x="74" y="58"/>
                  </a:cubicBezTo>
                  <a:cubicBezTo>
                    <a:pt x="75" y="59"/>
                    <a:pt x="75" y="59"/>
                    <a:pt x="77" y="60"/>
                  </a:cubicBezTo>
                  <a:cubicBezTo>
                    <a:pt x="77" y="58"/>
                    <a:pt x="79" y="58"/>
                    <a:pt x="80" y="57"/>
                  </a:cubicBezTo>
                  <a:cubicBezTo>
                    <a:pt x="81" y="55"/>
                    <a:pt x="77" y="52"/>
                    <a:pt x="79" y="50"/>
                  </a:cubicBezTo>
                  <a:cubicBezTo>
                    <a:pt x="80" y="47"/>
                    <a:pt x="82" y="51"/>
                    <a:pt x="84" y="49"/>
                  </a:cubicBezTo>
                  <a:cubicBezTo>
                    <a:pt x="86" y="47"/>
                    <a:pt x="81" y="44"/>
                    <a:pt x="82" y="42"/>
                  </a:cubicBezTo>
                  <a:cubicBezTo>
                    <a:pt x="82" y="41"/>
                    <a:pt x="82" y="38"/>
                    <a:pt x="80" y="37"/>
                  </a:cubicBezTo>
                  <a:cubicBezTo>
                    <a:pt x="78" y="36"/>
                    <a:pt x="79" y="31"/>
                    <a:pt x="80" y="28"/>
                  </a:cubicBezTo>
                  <a:cubicBezTo>
                    <a:pt x="79" y="27"/>
                    <a:pt x="79" y="27"/>
                    <a:pt x="78" y="26"/>
                  </a:cubicBezTo>
                  <a:cubicBezTo>
                    <a:pt x="77" y="24"/>
                    <a:pt x="78" y="20"/>
                    <a:pt x="76" y="20"/>
                  </a:cubicBezTo>
                  <a:cubicBezTo>
                    <a:pt x="73" y="20"/>
                    <a:pt x="74" y="17"/>
                    <a:pt x="76" y="16"/>
                  </a:cubicBezTo>
                  <a:cubicBezTo>
                    <a:pt x="78" y="15"/>
                    <a:pt x="72" y="13"/>
                    <a:pt x="72" y="11"/>
                  </a:cubicBezTo>
                  <a:cubicBezTo>
                    <a:pt x="72" y="8"/>
                    <a:pt x="69" y="3"/>
                    <a:pt x="67" y="2"/>
                  </a:cubicBezTo>
                  <a:cubicBezTo>
                    <a:pt x="66" y="2"/>
                    <a:pt x="61" y="8"/>
                    <a:pt x="59" y="8"/>
                  </a:cubicBezTo>
                  <a:cubicBezTo>
                    <a:pt x="57" y="8"/>
                    <a:pt x="53" y="4"/>
                    <a:pt x="52" y="7"/>
                  </a:cubicBezTo>
                  <a:cubicBezTo>
                    <a:pt x="50" y="11"/>
                    <a:pt x="47" y="6"/>
                    <a:pt x="45" y="8"/>
                  </a:cubicBezTo>
                  <a:cubicBezTo>
                    <a:pt x="43" y="11"/>
                    <a:pt x="42" y="5"/>
                    <a:pt x="42" y="5"/>
                  </a:cubicBezTo>
                  <a:cubicBezTo>
                    <a:pt x="42" y="5"/>
                    <a:pt x="42" y="4"/>
                    <a:pt x="42" y="3"/>
                  </a:cubicBezTo>
                  <a:cubicBezTo>
                    <a:pt x="42" y="3"/>
                    <a:pt x="41" y="4"/>
                    <a:pt x="41" y="4"/>
                  </a:cubicBezTo>
                  <a:cubicBezTo>
                    <a:pt x="35" y="6"/>
                    <a:pt x="25" y="5"/>
                    <a:pt x="24" y="3"/>
                  </a:cubicBezTo>
                  <a:cubicBezTo>
                    <a:pt x="24" y="1"/>
                    <a:pt x="16" y="0"/>
                    <a:pt x="16" y="0"/>
                  </a:cubicBezTo>
                  <a:cubicBezTo>
                    <a:pt x="16" y="0"/>
                    <a:pt x="17" y="4"/>
                    <a:pt x="14" y="5"/>
                  </a:cubicBezTo>
                  <a:cubicBezTo>
                    <a:pt x="11" y="6"/>
                    <a:pt x="15" y="9"/>
                    <a:pt x="15" y="10"/>
                  </a:cubicBezTo>
                  <a:cubicBezTo>
                    <a:pt x="15" y="11"/>
                    <a:pt x="12" y="13"/>
                    <a:pt x="11" y="12"/>
                  </a:cubicBezTo>
                  <a:cubicBezTo>
                    <a:pt x="9" y="11"/>
                    <a:pt x="4" y="16"/>
                    <a:pt x="1" y="17"/>
                  </a:cubicBezTo>
                  <a:cubicBezTo>
                    <a:pt x="1" y="17"/>
                    <a:pt x="1" y="18"/>
                    <a:pt x="0" y="18"/>
                  </a:cubicBezTo>
                  <a:cubicBezTo>
                    <a:pt x="4" y="22"/>
                    <a:pt x="4" y="25"/>
                    <a:pt x="8" y="28"/>
                  </a:cubicBezTo>
                  <a:cubicBezTo>
                    <a:pt x="12" y="31"/>
                    <a:pt x="18" y="36"/>
                    <a:pt x="21" y="42"/>
                  </a:cubicBezTo>
                  <a:cubicBezTo>
                    <a:pt x="24" y="39"/>
                    <a:pt x="28" y="36"/>
                    <a:pt x="29" y="34"/>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3" name="Freeform 29"/>
            <p:cNvSpPr>
              <a:spLocks noChangeArrowheads="1"/>
            </p:cNvSpPr>
            <p:nvPr/>
          </p:nvSpPr>
          <p:spPr bwMode="auto">
            <a:xfrm>
              <a:off x="3398850" y="2286003"/>
              <a:ext cx="88900" cy="85725"/>
            </a:xfrm>
            <a:custGeom>
              <a:avLst/>
              <a:gdLst>
                <a:gd name="T0" fmla="*/ 38 w 47"/>
                <a:gd name="T1" fmla="*/ 26 h 45"/>
                <a:gd name="T2" fmla="*/ 34 w 47"/>
                <a:gd name="T3" fmla="*/ 23 h 45"/>
                <a:gd name="T4" fmla="*/ 35 w 47"/>
                <a:gd name="T5" fmla="*/ 15 h 45"/>
                <a:gd name="T6" fmla="*/ 36 w 47"/>
                <a:gd name="T7" fmla="*/ 12 h 45"/>
                <a:gd name="T8" fmla="*/ 33 w 47"/>
                <a:gd name="T9" fmla="*/ 10 h 45"/>
                <a:gd name="T10" fmla="*/ 29 w 47"/>
                <a:gd name="T11" fmla="*/ 14 h 45"/>
                <a:gd name="T12" fmla="*/ 24 w 47"/>
                <a:gd name="T13" fmla="*/ 10 h 45"/>
                <a:gd name="T14" fmla="*/ 20 w 47"/>
                <a:gd name="T15" fmla="*/ 0 h 45"/>
                <a:gd name="T16" fmla="*/ 12 w 47"/>
                <a:gd name="T17" fmla="*/ 2 h 45"/>
                <a:gd name="T18" fmla="*/ 11 w 47"/>
                <a:gd name="T19" fmla="*/ 7 h 45"/>
                <a:gd name="T20" fmla="*/ 2 w 47"/>
                <a:gd name="T21" fmla="*/ 15 h 45"/>
                <a:gd name="T22" fmla="*/ 0 w 47"/>
                <a:gd name="T23" fmla="*/ 19 h 45"/>
                <a:gd name="T24" fmla="*/ 14 w 47"/>
                <a:gd name="T25" fmla="*/ 28 h 45"/>
                <a:gd name="T26" fmla="*/ 41 w 47"/>
                <a:gd name="T27" fmla="*/ 45 h 45"/>
                <a:gd name="T28" fmla="*/ 43 w 47"/>
                <a:gd name="T29" fmla="*/ 45 h 45"/>
                <a:gd name="T30" fmla="*/ 47 w 47"/>
                <a:gd name="T31" fmla="*/ 35 h 45"/>
                <a:gd name="T32" fmla="*/ 38 w 47"/>
                <a:gd name="T33" fmla="*/ 26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
                <a:gd name="T52" fmla="*/ 0 h 45"/>
                <a:gd name="T53" fmla="*/ 47 w 47"/>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 h="45">
                  <a:moveTo>
                    <a:pt x="38" y="26"/>
                  </a:moveTo>
                  <a:cubicBezTo>
                    <a:pt x="34" y="24"/>
                    <a:pt x="33" y="24"/>
                    <a:pt x="34" y="23"/>
                  </a:cubicBezTo>
                  <a:cubicBezTo>
                    <a:pt x="36" y="22"/>
                    <a:pt x="36" y="19"/>
                    <a:pt x="35" y="15"/>
                  </a:cubicBezTo>
                  <a:cubicBezTo>
                    <a:pt x="35" y="13"/>
                    <a:pt x="35" y="13"/>
                    <a:pt x="36" y="12"/>
                  </a:cubicBezTo>
                  <a:cubicBezTo>
                    <a:pt x="34" y="11"/>
                    <a:pt x="34" y="11"/>
                    <a:pt x="33" y="10"/>
                  </a:cubicBezTo>
                  <a:cubicBezTo>
                    <a:pt x="33" y="8"/>
                    <a:pt x="31" y="11"/>
                    <a:pt x="29" y="14"/>
                  </a:cubicBezTo>
                  <a:cubicBezTo>
                    <a:pt x="27" y="16"/>
                    <a:pt x="23" y="13"/>
                    <a:pt x="24" y="10"/>
                  </a:cubicBezTo>
                  <a:cubicBezTo>
                    <a:pt x="24" y="6"/>
                    <a:pt x="22" y="0"/>
                    <a:pt x="20" y="0"/>
                  </a:cubicBezTo>
                  <a:cubicBezTo>
                    <a:pt x="20" y="0"/>
                    <a:pt x="16" y="1"/>
                    <a:pt x="12" y="2"/>
                  </a:cubicBezTo>
                  <a:cubicBezTo>
                    <a:pt x="13" y="3"/>
                    <a:pt x="12" y="5"/>
                    <a:pt x="11" y="7"/>
                  </a:cubicBezTo>
                  <a:cubicBezTo>
                    <a:pt x="11" y="10"/>
                    <a:pt x="5" y="13"/>
                    <a:pt x="2" y="15"/>
                  </a:cubicBezTo>
                  <a:cubicBezTo>
                    <a:pt x="1" y="15"/>
                    <a:pt x="0" y="17"/>
                    <a:pt x="0" y="19"/>
                  </a:cubicBezTo>
                  <a:cubicBezTo>
                    <a:pt x="4" y="22"/>
                    <a:pt x="10" y="25"/>
                    <a:pt x="14" y="28"/>
                  </a:cubicBezTo>
                  <a:cubicBezTo>
                    <a:pt x="22" y="35"/>
                    <a:pt x="35" y="43"/>
                    <a:pt x="41" y="45"/>
                  </a:cubicBezTo>
                  <a:cubicBezTo>
                    <a:pt x="41" y="45"/>
                    <a:pt x="42" y="45"/>
                    <a:pt x="43" y="45"/>
                  </a:cubicBezTo>
                  <a:cubicBezTo>
                    <a:pt x="45" y="39"/>
                    <a:pt x="46" y="38"/>
                    <a:pt x="47" y="35"/>
                  </a:cubicBezTo>
                  <a:cubicBezTo>
                    <a:pt x="47" y="31"/>
                    <a:pt x="41" y="29"/>
                    <a:pt x="38" y="26"/>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4" name="Freeform 30"/>
            <p:cNvSpPr>
              <a:spLocks noChangeArrowheads="1"/>
            </p:cNvSpPr>
            <p:nvPr/>
          </p:nvSpPr>
          <p:spPr bwMode="auto">
            <a:xfrm>
              <a:off x="3360750" y="2254253"/>
              <a:ext cx="63500" cy="68263"/>
            </a:xfrm>
            <a:custGeom>
              <a:avLst/>
              <a:gdLst>
                <a:gd name="T0" fmla="*/ 31 w 33"/>
                <a:gd name="T1" fmla="*/ 24 h 36"/>
                <a:gd name="T2" fmla="*/ 32 w 33"/>
                <a:gd name="T3" fmla="*/ 18 h 36"/>
                <a:gd name="T4" fmla="*/ 30 w 33"/>
                <a:gd name="T5" fmla="*/ 11 h 36"/>
                <a:gd name="T6" fmla="*/ 21 w 33"/>
                <a:gd name="T7" fmla="*/ 0 h 36"/>
                <a:gd name="T8" fmla="*/ 13 w 33"/>
                <a:gd name="T9" fmla="*/ 2 h 36"/>
                <a:gd name="T10" fmla="*/ 8 w 33"/>
                <a:gd name="T11" fmla="*/ 3 h 36"/>
                <a:gd name="T12" fmla="*/ 0 w 33"/>
                <a:gd name="T13" fmla="*/ 11 h 36"/>
                <a:gd name="T14" fmla="*/ 2 w 33"/>
                <a:gd name="T15" fmla="*/ 15 h 36"/>
                <a:gd name="T16" fmla="*/ 11 w 33"/>
                <a:gd name="T17" fmla="*/ 30 h 36"/>
                <a:gd name="T18" fmla="*/ 20 w 33"/>
                <a:gd name="T19" fmla="*/ 36 h 36"/>
                <a:gd name="T20" fmla="*/ 22 w 33"/>
                <a:gd name="T21" fmla="*/ 32 h 36"/>
                <a:gd name="T22" fmla="*/ 31 w 33"/>
                <a:gd name="T23" fmla="*/ 24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6"/>
                <a:gd name="T38" fmla="*/ 33 w 33"/>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6">
                  <a:moveTo>
                    <a:pt x="31" y="24"/>
                  </a:moveTo>
                  <a:cubicBezTo>
                    <a:pt x="32" y="22"/>
                    <a:pt x="33" y="20"/>
                    <a:pt x="32" y="18"/>
                  </a:cubicBezTo>
                  <a:cubicBezTo>
                    <a:pt x="31" y="16"/>
                    <a:pt x="30" y="14"/>
                    <a:pt x="30" y="11"/>
                  </a:cubicBezTo>
                  <a:cubicBezTo>
                    <a:pt x="30" y="9"/>
                    <a:pt x="24" y="0"/>
                    <a:pt x="21" y="0"/>
                  </a:cubicBezTo>
                  <a:cubicBezTo>
                    <a:pt x="19" y="0"/>
                    <a:pt x="16" y="2"/>
                    <a:pt x="13" y="2"/>
                  </a:cubicBezTo>
                  <a:cubicBezTo>
                    <a:pt x="10" y="1"/>
                    <a:pt x="8" y="0"/>
                    <a:pt x="8" y="3"/>
                  </a:cubicBezTo>
                  <a:cubicBezTo>
                    <a:pt x="7" y="5"/>
                    <a:pt x="3" y="8"/>
                    <a:pt x="0" y="11"/>
                  </a:cubicBezTo>
                  <a:cubicBezTo>
                    <a:pt x="1" y="12"/>
                    <a:pt x="1" y="14"/>
                    <a:pt x="2" y="15"/>
                  </a:cubicBezTo>
                  <a:cubicBezTo>
                    <a:pt x="4" y="25"/>
                    <a:pt x="7" y="26"/>
                    <a:pt x="11" y="30"/>
                  </a:cubicBezTo>
                  <a:cubicBezTo>
                    <a:pt x="12" y="31"/>
                    <a:pt x="16" y="33"/>
                    <a:pt x="20" y="36"/>
                  </a:cubicBezTo>
                  <a:cubicBezTo>
                    <a:pt x="20" y="34"/>
                    <a:pt x="21" y="32"/>
                    <a:pt x="22" y="32"/>
                  </a:cubicBezTo>
                  <a:cubicBezTo>
                    <a:pt x="25" y="30"/>
                    <a:pt x="31" y="27"/>
                    <a:pt x="31" y="24"/>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5" name="Freeform 31"/>
            <p:cNvSpPr>
              <a:spLocks noChangeArrowheads="1"/>
            </p:cNvSpPr>
            <p:nvPr/>
          </p:nvSpPr>
          <p:spPr bwMode="auto">
            <a:xfrm>
              <a:off x="3279786" y="1854202"/>
              <a:ext cx="179389" cy="147638"/>
            </a:xfrm>
            <a:custGeom>
              <a:avLst/>
              <a:gdLst>
                <a:gd name="T0" fmla="*/ 44 w 94"/>
                <a:gd name="T1" fmla="*/ 59 h 77"/>
                <a:gd name="T2" fmla="*/ 56 w 94"/>
                <a:gd name="T3" fmla="*/ 51 h 77"/>
                <a:gd name="T4" fmla="*/ 56 w 94"/>
                <a:gd name="T5" fmla="*/ 20 h 77"/>
                <a:gd name="T6" fmla="*/ 94 w 94"/>
                <a:gd name="T7" fmla="*/ 20 h 77"/>
                <a:gd name="T8" fmla="*/ 94 w 94"/>
                <a:gd name="T9" fmla="*/ 4 h 77"/>
                <a:gd name="T10" fmla="*/ 86 w 94"/>
                <a:gd name="T11" fmla="*/ 0 h 77"/>
                <a:gd name="T12" fmla="*/ 44 w 94"/>
                <a:gd name="T13" fmla="*/ 0 h 77"/>
                <a:gd name="T14" fmla="*/ 38 w 94"/>
                <a:gd name="T15" fmla="*/ 10 h 77"/>
                <a:gd name="T16" fmla="*/ 23 w 94"/>
                <a:gd name="T17" fmla="*/ 31 h 77"/>
                <a:gd name="T18" fmla="*/ 3 w 94"/>
                <a:gd name="T19" fmla="*/ 66 h 77"/>
                <a:gd name="T20" fmla="*/ 0 w 94"/>
                <a:gd name="T21" fmla="*/ 77 h 77"/>
                <a:gd name="T22" fmla="*/ 44 w 94"/>
                <a:gd name="T23" fmla="*/ 77 h 77"/>
                <a:gd name="T24" fmla="*/ 44 w 94"/>
                <a:gd name="T25" fmla="*/ 59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77"/>
                <a:gd name="T41" fmla="*/ 94 w 94"/>
                <a:gd name="T42" fmla="*/ 77 h 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77">
                  <a:moveTo>
                    <a:pt x="44" y="59"/>
                  </a:moveTo>
                  <a:cubicBezTo>
                    <a:pt x="44" y="56"/>
                    <a:pt x="56" y="53"/>
                    <a:pt x="56" y="51"/>
                  </a:cubicBezTo>
                  <a:cubicBezTo>
                    <a:pt x="56" y="48"/>
                    <a:pt x="56" y="20"/>
                    <a:pt x="56" y="20"/>
                  </a:cubicBezTo>
                  <a:cubicBezTo>
                    <a:pt x="56" y="20"/>
                    <a:pt x="93" y="21"/>
                    <a:pt x="94" y="20"/>
                  </a:cubicBezTo>
                  <a:cubicBezTo>
                    <a:pt x="94" y="20"/>
                    <a:pt x="94" y="12"/>
                    <a:pt x="94" y="4"/>
                  </a:cubicBezTo>
                  <a:cubicBezTo>
                    <a:pt x="92" y="2"/>
                    <a:pt x="94" y="0"/>
                    <a:pt x="86" y="0"/>
                  </a:cubicBezTo>
                  <a:cubicBezTo>
                    <a:pt x="79" y="0"/>
                    <a:pt x="58" y="0"/>
                    <a:pt x="44" y="0"/>
                  </a:cubicBezTo>
                  <a:cubicBezTo>
                    <a:pt x="41" y="3"/>
                    <a:pt x="39" y="7"/>
                    <a:pt x="38" y="10"/>
                  </a:cubicBezTo>
                  <a:cubicBezTo>
                    <a:pt x="36" y="16"/>
                    <a:pt x="23" y="23"/>
                    <a:pt x="23" y="31"/>
                  </a:cubicBezTo>
                  <a:cubicBezTo>
                    <a:pt x="22" y="38"/>
                    <a:pt x="11" y="50"/>
                    <a:pt x="3" y="66"/>
                  </a:cubicBezTo>
                  <a:cubicBezTo>
                    <a:pt x="1" y="70"/>
                    <a:pt x="0" y="74"/>
                    <a:pt x="0" y="77"/>
                  </a:cubicBezTo>
                  <a:cubicBezTo>
                    <a:pt x="44" y="77"/>
                    <a:pt x="44" y="77"/>
                    <a:pt x="44" y="77"/>
                  </a:cubicBezTo>
                  <a:cubicBezTo>
                    <a:pt x="44" y="77"/>
                    <a:pt x="44" y="62"/>
                    <a:pt x="44" y="59"/>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6" name="Freeform 32"/>
            <p:cNvSpPr>
              <a:spLocks noChangeArrowheads="1"/>
            </p:cNvSpPr>
            <p:nvPr/>
          </p:nvSpPr>
          <p:spPr bwMode="auto">
            <a:xfrm>
              <a:off x="3278199" y="1862139"/>
              <a:ext cx="261939" cy="287339"/>
            </a:xfrm>
            <a:custGeom>
              <a:avLst/>
              <a:gdLst>
                <a:gd name="T0" fmla="*/ 11 w 137"/>
                <a:gd name="T1" fmla="*/ 130 h 150"/>
                <a:gd name="T2" fmla="*/ 21 w 137"/>
                <a:gd name="T3" fmla="*/ 130 h 150"/>
                <a:gd name="T4" fmla="*/ 30 w 137"/>
                <a:gd name="T5" fmla="*/ 129 h 150"/>
                <a:gd name="T6" fmla="*/ 36 w 137"/>
                <a:gd name="T7" fmla="*/ 135 h 150"/>
                <a:gd name="T8" fmla="*/ 40 w 137"/>
                <a:gd name="T9" fmla="*/ 135 h 150"/>
                <a:gd name="T10" fmla="*/ 48 w 137"/>
                <a:gd name="T11" fmla="*/ 145 h 150"/>
                <a:gd name="T12" fmla="*/ 53 w 137"/>
                <a:gd name="T13" fmla="*/ 150 h 150"/>
                <a:gd name="T14" fmla="*/ 59 w 137"/>
                <a:gd name="T15" fmla="*/ 147 h 150"/>
                <a:gd name="T16" fmla="*/ 66 w 137"/>
                <a:gd name="T17" fmla="*/ 144 h 150"/>
                <a:gd name="T18" fmla="*/ 72 w 137"/>
                <a:gd name="T19" fmla="*/ 143 h 150"/>
                <a:gd name="T20" fmla="*/ 80 w 137"/>
                <a:gd name="T21" fmla="*/ 144 h 150"/>
                <a:gd name="T22" fmla="*/ 87 w 137"/>
                <a:gd name="T23" fmla="*/ 141 h 150"/>
                <a:gd name="T24" fmla="*/ 131 w 137"/>
                <a:gd name="T25" fmla="*/ 141 h 150"/>
                <a:gd name="T26" fmla="*/ 132 w 137"/>
                <a:gd name="T27" fmla="*/ 131 h 150"/>
                <a:gd name="T28" fmla="*/ 129 w 137"/>
                <a:gd name="T29" fmla="*/ 128 h 150"/>
                <a:gd name="T30" fmla="*/ 118 w 137"/>
                <a:gd name="T31" fmla="*/ 28 h 150"/>
                <a:gd name="T32" fmla="*/ 137 w 137"/>
                <a:gd name="T33" fmla="*/ 28 h 150"/>
                <a:gd name="T34" fmla="*/ 97 w 137"/>
                <a:gd name="T35" fmla="*/ 2 h 150"/>
                <a:gd name="T36" fmla="*/ 95 w 137"/>
                <a:gd name="T37" fmla="*/ 0 h 150"/>
                <a:gd name="T38" fmla="*/ 95 w 137"/>
                <a:gd name="T39" fmla="*/ 16 h 150"/>
                <a:gd name="T40" fmla="*/ 57 w 137"/>
                <a:gd name="T41" fmla="*/ 16 h 150"/>
                <a:gd name="T42" fmla="*/ 57 w 137"/>
                <a:gd name="T43" fmla="*/ 47 h 150"/>
                <a:gd name="T44" fmla="*/ 45 w 137"/>
                <a:gd name="T45" fmla="*/ 55 h 150"/>
                <a:gd name="T46" fmla="*/ 45 w 137"/>
                <a:gd name="T47" fmla="*/ 73 h 150"/>
                <a:gd name="T48" fmla="*/ 1 w 137"/>
                <a:gd name="T49" fmla="*/ 73 h 150"/>
                <a:gd name="T50" fmla="*/ 7 w 137"/>
                <a:gd name="T51" fmla="*/ 85 h 150"/>
                <a:gd name="T52" fmla="*/ 9 w 137"/>
                <a:gd name="T53" fmla="*/ 104 h 150"/>
                <a:gd name="T54" fmla="*/ 6 w 137"/>
                <a:gd name="T55" fmla="*/ 126 h 150"/>
                <a:gd name="T56" fmla="*/ 4 w 137"/>
                <a:gd name="T57" fmla="*/ 135 h 150"/>
                <a:gd name="T58" fmla="*/ 4 w 137"/>
                <a:gd name="T59" fmla="*/ 135 h 150"/>
                <a:gd name="T60" fmla="*/ 11 w 137"/>
                <a:gd name="T61" fmla="*/ 130 h 15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37"/>
                <a:gd name="T94" fmla="*/ 0 h 150"/>
                <a:gd name="T95" fmla="*/ 137 w 137"/>
                <a:gd name="T96" fmla="*/ 150 h 15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37" h="150">
                  <a:moveTo>
                    <a:pt x="11" y="130"/>
                  </a:moveTo>
                  <a:cubicBezTo>
                    <a:pt x="15" y="131"/>
                    <a:pt x="21" y="130"/>
                    <a:pt x="21" y="130"/>
                  </a:cubicBezTo>
                  <a:cubicBezTo>
                    <a:pt x="21" y="130"/>
                    <a:pt x="27" y="127"/>
                    <a:pt x="30" y="129"/>
                  </a:cubicBezTo>
                  <a:cubicBezTo>
                    <a:pt x="33" y="131"/>
                    <a:pt x="36" y="135"/>
                    <a:pt x="36" y="135"/>
                  </a:cubicBezTo>
                  <a:cubicBezTo>
                    <a:pt x="40" y="135"/>
                    <a:pt x="40" y="135"/>
                    <a:pt x="40" y="135"/>
                  </a:cubicBezTo>
                  <a:cubicBezTo>
                    <a:pt x="40" y="135"/>
                    <a:pt x="43" y="143"/>
                    <a:pt x="48" y="145"/>
                  </a:cubicBezTo>
                  <a:cubicBezTo>
                    <a:pt x="51" y="146"/>
                    <a:pt x="52" y="148"/>
                    <a:pt x="53" y="150"/>
                  </a:cubicBezTo>
                  <a:cubicBezTo>
                    <a:pt x="57" y="150"/>
                    <a:pt x="59" y="149"/>
                    <a:pt x="59" y="147"/>
                  </a:cubicBezTo>
                  <a:cubicBezTo>
                    <a:pt x="59" y="144"/>
                    <a:pt x="61" y="139"/>
                    <a:pt x="66" y="144"/>
                  </a:cubicBezTo>
                  <a:cubicBezTo>
                    <a:pt x="71" y="149"/>
                    <a:pt x="71" y="145"/>
                    <a:pt x="72" y="143"/>
                  </a:cubicBezTo>
                  <a:cubicBezTo>
                    <a:pt x="73" y="141"/>
                    <a:pt x="76" y="144"/>
                    <a:pt x="80" y="144"/>
                  </a:cubicBezTo>
                  <a:cubicBezTo>
                    <a:pt x="83" y="144"/>
                    <a:pt x="87" y="141"/>
                    <a:pt x="87" y="141"/>
                  </a:cubicBezTo>
                  <a:cubicBezTo>
                    <a:pt x="87" y="141"/>
                    <a:pt x="129" y="142"/>
                    <a:pt x="131" y="141"/>
                  </a:cubicBezTo>
                  <a:cubicBezTo>
                    <a:pt x="133" y="140"/>
                    <a:pt x="132" y="131"/>
                    <a:pt x="132" y="131"/>
                  </a:cubicBezTo>
                  <a:cubicBezTo>
                    <a:pt x="129" y="128"/>
                    <a:pt x="129" y="128"/>
                    <a:pt x="129" y="128"/>
                  </a:cubicBezTo>
                  <a:cubicBezTo>
                    <a:pt x="118" y="28"/>
                    <a:pt x="118" y="28"/>
                    <a:pt x="118" y="28"/>
                  </a:cubicBezTo>
                  <a:cubicBezTo>
                    <a:pt x="137" y="28"/>
                    <a:pt x="137" y="28"/>
                    <a:pt x="137" y="28"/>
                  </a:cubicBezTo>
                  <a:cubicBezTo>
                    <a:pt x="117" y="15"/>
                    <a:pt x="99" y="3"/>
                    <a:pt x="97" y="2"/>
                  </a:cubicBezTo>
                  <a:cubicBezTo>
                    <a:pt x="96" y="2"/>
                    <a:pt x="95" y="1"/>
                    <a:pt x="95" y="0"/>
                  </a:cubicBezTo>
                  <a:cubicBezTo>
                    <a:pt x="95" y="8"/>
                    <a:pt x="95" y="16"/>
                    <a:pt x="95" y="16"/>
                  </a:cubicBezTo>
                  <a:cubicBezTo>
                    <a:pt x="94" y="17"/>
                    <a:pt x="57" y="16"/>
                    <a:pt x="57" y="16"/>
                  </a:cubicBezTo>
                  <a:cubicBezTo>
                    <a:pt x="57" y="16"/>
                    <a:pt x="57" y="44"/>
                    <a:pt x="57" y="47"/>
                  </a:cubicBezTo>
                  <a:cubicBezTo>
                    <a:pt x="57" y="49"/>
                    <a:pt x="45" y="52"/>
                    <a:pt x="45" y="55"/>
                  </a:cubicBezTo>
                  <a:cubicBezTo>
                    <a:pt x="45" y="58"/>
                    <a:pt x="45" y="73"/>
                    <a:pt x="45" y="73"/>
                  </a:cubicBezTo>
                  <a:cubicBezTo>
                    <a:pt x="1" y="73"/>
                    <a:pt x="1" y="73"/>
                    <a:pt x="1" y="73"/>
                  </a:cubicBezTo>
                  <a:cubicBezTo>
                    <a:pt x="0" y="80"/>
                    <a:pt x="4" y="82"/>
                    <a:pt x="7" y="85"/>
                  </a:cubicBezTo>
                  <a:cubicBezTo>
                    <a:pt x="10" y="89"/>
                    <a:pt x="4" y="96"/>
                    <a:pt x="9" y="104"/>
                  </a:cubicBezTo>
                  <a:cubicBezTo>
                    <a:pt x="15" y="111"/>
                    <a:pt x="8" y="122"/>
                    <a:pt x="6" y="126"/>
                  </a:cubicBezTo>
                  <a:cubicBezTo>
                    <a:pt x="4" y="128"/>
                    <a:pt x="4" y="132"/>
                    <a:pt x="4" y="135"/>
                  </a:cubicBezTo>
                  <a:cubicBezTo>
                    <a:pt x="4" y="135"/>
                    <a:pt x="4" y="135"/>
                    <a:pt x="4" y="135"/>
                  </a:cubicBezTo>
                  <a:cubicBezTo>
                    <a:pt x="8" y="135"/>
                    <a:pt x="7" y="129"/>
                    <a:pt x="11" y="130"/>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7" name="Freeform 33"/>
            <p:cNvSpPr>
              <a:spLocks noChangeArrowheads="1"/>
            </p:cNvSpPr>
            <p:nvPr/>
          </p:nvSpPr>
          <p:spPr bwMode="auto">
            <a:xfrm>
              <a:off x="3379799" y="1916114"/>
              <a:ext cx="360364" cy="338138"/>
            </a:xfrm>
            <a:custGeom>
              <a:avLst/>
              <a:gdLst>
                <a:gd name="T0" fmla="*/ 179 w 189"/>
                <a:gd name="T1" fmla="*/ 73 h 177"/>
                <a:gd name="T2" fmla="*/ 173 w 189"/>
                <a:gd name="T3" fmla="*/ 61 h 177"/>
                <a:gd name="T4" fmla="*/ 161 w 189"/>
                <a:gd name="T5" fmla="*/ 57 h 177"/>
                <a:gd name="T6" fmla="*/ 153 w 189"/>
                <a:gd name="T7" fmla="*/ 47 h 177"/>
                <a:gd name="T8" fmla="*/ 84 w 189"/>
                <a:gd name="T9" fmla="*/ 0 h 177"/>
                <a:gd name="T10" fmla="*/ 65 w 189"/>
                <a:gd name="T11" fmla="*/ 0 h 177"/>
                <a:gd name="T12" fmla="*/ 76 w 189"/>
                <a:gd name="T13" fmla="*/ 100 h 177"/>
                <a:gd name="T14" fmla="*/ 79 w 189"/>
                <a:gd name="T15" fmla="*/ 103 h 177"/>
                <a:gd name="T16" fmla="*/ 78 w 189"/>
                <a:gd name="T17" fmla="*/ 113 h 177"/>
                <a:gd name="T18" fmla="*/ 34 w 189"/>
                <a:gd name="T19" fmla="*/ 113 h 177"/>
                <a:gd name="T20" fmla="*/ 27 w 189"/>
                <a:gd name="T21" fmla="*/ 116 h 177"/>
                <a:gd name="T22" fmla="*/ 19 w 189"/>
                <a:gd name="T23" fmla="*/ 115 h 177"/>
                <a:gd name="T24" fmla="*/ 13 w 189"/>
                <a:gd name="T25" fmla="*/ 116 h 177"/>
                <a:gd name="T26" fmla="*/ 6 w 189"/>
                <a:gd name="T27" fmla="*/ 119 h 177"/>
                <a:gd name="T28" fmla="*/ 0 w 189"/>
                <a:gd name="T29" fmla="*/ 122 h 177"/>
                <a:gd name="T30" fmla="*/ 1 w 189"/>
                <a:gd name="T31" fmla="*/ 125 h 177"/>
                <a:gd name="T32" fmla="*/ 3 w 189"/>
                <a:gd name="T33" fmla="*/ 128 h 177"/>
                <a:gd name="T34" fmla="*/ 5 w 189"/>
                <a:gd name="T35" fmla="*/ 135 h 177"/>
                <a:gd name="T36" fmla="*/ 11 w 189"/>
                <a:gd name="T37" fmla="*/ 142 h 177"/>
                <a:gd name="T38" fmla="*/ 11 w 189"/>
                <a:gd name="T39" fmla="*/ 151 h 177"/>
                <a:gd name="T40" fmla="*/ 14 w 189"/>
                <a:gd name="T41" fmla="*/ 154 h 177"/>
                <a:gd name="T42" fmla="*/ 21 w 189"/>
                <a:gd name="T43" fmla="*/ 153 h 177"/>
                <a:gd name="T44" fmla="*/ 28 w 189"/>
                <a:gd name="T45" fmla="*/ 154 h 177"/>
                <a:gd name="T46" fmla="*/ 36 w 189"/>
                <a:gd name="T47" fmla="*/ 148 h 177"/>
                <a:gd name="T48" fmla="*/ 41 w 189"/>
                <a:gd name="T49" fmla="*/ 157 h 177"/>
                <a:gd name="T50" fmla="*/ 45 w 189"/>
                <a:gd name="T51" fmla="*/ 162 h 177"/>
                <a:gd name="T52" fmla="*/ 45 w 189"/>
                <a:gd name="T53" fmla="*/ 166 h 177"/>
                <a:gd name="T54" fmla="*/ 47 w 189"/>
                <a:gd name="T55" fmla="*/ 172 h 177"/>
                <a:gd name="T56" fmla="*/ 53 w 189"/>
                <a:gd name="T57" fmla="*/ 173 h 177"/>
                <a:gd name="T58" fmla="*/ 58 w 189"/>
                <a:gd name="T59" fmla="*/ 175 h 177"/>
                <a:gd name="T60" fmla="*/ 65 w 189"/>
                <a:gd name="T61" fmla="*/ 172 h 177"/>
                <a:gd name="T62" fmla="*/ 70 w 189"/>
                <a:gd name="T63" fmla="*/ 171 h 177"/>
                <a:gd name="T64" fmla="*/ 74 w 189"/>
                <a:gd name="T65" fmla="*/ 172 h 177"/>
                <a:gd name="T66" fmla="*/ 78 w 189"/>
                <a:gd name="T67" fmla="*/ 172 h 177"/>
                <a:gd name="T68" fmla="*/ 81 w 189"/>
                <a:gd name="T69" fmla="*/ 163 h 177"/>
                <a:gd name="T70" fmla="*/ 80 w 189"/>
                <a:gd name="T71" fmla="*/ 156 h 177"/>
                <a:gd name="T72" fmla="*/ 89 w 189"/>
                <a:gd name="T73" fmla="*/ 152 h 177"/>
                <a:gd name="T74" fmla="*/ 93 w 189"/>
                <a:gd name="T75" fmla="*/ 145 h 177"/>
                <a:gd name="T76" fmla="*/ 96 w 189"/>
                <a:gd name="T77" fmla="*/ 136 h 177"/>
                <a:gd name="T78" fmla="*/ 103 w 189"/>
                <a:gd name="T79" fmla="*/ 137 h 177"/>
                <a:gd name="T80" fmla="*/ 108 w 189"/>
                <a:gd name="T81" fmla="*/ 131 h 177"/>
                <a:gd name="T82" fmla="*/ 114 w 189"/>
                <a:gd name="T83" fmla="*/ 129 h 177"/>
                <a:gd name="T84" fmla="*/ 118 w 189"/>
                <a:gd name="T85" fmla="*/ 126 h 177"/>
                <a:gd name="T86" fmla="*/ 128 w 189"/>
                <a:gd name="T87" fmla="*/ 122 h 177"/>
                <a:gd name="T88" fmla="*/ 136 w 189"/>
                <a:gd name="T89" fmla="*/ 119 h 177"/>
                <a:gd name="T90" fmla="*/ 150 w 189"/>
                <a:gd name="T91" fmla="*/ 119 h 177"/>
                <a:gd name="T92" fmla="*/ 159 w 189"/>
                <a:gd name="T93" fmla="*/ 116 h 177"/>
                <a:gd name="T94" fmla="*/ 177 w 189"/>
                <a:gd name="T95" fmla="*/ 115 h 177"/>
                <a:gd name="T96" fmla="*/ 184 w 189"/>
                <a:gd name="T97" fmla="*/ 110 h 177"/>
                <a:gd name="T98" fmla="*/ 188 w 189"/>
                <a:gd name="T99" fmla="*/ 101 h 177"/>
                <a:gd name="T100" fmla="*/ 188 w 189"/>
                <a:gd name="T101" fmla="*/ 71 h 177"/>
                <a:gd name="T102" fmla="*/ 179 w 189"/>
                <a:gd name="T103" fmla="*/ 73 h 17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89"/>
                <a:gd name="T157" fmla="*/ 0 h 177"/>
                <a:gd name="T158" fmla="*/ 189 w 189"/>
                <a:gd name="T159" fmla="*/ 177 h 17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89" h="177">
                  <a:moveTo>
                    <a:pt x="179" y="73"/>
                  </a:moveTo>
                  <a:cubicBezTo>
                    <a:pt x="179" y="73"/>
                    <a:pt x="179" y="65"/>
                    <a:pt x="173" y="61"/>
                  </a:cubicBezTo>
                  <a:cubicBezTo>
                    <a:pt x="168" y="58"/>
                    <a:pt x="161" y="57"/>
                    <a:pt x="161" y="57"/>
                  </a:cubicBezTo>
                  <a:cubicBezTo>
                    <a:pt x="161" y="57"/>
                    <a:pt x="157" y="50"/>
                    <a:pt x="153" y="47"/>
                  </a:cubicBezTo>
                  <a:cubicBezTo>
                    <a:pt x="152" y="45"/>
                    <a:pt x="114" y="20"/>
                    <a:pt x="84" y="0"/>
                  </a:cubicBezTo>
                  <a:cubicBezTo>
                    <a:pt x="65" y="0"/>
                    <a:pt x="65" y="0"/>
                    <a:pt x="65" y="0"/>
                  </a:cubicBezTo>
                  <a:cubicBezTo>
                    <a:pt x="76" y="100"/>
                    <a:pt x="76" y="100"/>
                    <a:pt x="76" y="100"/>
                  </a:cubicBezTo>
                  <a:cubicBezTo>
                    <a:pt x="79" y="103"/>
                    <a:pt x="79" y="103"/>
                    <a:pt x="79" y="103"/>
                  </a:cubicBezTo>
                  <a:cubicBezTo>
                    <a:pt x="79" y="103"/>
                    <a:pt x="80" y="112"/>
                    <a:pt x="78" y="113"/>
                  </a:cubicBezTo>
                  <a:cubicBezTo>
                    <a:pt x="76" y="114"/>
                    <a:pt x="34" y="113"/>
                    <a:pt x="34" y="113"/>
                  </a:cubicBezTo>
                  <a:cubicBezTo>
                    <a:pt x="34" y="113"/>
                    <a:pt x="30" y="116"/>
                    <a:pt x="27" y="116"/>
                  </a:cubicBezTo>
                  <a:cubicBezTo>
                    <a:pt x="23" y="116"/>
                    <a:pt x="20" y="113"/>
                    <a:pt x="19" y="115"/>
                  </a:cubicBezTo>
                  <a:cubicBezTo>
                    <a:pt x="18" y="117"/>
                    <a:pt x="18" y="121"/>
                    <a:pt x="13" y="116"/>
                  </a:cubicBezTo>
                  <a:cubicBezTo>
                    <a:pt x="8" y="111"/>
                    <a:pt x="6" y="116"/>
                    <a:pt x="6" y="119"/>
                  </a:cubicBezTo>
                  <a:cubicBezTo>
                    <a:pt x="6" y="121"/>
                    <a:pt x="4" y="122"/>
                    <a:pt x="0" y="122"/>
                  </a:cubicBezTo>
                  <a:cubicBezTo>
                    <a:pt x="1" y="124"/>
                    <a:pt x="1" y="125"/>
                    <a:pt x="1" y="125"/>
                  </a:cubicBezTo>
                  <a:cubicBezTo>
                    <a:pt x="3" y="128"/>
                    <a:pt x="3" y="128"/>
                    <a:pt x="3" y="128"/>
                  </a:cubicBezTo>
                  <a:cubicBezTo>
                    <a:pt x="3" y="128"/>
                    <a:pt x="3" y="133"/>
                    <a:pt x="5" y="135"/>
                  </a:cubicBezTo>
                  <a:cubicBezTo>
                    <a:pt x="7" y="137"/>
                    <a:pt x="11" y="141"/>
                    <a:pt x="11" y="142"/>
                  </a:cubicBezTo>
                  <a:cubicBezTo>
                    <a:pt x="11" y="144"/>
                    <a:pt x="11" y="151"/>
                    <a:pt x="11" y="151"/>
                  </a:cubicBezTo>
                  <a:cubicBezTo>
                    <a:pt x="11" y="151"/>
                    <a:pt x="12" y="157"/>
                    <a:pt x="14" y="154"/>
                  </a:cubicBezTo>
                  <a:cubicBezTo>
                    <a:pt x="16" y="152"/>
                    <a:pt x="19" y="157"/>
                    <a:pt x="21" y="153"/>
                  </a:cubicBezTo>
                  <a:cubicBezTo>
                    <a:pt x="22" y="150"/>
                    <a:pt x="26" y="154"/>
                    <a:pt x="28" y="154"/>
                  </a:cubicBezTo>
                  <a:cubicBezTo>
                    <a:pt x="30" y="154"/>
                    <a:pt x="35" y="148"/>
                    <a:pt x="36" y="148"/>
                  </a:cubicBezTo>
                  <a:cubicBezTo>
                    <a:pt x="38" y="149"/>
                    <a:pt x="41" y="154"/>
                    <a:pt x="41" y="157"/>
                  </a:cubicBezTo>
                  <a:cubicBezTo>
                    <a:pt x="41" y="159"/>
                    <a:pt x="47" y="161"/>
                    <a:pt x="45" y="162"/>
                  </a:cubicBezTo>
                  <a:cubicBezTo>
                    <a:pt x="43" y="163"/>
                    <a:pt x="42" y="166"/>
                    <a:pt x="45" y="166"/>
                  </a:cubicBezTo>
                  <a:cubicBezTo>
                    <a:pt x="47" y="166"/>
                    <a:pt x="46" y="170"/>
                    <a:pt x="47" y="172"/>
                  </a:cubicBezTo>
                  <a:cubicBezTo>
                    <a:pt x="49" y="174"/>
                    <a:pt x="51" y="176"/>
                    <a:pt x="53" y="173"/>
                  </a:cubicBezTo>
                  <a:cubicBezTo>
                    <a:pt x="54" y="170"/>
                    <a:pt x="57" y="173"/>
                    <a:pt x="58" y="175"/>
                  </a:cubicBezTo>
                  <a:cubicBezTo>
                    <a:pt x="60" y="177"/>
                    <a:pt x="64" y="174"/>
                    <a:pt x="65" y="172"/>
                  </a:cubicBezTo>
                  <a:cubicBezTo>
                    <a:pt x="65" y="169"/>
                    <a:pt x="71" y="168"/>
                    <a:pt x="70" y="171"/>
                  </a:cubicBezTo>
                  <a:cubicBezTo>
                    <a:pt x="70" y="174"/>
                    <a:pt x="71" y="175"/>
                    <a:pt x="74" y="172"/>
                  </a:cubicBezTo>
                  <a:cubicBezTo>
                    <a:pt x="75" y="171"/>
                    <a:pt x="76" y="171"/>
                    <a:pt x="78" y="172"/>
                  </a:cubicBezTo>
                  <a:cubicBezTo>
                    <a:pt x="79" y="168"/>
                    <a:pt x="80" y="164"/>
                    <a:pt x="81" y="163"/>
                  </a:cubicBezTo>
                  <a:cubicBezTo>
                    <a:pt x="82" y="161"/>
                    <a:pt x="78" y="156"/>
                    <a:pt x="80" y="156"/>
                  </a:cubicBezTo>
                  <a:cubicBezTo>
                    <a:pt x="82" y="155"/>
                    <a:pt x="87" y="156"/>
                    <a:pt x="89" y="152"/>
                  </a:cubicBezTo>
                  <a:cubicBezTo>
                    <a:pt x="91" y="147"/>
                    <a:pt x="93" y="145"/>
                    <a:pt x="93" y="145"/>
                  </a:cubicBezTo>
                  <a:cubicBezTo>
                    <a:pt x="93" y="145"/>
                    <a:pt x="93" y="135"/>
                    <a:pt x="96" y="136"/>
                  </a:cubicBezTo>
                  <a:cubicBezTo>
                    <a:pt x="99" y="138"/>
                    <a:pt x="103" y="141"/>
                    <a:pt x="103" y="137"/>
                  </a:cubicBezTo>
                  <a:cubicBezTo>
                    <a:pt x="104" y="133"/>
                    <a:pt x="107" y="135"/>
                    <a:pt x="108" y="131"/>
                  </a:cubicBezTo>
                  <a:cubicBezTo>
                    <a:pt x="109" y="128"/>
                    <a:pt x="111" y="128"/>
                    <a:pt x="114" y="129"/>
                  </a:cubicBezTo>
                  <a:cubicBezTo>
                    <a:pt x="116" y="129"/>
                    <a:pt x="118" y="128"/>
                    <a:pt x="118" y="126"/>
                  </a:cubicBezTo>
                  <a:cubicBezTo>
                    <a:pt x="118" y="124"/>
                    <a:pt x="123" y="125"/>
                    <a:pt x="128" y="122"/>
                  </a:cubicBezTo>
                  <a:cubicBezTo>
                    <a:pt x="132" y="119"/>
                    <a:pt x="134" y="117"/>
                    <a:pt x="136" y="119"/>
                  </a:cubicBezTo>
                  <a:cubicBezTo>
                    <a:pt x="138" y="120"/>
                    <a:pt x="149" y="120"/>
                    <a:pt x="150" y="119"/>
                  </a:cubicBezTo>
                  <a:cubicBezTo>
                    <a:pt x="152" y="119"/>
                    <a:pt x="155" y="116"/>
                    <a:pt x="159" y="116"/>
                  </a:cubicBezTo>
                  <a:cubicBezTo>
                    <a:pt x="163" y="117"/>
                    <a:pt x="173" y="115"/>
                    <a:pt x="177" y="115"/>
                  </a:cubicBezTo>
                  <a:cubicBezTo>
                    <a:pt x="181" y="115"/>
                    <a:pt x="183" y="111"/>
                    <a:pt x="184" y="110"/>
                  </a:cubicBezTo>
                  <a:cubicBezTo>
                    <a:pt x="185" y="108"/>
                    <a:pt x="186" y="102"/>
                    <a:pt x="188" y="101"/>
                  </a:cubicBezTo>
                  <a:cubicBezTo>
                    <a:pt x="189" y="100"/>
                    <a:pt x="189" y="79"/>
                    <a:pt x="188" y="71"/>
                  </a:cubicBezTo>
                  <a:cubicBezTo>
                    <a:pt x="184" y="72"/>
                    <a:pt x="179" y="73"/>
                    <a:pt x="179" y="73"/>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8" name="Freeform 34"/>
            <p:cNvSpPr>
              <a:spLocks noChangeArrowheads="1"/>
            </p:cNvSpPr>
            <p:nvPr/>
          </p:nvSpPr>
          <p:spPr bwMode="auto">
            <a:xfrm>
              <a:off x="3529025" y="2139953"/>
              <a:ext cx="176213" cy="125413"/>
            </a:xfrm>
            <a:custGeom>
              <a:avLst/>
              <a:gdLst>
                <a:gd name="T0" fmla="*/ 92 w 92"/>
                <a:gd name="T1" fmla="*/ 37 h 66"/>
                <a:gd name="T2" fmla="*/ 87 w 92"/>
                <a:gd name="T3" fmla="*/ 35 h 66"/>
                <a:gd name="T4" fmla="*/ 86 w 92"/>
                <a:gd name="T5" fmla="*/ 29 h 66"/>
                <a:gd name="T6" fmla="*/ 81 w 92"/>
                <a:gd name="T7" fmla="*/ 30 h 66"/>
                <a:gd name="T8" fmla="*/ 76 w 92"/>
                <a:gd name="T9" fmla="*/ 26 h 66"/>
                <a:gd name="T10" fmla="*/ 74 w 92"/>
                <a:gd name="T11" fmla="*/ 21 h 66"/>
                <a:gd name="T12" fmla="*/ 69 w 92"/>
                <a:gd name="T13" fmla="*/ 15 h 66"/>
                <a:gd name="T14" fmla="*/ 65 w 92"/>
                <a:gd name="T15" fmla="*/ 9 h 66"/>
                <a:gd name="T16" fmla="*/ 65 w 92"/>
                <a:gd name="T17" fmla="*/ 3 h 66"/>
                <a:gd name="T18" fmla="*/ 58 w 92"/>
                <a:gd name="T19" fmla="*/ 2 h 66"/>
                <a:gd name="T20" fmla="*/ 50 w 92"/>
                <a:gd name="T21" fmla="*/ 5 h 66"/>
                <a:gd name="T22" fmla="*/ 40 w 92"/>
                <a:gd name="T23" fmla="*/ 9 h 66"/>
                <a:gd name="T24" fmla="*/ 36 w 92"/>
                <a:gd name="T25" fmla="*/ 12 h 66"/>
                <a:gd name="T26" fmla="*/ 30 w 92"/>
                <a:gd name="T27" fmla="*/ 14 h 66"/>
                <a:gd name="T28" fmla="*/ 25 w 92"/>
                <a:gd name="T29" fmla="*/ 20 h 66"/>
                <a:gd name="T30" fmla="*/ 18 w 92"/>
                <a:gd name="T31" fmla="*/ 19 h 66"/>
                <a:gd name="T32" fmla="*/ 15 w 92"/>
                <a:gd name="T33" fmla="*/ 28 h 66"/>
                <a:gd name="T34" fmla="*/ 11 w 92"/>
                <a:gd name="T35" fmla="*/ 35 h 66"/>
                <a:gd name="T36" fmla="*/ 2 w 92"/>
                <a:gd name="T37" fmla="*/ 39 h 66"/>
                <a:gd name="T38" fmla="*/ 3 w 92"/>
                <a:gd name="T39" fmla="*/ 46 h 66"/>
                <a:gd name="T40" fmla="*/ 0 w 92"/>
                <a:gd name="T41" fmla="*/ 55 h 66"/>
                <a:gd name="T42" fmla="*/ 5 w 92"/>
                <a:gd name="T43" fmla="*/ 58 h 66"/>
                <a:gd name="T44" fmla="*/ 15 w 92"/>
                <a:gd name="T45" fmla="*/ 63 h 66"/>
                <a:gd name="T46" fmla="*/ 28 w 92"/>
                <a:gd name="T47" fmla="*/ 61 h 66"/>
                <a:gd name="T48" fmla="*/ 32 w 92"/>
                <a:gd name="T49" fmla="*/ 60 h 66"/>
                <a:gd name="T50" fmla="*/ 30 w 92"/>
                <a:gd name="T51" fmla="*/ 49 h 66"/>
                <a:gd name="T52" fmla="*/ 58 w 92"/>
                <a:gd name="T53" fmla="*/ 50 h 66"/>
                <a:gd name="T54" fmla="*/ 63 w 92"/>
                <a:gd name="T55" fmla="*/ 47 h 66"/>
                <a:gd name="T56" fmla="*/ 73 w 92"/>
                <a:gd name="T57" fmla="*/ 48 h 66"/>
                <a:gd name="T58" fmla="*/ 79 w 92"/>
                <a:gd name="T59" fmla="*/ 44 h 66"/>
                <a:gd name="T60" fmla="*/ 89 w 92"/>
                <a:gd name="T61" fmla="*/ 42 h 66"/>
                <a:gd name="T62" fmla="*/ 92 w 92"/>
                <a:gd name="T63" fmla="*/ 37 h 66"/>
                <a:gd name="T64" fmla="*/ 92 w 92"/>
                <a:gd name="T65" fmla="*/ 37 h 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2"/>
                <a:gd name="T100" fmla="*/ 0 h 66"/>
                <a:gd name="T101" fmla="*/ 92 w 92"/>
                <a:gd name="T102" fmla="*/ 66 h 6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2" h="66">
                  <a:moveTo>
                    <a:pt x="92" y="37"/>
                  </a:moveTo>
                  <a:cubicBezTo>
                    <a:pt x="90" y="35"/>
                    <a:pt x="88" y="35"/>
                    <a:pt x="87" y="35"/>
                  </a:cubicBezTo>
                  <a:cubicBezTo>
                    <a:pt x="86" y="35"/>
                    <a:pt x="87" y="30"/>
                    <a:pt x="86" y="29"/>
                  </a:cubicBezTo>
                  <a:cubicBezTo>
                    <a:pt x="86" y="28"/>
                    <a:pt x="83" y="30"/>
                    <a:pt x="81" y="30"/>
                  </a:cubicBezTo>
                  <a:cubicBezTo>
                    <a:pt x="79" y="29"/>
                    <a:pt x="78" y="26"/>
                    <a:pt x="76" y="26"/>
                  </a:cubicBezTo>
                  <a:cubicBezTo>
                    <a:pt x="74" y="26"/>
                    <a:pt x="74" y="24"/>
                    <a:pt x="74" y="21"/>
                  </a:cubicBezTo>
                  <a:cubicBezTo>
                    <a:pt x="74" y="19"/>
                    <a:pt x="71" y="17"/>
                    <a:pt x="69" y="15"/>
                  </a:cubicBezTo>
                  <a:cubicBezTo>
                    <a:pt x="67" y="14"/>
                    <a:pt x="66" y="10"/>
                    <a:pt x="65" y="9"/>
                  </a:cubicBezTo>
                  <a:cubicBezTo>
                    <a:pt x="64" y="8"/>
                    <a:pt x="65" y="5"/>
                    <a:pt x="65" y="3"/>
                  </a:cubicBezTo>
                  <a:cubicBezTo>
                    <a:pt x="62" y="3"/>
                    <a:pt x="59" y="2"/>
                    <a:pt x="58" y="2"/>
                  </a:cubicBezTo>
                  <a:cubicBezTo>
                    <a:pt x="56" y="0"/>
                    <a:pt x="54" y="2"/>
                    <a:pt x="50" y="5"/>
                  </a:cubicBezTo>
                  <a:cubicBezTo>
                    <a:pt x="45" y="8"/>
                    <a:pt x="40" y="7"/>
                    <a:pt x="40" y="9"/>
                  </a:cubicBezTo>
                  <a:cubicBezTo>
                    <a:pt x="40" y="11"/>
                    <a:pt x="38" y="12"/>
                    <a:pt x="36" y="12"/>
                  </a:cubicBezTo>
                  <a:cubicBezTo>
                    <a:pt x="33" y="11"/>
                    <a:pt x="31" y="11"/>
                    <a:pt x="30" y="14"/>
                  </a:cubicBezTo>
                  <a:cubicBezTo>
                    <a:pt x="29" y="18"/>
                    <a:pt x="26" y="16"/>
                    <a:pt x="25" y="20"/>
                  </a:cubicBezTo>
                  <a:cubicBezTo>
                    <a:pt x="25" y="24"/>
                    <a:pt x="21" y="21"/>
                    <a:pt x="18" y="19"/>
                  </a:cubicBezTo>
                  <a:cubicBezTo>
                    <a:pt x="15" y="18"/>
                    <a:pt x="15" y="28"/>
                    <a:pt x="15" y="28"/>
                  </a:cubicBezTo>
                  <a:cubicBezTo>
                    <a:pt x="15" y="28"/>
                    <a:pt x="13" y="30"/>
                    <a:pt x="11" y="35"/>
                  </a:cubicBezTo>
                  <a:cubicBezTo>
                    <a:pt x="9" y="39"/>
                    <a:pt x="4" y="38"/>
                    <a:pt x="2" y="39"/>
                  </a:cubicBezTo>
                  <a:cubicBezTo>
                    <a:pt x="0" y="39"/>
                    <a:pt x="4" y="44"/>
                    <a:pt x="3" y="46"/>
                  </a:cubicBezTo>
                  <a:cubicBezTo>
                    <a:pt x="2" y="47"/>
                    <a:pt x="1" y="51"/>
                    <a:pt x="0" y="55"/>
                  </a:cubicBezTo>
                  <a:cubicBezTo>
                    <a:pt x="2" y="55"/>
                    <a:pt x="4" y="57"/>
                    <a:pt x="5" y="58"/>
                  </a:cubicBezTo>
                  <a:cubicBezTo>
                    <a:pt x="6" y="60"/>
                    <a:pt x="12" y="66"/>
                    <a:pt x="15" y="63"/>
                  </a:cubicBezTo>
                  <a:cubicBezTo>
                    <a:pt x="18" y="60"/>
                    <a:pt x="26" y="59"/>
                    <a:pt x="28" y="61"/>
                  </a:cubicBezTo>
                  <a:cubicBezTo>
                    <a:pt x="30" y="63"/>
                    <a:pt x="32" y="62"/>
                    <a:pt x="32" y="60"/>
                  </a:cubicBezTo>
                  <a:cubicBezTo>
                    <a:pt x="32" y="58"/>
                    <a:pt x="29" y="51"/>
                    <a:pt x="30" y="49"/>
                  </a:cubicBezTo>
                  <a:cubicBezTo>
                    <a:pt x="31" y="47"/>
                    <a:pt x="57" y="48"/>
                    <a:pt x="58" y="50"/>
                  </a:cubicBezTo>
                  <a:cubicBezTo>
                    <a:pt x="59" y="51"/>
                    <a:pt x="59" y="46"/>
                    <a:pt x="63" y="47"/>
                  </a:cubicBezTo>
                  <a:cubicBezTo>
                    <a:pt x="66" y="47"/>
                    <a:pt x="71" y="49"/>
                    <a:pt x="73" y="48"/>
                  </a:cubicBezTo>
                  <a:cubicBezTo>
                    <a:pt x="75" y="47"/>
                    <a:pt x="77" y="44"/>
                    <a:pt x="79" y="44"/>
                  </a:cubicBezTo>
                  <a:cubicBezTo>
                    <a:pt x="81" y="44"/>
                    <a:pt x="87" y="43"/>
                    <a:pt x="89" y="42"/>
                  </a:cubicBezTo>
                  <a:cubicBezTo>
                    <a:pt x="90" y="40"/>
                    <a:pt x="92" y="40"/>
                    <a:pt x="92" y="37"/>
                  </a:cubicBezTo>
                  <a:cubicBezTo>
                    <a:pt x="92" y="37"/>
                    <a:pt x="92" y="37"/>
                    <a:pt x="92" y="37"/>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9" name="Freeform 35"/>
            <p:cNvSpPr>
              <a:spLocks noChangeArrowheads="1"/>
            </p:cNvSpPr>
            <p:nvPr/>
          </p:nvSpPr>
          <p:spPr bwMode="auto">
            <a:xfrm>
              <a:off x="3651263" y="1952627"/>
              <a:ext cx="336551" cy="261938"/>
            </a:xfrm>
            <a:custGeom>
              <a:avLst/>
              <a:gdLst>
                <a:gd name="T0" fmla="*/ 168 w 176"/>
                <a:gd name="T1" fmla="*/ 20 h 137"/>
                <a:gd name="T2" fmla="*/ 167 w 176"/>
                <a:gd name="T3" fmla="*/ 5 h 137"/>
                <a:gd name="T4" fmla="*/ 158 w 176"/>
                <a:gd name="T5" fmla="*/ 10 h 137"/>
                <a:gd name="T6" fmla="*/ 151 w 176"/>
                <a:gd name="T7" fmla="*/ 3 h 137"/>
                <a:gd name="T8" fmla="*/ 134 w 176"/>
                <a:gd name="T9" fmla="*/ 0 h 137"/>
                <a:gd name="T10" fmla="*/ 86 w 176"/>
                <a:gd name="T11" fmla="*/ 30 h 137"/>
                <a:gd name="T12" fmla="*/ 65 w 176"/>
                <a:gd name="T13" fmla="*/ 46 h 137"/>
                <a:gd name="T14" fmla="*/ 48 w 176"/>
                <a:gd name="T15" fmla="*/ 52 h 137"/>
                <a:gd name="T16" fmla="*/ 46 w 176"/>
                <a:gd name="T17" fmla="*/ 52 h 137"/>
                <a:gd name="T18" fmla="*/ 46 w 176"/>
                <a:gd name="T19" fmla="*/ 82 h 137"/>
                <a:gd name="T20" fmla="*/ 42 w 176"/>
                <a:gd name="T21" fmla="*/ 91 h 137"/>
                <a:gd name="T22" fmla="*/ 35 w 176"/>
                <a:gd name="T23" fmla="*/ 96 h 137"/>
                <a:gd name="T24" fmla="*/ 17 w 176"/>
                <a:gd name="T25" fmla="*/ 97 h 137"/>
                <a:gd name="T26" fmla="*/ 8 w 176"/>
                <a:gd name="T27" fmla="*/ 100 h 137"/>
                <a:gd name="T28" fmla="*/ 1 w 176"/>
                <a:gd name="T29" fmla="*/ 101 h 137"/>
                <a:gd name="T30" fmla="*/ 1 w 176"/>
                <a:gd name="T31" fmla="*/ 107 h 137"/>
                <a:gd name="T32" fmla="*/ 5 w 176"/>
                <a:gd name="T33" fmla="*/ 113 h 137"/>
                <a:gd name="T34" fmla="*/ 10 w 176"/>
                <a:gd name="T35" fmla="*/ 119 h 137"/>
                <a:gd name="T36" fmla="*/ 12 w 176"/>
                <a:gd name="T37" fmla="*/ 124 h 137"/>
                <a:gd name="T38" fmla="*/ 17 w 176"/>
                <a:gd name="T39" fmla="*/ 128 h 137"/>
                <a:gd name="T40" fmla="*/ 22 w 176"/>
                <a:gd name="T41" fmla="*/ 127 h 137"/>
                <a:gd name="T42" fmla="*/ 23 w 176"/>
                <a:gd name="T43" fmla="*/ 133 h 137"/>
                <a:gd name="T44" fmla="*/ 28 w 176"/>
                <a:gd name="T45" fmla="*/ 135 h 137"/>
                <a:gd name="T46" fmla="*/ 32 w 176"/>
                <a:gd name="T47" fmla="*/ 130 h 137"/>
                <a:gd name="T48" fmla="*/ 35 w 176"/>
                <a:gd name="T49" fmla="*/ 135 h 137"/>
                <a:gd name="T50" fmla="*/ 40 w 176"/>
                <a:gd name="T51" fmla="*/ 133 h 137"/>
                <a:gd name="T52" fmla="*/ 45 w 176"/>
                <a:gd name="T53" fmla="*/ 125 h 137"/>
                <a:gd name="T54" fmla="*/ 48 w 176"/>
                <a:gd name="T55" fmla="*/ 116 h 137"/>
                <a:gd name="T56" fmla="*/ 58 w 176"/>
                <a:gd name="T57" fmla="*/ 116 h 137"/>
                <a:gd name="T58" fmla="*/ 65 w 176"/>
                <a:gd name="T59" fmla="*/ 114 h 137"/>
                <a:gd name="T60" fmla="*/ 74 w 176"/>
                <a:gd name="T61" fmla="*/ 117 h 137"/>
                <a:gd name="T62" fmla="*/ 80 w 176"/>
                <a:gd name="T63" fmla="*/ 123 h 137"/>
                <a:gd name="T64" fmla="*/ 89 w 176"/>
                <a:gd name="T65" fmla="*/ 120 h 137"/>
                <a:gd name="T66" fmla="*/ 98 w 176"/>
                <a:gd name="T67" fmla="*/ 125 h 137"/>
                <a:gd name="T68" fmla="*/ 109 w 176"/>
                <a:gd name="T69" fmla="*/ 125 h 137"/>
                <a:gd name="T70" fmla="*/ 117 w 176"/>
                <a:gd name="T71" fmla="*/ 119 h 137"/>
                <a:gd name="T72" fmla="*/ 132 w 176"/>
                <a:gd name="T73" fmla="*/ 120 h 137"/>
                <a:gd name="T74" fmla="*/ 141 w 176"/>
                <a:gd name="T75" fmla="*/ 122 h 137"/>
                <a:gd name="T76" fmla="*/ 149 w 176"/>
                <a:gd name="T77" fmla="*/ 115 h 137"/>
                <a:gd name="T78" fmla="*/ 151 w 176"/>
                <a:gd name="T79" fmla="*/ 114 h 137"/>
                <a:gd name="T80" fmla="*/ 151 w 176"/>
                <a:gd name="T81" fmla="*/ 111 h 137"/>
                <a:gd name="T82" fmla="*/ 153 w 176"/>
                <a:gd name="T83" fmla="*/ 101 h 137"/>
                <a:gd name="T84" fmla="*/ 171 w 176"/>
                <a:gd name="T85" fmla="*/ 79 h 137"/>
                <a:gd name="T86" fmla="*/ 172 w 176"/>
                <a:gd name="T87" fmla="*/ 51 h 137"/>
                <a:gd name="T88" fmla="*/ 174 w 176"/>
                <a:gd name="T89" fmla="*/ 39 h 137"/>
                <a:gd name="T90" fmla="*/ 172 w 176"/>
                <a:gd name="T91" fmla="*/ 30 h 137"/>
                <a:gd name="T92" fmla="*/ 168 w 176"/>
                <a:gd name="T93" fmla="*/ 20 h 13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76"/>
                <a:gd name="T142" fmla="*/ 0 h 137"/>
                <a:gd name="T143" fmla="*/ 176 w 176"/>
                <a:gd name="T144" fmla="*/ 137 h 13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76" h="137">
                  <a:moveTo>
                    <a:pt x="168" y="20"/>
                  </a:moveTo>
                  <a:cubicBezTo>
                    <a:pt x="168" y="18"/>
                    <a:pt x="167" y="11"/>
                    <a:pt x="167" y="5"/>
                  </a:cubicBezTo>
                  <a:cubicBezTo>
                    <a:pt x="158" y="10"/>
                    <a:pt x="158" y="10"/>
                    <a:pt x="158" y="10"/>
                  </a:cubicBezTo>
                  <a:cubicBezTo>
                    <a:pt x="158" y="10"/>
                    <a:pt x="156" y="6"/>
                    <a:pt x="151" y="3"/>
                  </a:cubicBezTo>
                  <a:cubicBezTo>
                    <a:pt x="146" y="0"/>
                    <a:pt x="134" y="0"/>
                    <a:pt x="134" y="0"/>
                  </a:cubicBezTo>
                  <a:cubicBezTo>
                    <a:pt x="86" y="30"/>
                    <a:pt x="86" y="30"/>
                    <a:pt x="86" y="30"/>
                  </a:cubicBezTo>
                  <a:cubicBezTo>
                    <a:pt x="65" y="46"/>
                    <a:pt x="65" y="46"/>
                    <a:pt x="65" y="46"/>
                  </a:cubicBezTo>
                  <a:cubicBezTo>
                    <a:pt x="65" y="46"/>
                    <a:pt x="52" y="51"/>
                    <a:pt x="48" y="52"/>
                  </a:cubicBezTo>
                  <a:cubicBezTo>
                    <a:pt x="47" y="52"/>
                    <a:pt x="47" y="52"/>
                    <a:pt x="46" y="52"/>
                  </a:cubicBezTo>
                  <a:cubicBezTo>
                    <a:pt x="47" y="60"/>
                    <a:pt x="47" y="81"/>
                    <a:pt x="46" y="82"/>
                  </a:cubicBezTo>
                  <a:cubicBezTo>
                    <a:pt x="44" y="83"/>
                    <a:pt x="43" y="89"/>
                    <a:pt x="42" y="91"/>
                  </a:cubicBezTo>
                  <a:cubicBezTo>
                    <a:pt x="41" y="92"/>
                    <a:pt x="39" y="96"/>
                    <a:pt x="35" y="96"/>
                  </a:cubicBezTo>
                  <a:cubicBezTo>
                    <a:pt x="31" y="96"/>
                    <a:pt x="21" y="98"/>
                    <a:pt x="17" y="97"/>
                  </a:cubicBezTo>
                  <a:cubicBezTo>
                    <a:pt x="13" y="97"/>
                    <a:pt x="10" y="100"/>
                    <a:pt x="8" y="100"/>
                  </a:cubicBezTo>
                  <a:cubicBezTo>
                    <a:pt x="8" y="101"/>
                    <a:pt x="4" y="101"/>
                    <a:pt x="1" y="101"/>
                  </a:cubicBezTo>
                  <a:cubicBezTo>
                    <a:pt x="1" y="103"/>
                    <a:pt x="0" y="106"/>
                    <a:pt x="1" y="107"/>
                  </a:cubicBezTo>
                  <a:cubicBezTo>
                    <a:pt x="2" y="108"/>
                    <a:pt x="3" y="112"/>
                    <a:pt x="5" y="113"/>
                  </a:cubicBezTo>
                  <a:cubicBezTo>
                    <a:pt x="7" y="115"/>
                    <a:pt x="10" y="117"/>
                    <a:pt x="10" y="119"/>
                  </a:cubicBezTo>
                  <a:cubicBezTo>
                    <a:pt x="10" y="122"/>
                    <a:pt x="10" y="124"/>
                    <a:pt x="12" y="124"/>
                  </a:cubicBezTo>
                  <a:cubicBezTo>
                    <a:pt x="14" y="124"/>
                    <a:pt x="15" y="127"/>
                    <a:pt x="17" y="128"/>
                  </a:cubicBezTo>
                  <a:cubicBezTo>
                    <a:pt x="19" y="128"/>
                    <a:pt x="22" y="126"/>
                    <a:pt x="22" y="127"/>
                  </a:cubicBezTo>
                  <a:cubicBezTo>
                    <a:pt x="23" y="128"/>
                    <a:pt x="22" y="133"/>
                    <a:pt x="23" y="133"/>
                  </a:cubicBezTo>
                  <a:cubicBezTo>
                    <a:pt x="24" y="133"/>
                    <a:pt x="26" y="133"/>
                    <a:pt x="28" y="135"/>
                  </a:cubicBezTo>
                  <a:cubicBezTo>
                    <a:pt x="27" y="132"/>
                    <a:pt x="28" y="129"/>
                    <a:pt x="32" y="130"/>
                  </a:cubicBezTo>
                  <a:cubicBezTo>
                    <a:pt x="35" y="131"/>
                    <a:pt x="32" y="134"/>
                    <a:pt x="35" y="135"/>
                  </a:cubicBezTo>
                  <a:cubicBezTo>
                    <a:pt x="38" y="137"/>
                    <a:pt x="40" y="136"/>
                    <a:pt x="40" y="133"/>
                  </a:cubicBezTo>
                  <a:cubicBezTo>
                    <a:pt x="40" y="131"/>
                    <a:pt x="44" y="126"/>
                    <a:pt x="45" y="125"/>
                  </a:cubicBezTo>
                  <a:cubicBezTo>
                    <a:pt x="46" y="124"/>
                    <a:pt x="46" y="118"/>
                    <a:pt x="48" y="116"/>
                  </a:cubicBezTo>
                  <a:cubicBezTo>
                    <a:pt x="50" y="115"/>
                    <a:pt x="56" y="116"/>
                    <a:pt x="58" y="116"/>
                  </a:cubicBezTo>
                  <a:cubicBezTo>
                    <a:pt x="60" y="117"/>
                    <a:pt x="62" y="112"/>
                    <a:pt x="65" y="114"/>
                  </a:cubicBezTo>
                  <a:cubicBezTo>
                    <a:pt x="67" y="116"/>
                    <a:pt x="72" y="114"/>
                    <a:pt x="74" y="117"/>
                  </a:cubicBezTo>
                  <a:cubicBezTo>
                    <a:pt x="76" y="119"/>
                    <a:pt x="77" y="125"/>
                    <a:pt x="80" y="123"/>
                  </a:cubicBezTo>
                  <a:cubicBezTo>
                    <a:pt x="83" y="121"/>
                    <a:pt x="87" y="120"/>
                    <a:pt x="89" y="120"/>
                  </a:cubicBezTo>
                  <a:cubicBezTo>
                    <a:pt x="91" y="120"/>
                    <a:pt x="96" y="124"/>
                    <a:pt x="98" y="125"/>
                  </a:cubicBezTo>
                  <a:cubicBezTo>
                    <a:pt x="100" y="125"/>
                    <a:pt x="107" y="126"/>
                    <a:pt x="109" y="125"/>
                  </a:cubicBezTo>
                  <a:cubicBezTo>
                    <a:pt x="111" y="123"/>
                    <a:pt x="114" y="119"/>
                    <a:pt x="117" y="119"/>
                  </a:cubicBezTo>
                  <a:cubicBezTo>
                    <a:pt x="120" y="120"/>
                    <a:pt x="130" y="119"/>
                    <a:pt x="132" y="120"/>
                  </a:cubicBezTo>
                  <a:cubicBezTo>
                    <a:pt x="134" y="121"/>
                    <a:pt x="138" y="123"/>
                    <a:pt x="141" y="122"/>
                  </a:cubicBezTo>
                  <a:cubicBezTo>
                    <a:pt x="144" y="121"/>
                    <a:pt x="147" y="115"/>
                    <a:pt x="149" y="115"/>
                  </a:cubicBezTo>
                  <a:cubicBezTo>
                    <a:pt x="150" y="114"/>
                    <a:pt x="150" y="114"/>
                    <a:pt x="151" y="114"/>
                  </a:cubicBezTo>
                  <a:cubicBezTo>
                    <a:pt x="151" y="113"/>
                    <a:pt x="151" y="112"/>
                    <a:pt x="151" y="111"/>
                  </a:cubicBezTo>
                  <a:cubicBezTo>
                    <a:pt x="151" y="105"/>
                    <a:pt x="152" y="107"/>
                    <a:pt x="153" y="101"/>
                  </a:cubicBezTo>
                  <a:cubicBezTo>
                    <a:pt x="154" y="95"/>
                    <a:pt x="170" y="80"/>
                    <a:pt x="171" y="79"/>
                  </a:cubicBezTo>
                  <a:cubicBezTo>
                    <a:pt x="172" y="78"/>
                    <a:pt x="172" y="54"/>
                    <a:pt x="172" y="51"/>
                  </a:cubicBezTo>
                  <a:cubicBezTo>
                    <a:pt x="172" y="47"/>
                    <a:pt x="173" y="43"/>
                    <a:pt x="174" y="39"/>
                  </a:cubicBezTo>
                  <a:cubicBezTo>
                    <a:pt x="176" y="34"/>
                    <a:pt x="172" y="34"/>
                    <a:pt x="172" y="30"/>
                  </a:cubicBezTo>
                  <a:cubicBezTo>
                    <a:pt x="173" y="26"/>
                    <a:pt x="168" y="22"/>
                    <a:pt x="168" y="20"/>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0" name="Freeform 36"/>
            <p:cNvSpPr>
              <a:spLocks noChangeArrowheads="1"/>
            </p:cNvSpPr>
            <p:nvPr/>
          </p:nvSpPr>
          <p:spPr bwMode="auto">
            <a:xfrm>
              <a:off x="3940188" y="1952627"/>
              <a:ext cx="215901" cy="357188"/>
            </a:xfrm>
            <a:custGeom>
              <a:avLst/>
              <a:gdLst>
                <a:gd name="T0" fmla="*/ 112 w 113"/>
                <a:gd name="T1" fmla="*/ 46 h 187"/>
                <a:gd name="T2" fmla="*/ 26 w 113"/>
                <a:gd name="T3" fmla="*/ 0 h 187"/>
                <a:gd name="T4" fmla="*/ 16 w 113"/>
                <a:gd name="T5" fmla="*/ 5 h 187"/>
                <a:gd name="T6" fmla="*/ 17 w 113"/>
                <a:gd name="T7" fmla="*/ 20 h 187"/>
                <a:gd name="T8" fmla="*/ 21 w 113"/>
                <a:gd name="T9" fmla="*/ 30 h 187"/>
                <a:gd name="T10" fmla="*/ 23 w 113"/>
                <a:gd name="T11" fmla="*/ 39 h 187"/>
                <a:gd name="T12" fmla="*/ 21 w 113"/>
                <a:gd name="T13" fmla="*/ 51 h 187"/>
                <a:gd name="T14" fmla="*/ 20 w 113"/>
                <a:gd name="T15" fmla="*/ 79 h 187"/>
                <a:gd name="T16" fmla="*/ 2 w 113"/>
                <a:gd name="T17" fmla="*/ 101 h 187"/>
                <a:gd name="T18" fmla="*/ 0 w 113"/>
                <a:gd name="T19" fmla="*/ 111 h 187"/>
                <a:gd name="T20" fmla="*/ 0 w 113"/>
                <a:gd name="T21" fmla="*/ 114 h 187"/>
                <a:gd name="T22" fmla="*/ 2 w 113"/>
                <a:gd name="T23" fmla="*/ 117 h 187"/>
                <a:gd name="T24" fmla="*/ 7 w 113"/>
                <a:gd name="T25" fmla="*/ 122 h 187"/>
                <a:gd name="T26" fmla="*/ 14 w 113"/>
                <a:gd name="T27" fmla="*/ 132 h 187"/>
                <a:gd name="T28" fmla="*/ 15 w 113"/>
                <a:gd name="T29" fmla="*/ 142 h 187"/>
                <a:gd name="T30" fmla="*/ 20 w 113"/>
                <a:gd name="T31" fmla="*/ 156 h 187"/>
                <a:gd name="T32" fmla="*/ 15 w 113"/>
                <a:gd name="T33" fmla="*/ 158 h 187"/>
                <a:gd name="T34" fmla="*/ 6 w 113"/>
                <a:gd name="T35" fmla="*/ 159 h 187"/>
                <a:gd name="T36" fmla="*/ 8 w 113"/>
                <a:gd name="T37" fmla="*/ 167 h 187"/>
                <a:gd name="T38" fmla="*/ 18 w 113"/>
                <a:gd name="T39" fmla="*/ 177 h 187"/>
                <a:gd name="T40" fmla="*/ 22 w 113"/>
                <a:gd name="T41" fmla="*/ 186 h 187"/>
                <a:gd name="T42" fmla="*/ 28 w 113"/>
                <a:gd name="T43" fmla="*/ 184 h 187"/>
                <a:gd name="T44" fmla="*/ 36 w 113"/>
                <a:gd name="T45" fmla="*/ 184 h 187"/>
                <a:gd name="T46" fmla="*/ 48 w 113"/>
                <a:gd name="T47" fmla="*/ 180 h 187"/>
                <a:gd name="T48" fmla="*/ 58 w 113"/>
                <a:gd name="T49" fmla="*/ 175 h 187"/>
                <a:gd name="T50" fmla="*/ 59 w 113"/>
                <a:gd name="T51" fmla="*/ 169 h 187"/>
                <a:gd name="T52" fmla="*/ 75 w 113"/>
                <a:gd name="T53" fmla="*/ 165 h 187"/>
                <a:gd name="T54" fmla="*/ 86 w 113"/>
                <a:gd name="T55" fmla="*/ 154 h 187"/>
                <a:gd name="T56" fmla="*/ 88 w 113"/>
                <a:gd name="T57" fmla="*/ 149 h 187"/>
                <a:gd name="T58" fmla="*/ 97 w 113"/>
                <a:gd name="T59" fmla="*/ 145 h 187"/>
                <a:gd name="T60" fmla="*/ 99 w 113"/>
                <a:gd name="T61" fmla="*/ 145 h 187"/>
                <a:gd name="T62" fmla="*/ 99 w 113"/>
                <a:gd name="T63" fmla="*/ 145 h 187"/>
                <a:gd name="T64" fmla="*/ 100 w 113"/>
                <a:gd name="T65" fmla="*/ 140 h 187"/>
                <a:gd name="T66" fmla="*/ 95 w 113"/>
                <a:gd name="T67" fmla="*/ 133 h 187"/>
                <a:gd name="T68" fmla="*/ 93 w 113"/>
                <a:gd name="T69" fmla="*/ 125 h 187"/>
                <a:gd name="T70" fmla="*/ 91 w 113"/>
                <a:gd name="T71" fmla="*/ 118 h 187"/>
                <a:gd name="T72" fmla="*/ 92 w 113"/>
                <a:gd name="T73" fmla="*/ 110 h 187"/>
                <a:gd name="T74" fmla="*/ 97 w 113"/>
                <a:gd name="T75" fmla="*/ 102 h 187"/>
                <a:gd name="T76" fmla="*/ 101 w 113"/>
                <a:gd name="T77" fmla="*/ 95 h 187"/>
                <a:gd name="T78" fmla="*/ 111 w 113"/>
                <a:gd name="T79" fmla="*/ 89 h 187"/>
                <a:gd name="T80" fmla="*/ 112 w 113"/>
                <a:gd name="T81" fmla="*/ 77 h 187"/>
                <a:gd name="T82" fmla="*/ 112 w 113"/>
                <a:gd name="T83" fmla="*/ 46 h 18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13"/>
                <a:gd name="T127" fmla="*/ 0 h 187"/>
                <a:gd name="T128" fmla="*/ 113 w 113"/>
                <a:gd name="T129" fmla="*/ 187 h 18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13" h="187">
                  <a:moveTo>
                    <a:pt x="112" y="46"/>
                  </a:moveTo>
                  <a:cubicBezTo>
                    <a:pt x="26" y="0"/>
                    <a:pt x="26" y="0"/>
                    <a:pt x="26" y="0"/>
                  </a:cubicBezTo>
                  <a:cubicBezTo>
                    <a:pt x="16" y="5"/>
                    <a:pt x="16" y="5"/>
                    <a:pt x="16" y="5"/>
                  </a:cubicBezTo>
                  <a:cubicBezTo>
                    <a:pt x="16" y="11"/>
                    <a:pt x="17" y="18"/>
                    <a:pt x="17" y="20"/>
                  </a:cubicBezTo>
                  <a:cubicBezTo>
                    <a:pt x="17" y="22"/>
                    <a:pt x="22" y="26"/>
                    <a:pt x="21" y="30"/>
                  </a:cubicBezTo>
                  <a:cubicBezTo>
                    <a:pt x="21" y="34"/>
                    <a:pt x="25" y="34"/>
                    <a:pt x="23" y="39"/>
                  </a:cubicBezTo>
                  <a:cubicBezTo>
                    <a:pt x="22" y="43"/>
                    <a:pt x="21" y="47"/>
                    <a:pt x="21" y="51"/>
                  </a:cubicBezTo>
                  <a:cubicBezTo>
                    <a:pt x="21" y="54"/>
                    <a:pt x="21" y="78"/>
                    <a:pt x="20" y="79"/>
                  </a:cubicBezTo>
                  <a:cubicBezTo>
                    <a:pt x="19" y="80"/>
                    <a:pt x="3" y="95"/>
                    <a:pt x="2" y="101"/>
                  </a:cubicBezTo>
                  <a:cubicBezTo>
                    <a:pt x="1" y="107"/>
                    <a:pt x="0" y="105"/>
                    <a:pt x="0" y="111"/>
                  </a:cubicBezTo>
                  <a:cubicBezTo>
                    <a:pt x="0" y="112"/>
                    <a:pt x="0" y="113"/>
                    <a:pt x="0" y="114"/>
                  </a:cubicBezTo>
                  <a:cubicBezTo>
                    <a:pt x="0" y="115"/>
                    <a:pt x="1" y="116"/>
                    <a:pt x="2" y="117"/>
                  </a:cubicBezTo>
                  <a:cubicBezTo>
                    <a:pt x="4" y="119"/>
                    <a:pt x="4" y="122"/>
                    <a:pt x="7" y="122"/>
                  </a:cubicBezTo>
                  <a:cubicBezTo>
                    <a:pt x="10" y="122"/>
                    <a:pt x="14" y="129"/>
                    <a:pt x="14" y="132"/>
                  </a:cubicBezTo>
                  <a:cubicBezTo>
                    <a:pt x="14" y="135"/>
                    <a:pt x="16" y="137"/>
                    <a:pt x="15" y="142"/>
                  </a:cubicBezTo>
                  <a:cubicBezTo>
                    <a:pt x="15" y="148"/>
                    <a:pt x="18" y="155"/>
                    <a:pt x="20" y="156"/>
                  </a:cubicBezTo>
                  <a:cubicBezTo>
                    <a:pt x="22" y="157"/>
                    <a:pt x="19" y="158"/>
                    <a:pt x="15" y="158"/>
                  </a:cubicBezTo>
                  <a:cubicBezTo>
                    <a:pt x="11" y="158"/>
                    <a:pt x="6" y="158"/>
                    <a:pt x="6" y="159"/>
                  </a:cubicBezTo>
                  <a:cubicBezTo>
                    <a:pt x="6" y="161"/>
                    <a:pt x="4" y="163"/>
                    <a:pt x="8" y="167"/>
                  </a:cubicBezTo>
                  <a:cubicBezTo>
                    <a:pt x="13" y="171"/>
                    <a:pt x="16" y="173"/>
                    <a:pt x="18" y="177"/>
                  </a:cubicBezTo>
                  <a:cubicBezTo>
                    <a:pt x="19" y="181"/>
                    <a:pt x="21" y="185"/>
                    <a:pt x="22" y="186"/>
                  </a:cubicBezTo>
                  <a:cubicBezTo>
                    <a:pt x="23" y="187"/>
                    <a:pt x="26" y="187"/>
                    <a:pt x="28" y="184"/>
                  </a:cubicBezTo>
                  <a:cubicBezTo>
                    <a:pt x="31" y="180"/>
                    <a:pt x="33" y="187"/>
                    <a:pt x="36" y="184"/>
                  </a:cubicBezTo>
                  <a:cubicBezTo>
                    <a:pt x="38" y="181"/>
                    <a:pt x="46" y="181"/>
                    <a:pt x="48" y="180"/>
                  </a:cubicBezTo>
                  <a:cubicBezTo>
                    <a:pt x="50" y="179"/>
                    <a:pt x="56" y="176"/>
                    <a:pt x="58" y="175"/>
                  </a:cubicBezTo>
                  <a:cubicBezTo>
                    <a:pt x="60" y="173"/>
                    <a:pt x="56" y="170"/>
                    <a:pt x="59" y="169"/>
                  </a:cubicBezTo>
                  <a:cubicBezTo>
                    <a:pt x="62" y="167"/>
                    <a:pt x="71" y="170"/>
                    <a:pt x="75" y="165"/>
                  </a:cubicBezTo>
                  <a:cubicBezTo>
                    <a:pt x="78" y="161"/>
                    <a:pt x="84" y="156"/>
                    <a:pt x="86" y="154"/>
                  </a:cubicBezTo>
                  <a:cubicBezTo>
                    <a:pt x="87" y="152"/>
                    <a:pt x="86" y="151"/>
                    <a:pt x="88" y="149"/>
                  </a:cubicBezTo>
                  <a:cubicBezTo>
                    <a:pt x="90" y="146"/>
                    <a:pt x="95" y="144"/>
                    <a:pt x="97" y="145"/>
                  </a:cubicBezTo>
                  <a:cubicBezTo>
                    <a:pt x="98" y="145"/>
                    <a:pt x="99" y="145"/>
                    <a:pt x="99" y="145"/>
                  </a:cubicBezTo>
                  <a:cubicBezTo>
                    <a:pt x="99" y="145"/>
                    <a:pt x="99" y="145"/>
                    <a:pt x="99" y="145"/>
                  </a:cubicBezTo>
                  <a:cubicBezTo>
                    <a:pt x="100" y="140"/>
                    <a:pt x="100" y="140"/>
                    <a:pt x="100" y="140"/>
                  </a:cubicBezTo>
                  <a:cubicBezTo>
                    <a:pt x="100" y="140"/>
                    <a:pt x="95" y="137"/>
                    <a:pt x="95" y="133"/>
                  </a:cubicBezTo>
                  <a:cubicBezTo>
                    <a:pt x="95" y="129"/>
                    <a:pt x="96" y="125"/>
                    <a:pt x="93" y="125"/>
                  </a:cubicBezTo>
                  <a:cubicBezTo>
                    <a:pt x="89" y="125"/>
                    <a:pt x="89" y="121"/>
                    <a:pt x="91" y="118"/>
                  </a:cubicBezTo>
                  <a:cubicBezTo>
                    <a:pt x="94" y="116"/>
                    <a:pt x="87" y="110"/>
                    <a:pt x="92" y="110"/>
                  </a:cubicBezTo>
                  <a:cubicBezTo>
                    <a:pt x="97" y="110"/>
                    <a:pt x="93" y="102"/>
                    <a:pt x="97" y="102"/>
                  </a:cubicBezTo>
                  <a:cubicBezTo>
                    <a:pt x="100" y="101"/>
                    <a:pt x="101" y="98"/>
                    <a:pt x="101" y="95"/>
                  </a:cubicBezTo>
                  <a:cubicBezTo>
                    <a:pt x="101" y="91"/>
                    <a:pt x="109" y="89"/>
                    <a:pt x="111" y="89"/>
                  </a:cubicBezTo>
                  <a:cubicBezTo>
                    <a:pt x="113" y="88"/>
                    <a:pt x="112" y="77"/>
                    <a:pt x="112" y="77"/>
                  </a:cubicBezTo>
                  <a:lnTo>
                    <a:pt x="112" y="46"/>
                  </a:ln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1" name="Freeform 37"/>
            <p:cNvSpPr>
              <a:spLocks noChangeArrowheads="1"/>
            </p:cNvSpPr>
            <p:nvPr/>
          </p:nvSpPr>
          <p:spPr bwMode="auto">
            <a:xfrm>
              <a:off x="4167202" y="1754189"/>
              <a:ext cx="236538" cy="234950"/>
            </a:xfrm>
            <a:custGeom>
              <a:avLst/>
              <a:gdLst>
                <a:gd name="T0" fmla="*/ 115 w 124"/>
                <a:gd name="T1" fmla="*/ 27 h 123"/>
                <a:gd name="T2" fmla="*/ 107 w 124"/>
                <a:gd name="T3" fmla="*/ 7 h 123"/>
                <a:gd name="T4" fmla="*/ 106 w 124"/>
                <a:gd name="T5" fmla="*/ 9 h 123"/>
                <a:gd name="T6" fmla="*/ 94 w 124"/>
                <a:gd name="T7" fmla="*/ 8 h 123"/>
                <a:gd name="T8" fmla="*/ 80 w 124"/>
                <a:gd name="T9" fmla="*/ 5 h 123"/>
                <a:gd name="T10" fmla="*/ 56 w 124"/>
                <a:gd name="T11" fmla="*/ 9 h 123"/>
                <a:gd name="T12" fmla="*/ 44 w 124"/>
                <a:gd name="T13" fmla="*/ 10 h 123"/>
                <a:gd name="T14" fmla="*/ 23 w 124"/>
                <a:gd name="T15" fmla="*/ 4 h 123"/>
                <a:gd name="T16" fmla="*/ 6 w 124"/>
                <a:gd name="T17" fmla="*/ 0 h 123"/>
                <a:gd name="T18" fmla="*/ 5 w 124"/>
                <a:gd name="T19" fmla="*/ 3 h 123"/>
                <a:gd name="T20" fmla="*/ 4 w 124"/>
                <a:gd name="T21" fmla="*/ 17 h 123"/>
                <a:gd name="T22" fmla="*/ 4 w 124"/>
                <a:gd name="T23" fmla="*/ 33 h 123"/>
                <a:gd name="T24" fmla="*/ 4 w 124"/>
                <a:gd name="T25" fmla="*/ 120 h 123"/>
                <a:gd name="T26" fmla="*/ 72 w 124"/>
                <a:gd name="T27" fmla="*/ 120 h 123"/>
                <a:gd name="T28" fmla="*/ 76 w 124"/>
                <a:gd name="T29" fmla="*/ 118 h 123"/>
                <a:gd name="T30" fmla="*/ 82 w 124"/>
                <a:gd name="T31" fmla="*/ 120 h 123"/>
                <a:gd name="T32" fmla="*/ 96 w 124"/>
                <a:gd name="T33" fmla="*/ 120 h 123"/>
                <a:gd name="T34" fmla="*/ 102 w 124"/>
                <a:gd name="T35" fmla="*/ 123 h 123"/>
                <a:gd name="T36" fmla="*/ 109 w 124"/>
                <a:gd name="T37" fmla="*/ 118 h 123"/>
                <a:gd name="T38" fmla="*/ 116 w 124"/>
                <a:gd name="T39" fmla="*/ 110 h 123"/>
                <a:gd name="T40" fmla="*/ 122 w 124"/>
                <a:gd name="T41" fmla="*/ 106 h 123"/>
                <a:gd name="T42" fmla="*/ 123 w 124"/>
                <a:gd name="T43" fmla="*/ 105 h 123"/>
                <a:gd name="T44" fmla="*/ 123 w 124"/>
                <a:gd name="T45" fmla="*/ 101 h 123"/>
                <a:gd name="T46" fmla="*/ 118 w 124"/>
                <a:gd name="T47" fmla="*/ 88 h 123"/>
                <a:gd name="T48" fmla="*/ 106 w 124"/>
                <a:gd name="T49" fmla="*/ 65 h 123"/>
                <a:gd name="T50" fmla="*/ 100 w 124"/>
                <a:gd name="T51" fmla="*/ 54 h 123"/>
                <a:gd name="T52" fmla="*/ 93 w 124"/>
                <a:gd name="T53" fmla="*/ 41 h 123"/>
                <a:gd name="T54" fmla="*/ 87 w 124"/>
                <a:gd name="T55" fmla="*/ 20 h 123"/>
                <a:gd name="T56" fmla="*/ 95 w 124"/>
                <a:gd name="T57" fmla="*/ 35 h 123"/>
                <a:gd name="T58" fmla="*/ 106 w 124"/>
                <a:gd name="T59" fmla="*/ 50 h 123"/>
                <a:gd name="T60" fmla="*/ 113 w 124"/>
                <a:gd name="T61" fmla="*/ 34 h 123"/>
                <a:gd name="T62" fmla="*/ 113 w 124"/>
                <a:gd name="T63" fmla="*/ 34 h 123"/>
                <a:gd name="T64" fmla="*/ 114 w 124"/>
                <a:gd name="T65" fmla="*/ 31 h 123"/>
                <a:gd name="T66" fmla="*/ 115 w 124"/>
                <a:gd name="T67" fmla="*/ 27 h 12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4"/>
                <a:gd name="T103" fmla="*/ 0 h 123"/>
                <a:gd name="T104" fmla="*/ 124 w 124"/>
                <a:gd name="T105" fmla="*/ 123 h 12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4" h="123">
                  <a:moveTo>
                    <a:pt x="115" y="27"/>
                  </a:moveTo>
                  <a:cubicBezTo>
                    <a:pt x="107" y="7"/>
                    <a:pt x="107" y="7"/>
                    <a:pt x="107" y="7"/>
                  </a:cubicBezTo>
                  <a:cubicBezTo>
                    <a:pt x="107" y="8"/>
                    <a:pt x="106" y="8"/>
                    <a:pt x="106" y="9"/>
                  </a:cubicBezTo>
                  <a:cubicBezTo>
                    <a:pt x="105" y="10"/>
                    <a:pt x="99" y="7"/>
                    <a:pt x="94" y="8"/>
                  </a:cubicBezTo>
                  <a:cubicBezTo>
                    <a:pt x="89" y="9"/>
                    <a:pt x="85" y="7"/>
                    <a:pt x="80" y="5"/>
                  </a:cubicBezTo>
                  <a:cubicBezTo>
                    <a:pt x="75" y="2"/>
                    <a:pt x="59" y="6"/>
                    <a:pt x="56" y="9"/>
                  </a:cubicBezTo>
                  <a:cubicBezTo>
                    <a:pt x="54" y="12"/>
                    <a:pt x="49" y="12"/>
                    <a:pt x="44" y="10"/>
                  </a:cubicBezTo>
                  <a:cubicBezTo>
                    <a:pt x="39" y="8"/>
                    <a:pt x="32" y="5"/>
                    <a:pt x="23" y="4"/>
                  </a:cubicBezTo>
                  <a:cubicBezTo>
                    <a:pt x="14" y="3"/>
                    <a:pt x="8" y="2"/>
                    <a:pt x="6" y="0"/>
                  </a:cubicBezTo>
                  <a:cubicBezTo>
                    <a:pt x="6" y="1"/>
                    <a:pt x="5" y="2"/>
                    <a:pt x="5" y="3"/>
                  </a:cubicBezTo>
                  <a:cubicBezTo>
                    <a:pt x="2" y="10"/>
                    <a:pt x="7" y="12"/>
                    <a:pt x="4" y="17"/>
                  </a:cubicBezTo>
                  <a:cubicBezTo>
                    <a:pt x="0" y="21"/>
                    <a:pt x="4" y="26"/>
                    <a:pt x="4" y="33"/>
                  </a:cubicBezTo>
                  <a:cubicBezTo>
                    <a:pt x="4" y="39"/>
                    <a:pt x="4" y="89"/>
                    <a:pt x="4" y="120"/>
                  </a:cubicBezTo>
                  <a:cubicBezTo>
                    <a:pt x="72" y="120"/>
                    <a:pt x="72" y="120"/>
                    <a:pt x="72" y="120"/>
                  </a:cubicBezTo>
                  <a:cubicBezTo>
                    <a:pt x="72" y="120"/>
                    <a:pt x="74" y="119"/>
                    <a:pt x="76" y="118"/>
                  </a:cubicBezTo>
                  <a:cubicBezTo>
                    <a:pt x="78" y="116"/>
                    <a:pt x="82" y="120"/>
                    <a:pt x="82" y="120"/>
                  </a:cubicBezTo>
                  <a:cubicBezTo>
                    <a:pt x="96" y="120"/>
                    <a:pt x="96" y="120"/>
                    <a:pt x="96" y="120"/>
                  </a:cubicBezTo>
                  <a:cubicBezTo>
                    <a:pt x="96" y="120"/>
                    <a:pt x="99" y="123"/>
                    <a:pt x="102" y="123"/>
                  </a:cubicBezTo>
                  <a:cubicBezTo>
                    <a:pt x="106" y="123"/>
                    <a:pt x="104" y="118"/>
                    <a:pt x="109" y="118"/>
                  </a:cubicBezTo>
                  <a:cubicBezTo>
                    <a:pt x="114" y="118"/>
                    <a:pt x="113" y="110"/>
                    <a:pt x="116" y="110"/>
                  </a:cubicBezTo>
                  <a:cubicBezTo>
                    <a:pt x="120" y="110"/>
                    <a:pt x="119" y="110"/>
                    <a:pt x="122" y="106"/>
                  </a:cubicBezTo>
                  <a:cubicBezTo>
                    <a:pt x="122" y="105"/>
                    <a:pt x="123" y="105"/>
                    <a:pt x="123" y="105"/>
                  </a:cubicBezTo>
                  <a:cubicBezTo>
                    <a:pt x="122" y="104"/>
                    <a:pt x="122" y="102"/>
                    <a:pt x="123" y="101"/>
                  </a:cubicBezTo>
                  <a:cubicBezTo>
                    <a:pt x="124" y="95"/>
                    <a:pt x="120" y="96"/>
                    <a:pt x="118" y="88"/>
                  </a:cubicBezTo>
                  <a:cubicBezTo>
                    <a:pt x="115" y="81"/>
                    <a:pt x="106" y="69"/>
                    <a:pt x="106" y="65"/>
                  </a:cubicBezTo>
                  <a:cubicBezTo>
                    <a:pt x="105" y="61"/>
                    <a:pt x="100" y="58"/>
                    <a:pt x="100" y="54"/>
                  </a:cubicBezTo>
                  <a:cubicBezTo>
                    <a:pt x="100" y="49"/>
                    <a:pt x="98" y="48"/>
                    <a:pt x="93" y="41"/>
                  </a:cubicBezTo>
                  <a:cubicBezTo>
                    <a:pt x="87" y="34"/>
                    <a:pt x="86" y="21"/>
                    <a:pt x="87" y="20"/>
                  </a:cubicBezTo>
                  <a:cubicBezTo>
                    <a:pt x="89" y="20"/>
                    <a:pt x="93" y="31"/>
                    <a:pt x="95" y="35"/>
                  </a:cubicBezTo>
                  <a:cubicBezTo>
                    <a:pt x="97" y="39"/>
                    <a:pt x="102" y="50"/>
                    <a:pt x="106" y="50"/>
                  </a:cubicBezTo>
                  <a:cubicBezTo>
                    <a:pt x="110" y="50"/>
                    <a:pt x="112" y="33"/>
                    <a:pt x="113" y="34"/>
                  </a:cubicBezTo>
                  <a:cubicBezTo>
                    <a:pt x="113" y="34"/>
                    <a:pt x="113" y="34"/>
                    <a:pt x="113" y="34"/>
                  </a:cubicBezTo>
                  <a:cubicBezTo>
                    <a:pt x="114" y="31"/>
                    <a:pt x="114" y="31"/>
                    <a:pt x="114" y="31"/>
                  </a:cubicBezTo>
                  <a:lnTo>
                    <a:pt x="115" y="27"/>
                  </a:ln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2" name="Freeform 38"/>
            <p:cNvSpPr>
              <a:spLocks noChangeArrowheads="1"/>
            </p:cNvSpPr>
            <p:nvPr/>
          </p:nvSpPr>
          <p:spPr bwMode="auto">
            <a:xfrm>
              <a:off x="3837001" y="2420940"/>
              <a:ext cx="122239" cy="134938"/>
            </a:xfrm>
            <a:custGeom>
              <a:avLst/>
              <a:gdLst>
                <a:gd name="T0" fmla="*/ 32 w 64"/>
                <a:gd name="T1" fmla="*/ 67 h 71"/>
                <a:gd name="T2" fmla="*/ 34 w 64"/>
                <a:gd name="T3" fmla="*/ 58 h 71"/>
                <a:gd name="T4" fmla="*/ 41 w 64"/>
                <a:gd name="T5" fmla="*/ 53 h 71"/>
                <a:gd name="T6" fmla="*/ 45 w 64"/>
                <a:gd name="T7" fmla="*/ 47 h 71"/>
                <a:gd name="T8" fmla="*/ 52 w 64"/>
                <a:gd name="T9" fmla="*/ 54 h 71"/>
                <a:gd name="T10" fmla="*/ 60 w 64"/>
                <a:gd name="T11" fmla="*/ 56 h 71"/>
                <a:gd name="T12" fmla="*/ 64 w 64"/>
                <a:gd name="T13" fmla="*/ 42 h 71"/>
                <a:gd name="T14" fmla="*/ 61 w 64"/>
                <a:gd name="T15" fmla="*/ 30 h 71"/>
                <a:gd name="T16" fmla="*/ 59 w 64"/>
                <a:gd name="T17" fmla="*/ 21 h 71"/>
                <a:gd name="T18" fmla="*/ 60 w 64"/>
                <a:gd name="T19" fmla="*/ 12 h 71"/>
                <a:gd name="T20" fmla="*/ 49 w 64"/>
                <a:gd name="T21" fmla="*/ 12 h 71"/>
                <a:gd name="T22" fmla="*/ 50 w 64"/>
                <a:gd name="T23" fmla="*/ 1 h 71"/>
                <a:gd name="T24" fmla="*/ 33 w 64"/>
                <a:gd name="T25" fmla="*/ 0 h 71"/>
                <a:gd name="T26" fmla="*/ 31 w 64"/>
                <a:gd name="T27" fmla="*/ 1 h 71"/>
                <a:gd name="T28" fmla="*/ 31 w 64"/>
                <a:gd name="T29" fmla="*/ 15 h 71"/>
                <a:gd name="T30" fmla="*/ 15 w 64"/>
                <a:gd name="T31" fmla="*/ 16 h 71"/>
                <a:gd name="T32" fmla="*/ 10 w 64"/>
                <a:gd name="T33" fmla="*/ 16 h 71"/>
                <a:gd name="T34" fmla="*/ 8 w 64"/>
                <a:gd name="T35" fmla="*/ 19 h 71"/>
                <a:gd name="T36" fmla="*/ 13 w 64"/>
                <a:gd name="T37" fmla="*/ 25 h 71"/>
                <a:gd name="T38" fmla="*/ 7 w 64"/>
                <a:gd name="T39" fmla="*/ 29 h 71"/>
                <a:gd name="T40" fmla="*/ 2 w 64"/>
                <a:gd name="T41" fmla="*/ 36 h 71"/>
                <a:gd name="T42" fmla="*/ 8 w 64"/>
                <a:gd name="T43" fmla="*/ 46 h 71"/>
                <a:gd name="T44" fmla="*/ 16 w 64"/>
                <a:gd name="T45" fmla="*/ 57 h 71"/>
                <a:gd name="T46" fmla="*/ 27 w 64"/>
                <a:gd name="T47" fmla="*/ 71 h 71"/>
                <a:gd name="T48" fmla="*/ 32 w 64"/>
                <a:gd name="T49" fmla="*/ 67 h 7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4"/>
                <a:gd name="T76" fmla="*/ 0 h 71"/>
                <a:gd name="T77" fmla="*/ 64 w 64"/>
                <a:gd name="T78" fmla="*/ 71 h 7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4" h="71">
                  <a:moveTo>
                    <a:pt x="32" y="67"/>
                  </a:moveTo>
                  <a:cubicBezTo>
                    <a:pt x="38" y="67"/>
                    <a:pt x="36" y="64"/>
                    <a:pt x="34" y="58"/>
                  </a:cubicBezTo>
                  <a:cubicBezTo>
                    <a:pt x="32" y="53"/>
                    <a:pt x="37" y="53"/>
                    <a:pt x="41" y="53"/>
                  </a:cubicBezTo>
                  <a:cubicBezTo>
                    <a:pt x="44" y="53"/>
                    <a:pt x="43" y="47"/>
                    <a:pt x="45" y="47"/>
                  </a:cubicBezTo>
                  <a:cubicBezTo>
                    <a:pt x="48" y="47"/>
                    <a:pt x="49" y="55"/>
                    <a:pt x="52" y="54"/>
                  </a:cubicBezTo>
                  <a:cubicBezTo>
                    <a:pt x="55" y="53"/>
                    <a:pt x="57" y="56"/>
                    <a:pt x="60" y="56"/>
                  </a:cubicBezTo>
                  <a:cubicBezTo>
                    <a:pt x="64" y="55"/>
                    <a:pt x="64" y="48"/>
                    <a:pt x="64" y="42"/>
                  </a:cubicBezTo>
                  <a:cubicBezTo>
                    <a:pt x="64" y="37"/>
                    <a:pt x="64" y="33"/>
                    <a:pt x="61" y="30"/>
                  </a:cubicBezTo>
                  <a:cubicBezTo>
                    <a:pt x="57" y="28"/>
                    <a:pt x="55" y="23"/>
                    <a:pt x="59" y="21"/>
                  </a:cubicBezTo>
                  <a:cubicBezTo>
                    <a:pt x="63" y="19"/>
                    <a:pt x="64" y="15"/>
                    <a:pt x="60" y="12"/>
                  </a:cubicBezTo>
                  <a:cubicBezTo>
                    <a:pt x="57" y="10"/>
                    <a:pt x="49" y="15"/>
                    <a:pt x="49" y="12"/>
                  </a:cubicBezTo>
                  <a:cubicBezTo>
                    <a:pt x="49" y="11"/>
                    <a:pt x="50" y="5"/>
                    <a:pt x="50" y="1"/>
                  </a:cubicBezTo>
                  <a:cubicBezTo>
                    <a:pt x="42" y="0"/>
                    <a:pt x="33" y="0"/>
                    <a:pt x="33" y="0"/>
                  </a:cubicBezTo>
                  <a:cubicBezTo>
                    <a:pt x="31" y="1"/>
                    <a:pt x="31" y="1"/>
                    <a:pt x="31" y="1"/>
                  </a:cubicBezTo>
                  <a:cubicBezTo>
                    <a:pt x="32" y="9"/>
                    <a:pt x="31" y="15"/>
                    <a:pt x="31" y="15"/>
                  </a:cubicBezTo>
                  <a:cubicBezTo>
                    <a:pt x="31" y="15"/>
                    <a:pt x="18" y="16"/>
                    <a:pt x="15" y="16"/>
                  </a:cubicBezTo>
                  <a:cubicBezTo>
                    <a:pt x="15" y="16"/>
                    <a:pt x="13" y="16"/>
                    <a:pt x="10" y="16"/>
                  </a:cubicBezTo>
                  <a:cubicBezTo>
                    <a:pt x="10" y="17"/>
                    <a:pt x="9" y="18"/>
                    <a:pt x="8" y="19"/>
                  </a:cubicBezTo>
                  <a:cubicBezTo>
                    <a:pt x="7" y="20"/>
                    <a:pt x="12" y="22"/>
                    <a:pt x="13" y="25"/>
                  </a:cubicBezTo>
                  <a:cubicBezTo>
                    <a:pt x="14" y="27"/>
                    <a:pt x="6" y="26"/>
                    <a:pt x="7" y="29"/>
                  </a:cubicBezTo>
                  <a:cubicBezTo>
                    <a:pt x="7" y="32"/>
                    <a:pt x="4" y="35"/>
                    <a:pt x="2" y="36"/>
                  </a:cubicBezTo>
                  <a:cubicBezTo>
                    <a:pt x="0" y="38"/>
                    <a:pt x="7" y="44"/>
                    <a:pt x="8" y="46"/>
                  </a:cubicBezTo>
                  <a:cubicBezTo>
                    <a:pt x="8" y="49"/>
                    <a:pt x="9" y="51"/>
                    <a:pt x="16" y="57"/>
                  </a:cubicBezTo>
                  <a:cubicBezTo>
                    <a:pt x="22" y="63"/>
                    <a:pt x="19" y="64"/>
                    <a:pt x="27" y="71"/>
                  </a:cubicBezTo>
                  <a:cubicBezTo>
                    <a:pt x="28" y="69"/>
                    <a:pt x="30" y="67"/>
                    <a:pt x="32" y="67"/>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3" name="Freeform 39"/>
            <p:cNvSpPr>
              <a:spLocks noChangeArrowheads="1"/>
            </p:cNvSpPr>
            <p:nvPr/>
          </p:nvSpPr>
          <p:spPr bwMode="auto">
            <a:xfrm>
              <a:off x="3849701" y="2422528"/>
              <a:ext cx="47626" cy="28575"/>
            </a:xfrm>
            <a:custGeom>
              <a:avLst/>
              <a:gdLst>
                <a:gd name="T0" fmla="*/ 24 w 25"/>
                <a:gd name="T1" fmla="*/ 14 h 15"/>
                <a:gd name="T2" fmla="*/ 24 w 25"/>
                <a:gd name="T3" fmla="*/ 0 h 15"/>
                <a:gd name="T4" fmla="*/ 22 w 25"/>
                <a:gd name="T5" fmla="*/ 0 h 15"/>
                <a:gd name="T6" fmla="*/ 6 w 25"/>
                <a:gd name="T7" fmla="*/ 0 h 15"/>
                <a:gd name="T8" fmla="*/ 6 w 25"/>
                <a:gd name="T9" fmla="*/ 1 h 15"/>
                <a:gd name="T10" fmla="*/ 3 w 25"/>
                <a:gd name="T11" fmla="*/ 8 h 15"/>
                <a:gd name="T12" fmla="*/ 3 w 25"/>
                <a:gd name="T13" fmla="*/ 13 h 15"/>
                <a:gd name="T14" fmla="*/ 3 w 25"/>
                <a:gd name="T15" fmla="*/ 15 h 15"/>
                <a:gd name="T16" fmla="*/ 8 w 25"/>
                <a:gd name="T17" fmla="*/ 15 h 15"/>
                <a:gd name="T18" fmla="*/ 24 w 25"/>
                <a:gd name="T19" fmla="*/ 14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15"/>
                <a:gd name="T32" fmla="*/ 25 w 25"/>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15">
                  <a:moveTo>
                    <a:pt x="24" y="14"/>
                  </a:moveTo>
                  <a:cubicBezTo>
                    <a:pt x="24" y="14"/>
                    <a:pt x="25" y="8"/>
                    <a:pt x="24" y="0"/>
                  </a:cubicBezTo>
                  <a:cubicBezTo>
                    <a:pt x="22" y="0"/>
                    <a:pt x="22" y="0"/>
                    <a:pt x="22" y="0"/>
                  </a:cubicBezTo>
                  <a:cubicBezTo>
                    <a:pt x="6" y="0"/>
                    <a:pt x="6" y="0"/>
                    <a:pt x="6" y="0"/>
                  </a:cubicBezTo>
                  <a:cubicBezTo>
                    <a:pt x="6" y="0"/>
                    <a:pt x="6" y="1"/>
                    <a:pt x="6" y="1"/>
                  </a:cubicBezTo>
                  <a:cubicBezTo>
                    <a:pt x="8" y="3"/>
                    <a:pt x="7" y="7"/>
                    <a:pt x="3" y="8"/>
                  </a:cubicBezTo>
                  <a:cubicBezTo>
                    <a:pt x="0" y="9"/>
                    <a:pt x="0" y="12"/>
                    <a:pt x="3" y="13"/>
                  </a:cubicBezTo>
                  <a:cubicBezTo>
                    <a:pt x="5" y="13"/>
                    <a:pt x="4" y="14"/>
                    <a:pt x="3" y="15"/>
                  </a:cubicBezTo>
                  <a:cubicBezTo>
                    <a:pt x="6" y="15"/>
                    <a:pt x="8" y="15"/>
                    <a:pt x="8" y="15"/>
                  </a:cubicBezTo>
                  <a:cubicBezTo>
                    <a:pt x="11" y="15"/>
                    <a:pt x="24" y="14"/>
                    <a:pt x="24" y="14"/>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4" name="Freeform 40"/>
            <p:cNvSpPr>
              <a:spLocks noChangeArrowheads="1"/>
            </p:cNvSpPr>
            <p:nvPr/>
          </p:nvSpPr>
          <p:spPr bwMode="auto">
            <a:xfrm>
              <a:off x="3887801" y="2389190"/>
              <a:ext cx="153988" cy="188914"/>
            </a:xfrm>
            <a:custGeom>
              <a:avLst/>
              <a:gdLst>
                <a:gd name="T0" fmla="*/ 21 w 80"/>
                <a:gd name="T1" fmla="*/ 94 h 99"/>
                <a:gd name="T2" fmla="*/ 29 w 80"/>
                <a:gd name="T3" fmla="*/ 95 h 99"/>
                <a:gd name="T4" fmla="*/ 38 w 80"/>
                <a:gd name="T5" fmla="*/ 95 h 99"/>
                <a:gd name="T6" fmla="*/ 43 w 80"/>
                <a:gd name="T7" fmla="*/ 95 h 99"/>
                <a:gd name="T8" fmla="*/ 50 w 80"/>
                <a:gd name="T9" fmla="*/ 88 h 99"/>
                <a:gd name="T10" fmla="*/ 54 w 80"/>
                <a:gd name="T11" fmla="*/ 80 h 99"/>
                <a:gd name="T12" fmla="*/ 55 w 80"/>
                <a:gd name="T13" fmla="*/ 61 h 99"/>
                <a:gd name="T14" fmla="*/ 64 w 80"/>
                <a:gd name="T15" fmla="*/ 49 h 99"/>
                <a:gd name="T16" fmla="*/ 73 w 80"/>
                <a:gd name="T17" fmla="*/ 25 h 99"/>
                <a:gd name="T18" fmla="*/ 77 w 80"/>
                <a:gd name="T19" fmla="*/ 13 h 99"/>
                <a:gd name="T20" fmla="*/ 79 w 80"/>
                <a:gd name="T21" fmla="*/ 1 h 99"/>
                <a:gd name="T22" fmla="*/ 79 w 80"/>
                <a:gd name="T23" fmla="*/ 1 h 99"/>
                <a:gd name="T24" fmla="*/ 69 w 80"/>
                <a:gd name="T25" fmla="*/ 0 h 99"/>
                <a:gd name="T26" fmla="*/ 64 w 80"/>
                <a:gd name="T27" fmla="*/ 1 h 99"/>
                <a:gd name="T28" fmla="*/ 58 w 80"/>
                <a:gd name="T29" fmla="*/ 3 h 99"/>
                <a:gd name="T30" fmla="*/ 56 w 80"/>
                <a:gd name="T31" fmla="*/ 11 h 99"/>
                <a:gd name="T32" fmla="*/ 52 w 80"/>
                <a:gd name="T33" fmla="*/ 22 h 99"/>
                <a:gd name="T34" fmla="*/ 36 w 80"/>
                <a:gd name="T35" fmla="*/ 17 h 99"/>
                <a:gd name="T36" fmla="*/ 23 w 80"/>
                <a:gd name="T37" fmla="*/ 17 h 99"/>
                <a:gd name="T38" fmla="*/ 22 w 80"/>
                <a:gd name="T39" fmla="*/ 28 h 99"/>
                <a:gd name="T40" fmla="*/ 33 w 80"/>
                <a:gd name="T41" fmla="*/ 28 h 99"/>
                <a:gd name="T42" fmla="*/ 32 w 80"/>
                <a:gd name="T43" fmla="*/ 37 h 99"/>
                <a:gd name="T44" fmla="*/ 34 w 80"/>
                <a:gd name="T45" fmla="*/ 46 h 99"/>
                <a:gd name="T46" fmla="*/ 37 w 80"/>
                <a:gd name="T47" fmla="*/ 58 h 99"/>
                <a:gd name="T48" fmla="*/ 33 w 80"/>
                <a:gd name="T49" fmla="*/ 72 h 99"/>
                <a:gd name="T50" fmla="*/ 25 w 80"/>
                <a:gd name="T51" fmla="*/ 70 h 99"/>
                <a:gd name="T52" fmla="*/ 18 w 80"/>
                <a:gd name="T53" fmla="*/ 63 h 99"/>
                <a:gd name="T54" fmla="*/ 14 w 80"/>
                <a:gd name="T55" fmla="*/ 69 h 99"/>
                <a:gd name="T56" fmla="*/ 7 w 80"/>
                <a:gd name="T57" fmla="*/ 74 h 99"/>
                <a:gd name="T58" fmla="*/ 5 w 80"/>
                <a:gd name="T59" fmla="*/ 83 h 99"/>
                <a:gd name="T60" fmla="*/ 0 w 80"/>
                <a:gd name="T61" fmla="*/ 87 h 99"/>
                <a:gd name="T62" fmla="*/ 1 w 80"/>
                <a:gd name="T63" fmla="*/ 88 h 99"/>
                <a:gd name="T64" fmla="*/ 11 w 80"/>
                <a:gd name="T65" fmla="*/ 99 h 99"/>
                <a:gd name="T66" fmla="*/ 21 w 80"/>
                <a:gd name="T67" fmla="*/ 94 h 9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0"/>
                <a:gd name="T103" fmla="*/ 0 h 99"/>
                <a:gd name="T104" fmla="*/ 80 w 80"/>
                <a:gd name="T105" fmla="*/ 99 h 9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0" h="99">
                  <a:moveTo>
                    <a:pt x="21" y="94"/>
                  </a:moveTo>
                  <a:cubicBezTo>
                    <a:pt x="23" y="95"/>
                    <a:pt x="25" y="98"/>
                    <a:pt x="29" y="95"/>
                  </a:cubicBezTo>
                  <a:cubicBezTo>
                    <a:pt x="33" y="91"/>
                    <a:pt x="38" y="92"/>
                    <a:pt x="38" y="95"/>
                  </a:cubicBezTo>
                  <a:cubicBezTo>
                    <a:pt x="38" y="99"/>
                    <a:pt x="39" y="98"/>
                    <a:pt x="43" y="95"/>
                  </a:cubicBezTo>
                  <a:cubicBezTo>
                    <a:pt x="46" y="91"/>
                    <a:pt x="50" y="95"/>
                    <a:pt x="50" y="88"/>
                  </a:cubicBezTo>
                  <a:cubicBezTo>
                    <a:pt x="50" y="81"/>
                    <a:pt x="54" y="88"/>
                    <a:pt x="54" y="80"/>
                  </a:cubicBezTo>
                  <a:cubicBezTo>
                    <a:pt x="54" y="72"/>
                    <a:pt x="55" y="65"/>
                    <a:pt x="55" y="61"/>
                  </a:cubicBezTo>
                  <a:cubicBezTo>
                    <a:pt x="55" y="58"/>
                    <a:pt x="64" y="54"/>
                    <a:pt x="64" y="49"/>
                  </a:cubicBezTo>
                  <a:cubicBezTo>
                    <a:pt x="64" y="43"/>
                    <a:pt x="73" y="32"/>
                    <a:pt x="73" y="25"/>
                  </a:cubicBezTo>
                  <a:cubicBezTo>
                    <a:pt x="73" y="18"/>
                    <a:pt x="75" y="16"/>
                    <a:pt x="77" y="13"/>
                  </a:cubicBezTo>
                  <a:cubicBezTo>
                    <a:pt x="78" y="11"/>
                    <a:pt x="80" y="6"/>
                    <a:pt x="79" y="1"/>
                  </a:cubicBezTo>
                  <a:cubicBezTo>
                    <a:pt x="79" y="1"/>
                    <a:pt x="79" y="1"/>
                    <a:pt x="79" y="1"/>
                  </a:cubicBezTo>
                  <a:cubicBezTo>
                    <a:pt x="69" y="0"/>
                    <a:pt x="69" y="0"/>
                    <a:pt x="69" y="0"/>
                  </a:cubicBezTo>
                  <a:cubicBezTo>
                    <a:pt x="64" y="1"/>
                    <a:pt x="64" y="1"/>
                    <a:pt x="64" y="1"/>
                  </a:cubicBezTo>
                  <a:cubicBezTo>
                    <a:pt x="58" y="3"/>
                    <a:pt x="58" y="3"/>
                    <a:pt x="58" y="3"/>
                  </a:cubicBezTo>
                  <a:cubicBezTo>
                    <a:pt x="58" y="3"/>
                    <a:pt x="59" y="8"/>
                    <a:pt x="56" y="11"/>
                  </a:cubicBezTo>
                  <a:cubicBezTo>
                    <a:pt x="53" y="15"/>
                    <a:pt x="52" y="22"/>
                    <a:pt x="52" y="22"/>
                  </a:cubicBezTo>
                  <a:cubicBezTo>
                    <a:pt x="52" y="22"/>
                    <a:pt x="40" y="16"/>
                    <a:pt x="36" y="17"/>
                  </a:cubicBezTo>
                  <a:cubicBezTo>
                    <a:pt x="35" y="17"/>
                    <a:pt x="29" y="17"/>
                    <a:pt x="23" y="17"/>
                  </a:cubicBezTo>
                  <a:cubicBezTo>
                    <a:pt x="23" y="21"/>
                    <a:pt x="22" y="27"/>
                    <a:pt x="22" y="28"/>
                  </a:cubicBezTo>
                  <a:cubicBezTo>
                    <a:pt x="22" y="31"/>
                    <a:pt x="30" y="26"/>
                    <a:pt x="33" y="28"/>
                  </a:cubicBezTo>
                  <a:cubicBezTo>
                    <a:pt x="37" y="31"/>
                    <a:pt x="36" y="35"/>
                    <a:pt x="32" y="37"/>
                  </a:cubicBezTo>
                  <a:cubicBezTo>
                    <a:pt x="28" y="39"/>
                    <a:pt x="30" y="44"/>
                    <a:pt x="34" y="46"/>
                  </a:cubicBezTo>
                  <a:cubicBezTo>
                    <a:pt x="37" y="49"/>
                    <a:pt x="37" y="53"/>
                    <a:pt x="37" y="58"/>
                  </a:cubicBezTo>
                  <a:cubicBezTo>
                    <a:pt x="37" y="64"/>
                    <a:pt x="37" y="71"/>
                    <a:pt x="33" y="72"/>
                  </a:cubicBezTo>
                  <a:cubicBezTo>
                    <a:pt x="30" y="72"/>
                    <a:pt x="28" y="69"/>
                    <a:pt x="25" y="70"/>
                  </a:cubicBezTo>
                  <a:cubicBezTo>
                    <a:pt x="22" y="71"/>
                    <a:pt x="21" y="63"/>
                    <a:pt x="18" y="63"/>
                  </a:cubicBezTo>
                  <a:cubicBezTo>
                    <a:pt x="16" y="63"/>
                    <a:pt x="17" y="69"/>
                    <a:pt x="14" y="69"/>
                  </a:cubicBezTo>
                  <a:cubicBezTo>
                    <a:pt x="10" y="69"/>
                    <a:pt x="5" y="69"/>
                    <a:pt x="7" y="74"/>
                  </a:cubicBezTo>
                  <a:cubicBezTo>
                    <a:pt x="9" y="80"/>
                    <a:pt x="11" y="83"/>
                    <a:pt x="5" y="83"/>
                  </a:cubicBezTo>
                  <a:cubicBezTo>
                    <a:pt x="3" y="83"/>
                    <a:pt x="1" y="85"/>
                    <a:pt x="0" y="87"/>
                  </a:cubicBezTo>
                  <a:cubicBezTo>
                    <a:pt x="0" y="87"/>
                    <a:pt x="1" y="87"/>
                    <a:pt x="1" y="88"/>
                  </a:cubicBezTo>
                  <a:cubicBezTo>
                    <a:pt x="6" y="91"/>
                    <a:pt x="9" y="95"/>
                    <a:pt x="11" y="99"/>
                  </a:cubicBezTo>
                  <a:cubicBezTo>
                    <a:pt x="15" y="96"/>
                    <a:pt x="20" y="93"/>
                    <a:pt x="21" y="94"/>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5" name="Freeform 41"/>
            <p:cNvSpPr>
              <a:spLocks noChangeArrowheads="1"/>
            </p:cNvSpPr>
            <p:nvPr/>
          </p:nvSpPr>
          <p:spPr bwMode="auto">
            <a:xfrm>
              <a:off x="4105289" y="1954214"/>
              <a:ext cx="358776" cy="441326"/>
            </a:xfrm>
            <a:custGeom>
              <a:avLst/>
              <a:gdLst>
                <a:gd name="T0" fmla="*/ 141 w 187"/>
                <a:gd name="T1" fmla="*/ 13 h 231"/>
                <a:gd name="T2" fmla="*/ 128 w 187"/>
                <a:gd name="T3" fmla="*/ 15 h 231"/>
                <a:gd name="T4" fmla="*/ 108 w 187"/>
                <a:gd name="T5" fmla="*/ 13 h 231"/>
                <a:gd name="T6" fmla="*/ 36 w 187"/>
                <a:gd name="T7" fmla="*/ 15 h 231"/>
                <a:gd name="T8" fmla="*/ 25 w 187"/>
                <a:gd name="T9" fmla="*/ 39 h 231"/>
                <a:gd name="T10" fmla="*/ 24 w 187"/>
                <a:gd name="T11" fmla="*/ 88 h 231"/>
                <a:gd name="T12" fmla="*/ 10 w 187"/>
                <a:gd name="T13" fmla="*/ 101 h 231"/>
                <a:gd name="T14" fmla="*/ 4 w 187"/>
                <a:gd name="T15" fmla="*/ 117 h 231"/>
                <a:gd name="T16" fmla="*/ 8 w 187"/>
                <a:gd name="T17" fmla="*/ 132 h 231"/>
                <a:gd name="T18" fmla="*/ 12 w 187"/>
                <a:gd name="T19" fmla="*/ 144 h 231"/>
                <a:gd name="T20" fmla="*/ 21 w 187"/>
                <a:gd name="T21" fmla="*/ 165 h 231"/>
                <a:gd name="T22" fmla="*/ 24 w 187"/>
                <a:gd name="T23" fmla="*/ 170 h 231"/>
                <a:gd name="T24" fmla="*/ 35 w 187"/>
                <a:gd name="T25" fmla="*/ 177 h 231"/>
                <a:gd name="T26" fmla="*/ 47 w 187"/>
                <a:gd name="T27" fmla="*/ 190 h 231"/>
                <a:gd name="T28" fmla="*/ 59 w 187"/>
                <a:gd name="T29" fmla="*/ 204 h 231"/>
                <a:gd name="T30" fmla="*/ 64 w 187"/>
                <a:gd name="T31" fmla="*/ 213 h 231"/>
                <a:gd name="T32" fmla="*/ 76 w 187"/>
                <a:gd name="T33" fmla="*/ 219 h 231"/>
                <a:gd name="T34" fmla="*/ 88 w 187"/>
                <a:gd name="T35" fmla="*/ 218 h 231"/>
                <a:gd name="T36" fmla="*/ 109 w 187"/>
                <a:gd name="T37" fmla="*/ 227 h 231"/>
                <a:gd name="T38" fmla="*/ 124 w 187"/>
                <a:gd name="T39" fmla="*/ 226 h 231"/>
                <a:gd name="T40" fmla="*/ 135 w 187"/>
                <a:gd name="T41" fmla="*/ 222 h 231"/>
                <a:gd name="T42" fmla="*/ 146 w 187"/>
                <a:gd name="T43" fmla="*/ 214 h 231"/>
                <a:gd name="T44" fmla="*/ 155 w 187"/>
                <a:gd name="T45" fmla="*/ 217 h 231"/>
                <a:gd name="T46" fmla="*/ 145 w 187"/>
                <a:gd name="T47" fmla="*/ 198 h 231"/>
                <a:gd name="T48" fmla="*/ 125 w 187"/>
                <a:gd name="T49" fmla="*/ 180 h 231"/>
                <a:gd name="T50" fmla="*/ 136 w 187"/>
                <a:gd name="T51" fmla="*/ 172 h 231"/>
                <a:gd name="T52" fmla="*/ 141 w 187"/>
                <a:gd name="T53" fmla="*/ 149 h 231"/>
                <a:gd name="T54" fmla="*/ 149 w 187"/>
                <a:gd name="T55" fmla="*/ 133 h 231"/>
                <a:gd name="T56" fmla="*/ 161 w 187"/>
                <a:gd name="T57" fmla="*/ 119 h 231"/>
                <a:gd name="T58" fmla="*/ 166 w 187"/>
                <a:gd name="T59" fmla="*/ 90 h 231"/>
                <a:gd name="T60" fmla="*/ 176 w 187"/>
                <a:gd name="T61" fmla="*/ 73 h 231"/>
                <a:gd name="T62" fmla="*/ 180 w 187"/>
                <a:gd name="T63" fmla="*/ 57 h 231"/>
                <a:gd name="T64" fmla="*/ 171 w 187"/>
                <a:gd name="T65" fmla="*/ 20 h 231"/>
                <a:gd name="T66" fmla="*/ 155 w 187"/>
                <a:gd name="T67" fmla="*/ 0 h 231"/>
                <a:gd name="T68" fmla="*/ 148 w 187"/>
                <a:gd name="T69" fmla="*/ 5 h 23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87"/>
                <a:gd name="T106" fmla="*/ 0 h 231"/>
                <a:gd name="T107" fmla="*/ 187 w 187"/>
                <a:gd name="T108" fmla="*/ 231 h 23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87" h="231">
                  <a:moveTo>
                    <a:pt x="148" y="5"/>
                  </a:moveTo>
                  <a:cubicBezTo>
                    <a:pt x="145" y="5"/>
                    <a:pt x="146" y="13"/>
                    <a:pt x="141" y="13"/>
                  </a:cubicBezTo>
                  <a:cubicBezTo>
                    <a:pt x="136" y="13"/>
                    <a:pt x="138" y="18"/>
                    <a:pt x="134" y="18"/>
                  </a:cubicBezTo>
                  <a:cubicBezTo>
                    <a:pt x="131" y="18"/>
                    <a:pt x="128" y="15"/>
                    <a:pt x="128" y="15"/>
                  </a:cubicBezTo>
                  <a:cubicBezTo>
                    <a:pt x="114" y="15"/>
                    <a:pt x="114" y="15"/>
                    <a:pt x="114" y="15"/>
                  </a:cubicBezTo>
                  <a:cubicBezTo>
                    <a:pt x="114" y="15"/>
                    <a:pt x="110" y="11"/>
                    <a:pt x="108" y="13"/>
                  </a:cubicBezTo>
                  <a:cubicBezTo>
                    <a:pt x="106" y="14"/>
                    <a:pt x="104" y="15"/>
                    <a:pt x="104" y="15"/>
                  </a:cubicBezTo>
                  <a:cubicBezTo>
                    <a:pt x="36" y="15"/>
                    <a:pt x="36" y="15"/>
                    <a:pt x="36" y="15"/>
                  </a:cubicBezTo>
                  <a:cubicBezTo>
                    <a:pt x="36" y="29"/>
                    <a:pt x="36" y="39"/>
                    <a:pt x="36" y="39"/>
                  </a:cubicBezTo>
                  <a:cubicBezTo>
                    <a:pt x="25" y="39"/>
                    <a:pt x="25" y="39"/>
                    <a:pt x="25" y="39"/>
                  </a:cubicBezTo>
                  <a:cubicBezTo>
                    <a:pt x="25" y="76"/>
                    <a:pt x="25" y="76"/>
                    <a:pt x="25" y="76"/>
                  </a:cubicBezTo>
                  <a:cubicBezTo>
                    <a:pt x="25" y="76"/>
                    <a:pt x="26" y="87"/>
                    <a:pt x="24" y="88"/>
                  </a:cubicBezTo>
                  <a:cubicBezTo>
                    <a:pt x="22" y="88"/>
                    <a:pt x="14" y="90"/>
                    <a:pt x="14" y="94"/>
                  </a:cubicBezTo>
                  <a:cubicBezTo>
                    <a:pt x="14" y="97"/>
                    <a:pt x="13" y="100"/>
                    <a:pt x="10" y="101"/>
                  </a:cubicBezTo>
                  <a:cubicBezTo>
                    <a:pt x="6" y="101"/>
                    <a:pt x="10" y="109"/>
                    <a:pt x="5" y="109"/>
                  </a:cubicBezTo>
                  <a:cubicBezTo>
                    <a:pt x="0" y="109"/>
                    <a:pt x="7" y="115"/>
                    <a:pt x="4" y="117"/>
                  </a:cubicBezTo>
                  <a:cubicBezTo>
                    <a:pt x="2" y="120"/>
                    <a:pt x="2" y="124"/>
                    <a:pt x="6" y="124"/>
                  </a:cubicBezTo>
                  <a:cubicBezTo>
                    <a:pt x="9" y="124"/>
                    <a:pt x="8" y="128"/>
                    <a:pt x="8" y="132"/>
                  </a:cubicBezTo>
                  <a:cubicBezTo>
                    <a:pt x="8" y="136"/>
                    <a:pt x="13" y="139"/>
                    <a:pt x="13" y="139"/>
                  </a:cubicBezTo>
                  <a:cubicBezTo>
                    <a:pt x="12" y="144"/>
                    <a:pt x="12" y="144"/>
                    <a:pt x="12" y="144"/>
                  </a:cubicBezTo>
                  <a:cubicBezTo>
                    <a:pt x="12" y="144"/>
                    <a:pt x="20" y="153"/>
                    <a:pt x="20" y="155"/>
                  </a:cubicBezTo>
                  <a:cubicBezTo>
                    <a:pt x="21" y="157"/>
                    <a:pt x="25" y="163"/>
                    <a:pt x="21" y="165"/>
                  </a:cubicBezTo>
                  <a:cubicBezTo>
                    <a:pt x="17" y="167"/>
                    <a:pt x="20" y="169"/>
                    <a:pt x="20" y="169"/>
                  </a:cubicBezTo>
                  <a:cubicBezTo>
                    <a:pt x="24" y="170"/>
                    <a:pt x="24" y="170"/>
                    <a:pt x="24" y="170"/>
                  </a:cubicBezTo>
                  <a:cubicBezTo>
                    <a:pt x="26" y="173"/>
                    <a:pt x="26" y="173"/>
                    <a:pt x="26" y="173"/>
                  </a:cubicBezTo>
                  <a:cubicBezTo>
                    <a:pt x="26" y="173"/>
                    <a:pt x="31" y="173"/>
                    <a:pt x="35" y="177"/>
                  </a:cubicBezTo>
                  <a:cubicBezTo>
                    <a:pt x="38" y="181"/>
                    <a:pt x="40" y="182"/>
                    <a:pt x="40" y="184"/>
                  </a:cubicBezTo>
                  <a:cubicBezTo>
                    <a:pt x="40" y="186"/>
                    <a:pt x="43" y="187"/>
                    <a:pt x="47" y="190"/>
                  </a:cubicBezTo>
                  <a:cubicBezTo>
                    <a:pt x="51" y="194"/>
                    <a:pt x="51" y="196"/>
                    <a:pt x="51" y="198"/>
                  </a:cubicBezTo>
                  <a:cubicBezTo>
                    <a:pt x="51" y="200"/>
                    <a:pt x="59" y="204"/>
                    <a:pt x="59" y="204"/>
                  </a:cubicBezTo>
                  <a:cubicBezTo>
                    <a:pt x="61" y="210"/>
                    <a:pt x="61" y="210"/>
                    <a:pt x="61" y="210"/>
                  </a:cubicBezTo>
                  <a:cubicBezTo>
                    <a:pt x="62" y="211"/>
                    <a:pt x="63" y="212"/>
                    <a:pt x="64" y="213"/>
                  </a:cubicBezTo>
                  <a:cubicBezTo>
                    <a:pt x="65" y="217"/>
                    <a:pt x="69" y="219"/>
                    <a:pt x="69" y="219"/>
                  </a:cubicBezTo>
                  <a:cubicBezTo>
                    <a:pt x="69" y="219"/>
                    <a:pt x="73" y="221"/>
                    <a:pt x="76" y="219"/>
                  </a:cubicBezTo>
                  <a:cubicBezTo>
                    <a:pt x="79" y="216"/>
                    <a:pt x="82" y="219"/>
                    <a:pt x="82" y="219"/>
                  </a:cubicBezTo>
                  <a:cubicBezTo>
                    <a:pt x="82" y="219"/>
                    <a:pt x="86" y="217"/>
                    <a:pt x="88" y="218"/>
                  </a:cubicBezTo>
                  <a:cubicBezTo>
                    <a:pt x="89" y="219"/>
                    <a:pt x="95" y="224"/>
                    <a:pt x="101" y="229"/>
                  </a:cubicBezTo>
                  <a:cubicBezTo>
                    <a:pt x="102" y="229"/>
                    <a:pt x="107" y="227"/>
                    <a:pt x="109" y="227"/>
                  </a:cubicBezTo>
                  <a:cubicBezTo>
                    <a:pt x="112" y="226"/>
                    <a:pt x="115" y="231"/>
                    <a:pt x="116" y="229"/>
                  </a:cubicBezTo>
                  <a:cubicBezTo>
                    <a:pt x="117" y="228"/>
                    <a:pt x="122" y="225"/>
                    <a:pt x="124" y="226"/>
                  </a:cubicBezTo>
                  <a:cubicBezTo>
                    <a:pt x="126" y="227"/>
                    <a:pt x="131" y="228"/>
                    <a:pt x="131" y="226"/>
                  </a:cubicBezTo>
                  <a:cubicBezTo>
                    <a:pt x="132" y="225"/>
                    <a:pt x="134" y="223"/>
                    <a:pt x="135" y="222"/>
                  </a:cubicBezTo>
                  <a:cubicBezTo>
                    <a:pt x="136" y="222"/>
                    <a:pt x="136" y="221"/>
                    <a:pt x="137" y="220"/>
                  </a:cubicBezTo>
                  <a:cubicBezTo>
                    <a:pt x="137" y="218"/>
                    <a:pt x="143" y="215"/>
                    <a:pt x="146" y="214"/>
                  </a:cubicBezTo>
                  <a:cubicBezTo>
                    <a:pt x="148" y="214"/>
                    <a:pt x="151" y="214"/>
                    <a:pt x="152" y="215"/>
                  </a:cubicBezTo>
                  <a:cubicBezTo>
                    <a:pt x="153" y="216"/>
                    <a:pt x="154" y="216"/>
                    <a:pt x="155" y="217"/>
                  </a:cubicBezTo>
                  <a:cubicBezTo>
                    <a:pt x="156" y="210"/>
                    <a:pt x="157" y="207"/>
                    <a:pt x="155" y="207"/>
                  </a:cubicBezTo>
                  <a:cubicBezTo>
                    <a:pt x="153" y="207"/>
                    <a:pt x="147" y="204"/>
                    <a:pt x="145" y="198"/>
                  </a:cubicBezTo>
                  <a:cubicBezTo>
                    <a:pt x="143" y="193"/>
                    <a:pt x="137" y="189"/>
                    <a:pt x="135" y="186"/>
                  </a:cubicBezTo>
                  <a:cubicBezTo>
                    <a:pt x="134" y="182"/>
                    <a:pt x="126" y="183"/>
                    <a:pt x="125" y="180"/>
                  </a:cubicBezTo>
                  <a:cubicBezTo>
                    <a:pt x="123" y="178"/>
                    <a:pt x="127" y="178"/>
                    <a:pt x="127" y="174"/>
                  </a:cubicBezTo>
                  <a:cubicBezTo>
                    <a:pt x="127" y="171"/>
                    <a:pt x="135" y="173"/>
                    <a:pt x="136" y="172"/>
                  </a:cubicBezTo>
                  <a:cubicBezTo>
                    <a:pt x="137" y="171"/>
                    <a:pt x="137" y="164"/>
                    <a:pt x="137" y="159"/>
                  </a:cubicBezTo>
                  <a:cubicBezTo>
                    <a:pt x="137" y="155"/>
                    <a:pt x="143" y="151"/>
                    <a:pt x="141" y="149"/>
                  </a:cubicBezTo>
                  <a:cubicBezTo>
                    <a:pt x="139" y="147"/>
                    <a:pt x="143" y="146"/>
                    <a:pt x="146" y="144"/>
                  </a:cubicBezTo>
                  <a:cubicBezTo>
                    <a:pt x="148" y="142"/>
                    <a:pt x="146" y="136"/>
                    <a:pt x="149" y="133"/>
                  </a:cubicBezTo>
                  <a:cubicBezTo>
                    <a:pt x="152" y="130"/>
                    <a:pt x="154" y="125"/>
                    <a:pt x="156" y="125"/>
                  </a:cubicBezTo>
                  <a:cubicBezTo>
                    <a:pt x="158" y="125"/>
                    <a:pt x="161" y="122"/>
                    <a:pt x="161" y="119"/>
                  </a:cubicBezTo>
                  <a:cubicBezTo>
                    <a:pt x="161" y="116"/>
                    <a:pt x="166" y="111"/>
                    <a:pt x="165" y="106"/>
                  </a:cubicBezTo>
                  <a:cubicBezTo>
                    <a:pt x="164" y="101"/>
                    <a:pt x="162" y="95"/>
                    <a:pt x="166" y="90"/>
                  </a:cubicBezTo>
                  <a:cubicBezTo>
                    <a:pt x="169" y="86"/>
                    <a:pt x="171" y="83"/>
                    <a:pt x="170" y="79"/>
                  </a:cubicBezTo>
                  <a:cubicBezTo>
                    <a:pt x="169" y="76"/>
                    <a:pt x="174" y="75"/>
                    <a:pt x="176" y="73"/>
                  </a:cubicBezTo>
                  <a:cubicBezTo>
                    <a:pt x="178" y="72"/>
                    <a:pt x="183" y="69"/>
                    <a:pt x="187" y="63"/>
                  </a:cubicBezTo>
                  <a:cubicBezTo>
                    <a:pt x="184" y="60"/>
                    <a:pt x="182" y="57"/>
                    <a:pt x="180" y="57"/>
                  </a:cubicBezTo>
                  <a:cubicBezTo>
                    <a:pt x="176" y="55"/>
                    <a:pt x="173" y="48"/>
                    <a:pt x="173" y="39"/>
                  </a:cubicBezTo>
                  <a:cubicBezTo>
                    <a:pt x="173" y="30"/>
                    <a:pt x="171" y="23"/>
                    <a:pt x="171" y="20"/>
                  </a:cubicBezTo>
                  <a:cubicBezTo>
                    <a:pt x="171" y="17"/>
                    <a:pt x="166" y="11"/>
                    <a:pt x="161" y="9"/>
                  </a:cubicBezTo>
                  <a:cubicBezTo>
                    <a:pt x="157" y="7"/>
                    <a:pt x="155" y="4"/>
                    <a:pt x="155" y="0"/>
                  </a:cubicBezTo>
                  <a:cubicBezTo>
                    <a:pt x="155" y="0"/>
                    <a:pt x="154" y="0"/>
                    <a:pt x="154" y="1"/>
                  </a:cubicBezTo>
                  <a:cubicBezTo>
                    <a:pt x="151" y="5"/>
                    <a:pt x="152" y="5"/>
                    <a:pt x="148" y="5"/>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6" name="Freeform 42"/>
            <p:cNvSpPr>
              <a:spLocks noChangeArrowheads="1"/>
            </p:cNvSpPr>
            <p:nvPr/>
          </p:nvSpPr>
          <p:spPr bwMode="auto">
            <a:xfrm>
              <a:off x="4530740" y="2192339"/>
              <a:ext cx="41275" cy="41275"/>
            </a:xfrm>
            <a:custGeom>
              <a:avLst/>
              <a:gdLst>
                <a:gd name="T0" fmla="*/ 8 w 22"/>
                <a:gd name="T1" fmla="*/ 3 h 21"/>
                <a:gd name="T2" fmla="*/ 3 w 22"/>
                <a:gd name="T3" fmla="*/ 10 h 21"/>
                <a:gd name="T4" fmla="*/ 2 w 22"/>
                <a:gd name="T5" fmla="*/ 20 h 21"/>
                <a:gd name="T6" fmla="*/ 9 w 22"/>
                <a:gd name="T7" fmla="*/ 19 h 21"/>
                <a:gd name="T8" fmla="*/ 14 w 22"/>
                <a:gd name="T9" fmla="*/ 21 h 21"/>
                <a:gd name="T10" fmla="*/ 19 w 22"/>
                <a:gd name="T11" fmla="*/ 16 h 21"/>
                <a:gd name="T12" fmla="*/ 13 w 22"/>
                <a:gd name="T13" fmla="*/ 13 h 21"/>
                <a:gd name="T14" fmla="*/ 19 w 22"/>
                <a:gd name="T15" fmla="*/ 8 h 21"/>
                <a:gd name="T16" fmla="*/ 18 w 22"/>
                <a:gd name="T17" fmla="*/ 1 h 21"/>
                <a:gd name="T18" fmla="*/ 17 w 22"/>
                <a:gd name="T19" fmla="*/ 0 h 21"/>
                <a:gd name="T20" fmla="*/ 14 w 22"/>
                <a:gd name="T21" fmla="*/ 2 h 21"/>
                <a:gd name="T22" fmla="*/ 8 w 22"/>
                <a:gd name="T23" fmla="*/ 3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1"/>
                <a:gd name="T38" fmla="*/ 22 w 22"/>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1">
                  <a:moveTo>
                    <a:pt x="8" y="3"/>
                  </a:moveTo>
                  <a:cubicBezTo>
                    <a:pt x="8" y="4"/>
                    <a:pt x="5" y="8"/>
                    <a:pt x="3" y="10"/>
                  </a:cubicBezTo>
                  <a:cubicBezTo>
                    <a:pt x="0" y="13"/>
                    <a:pt x="2" y="18"/>
                    <a:pt x="2" y="20"/>
                  </a:cubicBezTo>
                  <a:cubicBezTo>
                    <a:pt x="3" y="21"/>
                    <a:pt x="7" y="21"/>
                    <a:pt x="9" y="19"/>
                  </a:cubicBezTo>
                  <a:cubicBezTo>
                    <a:pt x="10" y="18"/>
                    <a:pt x="12" y="19"/>
                    <a:pt x="14" y="21"/>
                  </a:cubicBezTo>
                  <a:cubicBezTo>
                    <a:pt x="15" y="19"/>
                    <a:pt x="17" y="17"/>
                    <a:pt x="19" y="16"/>
                  </a:cubicBezTo>
                  <a:cubicBezTo>
                    <a:pt x="16" y="14"/>
                    <a:pt x="13" y="14"/>
                    <a:pt x="13" y="13"/>
                  </a:cubicBezTo>
                  <a:cubicBezTo>
                    <a:pt x="12" y="12"/>
                    <a:pt x="16" y="9"/>
                    <a:pt x="19" y="8"/>
                  </a:cubicBezTo>
                  <a:cubicBezTo>
                    <a:pt x="22" y="7"/>
                    <a:pt x="21" y="4"/>
                    <a:pt x="18" y="1"/>
                  </a:cubicBezTo>
                  <a:cubicBezTo>
                    <a:pt x="18" y="1"/>
                    <a:pt x="17" y="0"/>
                    <a:pt x="17" y="0"/>
                  </a:cubicBezTo>
                  <a:cubicBezTo>
                    <a:pt x="15" y="1"/>
                    <a:pt x="14" y="2"/>
                    <a:pt x="14" y="2"/>
                  </a:cubicBezTo>
                  <a:cubicBezTo>
                    <a:pt x="13" y="3"/>
                    <a:pt x="11" y="3"/>
                    <a:pt x="8" y="3"/>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7" name="Freeform 43"/>
            <p:cNvSpPr>
              <a:spLocks noChangeArrowheads="1"/>
            </p:cNvSpPr>
            <p:nvPr/>
          </p:nvSpPr>
          <p:spPr bwMode="auto">
            <a:xfrm>
              <a:off x="4416440" y="2074864"/>
              <a:ext cx="146050" cy="123825"/>
            </a:xfrm>
            <a:custGeom>
              <a:avLst/>
              <a:gdLst>
                <a:gd name="T0" fmla="*/ 14 w 77"/>
                <a:gd name="T1" fmla="*/ 10 h 65"/>
                <a:gd name="T2" fmla="*/ 8 w 77"/>
                <a:gd name="T3" fmla="*/ 16 h 65"/>
                <a:gd name="T4" fmla="*/ 4 w 77"/>
                <a:gd name="T5" fmla="*/ 27 h 65"/>
                <a:gd name="T6" fmla="*/ 3 w 77"/>
                <a:gd name="T7" fmla="*/ 43 h 65"/>
                <a:gd name="T8" fmla="*/ 13 w 77"/>
                <a:gd name="T9" fmla="*/ 43 h 65"/>
                <a:gd name="T10" fmla="*/ 16 w 77"/>
                <a:gd name="T11" fmla="*/ 40 h 65"/>
                <a:gd name="T12" fmla="*/ 21 w 77"/>
                <a:gd name="T13" fmla="*/ 38 h 65"/>
                <a:gd name="T14" fmla="*/ 28 w 77"/>
                <a:gd name="T15" fmla="*/ 41 h 65"/>
                <a:gd name="T16" fmla="*/ 33 w 77"/>
                <a:gd name="T17" fmla="*/ 41 h 65"/>
                <a:gd name="T18" fmla="*/ 45 w 77"/>
                <a:gd name="T19" fmla="*/ 41 h 65"/>
                <a:gd name="T20" fmla="*/ 68 w 77"/>
                <a:gd name="T21" fmla="*/ 64 h 65"/>
                <a:gd name="T22" fmla="*/ 68 w 77"/>
                <a:gd name="T23" fmla="*/ 65 h 65"/>
                <a:gd name="T24" fmla="*/ 74 w 77"/>
                <a:gd name="T25" fmla="*/ 64 h 65"/>
                <a:gd name="T26" fmla="*/ 77 w 77"/>
                <a:gd name="T27" fmla="*/ 62 h 65"/>
                <a:gd name="T28" fmla="*/ 65 w 77"/>
                <a:gd name="T29" fmla="*/ 49 h 65"/>
                <a:gd name="T30" fmla="*/ 47 w 77"/>
                <a:gd name="T31" fmla="*/ 36 h 65"/>
                <a:gd name="T32" fmla="*/ 40 w 77"/>
                <a:gd name="T33" fmla="*/ 29 h 65"/>
                <a:gd name="T34" fmla="*/ 31 w 77"/>
                <a:gd name="T35" fmla="*/ 13 h 65"/>
                <a:gd name="T36" fmla="*/ 25 w 77"/>
                <a:gd name="T37" fmla="*/ 0 h 65"/>
                <a:gd name="T38" fmla="*/ 14 w 77"/>
                <a:gd name="T39" fmla="*/ 10 h 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7"/>
                <a:gd name="T61" fmla="*/ 0 h 65"/>
                <a:gd name="T62" fmla="*/ 77 w 77"/>
                <a:gd name="T63" fmla="*/ 65 h 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7" h="65">
                  <a:moveTo>
                    <a:pt x="14" y="10"/>
                  </a:moveTo>
                  <a:cubicBezTo>
                    <a:pt x="12" y="12"/>
                    <a:pt x="7" y="13"/>
                    <a:pt x="8" y="16"/>
                  </a:cubicBezTo>
                  <a:cubicBezTo>
                    <a:pt x="9" y="20"/>
                    <a:pt x="7" y="23"/>
                    <a:pt x="4" y="27"/>
                  </a:cubicBezTo>
                  <a:cubicBezTo>
                    <a:pt x="0" y="32"/>
                    <a:pt x="2" y="38"/>
                    <a:pt x="3" y="43"/>
                  </a:cubicBezTo>
                  <a:cubicBezTo>
                    <a:pt x="7" y="42"/>
                    <a:pt x="12" y="42"/>
                    <a:pt x="13" y="43"/>
                  </a:cubicBezTo>
                  <a:cubicBezTo>
                    <a:pt x="14" y="45"/>
                    <a:pt x="15" y="43"/>
                    <a:pt x="16" y="40"/>
                  </a:cubicBezTo>
                  <a:cubicBezTo>
                    <a:pt x="17" y="36"/>
                    <a:pt x="19" y="36"/>
                    <a:pt x="21" y="38"/>
                  </a:cubicBezTo>
                  <a:cubicBezTo>
                    <a:pt x="23" y="40"/>
                    <a:pt x="25" y="43"/>
                    <a:pt x="28" y="41"/>
                  </a:cubicBezTo>
                  <a:cubicBezTo>
                    <a:pt x="32" y="39"/>
                    <a:pt x="32" y="40"/>
                    <a:pt x="33" y="41"/>
                  </a:cubicBezTo>
                  <a:cubicBezTo>
                    <a:pt x="35" y="42"/>
                    <a:pt x="42" y="41"/>
                    <a:pt x="45" y="41"/>
                  </a:cubicBezTo>
                  <a:cubicBezTo>
                    <a:pt x="47" y="41"/>
                    <a:pt x="68" y="64"/>
                    <a:pt x="68" y="64"/>
                  </a:cubicBezTo>
                  <a:cubicBezTo>
                    <a:pt x="68" y="64"/>
                    <a:pt x="68" y="64"/>
                    <a:pt x="68" y="65"/>
                  </a:cubicBezTo>
                  <a:cubicBezTo>
                    <a:pt x="71" y="65"/>
                    <a:pt x="73" y="65"/>
                    <a:pt x="74" y="64"/>
                  </a:cubicBezTo>
                  <a:cubicBezTo>
                    <a:pt x="74" y="64"/>
                    <a:pt x="75" y="63"/>
                    <a:pt x="77" y="62"/>
                  </a:cubicBezTo>
                  <a:cubicBezTo>
                    <a:pt x="74" y="59"/>
                    <a:pt x="70" y="55"/>
                    <a:pt x="65" y="49"/>
                  </a:cubicBezTo>
                  <a:cubicBezTo>
                    <a:pt x="58" y="41"/>
                    <a:pt x="51" y="36"/>
                    <a:pt x="47" y="36"/>
                  </a:cubicBezTo>
                  <a:cubicBezTo>
                    <a:pt x="43" y="36"/>
                    <a:pt x="42" y="29"/>
                    <a:pt x="40" y="29"/>
                  </a:cubicBezTo>
                  <a:cubicBezTo>
                    <a:pt x="37" y="29"/>
                    <a:pt x="32" y="19"/>
                    <a:pt x="31" y="13"/>
                  </a:cubicBezTo>
                  <a:cubicBezTo>
                    <a:pt x="31" y="9"/>
                    <a:pt x="28" y="4"/>
                    <a:pt x="25" y="0"/>
                  </a:cubicBezTo>
                  <a:cubicBezTo>
                    <a:pt x="21" y="6"/>
                    <a:pt x="16" y="9"/>
                    <a:pt x="14" y="10"/>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8" name="Freeform 44"/>
            <p:cNvSpPr>
              <a:spLocks noChangeArrowheads="1"/>
            </p:cNvSpPr>
            <p:nvPr/>
          </p:nvSpPr>
          <p:spPr bwMode="auto">
            <a:xfrm>
              <a:off x="4341827" y="2143128"/>
              <a:ext cx="323851" cy="252413"/>
            </a:xfrm>
            <a:custGeom>
              <a:avLst/>
              <a:gdLst>
                <a:gd name="T0" fmla="*/ 12 w 170"/>
                <a:gd name="T1" fmla="*/ 87 h 132"/>
                <a:gd name="T2" fmla="*/ 22 w 170"/>
                <a:gd name="T3" fmla="*/ 99 h 132"/>
                <a:gd name="T4" fmla="*/ 32 w 170"/>
                <a:gd name="T5" fmla="*/ 108 h 132"/>
                <a:gd name="T6" fmla="*/ 32 w 170"/>
                <a:gd name="T7" fmla="*/ 118 h 132"/>
                <a:gd name="T8" fmla="*/ 36 w 170"/>
                <a:gd name="T9" fmla="*/ 119 h 132"/>
                <a:gd name="T10" fmla="*/ 47 w 170"/>
                <a:gd name="T11" fmla="*/ 122 h 132"/>
                <a:gd name="T12" fmla="*/ 60 w 170"/>
                <a:gd name="T13" fmla="*/ 129 h 132"/>
                <a:gd name="T14" fmla="*/ 73 w 170"/>
                <a:gd name="T15" fmla="*/ 131 h 132"/>
                <a:gd name="T16" fmla="*/ 81 w 170"/>
                <a:gd name="T17" fmla="*/ 125 h 132"/>
                <a:gd name="T18" fmla="*/ 91 w 170"/>
                <a:gd name="T19" fmla="*/ 123 h 132"/>
                <a:gd name="T20" fmla="*/ 96 w 170"/>
                <a:gd name="T21" fmla="*/ 126 h 132"/>
                <a:gd name="T22" fmla="*/ 102 w 170"/>
                <a:gd name="T23" fmla="*/ 124 h 132"/>
                <a:gd name="T24" fmla="*/ 111 w 170"/>
                <a:gd name="T25" fmla="*/ 123 h 132"/>
                <a:gd name="T26" fmla="*/ 126 w 170"/>
                <a:gd name="T27" fmla="*/ 115 h 132"/>
                <a:gd name="T28" fmla="*/ 138 w 170"/>
                <a:gd name="T29" fmla="*/ 113 h 132"/>
                <a:gd name="T30" fmla="*/ 168 w 170"/>
                <a:gd name="T31" fmla="*/ 83 h 132"/>
                <a:gd name="T32" fmla="*/ 164 w 170"/>
                <a:gd name="T33" fmla="*/ 80 h 132"/>
                <a:gd name="T34" fmla="*/ 149 w 170"/>
                <a:gd name="T35" fmla="*/ 77 h 132"/>
                <a:gd name="T36" fmla="*/ 126 w 170"/>
                <a:gd name="T37" fmla="*/ 69 h 132"/>
                <a:gd name="T38" fmla="*/ 118 w 170"/>
                <a:gd name="T39" fmla="*/ 62 h 132"/>
                <a:gd name="T40" fmla="*/ 111 w 170"/>
                <a:gd name="T41" fmla="*/ 52 h 132"/>
                <a:gd name="T42" fmla="*/ 113 w 170"/>
                <a:gd name="T43" fmla="*/ 47 h 132"/>
                <a:gd name="T44" fmla="*/ 108 w 170"/>
                <a:gd name="T45" fmla="*/ 45 h 132"/>
                <a:gd name="T46" fmla="*/ 101 w 170"/>
                <a:gd name="T47" fmla="*/ 46 h 132"/>
                <a:gd name="T48" fmla="*/ 102 w 170"/>
                <a:gd name="T49" fmla="*/ 36 h 132"/>
                <a:gd name="T50" fmla="*/ 107 w 170"/>
                <a:gd name="T51" fmla="*/ 28 h 132"/>
                <a:gd name="T52" fmla="*/ 84 w 170"/>
                <a:gd name="T53" fmla="*/ 5 h 132"/>
                <a:gd name="T54" fmla="*/ 72 w 170"/>
                <a:gd name="T55" fmla="*/ 5 h 132"/>
                <a:gd name="T56" fmla="*/ 67 w 170"/>
                <a:gd name="T57" fmla="*/ 5 h 132"/>
                <a:gd name="T58" fmla="*/ 60 w 170"/>
                <a:gd name="T59" fmla="*/ 2 h 132"/>
                <a:gd name="T60" fmla="*/ 55 w 170"/>
                <a:gd name="T61" fmla="*/ 4 h 132"/>
                <a:gd name="T62" fmla="*/ 52 w 170"/>
                <a:gd name="T63" fmla="*/ 7 h 132"/>
                <a:gd name="T64" fmla="*/ 42 w 170"/>
                <a:gd name="T65" fmla="*/ 7 h 132"/>
                <a:gd name="T66" fmla="*/ 42 w 170"/>
                <a:gd name="T67" fmla="*/ 7 h 132"/>
                <a:gd name="T68" fmla="*/ 38 w 170"/>
                <a:gd name="T69" fmla="*/ 20 h 132"/>
                <a:gd name="T70" fmla="*/ 33 w 170"/>
                <a:gd name="T71" fmla="*/ 26 h 132"/>
                <a:gd name="T72" fmla="*/ 26 w 170"/>
                <a:gd name="T73" fmla="*/ 34 h 132"/>
                <a:gd name="T74" fmla="*/ 23 w 170"/>
                <a:gd name="T75" fmla="*/ 45 h 132"/>
                <a:gd name="T76" fmla="*/ 18 w 170"/>
                <a:gd name="T77" fmla="*/ 50 h 132"/>
                <a:gd name="T78" fmla="*/ 14 w 170"/>
                <a:gd name="T79" fmla="*/ 60 h 132"/>
                <a:gd name="T80" fmla="*/ 13 w 170"/>
                <a:gd name="T81" fmla="*/ 73 h 132"/>
                <a:gd name="T82" fmla="*/ 4 w 170"/>
                <a:gd name="T83" fmla="*/ 75 h 132"/>
                <a:gd name="T84" fmla="*/ 2 w 170"/>
                <a:gd name="T85" fmla="*/ 81 h 132"/>
                <a:gd name="T86" fmla="*/ 12 w 170"/>
                <a:gd name="T87" fmla="*/ 87 h 1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0"/>
                <a:gd name="T133" fmla="*/ 0 h 132"/>
                <a:gd name="T134" fmla="*/ 170 w 170"/>
                <a:gd name="T135" fmla="*/ 132 h 1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0" h="132">
                  <a:moveTo>
                    <a:pt x="12" y="87"/>
                  </a:moveTo>
                  <a:cubicBezTo>
                    <a:pt x="14" y="90"/>
                    <a:pt x="20" y="94"/>
                    <a:pt x="22" y="99"/>
                  </a:cubicBezTo>
                  <a:cubicBezTo>
                    <a:pt x="24" y="105"/>
                    <a:pt x="30" y="108"/>
                    <a:pt x="32" y="108"/>
                  </a:cubicBezTo>
                  <a:cubicBezTo>
                    <a:pt x="34" y="108"/>
                    <a:pt x="33" y="111"/>
                    <a:pt x="32" y="118"/>
                  </a:cubicBezTo>
                  <a:cubicBezTo>
                    <a:pt x="33" y="118"/>
                    <a:pt x="35" y="119"/>
                    <a:pt x="36" y="119"/>
                  </a:cubicBezTo>
                  <a:cubicBezTo>
                    <a:pt x="38" y="120"/>
                    <a:pt x="45" y="119"/>
                    <a:pt x="47" y="122"/>
                  </a:cubicBezTo>
                  <a:cubicBezTo>
                    <a:pt x="50" y="124"/>
                    <a:pt x="58" y="129"/>
                    <a:pt x="60" y="129"/>
                  </a:cubicBezTo>
                  <a:cubicBezTo>
                    <a:pt x="63" y="129"/>
                    <a:pt x="72" y="130"/>
                    <a:pt x="73" y="131"/>
                  </a:cubicBezTo>
                  <a:cubicBezTo>
                    <a:pt x="75" y="132"/>
                    <a:pt x="77" y="128"/>
                    <a:pt x="81" y="125"/>
                  </a:cubicBezTo>
                  <a:cubicBezTo>
                    <a:pt x="85" y="123"/>
                    <a:pt x="90" y="122"/>
                    <a:pt x="91" y="123"/>
                  </a:cubicBezTo>
                  <a:cubicBezTo>
                    <a:pt x="91" y="125"/>
                    <a:pt x="94" y="127"/>
                    <a:pt x="96" y="126"/>
                  </a:cubicBezTo>
                  <a:cubicBezTo>
                    <a:pt x="97" y="125"/>
                    <a:pt x="99" y="125"/>
                    <a:pt x="102" y="124"/>
                  </a:cubicBezTo>
                  <a:cubicBezTo>
                    <a:pt x="105" y="123"/>
                    <a:pt x="110" y="122"/>
                    <a:pt x="111" y="123"/>
                  </a:cubicBezTo>
                  <a:cubicBezTo>
                    <a:pt x="113" y="123"/>
                    <a:pt x="118" y="115"/>
                    <a:pt x="126" y="115"/>
                  </a:cubicBezTo>
                  <a:cubicBezTo>
                    <a:pt x="133" y="115"/>
                    <a:pt x="135" y="116"/>
                    <a:pt x="138" y="113"/>
                  </a:cubicBezTo>
                  <a:cubicBezTo>
                    <a:pt x="141" y="109"/>
                    <a:pt x="166" y="84"/>
                    <a:pt x="168" y="83"/>
                  </a:cubicBezTo>
                  <a:cubicBezTo>
                    <a:pt x="170" y="81"/>
                    <a:pt x="167" y="80"/>
                    <a:pt x="164" y="80"/>
                  </a:cubicBezTo>
                  <a:cubicBezTo>
                    <a:pt x="162" y="80"/>
                    <a:pt x="157" y="80"/>
                    <a:pt x="149" y="77"/>
                  </a:cubicBezTo>
                  <a:cubicBezTo>
                    <a:pt x="141" y="73"/>
                    <a:pt x="128" y="69"/>
                    <a:pt x="126" y="69"/>
                  </a:cubicBezTo>
                  <a:cubicBezTo>
                    <a:pt x="124" y="68"/>
                    <a:pt x="120" y="63"/>
                    <a:pt x="118" y="62"/>
                  </a:cubicBezTo>
                  <a:cubicBezTo>
                    <a:pt x="116" y="61"/>
                    <a:pt x="112" y="54"/>
                    <a:pt x="111" y="52"/>
                  </a:cubicBezTo>
                  <a:cubicBezTo>
                    <a:pt x="111" y="51"/>
                    <a:pt x="112" y="49"/>
                    <a:pt x="113" y="47"/>
                  </a:cubicBezTo>
                  <a:cubicBezTo>
                    <a:pt x="111" y="45"/>
                    <a:pt x="109" y="44"/>
                    <a:pt x="108" y="45"/>
                  </a:cubicBezTo>
                  <a:cubicBezTo>
                    <a:pt x="106" y="47"/>
                    <a:pt x="102" y="47"/>
                    <a:pt x="101" y="46"/>
                  </a:cubicBezTo>
                  <a:cubicBezTo>
                    <a:pt x="101" y="44"/>
                    <a:pt x="99" y="39"/>
                    <a:pt x="102" y="36"/>
                  </a:cubicBezTo>
                  <a:cubicBezTo>
                    <a:pt x="104" y="34"/>
                    <a:pt x="107" y="28"/>
                    <a:pt x="107" y="28"/>
                  </a:cubicBezTo>
                  <a:cubicBezTo>
                    <a:pt x="107" y="28"/>
                    <a:pt x="86" y="5"/>
                    <a:pt x="84" y="5"/>
                  </a:cubicBezTo>
                  <a:cubicBezTo>
                    <a:pt x="81" y="5"/>
                    <a:pt x="74" y="6"/>
                    <a:pt x="72" y="5"/>
                  </a:cubicBezTo>
                  <a:cubicBezTo>
                    <a:pt x="71" y="4"/>
                    <a:pt x="71" y="3"/>
                    <a:pt x="67" y="5"/>
                  </a:cubicBezTo>
                  <a:cubicBezTo>
                    <a:pt x="64" y="7"/>
                    <a:pt x="62" y="4"/>
                    <a:pt x="60" y="2"/>
                  </a:cubicBezTo>
                  <a:cubicBezTo>
                    <a:pt x="58" y="0"/>
                    <a:pt x="56" y="0"/>
                    <a:pt x="55" y="4"/>
                  </a:cubicBezTo>
                  <a:cubicBezTo>
                    <a:pt x="54" y="7"/>
                    <a:pt x="53" y="9"/>
                    <a:pt x="52" y="7"/>
                  </a:cubicBezTo>
                  <a:cubicBezTo>
                    <a:pt x="51" y="6"/>
                    <a:pt x="46" y="6"/>
                    <a:pt x="42" y="7"/>
                  </a:cubicBezTo>
                  <a:cubicBezTo>
                    <a:pt x="42" y="7"/>
                    <a:pt x="42" y="7"/>
                    <a:pt x="42" y="7"/>
                  </a:cubicBezTo>
                  <a:cubicBezTo>
                    <a:pt x="43" y="12"/>
                    <a:pt x="38" y="17"/>
                    <a:pt x="38" y="20"/>
                  </a:cubicBezTo>
                  <a:cubicBezTo>
                    <a:pt x="38" y="23"/>
                    <a:pt x="35" y="26"/>
                    <a:pt x="33" y="26"/>
                  </a:cubicBezTo>
                  <a:cubicBezTo>
                    <a:pt x="31" y="26"/>
                    <a:pt x="29" y="31"/>
                    <a:pt x="26" y="34"/>
                  </a:cubicBezTo>
                  <a:cubicBezTo>
                    <a:pt x="23" y="37"/>
                    <a:pt x="25" y="43"/>
                    <a:pt x="23" y="45"/>
                  </a:cubicBezTo>
                  <a:cubicBezTo>
                    <a:pt x="20" y="47"/>
                    <a:pt x="16" y="48"/>
                    <a:pt x="18" y="50"/>
                  </a:cubicBezTo>
                  <a:cubicBezTo>
                    <a:pt x="20" y="52"/>
                    <a:pt x="14" y="56"/>
                    <a:pt x="14" y="60"/>
                  </a:cubicBezTo>
                  <a:cubicBezTo>
                    <a:pt x="14" y="65"/>
                    <a:pt x="14" y="72"/>
                    <a:pt x="13" y="73"/>
                  </a:cubicBezTo>
                  <a:cubicBezTo>
                    <a:pt x="12" y="74"/>
                    <a:pt x="4" y="72"/>
                    <a:pt x="4" y="75"/>
                  </a:cubicBezTo>
                  <a:cubicBezTo>
                    <a:pt x="4" y="79"/>
                    <a:pt x="0" y="79"/>
                    <a:pt x="2" y="81"/>
                  </a:cubicBezTo>
                  <a:cubicBezTo>
                    <a:pt x="3" y="84"/>
                    <a:pt x="11" y="83"/>
                    <a:pt x="12" y="87"/>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9" name="Freeform 45"/>
            <p:cNvSpPr>
              <a:spLocks noChangeArrowheads="1"/>
            </p:cNvSpPr>
            <p:nvPr/>
          </p:nvSpPr>
          <p:spPr bwMode="auto">
            <a:xfrm>
              <a:off x="4392627" y="1682751"/>
              <a:ext cx="33339" cy="39688"/>
            </a:xfrm>
            <a:custGeom>
              <a:avLst/>
              <a:gdLst>
                <a:gd name="T0" fmla="*/ 14 w 17"/>
                <a:gd name="T1" fmla="*/ 9 h 21"/>
                <a:gd name="T2" fmla="*/ 8 w 17"/>
                <a:gd name="T3" fmla="*/ 0 h 21"/>
                <a:gd name="T4" fmla="*/ 8 w 17"/>
                <a:gd name="T5" fmla="*/ 2 h 21"/>
                <a:gd name="T6" fmla="*/ 0 w 17"/>
                <a:gd name="T7" fmla="*/ 18 h 21"/>
                <a:gd name="T8" fmla="*/ 5 w 17"/>
                <a:gd name="T9" fmla="*/ 21 h 21"/>
                <a:gd name="T10" fmla="*/ 14 w 17"/>
                <a:gd name="T11" fmla="*/ 9 h 21"/>
                <a:gd name="T12" fmla="*/ 0 60000 65536"/>
                <a:gd name="T13" fmla="*/ 0 60000 65536"/>
                <a:gd name="T14" fmla="*/ 0 60000 65536"/>
                <a:gd name="T15" fmla="*/ 0 60000 65536"/>
                <a:gd name="T16" fmla="*/ 0 60000 65536"/>
                <a:gd name="T17" fmla="*/ 0 60000 65536"/>
                <a:gd name="T18" fmla="*/ 0 w 17"/>
                <a:gd name="T19" fmla="*/ 0 h 21"/>
                <a:gd name="T20" fmla="*/ 17 w 17"/>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7" h="21">
                  <a:moveTo>
                    <a:pt x="14" y="9"/>
                  </a:moveTo>
                  <a:cubicBezTo>
                    <a:pt x="16" y="7"/>
                    <a:pt x="17" y="0"/>
                    <a:pt x="8" y="0"/>
                  </a:cubicBezTo>
                  <a:cubicBezTo>
                    <a:pt x="8" y="1"/>
                    <a:pt x="8" y="1"/>
                    <a:pt x="8" y="2"/>
                  </a:cubicBezTo>
                  <a:cubicBezTo>
                    <a:pt x="8" y="5"/>
                    <a:pt x="3" y="12"/>
                    <a:pt x="0" y="18"/>
                  </a:cubicBezTo>
                  <a:cubicBezTo>
                    <a:pt x="5" y="21"/>
                    <a:pt x="5" y="21"/>
                    <a:pt x="5" y="21"/>
                  </a:cubicBezTo>
                  <a:cubicBezTo>
                    <a:pt x="8" y="16"/>
                    <a:pt x="12" y="10"/>
                    <a:pt x="14" y="9"/>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0" name="Freeform 46"/>
            <p:cNvSpPr>
              <a:spLocks noChangeArrowheads="1"/>
            </p:cNvSpPr>
            <p:nvPr/>
          </p:nvSpPr>
          <p:spPr bwMode="auto">
            <a:xfrm>
              <a:off x="4402153" y="1620839"/>
              <a:ext cx="149225" cy="119063"/>
            </a:xfrm>
            <a:custGeom>
              <a:avLst/>
              <a:gdLst>
                <a:gd name="T0" fmla="*/ 9 w 78"/>
                <a:gd name="T1" fmla="*/ 41 h 62"/>
                <a:gd name="T2" fmla="*/ 0 w 78"/>
                <a:gd name="T3" fmla="*/ 53 h 62"/>
                <a:gd name="T4" fmla="*/ 1 w 78"/>
                <a:gd name="T5" fmla="*/ 53 h 62"/>
                <a:gd name="T6" fmla="*/ 2 w 78"/>
                <a:gd name="T7" fmla="*/ 57 h 62"/>
                <a:gd name="T8" fmla="*/ 12 w 78"/>
                <a:gd name="T9" fmla="*/ 62 h 62"/>
                <a:gd name="T10" fmla="*/ 23 w 78"/>
                <a:gd name="T11" fmla="*/ 56 h 62"/>
                <a:gd name="T12" fmla="*/ 61 w 78"/>
                <a:gd name="T13" fmla="*/ 37 h 62"/>
                <a:gd name="T14" fmla="*/ 64 w 78"/>
                <a:gd name="T15" fmla="*/ 30 h 62"/>
                <a:gd name="T16" fmla="*/ 65 w 78"/>
                <a:gd name="T17" fmla="*/ 21 h 62"/>
                <a:gd name="T18" fmla="*/ 64 w 78"/>
                <a:gd name="T19" fmla="*/ 12 h 62"/>
                <a:gd name="T20" fmla="*/ 71 w 78"/>
                <a:gd name="T21" fmla="*/ 7 h 62"/>
                <a:gd name="T22" fmla="*/ 78 w 78"/>
                <a:gd name="T23" fmla="*/ 2 h 62"/>
                <a:gd name="T24" fmla="*/ 73 w 78"/>
                <a:gd name="T25" fmla="*/ 0 h 62"/>
                <a:gd name="T26" fmla="*/ 61 w 78"/>
                <a:gd name="T27" fmla="*/ 2 h 62"/>
                <a:gd name="T28" fmla="*/ 46 w 78"/>
                <a:gd name="T29" fmla="*/ 7 h 62"/>
                <a:gd name="T30" fmla="*/ 33 w 78"/>
                <a:gd name="T31" fmla="*/ 6 h 62"/>
                <a:gd name="T32" fmla="*/ 26 w 78"/>
                <a:gd name="T33" fmla="*/ 8 h 62"/>
                <a:gd name="T34" fmla="*/ 16 w 78"/>
                <a:gd name="T35" fmla="*/ 8 h 62"/>
                <a:gd name="T36" fmla="*/ 11 w 78"/>
                <a:gd name="T37" fmla="*/ 10 h 62"/>
                <a:gd name="T38" fmla="*/ 4 w 78"/>
                <a:gd name="T39" fmla="*/ 18 h 62"/>
                <a:gd name="T40" fmla="*/ 4 w 78"/>
                <a:gd name="T41" fmla="*/ 24 h 62"/>
                <a:gd name="T42" fmla="*/ 3 w 78"/>
                <a:gd name="T43" fmla="*/ 32 h 62"/>
                <a:gd name="T44" fmla="*/ 9 w 78"/>
                <a:gd name="T45" fmla="*/ 41 h 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62"/>
                <a:gd name="T71" fmla="*/ 78 w 78"/>
                <a:gd name="T72" fmla="*/ 62 h 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62">
                  <a:moveTo>
                    <a:pt x="9" y="41"/>
                  </a:moveTo>
                  <a:cubicBezTo>
                    <a:pt x="7" y="42"/>
                    <a:pt x="3" y="48"/>
                    <a:pt x="0" y="53"/>
                  </a:cubicBezTo>
                  <a:cubicBezTo>
                    <a:pt x="1" y="53"/>
                    <a:pt x="1" y="53"/>
                    <a:pt x="1" y="53"/>
                  </a:cubicBezTo>
                  <a:cubicBezTo>
                    <a:pt x="2" y="57"/>
                    <a:pt x="2" y="57"/>
                    <a:pt x="2" y="57"/>
                  </a:cubicBezTo>
                  <a:cubicBezTo>
                    <a:pt x="12" y="62"/>
                    <a:pt x="12" y="62"/>
                    <a:pt x="12" y="62"/>
                  </a:cubicBezTo>
                  <a:cubicBezTo>
                    <a:pt x="12" y="62"/>
                    <a:pt x="20" y="57"/>
                    <a:pt x="23" y="56"/>
                  </a:cubicBezTo>
                  <a:cubicBezTo>
                    <a:pt x="26" y="56"/>
                    <a:pt x="61" y="37"/>
                    <a:pt x="61" y="37"/>
                  </a:cubicBezTo>
                  <a:cubicBezTo>
                    <a:pt x="61" y="37"/>
                    <a:pt x="65" y="32"/>
                    <a:pt x="64" y="30"/>
                  </a:cubicBezTo>
                  <a:cubicBezTo>
                    <a:pt x="64" y="28"/>
                    <a:pt x="63" y="24"/>
                    <a:pt x="65" y="21"/>
                  </a:cubicBezTo>
                  <a:cubicBezTo>
                    <a:pt x="67" y="19"/>
                    <a:pt x="63" y="16"/>
                    <a:pt x="64" y="12"/>
                  </a:cubicBezTo>
                  <a:cubicBezTo>
                    <a:pt x="65" y="8"/>
                    <a:pt x="71" y="7"/>
                    <a:pt x="71" y="7"/>
                  </a:cubicBezTo>
                  <a:cubicBezTo>
                    <a:pt x="78" y="2"/>
                    <a:pt x="78" y="2"/>
                    <a:pt x="78" y="2"/>
                  </a:cubicBezTo>
                  <a:cubicBezTo>
                    <a:pt x="73" y="0"/>
                    <a:pt x="73" y="0"/>
                    <a:pt x="73" y="0"/>
                  </a:cubicBezTo>
                  <a:cubicBezTo>
                    <a:pt x="73" y="0"/>
                    <a:pt x="68" y="3"/>
                    <a:pt x="61" y="2"/>
                  </a:cubicBezTo>
                  <a:cubicBezTo>
                    <a:pt x="54" y="2"/>
                    <a:pt x="53" y="7"/>
                    <a:pt x="46" y="7"/>
                  </a:cubicBezTo>
                  <a:cubicBezTo>
                    <a:pt x="39" y="7"/>
                    <a:pt x="35" y="8"/>
                    <a:pt x="33" y="6"/>
                  </a:cubicBezTo>
                  <a:cubicBezTo>
                    <a:pt x="31" y="4"/>
                    <a:pt x="31" y="5"/>
                    <a:pt x="26" y="8"/>
                  </a:cubicBezTo>
                  <a:cubicBezTo>
                    <a:pt x="21" y="10"/>
                    <a:pt x="18" y="9"/>
                    <a:pt x="16" y="8"/>
                  </a:cubicBezTo>
                  <a:cubicBezTo>
                    <a:pt x="13" y="6"/>
                    <a:pt x="12" y="8"/>
                    <a:pt x="11" y="10"/>
                  </a:cubicBezTo>
                  <a:cubicBezTo>
                    <a:pt x="11" y="12"/>
                    <a:pt x="11" y="17"/>
                    <a:pt x="4" y="18"/>
                  </a:cubicBezTo>
                  <a:cubicBezTo>
                    <a:pt x="4" y="20"/>
                    <a:pt x="3" y="22"/>
                    <a:pt x="4" y="24"/>
                  </a:cubicBezTo>
                  <a:cubicBezTo>
                    <a:pt x="6" y="26"/>
                    <a:pt x="4" y="28"/>
                    <a:pt x="3" y="32"/>
                  </a:cubicBezTo>
                  <a:cubicBezTo>
                    <a:pt x="12" y="32"/>
                    <a:pt x="11" y="39"/>
                    <a:pt x="9" y="41"/>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1" name="Freeform 47"/>
            <p:cNvSpPr>
              <a:spLocks noChangeArrowheads="1"/>
            </p:cNvSpPr>
            <p:nvPr/>
          </p:nvSpPr>
          <p:spPr bwMode="auto">
            <a:xfrm>
              <a:off x="6343671" y="1597027"/>
              <a:ext cx="80963" cy="101600"/>
            </a:xfrm>
            <a:custGeom>
              <a:avLst/>
              <a:gdLst>
                <a:gd name="T0" fmla="*/ 10 w 43"/>
                <a:gd name="T1" fmla="*/ 4 h 53"/>
                <a:gd name="T2" fmla="*/ 4 w 43"/>
                <a:gd name="T3" fmla="*/ 9 h 53"/>
                <a:gd name="T4" fmla="*/ 7 w 43"/>
                <a:gd name="T5" fmla="*/ 15 h 53"/>
                <a:gd name="T6" fmla="*/ 7 w 43"/>
                <a:gd name="T7" fmla="*/ 20 h 53"/>
                <a:gd name="T8" fmla="*/ 6 w 43"/>
                <a:gd name="T9" fmla="*/ 30 h 53"/>
                <a:gd name="T10" fmla="*/ 3 w 43"/>
                <a:gd name="T11" fmla="*/ 44 h 53"/>
                <a:gd name="T12" fmla="*/ 4 w 43"/>
                <a:gd name="T13" fmla="*/ 51 h 53"/>
                <a:gd name="T14" fmla="*/ 26 w 43"/>
                <a:gd name="T15" fmla="*/ 44 h 53"/>
                <a:gd name="T16" fmla="*/ 37 w 43"/>
                <a:gd name="T17" fmla="*/ 40 h 53"/>
                <a:gd name="T18" fmla="*/ 41 w 43"/>
                <a:gd name="T19" fmla="*/ 35 h 53"/>
                <a:gd name="T20" fmla="*/ 38 w 43"/>
                <a:gd name="T21" fmla="*/ 19 h 53"/>
                <a:gd name="T22" fmla="*/ 27 w 43"/>
                <a:gd name="T23" fmla="*/ 0 h 53"/>
                <a:gd name="T24" fmla="*/ 21 w 43"/>
                <a:gd name="T25" fmla="*/ 2 h 53"/>
                <a:gd name="T26" fmla="*/ 10 w 43"/>
                <a:gd name="T27" fmla="*/ 4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3"/>
                <a:gd name="T43" fmla="*/ 0 h 53"/>
                <a:gd name="T44" fmla="*/ 43 w 43"/>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3" h="53">
                  <a:moveTo>
                    <a:pt x="10" y="4"/>
                  </a:moveTo>
                  <a:cubicBezTo>
                    <a:pt x="9" y="5"/>
                    <a:pt x="6" y="7"/>
                    <a:pt x="4" y="9"/>
                  </a:cubicBezTo>
                  <a:cubicBezTo>
                    <a:pt x="5" y="11"/>
                    <a:pt x="5" y="15"/>
                    <a:pt x="7" y="15"/>
                  </a:cubicBezTo>
                  <a:cubicBezTo>
                    <a:pt x="11" y="15"/>
                    <a:pt x="11" y="21"/>
                    <a:pt x="7" y="20"/>
                  </a:cubicBezTo>
                  <a:cubicBezTo>
                    <a:pt x="3" y="19"/>
                    <a:pt x="3" y="25"/>
                    <a:pt x="6" y="30"/>
                  </a:cubicBezTo>
                  <a:cubicBezTo>
                    <a:pt x="10" y="35"/>
                    <a:pt x="0" y="41"/>
                    <a:pt x="3" y="44"/>
                  </a:cubicBezTo>
                  <a:cubicBezTo>
                    <a:pt x="5" y="47"/>
                    <a:pt x="3" y="50"/>
                    <a:pt x="4" y="51"/>
                  </a:cubicBezTo>
                  <a:cubicBezTo>
                    <a:pt x="5" y="53"/>
                    <a:pt x="20" y="51"/>
                    <a:pt x="26" y="44"/>
                  </a:cubicBezTo>
                  <a:cubicBezTo>
                    <a:pt x="32" y="38"/>
                    <a:pt x="34" y="39"/>
                    <a:pt x="37" y="40"/>
                  </a:cubicBezTo>
                  <a:cubicBezTo>
                    <a:pt x="40" y="41"/>
                    <a:pt x="43" y="37"/>
                    <a:pt x="41" y="35"/>
                  </a:cubicBezTo>
                  <a:cubicBezTo>
                    <a:pt x="40" y="32"/>
                    <a:pt x="38" y="26"/>
                    <a:pt x="38" y="19"/>
                  </a:cubicBezTo>
                  <a:cubicBezTo>
                    <a:pt x="39" y="14"/>
                    <a:pt x="33" y="6"/>
                    <a:pt x="27" y="0"/>
                  </a:cubicBezTo>
                  <a:cubicBezTo>
                    <a:pt x="25" y="1"/>
                    <a:pt x="23" y="2"/>
                    <a:pt x="21" y="2"/>
                  </a:cubicBezTo>
                  <a:cubicBezTo>
                    <a:pt x="17" y="2"/>
                    <a:pt x="12" y="2"/>
                    <a:pt x="10" y="4"/>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2" name="Freeform 48"/>
            <p:cNvSpPr>
              <a:spLocks noChangeArrowheads="1"/>
            </p:cNvSpPr>
            <p:nvPr/>
          </p:nvSpPr>
          <p:spPr bwMode="auto">
            <a:xfrm>
              <a:off x="5532457" y="1882777"/>
              <a:ext cx="95250" cy="128588"/>
            </a:xfrm>
            <a:custGeom>
              <a:avLst/>
              <a:gdLst>
                <a:gd name="T0" fmla="*/ 50 w 50"/>
                <a:gd name="T1" fmla="*/ 56 h 67"/>
                <a:gd name="T2" fmla="*/ 46 w 50"/>
                <a:gd name="T3" fmla="*/ 34 h 67"/>
                <a:gd name="T4" fmla="*/ 37 w 50"/>
                <a:gd name="T5" fmla="*/ 43 h 67"/>
                <a:gd name="T6" fmla="*/ 38 w 50"/>
                <a:gd name="T7" fmla="*/ 31 h 67"/>
                <a:gd name="T8" fmla="*/ 47 w 50"/>
                <a:gd name="T9" fmla="*/ 19 h 67"/>
                <a:gd name="T10" fmla="*/ 39 w 50"/>
                <a:gd name="T11" fmla="*/ 17 h 67"/>
                <a:gd name="T12" fmla="*/ 26 w 50"/>
                <a:gd name="T13" fmla="*/ 17 h 67"/>
                <a:gd name="T14" fmla="*/ 21 w 50"/>
                <a:gd name="T15" fmla="*/ 12 h 67"/>
                <a:gd name="T16" fmla="*/ 13 w 50"/>
                <a:gd name="T17" fmla="*/ 6 h 67"/>
                <a:gd name="T18" fmla="*/ 4 w 50"/>
                <a:gd name="T19" fmla="*/ 6 h 67"/>
                <a:gd name="T20" fmla="*/ 11 w 50"/>
                <a:gd name="T21" fmla="*/ 15 h 67"/>
                <a:gd name="T22" fmla="*/ 5 w 50"/>
                <a:gd name="T23" fmla="*/ 20 h 67"/>
                <a:gd name="T24" fmla="*/ 8 w 50"/>
                <a:gd name="T25" fmla="*/ 37 h 67"/>
                <a:gd name="T26" fmla="*/ 12 w 50"/>
                <a:gd name="T27" fmla="*/ 57 h 67"/>
                <a:gd name="T28" fmla="*/ 19 w 50"/>
                <a:gd name="T29" fmla="*/ 55 h 67"/>
                <a:gd name="T30" fmla="*/ 28 w 50"/>
                <a:gd name="T31" fmla="*/ 51 h 67"/>
                <a:gd name="T32" fmla="*/ 35 w 50"/>
                <a:gd name="T33" fmla="*/ 46 h 67"/>
                <a:gd name="T34" fmla="*/ 41 w 50"/>
                <a:gd name="T35" fmla="*/ 61 h 67"/>
                <a:gd name="T36" fmla="*/ 43 w 50"/>
                <a:gd name="T37" fmla="*/ 67 h 67"/>
                <a:gd name="T38" fmla="*/ 47 w 50"/>
                <a:gd name="T39" fmla="*/ 63 h 67"/>
                <a:gd name="T40" fmla="*/ 50 w 50"/>
                <a:gd name="T41" fmla="*/ 56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0"/>
                <a:gd name="T64" fmla="*/ 0 h 67"/>
                <a:gd name="T65" fmla="*/ 50 w 5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0" h="67">
                  <a:moveTo>
                    <a:pt x="50" y="56"/>
                  </a:moveTo>
                  <a:cubicBezTo>
                    <a:pt x="48" y="45"/>
                    <a:pt x="47" y="34"/>
                    <a:pt x="46" y="34"/>
                  </a:cubicBezTo>
                  <a:cubicBezTo>
                    <a:pt x="43" y="34"/>
                    <a:pt x="41" y="44"/>
                    <a:pt x="37" y="43"/>
                  </a:cubicBezTo>
                  <a:cubicBezTo>
                    <a:pt x="34" y="42"/>
                    <a:pt x="34" y="31"/>
                    <a:pt x="38" y="31"/>
                  </a:cubicBezTo>
                  <a:cubicBezTo>
                    <a:pt x="42" y="31"/>
                    <a:pt x="47" y="22"/>
                    <a:pt x="47" y="19"/>
                  </a:cubicBezTo>
                  <a:cubicBezTo>
                    <a:pt x="47" y="17"/>
                    <a:pt x="43" y="17"/>
                    <a:pt x="39" y="17"/>
                  </a:cubicBezTo>
                  <a:cubicBezTo>
                    <a:pt x="35" y="17"/>
                    <a:pt x="26" y="17"/>
                    <a:pt x="26" y="17"/>
                  </a:cubicBezTo>
                  <a:cubicBezTo>
                    <a:pt x="26" y="17"/>
                    <a:pt x="21" y="15"/>
                    <a:pt x="21" y="12"/>
                  </a:cubicBezTo>
                  <a:cubicBezTo>
                    <a:pt x="21" y="8"/>
                    <a:pt x="18" y="6"/>
                    <a:pt x="13" y="6"/>
                  </a:cubicBezTo>
                  <a:cubicBezTo>
                    <a:pt x="8" y="6"/>
                    <a:pt x="8" y="0"/>
                    <a:pt x="4" y="6"/>
                  </a:cubicBezTo>
                  <a:cubicBezTo>
                    <a:pt x="0" y="11"/>
                    <a:pt x="12" y="11"/>
                    <a:pt x="11" y="15"/>
                  </a:cubicBezTo>
                  <a:cubicBezTo>
                    <a:pt x="10" y="19"/>
                    <a:pt x="6" y="17"/>
                    <a:pt x="5" y="20"/>
                  </a:cubicBezTo>
                  <a:cubicBezTo>
                    <a:pt x="4" y="23"/>
                    <a:pt x="6" y="32"/>
                    <a:pt x="8" y="37"/>
                  </a:cubicBezTo>
                  <a:cubicBezTo>
                    <a:pt x="9" y="40"/>
                    <a:pt x="12" y="50"/>
                    <a:pt x="12" y="57"/>
                  </a:cubicBezTo>
                  <a:cubicBezTo>
                    <a:pt x="15" y="57"/>
                    <a:pt x="16" y="55"/>
                    <a:pt x="19" y="55"/>
                  </a:cubicBezTo>
                  <a:cubicBezTo>
                    <a:pt x="23" y="55"/>
                    <a:pt x="28" y="55"/>
                    <a:pt x="28" y="51"/>
                  </a:cubicBezTo>
                  <a:cubicBezTo>
                    <a:pt x="29" y="47"/>
                    <a:pt x="33" y="44"/>
                    <a:pt x="35" y="46"/>
                  </a:cubicBezTo>
                  <a:cubicBezTo>
                    <a:pt x="37" y="47"/>
                    <a:pt x="41" y="56"/>
                    <a:pt x="41" y="61"/>
                  </a:cubicBezTo>
                  <a:cubicBezTo>
                    <a:pt x="41" y="62"/>
                    <a:pt x="42" y="64"/>
                    <a:pt x="43" y="67"/>
                  </a:cubicBezTo>
                  <a:cubicBezTo>
                    <a:pt x="45" y="65"/>
                    <a:pt x="47" y="63"/>
                    <a:pt x="47" y="63"/>
                  </a:cubicBezTo>
                  <a:cubicBezTo>
                    <a:pt x="47" y="63"/>
                    <a:pt x="48" y="58"/>
                    <a:pt x="50" y="56"/>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3" name="Freeform 49"/>
            <p:cNvSpPr>
              <a:spLocks noChangeArrowheads="1"/>
            </p:cNvSpPr>
            <p:nvPr/>
          </p:nvSpPr>
          <p:spPr bwMode="auto">
            <a:xfrm>
              <a:off x="5118117" y="1666876"/>
              <a:ext cx="601665" cy="635001"/>
            </a:xfrm>
            <a:custGeom>
              <a:avLst/>
              <a:gdLst>
                <a:gd name="T0" fmla="*/ 222 w 315"/>
                <a:gd name="T1" fmla="*/ 133 h 332"/>
                <a:gd name="T2" fmla="*/ 221 w 315"/>
                <a:gd name="T3" fmla="*/ 119 h 332"/>
                <a:gd name="T4" fmla="*/ 238 w 315"/>
                <a:gd name="T5" fmla="*/ 125 h 332"/>
                <a:gd name="T6" fmla="*/ 256 w 315"/>
                <a:gd name="T7" fmla="*/ 130 h 332"/>
                <a:gd name="T8" fmla="*/ 255 w 315"/>
                <a:gd name="T9" fmla="*/ 144 h 332"/>
                <a:gd name="T10" fmla="*/ 263 w 315"/>
                <a:gd name="T11" fmla="*/ 147 h 332"/>
                <a:gd name="T12" fmla="*/ 269 w 315"/>
                <a:gd name="T13" fmla="*/ 168 h 332"/>
                <a:gd name="T14" fmla="*/ 274 w 315"/>
                <a:gd name="T15" fmla="*/ 145 h 332"/>
                <a:gd name="T16" fmla="*/ 287 w 315"/>
                <a:gd name="T17" fmla="*/ 131 h 332"/>
                <a:gd name="T18" fmla="*/ 298 w 315"/>
                <a:gd name="T19" fmla="*/ 109 h 332"/>
                <a:gd name="T20" fmla="*/ 312 w 315"/>
                <a:gd name="T21" fmla="*/ 105 h 332"/>
                <a:gd name="T22" fmla="*/ 314 w 315"/>
                <a:gd name="T23" fmla="*/ 92 h 332"/>
                <a:gd name="T24" fmla="*/ 303 w 315"/>
                <a:gd name="T25" fmla="*/ 81 h 332"/>
                <a:gd name="T26" fmla="*/ 283 w 315"/>
                <a:gd name="T27" fmla="*/ 82 h 332"/>
                <a:gd name="T28" fmla="*/ 269 w 315"/>
                <a:gd name="T29" fmla="*/ 93 h 332"/>
                <a:gd name="T30" fmla="*/ 258 w 315"/>
                <a:gd name="T31" fmla="*/ 100 h 332"/>
                <a:gd name="T32" fmla="*/ 248 w 315"/>
                <a:gd name="T33" fmla="*/ 111 h 332"/>
                <a:gd name="T34" fmla="*/ 230 w 315"/>
                <a:gd name="T35" fmla="*/ 108 h 332"/>
                <a:gd name="T36" fmla="*/ 223 w 315"/>
                <a:gd name="T37" fmla="*/ 95 h 332"/>
                <a:gd name="T38" fmla="*/ 218 w 315"/>
                <a:gd name="T39" fmla="*/ 112 h 332"/>
                <a:gd name="T40" fmla="*/ 184 w 315"/>
                <a:gd name="T41" fmla="*/ 108 h 332"/>
                <a:gd name="T42" fmla="*/ 167 w 315"/>
                <a:gd name="T43" fmla="*/ 103 h 332"/>
                <a:gd name="T44" fmla="*/ 149 w 315"/>
                <a:gd name="T45" fmla="*/ 93 h 332"/>
                <a:gd name="T46" fmla="*/ 134 w 315"/>
                <a:gd name="T47" fmla="*/ 85 h 332"/>
                <a:gd name="T48" fmla="*/ 141 w 315"/>
                <a:gd name="T49" fmla="*/ 69 h 332"/>
                <a:gd name="T50" fmla="*/ 130 w 315"/>
                <a:gd name="T51" fmla="*/ 58 h 332"/>
                <a:gd name="T52" fmla="*/ 116 w 315"/>
                <a:gd name="T53" fmla="*/ 43 h 332"/>
                <a:gd name="T54" fmla="*/ 126 w 315"/>
                <a:gd name="T55" fmla="*/ 34 h 332"/>
                <a:gd name="T56" fmla="*/ 119 w 315"/>
                <a:gd name="T57" fmla="*/ 13 h 332"/>
                <a:gd name="T58" fmla="*/ 108 w 315"/>
                <a:gd name="T59" fmla="*/ 0 h 332"/>
                <a:gd name="T60" fmla="*/ 99 w 315"/>
                <a:gd name="T61" fmla="*/ 9 h 332"/>
                <a:gd name="T62" fmla="*/ 71 w 315"/>
                <a:gd name="T63" fmla="*/ 10 h 332"/>
                <a:gd name="T64" fmla="*/ 67 w 315"/>
                <a:gd name="T65" fmla="*/ 27 h 332"/>
                <a:gd name="T66" fmla="*/ 79 w 315"/>
                <a:gd name="T67" fmla="*/ 43 h 332"/>
                <a:gd name="T68" fmla="*/ 71 w 315"/>
                <a:gd name="T69" fmla="*/ 60 h 332"/>
                <a:gd name="T70" fmla="*/ 59 w 315"/>
                <a:gd name="T71" fmla="*/ 71 h 332"/>
                <a:gd name="T72" fmla="*/ 45 w 315"/>
                <a:gd name="T73" fmla="*/ 89 h 332"/>
                <a:gd name="T74" fmla="*/ 31 w 315"/>
                <a:gd name="T75" fmla="*/ 98 h 332"/>
                <a:gd name="T76" fmla="*/ 15 w 315"/>
                <a:gd name="T77" fmla="*/ 108 h 332"/>
                <a:gd name="T78" fmla="*/ 27 w 315"/>
                <a:gd name="T79" fmla="*/ 127 h 332"/>
                <a:gd name="T80" fmla="*/ 22 w 315"/>
                <a:gd name="T81" fmla="*/ 140 h 332"/>
                <a:gd name="T82" fmla="*/ 1 w 315"/>
                <a:gd name="T83" fmla="*/ 147 h 332"/>
                <a:gd name="T84" fmla="*/ 11 w 315"/>
                <a:gd name="T85" fmla="*/ 158 h 332"/>
                <a:gd name="T86" fmla="*/ 8 w 315"/>
                <a:gd name="T87" fmla="*/ 164 h 332"/>
                <a:gd name="T88" fmla="*/ 43 w 315"/>
                <a:gd name="T89" fmla="*/ 172 h 332"/>
                <a:gd name="T90" fmla="*/ 50 w 315"/>
                <a:gd name="T91" fmla="*/ 177 h 332"/>
                <a:gd name="T92" fmla="*/ 52 w 315"/>
                <a:gd name="T93" fmla="*/ 207 h 332"/>
                <a:gd name="T94" fmla="*/ 68 w 315"/>
                <a:gd name="T95" fmla="*/ 257 h 332"/>
                <a:gd name="T96" fmla="*/ 89 w 315"/>
                <a:gd name="T97" fmla="*/ 310 h 332"/>
                <a:gd name="T98" fmla="*/ 111 w 315"/>
                <a:gd name="T99" fmla="*/ 323 h 332"/>
                <a:gd name="T100" fmla="*/ 126 w 315"/>
                <a:gd name="T101" fmla="*/ 305 h 332"/>
                <a:gd name="T102" fmla="*/ 132 w 315"/>
                <a:gd name="T103" fmla="*/ 283 h 332"/>
                <a:gd name="T104" fmla="*/ 134 w 315"/>
                <a:gd name="T105" fmla="*/ 250 h 332"/>
                <a:gd name="T106" fmla="*/ 150 w 315"/>
                <a:gd name="T107" fmla="*/ 233 h 332"/>
                <a:gd name="T108" fmla="*/ 185 w 315"/>
                <a:gd name="T109" fmla="*/ 201 h 332"/>
                <a:gd name="T110" fmla="*/ 206 w 315"/>
                <a:gd name="T111" fmla="*/ 178 h 332"/>
                <a:gd name="T112" fmla="*/ 229 w 315"/>
                <a:gd name="T113" fmla="*/ 170 h 3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15"/>
                <a:gd name="T172" fmla="*/ 0 h 332"/>
                <a:gd name="T173" fmla="*/ 315 w 315"/>
                <a:gd name="T174" fmla="*/ 332 h 3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15" h="332">
                  <a:moveTo>
                    <a:pt x="225" y="150"/>
                  </a:moveTo>
                  <a:cubicBezTo>
                    <a:pt x="223" y="145"/>
                    <a:pt x="221" y="136"/>
                    <a:pt x="222" y="133"/>
                  </a:cubicBezTo>
                  <a:cubicBezTo>
                    <a:pt x="223" y="130"/>
                    <a:pt x="227" y="132"/>
                    <a:pt x="228" y="128"/>
                  </a:cubicBezTo>
                  <a:cubicBezTo>
                    <a:pt x="229" y="124"/>
                    <a:pt x="217" y="124"/>
                    <a:pt x="221" y="119"/>
                  </a:cubicBezTo>
                  <a:cubicBezTo>
                    <a:pt x="225" y="113"/>
                    <a:pt x="225" y="119"/>
                    <a:pt x="230" y="119"/>
                  </a:cubicBezTo>
                  <a:cubicBezTo>
                    <a:pt x="235" y="119"/>
                    <a:pt x="238" y="121"/>
                    <a:pt x="238" y="125"/>
                  </a:cubicBezTo>
                  <a:cubicBezTo>
                    <a:pt x="238" y="128"/>
                    <a:pt x="243" y="130"/>
                    <a:pt x="243" y="130"/>
                  </a:cubicBezTo>
                  <a:cubicBezTo>
                    <a:pt x="243" y="130"/>
                    <a:pt x="252" y="130"/>
                    <a:pt x="256" y="130"/>
                  </a:cubicBezTo>
                  <a:cubicBezTo>
                    <a:pt x="260" y="130"/>
                    <a:pt x="264" y="130"/>
                    <a:pt x="264" y="132"/>
                  </a:cubicBezTo>
                  <a:cubicBezTo>
                    <a:pt x="264" y="135"/>
                    <a:pt x="259" y="144"/>
                    <a:pt x="255" y="144"/>
                  </a:cubicBezTo>
                  <a:cubicBezTo>
                    <a:pt x="251" y="144"/>
                    <a:pt x="251" y="155"/>
                    <a:pt x="254" y="156"/>
                  </a:cubicBezTo>
                  <a:cubicBezTo>
                    <a:pt x="258" y="157"/>
                    <a:pt x="260" y="147"/>
                    <a:pt x="263" y="147"/>
                  </a:cubicBezTo>
                  <a:cubicBezTo>
                    <a:pt x="264" y="147"/>
                    <a:pt x="265" y="158"/>
                    <a:pt x="267" y="169"/>
                  </a:cubicBezTo>
                  <a:cubicBezTo>
                    <a:pt x="268" y="168"/>
                    <a:pt x="268" y="168"/>
                    <a:pt x="269" y="168"/>
                  </a:cubicBezTo>
                  <a:cubicBezTo>
                    <a:pt x="271" y="168"/>
                    <a:pt x="270" y="158"/>
                    <a:pt x="272" y="156"/>
                  </a:cubicBezTo>
                  <a:cubicBezTo>
                    <a:pt x="274" y="153"/>
                    <a:pt x="273" y="145"/>
                    <a:pt x="274" y="145"/>
                  </a:cubicBezTo>
                  <a:cubicBezTo>
                    <a:pt x="275" y="145"/>
                    <a:pt x="283" y="147"/>
                    <a:pt x="283" y="145"/>
                  </a:cubicBezTo>
                  <a:cubicBezTo>
                    <a:pt x="283" y="143"/>
                    <a:pt x="288" y="135"/>
                    <a:pt x="287" y="131"/>
                  </a:cubicBezTo>
                  <a:cubicBezTo>
                    <a:pt x="286" y="127"/>
                    <a:pt x="290" y="122"/>
                    <a:pt x="290" y="117"/>
                  </a:cubicBezTo>
                  <a:cubicBezTo>
                    <a:pt x="290" y="113"/>
                    <a:pt x="295" y="111"/>
                    <a:pt x="298" y="109"/>
                  </a:cubicBezTo>
                  <a:cubicBezTo>
                    <a:pt x="301" y="106"/>
                    <a:pt x="306" y="102"/>
                    <a:pt x="307" y="105"/>
                  </a:cubicBezTo>
                  <a:cubicBezTo>
                    <a:pt x="308" y="107"/>
                    <a:pt x="315" y="109"/>
                    <a:pt x="312" y="105"/>
                  </a:cubicBezTo>
                  <a:cubicBezTo>
                    <a:pt x="309" y="101"/>
                    <a:pt x="309" y="98"/>
                    <a:pt x="311" y="97"/>
                  </a:cubicBezTo>
                  <a:cubicBezTo>
                    <a:pt x="313" y="96"/>
                    <a:pt x="314" y="92"/>
                    <a:pt x="314" y="92"/>
                  </a:cubicBezTo>
                  <a:cubicBezTo>
                    <a:pt x="314" y="92"/>
                    <a:pt x="308" y="91"/>
                    <a:pt x="307" y="88"/>
                  </a:cubicBezTo>
                  <a:cubicBezTo>
                    <a:pt x="306" y="85"/>
                    <a:pt x="303" y="83"/>
                    <a:pt x="303" y="81"/>
                  </a:cubicBezTo>
                  <a:cubicBezTo>
                    <a:pt x="303" y="78"/>
                    <a:pt x="299" y="79"/>
                    <a:pt x="297" y="81"/>
                  </a:cubicBezTo>
                  <a:cubicBezTo>
                    <a:pt x="294" y="84"/>
                    <a:pt x="289" y="79"/>
                    <a:pt x="283" y="82"/>
                  </a:cubicBezTo>
                  <a:cubicBezTo>
                    <a:pt x="278" y="85"/>
                    <a:pt x="276" y="89"/>
                    <a:pt x="274" y="88"/>
                  </a:cubicBezTo>
                  <a:cubicBezTo>
                    <a:pt x="271" y="88"/>
                    <a:pt x="271" y="90"/>
                    <a:pt x="269" y="93"/>
                  </a:cubicBezTo>
                  <a:cubicBezTo>
                    <a:pt x="267" y="95"/>
                    <a:pt x="265" y="97"/>
                    <a:pt x="264" y="97"/>
                  </a:cubicBezTo>
                  <a:cubicBezTo>
                    <a:pt x="262" y="97"/>
                    <a:pt x="258" y="100"/>
                    <a:pt x="258" y="100"/>
                  </a:cubicBezTo>
                  <a:cubicBezTo>
                    <a:pt x="258" y="100"/>
                    <a:pt x="261" y="106"/>
                    <a:pt x="259" y="109"/>
                  </a:cubicBezTo>
                  <a:cubicBezTo>
                    <a:pt x="258" y="113"/>
                    <a:pt x="253" y="109"/>
                    <a:pt x="248" y="111"/>
                  </a:cubicBezTo>
                  <a:cubicBezTo>
                    <a:pt x="243" y="112"/>
                    <a:pt x="241" y="109"/>
                    <a:pt x="238" y="110"/>
                  </a:cubicBezTo>
                  <a:cubicBezTo>
                    <a:pt x="234" y="111"/>
                    <a:pt x="232" y="108"/>
                    <a:pt x="230" y="108"/>
                  </a:cubicBezTo>
                  <a:cubicBezTo>
                    <a:pt x="228" y="109"/>
                    <a:pt x="226" y="104"/>
                    <a:pt x="226" y="101"/>
                  </a:cubicBezTo>
                  <a:cubicBezTo>
                    <a:pt x="227" y="97"/>
                    <a:pt x="225" y="92"/>
                    <a:pt x="223" y="95"/>
                  </a:cubicBezTo>
                  <a:cubicBezTo>
                    <a:pt x="221" y="97"/>
                    <a:pt x="218" y="96"/>
                    <a:pt x="218" y="100"/>
                  </a:cubicBezTo>
                  <a:cubicBezTo>
                    <a:pt x="218" y="104"/>
                    <a:pt x="221" y="109"/>
                    <a:pt x="218" y="112"/>
                  </a:cubicBezTo>
                  <a:cubicBezTo>
                    <a:pt x="215" y="114"/>
                    <a:pt x="201" y="116"/>
                    <a:pt x="198" y="113"/>
                  </a:cubicBezTo>
                  <a:cubicBezTo>
                    <a:pt x="196" y="111"/>
                    <a:pt x="184" y="110"/>
                    <a:pt x="184" y="108"/>
                  </a:cubicBezTo>
                  <a:cubicBezTo>
                    <a:pt x="183" y="105"/>
                    <a:pt x="180" y="101"/>
                    <a:pt x="177" y="101"/>
                  </a:cubicBezTo>
                  <a:cubicBezTo>
                    <a:pt x="175" y="101"/>
                    <a:pt x="169" y="105"/>
                    <a:pt x="167" y="103"/>
                  </a:cubicBezTo>
                  <a:cubicBezTo>
                    <a:pt x="165" y="102"/>
                    <a:pt x="161" y="98"/>
                    <a:pt x="157" y="98"/>
                  </a:cubicBezTo>
                  <a:cubicBezTo>
                    <a:pt x="154" y="97"/>
                    <a:pt x="149" y="95"/>
                    <a:pt x="149" y="93"/>
                  </a:cubicBezTo>
                  <a:cubicBezTo>
                    <a:pt x="149" y="92"/>
                    <a:pt x="141" y="91"/>
                    <a:pt x="140" y="89"/>
                  </a:cubicBezTo>
                  <a:cubicBezTo>
                    <a:pt x="139" y="87"/>
                    <a:pt x="134" y="87"/>
                    <a:pt x="134" y="85"/>
                  </a:cubicBezTo>
                  <a:cubicBezTo>
                    <a:pt x="134" y="82"/>
                    <a:pt x="136" y="79"/>
                    <a:pt x="136" y="76"/>
                  </a:cubicBezTo>
                  <a:cubicBezTo>
                    <a:pt x="136" y="73"/>
                    <a:pt x="141" y="71"/>
                    <a:pt x="141" y="69"/>
                  </a:cubicBezTo>
                  <a:cubicBezTo>
                    <a:pt x="141" y="67"/>
                    <a:pt x="137" y="64"/>
                    <a:pt x="137" y="64"/>
                  </a:cubicBezTo>
                  <a:cubicBezTo>
                    <a:pt x="137" y="64"/>
                    <a:pt x="133" y="58"/>
                    <a:pt x="130" y="58"/>
                  </a:cubicBezTo>
                  <a:cubicBezTo>
                    <a:pt x="126" y="58"/>
                    <a:pt x="124" y="52"/>
                    <a:pt x="120" y="52"/>
                  </a:cubicBezTo>
                  <a:cubicBezTo>
                    <a:pt x="117" y="51"/>
                    <a:pt x="118" y="45"/>
                    <a:pt x="116" y="43"/>
                  </a:cubicBezTo>
                  <a:cubicBezTo>
                    <a:pt x="115" y="40"/>
                    <a:pt x="116" y="35"/>
                    <a:pt x="119" y="38"/>
                  </a:cubicBezTo>
                  <a:cubicBezTo>
                    <a:pt x="122" y="40"/>
                    <a:pt x="128" y="38"/>
                    <a:pt x="126" y="34"/>
                  </a:cubicBezTo>
                  <a:cubicBezTo>
                    <a:pt x="124" y="30"/>
                    <a:pt x="120" y="26"/>
                    <a:pt x="120" y="24"/>
                  </a:cubicBezTo>
                  <a:cubicBezTo>
                    <a:pt x="120" y="22"/>
                    <a:pt x="122" y="15"/>
                    <a:pt x="119" y="13"/>
                  </a:cubicBezTo>
                  <a:cubicBezTo>
                    <a:pt x="116" y="12"/>
                    <a:pt x="113" y="9"/>
                    <a:pt x="112" y="6"/>
                  </a:cubicBezTo>
                  <a:cubicBezTo>
                    <a:pt x="112" y="3"/>
                    <a:pt x="108" y="0"/>
                    <a:pt x="108" y="0"/>
                  </a:cubicBezTo>
                  <a:cubicBezTo>
                    <a:pt x="104" y="1"/>
                    <a:pt x="104" y="1"/>
                    <a:pt x="104" y="1"/>
                  </a:cubicBezTo>
                  <a:cubicBezTo>
                    <a:pt x="104" y="1"/>
                    <a:pt x="101" y="8"/>
                    <a:pt x="99" y="9"/>
                  </a:cubicBezTo>
                  <a:cubicBezTo>
                    <a:pt x="97" y="10"/>
                    <a:pt x="91" y="11"/>
                    <a:pt x="88" y="13"/>
                  </a:cubicBezTo>
                  <a:cubicBezTo>
                    <a:pt x="85" y="16"/>
                    <a:pt x="76" y="10"/>
                    <a:pt x="71" y="10"/>
                  </a:cubicBezTo>
                  <a:cubicBezTo>
                    <a:pt x="66" y="10"/>
                    <a:pt x="63" y="15"/>
                    <a:pt x="65" y="16"/>
                  </a:cubicBezTo>
                  <a:cubicBezTo>
                    <a:pt x="68" y="18"/>
                    <a:pt x="67" y="27"/>
                    <a:pt x="67" y="27"/>
                  </a:cubicBezTo>
                  <a:cubicBezTo>
                    <a:pt x="67" y="27"/>
                    <a:pt x="70" y="39"/>
                    <a:pt x="74" y="38"/>
                  </a:cubicBezTo>
                  <a:cubicBezTo>
                    <a:pt x="78" y="37"/>
                    <a:pt x="83" y="42"/>
                    <a:pt x="79" y="43"/>
                  </a:cubicBezTo>
                  <a:cubicBezTo>
                    <a:pt x="76" y="44"/>
                    <a:pt x="74" y="48"/>
                    <a:pt x="73" y="51"/>
                  </a:cubicBezTo>
                  <a:cubicBezTo>
                    <a:pt x="73" y="55"/>
                    <a:pt x="74" y="59"/>
                    <a:pt x="71" y="60"/>
                  </a:cubicBezTo>
                  <a:cubicBezTo>
                    <a:pt x="68" y="60"/>
                    <a:pt x="66" y="61"/>
                    <a:pt x="66" y="66"/>
                  </a:cubicBezTo>
                  <a:cubicBezTo>
                    <a:pt x="66" y="71"/>
                    <a:pt x="60" y="69"/>
                    <a:pt x="59" y="71"/>
                  </a:cubicBezTo>
                  <a:cubicBezTo>
                    <a:pt x="58" y="73"/>
                    <a:pt x="56" y="82"/>
                    <a:pt x="55" y="83"/>
                  </a:cubicBezTo>
                  <a:cubicBezTo>
                    <a:pt x="53" y="85"/>
                    <a:pt x="46" y="85"/>
                    <a:pt x="45" y="89"/>
                  </a:cubicBezTo>
                  <a:cubicBezTo>
                    <a:pt x="45" y="93"/>
                    <a:pt x="41" y="98"/>
                    <a:pt x="39" y="97"/>
                  </a:cubicBezTo>
                  <a:cubicBezTo>
                    <a:pt x="37" y="97"/>
                    <a:pt x="33" y="95"/>
                    <a:pt x="31" y="98"/>
                  </a:cubicBezTo>
                  <a:cubicBezTo>
                    <a:pt x="30" y="101"/>
                    <a:pt x="24" y="96"/>
                    <a:pt x="23" y="97"/>
                  </a:cubicBezTo>
                  <a:cubicBezTo>
                    <a:pt x="22" y="98"/>
                    <a:pt x="15" y="104"/>
                    <a:pt x="15" y="108"/>
                  </a:cubicBezTo>
                  <a:cubicBezTo>
                    <a:pt x="15" y="111"/>
                    <a:pt x="22" y="111"/>
                    <a:pt x="22" y="116"/>
                  </a:cubicBezTo>
                  <a:cubicBezTo>
                    <a:pt x="21" y="120"/>
                    <a:pt x="24" y="125"/>
                    <a:pt x="27" y="127"/>
                  </a:cubicBezTo>
                  <a:cubicBezTo>
                    <a:pt x="29" y="130"/>
                    <a:pt x="32" y="135"/>
                    <a:pt x="31" y="138"/>
                  </a:cubicBezTo>
                  <a:cubicBezTo>
                    <a:pt x="29" y="140"/>
                    <a:pt x="26" y="141"/>
                    <a:pt x="22" y="140"/>
                  </a:cubicBezTo>
                  <a:cubicBezTo>
                    <a:pt x="18" y="139"/>
                    <a:pt x="19" y="142"/>
                    <a:pt x="11" y="140"/>
                  </a:cubicBezTo>
                  <a:cubicBezTo>
                    <a:pt x="4" y="139"/>
                    <a:pt x="4" y="144"/>
                    <a:pt x="1" y="147"/>
                  </a:cubicBezTo>
                  <a:cubicBezTo>
                    <a:pt x="1" y="148"/>
                    <a:pt x="1" y="148"/>
                    <a:pt x="0" y="148"/>
                  </a:cubicBezTo>
                  <a:cubicBezTo>
                    <a:pt x="4" y="151"/>
                    <a:pt x="5" y="156"/>
                    <a:pt x="11" y="158"/>
                  </a:cubicBezTo>
                  <a:cubicBezTo>
                    <a:pt x="17" y="160"/>
                    <a:pt x="23" y="154"/>
                    <a:pt x="23" y="158"/>
                  </a:cubicBezTo>
                  <a:cubicBezTo>
                    <a:pt x="23" y="163"/>
                    <a:pt x="8" y="162"/>
                    <a:pt x="8" y="164"/>
                  </a:cubicBezTo>
                  <a:cubicBezTo>
                    <a:pt x="7" y="165"/>
                    <a:pt x="23" y="185"/>
                    <a:pt x="32" y="183"/>
                  </a:cubicBezTo>
                  <a:cubicBezTo>
                    <a:pt x="40" y="182"/>
                    <a:pt x="46" y="173"/>
                    <a:pt x="43" y="172"/>
                  </a:cubicBezTo>
                  <a:cubicBezTo>
                    <a:pt x="41" y="170"/>
                    <a:pt x="45" y="165"/>
                    <a:pt x="47" y="166"/>
                  </a:cubicBezTo>
                  <a:cubicBezTo>
                    <a:pt x="49" y="167"/>
                    <a:pt x="47" y="175"/>
                    <a:pt x="50" y="177"/>
                  </a:cubicBezTo>
                  <a:cubicBezTo>
                    <a:pt x="52" y="179"/>
                    <a:pt x="51" y="183"/>
                    <a:pt x="50" y="188"/>
                  </a:cubicBezTo>
                  <a:cubicBezTo>
                    <a:pt x="48" y="192"/>
                    <a:pt x="51" y="202"/>
                    <a:pt x="52" y="207"/>
                  </a:cubicBezTo>
                  <a:cubicBezTo>
                    <a:pt x="52" y="212"/>
                    <a:pt x="56" y="219"/>
                    <a:pt x="57" y="227"/>
                  </a:cubicBezTo>
                  <a:cubicBezTo>
                    <a:pt x="58" y="235"/>
                    <a:pt x="63" y="249"/>
                    <a:pt x="68" y="257"/>
                  </a:cubicBezTo>
                  <a:cubicBezTo>
                    <a:pt x="72" y="266"/>
                    <a:pt x="76" y="282"/>
                    <a:pt x="79" y="286"/>
                  </a:cubicBezTo>
                  <a:cubicBezTo>
                    <a:pt x="82" y="290"/>
                    <a:pt x="89" y="303"/>
                    <a:pt x="89" y="310"/>
                  </a:cubicBezTo>
                  <a:cubicBezTo>
                    <a:pt x="89" y="318"/>
                    <a:pt x="97" y="328"/>
                    <a:pt x="100" y="330"/>
                  </a:cubicBezTo>
                  <a:cubicBezTo>
                    <a:pt x="103" y="332"/>
                    <a:pt x="109" y="328"/>
                    <a:pt x="111" y="323"/>
                  </a:cubicBezTo>
                  <a:cubicBezTo>
                    <a:pt x="112" y="318"/>
                    <a:pt x="121" y="317"/>
                    <a:pt x="121" y="313"/>
                  </a:cubicBezTo>
                  <a:cubicBezTo>
                    <a:pt x="122" y="309"/>
                    <a:pt x="123" y="305"/>
                    <a:pt x="126" y="305"/>
                  </a:cubicBezTo>
                  <a:cubicBezTo>
                    <a:pt x="129" y="304"/>
                    <a:pt x="129" y="301"/>
                    <a:pt x="129" y="297"/>
                  </a:cubicBezTo>
                  <a:cubicBezTo>
                    <a:pt x="129" y="293"/>
                    <a:pt x="129" y="286"/>
                    <a:pt x="132" y="283"/>
                  </a:cubicBezTo>
                  <a:cubicBezTo>
                    <a:pt x="135" y="279"/>
                    <a:pt x="135" y="268"/>
                    <a:pt x="134" y="264"/>
                  </a:cubicBezTo>
                  <a:cubicBezTo>
                    <a:pt x="132" y="260"/>
                    <a:pt x="133" y="254"/>
                    <a:pt x="134" y="250"/>
                  </a:cubicBezTo>
                  <a:cubicBezTo>
                    <a:pt x="136" y="246"/>
                    <a:pt x="135" y="241"/>
                    <a:pt x="139" y="241"/>
                  </a:cubicBezTo>
                  <a:cubicBezTo>
                    <a:pt x="142" y="240"/>
                    <a:pt x="146" y="238"/>
                    <a:pt x="150" y="233"/>
                  </a:cubicBezTo>
                  <a:cubicBezTo>
                    <a:pt x="153" y="229"/>
                    <a:pt x="163" y="222"/>
                    <a:pt x="167" y="219"/>
                  </a:cubicBezTo>
                  <a:cubicBezTo>
                    <a:pt x="171" y="216"/>
                    <a:pt x="182" y="207"/>
                    <a:pt x="185" y="201"/>
                  </a:cubicBezTo>
                  <a:cubicBezTo>
                    <a:pt x="188" y="196"/>
                    <a:pt x="198" y="194"/>
                    <a:pt x="202" y="189"/>
                  </a:cubicBezTo>
                  <a:cubicBezTo>
                    <a:pt x="207" y="185"/>
                    <a:pt x="205" y="182"/>
                    <a:pt x="206" y="178"/>
                  </a:cubicBezTo>
                  <a:cubicBezTo>
                    <a:pt x="207" y="173"/>
                    <a:pt x="221" y="171"/>
                    <a:pt x="226" y="171"/>
                  </a:cubicBezTo>
                  <a:cubicBezTo>
                    <a:pt x="227" y="171"/>
                    <a:pt x="228" y="171"/>
                    <a:pt x="229" y="170"/>
                  </a:cubicBezTo>
                  <a:cubicBezTo>
                    <a:pt x="229" y="163"/>
                    <a:pt x="226" y="153"/>
                    <a:pt x="225" y="150"/>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4" name="Freeform 50"/>
            <p:cNvSpPr>
              <a:spLocks noChangeArrowheads="1"/>
            </p:cNvSpPr>
            <p:nvPr/>
          </p:nvSpPr>
          <p:spPr bwMode="auto">
            <a:xfrm>
              <a:off x="5532457" y="1225551"/>
              <a:ext cx="677865" cy="293689"/>
            </a:xfrm>
            <a:custGeom>
              <a:avLst/>
              <a:gdLst>
                <a:gd name="T0" fmla="*/ 329 w 355"/>
                <a:gd name="T1" fmla="*/ 65 h 153"/>
                <a:gd name="T2" fmla="*/ 306 w 355"/>
                <a:gd name="T3" fmla="*/ 63 h 153"/>
                <a:gd name="T4" fmla="*/ 308 w 355"/>
                <a:gd name="T5" fmla="*/ 52 h 153"/>
                <a:gd name="T6" fmla="*/ 309 w 355"/>
                <a:gd name="T7" fmla="*/ 33 h 153"/>
                <a:gd name="T8" fmla="*/ 286 w 355"/>
                <a:gd name="T9" fmla="*/ 30 h 153"/>
                <a:gd name="T10" fmla="*/ 268 w 355"/>
                <a:gd name="T11" fmla="*/ 40 h 153"/>
                <a:gd name="T12" fmla="*/ 238 w 355"/>
                <a:gd name="T13" fmla="*/ 43 h 153"/>
                <a:gd name="T14" fmla="*/ 218 w 355"/>
                <a:gd name="T15" fmla="*/ 34 h 153"/>
                <a:gd name="T16" fmla="*/ 200 w 355"/>
                <a:gd name="T17" fmla="*/ 28 h 153"/>
                <a:gd name="T18" fmla="*/ 179 w 355"/>
                <a:gd name="T19" fmla="*/ 27 h 153"/>
                <a:gd name="T20" fmla="*/ 161 w 355"/>
                <a:gd name="T21" fmla="*/ 28 h 153"/>
                <a:gd name="T22" fmla="*/ 153 w 355"/>
                <a:gd name="T23" fmla="*/ 13 h 153"/>
                <a:gd name="T24" fmla="*/ 133 w 355"/>
                <a:gd name="T25" fmla="*/ 6 h 153"/>
                <a:gd name="T26" fmla="*/ 118 w 355"/>
                <a:gd name="T27" fmla="*/ 1 h 153"/>
                <a:gd name="T28" fmla="*/ 108 w 355"/>
                <a:gd name="T29" fmla="*/ 9 h 153"/>
                <a:gd name="T30" fmla="*/ 107 w 355"/>
                <a:gd name="T31" fmla="*/ 24 h 153"/>
                <a:gd name="T32" fmla="*/ 98 w 355"/>
                <a:gd name="T33" fmla="*/ 35 h 153"/>
                <a:gd name="T34" fmla="*/ 81 w 355"/>
                <a:gd name="T35" fmla="*/ 33 h 153"/>
                <a:gd name="T36" fmla="*/ 68 w 355"/>
                <a:gd name="T37" fmla="*/ 23 h 153"/>
                <a:gd name="T38" fmla="*/ 44 w 355"/>
                <a:gd name="T39" fmla="*/ 22 h 153"/>
                <a:gd name="T40" fmla="*/ 29 w 355"/>
                <a:gd name="T41" fmla="*/ 30 h 153"/>
                <a:gd name="T42" fmla="*/ 10 w 355"/>
                <a:gd name="T43" fmla="*/ 40 h 153"/>
                <a:gd name="T44" fmla="*/ 0 w 355"/>
                <a:gd name="T45" fmla="*/ 44 h 153"/>
                <a:gd name="T46" fmla="*/ 9 w 355"/>
                <a:gd name="T47" fmla="*/ 55 h 153"/>
                <a:gd name="T48" fmla="*/ 29 w 355"/>
                <a:gd name="T49" fmla="*/ 69 h 153"/>
                <a:gd name="T50" fmla="*/ 34 w 355"/>
                <a:gd name="T51" fmla="*/ 88 h 153"/>
                <a:gd name="T52" fmla="*/ 57 w 355"/>
                <a:gd name="T53" fmla="*/ 104 h 153"/>
                <a:gd name="T54" fmla="*/ 72 w 355"/>
                <a:gd name="T55" fmla="*/ 114 h 153"/>
                <a:gd name="T56" fmla="*/ 88 w 355"/>
                <a:gd name="T57" fmla="*/ 135 h 153"/>
                <a:gd name="T58" fmla="*/ 129 w 355"/>
                <a:gd name="T59" fmla="*/ 137 h 153"/>
                <a:gd name="T60" fmla="*/ 162 w 355"/>
                <a:gd name="T61" fmla="*/ 145 h 153"/>
                <a:gd name="T62" fmla="*/ 182 w 355"/>
                <a:gd name="T63" fmla="*/ 152 h 153"/>
                <a:gd name="T64" fmla="*/ 227 w 355"/>
                <a:gd name="T65" fmla="*/ 141 h 153"/>
                <a:gd name="T66" fmla="*/ 261 w 355"/>
                <a:gd name="T67" fmla="*/ 121 h 153"/>
                <a:gd name="T68" fmla="*/ 269 w 355"/>
                <a:gd name="T69" fmla="*/ 105 h 153"/>
                <a:gd name="T70" fmla="*/ 304 w 355"/>
                <a:gd name="T71" fmla="*/ 99 h 153"/>
                <a:gd name="T72" fmla="*/ 328 w 355"/>
                <a:gd name="T73" fmla="*/ 84 h 153"/>
                <a:gd name="T74" fmla="*/ 354 w 355"/>
                <a:gd name="T75" fmla="*/ 79 h 1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55"/>
                <a:gd name="T115" fmla="*/ 0 h 153"/>
                <a:gd name="T116" fmla="*/ 355 w 355"/>
                <a:gd name="T117" fmla="*/ 153 h 1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55" h="153">
                  <a:moveTo>
                    <a:pt x="340" y="64"/>
                  </a:moveTo>
                  <a:cubicBezTo>
                    <a:pt x="336" y="60"/>
                    <a:pt x="330" y="62"/>
                    <a:pt x="329" y="65"/>
                  </a:cubicBezTo>
                  <a:cubicBezTo>
                    <a:pt x="327" y="69"/>
                    <a:pt x="324" y="64"/>
                    <a:pt x="318" y="64"/>
                  </a:cubicBezTo>
                  <a:cubicBezTo>
                    <a:pt x="311" y="64"/>
                    <a:pt x="311" y="68"/>
                    <a:pt x="306" y="63"/>
                  </a:cubicBezTo>
                  <a:cubicBezTo>
                    <a:pt x="302" y="59"/>
                    <a:pt x="308" y="57"/>
                    <a:pt x="308" y="57"/>
                  </a:cubicBezTo>
                  <a:cubicBezTo>
                    <a:pt x="308" y="52"/>
                    <a:pt x="308" y="52"/>
                    <a:pt x="308" y="52"/>
                  </a:cubicBezTo>
                  <a:cubicBezTo>
                    <a:pt x="318" y="34"/>
                    <a:pt x="318" y="34"/>
                    <a:pt x="318" y="34"/>
                  </a:cubicBezTo>
                  <a:cubicBezTo>
                    <a:pt x="315" y="33"/>
                    <a:pt x="311" y="32"/>
                    <a:pt x="309" y="33"/>
                  </a:cubicBezTo>
                  <a:cubicBezTo>
                    <a:pt x="307" y="34"/>
                    <a:pt x="300" y="33"/>
                    <a:pt x="300" y="31"/>
                  </a:cubicBezTo>
                  <a:cubicBezTo>
                    <a:pt x="299" y="29"/>
                    <a:pt x="288" y="28"/>
                    <a:pt x="286" y="30"/>
                  </a:cubicBezTo>
                  <a:cubicBezTo>
                    <a:pt x="283" y="32"/>
                    <a:pt x="277" y="34"/>
                    <a:pt x="277" y="36"/>
                  </a:cubicBezTo>
                  <a:cubicBezTo>
                    <a:pt x="276" y="39"/>
                    <a:pt x="270" y="38"/>
                    <a:pt x="268" y="40"/>
                  </a:cubicBezTo>
                  <a:cubicBezTo>
                    <a:pt x="265" y="41"/>
                    <a:pt x="253" y="42"/>
                    <a:pt x="253" y="43"/>
                  </a:cubicBezTo>
                  <a:cubicBezTo>
                    <a:pt x="253" y="45"/>
                    <a:pt x="240" y="45"/>
                    <a:pt x="238" y="43"/>
                  </a:cubicBezTo>
                  <a:cubicBezTo>
                    <a:pt x="236" y="42"/>
                    <a:pt x="225" y="43"/>
                    <a:pt x="224" y="41"/>
                  </a:cubicBezTo>
                  <a:cubicBezTo>
                    <a:pt x="222" y="38"/>
                    <a:pt x="218" y="37"/>
                    <a:pt x="218" y="34"/>
                  </a:cubicBezTo>
                  <a:cubicBezTo>
                    <a:pt x="218" y="32"/>
                    <a:pt x="209" y="32"/>
                    <a:pt x="208" y="30"/>
                  </a:cubicBezTo>
                  <a:cubicBezTo>
                    <a:pt x="207" y="28"/>
                    <a:pt x="201" y="27"/>
                    <a:pt x="200" y="28"/>
                  </a:cubicBezTo>
                  <a:cubicBezTo>
                    <a:pt x="199" y="28"/>
                    <a:pt x="191" y="26"/>
                    <a:pt x="189" y="25"/>
                  </a:cubicBezTo>
                  <a:cubicBezTo>
                    <a:pt x="187" y="25"/>
                    <a:pt x="181" y="27"/>
                    <a:pt x="179" y="27"/>
                  </a:cubicBezTo>
                  <a:cubicBezTo>
                    <a:pt x="177" y="27"/>
                    <a:pt x="173" y="30"/>
                    <a:pt x="171" y="31"/>
                  </a:cubicBezTo>
                  <a:cubicBezTo>
                    <a:pt x="169" y="31"/>
                    <a:pt x="162" y="27"/>
                    <a:pt x="161" y="28"/>
                  </a:cubicBezTo>
                  <a:cubicBezTo>
                    <a:pt x="160" y="29"/>
                    <a:pt x="156" y="24"/>
                    <a:pt x="154" y="22"/>
                  </a:cubicBezTo>
                  <a:cubicBezTo>
                    <a:pt x="152" y="20"/>
                    <a:pt x="154" y="15"/>
                    <a:pt x="153" y="13"/>
                  </a:cubicBezTo>
                  <a:cubicBezTo>
                    <a:pt x="151" y="11"/>
                    <a:pt x="144" y="11"/>
                    <a:pt x="142" y="9"/>
                  </a:cubicBezTo>
                  <a:cubicBezTo>
                    <a:pt x="139" y="8"/>
                    <a:pt x="136" y="6"/>
                    <a:pt x="133" y="6"/>
                  </a:cubicBezTo>
                  <a:cubicBezTo>
                    <a:pt x="131" y="6"/>
                    <a:pt x="127" y="5"/>
                    <a:pt x="126" y="4"/>
                  </a:cubicBezTo>
                  <a:cubicBezTo>
                    <a:pt x="125" y="3"/>
                    <a:pt x="120" y="2"/>
                    <a:pt x="118" y="1"/>
                  </a:cubicBezTo>
                  <a:cubicBezTo>
                    <a:pt x="116" y="0"/>
                    <a:pt x="115" y="3"/>
                    <a:pt x="114" y="5"/>
                  </a:cubicBezTo>
                  <a:cubicBezTo>
                    <a:pt x="113" y="6"/>
                    <a:pt x="109" y="6"/>
                    <a:pt x="108" y="9"/>
                  </a:cubicBezTo>
                  <a:cubicBezTo>
                    <a:pt x="107" y="11"/>
                    <a:pt x="103" y="12"/>
                    <a:pt x="103" y="14"/>
                  </a:cubicBezTo>
                  <a:cubicBezTo>
                    <a:pt x="104" y="17"/>
                    <a:pt x="106" y="22"/>
                    <a:pt x="107" y="24"/>
                  </a:cubicBezTo>
                  <a:cubicBezTo>
                    <a:pt x="109" y="25"/>
                    <a:pt x="108" y="29"/>
                    <a:pt x="107" y="30"/>
                  </a:cubicBezTo>
                  <a:cubicBezTo>
                    <a:pt x="106" y="32"/>
                    <a:pt x="99" y="33"/>
                    <a:pt x="98" y="35"/>
                  </a:cubicBezTo>
                  <a:cubicBezTo>
                    <a:pt x="96" y="37"/>
                    <a:pt x="93" y="35"/>
                    <a:pt x="90" y="33"/>
                  </a:cubicBezTo>
                  <a:cubicBezTo>
                    <a:pt x="86" y="31"/>
                    <a:pt x="82" y="32"/>
                    <a:pt x="81" y="33"/>
                  </a:cubicBezTo>
                  <a:cubicBezTo>
                    <a:pt x="79" y="35"/>
                    <a:pt x="73" y="30"/>
                    <a:pt x="71" y="30"/>
                  </a:cubicBezTo>
                  <a:cubicBezTo>
                    <a:pt x="70" y="29"/>
                    <a:pt x="69" y="23"/>
                    <a:pt x="68" y="23"/>
                  </a:cubicBezTo>
                  <a:cubicBezTo>
                    <a:pt x="66" y="24"/>
                    <a:pt x="54" y="21"/>
                    <a:pt x="52" y="21"/>
                  </a:cubicBezTo>
                  <a:cubicBezTo>
                    <a:pt x="50" y="20"/>
                    <a:pt x="45" y="20"/>
                    <a:pt x="44" y="22"/>
                  </a:cubicBezTo>
                  <a:cubicBezTo>
                    <a:pt x="43" y="24"/>
                    <a:pt x="37" y="23"/>
                    <a:pt x="36" y="25"/>
                  </a:cubicBezTo>
                  <a:cubicBezTo>
                    <a:pt x="35" y="27"/>
                    <a:pt x="31" y="28"/>
                    <a:pt x="29" y="30"/>
                  </a:cubicBezTo>
                  <a:cubicBezTo>
                    <a:pt x="27" y="32"/>
                    <a:pt x="22" y="32"/>
                    <a:pt x="20" y="35"/>
                  </a:cubicBezTo>
                  <a:cubicBezTo>
                    <a:pt x="19" y="38"/>
                    <a:pt x="12" y="40"/>
                    <a:pt x="10" y="40"/>
                  </a:cubicBezTo>
                  <a:cubicBezTo>
                    <a:pt x="8" y="40"/>
                    <a:pt x="3" y="41"/>
                    <a:pt x="2" y="43"/>
                  </a:cubicBezTo>
                  <a:cubicBezTo>
                    <a:pt x="2" y="44"/>
                    <a:pt x="1" y="44"/>
                    <a:pt x="0" y="44"/>
                  </a:cubicBezTo>
                  <a:cubicBezTo>
                    <a:pt x="0" y="44"/>
                    <a:pt x="1" y="44"/>
                    <a:pt x="1" y="45"/>
                  </a:cubicBezTo>
                  <a:cubicBezTo>
                    <a:pt x="2" y="52"/>
                    <a:pt x="5" y="52"/>
                    <a:pt x="9" y="55"/>
                  </a:cubicBezTo>
                  <a:cubicBezTo>
                    <a:pt x="12" y="58"/>
                    <a:pt x="15" y="61"/>
                    <a:pt x="19" y="61"/>
                  </a:cubicBezTo>
                  <a:cubicBezTo>
                    <a:pt x="23" y="61"/>
                    <a:pt x="28" y="65"/>
                    <a:pt x="29" y="69"/>
                  </a:cubicBezTo>
                  <a:cubicBezTo>
                    <a:pt x="29" y="72"/>
                    <a:pt x="33" y="76"/>
                    <a:pt x="35" y="77"/>
                  </a:cubicBezTo>
                  <a:cubicBezTo>
                    <a:pt x="37" y="79"/>
                    <a:pt x="34" y="84"/>
                    <a:pt x="34" y="88"/>
                  </a:cubicBezTo>
                  <a:cubicBezTo>
                    <a:pt x="34" y="93"/>
                    <a:pt x="29" y="94"/>
                    <a:pt x="31" y="98"/>
                  </a:cubicBezTo>
                  <a:cubicBezTo>
                    <a:pt x="34" y="102"/>
                    <a:pt x="52" y="104"/>
                    <a:pt x="57" y="104"/>
                  </a:cubicBezTo>
                  <a:cubicBezTo>
                    <a:pt x="62" y="104"/>
                    <a:pt x="64" y="109"/>
                    <a:pt x="65" y="109"/>
                  </a:cubicBezTo>
                  <a:cubicBezTo>
                    <a:pt x="68" y="110"/>
                    <a:pt x="69" y="113"/>
                    <a:pt x="72" y="114"/>
                  </a:cubicBezTo>
                  <a:cubicBezTo>
                    <a:pt x="76" y="115"/>
                    <a:pt x="80" y="117"/>
                    <a:pt x="81" y="124"/>
                  </a:cubicBezTo>
                  <a:cubicBezTo>
                    <a:pt x="83" y="130"/>
                    <a:pt x="87" y="132"/>
                    <a:pt x="88" y="135"/>
                  </a:cubicBezTo>
                  <a:cubicBezTo>
                    <a:pt x="88" y="138"/>
                    <a:pt x="96" y="136"/>
                    <a:pt x="102" y="137"/>
                  </a:cubicBezTo>
                  <a:cubicBezTo>
                    <a:pt x="108" y="137"/>
                    <a:pt x="125" y="137"/>
                    <a:pt x="129" y="137"/>
                  </a:cubicBezTo>
                  <a:cubicBezTo>
                    <a:pt x="133" y="138"/>
                    <a:pt x="144" y="137"/>
                    <a:pt x="149" y="142"/>
                  </a:cubicBezTo>
                  <a:cubicBezTo>
                    <a:pt x="155" y="146"/>
                    <a:pt x="158" y="142"/>
                    <a:pt x="162" y="145"/>
                  </a:cubicBezTo>
                  <a:cubicBezTo>
                    <a:pt x="165" y="147"/>
                    <a:pt x="168" y="148"/>
                    <a:pt x="173" y="148"/>
                  </a:cubicBezTo>
                  <a:cubicBezTo>
                    <a:pt x="179" y="147"/>
                    <a:pt x="179" y="151"/>
                    <a:pt x="182" y="152"/>
                  </a:cubicBezTo>
                  <a:cubicBezTo>
                    <a:pt x="186" y="153"/>
                    <a:pt x="192" y="146"/>
                    <a:pt x="202" y="142"/>
                  </a:cubicBezTo>
                  <a:cubicBezTo>
                    <a:pt x="211" y="137"/>
                    <a:pt x="222" y="140"/>
                    <a:pt x="227" y="141"/>
                  </a:cubicBezTo>
                  <a:cubicBezTo>
                    <a:pt x="232" y="142"/>
                    <a:pt x="242" y="139"/>
                    <a:pt x="247" y="132"/>
                  </a:cubicBezTo>
                  <a:cubicBezTo>
                    <a:pt x="253" y="126"/>
                    <a:pt x="261" y="127"/>
                    <a:pt x="261" y="121"/>
                  </a:cubicBezTo>
                  <a:cubicBezTo>
                    <a:pt x="262" y="116"/>
                    <a:pt x="255" y="113"/>
                    <a:pt x="258" y="108"/>
                  </a:cubicBezTo>
                  <a:cubicBezTo>
                    <a:pt x="261" y="103"/>
                    <a:pt x="266" y="104"/>
                    <a:pt x="269" y="105"/>
                  </a:cubicBezTo>
                  <a:cubicBezTo>
                    <a:pt x="272" y="107"/>
                    <a:pt x="280" y="109"/>
                    <a:pt x="287" y="104"/>
                  </a:cubicBezTo>
                  <a:cubicBezTo>
                    <a:pt x="295" y="99"/>
                    <a:pt x="298" y="100"/>
                    <a:pt x="304" y="99"/>
                  </a:cubicBezTo>
                  <a:cubicBezTo>
                    <a:pt x="311" y="98"/>
                    <a:pt x="310" y="94"/>
                    <a:pt x="314" y="89"/>
                  </a:cubicBezTo>
                  <a:cubicBezTo>
                    <a:pt x="319" y="85"/>
                    <a:pt x="324" y="84"/>
                    <a:pt x="328" y="84"/>
                  </a:cubicBezTo>
                  <a:cubicBezTo>
                    <a:pt x="332" y="84"/>
                    <a:pt x="338" y="79"/>
                    <a:pt x="343" y="81"/>
                  </a:cubicBezTo>
                  <a:cubicBezTo>
                    <a:pt x="347" y="82"/>
                    <a:pt x="354" y="83"/>
                    <a:pt x="354" y="79"/>
                  </a:cubicBezTo>
                  <a:cubicBezTo>
                    <a:pt x="355" y="76"/>
                    <a:pt x="343" y="68"/>
                    <a:pt x="340" y="64"/>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5" name="Freeform 51"/>
            <p:cNvSpPr>
              <a:spLocks noChangeArrowheads="1"/>
            </p:cNvSpPr>
            <p:nvPr/>
          </p:nvSpPr>
          <p:spPr bwMode="auto">
            <a:xfrm>
              <a:off x="4391040" y="1736727"/>
              <a:ext cx="11113" cy="30163"/>
            </a:xfrm>
            <a:custGeom>
              <a:avLst/>
              <a:gdLst>
                <a:gd name="T0" fmla="*/ 2 w 6"/>
                <a:gd name="T1" fmla="*/ 0 h 16"/>
                <a:gd name="T2" fmla="*/ 0 w 6"/>
                <a:gd name="T3" fmla="*/ 9 h 16"/>
                <a:gd name="T4" fmla="*/ 4 w 6"/>
                <a:gd name="T5" fmla="*/ 16 h 16"/>
                <a:gd name="T6" fmla="*/ 5 w 6"/>
                <a:gd name="T7" fmla="*/ 3 h 16"/>
                <a:gd name="T8" fmla="*/ 6 w 6"/>
                <a:gd name="T9" fmla="*/ 0 h 16"/>
                <a:gd name="T10" fmla="*/ 2 w 6"/>
                <a:gd name="T11" fmla="*/ 0 h 16"/>
                <a:gd name="T12" fmla="*/ 0 60000 65536"/>
                <a:gd name="T13" fmla="*/ 0 60000 65536"/>
                <a:gd name="T14" fmla="*/ 0 60000 65536"/>
                <a:gd name="T15" fmla="*/ 0 60000 65536"/>
                <a:gd name="T16" fmla="*/ 0 60000 65536"/>
                <a:gd name="T17" fmla="*/ 0 60000 65536"/>
                <a:gd name="T18" fmla="*/ 0 w 6"/>
                <a:gd name="T19" fmla="*/ 0 h 16"/>
                <a:gd name="T20" fmla="*/ 6 w 6"/>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6" h="16">
                  <a:moveTo>
                    <a:pt x="2" y="0"/>
                  </a:moveTo>
                  <a:cubicBezTo>
                    <a:pt x="1" y="1"/>
                    <a:pt x="0" y="8"/>
                    <a:pt x="0" y="9"/>
                  </a:cubicBezTo>
                  <a:cubicBezTo>
                    <a:pt x="0" y="9"/>
                    <a:pt x="1" y="13"/>
                    <a:pt x="4" y="16"/>
                  </a:cubicBezTo>
                  <a:cubicBezTo>
                    <a:pt x="5" y="11"/>
                    <a:pt x="5" y="4"/>
                    <a:pt x="5" y="3"/>
                  </a:cubicBezTo>
                  <a:cubicBezTo>
                    <a:pt x="5" y="2"/>
                    <a:pt x="6" y="1"/>
                    <a:pt x="6" y="0"/>
                  </a:cubicBezTo>
                  <a:cubicBezTo>
                    <a:pt x="4" y="0"/>
                    <a:pt x="3" y="0"/>
                    <a:pt x="2" y="0"/>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6" name="Freeform 52"/>
            <p:cNvSpPr>
              <a:spLocks noChangeArrowheads="1"/>
            </p:cNvSpPr>
            <p:nvPr/>
          </p:nvSpPr>
          <p:spPr bwMode="auto">
            <a:xfrm>
              <a:off x="4371990" y="1717677"/>
              <a:ext cx="31750" cy="90488"/>
            </a:xfrm>
            <a:custGeom>
              <a:avLst/>
              <a:gdLst>
                <a:gd name="T0" fmla="*/ 8 w 17"/>
                <a:gd name="T1" fmla="*/ 47 h 48"/>
                <a:gd name="T2" fmla="*/ 9 w 17"/>
                <a:gd name="T3" fmla="*/ 48 h 48"/>
                <a:gd name="T4" fmla="*/ 13 w 17"/>
                <a:gd name="T5" fmla="*/ 31 h 48"/>
                <a:gd name="T6" fmla="*/ 14 w 17"/>
                <a:gd name="T7" fmla="*/ 26 h 48"/>
                <a:gd name="T8" fmla="*/ 10 w 17"/>
                <a:gd name="T9" fmla="*/ 19 h 48"/>
                <a:gd name="T10" fmla="*/ 12 w 17"/>
                <a:gd name="T11" fmla="*/ 10 h 48"/>
                <a:gd name="T12" fmla="*/ 16 w 17"/>
                <a:gd name="T13" fmla="*/ 10 h 48"/>
                <a:gd name="T14" fmla="*/ 17 w 17"/>
                <a:gd name="T15" fmla="*/ 3 h 48"/>
                <a:gd name="T16" fmla="*/ 11 w 17"/>
                <a:gd name="T17" fmla="*/ 0 h 48"/>
                <a:gd name="T18" fmla="*/ 9 w 17"/>
                <a:gd name="T19" fmla="*/ 6 h 48"/>
                <a:gd name="T20" fmla="*/ 0 w 17"/>
                <a:gd name="T21" fmla="*/ 26 h 48"/>
                <a:gd name="T22" fmla="*/ 8 w 17"/>
                <a:gd name="T23" fmla="*/ 46 h 48"/>
                <a:gd name="T24" fmla="*/ 8 w 17"/>
                <a:gd name="T25" fmla="*/ 47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48"/>
                <a:gd name="T41" fmla="*/ 17 w 17"/>
                <a:gd name="T42" fmla="*/ 48 h 4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48">
                  <a:moveTo>
                    <a:pt x="8" y="47"/>
                  </a:moveTo>
                  <a:cubicBezTo>
                    <a:pt x="8" y="47"/>
                    <a:pt x="9" y="47"/>
                    <a:pt x="9" y="48"/>
                  </a:cubicBezTo>
                  <a:cubicBezTo>
                    <a:pt x="10" y="41"/>
                    <a:pt x="11" y="33"/>
                    <a:pt x="13" y="31"/>
                  </a:cubicBezTo>
                  <a:cubicBezTo>
                    <a:pt x="13" y="30"/>
                    <a:pt x="14" y="28"/>
                    <a:pt x="14" y="26"/>
                  </a:cubicBezTo>
                  <a:cubicBezTo>
                    <a:pt x="11" y="23"/>
                    <a:pt x="10" y="19"/>
                    <a:pt x="10" y="19"/>
                  </a:cubicBezTo>
                  <a:cubicBezTo>
                    <a:pt x="10" y="18"/>
                    <a:pt x="11" y="11"/>
                    <a:pt x="12" y="10"/>
                  </a:cubicBezTo>
                  <a:cubicBezTo>
                    <a:pt x="13" y="10"/>
                    <a:pt x="14" y="10"/>
                    <a:pt x="16" y="10"/>
                  </a:cubicBezTo>
                  <a:cubicBezTo>
                    <a:pt x="16" y="8"/>
                    <a:pt x="16" y="5"/>
                    <a:pt x="17" y="3"/>
                  </a:cubicBezTo>
                  <a:cubicBezTo>
                    <a:pt x="11" y="0"/>
                    <a:pt x="11" y="0"/>
                    <a:pt x="11" y="0"/>
                  </a:cubicBezTo>
                  <a:cubicBezTo>
                    <a:pt x="10" y="2"/>
                    <a:pt x="9" y="4"/>
                    <a:pt x="9" y="6"/>
                  </a:cubicBezTo>
                  <a:cubicBezTo>
                    <a:pt x="8" y="12"/>
                    <a:pt x="3" y="22"/>
                    <a:pt x="0" y="26"/>
                  </a:cubicBezTo>
                  <a:cubicBezTo>
                    <a:pt x="8" y="46"/>
                    <a:pt x="8" y="46"/>
                    <a:pt x="8" y="46"/>
                  </a:cubicBezTo>
                  <a:lnTo>
                    <a:pt x="8" y="47"/>
                  </a:ln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7" name="Freeform 53"/>
            <p:cNvSpPr>
              <a:spLocks noChangeArrowheads="1"/>
            </p:cNvSpPr>
            <p:nvPr/>
          </p:nvSpPr>
          <p:spPr bwMode="auto">
            <a:xfrm>
              <a:off x="4389453" y="1717677"/>
              <a:ext cx="92076" cy="98425"/>
            </a:xfrm>
            <a:custGeom>
              <a:avLst/>
              <a:gdLst>
                <a:gd name="T0" fmla="*/ 44 w 48"/>
                <a:gd name="T1" fmla="*/ 0 h 52"/>
                <a:gd name="T2" fmla="*/ 30 w 48"/>
                <a:gd name="T3" fmla="*/ 6 h 52"/>
                <a:gd name="T4" fmla="*/ 19 w 48"/>
                <a:gd name="T5" fmla="*/ 12 h 52"/>
                <a:gd name="T6" fmla="*/ 9 w 48"/>
                <a:gd name="T7" fmla="*/ 7 h 52"/>
                <a:gd name="T8" fmla="*/ 8 w 48"/>
                <a:gd name="T9" fmla="*/ 3 h 52"/>
                <a:gd name="T10" fmla="*/ 8 w 48"/>
                <a:gd name="T11" fmla="*/ 3 h 52"/>
                <a:gd name="T12" fmla="*/ 6 w 48"/>
                <a:gd name="T13" fmla="*/ 13 h 52"/>
                <a:gd name="T14" fmla="*/ 4 w 48"/>
                <a:gd name="T15" fmla="*/ 31 h 52"/>
                <a:gd name="T16" fmla="*/ 0 w 48"/>
                <a:gd name="T17" fmla="*/ 48 h 52"/>
                <a:gd name="T18" fmla="*/ 10 w 48"/>
                <a:gd name="T19" fmla="*/ 52 h 52"/>
                <a:gd name="T20" fmla="*/ 19 w 48"/>
                <a:gd name="T21" fmla="*/ 45 h 52"/>
                <a:gd name="T22" fmla="*/ 26 w 48"/>
                <a:gd name="T23" fmla="*/ 42 h 52"/>
                <a:gd name="T24" fmla="*/ 33 w 48"/>
                <a:gd name="T25" fmla="*/ 37 h 52"/>
                <a:gd name="T26" fmla="*/ 24 w 48"/>
                <a:gd name="T27" fmla="*/ 27 h 52"/>
                <a:gd name="T28" fmla="*/ 35 w 48"/>
                <a:gd name="T29" fmla="*/ 20 h 52"/>
                <a:gd name="T30" fmla="*/ 47 w 48"/>
                <a:gd name="T31" fmla="*/ 16 h 52"/>
                <a:gd name="T32" fmla="*/ 48 w 48"/>
                <a:gd name="T33" fmla="*/ 16 h 52"/>
                <a:gd name="T34" fmla="*/ 45 w 48"/>
                <a:gd name="T35" fmla="*/ 5 h 52"/>
                <a:gd name="T36" fmla="*/ 44 w 48"/>
                <a:gd name="T37" fmla="*/ 0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8"/>
                <a:gd name="T58" fmla="*/ 0 h 52"/>
                <a:gd name="T59" fmla="*/ 48 w 48"/>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8" h="52">
                  <a:moveTo>
                    <a:pt x="44" y="0"/>
                  </a:moveTo>
                  <a:cubicBezTo>
                    <a:pt x="37" y="3"/>
                    <a:pt x="31" y="6"/>
                    <a:pt x="30" y="6"/>
                  </a:cubicBezTo>
                  <a:cubicBezTo>
                    <a:pt x="27" y="7"/>
                    <a:pt x="19" y="12"/>
                    <a:pt x="19" y="12"/>
                  </a:cubicBezTo>
                  <a:cubicBezTo>
                    <a:pt x="9" y="7"/>
                    <a:pt x="9" y="7"/>
                    <a:pt x="9" y="7"/>
                  </a:cubicBezTo>
                  <a:cubicBezTo>
                    <a:pt x="8" y="3"/>
                    <a:pt x="8" y="3"/>
                    <a:pt x="8" y="3"/>
                  </a:cubicBezTo>
                  <a:cubicBezTo>
                    <a:pt x="8" y="3"/>
                    <a:pt x="8" y="3"/>
                    <a:pt x="8" y="3"/>
                  </a:cubicBezTo>
                  <a:cubicBezTo>
                    <a:pt x="7" y="7"/>
                    <a:pt x="7" y="11"/>
                    <a:pt x="6" y="13"/>
                  </a:cubicBezTo>
                  <a:cubicBezTo>
                    <a:pt x="6" y="15"/>
                    <a:pt x="6" y="29"/>
                    <a:pt x="4" y="31"/>
                  </a:cubicBezTo>
                  <a:cubicBezTo>
                    <a:pt x="2" y="33"/>
                    <a:pt x="1" y="41"/>
                    <a:pt x="0" y="48"/>
                  </a:cubicBezTo>
                  <a:cubicBezTo>
                    <a:pt x="4" y="50"/>
                    <a:pt x="8" y="52"/>
                    <a:pt x="10" y="52"/>
                  </a:cubicBezTo>
                  <a:cubicBezTo>
                    <a:pt x="14" y="52"/>
                    <a:pt x="19" y="48"/>
                    <a:pt x="19" y="45"/>
                  </a:cubicBezTo>
                  <a:cubicBezTo>
                    <a:pt x="19" y="43"/>
                    <a:pt x="23" y="42"/>
                    <a:pt x="26" y="42"/>
                  </a:cubicBezTo>
                  <a:cubicBezTo>
                    <a:pt x="30" y="42"/>
                    <a:pt x="30" y="38"/>
                    <a:pt x="33" y="37"/>
                  </a:cubicBezTo>
                  <a:cubicBezTo>
                    <a:pt x="35" y="35"/>
                    <a:pt x="27" y="28"/>
                    <a:pt x="24" y="27"/>
                  </a:cubicBezTo>
                  <a:cubicBezTo>
                    <a:pt x="22" y="26"/>
                    <a:pt x="27" y="20"/>
                    <a:pt x="35" y="20"/>
                  </a:cubicBezTo>
                  <a:cubicBezTo>
                    <a:pt x="44" y="19"/>
                    <a:pt x="42" y="16"/>
                    <a:pt x="47" y="16"/>
                  </a:cubicBezTo>
                  <a:cubicBezTo>
                    <a:pt x="47" y="16"/>
                    <a:pt x="47" y="16"/>
                    <a:pt x="48" y="16"/>
                  </a:cubicBezTo>
                  <a:cubicBezTo>
                    <a:pt x="47" y="12"/>
                    <a:pt x="46" y="8"/>
                    <a:pt x="45" y="5"/>
                  </a:cubicBezTo>
                  <a:cubicBezTo>
                    <a:pt x="45" y="4"/>
                    <a:pt x="44" y="2"/>
                    <a:pt x="44" y="0"/>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8" name="Freeform 54"/>
            <p:cNvSpPr>
              <a:spLocks noChangeArrowheads="1"/>
            </p:cNvSpPr>
            <p:nvPr/>
          </p:nvSpPr>
          <p:spPr bwMode="auto">
            <a:xfrm>
              <a:off x="5141930" y="1470026"/>
              <a:ext cx="234951" cy="103188"/>
            </a:xfrm>
            <a:custGeom>
              <a:avLst/>
              <a:gdLst>
                <a:gd name="T0" fmla="*/ 114 w 123"/>
                <a:gd name="T1" fmla="*/ 10 h 54"/>
                <a:gd name="T2" fmla="*/ 103 w 123"/>
                <a:gd name="T3" fmla="*/ 7 h 54"/>
                <a:gd name="T4" fmla="*/ 74 w 123"/>
                <a:gd name="T5" fmla="*/ 6 h 54"/>
                <a:gd name="T6" fmla="*/ 59 w 123"/>
                <a:gd name="T7" fmla="*/ 1 h 54"/>
                <a:gd name="T8" fmla="*/ 47 w 123"/>
                <a:gd name="T9" fmla="*/ 6 h 54"/>
                <a:gd name="T10" fmla="*/ 37 w 123"/>
                <a:gd name="T11" fmla="*/ 8 h 54"/>
                <a:gd name="T12" fmla="*/ 22 w 123"/>
                <a:gd name="T13" fmla="*/ 8 h 54"/>
                <a:gd name="T14" fmla="*/ 15 w 123"/>
                <a:gd name="T15" fmla="*/ 16 h 54"/>
                <a:gd name="T16" fmla="*/ 12 w 123"/>
                <a:gd name="T17" fmla="*/ 22 h 54"/>
                <a:gd name="T18" fmla="*/ 16 w 123"/>
                <a:gd name="T19" fmla="*/ 26 h 54"/>
                <a:gd name="T20" fmla="*/ 25 w 123"/>
                <a:gd name="T21" fmla="*/ 25 h 54"/>
                <a:gd name="T22" fmla="*/ 40 w 123"/>
                <a:gd name="T23" fmla="*/ 32 h 54"/>
                <a:gd name="T24" fmla="*/ 35 w 123"/>
                <a:gd name="T25" fmla="*/ 38 h 54"/>
                <a:gd name="T26" fmla="*/ 25 w 123"/>
                <a:gd name="T27" fmla="*/ 40 h 54"/>
                <a:gd name="T28" fmla="*/ 8 w 123"/>
                <a:gd name="T29" fmla="*/ 42 h 54"/>
                <a:gd name="T30" fmla="*/ 0 w 123"/>
                <a:gd name="T31" fmla="*/ 49 h 54"/>
                <a:gd name="T32" fmla="*/ 16 w 123"/>
                <a:gd name="T33" fmla="*/ 50 h 54"/>
                <a:gd name="T34" fmla="*/ 26 w 123"/>
                <a:gd name="T35" fmla="*/ 50 h 54"/>
                <a:gd name="T36" fmla="*/ 36 w 123"/>
                <a:gd name="T37" fmla="*/ 52 h 54"/>
                <a:gd name="T38" fmla="*/ 51 w 123"/>
                <a:gd name="T39" fmla="*/ 51 h 54"/>
                <a:gd name="T40" fmla="*/ 52 w 123"/>
                <a:gd name="T41" fmla="*/ 46 h 54"/>
                <a:gd name="T42" fmla="*/ 57 w 123"/>
                <a:gd name="T43" fmla="*/ 43 h 54"/>
                <a:gd name="T44" fmla="*/ 64 w 123"/>
                <a:gd name="T45" fmla="*/ 39 h 54"/>
                <a:gd name="T46" fmla="*/ 70 w 123"/>
                <a:gd name="T47" fmla="*/ 37 h 54"/>
                <a:gd name="T48" fmla="*/ 77 w 123"/>
                <a:gd name="T49" fmla="*/ 39 h 54"/>
                <a:gd name="T50" fmla="*/ 84 w 123"/>
                <a:gd name="T51" fmla="*/ 34 h 54"/>
                <a:gd name="T52" fmla="*/ 94 w 123"/>
                <a:gd name="T53" fmla="*/ 31 h 54"/>
                <a:gd name="T54" fmla="*/ 103 w 123"/>
                <a:gd name="T55" fmla="*/ 26 h 54"/>
                <a:gd name="T56" fmla="*/ 112 w 123"/>
                <a:gd name="T57" fmla="*/ 21 h 54"/>
                <a:gd name="T58" fmla="*/ 122 w 123"/>
                <a:gd name="T59" fmla="*/ 16 h 54"/>
                <a:gd name="T60" fmla="*/ 123 w 123"/>
                <a:gd name="T61" fmla="*/ 14 h 54"/>
                <a:gd name="T62" fmla="*/ 114 w 123"/>
                <a:gd name="T63" fmla="*/ 10 h 5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23"/>
                <a:gd name="T97" fmla="*/ 0 h 54"/>
                <a:gd name="T98" fmla="*/ 123 w 123"/>
                <a:gd name="T99" fmla="*/ 54 h 5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23" h="54">
                  <a:moveTo>
                    <a:pt x="114" y="10"/>
                  </a:moveTo>
                  <a:cubicBezTo>
                    <a:pt x="109" y="5"/>
                    <a:pt x="108" y="9"/>
                    <a:pt x="103" y="7"/>
                  </a:cubicBezTo>
                  <a:cubicBezTo>
                    <a:pt x="98" y="6"/>
                    <a:pt x="78" y="4"/>
                    <a:pt x="74" y="6"/>
                  </a:cubicBezTo>
                  <a:cubicBezTo>
                    <a:pt x="70" y="7"/>
                    <a:pt x="62" y="3"/>
                    <a:pt x="59" y="1"/>
                  </a:cubicBezTo>
                  <a:cubicBezTo>
                    <a:pt x="56" y="0"/>
                    <a:pt x="48" y="1"/>
                    <a:pt x="47" y="6"/>
                  </a:cubicBezTo>
                  <a:cubicBezTo>
                    <a:pt x="47" y="11"/>
                    <a:pt x="43" y="11"/>
                    <a:pt x="37" y="8"/>
                  </a:cubicBezTo>
                  <a:cubicBezTo>
                    <a:pt x="31" y="5"/>
                    <a:pt x="22" y="5"/>
                    <a:pt x="22" y="8"/>
                  </a:cubicBezTo>
                  <a:cubicBezTo>
                    <a:pt x="22" y="11"/>
                    <a:pt x="17" y="15"/>
                    <a:pt x="15" y="16"/>
                  </a:cubicBezTo>
                  <a:cubicBezTo>
                    <a:pt x="14" y="16"/>
                    <a:pt x="13" y="19"/>
                    <a:pt x="12" y="22"/>
                  </a:cubicBezTo>
                  <a:cubicBezTo>
                    <a:pt x="13" y="22"/>
                    <a:pt x="15" y="24"/>
                    <a:pt x="16" y="26"/>
                  </a:cubicBezTo>
                  <a:cubicBezTo>
                    <a:pt x="18" y="28"/>
                    <a:pt x="24" y="28"/>
                    <a:pt x="25" y="25"/>
                  </a:cubicBezTo>
                  <a:cubicBezTo>
                    <a:pt x="26" y="22"/>
                    <a:pt x="35" y="28"/>
                    <a:pt x="40" y="32"/>
                  </a:cubicBezTo>
                  <a:cubicBezTo>
                    <a:pt x="46" y="37"/>
                    <a:pt x="38" y="34"/>
                    <a:pt x="35" y="38"/>
                  </a:cubicBezTo>
                  <a:cubicBezTo>
                    <a:pt x="33" y="42"/>
                    <a:pt x="26" y="38"/>
                    <a:pt x="25" y="40"/>
                  </a:cubicBezTo>
                  <a:cubicBezTo>
                    <a:pt x="23" y="42"/>
                    <a:pt x="11" y="42"/>
                    <a:pt x="8" y="42"/>
                  </a:cubicBezTo>
                  <a:cubicBezTo>
                    <a:pt x="5" y="42"/>
                    <a:pt x="0" y="46"/>
                    <a:pt x="0" y="49"/>
                  </a:cubicBezTo>
                  <a:cubicBezTo>
                    <a:pt x="1" y="51"/>
                    <a:pt x="12" y="47"/>
                    <a:pt x="16" y="50"/>
                  </a:cubicBezTo>
                  <a:cubicBezTo>
                    <a:pt x="20" y="53"/>
                    <a:pt x="24" y="47"/>
                    <a:pt x="26" y="50"/>
                  </a:cubicBezTo>
                  <a:cubicBezTo>
                    <a:pt x="29" y="54"/>
                    <a:pt x="34" y="51"/>
                    <a:pt x="36" y="52"/>
                  </a:cubicBezTo>
                  <a:cubicBezTo>
                    <a:pt x="38" y="53"/>
                    <a:pt x="50" y="51"/>
                    <a:pt x="51" y="51"/>
                  </a:cubicBezTo>
                  <a:cubicBezTo>
                    <a:pt x="52" y="50"/>
                    <a:pt x="52" y="48"/>
                    <a:pt x="52" y="46"/>
                  </a:cubicBezTo>
                  <a:cubicBezTo>
                    <a:pt x="52" y="43"/>
                    <a:pt x="55" y="44"/>
                    <a:pt x="57" y="43"/>
                  </a:cubicBezTo>
                  <a:cubicBezTo>
                    <a:pt x="60" y="42"/>
                    <a:pt x="62" y="39"/>
                    <a:pt x="64" y="39"/>
                  </a:cubicBezTo>
                  <a:cubicBezTo>
                    <a:pt x="66" y="39"/>
                    <a:pt x="68" y="36"/>
                    <a:pt x="70" y="37"/>
                  </a:cubicBezTo>
                  <a:cubicBezTo>
                    <a:pt x="72" y="37"/>
                    <a:pt x="75" y="41"/>
                    <a:pt x="77" y="39"/>
                  </a:cubicBezTo>
                  <a:cubicBezTo>
                    <a:pt x="80" y="37"/>
                    <a:pt x="81" y="39"/>
                    <a:pt x="84" y="34"/>
                  </a:cubicBezTo>
                  <a:cubicBezTo>
                    <a:pt x="88" y="30"/>
                    <a:pt x="90" y="31"/>
                    <a:pt x="94" y="31"/>
                  </a:cubicBezTo>
                  <a:cubicBezTo>
                    <a:pt x="100" y="32"/>
                    <a:pt x="102" y="29"/>
                    <a:pt x="103" y="26"/>
                  </a:cubicBezTo>
                  <a:cubicBezTo>
                    <a:pt x="105" y="23"/>
                    <a:pt x="109" y="23"/>
                    <a:pt x="112" y="21"/>
                  </a:cubicBezTo>
                  <a:cubicBezTo>
                    <a:pt x="115" y="19"/>
                    <a:pt x="120" y="17"/>
                    <a:pt x="122" y="16"/>
                  </a:cubicBezTo>
                  <a:cubicBezTo>
                    <a:pt x="123" y="16"/>
                    <a:pt x="123" y="15"/>
                    <a:pt x="123" y="14"/>
                  </a:cubicBezTo>
                  <a:cubicBezTo>
                    <a:pt x="119" y="11"/>
                    <a:pt x="117" y="14"/>
                    <a:pt x="114" y="10"/>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9" name="Freeform 55"/>
            <p:cNvSpPr>
              <a:spLocks noChangeArrowheads="1"/>
            </p:cNvSpPr>
            <p:nvPr/>
          </p:nvSpPr>
          <p:spPr bwMode="auto">
            <a:xfrm>
              <a:off x="4495815" y="1458913"/>
              <a:ext cx="149225" cy="66675"/>
            </a:xfrm>
            <a:custGeom>
              <a:avLst/>
              <a:gdLst>
                <a:gd name="T0" fmla="*/ 31 w 78"/>
                <a:gd name="T1" fmla="*/ 27 h 35"/>
                <a:gd name="T2" fmla="*/ 39 w 78"/>
                <a:gd name="T3" fmla="*/ 33 h 35"/>
                <a:gd name="T4" fmla="*/ 40 w 78"/>
                <a:gd name="T5" fmla="*/ 34 h 35"/>
                <a:gd name="T6" fmla="*/ 51 w 78"/>
                <a:gd name="T7" fmla="*/ 32 h 35"/>
                <a:gd name="T8" fmla="*/ 61 w 78"/>
                <a:gd name="T9" fmla="*/ 33 h 35"/>
                <a:gd name="T10" fmla="*/ 60 w 78"/>
                <a:gd name="T11" fmla="*/ 30 h 35"/>
                <a:gd name="T12" fmla="*/ 68 w 78"/>
                <a:gd name="T13" fmla="*/ 33 h 35"/>
                <a:gd name="T14" fmla="*/ 77 w 78"/>
                <a:gd name="T15" fmla="*/ 33 h 35"/>
                <a:gd name="T16" fmla="*/ 73 w 78"/>
                <a:gd name="T17" fmla="*/ 28 h 35"/>
                <a:gd name="T18" fmla="*/ 75 w 78"/>
                <a:gd name="T19" fmla="*/ 24 h 35"/>
                <a:gd name="T20" fmla="*/ 68 w 78"/>
                <a:gd name="T21" fmla="*/ 21 h 35"/>
                <a:gd name="T22" fmla="*/ 65 w 78"/>
                <a:gd name="T23" fmla="*/ 14 h 35"/>
                <a:gd name="T24" fmla="*/ 61 w 78"/>
                <a:gd name="T25" fmla="*/ 12 h 35"/>
                <a:gd name="T26" fmla="*/ 49 w 78"/>
                <a:gd name="T27" fmla="*/ 14 h 35"/>
                <a:gd name="T28" fmla="*/ 42 w 78"/>
                <a:gd name="T29" fmla="*/ 10 h 35"/>
                <a:gd name="T30" fmla="*/ 35 w 78"/>
                <a:gd name="T31" fmla="*/ 6 h 35"/>
                <a:gd name="T32" fmla="*/ 18 w 78"/>
                <a:gd name="T33" fmla="*/ 4 h 35"/>
                <a:gd name="T34" fmla="*/ 4 w 78"/>
                <a:gd name="T35" fmla="*/ 0 h 35"/>
                <a:gd name="T36" fmla="*/ 0 w 78"/>
                <a:gd name="T37" fmla="*/ 2 h 35"/>
                <a:gd name="T38" fmla="*/ 18 w 78"/>
                <a:gd name="T39" fmla="*/ 12 h 35"/>
                <a:gd name="T40" fmla="*/ 22 w 78"/>
                <a:gd name="T41" fmla="*/ 23 h 35"/>
                <a:gd name="T42" fmla="*/ 19 w 78"/>
                <a:gd name="T43" fmla="*/ 27 h 35"/>
                <a:gd name="T44" fmla="*/ 31 w 78"/>
                <a:gd name="T45" fmla="*/ 27 h 3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35"/>
                <a:gd name="T71" fmla="*/ 78 w 78"/>
                <a:gd name="T72" fmla="*/ 35 h 3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35">
                  <a:moveTo>
                    <a:pt x="31" y="27"/>
                  </a:moveTo>
                  <a:cubicBezTo>
                    <a:pt x="35" y="25"/>
                    <a:pt x="36" y="29"/>
                    <a:pt x="39" y="33"/>
                  </a:cubicBezTo>
                  <a:cubicBezTo>
                    <a:pt x="39" y="33"/>
                    <a:pt x="39" y="34"/>
                    <a:pt x="40" y="34"/>
                  </a:cubicBezTo>
                  <a:cubicBezTo>
                    <a:pt x="44" y="33"/>
                    <a:pt x="47" y="32"/>
                    <a:pt x="51" y="32"/>
                  </a:cubicBezTo>
                  <a:cubicBezTo>
                    <a:pt x="54" y="31"/>
                    <a:pt x="58" y="32"/>
                    <a:pt x="61" y="33"/>
                  </a:cubicBezTo>
                  <a:cubicBezTo>
                    <a:pt x="60" y="32"/>
                    <a:pt x="60" y="31"/>
                    <a:pt x="60" y="30"/>
                  </a:cubicBezTo>
                  <a:cubicBezTo>
                    <a:pt x="61" y="28"/>
                    <a:pt x="66" y="31"/>
                    <a:pt x="68" y="33"/>
                  </a:cubicBezTo>
                  <a:cubicBezTo>
                    <a:pt x="70" y="34"/>
                    <a:pt x="75" y="35"/>
                    <a:pt x="77" y="33"/>
                  </a:cubicBezTo>
                  <a:cubicBezTo>
                    <a:pt x="78" y="32"/>
                    <a:pt x="74" y="30"/>
                    <a:pt x="73" y="28"/>
                  </a:cubicBezTo>
                  <a:cubicBezTo>
                    <a:pt x="73" y="27"/>
                    <a:pt x="74" y="26"/>
                    <a:pt x="75" y="24"/>
                  </a:cubicBezTo>
                  <a:cubicBezTo>
                    <a:pt x="72" y="22"/>
                    <a:pt x="69" y="20"/>
                    <a:pt x="68" y="21"/>
                  </a:cubicBezTo>
                  <a:cubicBezTo>
                    <a:pt x="67" y="21"/>
                    <a:pt x="67" y="14"/>
                    <a:pt x="65" y="14"/>
                  </a:cubicBezTo>
                  <a:cubicBezTo>
                    <a:pt x="63" y="14"/>
                    <a:pt x="63" y="12"/>
                    <a:pt x="61" y="12"/>
                  </a:cubicBezTo>
                  <a:cubicBezTo>
                    <a:pt x="59" y="12"/>
                    <a:pt x="51" y="12"/>
                    <a:pt x="49" y="14"/>
                  </a:cubicBezTo>
                  <a:cubicBezTo>
                    <a:pt x="47" y="15"/>
                    <a:pt x="45" y="10"/>
                    <a:pt x="42" y="10"/>
                  </a:cubicBezTo>
                  <a:cubicBezTo>
                    <a:pt x="40" y="10"/>
                    <a:pt x="37" y="8"/>
                    <a:pt x="35" y="6"/>
                  </a:cubicBezTo>
                  <a:cubicBezTo>
                    <a:pt x="34" y="4"/>
                    <a:pt x="21" y="7"/>
                    <a:pt x="18" y="4"/>
                  </a:cubicBezTo>
                  <a:cubicBezTo>
                    <a:pt x="14" y="2"/>
                    <a:pt x="8" y="0"/>
                    <a:pt x="4" y="0"/>
                  </a:cubicBezTo>
                  <a:cubicBezTo>
                    <a:pt x="3" y="0"/>
                    <a:pt x="2" y="1"/>
                    <a:pt x="0" y="2"/>
                  </a:cubicBezTo>
                  <a:cubicBezTo>
                    <a:pt x="7" y="6"/>
                    <a:pt x="16" y="5"/>
                    <a:pt x="18" y="12"/>
                  </a:cubicBezTo>
                  <a:cubicBezTo>
                    <a:pt x="19" y="20"/>
                    <a:pt x="24" y="17"/>
                    <a:pt x="22" y="23"/>
                  </a:cubicBezTo>
                  <a:cubicBezTo>
                    <a:pt x="22" y="25"/>
                    <a:pt x="21" y="26"/>
                    <a:pt x="19" y="27"/>
                  </a:cubicBezTo>
                  <a:cubicBezTo>
                    <a:pt x="24" y="28"/>
                    <a:pt x="29" y="28"/>
                    <a:pt x="31" y="27"/>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0" name="Freeform 56"/>
            <p:cNvSpPr>
              <a:spLocks noEditPoints="1" noChangeArrowheads="1"/>
            </p:cNvSpPr>
            <p:nvPr/>
          </p:nvSpPr>
          <p:spPr bwMode="auto">
            <a:xfrm>
              <a:off x="4197364" y="1495427"/>
              <a:ext cx="406402" cy="160338"/>
            </a:xfrm>
            <a:custGeom>
              <a:avLst/>
              <a:gdLst>
                <a:gd name="T0" fmla="*/ 206 w 212"/>
                <a:gd name="T1" fmla="*/ 59 h 84"/>
                <a:gd name="T2" fmla="*/ 206 w 212"/>
                <a:gd name="T3" fmla="*/ 47 h 84"/>
                <a:gd name="T4" fmla="*/ 206 w 212"/>
                <a:gd name="T5" fmla="*/ 37 h 84"/>
                <a:gd name="T6" fmla="*/ 209 w 212"/>
                <a:gd name="T7" fmla="*/ 32 h 84"/>
                <a:gd name="T8" fmla="*/ 207 w 212"/>
                <a:gd name="T9" fmla="*/ 28 h 84"/>
                <a:gd name="T10" fmla="*/ 198 w 212"/>
                <a:gd name="T11" fmla="*/ 24 h 84"/>
                <a:gd name="T12" fmla="*/ 195 w 212"/>
                <a:gd name="T13" fmla="*/ 14 h 84"/>
                <a:gd name="T14" fmla="*/ 187 w 212"/>
                <a:gd name="T15" fmla="*/ 8 h 84"/>
                <a:gd name="T16" fmla="*/ 175 w 212"/>
                <a:gd name="T17" fmla="*/ 8 h 84"/>
                <a:gd name="T18" fmla="*/ 154 w 212"/>
                <a:gd name="T19" fmla="*/ 15 h 84"/>
                <a:gd name="T20" fmla="*/ 135 w 212"/>
                <a:gd name="T21" fmla="*/ 16 h 84"/>
                <a:gd name="T22" fmla="*/ 121 w 212"/>
                <a:gd name="T23" fmla="*/ 11 h 84"/>
                <a:gd name="T24" fmla="*/ 111 w 212"/>
                <a:gd name="T25" fmla="*/ 7 h 84"/>
                <a:gd name="T26" fmla="*/ 95 w 212"/>
                <a:gd name="T27" fmla="*/ 2 h 84"/>
                <a:gd name="T28" fmla="*/ 60 w 212"/>
                <a:gd name="T29" fmla="*/ 13 h 84"/>
                <a:gd name="T30" fmla="*/ 36 w 212"/>
                <a:gd name="T31" fmla="*/ 14 h 84"/>
                <a:gd name="T32" fmla="*/ 30 w 212"/>
                <a:gd name="T33" fmla="*/ 23 h 84"/>
                <a:gd name="T34" fmla="*/ 6 w 212"/>
                <a:gd name="T35" fmla="*/ 25 h 84"/>
                <a:gd name="T36" fmla="*/ 4 w 212"/>
                <a:gd name="T37" fmla="*/ 33 h 84"/>
                <a:gd name="T38" fmla="*/ 9 w 212"/>
                <a:gd name="T39" fmla="*/ 36 h 84"/>
                <a:gd name="T40" fmla="*/ 10 w 212"/>
                <a:gd name="T41" fmla="*/ 45 h 84"/>
                <a:gd name="T42" fmla="*/ 10 w 212"/>
                <a:gd name="T43" fmla="*/ 53 h 84"/>
                <a:gd name="T44" fmla="*/ 10 w 212"/>
                <a:gd name="T45" fmla="*/ 59 h 84"/>
                <a:gd name="T46" fmla="*/ 16 w 212"/>
                <a:gd name="T47" fmla="*/ 65 h 84"/>
                <a:gd name="T48" fmla="*/ 23 w 212"/>
                <a:gd name="T49" fmla="*/ 69 h 84"/>
                <a:gd name="T50" fmla="*/ 29 w 212"/>
                <a:gd name="T51" fmla="*/ 71 h 84"/>
                <a:gd name="T52" fmla="*/ 36 w 212"/>
                <a:gd name="T53" fmla="*/ 78 h 84"/>
                <a:gd name="T54" fmla="*/ 50 w 212"/>
                <a:gd name="T55" fmla="*/ 75 h 84"/>
                <a:gd name="T56" fmla="*/ 59 w 212"/>
                <a:gd name="T57" fmla="*/ 71 h 84"/>
                <a:gd name="T58" fmla="*/ 75 w 212"/>
                <a:gd name="T59" fmla="*/ 80 h 84"/>
                <a:gd name="T60" fmla="*/ 86 w 212"/>
                <a:gd name="T61" fmla="*/ 78 h 84"/>
                <a:gd name="T62" fmla="*/ 97 w 212"/>
                <a:gd name="T63" fmla="*/ 71 h 84"/>
                <a:gd name="T64" fmla="*/ 106 w 212"/>
                <a:gd name="T65" fmla="*/ 74 h 84"/>
                <a:gd name="T66" fmla="*/ 114 w 212"/>
                <a:gd name="T67" fmla="*/ 71 h 84"/>
                <a:gd name="T68" fmla="*/ 111 w 212"/>
                <a:gd name="T69" fmla="*/ 80 h 84"/>
                <a:gd name="T70" fmla="*/ 111 w 212"/>
                <a:gd name="T71" fmla="*/ 84 h 84"/>
                <a:gd name="T72" fmla="*/ 118 w 212"/>
                <a:gd name="T73" fmla="*/ 76 h 84"/>
                <a:gd name="T74" fmla="*/ 123 w 212"/>
                <a:gd name="T75" fmla="*/ 74 h 84"/>
                <a:gd name="T76" fmla="*/ 133 w 212"/>
                <a:gd name="T77" fmla="*/ 74 h 84"/>
                <a:gd name="T78" fmla="*/ 140 w 212"/>
                <a:gd name="T79" fmla="*/ 72 h 84"/>
                <a:gd name="T80" fmla="*/ 153 w 212"/>
                <a:gd name="T81" fmla="*/ 73 h 84"/>
                <a:gd name="T82" fmla="*/ 168 w 212"/>
                <a:gd name="T83" fmla="*/ 68 h 84"/>
                <a:gd name="T84" fmla="*/ 180 w 212"/>
                <a:gd name="T85" fmla="*/ 66 h 84"/>
                <a:gd name="T86" fmla="*/ 185 w 212"/>
                <a:gd name="T87" fmla="*/ 68 h 84"/>
                <a:gd name="T88" fmla="*/ 190 w 212"/>
                <a:gd name="T89" fmla="*/ 64 h 84"/>
                <a:gd name="T90" fmla="*/ 200 w 212"/>
                <a:gd name="T91" fmla="*/ 66 h 84"/>
                <a:gd name="T92" fmla="*/ 212 w 212"/>
                <a:gd name="T93" fmla="*/ 68 h 84"/>
                <a:gd name="T94" fmla="*/ 206 w 212"/>
                <a:gd name="T95" fmla="*/ 59 h 84"/>
                <a:gd name="T96" fmla="*/ 19 w 212"/>
                <a:gd name="T97" fmla="*/ 16 h 84"/>
                <a:gd name="T98" fmla="*/ 34 w 212"/>
                <a:gd name="T99" fmla="*/ 14 h 84"/>
                <a:gd name="T100" fmla="*/ 25 w 212"/>
                <a:gd name="T101" fmla="*/ 8 h 84"/>
                <a:gd name="T102" fmla="*/ 22 w 212"/>
                <a:gd name="T103" fmla="*/ 2 h 84"/>
                <a:gd name="T104" fmla="*/ 18 w 212"/>
                <a:gd name="T105" fmla="*/ 3 h 84"/>
                <a:gd name="T106" fmla="*/ 6 w 212"/>
                <a:gd name="T107" fmla="*/ 3 h 84"/>
                <a:gd name="T108" fmla="*/ 7 w 212"/>
                <a:gd name="T109" fmla="*/ 10 h 84"/>
                <a:gd name="T110" fmla="*/ 4 w 212"/>
                <a:gd name="T111" fmla="*/ 15 h 84"/>
                <a:gd name="T112" fmla="*/ 1 w 212"/>
                <a:gd name="T113" fmla="*/ 19 h 84"/>
                <a:gd name="T114" fmla="*/ 8 w 212"/>
                <a:gd name="T115" fmla="*/ 22 h 84"/>
                <a:gd name="T116" fmla="*/ 19 w 212"/>
                <a:gd name="T117" fmla="*/ 16 h 8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12"/>
                <a:gd name="T178" fmla="*/ 0 h 84"/>
                <a:gd name="T179" fmla="*/ 212 w 212"/>
                <a:gd name="T180" fmla="*/ 84 h 8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12" h="84">
                  <a:moveTo>
                    <a:pt x="206" y="59"/>
                  </a:moveTo>
                  <a:cubicBezTo>
                    <a:pt x="204" y="58"/>
                    <a:pt x="207" y="49"/>
                    <a:pt x="206" y="47"/>
                  </a:cubicBezTo>
                  <a:cubicBezTo>
                    <a:pt x="205" y="45"/>
                    <a:pt x="203" y="37"/>
                    <a:pt x="206" y="37"/>
                  </a:cubicBezTo>
                  <a:cubicBezTo>
                    <a:pt x="208" y="37"/>
                    <a:pt x="206" y="32"/>
                    <a:pt x="209" y="32"/>
                  </a:cubicBezTo>
                  <a:cubicBezTo>
                    <a:pt x="208" y="30"/>
                    <a:pt x="207" y="28"/>
                    <a:pt x="207" y="28"/>
                  </a:cubicBezTo>
                  <a:cubicBezTo>
                    <a:pt x="205" y="26"/>
                    <a:pt x="200" y="29"/>
                    <a:pt x="198" y="24"/>
                  </a:cubicBezTo>
                  <a:cubicBezTo>
                    <a:pt x="196" y="19"/>
                    <a:pt x="198" y="18"/>
                    <a:pt x="195" y="14"/>
                  </a:cubicBezTo>
                  <a:cubicBezTo>
                    <a:pt x="192" y="10"/>
                    <a:pt x="191" y="6"/>
                    <a:pt x="187" y="8"/>
                  </a:cubicBezTo>
                  <a:cubicBezTo>
                    <a:pt x="185" y="9"/>
                    <a:pt x="180" y="9"/>
                    <a:pt x="175" y="8"/>
                  </a:cubicBezTo>
                  <a:cubicBezTo>
                    <a:pt x="170" y="13"/>
                    <a:pt x="158" y="17"/>
                    <a:pt x="154" y="15"/>
                  </a:cubicBezTo>
                  <a:cubicBezTo>
                    <a:pt x="150" y="14"/>
                    <a:pt x="141" y="16"/>
                    <a:pt x="135" y="16"/>
                  </a:cubicBezTo>
                  <a:cubicBezTo>
                    <a:pt x="128" y="16"/>
                    <a:pt x="126" y="11"/>
                    <a:pt x="121" y="11"/>
                  </a:cubicBezTo>
                  <a:cubicBezTo>
                    <a:pt x="116" y="12"/>
                    <a:pt x="116" y="7"/>
                    <a:pt x="111" y="7"/>
                  </a:cubicBezTo>
                  <a:cubicBezTo>
                    <a:pt x="106" y="7"/>
                    <a:pt x="110" y="4"/>
                    <a:pt x="95" y="2"/>
                  </a:cubicBezTo>
                  <a:cubicBezTo>
                    <a:pt x="79" y="0"/>
                    <a:pt x="65" y="9"/>
                    <a:pt x="60" y="13"/>
                  </a:cubicBezTo>
                  <a:cubicBezTo>
                    <a:pt x="55" y="17"/>
                    <a:pt x="37" y="13"/>
                    <a:pt x="36" y="14"/>
                  </a:cubicBezTo>
                  <a:cubicBezTo>
                    <a:pt x="34" y="15"/>
                    <a:pt x="36" y="21"/>
                    <a:pt x="30" y="23"/>
                  </a:cubicBezTo>
                  <a:cubicBezTo>
                    <a:pt x="24" y="25"/>
                    <a:pt x="11" y="23"/>
                    <a:pt x="6" y="25"/>
                  </a:cubicBezTo>
                  <a:cubicBezTo>
                    <a:pt x="2" y="27"/>
                    <a:pt x="0" y="34"/>
                    <a:pt x="4" y="33"/>
                  </a:cubicBezTo>
                  <a:cubicBezTo>
                    <a:pt x="8" y="33"/>
                    <a:pt x="10" y="35"/>
                    <a:pt x="9" y="36"/>
                  </a:cubicBezTo>
                  <a:cubicBezTo>
                    <a:pt x="8" y="38"/>
                    <a:pt x="12" y="43"/>
                    <a:pt x="10" y="45"/>
                  </a:cubicBezTo>
                  <a:cubicBezTo>
                    <a:pt x="8" y="47"/>
                    <a:pt x="7" y="51"/>
                    <a:pt x="10" y="53"/>
                  </a:cubicBezTo>
                  <a:cubicBezTo>
                    <a:pt x="13" y="55"/>
                    <a:pt x="13" y="58"/>
                    <a:pt x="10" y="59"/>
                  </a:cubicBezTo>
                  <a:cubicBezTo>
                    <a:pt x="7" y="59"/>
                    <a:pt x="16" y="63"/>
                    <a:pt x="16" y="65"/>
                  </a:cubicBezTo>
                  <a:cubicBezTo>
                    <a:pt x="16" y="66"/>
                    <a:pt x="23" y="67"/>
                    <a:pt x="23" y="69"/>
                  </a:cubicBezTo>
                  <a:cubicBezTo>
                    <a:pt x="23" y="71"/>
                    <a:pt x="25" y="72"/>
                    <a:pt x="29" y="71"/>
                  </a:cubicBezTo>
                  <a:cubicBezTo>
                    <a:pt x="32" y="70"/>
                    <a:pt x="34" y="75"/>
                    <a:pt x="36" y="78"/>
                  </a:cubicBezTo>
                  <a:cubicBezTo>
                    <a:pt x="38" y="81"/>
                    <a:pt x="50" y="79"/>
                    <a:pt x="50" y="75"/>
                  </a:cubicBezTo>
                  <a:cubicBezTo>
                    <a:pt x="50" y="72"/>
                    <a:pt x="54" y="71"/>
                    <a:pt x="59" y="71"/>
                  </a:cubicBezTo>
                  <a:cubicBezTo>
                    <a:pt x="65" y="72"/>
                    <a:pt x="72" y="79"/>
                    <a:pt x="75" y="80"/>
                  </a:cubicBezTo>
                  <a:cubicBezTo>
                    <a:pt x="77" y="81"/>
                    <a:pt x="83" y="78"/>
                    <a:pt x="86" y="78"/>
                  </a:cubicBezTo>
                  <a:cubicBezTo>
                    <a:pt x="90" y="78"/>
                    <a:pt x="95" y="73"/>
                    <a:pt x="97" y="71"/>
                  </a:cubicBezTo>
                  <a:cubicBezTo>
                    <a:pt x="99" y="70"/>
                    <a:pt x="102" y="75"/>
                    <a:pt x="106" y="74"/>
                  </a:cubicBezTo>
                  <a:cubicBezTo>
                    <a:pt x="109" y="72"/>
                    <a:pt x="112" y="70"/>
                    <a:pt x="114" y="71"/>
                  </a:cubicBezTo>
                  <a:cubicBezTo>
                    <a:pt x="116" y="72"/>
                    <a:pt x="109" y="78"/>
                    <a:pt x="111" y="80"/>
                  </a:cubicBezTo>
                  <a:cubicBezTo>
                    <a:pt x="112" y="81"/>
                    <a:pt x="112" y="83"/>
                    <a:pt x="111" y="84"/>
                  </a:cubicBezTo>
                  <a:cubicBezTo>
                    <a:pt x="118" y="83"/>
                    <a:pt x="118" y="78"/>
                    <a:pt x="118" y="76"/>
                  </a:cubicBezTo>
                  <a:cubicBezTo>
                    <a:pt x="119" y="74"/>
                    <a:pt x="120" y="72"/>
                    <a:pt x="123" y="74"/>
                  </a:cubicBezTo>
                  <a:cubicBezTo>
                    <a:pt x="125" y="75"/>
                    <a:pt x="128" y="76"/>
                    <a:pt x="133" y="74"/>
                  </a:cubicBezTo>
                  <a:cubicBezTo>
                    <a:pt x="138" y="71"/>
                    <a:pt x="138" y="70"/>
                    <a:pt x="140" y="72"/>
                  </a:cubicBezTo>
                  <a:cubicBezTo>
                    <a:pt x="142" y="74"/>
                    <a:pt x="146" y="73"/>
                    <a:pt x="153" y="73"/>
                  </a:cubicBezTo>
                  <a:cubicBezTo>
                    <a:pt x="160" y="73"/>
                    <a:pt x="161" y="68"/>
                    <a:pt x="168" y="68"/>
                  </a:cubicBezTo>
                  <a:cubicBezTo>
                    <a:pt x="175" y="69"/>
                    <a:pt x="180" y="66"/>
                    <a:pt x="180" y="66"/>
                  </a:cubicBezTo>
                  <a:cubicBezTo>
                    <a:pt x="185" y="68"/>
                    <a:pt x="185" y="68"/>
                    <a:pt x="185" y="68"/>
                  </a:cubicBezTo>
                  <a:cubicBezTo>
                    <a:pt x="186" y="66"/>
                    <a:pt x="186" y="64"/>
                    <a:pt x="190" y="64"/>
                  </a:cubicBezTo>
                  <a:cubicBezTo>
                    <a:pt x="195" y="63"/>
                    <a:pt x="197" y="67"/>
                    <a:pt x="200" y="66"/>
                  </a:cubicBezTo>
                  <a:cubicBezTo>
                    <a:pt x="202" y="65"/>
                    <a:pt x="211" y="74"/>
                    <a:pt x="212" y="68"/>
                  </a:cubicBezTo>
                  <a:cubicBezTo>
                    <a:pt x="212" y="66"/>
                    <a:pt x="208" y="59"/>
                    <a:pt x="206" y="59"/>
                  </a:cubicBezTo>
                  <a:close/>
                  <a:moveTo>
                    <a:pt x="19" y="16"/>
                  </a:moveTo>
                  <a:cubicBezTo>
                    <a:pt x="23" y="14"/>
                    <a:pt x="32" y="16"/>
                    <a:pt x="34" y="14"/>
                  </a:cubicBezTo>
                  <a:cubicBezTo>
                    <a:pt x="36" y="12"/>
                    <a:pt x="28" y="10"/>
                    <a:pt x="25" y="8"/>
                  </a:cubicBezTo>
                  <a:cubicBezTo>
                    <a:pt x="24" y="6"/>
                    <a:pt x="23" y="4"/>
                    <a:pt x="22" y="2"/>
                  </a:cubicBezTo>
                  <a:cubicBezTo>
                    <a:pt x="21" y="3"/>
                    <a:pt x="19" y="3"/>
                    <a:pt x="18" y="3"/>
                  </a:cubicBezTo>
                  <a:cubicBezTo>
                    <a:pt x="15" y="1"/>
                    <a:pt x="8" y="2"/>
                    <a:pt x="6" y="3"/>
                  </a:cubicBezTo>
                  <a:cubicBezTo>
                    <a:pt x="5" y="3"/>
                    <a:pt x="7" y="7"/>
                    <a:pt x="7" y="10"/>
                  </a:cubicBezTo>
                  <a:cubicBezTo>
                    <a:pt x="7" y="13"/>
                    <a:pt x="4" y="14"/>
                    <a:pt x="4" y="15"/>
                  </a:cubicBezTo>
                  <a:cubicBezTo>
                    <a:pt x="4" y="17"/>
                    <a:pt x="3" y="18"/>
                    <a:pt x="1" y="19"/>
                  </a:cubicBezTo>
                  <a:cubicBezTo>
                    <a:pt x="4" y="21"/>
                    <a:pt x="6" y="22"/>
                    <a:pt x="8" y="22"/>
                  </a:cubicBezTo>
                  <a:cubicBezTo>
                    <a:pt x="13" y="22"/>
                    <a:pt x="15" y="17"/>
                    <a:pt x="19" y="16"/>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1" name="Freeform 57"/>
            <p:cNvSpPr>
              <a:spLocks noChangeArrowheads="1"/>
            </p:cNvSpPr>
            <p:nvPr/>
          </p:nvSpPr>
          <p:spPr bwMode="auto">
            <a:xfrm>
              <a:off x="5329256" y="1657351"/>
              <a:ext cx="50800" cy="47625"/>
            </a:xfrm>
            <a:custGeom>
              <a:avLst/>
              <a:gdLst>
                <a:gd name="T0" fmla="*/ 12 w 26"/>
                <a:gd name="T1" fmla="*/ 0 h 25"/>
                <a:gd name="T2" fmla="*/ 0 w 26"/>
                <a:gd name="T3" fmla="*/ 8 h 25"/>
                <a:gd name="T4" fmla="*/ 1 w 26"/>
                <a:gd name="T5" fmla="*/ 11 h 25"/>
                <a:gd name="T6" fmla="*/ 8 w 26"/>
                <a:gd name="T7" fmla="*/ 18 h 25"/>
                <a:gd name="T8" fmla="*/ 9 w 26"/>
                <a:gd name="T9" fmla="*/ 25 h 25"/>
                <a:gd name="T10" fmla="*/ 14 w 26"/>
                <a:gd name="T11" fmla="*/ 25 h 25"/>
                <a:gd name="T12" fmla="*/ 25 w 26"/>
                <a:gd name="T13" fmla="*/ 11 h 25"/>
                <a:gd name="T14" fmla="*/ 12 w 26"/>
                <a:gd name="T15" fmla="*/ 0 h 25"/>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25"/>
                <a:gd name="T26" fmla="*/ 26 w 26"/>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25">
                  <a:moveTo>
                    <a:pt x="12" y="0"/>
                  </a:moveTo>
                  <a:cubicBezTo>
                    <a:pt x="8" y="0"/>
                    <a:pt x="1" y="4"/>
                    <a:pt x="0" y="8"/>
                  </a:cubicBezTo>
                  <a:cubicBezTo>
                    <a:pt x="0" y="8"/>
                    <a:pt x="1" y="10"/>
                    <a:pt x="1" y="11"/>
                  </a:cubicBezTo>
                  <a:cubicBezTo>
                    <a:pt x="2" y="14"/>
                    <a:pt x="5" y="17"/>
                    <a:pt x="8" y="18"/>
                  </a:cubicBezTo>
                  <a:cubicBezTo>
                    <a:pt x="10" y="19"/>
                    <a:pt x="10" y="22"/>
                    <a:pt x="9" y="25"/>
                  </a:cubicBezTo>
                  <a:cubicBezTo>
                    <a:pt x="11" y="25"/>
                    <a:pt x="13" y="25"/>
                    <a:pt x="14" y="25"/>
                  </a:cubicBezTo>
                  <a:cubicBezTo>
                    <a:pt x="17" y="24"/>
                    <a:pt x="24" y="14"/>
                    <a:pt x="25" y="11"/>
                  </a:cubicBezTo>
                  <a:cubicBezTo>
                    <a:pt x="26" y="8"/>
                    <a:pt x="17" y="1"/>
                    <a:pt x="12" y="0"/>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2" name="Freeform 58"/>
            <p:cNvSpPr>
              <a:spLocks noChangeArrowheads="1"/>
            </p:cNvSpPr>
            <p:nvPr/>
          </p:nvSpPr>
          <p:spPr bwMode="auto">
            <a:xfrm>
              <a:off x="6302396" y="1477963"/>
              <a:ext cx="147638" cy="141288"/>
            </a:xfrm>
            <a:custGeom>
              <a:avLst/>
              <a:gdLst>
                <a:gd name="T0" fmla="*/ 74 w 77"/>
                <a:gd name="T1" fmla="*/ 4 h 74"/>
                <a:gd name="T2" fmla="*/ 65 w 77"/>
                <a:gd name="T3" fmla="*/ 0 h 74"/>
                <a:gd name="T4" fmla="*/ 58 w 77"/>
                <a:gd name="T5" fmla="*/ 9 h 74"/>
                <a:gd name="T6" fmla="*/ 50 w 77"/>
                <a:gd name="T7" fmla="*/ 15 h 74"/>
                <a:gd name="T8" fmla="*/ 46 w 77"/>
                <a:gd name="T9" fmla="*/ 19 h 74"/>
                <a:gd name="T10" fmla="*/ 38 w 77"/>
                <a:gd name="T11" fmla="*/ 21 h 74"/>
                <a:gd name="T12" fmla="*/ 31 w 77"/>
                <a:gd name="T13" fmla="*/ 18 h 74"/>
                <a:gd name="T14" fmla="*/ 24 w 77"/>
                <a:gd name="T15" fmla="*/ 26 h 74"/>
                <a:gd name="T16" fmla="*/ 3 w 77"/>
                <a:gd name="T17" fmla="*/ 38 h 74"/>
                <a:gd name="T18" fmla="*/ 0 w 77"/>
                <a:gd name="T19" fmla="*/ 43 h 74"/>
                <a:gd name="T20" fmla="*/ 13 w 77"/>
                <a:gd name="T21" fmla="*/ 49 h 74"/>
                <a:gd name="T22" fmla="*/ 6 w 77"/>
                <a:gd name="T23" fmla="*/ 62 h 74"/>
                <a:gd name="T24" fmla="*/ 8 w 77"/>
                <a:gd name="T25" fmla="*/ 68 h 74"/>
                <a:gd name="T26" fmla="*/ 14 w 77"/>
                <a:gd name="T27" fmla="*/ 71 h 74"/>
                <a:gd name="T28" fmla="*/ 22 w 77"/>
                <a:gd name="T29" fmla="*/ 70 h 74"/>
                <a:gd name="T30" fmla="*/ 25 w 77"/>
                <a:gd name="T31" fmla="*/ 71 h 74"/>
                <a:gd name="T32" fmla="*/ 31 w 77"/>
                <a:gd name="T33" fmla="*/ 66 h 74"/>
                <a:gd name="T34" fmla="*/ 42 w 77"/>
                <a:gd name="T35" fmla="*/ 64 h 74"/>
                <a:gd name="T36" fmla="*/ 48 w 77"/>
                <a:gd name="T37" fmla="*/ 62 h 74"/>
                <a:gd name="T38" fmla="*/ 38 w 77"/>
                <a:gd name="T39" fmla="*/ 52 h 74"/>
                <a:gd name="T40" fmla="*/ 41 w 77"/>
                <a:gd name="T41" fmla="*/ 42 h 74"/>
                <a:gd name="T42" fmla="*/ 61 w 77"/>
                <a:gd name="T43" fmla="*/ 30 h 74"/>
                <a:gd name="T44" fmla="*/ 65 w 77"/>
                <a:gd name="T45" fmla="*/ 17 h 74"/>
                <a:gd name="T46" fmla="*/ 77 w 77"/>
                <a:gd name="T47" fmla="*/ 4 h 74"/>
                <a:gd name="T48" fmla="*/ 74 w 77"/>
                <a:gd name="T49" fmla="*/ 4 h 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7"/>
                <a:gd name="T76" fmla="*/ 0 h 74"/>
                <a:gd name="T77" fmla="*/ 77 w 77"/>
                <a:gd name="T78" fmla="*/ 74 h 7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7" h="74">
                  <a:moveTo>
                    <a:pt x="74" y="4"/>
                  </a:moveTo>
                  <a:cubicBezTo>
                    <a:pt x="70" y="5"/>
                    <a:pt x="68" y="0"/>
                    <a:pt x="65" y="0"/>
                  </a:cubicBezTo>
                  <a:cubicBezTo>
                    <a:pt x="61" y="0"/>
                    <a:pt x="62" y="9"/>
                    <a:pt x="58" y="9"/>
                  </a:cubicBezTo>
                  <a:cubicBezTo>
                    <a:pt x="54" y="9"/>
                    <a:pt x="55" y="14"/>
                    <a:pt x="50" y="15"/>
                  </a:cubicBezTo>
                  <a:cubicBezTo>
                    <a:pt x="45" y="16"/>
                    <a:pt x="43" y="16"/>
                    <a:pt x="46" y="19"/>
                  </a:cubicBezTo>
                  <a:cubicBezTo>
                    <a:pt x="48" y="23"/>
                    <a:pt x="43" y="21"/>
                    <a:pt x="38" y="21"/>
                  </a:cubicBezTo>
                  <a:cubicBezTo>
                    <a:pt x="34" y="21"/>
                    <a:pt x="34" y="18"/>
                    <a:pt x="31" y="18"/>
                  </a:cubicBezTo>
                  <a:cubicBezTo>
                    <a:pt x="28" y="18"/>
                    <a:pt x="26" y="24"/>
                    <a:pt x="24" y="26"/>
                  </a:cubicBezTo>
                  <a:cubicBezTo>
                    <a:pt x="22" y="29"/>
                    <a:pt x="7" y="36"/>
                    <a:pt x="3" y="38"/>
                  </a:cubicBezTo>
                  <a:cubicBezTo>
                    <a:pt x="2" y="39"/>
                    <a:pt x="1" y="41"/>
                    <a:pt x="0" y="43"/>
                  </a:cubicBezTo>
                  <a:cubicBezTo>
                    <a:pt x="5" y="43"/>
                    <a:pt x="10" y="46"/>
                    <a:pt x="13" y="49"/>
                  </a:cubicBezTo>
                  <a:cubicBezTo>
                    <a:pt x="16" y="53"/>
                    <a:pt x="9" y="58"/>
                    <a:pt x="6" y="62"/>
                  </a:cubicBezTo>
                  <a:cubicBezTo>
                    <a:pt x="3" y="65"/>
                    <a:pt x="8" y="65"/>
                    <a:pt x="8" y="68"/>
                  </a:cubicBezTo>
                  <a:cubicBezTo>
                    <a:pt x="8" y="71"/>
                    <a:pt x="12" y="74"/>
                    <a:pt x="14" y="71"/>
                  </a:cubicBezTo>
                  <a:cubicBezTo>
                    <a:pt x="15" y="69"/>
                    <a:pt x="18" y="70"/>
                    <a:pt x="22" y="70"/>
                  </a:cubicBezTo>
                  <a:cubicBezTo>
                    <a:pt x="24" y="70"/>
                    <a:pt x="24" y="70"/>
                    <a:pt x="25" y="71"/>
                  </a:cubicBezTo>
                  <a:cubicBezTo>
                    <a:pt x="27" y="69"/>
                    <a:pt x="30" y="67"/>
                    <a:pt x="31" y="66"/>
                  </a:cubicBezTo>
                  <a:cubicBezTo>
                    <a:pt x="33" y="64"/>
                    <a:pt x="38" y="64"/>
                    <a:pt x="42" y="64"/>
                  </a:cubicBezTo>
                  <a:cubicBezTo>
                    <a:pt x="44" y="64"/>
                    <a:pt x="46" y="63"/>
                    <a:pt x="48" y="62"/>
                  </a:cubicBezTo>
                  <a:cubicBezTo>
                    <a:pt x="43" y="57"/>
                    <a:pt x="39" y="53"/>
                    <a:pt x="38" y="52"/>
                  </a:cubicBezTo>
                  <a:cubicBezTo>
                    <a:pt x="34" y="50"/>
                    <a:pt x="36" y="43"/>
                    <a:pt x="41" y="42"/>
                  </a:cubicBezTo>
                  <a:cubicBezTo>
                    <a:pt x="46" y="41"/>
                    <a:pt x="57" y="32"/>
                    <a:pt x="61" y="30"/>
                  </a:cubicBezTo>
                  <a:cubicBezTo>
                    <a:pt x="64" y="28"/>
                    <a:pt x="62" y="22"/>
                    <a:pt x="65" y="17"/>
                  </a:cubicBezTo>
                  <a:cubicBezTo>
                    <a:pt x="66" y="14"/>
                    <a:pt x="72" y="9"/>
                    <a:pt x="77" y="4"/>
                  </a:cubicBezTo>
                  <a:cubicBezTo>
                    <a:pt x="76" y="4"/>
                    <a:pt x="75" y="4"/>
                    <a:pt x="74" y="4"/>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3" name="Freeform 59"/>
            <p:cNvSpPr>
              <a:spLocks noChangeArrowheads="1"/>
            </p:cNvSpPr>
            <p:nvPr/>
          </p:nvSpPr>
          <p:spPr bwMode="auto">
            <a:xfrm>
              <a:off x="5373706" y="1793876"/>
              <a:ext cx="166689" cy="95250"/>
            </a:xfrm>
            <a:custGeom>
              <a:avLst/>
              <a:gdLst>
                <a:gd name="T0" fmla="*/ 85 w 87"/>
                <a:gd name="T1" fmla="*/ 32 h 50"/>
                <a:gd name="T2" fmla="*/ 83 w 87"/>
                <a:gd name="T3" fmla="*/ 32 h 50"/>
                <a:gd name="T4" fmla="*/ 68 w 87"/>
                <a:gd name="T5" fmla="*/ 29 h 50"/>
                <a:gd name="T6" fmla="*/ 46 w 87"/>
                <a:gd name="T7" fmla="*/ 20 h 50"/>
                <a:gd name="T8" fmla="*/ 23 w 87"/>
                <a:gd name="T9" fmla="*/ 3 h 50"/>
                <a:gd name="T10" fmla="*/ 14 w 87"/>
                <a:gd name="T11" fmla="*/ 2 h 50"/>
                <a:gd name="T12" fmla="*/ 7 w 87"/>
                <a:gd name="T13" fmla="*/ 4 h 50"/>
                <a:gd name="T14" fmla="*/ 2 w 87"/>
                <a:gd name="T15" fmla="*/ 10 h 50"/>
                <a:gd name="T16" fmla="*/ 0 w 87"/>
                <a:gd name="T17" fmla="*/ 19 h 50"/>
                <a:gd name="T18" fmla="*/ 6 w 87"/>
                <a:gd name="T19" fmla="*/ 23 h 50"/>
                <a:gd name="T20" fmla="*/ 15 w 87"/>
                <a:gd name="T21" fmla="*/ 27 h 50"/>
                <a:gd name="T22" fmla="*/ 23 w 87"/>
                <a:gd name="T23" fmla="*/ 32 h 50"/>
                <a:gd name="T24" fmla="*/ 33 w 87"/>
                <a:gd name="T25" fmla="*/ 37 h 50"/>
                <a:gd name="T26" fmla="*/ 43 w 87"/>
                <a:gd name="T27" fmla="*/ 35 h 50"/>
                <a:gd name="T28" fmla="*/ 50 w 87"/>
                <a:gd name="T29" fmla="*/ 42 h 50"/>
                <a:gd name="T30" fmla="*/ 64 w 87"/>
                <a:gd name="T31" fmla="*/ 47 h 50"/>
                <a:gd name="T32" fmla="*/ 84 w 87"/>
                <a:gd name="T33" fmla="*/ 46 h 50"/>
                <a:gd name="T34" fmla="*/ 84 w 87"/>
                <a:gd name="T35" fmla="*/ 34 h 50"/>
                <a:gd name="T36" fmla="*/ 85 w 87"/>
                <a:gd name="T37" fmla="*/ 32 h 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7"/>
                <a:gd name="T58" fmla="*/ 0 h 50"/>
                <a:gd name="T59" fmla="*/ 87 w 87"/>
                <a:gd name="T60" fmla="*/ 50 h 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7" h="50">
                  <a:moveTo>
                    <a:pt x="85" y="32"/>
                  </a:moveTo>
                  <a:cubicBezTo>
                    <a:pt x="84" y="32"/>
                    <a:pt x="84" y="31"/>
                    <a:pt x="83" y="32"/>
                  </a:cubicBezTo>
                  <a:cubicBezTo>
                    <a:pt x="76" y="32"/>
                    <a:pt x="72" y="29"/>
                    <a:pt x="68" y="29"/>
                  </a:cubicBezTo>
                  <a:cubicBezTo>
                    <a:pt x="64" y="29"/>
                    <a:pt x="51" y="24"/>
                    <a:pt x="46" y="20"/>
                  </a:cubicBezTo>
                  <a:cubicBezTo>
                    <a:pt x="41" y="16"/>
                    <a:pt x="27" y="7"/>
                    <a:pt x="23" y="3"/>
                  </a:cubicBezTo>
                  <a:cubicBezTo>
                    <a:pt x="20" y="0"/>
                    <a:pt x="15" y="0"/>
                    <a:pt x="14" y="2"/>
                  </a:cubicBezTo>
                  <a:cubicBezTo>
                    <a:pt x="14" y="3"/>
                    <a:pt x="11" y="3"/>
                    <a:pt x="7" y="4"/>
                  </a:cubicBezTo>
                  <a:cubicBezTo>
                    <a:pt x="6" y="5"/>
                    <a:pt x="2" y="8"/>
                    <a:pt x="2" y="10"/>
                  </a:cubicBezTo>
                  <a:cubicBezTo>
                    <a:pt x="2" y="13"/>
                    <a:pt x="0" y="16"/>
                    <a:pt x="0" y="19"/>
                  </a:cubicBezTo>
                  <a:cubicBezTo>
                    <a:pt x="0" y="21"/>
                    <a:pt x="5" y="21"/>
                    <a:pt x="6" y="23"/>
                  </a:cubicBezTo>
                  <a:cubicBezTo>
                    <a:pt x="7" y="25"/>
                    <a:pt x="15" y="26"/>
                    <a:pt x="15" y="27"/>
                  </a:cubicBezTo>
                  <a:cubicBezTo>
                    <a:pt x="15" y="29"/>
                    <a:pt x="20" y="31"/>
                    <a:pt x="23" y="32"/>
                  </a:cubicBezTo>
                  <a:cubicBezTo>
                    <a:pt x="27" y="32"/>
                    <a:pt x="31" y="36"/>
                    <a:pt x="33" y="37"/>
                  </a:cubicBezTo>
                  <a:cubicBezTo>
                    <a:pt x="35" y="39"/>
                    <a:pt x="41" y="35"/>
                    <a:pt x="43" y="35"/>
                  </a:cubicBezTo>
                  <a:cubicBezTo>
                    <a:pt x="46" y="35"/>
                    <a:pt x="49" y="39"/>
                    <a:pt x="50" y="42"/>
                  </a:cubicBezTo>
                  <a:cubicBezTo>
                    <a:pt x="50" y="44"/>
                    <a:pt x="62" y="45"/>
                    <a:pt x="64" y="47"/>
                  </a:cubicBezTo>
                  <a:cubicBezTo>
                    <a:pt x="67" y="50"/>
                    <a:pt x="81" y="48"/>
                    <a:pt x="84" y="46"/>
                  </a:cubicBezTo>
                  <a:cubicBezTo>
                    <a:pt x="87" y="43"/>
                    <a:pt x="84" y="38"/>
                    <a:pt x="84" y="34"/>
                  </a:cubicBezTo>
                  <a:cubicBezTo>
                    <a:pt x="84" y="33"/>
                    <a:pt x="85" y="32"/>
                    <a:pt x="85" y="32"/>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4" name="Freeform 60"/>
            <p:cNvSpPr>
              <a:spLocks noChangeArrowheads="1"/>
            </p:cNvSpPr>
            <p:nvPr/>
          </p:nvSpPr>
          <p:spPr bwMode="auto">
            <a:xfrm>
              <a:off x="5615007" y="1836739"/>
              <a:ext cx="182564" cy="407989"/>
            </a:xfrm>
            <a:custGeom>
              <a:avLst/>
              <a:gdLst>
                <a:gd name="T0" fmla="*/ 78 w 96"/>
                <a:gd name="T1" fmla="*/ 193 h 213"/>
                <a:gd name="T2" fmla="*/ 74 w 96"/>
                <a:gd name="T3" fmla="*/ 185 h 213"/>
                <a:gd name="T4" fmla="*/ 70 w 96"/>
                <a:gd name="T5" fmla="*/ 171 h 213"/>
                <a:gd name="T6" fmla="*/ 66 w 96"/>
                <a:gd name="T7" fmla="*/ 159 h 213"/>
                <a:gd name="T8" fmla="*/ 67 w 96"/>
                <a:gd name="T9" fmla="*/ 151 h 213"/>
                <a:gd name="T10" fmla="*/ 68 w 96"/>
                <a:gd name="T11" fmla="*/ 146 h 213"/>
                <a:gd name="T12" fmla="*/ 66 w 96"/>
                <a:gd name="T13" fmla="*/ 138 h 213"/>
                <a:gd name="T14" fmla="*/ 57 w 96"/>
                <a:gd name="T15" fmla="*/ 128 h 213"/>
                <a:gd name="T16" fmla="*/ 59 w 96"/>
                <a:gd name="T17" fmla="*/ 110 h 213"/>
                <a:gd name="T18" fmla="*/ 66 w 96"/>
                <a:gd name="T19" fmla="*/ 106 h 213"/>
                <a:gd name="T20" fmla="*/ 74 w 96"/>
                <a:gd name="T21" fmla="*/ 104 h 213"/>
                <a:gd name="T22" fmla="*/ 84 w 96"/>
                <a:gd name="T23" fmla="*/ 98 h 213"/>
                <a:gd name="T24" fmla="*/ 90 w 96"/>
                <a:gd name="T25" fmla="*/ 93 h 213"/>
                <a:gd name="T26" fmla="*/ 96 w 96"/>
                <a:gd name="T27" fmla="*/ 84 h 213"/>
                <a:gd name="T28" fmla="*/ 96 w 96"/>
                <a:gd name="T29" fmla="*/ 84 h 213"/>
                <a:gd name="T30" fmla="*/ 91 w 96"/>
                <a:gd name="T31" fmla="*/ 85 h 213"/>
                <a:gd name="T32" fmla="*/ 84 w 96"/>
                <a:gd name="T33" fmla="*/ 81 h 213"/>
                <a:gd name="T34" fmla="*/ 78 w 96"/>
                <a:gd name="T35" fmla="*/ 78 h 213"/>
                <a:gd name="T36" fmla="*/ 78 w 96"/>
                <a:gd name="T37" fmla="*/ 71 h 213"/>
                <a:gd name="T38" fmla="*/ 74 w 96"/>
                <a:gd name="T39" fmla="*/ 66 h 213"/>
                <a:gd name="T40" fmla="*/ 70 w 96"/>
                <a:gd name="T41" fmla="*/ 56 h 213"/>
                <a:gd name="T42" fmla="*/ 60 w 96"/>
                <a:gd name="T43" fmla="*/ 54 h 213"/>
                <a:gd name="T44" fmla="*/ 58 w 96"/>
                <a:gd name="T45" fmla="*/ 49 h 213"/>
                <a:gd name="T46" fmla="*/ 67 w 96"/>
                <a:gd name="T47" fmla="*/ 33 h 213"/>
                <a:gd name="T48" fmla="*/ 70 w 96"/>
                <a:gd name="T49" fmla="*/ 17 h 213"/>
                <a:gd name="T50" fmla="*/ 65 w 96"/>
                <a:gd name="T51" fmla="*/ 11 h 213"/>
                <a:gd name="T52" fmla="*/ 63 w 96"/>
                <a:gd name="T53" fmla="*/ 5 h 213"/>
                <a:gd name="T54" fmla="*/ 55 w 96"/>
                <a:gd name="T55" fmla="*/ 2 h 213"/>
                <a:gd name="T56" fmla="*/ 53 w 96"/>
                <a:gd name="T57" fmla="*/ 3 h 213"/>
                <a:gd name="T58" fmla="*/ 54 w 96"/>
                <a:gd name="T59" fmla="*/ 3 h 213"/>
                <a:gd name="T60" fmla="*/ 51 w 96"/>
                <a:gd name="T61" fmla="*/ 8 h 213"/>
                <a:gd name="T62" fmla="*/ 52 w 96"/>
                <a:gd name="T63" fmla="*/ 16 h 213"/>
                <a:gd name="T64" fmla="*/ 47 w 96"/>
                <a:gd name="T65" fmla="*/ 16 h 213"/>
                <a:gd name="T66" fmla="*/ 38 w 96"/>
                <a:gd name="T67" fmla="*/ 20 h 213"/>
                <a:gd name="T68" fmla="*/ 30 w 96"/>
                <a:gd name="T69" fmla="*/ 28 h 213"/>
                <a:gd name="T70" fmla="*/ 27 w 96"/>
                <a:gd name="T71" fmla="*/ 42 h 213"/>
                <a:gd name="T72" fmla="*/ 23 w 96"/>
                <a:gd name="T73" fmla="*/ 56 h 213"/>
                <a:gd name="T74" fmla="*/ 14 w 96"/>
                <a:gd name="T75" fmla="*/ 56 h 213"/>
                <a:gd name="T76" fmla="*/ 12 w 96"/>
                <a:gd name="T77" fmla="*/ 67 h 213"/>
                <a:gd name="T78" fmla="*/ 9 w 96"/>
                <a:gd name="T79" fmla="*/ 79 h 213"/>
                <a:gd name="T80" fmla="*/ 4 w 96"/>
                <a:gd name="T81" fmla="*/ 87 h 213"/>
                <a:gd name="T82" fmla="*/ 0 w 96"/>
                <a:gd name="T83" fmla="*/ 91 h 213"/>
                <a:gd name="T84" fmla="*/ 10 w 96"/>
                <a:gd name="T85" fmla="*/ 102 h 213"/>
                <a:gd name="T86" fmla="*/ 23 w 96"/>
                <a:gd name="T87" fmla="*/ 125 h 213"/>
                <a:gd name="T88" fmla="*/ 22 w 96"/>
                <a:gd name="T89" fmla="*/ 143 h 213"/>
                <a:gd name="T90" fmla="*/ 26 w 96"/>
                <a:gd name="T91" fmla="*/ 149 h 213"/>
                <a:gd name="T92" fmla="*/ 37 w 96"/>
                <a:gd name="T93" fmla="*/ 148 h 213"/>
                <a:gd name="T94" fmla="*/ 47 w 96"/>
                <a:gd name="T95" fmla="*/ 136 h 213"/>
                <a:gd name="T96" fmla="*/ 53 w 96"/>
                <a:gd name="T97" fmla="*/ 141 h 213"/>
                <a:gd name="T98" fmla="*/ 57 w 96"/>
                <a:gd name="T99" fmla="*/ 153 h 213"/>
                <a:gd name="T100" fmla="*/ 63 w 96"/>
                <a:gd name="T101" fmla="*/ 178 h 213"/>
                <a:gd name="T102" fmla="*/ 67 w 96"/>
                <a:gd name="T103" fmla="*/ 195 h 213"/>
                <a:gd name="T104" fmla="*/ 69 w 96"/>
                <a:gd name="T105" fmla="*/ 209 h 213"/>
                <a:gd name="T106" fmla="*/ 68 w 96"/>
                <a:gd name="T107" fmla="*/ 212 h 213"/>
                <a:gd name="T108" fmla="*/ 78 w 96"/>
                <a:gd name="T109" fmla="*/ 193 h 21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6"/>
                <a:gd name="T166" fmla="*/ 0 h 213"/>
                <a:gd name="T167" fmla="*/ 96 w 96"/>
                <a:gd name="T168" fmla="*/ 213 h 21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6" h="213">
                  <a:moveTo>
                    <a:pt x="78" y="193"/>
                  </a:moveTo>
                  <a:cubicBezTo>
                    <a:pt x="78" y="189"/>
                    <a:pt x="74" y="188"/>
                    <a:pt x="74" y="185"/>
                  </a:cubicBezTo>
                  <a:cubicBezTo>
                    <a:pt x="74" y="181"/>
                    <a:pt x="74" y="175"/>
                    <a:pt x="70" y="171"/>
                  </a:cubicBezTo>
                  <a:cubicBezTo>
                    <a:pt x="65" y="167"/>
                    <a:pt x="63" y="161"/>
                    <a:pt x="66" y="159"/>
                  </a:cubicBezTo>
                  <a:cubicBezTo>
                    <a:pt x="68" y="157"/>
                    <a:pt x="66" y="150"/>
                    <a:pt x="67" y="151"/>
                  </a:cubicBezTo>
                  <a:cubicBezTo>
                    <a:pt x="69" y="151"/>
                    <a:pt x="71" y="147"/>
                    <a:pt x="68" y="146"/>
                  </a:cubicBezTo>
                  <a:cubicBezTo>
                    <a:pt x="65" y="144"/>
                    <a:pt x="68" y="139"/>
                    <a:pt x="66" y="138"/>
                  </a:cubicBezTo>
                  <a:cubicBezTo>
                    <a:pt x="63" y="137"/>
                    <a:pt x="57" y="130"/>
                    <a:pt x="57" y="128"/>
                  </a:cubicBezTo>
                  <a:cubicBezTo>
                    <a:pt x="57" y="126"/>
                    <a:pt x="59" y="113"/>
                    <a:pt x="59" y="110"/>
                  </a:cubicBezTo>
                  <a:cubicBezTo>
                    <a:pt x="60" y="107"/>
                    <a:pt x="64" y="106"/>
                    <a:pt x="66" y="106"/>
                  </a:cubicBezTo>
                  <a:cubicBezTo>
                    <a:pt x="67" y="106"/>
                    <a:pt x="72" y="107"/>
                    <a:pt x="74" y="104"/>
                  </a:cubicBezTo>
                  <a:cubicBezTo>
                    <a:pt x="76" y="101"/>
                    <a:pt x="83" y="100"/>
                    <a:pt x="84" y="98"/>
                  </a:cubicBezTo>
                  <a:cubicBezTo>
                    <a:pt x="85" y="96"/>
                    <a:pt x="90" y="96"/>
                    <a:pt x="90" y="93"/>
                  </a:cubicBezTo>
                  <a:cubicBezTo>
                    <a:pt x="90" y="90"/>
                    <a:pt x="96" y="84"/>
                    <a:pt x="96" y="84"/>
                  </a:cubicBezTo>
                  <a:cubicBezTo>
                    <a:pt x="96" y="84"/>
                    <a:pt x="96" y="84"/>
                    <a:pt x="96" y="84"/>
                  </a:cubicBezTo>
                  <a:cubicBezTo>
                    <a:pt x="96" y="83"/>
                    <a:pt x="94" y="84"/>
                    <a:pt x="91" y="85"/>
                  </a:cubicBezTo>
                  <a:cubicBezTo>
                    <a:pt x="86" y="87"/>
                    <a:pt x="84" y="84"/>
                    <a:pt x="84" y="81"/>
                  </a:cubicBezTo>
                  <a:cubicBezTo>
                    <a:pt x="85" y="78"/>
                    <a:pt x="81" y="78"/>
                    <a:pt x="78" y="78"/>
                  </a:cubicBezTo>
                  <a:cubicBezTo>
                    <a:pt x="75" y="78"/>
                    <a:pt x="77" y="74"/>
                    <a:pt x="78" y="71"/>
                  </a:cubicBezTo>
                  <a:cubicBezTo>
                    <a:pt x="79" y="68"/>
                    <a:pt x="77" y="66"/>
                    <a:pt x="74" y="66"/>
                  </a:cubicBezTo>
                  <a:cubicBezTo>
                    <a:pt x="70" y="65"/>
                    <a:pt x="69" y="58"/>
                    <a:pt x="70" y="56"/>
                  </a:cubicBezTo>
                  <a:cubicBezTo>
                    <a:pt x="71" y="54"/>
                    <a:pt x="63" y="53"/>
                    <a:pt x="60" y="54"/>
                  </a:cubicBezTo>
                  <a:cubicBezTo>
                    <a:pt x="56" y="56"/>
                    <a:pt x="59" y="51"/>
                    <a:pt x="58" y="49"/>
                  </a:cubicBezTo>
                  <a:cubicBezTo>
                    <a:pt x="57" y="46"/>
                    <a:pt x="62" y="38"/>
                    <a:pt x="67" y="33"/>
                  </a:cubicBezTo>
                  <a:cubicBezTo>
                    <a:pt x="72" y="28"/>
                    <a:pt x="70" y="22"/>
                    <a:pt x="70" y="17"/>
                  </a:cubicBezTo>
                  <a:cubicBezTo>
                    <a:pt x="70" y="11"/>
                    <a:pt x="68" y="11"/>
                    <a:pt x="65" y="11"/>
                  </a:cubicBezTo>
                  <a:cubicBezTo>
                    <a:pt x="63" y="11"/>
                    <a:pt x="63" y="8"/>
                    <a:pt x="63" y="5"/>
                  </a:cubicBezTo>
                  <a:cubicBezTo>
                    <a:pt x="63" y="2"/>
                    <a:pt x="58" y="0"/>
                    <a:pt x="55" y="2"/>
                  </a:cubicBezTo>
                  <a:cubicBezTo>
                    <a:pt x="55" y="2"/>
                    <a:pt x="54" y="2"/>
                    <a:pt x="53" y="3"/>
                  </a:cubicBezTo>
                  <a:cubicBezTo>
                    <a:pt x="54" y="3"/>
                    <a:pt x="54" y="3"/>
                    <a:pt x="54" y="3"/>
                  </a:cubicBezTo>
                  <a:cubicBezTo>
                    <a:pt x="54" y="3"/>
                    <a:pt x="53" y="7"/>
                    <a:pt x="51" y="8"/>
                  </a:cubicBezTo>
                  <a:cubicBezTo>
                    <a:pt x="49" y="9"/>
                    <a:pt x="49" y="12"/>
                    <a:pt x="52" y="16"/>
                  </a:cubicBezTo>
                  <a:cubicBezTo>
                    <a:pt x="55" y="20"/>
                    <a:pt x="48" y="18"/>
                    <a:pt x="47" y="16"/>
                  </a:cubicBezTo>
                  <a:cubicBezTo>
                    <a:pt x="46" y="13"/>
                    <a:pt x="41" y="17"/>
                    <a:pt x="38" y="20"/>
                  </a:cubicBezTo>
                  <a:cubicBezTo>
                    <a:pt x="35" y="22"/>
                    <a:pt x="30" y="24"/>
                    <a:pt x="30" y="28"/>
                  </a:cubicBezTo>
                  <a:cubicBezTo>
                    <a:pt x="30" y="33"/>
                    <a:pt x="26" y="38"/>
                    <a:pt x="27" y="42"/>
                  </a:cubicBezTo>
                  <a:cubicBezTo>
                    <a:pt x="28" y="46"/>
                    <a:pt x="23" y="54"/>
                    <a:pt x="23" y="56"/>
                  </a:cubicBezTo>
                  <a:cubicBezTo>
                    <a:pt x="23" y="58"/>
                    <a:pt x="15" y="56"/>
                    <a:pt x="14" y="56"/>
                  </a:cubicBezTo>
                  <a:cubicBezTo>
                    <a:pt x="13" y="56"/>
                    <a:pt x="14" y="64"/>
                    <a:pt x="12" y="67"/>
                  </a:cubicBezTo>
                  <a:cubicBezTo>
                    <a:pt x="10" y="69"/>
                    <a:pt x="11" y="79"/>
                    <a:pt x="9" y="79"/>
                  </a:cubicBezTo>
                  <a:cubicBezTo>
                    <a:pt x="6" y="79"/>
                    <a:pt x="4" y="87"/>
                    <a:pt x="4" y="87"/>
                  </a:cubicBezTo>
                  <a:cubicBezTo>
                    <a:pt x="4" y="87"/>
                    <a:pt x="2" y="89"/>
                    <a:pt x="0" y="91"/>
                  </a:cubicBezTo>
                  <a:cubicBezTo>
                    <a:pt x="2" y="95"/>
                    <a:pt x="6" y="100"/>
                    <a:pt x="10" y="102"/>
                  </a:cubicBezTo>
                  <a:cubicBezTo>
                    <a:pt x="17" y="104"/>
                    <a:pt x="21" y="118"/>
                    <a:pt x="23" y="125"/>
                  </a:cubicBezTo>
                  <a:cubicBezTo>
                    <a:pt x="25" y="132"/>
                    <a:pt x="24" y="139"/>
                    <a:pt x="22" y="143"/>
                  </a:cubicBezTo>
                  <a:cubicBezTo>
                    <a:pt x="19" y="147"/>
                    <a:pt x="22" y="147"/>
                    <a:pt x="26" y="149"/>
                  </a:cubicBezTo>
                  <a:cubicBezTo>
                    <a:pt x="30" y="151"/>
                    <a:pt x="34" y="152"/>
                    <a:pt x="37" y="148"/>
                  </a:cubicBezTo>
                  <a:cubicBezTo>
                    <a:pt x="40" y="144"/>
                    <a:pt x="46" y="141"/>
                    <a:pt x="47" y="136"/>
                  </a:cubicBezTo>
                  <a:cubicBezTo>
                    <a:pt x="48" y="132"/>
                    <a:pt x="50" y="138"/>
                    <a:pt x="53" y="141"/>
                  </a:cubicBezTo>
                  <a:cubicBezTo>
                    <a:pt x="55" y="143"/>
                    <a:pt x="57" y="148"/>
                    <a:pt x="57" y="153"/>
                  </a:cubicBezTo>
                  <a:cubicBezTo>
                    <a:pt x="58" y="159"/>
                    <a:pt x="58" y="173"/>
                    <a:pt x="63" y="178"/>
                  </a:cubicBezTo>
                  <a:cubicBezTo>
                    <a:pt x="68" y="182"/>
                    <a:pt x="69" y="192"/>
                    <a:pt x="67" y="195"/>
                  </a:cubicBezTo>
                  <a:cubicBezTo>
                    <a:pt x="66" y="199"/>
                    <a:pt x="70" y="205"/>
                    <a:pt x="69" y="209"/>
                  </a:cubicBezTo>
                  <a:cubicBezTo>
                    <a:pt x="68" y="209"/>
                    <a:pt x="68" y="211"/>
                    <a:pt x="68" y="212"/>
                  </a:cubicBezTo>
                  <a:cubicBezTo>
                    <a:pt x="72" y="213"/>
                    <a:pt x="78" y="193"/>
                    <a:pt x="78" y="193"/>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5" name="Freeform 61"/>
            <p:cNvSpPr>
              <a:spLocks noChangeArrowheads="1"/>
            </p:cNvSpPr>
            <p:nvPr/>
          </p:nvSpPr>
          <p:spPr bwMode="auto">
            <a:xfrm>
              <a:off x="5551507" y="1843089"/>
              <a:ext cx="65088" cy="39688"/>
            </a:xfrm>
            <a:custGeom>
              <a:avLst/>
              <a:gdLst>
                <a:gd name="T0" fmla="*/ 33 w 34"/>
                <a:gd name="T1" fmla="*/ 7 h 21"/>
                <a:gd name="T2" fmla="*/ 20 w 34"/>
                <a:gd name="T3" fmla="*/ 3 h 21"/>
                <a:gd name="T4" fmla="*/ 11 w 34"/>
                <a:gd name="T5" fmla="*/ 2 h 21"/>
                <a:gd name="T6" fmla="*/ 3 w 34"/>
                <a:gd name="T7" fmla="*/ 9 h 21"/>
                <a:gd name="T8" fmla="*/ 0 w 34"/>
                <a:gd name="T9" fmla="*/ 14 h 21"/>
                <a:gd name="T10" fmla="*/ 3 w 34"/>
                <a:gd name="T11" fmla="*/ 16 h 21"/>
                <a:gd name="T12" fmla="*/ 11 w 34"/>
                <a:gd name="T13" fmla="*/ 18 h 21"/>
                <a:gd name="T14" fmla="*/ 21 w 34"/>
                <a:gd name="T15" fmla="*/ 19 h 21"/>
                <a:gd name="T16" fmla="*/ 32 w 34"/>
                <a:gd name="T17" fmla="*/ 17 h 21"/>
                <a:gd name="T18" fmla="*/ 31 w 34"/>
                <a:gd name="T19" fmla="*/ 8 h 21"/>
                <a:gd name="T20" fmla="*/ 33 w 34"/>
                <a:gd name="T21" fmla="*/ 7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21"/>
                <a:gd name="T35" fmla="*/ 34 w 34"/>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21">
                  <a:moveTo>
                    <a:pt x="33" y="7"/>
                  </a:moveTo>
                  <a:cubicBezTo>
                    <a:pt x="26" y="1"/>
                    <a:pt x="24" y="6"/>
                    <a:pt x="20" y="3"/>
                  </a:cubicBezTo>
                  <a:cubicBezTo>
                    <a:pt x="15" y="1"/>
                    <a:pt x="13" y="0"/>
                    <a:pt x="11" y="2"/>
                  </a:cubicBezTo>
                  <a:cubicBezTo>
                    <a:pt x="8" y="4"/>
                    <a:pt x="5" y="3"/>
                    <a:pt x="3" y="9"/>
                  </a:cubicBezTo>
                  <a:cubicBezTo>
                    <a:pt x="2" y="11"/>
                    <a:pt x="1" y="12"/>
                    <a:pt x="0" y="14"/>
                  </a:cubicBezTo>
                  <a:cubicBezTo>
                    <a:pt x="1" y="15"/>
                    <a:pt x="2" y="16"/>
                    <a:pt x="3" y="16"/>
                  </a:cubicBezTo>
                  <a:cubicBezTo>
                    <a:pt x="5" y="16"/>
                    <a:pt x="7" y="19"/>
                    <a:pt x="11" y="18"/>
                  </a:cubicBezTo>
                  <a:cubicBezTo>
                    <a:pt x="14" y="17"/>
                    <a:pt x="16" y="20"/>
                    <a:pt x="21" y="19"/>
                  </a:cubicBezTo>
                  <a:cubicBezTo>
                    <a:pt x="26" y="17"/>
                    <a:pt x="31" y="21"/>
                    <a:pt x="32" y="17"/>
                  </a:cubicBezTo>
                  <a:cubicBezTo>
                    <a:pt x="34" y="14"/>
                    <a:pt x="31" y="8"/>
                    <a:pt x="31" y="8"/>
                  </a:cubicBezTo>
                  <a:cubicBezTo>
                    <a:pt x="31" y="8"/>
                    <a:pt x="32" y="7"/>
                    <a:pt x="33" y="7"/>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6" name="Freeform 62"/>
            <p:cNvSpPr>
              <a:spLocks noChangeArrowheads="1"/>
            </p:cNvSpPr>
            <p:nvPr/>
          </p:nvSpPr>
          <p:spPr bwMode="auto">
            <a:xfrm>
              <a:off x="5821383" y="1955802"/>
              <a:ext cx="160339" cy="331788"/>
            </a:xfrm>
            <a:custGeom>
              <a:avLst/>
              <a:gdLst>
                <a:gd name="T0" fmla="*/ 62 w 84"/>
                <a:gd name="T1" fmla="*/ 22 h 174"/>
                <a:gd name="T2" fmla="*/ 51 w 84"/>
                <a:gd name="T3" fmla="*/ 13 h 174"/>
                <a:gd name="T4" fmla="*/ 48 w 84"/>
                <a:gd name="T5" fmla="*/ 7 h 174"/>
                <a:gd name="T6" fmla="*/ 38 w 84"/>
                <a:gd name="T7" fmla="*/ 2 h 174"/>
                <a:gd name="T8" fmla="*/ 29 w 84"/>
                <a:gd name="T9" fmla="*/ 7 h 174"/>
                <a:gd name="T10" fmla="*/ 22 w 84"/>
                <a:gd name="T11" fmla="*/ 9 h 174"/>
                <a:gd name="T12" fmla="*/ 12 w 84"/>
                <a:gd name="T13" fmla="*/ 9 h 174"/>
                <a:gd name="T14" fmla="*/ 4 w 84"/>
                <a:gd name="T15" fmla="*/ 10 h 174"/>
                <a:gd name="T16" fmla="*/ 0 w 84"/>
                <a:gd name="T17" fmla="*/ 12 h 174"/>
                <a:gd name="T18" fmla="*/ 5 w 84"/>
                <a:gd name="T19" fmla="*/ 18 h 174"/>
                <a:gd name="T20" fmla="*/ 10 w 84"/>
                <a:gd name="T21" fmla="*/ 27 h 174"/>
                <a:gd name="T22" fmla="*/ 20 w 84"/>
                <a:gd name="T23" fmla="*/ 32 h 174"/>
                <a:gd name="T24" fmla="*/ 27 w 84"/>
                <a:gd name="T25" fmla="*/ 34 h 174"/>
                <a:gd name="T26" fmla="*/ 31 w 84"/>
                <a:gd name="T27" fmla="*/ 42 h 174"/>
                <a:gd name="T28" fmla="*/ 22 w 84"/>
                <a:gd name="T29" fmla="*/ 47 h 174"/>
                <a:gd name="T30" fmla="*/ 35 w 84"/>
                <a:gd name="T31" fmla="*/ 58 h 174"/>
                <a:gd name="T32" fmla="*/ 40 w 84"/>
                <a:gd name="T33" fmla="*/ 68 h 174"/>
                <a:gd name="T34" fmla="*/ 50 w 84"/>
                <a:gd name="T35" fmla="*/ 80 h 174"/>
                <a:gd name="T36" fmla="*/ 59 w 84"/>
                <a:gd name="T37" fmla="*/ 89 h 174"/>
                <a:gd name="T38" fmla="*/ 61 w 84"/>
                <a:gd name="T39" fmla="*/ 100 h 174"/>
                <a:gd name="T40" fmla="*/ 65 w 84"/>
                <a:gd name="T41" fmla="*/ 119 h 174"/>
                <a:gd name="T42" fmla="*/ 57 w 84"/>
                <a:gd name="T43" fmla="*/ 132 h 174"/>
                <a:gd name="T44" fmla="*/ 47 w 84"/>
                <a:gd name="T45" fmla="*/ 138 h 174"/>
                <a:gd name="T46" fmla="*/ 47 w 84"/>
                <a:gd name="T47" fmla="*/ 148 h 174"/>
                <a:gd name="T48" fmla="*/ 34 w 84"/>
                <a:gd name="T49" fmla="*/ 148 h 174"/>
                <a:gd name="T50" fmla="*/ 27 w 84"/>
                <a:gd name="T51" fmla="*/ 153 h 174"/>
                <a:gd name="T52" fmla="*/ 32 w 84"/>
                <a:gd name="T53" fmla="*/ 157 h 174"/>
                <a:gd name="T54" fmla="*/ 29 w 84"/>
                <a:gd name="T55" fmla="*/ 167 h 174"/>
                <a:gd name="T56" fmla="*/ 34 w 84"/>
                <a:gd name="T57" fmla="*/ 172 h 174"/>
                <a:gd name="T58" fmla="*/ 45 w 84"/>
                <a:gd name="T59" fmla="*/ 164 h 174"/>
                <a:gd name="T60" fmla="*/ 47 w 84"/>
                <a:gd name="T61" fmla="*/ 159 h 174"/>
                <a:gd name="T62" fmla="*/ 50 w 84"/>
                <a:gd name="T63" fmla="*/ 153 h 174"/>
                <a:gd name="T64" fmla="*/ 57 w 84"/>
                <a:gd name="T65" fmla="*/ 152 h 174"/>
                <a:gd name="T66" fmla="*/ 73 w 84"/>
                <a:gd name="T67" fmla="*/ 145 h 174"/>
                <a:gd name="T68" fmla="*/ 81 w 84"/>
                <a:gd name="T69" fmla="*/ 130 h 174"/>
                <a:gd name="T70" fmla="*/ 79 w 84"/>
                <a:gd name="T71" fmla="*/ 104 h 174"/>
                <a:gd name="T72" fmla="*/ 68 w 84"/>
                <a:gd name="T73" fmla="*/ 86 h 174"/>
                <a:gd name="T74" fmla="*/ 50 w 84"/>
                <a:gd name="T75" fmla="*/ 71 h 174"/>
                <a:gd name="T76" fmla="*/ 45 w 84"/>
                <a:gd name="T77" fmla="*/ 62 h 174"/>
                <a:gd name="T78" fmla="*/ 42 w 84"/>
                <a:gd name="T79" fmla="*/ 47 h 174"/>
                <a:gd name="T80" fmla="*/ 50 w 84"/>
                <a:gd name="T81" fmla="*/ 37 h 174"/>
                <a:gd name="T82" fmla="*/ 54 w 84"/>
                <a:gd name="T83" fmla="*/ 30 h 174"/>
                <a:gd name="T84" fmla="*/ 63 w 84"/>
                <a:gd name="T85" fmla="*/ 24 h 174"/>
                <a:gd name="T86" fmla="*/ 64 w 84"/>
                <a:gd name="T87" fmla="*/ 24 h 174"/>
                <a:gd name="T88" fmla="*/ 62 w 84"/>
                <a:gd name="T89" fmla="*/ 22 h 17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4"/>
                <a:gd name="T136" fmla="*/ 0 h 174"/>
                <a:gd name="T137" fmla="*/ 84 w 84"/>
                <a:gd name="T138" fmla="*/ 174 h 17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4" h="174">
                  <a:moveTo>
                    <a:pt x="62" y="22"/>
                  </a:moveTo>
                  <a:cubicBezTo>
                    <a:pt x="59" y="21"/>
                    <a:pt x="51" y="15"/>
                    <a:pt x="51" y="13"/>
                  </a:cubicBezTo>
                  <a:cubicBezTo>
                    <a:pt x="51" y="11"/>
                    <a:pt x="55" y="7"/>
                    <a:pt x="48" y="7"/>
                  </a:cubicBezTo>
                  <a:cubicBezTo>
                    <a:pt x="40" y="6"/>
                    <a:pt x="40" y="3"/>
                    <a:pt x="38" y="2"/>
                  </a:cubicBezTo>
                  <a:cubicBezTo>
                    <a:pt x="37" y="0"/>
                    <a:pt x="31" y="4"/>
                    <a:pt x="29" y="7"/>
                  </a:cubicBezTo>
                  <a:cubicBezTo>
                    <a:pt x="28" y="11"/>
                    <a:pt x="26" y="7"/>
                    <a:pt x="22" y="9"/>
                  </a:cubicBezTo>
                  <a:cubicBezTo>
                    <a:pt x="18" y="11"/>
                    <a:pt x="14" y="6"/>
                    <a:pt x="12" y="9"/>
                  </a:cubicBezTo>
                  <a:cubicBezTo>
                    <a:pt x="10" y="12"/>
                    <a:pt x="6" y="7"/>
                    <a:pt x="4" y="10"/>
                  </a:cubicBezTo>
                  <a:cubicBezTo>
                    <a:pt x="3" y="11"/>
                    <a:pt x="2" y="11"/>
                    <a:pt x="0" y="12"/>
                  </a:cubicBezTo>
                  <a:cubicBezTo>
                    <a:pt x="2" y="14"/>
                    <a:pt x="5" y="16"/>
                    <a:pt x="5" y="18"/>
                  </a:cubicBezTo>
                  <a:cubicBezTo>
                    <a:pt x="5" y="21"/>
                    <a:pt x="10" y="23"/>
                    <a:pt x="10" y="27"/>
                  </a:cubicBezTo>
                  <a:cubicBezTo>
                    <a:pt x="10" y="30"/>
                    <a:pt x="17" y="33"/>
                    <a:pt x="20" y="32"/>
                  </a:cubicBezTo>
                  <a:cubicBezTo>
                    <a:pt x="22" y="30"/>
                    <a:pt x="27" y="29"/>
                    <a:pt x="27" y="34"/>
                  </a:cubicBezTo>
                  <a:cubicBezTo>
                    <a:pt x="28" y="39"/>
                    <a:pt x="31" y="39"/>
                    <a:pt x="31" y="42"/>
                  </a:cubicBezTo>
                  <a:cubicBezTo>
                    <a:pt x="31" y="46"/>
                    <a:pt x="24" y="44"/>
                    <a:pt x="22" y="47"/>
                  </a:cubicBezTo>
                  <a:cubicBezTo>
                    <a:pt x="21" y="51"/>
                    <a:pt x="35" y="55"/>
                    <a:pt x="35" y="58"/>
                  </a:cubicBezTo>
                  <a:cubicBezTo>
                    <a:pt x="35" y="61"/>
                    <a:pt x="39" y="64"/>
                    <a:pt x="40" y="68"/>
                  </a:cubicBezTo>
                  <a:cubicBezTo>
                    <a:pt x="42" y="72"/>
                    <a:pt x="48" y="76"/>
                    <a:pt x="50" y="80"/>
                  </a:cubicBezTo>
                  <a:cubicBezTo>
                    <a:pt x="51" y="84"/>
                    <a:pt x="57" y="87"/>
                    <a:pt x="59" y="89"/>
                  </a:cubicBezTo>
                  <a:cubicBezTo>
                    <a:pt x="61" y="91"/>
                    <a:pt x="62" y="96"/>
                    <a:pt x="61" y="100"/>
                  </a:cubicBezTo>
                  <a:cubicBezTo>
                    <a:pt x="60" y="104"/>
                    <a:pt x="60" y="112"/>
                    <a:pt x="65" y="119"/>
                  </a:cubicBezTo>
                  <a:cubicBezTo>
                    <a:pt x="69" y="125"/>
                    <a:pt x="60" y="128"/>
                    <a:pt x="57" y="132"/>
                  </a:cubicBezTo>
                  <a:cubicBezTo>
                    <a:pt x="54" y="135"/>
                    <a:pt x="55" y="140"/>
                    <a:pt x="47" y="138"/>
                  </a:cubicBezTo>
                  <a:cubicBezTo>
                    <a:pt x="38" y="136"/>
                    <a:pt x="48" y="145"/>
                    <a:pt x="47" y="148"/>
                  </a:cubicBezTo>
                  <a:cubicBezTo>
                    <a:pt x="45" y="151"/>
                    <a:pt x="34" y="145"/>
                    <a:pt x="34" y="148"/>
                  </a:cubicBezTo>
                  <a:cubicBezTo>
                    <a:pt x="34" y="150"/>
                    <a:pt x="30" y="152"/>
                    <a:pt x="27" y="153"/>
                  </a:cubicBezTo>
                  <a:cubicBezTo>
                    <a:pt x="28" y="155"/>
                    <a:pt x="30" y="156"/>
                    <a:pt x="32" y="157"/>
                  </a:cubicBezTo>
                  <a:cubicBezTo>
                    <a:pt x="35" y="159"/>
                    <a:pt x="29" y="162"/>
                    <a:pt x="29" y="167"/>
                  </a:cubicBezTo>
                  <a:cubicBezTo>
                    <a:pt x="29" y="172"/>
                    <a:pt x="33" y="174"/>
                    <a:pt x="34" y="172"/>
                  </a:cubicBezTo>
                  <a:cubicBezTo>
                    <a:pt x="36" y="169"/>
                    <a:pt x="42" y="165"/>
                    <a:pt x="45" y="164"/>
                  </a:cubicBezTo>
                  <a:cubicBezTo>
                    <a:pt x="47" y="163"/>
                    <a:pt x="45" y="159"/>
                    <a:pt x="47" y="159"/>
                  </a:cubicBezTo>
                  <a:cubicBezTo>
                    <a:pt x="50" y="160"/>
                    <a:pt x="49" y="156"/>
                    <a:pt x="50" y="153"/>
                  </a:cubicBezTo>
                  <a:cubicBezTo>
                    <a:pt x="51" y="151"/>
                    <a:pt x="53" y="152"/>
                    <a:pt x="57" y="152"/>
                  </a:cubicBezTo>
                  <a:cubicBezTo>
                    <a:pt x="61" y="152"/>
                    <a:pt x="67" y="149"/>
                    <a:pt x="73" y="145"/>
                  </a:cubicBezTo>
                  <a:cubicBezTo>
                    <a:pt x="78" y="141"/>
                    <a:pt x="79" y="140"/>
                    <a:pt x="81" y="130"/>
                  </a:cubicBezTo>
                  <a:cubicBezTo>
                    <a:pt x="84" y="119"/>
                    <a:pt x="79" y="107"/>
                    <a:pt x="79" y="104"/>
                  </a:cubicBezTo>
                  <a:cubicBezTo>
                    <a:pt x="79" y="101"/>
                    <a:pt x="71" y="86"/>
                    <a:pt x="68" y="86"/>
                  </a:cubicBezTo>
                  <a:cubicBezTo>
                    <a:pt x="65" y="86"/>
                    <a:pt x="52" y="73"/>
                    <a:pt x="50" y="71"/>
                  </a:cubicBezTo>
                  <a:cubicBezTo>
                    <a:pt x="48" y="69"/>
                    <a:pt x="48" y="65"/>
                    <a:pt x="45" y="62"/>
                  </a:cubicBezTo>
                  <a:cubicBezTo>
                    <a:pt x="42" y="59"/>
                    <a:pt x="41" y="52"/>
                    <a:pt x="42" y="47"/>
                  </a:cubicBezTo>
                  <a:cubicBezTo>
                    <a:pt x="43" y="42"/>
                    <a:pt x="50" y="40"/>
                    <a:pt x="50" y="37"/>
                  </a:cubicBezTo>
                  <a:cubicBezTo>
                    <a:pt x="50" y="33"/>
                    <a:pt x="51" y="30"/>
                    <a:pt x="54" y="30"/>
                  </a:cubicBezTo>
                  <a:cubicBezTo>
                    <a:pt x="58" y="30"/>
                    <a:pt x="62" y="27"/>
                    <a:pt x="63" y="24"/>
                  </a:cubicBezTo>
                  <a:cubicBezTo>
                    <a:pt x="63" y="24"/>
                    <a:pt x="64" y="24"/>
                    <a:pt x="64" y="24"/>
                  </a:cubicBezTo>
                  <a:cubicBezTo>
                    <a:pt x="63" y="22"/>
                    <a:pt x="62" y="22"/>
                    <a:pt x="62" y="22"/>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7" name="Freeform 63"/>
            <p:cNvSpPr>
              <a:spLocks noChangeArrowheads="1"/>
            </p:cNvSpPr>
            <p:nvPr/>
          </p:nvSpPr>
          <p:spPr bwMode="auto">
            <a:xfrm>
              <a:off x="5821383" y="2154240"/>
              <a:ext cx="131763" cy="93663"/>
            </a:xfrm>
            <a:custGeom>
              <a:avLst/>
              <a:gdLst>
                <a:gd name="T0" fmla="*/ 34 w 69"/>
                <a:gd name="T1" fmla="*/ 44 h 49"/>
                <a:gd name="T2" fmla="*/ 47 w 69"/>
                <a:gd name="T3" fmla="*/ 44 h 49"/>
                <a:gd name="T4" fmla="*/ 47 w 69"/>
                <a:gd name="T5" fmla="*/ 34 h 49"/>
                <a:gd name="T6" fmla="*/ 57 w 69"/>
                <a:gd name="T7" fmla="*/ 28 h 49"/>
                <a:gd name="T8" fmla="*/ 65 w 69"/>
                <a:gd name="T9" fmla="*/ 15 h 49"/>
                <a:gd name="T10" fmla="*/ 61 w 69"/>
                <a:gd name="T11" fmla="*/ 1 h 49"/>
                <a:gd name="T12" fmla="*/ 53 w 69"/>
                <a:gd name="T13" fmla="*/ 2 h 49"/>
                <a:gd name="T14" fmla="*/ 45 w 69"/>
                <a:gd name="T15" fmla="*/ 5 h 49"/>
                <a:gd name="T16" fmla="*/ 42 w 69"/>
                <a:gd name="T17" fmla="*/ 8 h 49"/>
                <a:gd name="T18" fmla="*/ 35 w 69"/>
                <a:gd name="T19" fmla="*/ 3 h 49"/>
                <a:gd name="T20" fmla="*/ 20 w 69"/>
                <a:gd name="T21" fmla="*/ 3 h 49"/>
                <a:gd name="T22" fmla="*/ 4 w 69"/>
                <a:gd name="T23" fmla="*/ 10 h 49"/>
                <a:gd name="T24" fmla="*/ 5 w 69"/>
                <a:gd name="T25" fmla="*/ 21 h 49"/>
                <a:gd name="T26" fmla="*/ 6 w 69"/>
                <a:gd name="T27" fmla="*/ 29 h 49"/>
                <a:gd name="T28" fmla="*/ 6 w 69"/>
                <a:gd name="T29" fmla="*/ 30 h 49"/>
                <a:gd name="T30" fmla="*/ 9 w 69"/>
                <a:gd name="T31" fmla="*/ 40 h 49"/>
                <a:gd name="T32" fmla="*/ 16 w 69"/>
                <a:gd name="T33" fmla="*/ 41 h 49"/>
                <a:gd name="T34" fmla="*/ 17 w 69"/>
                <a:gd name="T35" fmla="*/ 47 h 49"/>
                <a:gd name="T36" fmla="*/ 26 w 69"/>
                <a:gd name="T37" fmla="*/ 48 h 49"/>
                <a:gd name="T38" fmla="*/ 27 w 69"/>
                <a:gd name="T39" fmla="*/ 49 h 49"/>
                <a:gd name="T40" fmla="*/ 34 w 69"/>
                <a:gd name="T41" fmla="*/ 44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9"/>
                <a:gd name="T65" fmla="*/ 69 w 69"/>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9">
                  <a:moveTo>
                    <a:pt x="34" y="44"/>
                  </a:moveTo>
                  <a:cubicBezTo>
                    <a:pt x="34" y="41"/>
                    <a:pt x="45" y="47"/>
                    <a:pt x="47" y="44"/>
                  </a:cubicBezTo>
                  <a:cubicBezTo>
                    <a:pt x="48" y="41"/>
                    <a:pt x="38" y="32"/>
                    <a:pt x="47" y="34"/>
                  </a:cubicBezTo>
                  <a:cubicBezTo>
                    <a:pt x="55" y="36"/>
                    <a:pt x="54" y="31"/>
                    <a:pt x="57" y="28"/>
                  </a:cubicBezTo>
                  <a:cubicBezTo>
                    <a:pt x="60" y="24"/>
                    <a:pt x="69" y="21"/>
                    <a:pt x="65" y="15"/>
                  </a:cubicBezTo>
                  <a:cubicBezTo>
                    <a:pt x="61" y="10"/>
                    <a:pt x="61" y="5"/>
                    <a:pt x="61" y="1"/>
                  </a:cubicBezTo>
                  <a:cubicBezTo>
                    <a:pt x="58" y="3"/>
                    <a:pt x="54" y="3"/>
                    <a:pt x="53" y="2"/>
                  </a:cubicBezTo>
                  <a:cubicBezTo>
                    <a:pt x="50" y="1"/>
                    <a:pt x="45" y="1"/>
                    <a:pt x="45" y="5"/>
                  </a:cubicBezTo>
                  <a:cubicBezTo>
                    <a:pt x="45" y="9"/>
                    <a:pt x="41" y="9"/>
                    <a:pt x="42" y="8"/>
                  </a:cubicBezTo>
                  <a:cubicBezTo>
                    <a:pt x="42" y="6"/>
                    <a:pt x="38" y="6"/>
                    <a:pt x="35" y="3"/>
                  </a:cubicBezTo>
                  <a:cubicBezTo>
                    <a:pt x="33" y="0"/>
                    <a:pt x="24" y="4"/>
                    <a:pt x="20" y="3"/>
                  </a:cubicBezTo>
                  <a:cubicBezTo>
                    <a:pt x="16" y="1"/>
                    <a:pt x="9" y="5"/>
                    <a:pt x="4" y="10"/>
                  </a:cubicBezTo>
                  <a:cubicBezTo>
                    <a:pt x="0" y="16"/>
                    <a:pt x="5" y="16"/>
                    <a:pt x="5" y="21"/>
                  </a:cubicBezTo>
                  <a:cubicBezTo>
                    <a:pt x="5" y="25"/>
                    <a:pt x="8" y="25"/>
                    <a:pt x="6" y="29"/>
                  </a:cubicBezTo>
                  <a:cubicBezTo>
                    <a:pt x="6" y="29"/>
                    <a:pt x="6" y="29"/>
                    <a:pt x="6" y="30"/>
                  </a:cubicBezTo>
                  <a:cubicBezTo>
                    <a:pt x="11" y="31"/>
                    <a:pt x="9" y="37"/>
                    <a:pt x="9" y="40"/>
                  </a:cubicBezTo>
                  <a:cubicBezTo>
                    <a:pt x="10" y="43"/>
                    <a:pt x="14" y="41"/>
                    <a:pt x="16" y="41"/>
                  </a:cubicBezTo>
                  <a:cubicBezTo>
                    <a:pt x="19" y="41"/>
                    <a:pt x="15" y="45"/>
                    <a:pt x="17" y="47"/>
                  </a:cubicBezTo>
                  <a:cubicBezTo>
                    <a:pt x="19" y="49"/>
                    <a:pt x="25" y="45"/>
                    <a:pt x="26" y="48"/>
                  </a:cubicBezTo>
                  <a:cubicBezTo>
                    <a:pt x="26" y="48"/>
                    <a:pt x="26" y="49"/>
                    <a:pt x="27" y="49"/>
                  </a:cubicBezTo>
                  <a:cubicBezTo>
                    <a:pt x="30" y="48"/>
                    <a:pt x="34" y="46"/>
                    <a:pt x="34" y="44"/>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8" name="Freeform 64"/>
            <p:cNvSpPr>
              <a:spLocks noChangeArrowheads="1"/>
            </p:cNvSpPr>
            <p:nvPr/>
          </p:nvSpPr>
          <p:spPr bwMode="auto">
            <a:xfrm>
              <a:off x="5778520" y="1976439"/>
              <a:ext cx="160339" cy="195263"/>
            </a:xfrm>
            <a:custGeom>
              <a:avLst/>
              <a:gdLst>
                <a:gd name="T0" fmla="*/ 57 w 84"/>
                <a:gd name="T1" fmla="*/ 47 h 102"/>
                <a:gd name="T2" fmla="*/ 44 w 84"/>
                <a:gd name="T3" fmla="*/ 36 h 102"/>
                <a:gd name="T4" fmla="*/ 53 w 84"/>
                <a:gd name="T5" fmla="*/ 31 h 102"/>
                <a:gd name="T6" fmla="*/ 49 w 84"/>
                <a:gd name="T7" fmla="*/ 23 h 102"/>
                <a:gd name="T8" fmla="*/ 42 w 84"/>
                <a:gd name="T9" fmla="*/ 21 h 102"/>
                <a:gd name="T10" fmla="*/ 32 w 84"/>
                <a:gd name="T11" fmla="*/ 16 h 102"/>
                <a:gd name="T12" fmla="*/ 27 w 84"/>
                <a:gd name="T13" fmla="*/ 7 h 102"/>
                <a:gd name="T14" fmla="*/ 22 w 84"/>
                <a:gd name="T15" fmla="*/ 1 h 102"/>
                <a:gd name="T16" fmla="*/ 18 w 84"/>
                <a:gd name="T17" fmla="*/ 1 h 102"/>
                <a:gd name="T18" fmla="*/ 16 w 84"/>
                <a:gd name="T19" fmla="*/ 7 h 102"/>
                <a:gd name="T20" fmla="*/ 16 w 84"/>
                <a:gd name="T21" fmla="*/ 16 h 102"/>
                <a:gd name="T22" fmla="*/ 10 w 84"/>
                <a:gd name="T23" fmla="*/ 11 h 102"/>
                <a:gd name="T24" fmla="*/ 4 w 84"/>
                <a:gd name="T25" fmla="*/ 20 h 102"/>
                <a:gd name="T26" fmla="*/ 0 w 84"/>
                <a:gd name="T27" fmla="*/ 23 h 102"/>
                <a:gd name="T28" fmla="*/ 2 w 84"/>
                <a:gd name="T29" fmla="*/ 25 h 102"/>
                <a:gd name="T30" fmla="*/ 3 w 84"/>
                <a:gd name="T31" fmla="*/ 34 h 102"/>
                <a:gd name="T32" fmla="*/ 11 w 84"/>
                <a:gd name="T33" fmla="*/ 37 h 102"/>
                <a:gd name="T34" fmla="*/ 10 w 84"/>
                <a:gd name="T35" fmla="*/ 49 h 102"/>
                <a:gd name="T36" fmla="*/ 7 w 84"/>
                <a:gd name="T37" fmla="*/ 58 h 102"/>
                <a:gd name="T38" fmla="*/ 17 w 84"/>
                <a:gd name="T39" fmla="*/ 54 h 102"/>
                <a:gd name="T40" fmla="*/ 26 w 84"/>
                <a:gd name="T41" fmla="*/ 53 h 102"/>
                <a:gd name="T42" fmla="*/ 33 w 84"/>
                <a:gd name="T43" fmla="*/ 51 h 102"/>
                <a:gd name="T44" fmla="*/ 43 w 84"/>
                <a:gd name="T45" fmla="*/ 51 h 102"/>
                <a:gd name="T46" fmla="*/ 52 w 84"/>
                <a:gd name="T47" fmla="*/ 59 h 102"/>
                <a:gd name="T48" fmla="*/ 52 w 84"/>
                <a:gd name="T49" fmla="*/ 73 h 102"/>
                <a:gd name="T50" fmla="*/ 60 w 84"/>
                <a:gd name="T51" fmla="*/ 85 h 102"/>
                <a:gd name="T52" fmla="*/ 59 w 84"/>
                <a:gd name="T53" fmla="*/ 97 h 102"/>
                <a:gd name="T54" fmla="*/ 64 w 84"/>
                <a:gd name="T55" fmla="*/ 101 h 102"/>
                <a:gd name="T56" fmla="*/ 67 w 84"/>
                <a:gd name="T57" fmla="*/ 98 h 102"/>
                <a:gd name="T58" fmla="*/ 75 w 84"/>
                <a:gd name="T59" fmla="*/ 95 h 102"/>
                <a:gd name="T60" fmla="*/ 83 w 84"/>
                <a:gd name="T61" fmla="*/ 94 h 102"/>
                <a:gd name="T62" fmla="*/ 83 w 84"/>
                <a:gd name="T63" fmla="*/ 89 h 102"/>
                <a:gd name="T64" fmla="*/ 81 w 84"/>
                <a:gd name="T65" fmla="*/ 78 h 102"/>
                <a:gd name="T66" fmla="*/ 72 w 84"/>
                <a:gd name="T67" fmla="*/ 69 h 102"/>
                <a:gd name="T68" fmla="*/ 62 w 84"/>
                <a:gd name="T69" fmla="*/ 57 h 102"/>
                <a:gd name="T70" fmla="*/ 57 w 84"/>
                <a:gd name="T71" fmla="*/ 47 h 1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4"/>
                <a:gd name="T109" fmla="*/ 0 h 102"/>
                <a:gd name="T110" fmla="*/ 84 w 84"/>
                <a:gd name="T111" fmla="*/ 102 h 10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4" h="102">
                  <a:moveTo>
                    <a:pt x="57" y="47"/>
                  </a:moveTo>
                  <a:cubicBezTo>
                    <a:pt x="57" y="44"/>
                    <a:pt x="43" y="40"/>
                    <a:pt x="44" y="36"/>
                  </a:cubicBezTo>
                  <a:cubicBezTo>
                    <a:pt x="46" y="33"/>
                    <a:pt x="53" y="35"/>
                    <a:pt x="53" y="31"/>
                  </a:cubicBezTo>
                  <a:cubicBezTo>
                    <a:pt x="53" y="28"/>
                    <a:pt x="50" y="28"/>
                    <a:pt x="49" y="23"/>
                  </a:cubicBezTo>
                  <a:cubicBezTo>
                    <a:pt x="49" y="18"/>
                    <a:pt x="44" y="19"/>
                    <a:pt x="42" y="21"/>
                  </a:cubicBezTo>
                  <a:cubicBezTo>
                    <a:pt x="39" y="22"/>
                    <a:pt x="32" y="19"/>
                    <a:pt x="32" y="16"/>
                  </a:cubicBezTo>
                  <a:cubicBezTo>
                    <a:pt x="32" y="12"/>
                    <a:pt x="27" y="10"/>
                    <a:pt x="27" y="7"/>
                  </a:cubicBezTo>
                  <a:cubicBezTo>
                    <a:pt x="27" y="5"/>
                    <a:pt x="24" y="3"/>
                    <a:pt x="22" y="1"/>
                  </a:cubicBezTo>
                  <a:cubicBezTo>
                    <a:pt x="21" y="2"/>
                    <a:pt x="19" y="2"/>
                    <a:pt x="18" y="1"/>
                  </a:cubicBezTo>
                  <a:cubicBezTo>
                    <a:pt x="17" y="0"/>
                    <a:pt x="15" y="6"/>
                    <a:pt x="16" y="7"/>
                  </a:cubicBezTo>
                  <a:cubicBezTo>
                    <a:pt x="18" y="8"/>
                    <a:pt x="19" y="17"/>
                    <a:pt x="16" y="16"/>
                  </a:cubicBezTo>
                  <a:cubicBezTo>
                    <a:pt x="12" y="15"/>
                    <a:pt x="12" y="10"/>
                    <a:pt x="10" y="11"/>
                  </a:cubicBezTo>
                  <a:cubicBezTo>
                    <a:pt x="10" y="11"/>
                    <a:pt x="4" y="17"/>
                    <a:pt x="4" y="20"/>
                  </a:cubicBezTo>
                  <a:cubicBezTo>
                    <a:pt x="4" y="22"/>
                    <a:pt x="2" y="22"/>
                    <a:pt x="0" y="23"/>
                  </a:cubicBezTo>
                  <a:cubicBezTo>
                    <a:pt x="1" y="24"/>
                    <a:pt x="2" y="25"/>
                    <a:pt x="2" y="25"/>
                  </a:cubicBezTo>
                  <a:cubicBezTo>
                    <a:pt x="3" y="27"/>
                    <a:pt x="2" y="31"/>
                    <a:pt x="3" y="34"/>
                  </a:cubicBezTo>
                  <a:cubicBezTo>
                    <a:pt x="5" y="38"/>
                    <a:pt x="10" y="32"/>
                    <a:pt x="11" y="37"/>
                  </a:cubicBezTo>
                  <a:cubicBezTo>
                    <a:pt x="13" y="42"/>
                    <a:pt x="10" y="44"/>
                    <a:pt x="10" y="49"/>
                  </a:cubicBezTo>
                  <a:cubicBezTo>
                    <a:pt x="10" y="54"/>
                    <a:pt x="6" y="53"/>
                    <a:pt x="7" y="58"/>
                  </a:cubicBezTo>
                  <a:cubicBezTo>
                    <a:pt x="8" y="62"/>
                    <a:pt x="14" y="57"/>
                    <a:pt x="17" y="54"/>
                  </a:cubicBezTo>
                  <a:cubicBezTo>
                    <a:pt x="21" y="51"/>
                    <a:pt x="24" y="51"/>
                    <a:pt x="26" y="53"/>
                  </a:cubicBezTo>
                  <a:cubicBezTo>
                    <a:pt x="27" y="55"/>
                    <a:pt x="32" y="54"/>
                    <a:pt x="33" y="51"/>
                  </a:cubicBezTo>
                  <a:cubicBezTo>
                    <a:pt x="34" y="49"/>
                    <a:pt x="41" y="48"/>
                    <a:pt x="43" y="51"/>
                  </a:cubicBezTo>
                  <a:cubicBezTo>
                    <a:pt x="46" y="54"/>
                    <a:pt x="48" y="57"/>
                    <a:pt x="52" y="59"/>
                  </a:cubicBezTo>
                  <a:cubicBezTo>
                    <a:pt x="55" y="61"/>
                    <a:pt x="49" y="72"/>
                    <a:pt x="52" y="73"/>
                  </a:cubicBezTo>
                  <a:cubicBezTo>
                    <a:pt x="56" y="74"/>
                    <a:pt x="61" y="79"/>
                    <a:pt x="60" y="85"/>
                  </a:cubicBezTo>
                  <a:cubicBezTo>
                    <a:pt x="60" y="90"/>
                    <a:pt x="63" y="93"/>
                    <a:pt x="59" y="97"/>
                  </a:cubicBezTo>
                  <a:cubicBezTo>
                    <a:pt x="61" y="99"/>
                    <a:pt x="64" y="99"/>
                    <a:pt x="64" y="101"/>
                  </a:cubicBezTo>
                  <a:cubicBezTo>
                    <a:pt x="63" y="102"/>
                    <a:pt x="67" y="102"/>
                    <a:pt x="67" y="98"/>
                  </a:cubicBezTo>
                  <a:cubicBezTo>
                    <a:pt x="67" y="94"/>
                    <a:pt x="72" y="94"/>
                    <a:pt x="75" y="95"/>
                  </a:cubicBezTo>
                  <a:cubicBezTo>
                    <a:pt x="76" y="96"/>
                    <a:pt x="80" y="96"/>
                    <a:pt x="83" y="94"/>
                  </a:cubicBezTo>
                  <a:cubicBezTo>
                    <a:pt x="83" y="92"/>
                    <a:pt x="83" y="90"/>
                    <a:pt x="83" y="89"/>
                  </a:cubicBezTo>
                  <a:cubicBezTo>
                    <a:pt x="84" y="85"/>
                    <a:pt x="83" y="80"/>
                    <a:pt x="81" y="78"/>
                  </a:cubicBezTo>
                  <a:cubicBezTo>
                    <a:pt x="79" y="76"/>
                    <a:pt x="73" y="73"/>
                    <a:pt x="72" y="69"/>
                  </a:cubicBezTo>
                  <a:cubicBezTo>
                    <a:pt x="70" y="65"/>
                    <a:pt x="64" y="61"/>
                    <a:pt x="62" y="57"/>
                  </a:cubicBezTo>
                  <a:cubicBezTo>
                    <a:pt x="61" y="53"/>
                    <a:pt x="57" y="50"/>
                    <a:pt x="57" y="47"/>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9" name="Freeform 65"/>
            <p:cNvSpPr>
              <a:spLocks noChangeArrowheads="1"/>
            </p:cNvSpPr>
            <p:nvPr/>
          </p:nvSpPr>
          <p:spPr bwMode="auto">
            <a:xfrm>
              <a:off x="5722957" y="2020889"/>
              <a:ext cx="176213" cy="328613"/>
            </a:xfrm>
            <a:custGeom>
              <a:avLst/>
              <a:gdLst>
                <a:gd name="T0" fmla="*/ 56 w 92"/>
                <a:gd name="T1" fmla="*/ 91 h 172"/>
                <a:gd name="T2" fmla="*/ 55 w 92"/>
                <a:gd name="T3" fmla="*/ 80 h 172"/>
                <a:gd name="T4" fmla="*/ 71 w 92"/>
                <a:gd name="T5" fmla="*/ 73 h 172"/>
                <a:gd name="T6" fmla="*/ 86 w 92"/>
                <a:gd name="T7" fmla="*/ 73 h 172"/>
                <a:gd name="T8" fmla="*/ 88 w 92"/>
                <a:gd name="T9" fmla="*/ 74 h 172"/>
                <a:gd name="T10" fmla="*/ 89 w 92"/>
                <a:gd name="T11" fmla="*/ 62 h 172"/>
                <a:gd name="T12" fmla="*/ 81 w 92"/>
                <a:gd name="T13" fmla="*/ 50 h 172"/>
                <a:gd name="T14" fmla="*/ 81 w 92"/>
                <a:gd name="T15" fmla="*/ 36 h 172"/>
                <a:gd name="T16" fmla="*/ 72 w 92"/>
                <a:gd name="T17" fmla="*/ 28 h 172"/>
                <a:gd name="T18" fmla="*/ 62 w 92"/>
                <a:gd name="T19" fmla="*/ 28 h 172"/>
                <a:gd name="T20" fmla="*/ 55 w 92"/>
                <a:gd name="T21" fmla="*/ 30 h 172"/>
                <a:gd name="T22" fmla="*/ 46 w 92"/>
                <a:gd name="T23" fmla="*/ 31 h 172"/>
                <a:gd name="T24" fmla="*/ 36 w 92"/>
                <a:gd name="T25" fmla="*/ 35 h 172"/>
                <a:gd name="T26" fmla="*/ 39 w 92"/>
                <a:gd name="T27" fmla="*/ 26 h 172"/>
                <a:gd name="T28" fmla="*/ 40 w 92"/>
                <a:gd name="T29" fmla="*/ 14 h 172"/>
                <a:gd name="T30" fmla="*/ 32 w 92"/>
                <a:gd name="T31" fmla="*/ 11 h 172"/>
                <a:gd name="T32" fmla="*/ 31 w 92"/>
                <a:gd name="T33" fmla="*/ 2 h 172"/>
                <a:gd name="T34" fmla="*/ 29 w 92"/>
                <a:gd name="T35" fmla="*/ 0 h 172"/>
                <a:gd name="T36" fmla="*/ 27 w 92"/>
                <a:gd name="T37" fmla="*/ 2 h 172"/>
                <a:gd name="T38" fmla="*/ 17 w 92"/>
                <a:gd name="T39" fmla="*/ 8 h 172"/>
                <a:gd name="T40" fmla="*/ 9 w 92"/>
                <a:gd name="T41" fmla="*/ 10 h 172"/>
                <a:gd name="T42" fmla="*/ 2 w 92"/>
                <a:gd name="T43" fmla="*/ 14 h 172"/>
                <a:gd name="T44" fmla="*/ 0 w 92"/>
                <a:gd name="T45" fmla="*/ 32 h 172"/>
                <a:gd name="T46" fmla="*/ 9 w 92"/>
                <a:gd name="T47" fmla="*/ 42 h 172"/>
                <a:gd name="T48" fmla="*/ 11 w 92"/>
                <a:gd name="T49" fmla="*/ 50 h 172"/>
                <a:gd name="T50" fmla="*/ 10 w 92"/>
                <a:gd name="T51" fmla="*/ 55 h 172"/>
                <a:gd name="T52" fmla="*/ 9 w 92"/>
                <a:gd name="T53" fmla="*/ 63 h 172"/>
                <a:gd name="T54" fmla="*/ 13 w 92"/>
                <a:gd name="T55" fmla="*/ 75 h 172"/>
                <a:gd name="T56" fmla="*/ 17 w 92"/>
                <a:gd name="T57" fmla="*/ 89 h 172"/>
                <a:gd name="T58" fmla="*/ 21 w 92"/>
                <a:gd name="T59" fmla="*/ 97 h 172"/>
                <a:gd name="T60" fmla="*/ 11 w 92"/>
                <a:gd name="T61" fmla="*/ 116 h 172"/>
                <a:gd name="T62" fmla="*/ 8 w 92"/>
                <a:gd name="T63" fmla="*/ 132 h 172"/>
                <a:gd name="T64" fmla="*/ 9 w 92"/>
                <a:gd name="T65" fmla="*/ 142 h 172"/>
                <a:gd name="T66" fmla="*/ 23 w 92"/>
                <a:gd name="T67" fmla="*/ 157 h 172"/>
                <a:gd name="T68" fmla="*/ 27 w 92"/>
                <a:gd name="T69" fmla="*/ 162 h 172"/>
                <a:gd name="T70" fmla="*/ 33 w 92"/>
                <a:gd name="T71" fmla="*/ 163 h 172"/>
                <a:gd name="T72" fmla="*/ 39 w 92"/>
                <a:gd name="T73" fmla="*/ 170 h 172"/>
                <a:gd name="T74" fmla="*/ 48 w 92"/>
                <a:gd name="T75" fmla="*/ 171 h 172"/>
                <a:gd name="T76" fmla="*/ 51 w 92"/>
                <a:gd name="T77" fmla="*/ 166 h 172"/>
                <a:gd name="T78" fmla="*/ 38 w 92"/>
                <a:gd name="T79" fmla="*/ 159 h 172"/>
                <a:gd name="T80" fmla="*/ 30 w 92"/>
                <a:gd name="T81" fmla="*/ 146 h 172"/>
                <a:gd name="T82" fmla="*/ 26 w 92"/>
                <a:gd name="T83" fmla="*/ 135 h 172"/>
                <a:gd name="T84" fmla="*/ 19 w 92"/>
                <a:gd name="T85" fmla="*/ 130 h 172"/>
                <a:gd name="T86" fmla="*/ 20 w 92"/>
                <a:gd name="T87" fmla="*/ 112 h 172"/>
                <a:gd name="T88" fmla="*/ 27 w 92"/>
                <a:gd name="T89" fmla="*/ 89 h 172"/>
                <a:gd name="T90" fmla="*/ 36 w 92"/>
                <a:gd name="T91" fmla="*/ 86 h 172"/>
                <a:gd name="T92" fmla="*/ 45 w 92"/>
                <a:gd name="T93" fmla="*/ 93 h 172"/>
                <a:gd name="T94" fmla="*/ 57 w 92"/>
                <a:gd name="T95" fmla="*/ 99 h 172"/>
                <a:gd name="T96" fmla="*/ 57 w 92"/>
                <a:gd name="T97" fmla="*/ 100 h 172"/>
                <a:gd name="T98" fmla="*/ 57 w 92"/>
                <a:gd name="T99" fmla="*/ 99 h 172"/>
                <a:gd name="T100" fmla="*/ 56 w 92"/>
                <a:gd name="T101" fmla="*/ 91 h 17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92"/>
                <a:gd name="T154" fmla="*/ 0 h 172"/>
                <a:gd name="T155" fmla="*/ 92 w 92"/>
                <a:gd name="T156" fmla="*/ 172 h 17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92" h="172">
                  <a:moveTo>
                    <a:pt x="56" y="91"/>
                  </a:moveTo>
                  <a:cubicBezTo>
                    <a:pt x="56" y="86"/>
                    <a:pt x="51" y="86"/>
                    <a:pt x="55" y="80"/>
                  </a:cubicBezTo>
                  <a:cubicBezTo>
                    <a:pt x="60" y="75"/>
                    <a:pt x="67" y="71"/>
                    <a:pt x="71" y="73"/>
                  </a:cubicBezTo>
                  <a:cubicBezTo>
                    <a:pt x="75" y="74"/>
                    <a:pt x="84" y="70"/>
                    <a:pt x="86" y="73"/>
                  </a:cubicBezTo>
                  <a:cubicBezTo>
                    <a:pt x="87" y="74"/>
                    <a:pt x="87" y="74"/>
                    <a:pt x="88" y="74"/>
                  </a:cubicBezTo>
                  <a:cubicBezTo>
                    <a:pt x="92" y="70"/>
                    <a:pt x="89" y="67"/>
                    <a:pt x="89" y="62"/>
                  </a:cubicBezTo>
                  <a:cubicBezTo>
                    <a:pt x="90" y="56"/>
                    <a:pt x="85" y="51"/>
                    <a:pt x="81" y="50"/>
                  </a:cubicBezTo>
                  <a:cubicBezTo>
                    <a:pt x="78" y="49"/>
                    <a:pt x="84" y="38"/>
                    <a:pt x="81" y="36"/>
                  </a:cubicBezTo>
                  <a:cubicBezTo>
                    <a:pt x="77" y="34"/>
                    <a:pt x="75" y="31"/>
                    <a:pt x="72" y="28"/>
                  </a:cubicBezTo>
                  <a:cubicBezTo>
                    <a:pt x="70" y="25"/>
                    <a:pt x="63" y="26"/>
                    <a:pt x="62" y="28"/>
                  </a:cubicBezTo>
                  <a:cubicBezTo>
                    <a:pt x="61" y="31"/>
                    <a:pt x="56" y="32"/>
                    <a:pt x="55" y="30"/>
                  </a:cubicBezTo>
                  <a:cubicBezTo>
                    <a:pt x="53" y="28"/>
                    <a:pt x="50" y="28"/>
                    <a:pt x="46" y="31"/>
                  </a:cubicBezTo>
                  <a:cubicBezTo>
                    <a:pt x="43" y="34"/>
                    <a:pt x="37" y="39"/>
                    <a:pt x="36" y="35"/>
                  </a:cubicBezTo>
                  <a:cubicBezTo>
                    <a:pt x="35" y="30"/>
                    <a:pt x="39" y="31"/>
                    <a:pt x="39" y="26"/>
                  </a:cubicBezTo>
                  <a:cubicBezTo>
                    <a:pt x="39" y="21"/>
                    <a:pt x="42" y="19"/>
                    <a:pt x="40" y="14"/>
                  </a:cubicBezTo>
                  <a:cubicBezTo>
                    <a:pt x="39" y="9"/>
                    <a:pt x="34" y="15"/>
                    <a:pt x="32" y="11"/>
                  </a:cubicBezTo>
                  <a:cubicBezTo>
                    <a:pt x="31" y="8"/>
                    <a:pt x="32" y="4"/>
                    <a:pt x="31" y="2"/>
                  </a:cubicBezTo>
                  <a:cubicBezTo>
                    <a:pt x="31" y="2"/>
                    <a:pt x="30" y="1"/>
                    <a:pt x="29" y="0"/>
                  </a:cubicBezTo>
                  <a:cubicBezTo>
                    <a:pt x="28" y="1"/>
                    <a:pt x="28" y="1"/>
                    <a:pt x="27" y="2"/>
                  </a:cubicBezTo>
                  <a:cubicBezTo>
                    <a:pt x="26" y="4"/>
                    <a:pt x="19" y="5"/>
                    <a:pt x="17" y="8"/>
                  </a:cubicBezTo>
                  <a:cubicBezTo>
                    <a:pt x="15" y="11"/>
                    <a:pt x="10" y="10"/>
                    <a:pt x="9" y="10"/>
                  </a:cubicBezTo>
                  <a:cubicBezTo>
                    <a:pt x="7" y="10"/>
                    <a:pt x="3" y="11"/>
                    <a:pt x="2" y="14"/>
                  </a:cubicBezTo>
                  <a:cubicBezTo>
                    <a:pt x="2" y="17"/>
                    <a:pt x="0" y="30"/>
                    <a:pt x="0" y="32"/>
                  </a:cubicBezTo>
                  <a:cubicBezTo>
                    <a:pt x="0" y="34"/>
                    <a:pt x="6" y="41"/>
                    <a:pt x="9" y="42"/>
                  </a:cubicBezTo>
                  <a:cubicBezTo>
                    <a:pt x="11" y="43"/>
                    <a:pt x="8" y="48"/>
                    <a:pt x="11" y="50"/>
                  </a:cubicBezTo>
                  <a:cubicBezTo>
                    <a:pt x="14" y="51"/>
                    <a:pt x="12" y="55"/>
                    <a:pt x="10" y="55"/>
                  </a:cubicBezTo>
                  <a:cubicBezTo>
                    <a:pt x="9" y="54"/>
                    <a:pt x="11" y="61"/>
                    <a:pt x="9" y="63"/>
                  </a:cubicBezTo>
                  <a:cubicBezTo>
                    <a:pt x="6" y="65"/>
                    <a:pt x="8" y="71"/>
                    <a:pt x="13" y="75"/>
                  </a:cubicBezTo>
                  <a:cubicBezTo>
                    <a:pt x="17" y="79"/>
                    <a:pt x="17" y="85"/>
                    <a:pt x="17" y="89"/>
                  </a:cubicBezTo>
                  <a:cubicBezTo>
                    <a:pt x="17" y="92"/>
                    <a:pt x="21" y="93"/>
                    <a:pt x="21" y="97"/>
                  </a:cubicBezTo>
                  <a:cubicBezTo>
                    <a:pt x="21" y="97"/>
                    <a:pt x="15" y="117"/>
                    <a:pt x="11" y="116"/>
                  </a:cubicBezTo>
                  <a:cubicBezTo>
                    <a:pt x="10" y="121"/>
                    <a:pt x="9" y="128"/>
                    <a:pt x="8" y="132"/>
                  </a:cubicBezTo>
                  <a:cubicBezTo>
                    <a:pt x="7" y="138"/>
                    <a:pt x="6" y="142"/>
                    <a:pt x="9" y="142"/>
                  </a:cubicBezTo>
                  <a:cubicBezTo>
                    <a:pt x="12" y="143"/>
                    <a:pt x="18" y="150"/>
                    <a:pt x="23" y="157"/>
                  </a:cubicBezTo>
                  <a:cubicBezTo>
                    <a:pt x="25" y="159"/>
                    <a:pt x="26" y="161"/>
                    <a:pt x="27" y="162"/>
                  </a:cubicBezTo>
                  <a:cubicBezTo>
                    <a:pt x="29" y="162"/>
                    <a:pt x="31" y="162"/>
                    <a:pt x="33" y="163"/>
                  </a:cubicBezTo>
                  <a:cubicBezTo>
                    <a:pt x="38" y="164"/>
                    <a:pt x="39" y="167"/>
                    <a:pt x="39" y="170"/>
                  </a:cubicBezTo>
                  <a:cubicBezTo>
                    <a:pt x="39" y="172"/>
                    <a:pt x="46" y="171"/>
                    <a:pt x="48" y="171"/>
                  </a:cubicBezTo>
                  <a:cubicBezTo>
                    <a:pt x="49" y="170"/>
                    <a:pt x="47" y="167"/>
                    <a:pt x="51" y="166"/>
                  </a:cubicBezTo>
                  <a:cubicBezTo>
                    <a:pt x="49" y="163"/>
                    <a:pt x="43" y="159"/>
                    <a:pt x="38" y="159"/>
                  </a:cubicBezTo>
                  <a:cubicBezTo>
                    <a:pt x="33" y="158"/>
                    <a:pt x="30" y="150"/>
                    <a:pt x="30" y="146"/>
                  </a:cubicBezTo>
                  <a:cubicBezTo>
                    <a:pt x="31" y="142"/>
                    <a:pt x="26" y="139"/>
                    <a:pt x="26" y="135"/>
                  </a:cubicBezTo>
                  <a:cubicBezTo>
                    <a:pt x="26" y="132"/>
                    <a:pt x="23" y="132"/>
                    <a:pt x="19" y="130"/>
                  </a:cubicBezTo>
                  <a:cubicBezTo>
                    <a:pt x="15" y="128"/>
                    <a:pt x="20" y="117"/>
                    <a:pt x="20" y="112"/>
                  </a:cubicBezTo>
                  <a:cubicBezTo>
                    <a:pt x="21" y="107"/>
                    <a:pt x="29" y="93"/>
                    <a:pt x="27" y="89"/>
                  </a:cubicBezTo>
                  <a:cubicBezTo>
                    <a:pt x="24" y="85"/>
                    <a:pt x="35" y="81"/>
                    <a:pt x="36" y="86"/>
                  </a:cubicBezTo>
                  <a:cubicBezTo>
                    <a:pt x="37" y="91"/>
                    <a:pt x="38" y="93"/>
                    <a:pt x="45" y="93"/>
                  </a:cubicBezTo>
                  <a:cubicBezTo>
                    <a:pt x="51" y="93"/>
                    <a:pt x="51" y="98"/>
                    <a:pt x="57" y="99"/>
                  </a:cubicBezTo>
                  <a:cubicBezTo>
                    <a:pt x="57" y="99"/>
                    <a:pt x="57" y="99"/>
                    <a:pt x="57" y="100"/>
                  </a:cubicBezTo>
                  <a:cubicBezTo>
                    <a:pt x="57" y="99"/>
                    <a:pt x="57" y="99"/>
                    <a:pt x="57" y="99"/>
                  </a:cubicBezTo>
                  <a:cubicBezTo>
                    <a:pt x="59" y="95"/>
                    <a:pt x="56" y="95"/>
                    <a:pt x="56" y="91"/>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0" name="Freeform 66"/>
            <p:cNvSpPr>
              <a:spLocks noChangeArrowheads="1"/>
            </p:cNvSpPr>
            <p:nvPr/>
          </p:nvSpPr>
          <p:spPr bwMode="auto">
            <a:xfrm>
              <a:off x="3951301" y="1136650"/>
              <a:ext cx="207964" cy="169864"/>
            </a:xfrm>
            <a:custGeom>
              <a:avLst/>
              <a:gdLst>
                <a:gd name="T0" fmla="*/ 2 w 109"/>
                <a:gd name="T1" fmla="*/ 19 h 89"/>
                <a:gd name="T2" fmla="*/ 2 w 109"/>
                <a:gd name="T3" fmla="*/ 31 h 89"/>
                <a:gd name="T4" fmla="*/ 3 w 109"/>
                <a:gd name="T5" fmla="*/ 36 h 89"/>
                <a:gd name="T6" fmla="*/ 5 w 109"/>
                <a:gd name="T7" fmla="*/ 41 h 89"/>
                <a:gd name="T8" fmla="*/ 7 w 109"/>
                <a:gd name="T9" fmla="*/ 47 h 89"/>
                <a:gd name="T10" fmla="*/ 10 w 109"/>
                <a:gd name="T11" fmla="*/ 56 h 89"/>
                <a:gd name="T12" fmla="*/ 10 w 109"/>
                <a:gd name="T13" fmla="*/ 61 h 89"/>
                <a:gd name="T14" fmla="*/ 16 w 109"/>
                <a:gd name="T15" fmla="*/ 65 h 89"/>
                <a:gd name="T16" fmla="*/ 24 w 109"/>
                <a:gd name="T17" fmla="*/ 70 h 89"/>
                <a:gd name="T18" fmla="*/ 30 w 109"/>
                <a:gd name="T19" fmla="*/ 73 h 89"/>
                <a:gd name="T20" fmla="*/ 36 w 109"/>
                <a:gd name="T21" fmla="*/ 72 h 89"/>
                <a:gd name="T22" fmla="*/ 39 w 109"/>
                <a:gd name="T23" fmla="*/ 76 h 89"/>
                <a:gd name="T24" fmla="*/ 47 w 109"/>
                <a:gd name="T25" fmla="*/ 78 h 89"/>
                <a:gd name="T26" fmla="*/ 52 w 109"/>
                <a:gd name="T27" fmla="*/ 84 h 89"/>
                <a:gd name="T28" fmla="*/ 59 w 109"/>
                <a:gd name="T29" fmla="*/ 83 h 89"/>
                <a:gd name="T30" fmla="*/ 68 w 109"/>
                <a:gd name="T31" fmla="*/ 85 h 89"/>
                <a:gd name="T32" fmla="*/ 77 w 109"/>
                <a:gd name="T33" fmla="*/ 85 h 89"/>
                <a:gd name="T34" fmla="*/ 86 w 109"/>
                <a:gd name="T35" fmla="*/ 88 h 89"/>
                <a:gd name="T36" fmla="*/ 93 w 109"/>
                <a:gd name="T37" fmla="*/ 89 h 89"/>
                <a:gd name="T38" fmla="*/ 93 w 109"/>
                <a:gd name="T39" fmla="*/ 82 h 89"/>
                <a:gd name="T40" fmla="*/ 103 w 109"/>
                <a:gd name="T41" fmla="*/ 71 h 89"/>
                <a:gd name="T42" fmla="*/ 108 w 109"/>
                <a:gd name="T43" fmla="*/ 67 h 89"/>
                <a:gd name="T44" fmla="*/ 104 w 109"/>
                <a:gd name="T45" fmla="*/ 56 h 89"/>
                <a:gd name="T46" fmla="*/ 103 w 109"/>
                <a:gd name="T47" fmla="*/ 46 h 89"/>
                <a:gd name="T48" fmla="*/ 99 w 109"/>
                <a:gd name="T49" fmla="*/ 40 h 89"/>
                <a:gd name="T50" fmla="*/ 106 w 109"/>
                <a:gd name="T51" fmla="*/ 35 h 89"/>
                <a:gd name="T52" fmla="*/ 105 w 109"/>
                <a:gd name="T53" fmla="*/ 25 h 89"/>
                <a:gd name="T54" fmla="*/ 103 w 109"/>
                <a:gd name="T55" fmla="*/ 16 h 89"/>
                <a:gd name="T56" fmla="*/ 95 w 109"/>
                <a:gd name="T57" fmla="*/ 10 h 89"/>
                <a:gd name="T58" fmla="*/ 94 w 109"/>
                <a:gd name="T59" fmla="*/ 9 h 89"/>
                <a:gd name="T60" fmla="*/ 65 w 109"/>
                <a:gd name="T61" fmla="*/ 8 h 89"/>
                <a:gd name="T62" fmla="*/ 59 w 109"/>
                <a:gd name="T63" fmla="*/ 6 h 89"/>
                <a:gd name="T64" fmla="*/ 53 w 109"/>
                <a:gd name="T65" fmla="*/ 9 h 89"/>
                <a:gd name="T66" fmla="*/ 48 w 109"/>
                <a:gd name="T67" fmla="*/ 2 h 89"/>
                <a:gd name="T68" fmla="*/ 23 w 109"/>
                <a:gd name="T69" fmla="*/ 9 h 89"/>
                <a:gd name="T70" fmla="*/ 6 w 109"/>
                <a:gd name="T71" fmla="*/ 15 h 89"/>
                <a:gd name="T72" fmla="*/ 2 w 109"/>
                <a:gd name="T73" fmla="*/ 18 h 89"/>
                <a:gd name="T74" fmla="*/ 2 w 109"/>
                <a:gd name="T75" fmla="*/ 19 h 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89"/>
                <a:gd name="T116" fmla="*/ 109 w 109"/>
                <a:gd name="T117" fmla="*/ 89 h 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89">
                  <a:moveTo>
                    <a:pt x="2" y="19"/>
                  </a:moveTo>
                  <a:cubicBezTo>
                    <a:pt x="3" y="21"/>
                    <a:pt x="4" y="28"/>
                    <a:pt x="2" y="31"/>
                  </a:cubicBezTo>
                  <a:cubicBezTo>
                    <a:pt x="0" y="34"/>
                    <a:pt x="1" y="35"/>
                    <a:pt x="3" y="36"/>
                  </a:cubicBezTo>
                  <a:cubicBezTo>
                    <a:pt x="5" y="37"/>
                    <a:pt x="5" y="39"/>
                    <a:pt x="5" y="41"/>
                  </a:cubicBezTo>
                  <a:cubicBezTo>
                    <a:pt x="5" y="43"/>
                    <a:pt x="7" y="43"/>
                    <a:pt x="7" y="47"/>
                  </a:cubicBezTo>
                  <a:cubicBezTo>
                    <a:pt x="7" y="51"/>
                    <a:pt x="8" y="54"/>
                    <a:pt x="10" y="56"/>
                  </a:cubicBezTo>
                  <a:cubicBezTo>
                    <a:pt x="11" y="57"/>
                    <a:pt x="11" y="59"/>
                    <a:pt x="10" y="61"/>
                  </a:cubicBezTo>
                  <a:cubicBezTo>
                    <a:pt x="12" y="63"/>
                    <a:pt x="14" y="64"/>
                    <a:pt x="16" y="65"/>
                  </a:cubicBezTo>
                  <a:cubicBezTo>
                    <a:pt x="22" y="67"/>
                    <a:pt x="24" y="68"/>
                    <a:pt x="24" y="70"/>
                  </a:cubicBezTo>
                  <a:cubicBezTo>
                    <a:pt x="24" y="72"/>
                    <a:pt x="29" y="75"/>
                    <a:pt x="30" y="73"/>
                  </a:cubicBezTo>
                  <a:cubicBezTo>
                    <a:pt x="31" y="70"/>
                    <a:pt x="34" y="72"/>
                    <a:pt x="36" y="72"/>
                  </a:cubicBezTo>
                  <a:cubicBezTo>
                    <a:pt x="38" y="72"/>
                    <a:pt x="39" y="74"/>
                    <a:pt x="39" y="76"/>
                  </a:cubicBezTo>
                  <a:cubicBezTo>
                    <a:pt x="40" y="77"/>
                    <a:pt x="45" y="76"/>
                    <a:pt x="47" y="78"/>
                  </a:cubicBezTo>
                  <a:cubicBezTo>
                    <a:pt x="48" y="79"/>
                    <a:pt x="49" y="83"/>
                    <a:pt x="52" y="84"/>
                  </a:cubicBezTo>
                  <a:cubicBezTo>
                    <a:pt x="54" y="86"/>
                    <a:pt x="57" y="82"/>
                    <a:pt x="59" y="83"/>
                  </a:cubicBezTo>
                  <a:cubicBezTo>
                    <a:pt x="60" y="85"/>
                    <a:pt x="65" y="86"/>
                    <a:pt x="68" y="85"/>
                  </a:cubicBezTo>
                  <a:cubicBezTo>
                    <a:pt x="71" y="83"/>
                    <a:pt x="73" y="86"/>
                    <a:pt x="77" y="85"/>
                  </a:cubicBezTo>
                  <a:cubicBezTo>
                    <a:pt x="81" y="85"/>
                    <a:pt x="85" y="86"/>
                    <a:pt x="86" y="88"/>
                  </a:cubicBezTo>
                  <a:cubicBezTo>
                    <a:pt x="87" y="88"/>
                    <a:pt x="90" y="89"/>
                    <a:pt x="93" y="89"/>
                  </a:cubicBezTo>
                  <a:cubicBezTo>
                    <a:pt x="94" y="88"/>
                    <a:pt x="92" y="83"/>
                    <a:pt x="93" y="82"/>
                  </a:cubicBezTo>
                  <a:cubicBezTo>
                    <a:pt x="93" y="81"/>
                    <a:pt x="102" y="73"/>
                    <a:pt x="103" y="71"/>
                  </a:cubicBezTo>
                  <a:cubicBezTo>
                    <a:pt x="105" y="69"/>
                    <a:pt x="107" y="69"/>
                    <a:pt x="108" y="67"/>
                  </a:cubicBezTo>
                  <a:cubicBezTo>
                    <a:pt x="109" y="65"/>
                    <a:pt x="105" y="58"/>
                    <a:pt x="104" y="56"/>
                  </a:cubicBezTo>
                  <a:cubicBezTo>
                    <a:pt x="103" y="55"/>
                    <a:pt x="102" y="49"/>
                    <a:pt x="103" y="46"/>
                  </a:cubicBezTo>
                  <a:cubicBezTo>
                    <a:pt x="104" y="44"/>
                    <a:pt x="99" y="42"/>
                    <a:pt x="99" y="40"/>
                  </a:cubicBezTo>
                  <a:cubicBezTo>
                    <a:pt x="99" y="39"/>
                    <a:pt x="103" y="36"/>
                    <a:pt x="106" y="35"/>
                  </a:cubicBezTo>
                  <a:cubicBezTo>
                    <a:pt x="108" y="34"/>
                    <a:pt x="107" y="27"/>
                    <a:pt x="105" y="25"/>
                  </a:cubicBezTo>
                  <a:cubicBezTo>
                    <a:pt x="103" y="23"/>
                    <a:pt x="102" y="20"/>
                    <a:pt x="103" y="16"/>
                  </a:cubicBezTo>
                  <a:cubicBezTo>
                    <a:pt x="105" y="13"/>
                    <a:pt x="96" y="10"/>
                    <a:pt x="95" y="10"/>
                  </a:cubicBezTo>
                  <a:cubicBezTo>
                    <a:pt x="94" y="10"/>
                    <a:pt x="94" y="10"/>
                    <a:pt x="94" y="9"/>
                  </a:cubicBezTo>
                  <a:cubicBezTo>
                    <a:pt x="86" y="11"/>
                    <a:pt x="66" y="9"/>
                    <a:pt x="65" y="8"/>
                  </a:cubicBezTo>
                  <a:cubicBezTo>
                    <a:pt x="64" y="8"/>
                    <a:pt x="61" y="7"/>
                    <a:pt x="59" y="6"/>
                  </a:cubicBezTo>
                  <a:cubicBezTo>
                    <a:pt x="58" y="8"/>
                    <a:pt x="56" y="9"/>
                    <a:pt x="53" y="9"/>
                  </a:cubicBezTo>
                  <a:cubicBezTo>
                    <a:pt x="48" y="9"/>
                    <a:pt x="48" y="5"/>
                    <a:pt x="48" y="2"/>
                  </a:cubicBezTo>
                  <a:cubicBezTo>
                    <a:pt x="48" y="0"/>
                    <a:pt x="28" y="4"/>
                    <a:pt x="23" y="9"/>
                  </a:cubicBezTo>
                  <a:cubicBezTo>
                    <a:pt x="18" y="15"/>
                    <a:pt x="6" y="13"/>
                    <a:pt x="6" y="15"/>
                  </a:cubicBezTo>
                  <a:cubicBezTo>
                    <a:pt x="5" y="17"/>
                    <a:pt x="3" y="18"/>
                    <a:pt x="2" y="18"/>
                  </a:cubicBezTo>
                  <a:cubicBezTo>
                    <a:pt x="2" y="18"/>
                    <a:pt x="2" y="19"/>
                    <a:pt x="2" y="19"/>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1" name="Freeform 67"/>
            <p:cNvSpPr>
              <a:spLocks noChangeArrowheads="1"/>
            </p:cNvSpPr>
            <p:nvPr/>
          </p:nvSpPr>
          <p:spPr bwMode="auto">
            <a:xfrm>
              <a:off x="3981463" y="1412876"/>
              <a:ext cx="79375" cy="74613"/>
            </a:xfrm>
            <a:custGeom>
              <a:avLst/>
              <a:gdLst>
                <a:gd name="T0" fmla="*/ 31 w 41"/>
                <a:gd name="T1" fmla="*/ 35 h 39"/>
                <a:gd name="T2" fmla="*/ 39 w 41"/>
                <a:gd name="T3" fmla="*/ 23 h 39"/>
                <a:gd name="T4" fmla="*/ 40 w 41"/>
                <a:gd name="T5" fmla="*/ 8 h 39"/>
                <a:gd name="T6" fmla="*/ 30 w 41"/>
                <a:gd name="T7" fmla="*/ 2 h 39"/>
                <a:gd name="T8" fmla="*/ 13 w 41"/>
                <a:gd name="T9" fmla="*/ 1 h 39"/>
                <a:gd name="T10" fmla="*/ 6 w 41"/>
                <a:gd name="T11" fmla="*/ 2 h 39"/>
                <a:gd name="T12" fmla="*/ 1 w 41"/>
                <a:gd name="T13" fmla="*/ 5 h 39"/>
                <a:gd name="T14" fmla="*/ 6 w 41"/>
                <a:gd name="T15" fmla="*/ 13 h 39"/>
                <a:gd name="T16" fmla="*/ 15 w 41"/>
                <a:gd name="T17" fmla="*/ 24 h 39"/>
                <a:gd name="T18" fmla="*/ 24 w 41"/>
                <a:gd name="T19" fmla="*/ 34 h 39"/>
                <a:gd name="T20" fmla="*/ 30 w 41"/>
                <a:gd name="T21" fmla="*/ 39 h 39"/>
                <a:gd name="T22" fmla="*/ 31 w 41"/>
                <a:gd name="T23" fmla="*/ 35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
                <a:gd name="T37" fmla="*/ 0 h 39"/>
                <a:gd name="T38" fmla="*/ 41 w 41"/>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 h="39">
                  <a:moveTo>
                    <a:pt x="31" y="35"/>
                  </a:moveTo>
                  <a:cubicBezTo>
                    <a:pt x="30" y="33"/>
                    <a:pt x="37" y="23"/>
                    <a:pt x="39" y="23"/>
                  </a:cubicBezTo>
                  <a:cubicBezTo>
                    <a:pt x="41" y="23"/>
                    <a:pt x="41" y="13"/>
                    <a:pt x="40" y="8"/>
                  </a:cubicBezTo>
                  <a:cubicBezTo>
                    <a:pt x="35" y="4"/>
                    <a:pt x="30" y="2"/>
                    <a:pt x="30" y="2"/>
                  </a:cubicBezTo>
                  <a:cubicBezTo>
                    <a:pt x="30" y="2"/>
                    <a:pt x="15" y="2"/>
                    <a:pt x="13" y="1"/>
                  </a:cubicBezTo>
                  <a:cubicBezTo>
                    <a:pt x="10" y="0"/>
                    <a:pt x="8" y="4"/>
                    <a:pt x="6" y="2"/>
                  </a:cubicBezTo>
                  <a:cubicBezTo>
                    <a:pt x="3" y="0"/>
                    <a:pt x="0" y="3"/>
                    <a:pt x="1" y="5"/>
                  </a:cubicBezTo>
                  <a:cubicBezTo>
                    <a:pt x="1" y="8"/>
                    <a:pt x="6" y="9"/>
                    <a:pt x="6" y="13"/>
                  </a:cubicBezTo>
                  <a:cubicBezTo>
                    <a:pt x="6" y="17"/>
                    <a:pt x="15" y="22"/>
                    <a:pt x="15" y="24"/>
                  </a:cubicBezTo>
                  <a:cubicBezTo>
                    <a:pt x="15" y="25"/>
                    <a:pt x="21" y="29"/>
                    <a:pt x="24" y="34"/>
                  </a:cubicBezTo>
                  <a:cubicBezTo>
                    <a:pt x="26" y="35"/>
                    <a:pt x="28" y="37"/>
                    <a:pt x="30" y="39"/>
                  </a:cubicBezTo>
                  <a:cubicBezTo>
                    <a:pt x="30" y="37"/>
                    <a:pt x="31" y="36"/>
                    <a:pt x="31" y="35"/>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2" name="Freeform 68"/>
            <p:cNvSpPr>
              <a:spLocks noChangeArrowheads="1"/>
            </p:cNvSpPr>
            <p:nvPr/>
          </p:nvSpPr>
          <p:spPr bwMode="auto">
            <a:xfrm>
              <a:off x="3943364" y="1379539"/>
              <a:ext cx="114301" cy="98425"/>
            </a:xfrm>
            <a:custGeom>
              <a:avLst/>
              <a:gdLst>
                <a:gd name="T0" fmla="*/ 35 w 60"/>
                <a:gd name="T1" fmla="*/ 42 h 52"/>
                <a:gd name="T2" fmla="*/ 26 w 60"/>
                <a:gd name="T3" fmla="*/ 31 h 52"/>
                <a:gd name="T4" fmla="*/ 21 w 60"/>
                <a:gd name="T5" fmla="*/ 23 h 52"/>
                <a:gd name="T6" fmla="*/ 26 w 60"/>
                <a:gd name="T7" fmla="*/ 20 h 52"/>
                <a:gd name="T8" fmla="*/ 33 w 60"/>
                <a:gd name="T9" fmla="*/ 19 h 52"/>
                <a:gd name="T10" fmla="*/ 50 w 60"/>
                <a:gd name="T11" fmla="*/ 20 h 52"/>
                <a:gd name="T12" fmla="*/ 60 w 60"/>
                <a:gd name="T13" fmla="*/ 26 h 52"/>
                <a:gd name="T14" fmla="*/ 60 w 60"/>
                <a:gd name="T15" fmla="*/ 23 h 52"/>
                <a:gd name="T16" fmla="*/ 56 w 60"/>
                <a:gd name="T17" fmla="*/ 15 h 52"/>
                <a:gd name="T18" fmla="*/ 53 w 60"/>
                <a:gd name="T19" fmla="*/ 8 h 52"/>
                <a:gd name="T20" fmla="*/ 50 w 60"/>
                <a:gd name="T21" fmla="*/ 9 h 52"/>
                <a:gd name="T22" fmla="*/ 38 w 60"/>
                <a:gd name="T23" fmla="*/ 7 h 52"/>
                <a:gd name="T24" fmla="*/ 29 w 60"/>
                <a:gd name="T25" fmla="*/ 0 h 52"/>
                <a:gd name="T26" fmla="*/ 22 w 60"/>
                <a:gd name="T27" fmla="*/ 4 h 52"/>
                <a:gd name="T28" fmla="*/ 19 w 60"/>
                <a:gd name="T29" fmla="*/ 10 h 52"/>
                <a:gd name="T30" fmla="*/ 15 w 60"/>
                <a:gd name="T31" fmla="*/ 15 h 52"/>
                <a:gd name="T32" fmla="*/ 8 w 60"/>
                <a:gd name="T33" fmla="*/ 15 h 52"/>
                <a:gd name="T34" fmla="*/ 0 w 60"/>
                <a:gd name="T35" fmla="*/ 16 h 52"/>
                <a:gd name="T36" fmla="*/ 2 w 60"/>
                <a:gd name="T37" fmla="*/ 21 h 52"/>
                <a:gd name="T38" fmla="*/ 11 w 60"/>
                <a:gd name="T39" fmla="*/ 25 h 52"/>
                <a:gd name="T40" fmla="*/ 21 w 60"/>
                <a:gd name="T41" fmla="*/ 40 h 52"/>
                <a:gd name="T42" fmla="*/ 30 w 60"/>
                <a:gd name="T43" fmla="*/ 45 h 52"/>
                <a:gd name="T44" fmla="*/ 40 w 60"/>
                <a:gd name="T45" fmla="*/ 50 h 52"/>
                <a:gd name="T46" fmla="*/ 44 w 60"/>
                <a:gd name="T47" fmla="*/ 52 h 52"/>
                <a:gd name="T48" fmla="*/ 35 w 60"/>
                <a:gd name="T49" fmla="*/ 42 h 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0"/>
                <a:gd name="T76" fmla="*/ 0 h 52"/>
                <a:gd name="T77" fmla="*/ 60 w 60"/>
                <a:gd name="T78" fmla="*/ 52 h 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0" h="52">
                  <a:moveTo>
                    <a:pt x="35" y="42"/>
                  </a:moveTo>
                  <a:cubicBezTo>
                    <a:pt x="35" y="40"/>
                    <a:pt x="26" y="35"/>
                    <a:pt x="26" y="31"/>
                  </a:cubicBezTo>
                  <a:cubicBezTo>
                    <a:pt x="26" y="27"/>
                    <a:pt x="21" y="26"/>
                    <a:pt x="21" y="23"/>
                  </a:cubicBezTo>
                  <a:cubicBezTo>
                    <a:pt x="20" y="21"/>
                    <a:pt x="23" y="18"/>
                    <a:pt x="26" y="20"/>
                  </a:cubicBezTo>
                  <a:cubicBezTo>
                    <a:pt x="28" y="22"/>
                    <a:pt x="30" y="18"/>
                    <a:pt x="33" y="19"/>
                  </a:cubicBezTo>
                  <a:cubicBezTo>
                    <a:pt x="35" y="20"/>
                    <a:pt x="50" y="20"/>
                    <a:pt x="50" y="20"/>
                  </a:cubicBezTo>
                  <a:cubicBezTo>
                    <a:pt x="50" y="20"/>
                    <a:pt x="55" y="22"/>
                    <a:pt x="60" y="26"/>
                  </a:cubicBezTo>
                  <a:cubicBezTo>
                    <a:pt x="60" y="24"/>
                    <a:pt x="60" y="24"/>
                    <a:pt x="60" y="23"/>
                  </a:cubicBezTo>
                  <a:cubicBezTo>
                    <a:pt x="59" y="20"/>
                    <a:pt x="60" y="16"/>
                    <a:pt x="56" y="15"/>
                  </a:cubicBezTo>
                  <a:cubicBezTo>
                    <a:pt x="55" y="14"/>
                    <a:pt x="54" y="11"/>
                    <a:pt x="53" y="8"/>
                  </a:cubicBezTo>
                  <a:cubicBezTo>
                    <a:pt x="52" y="9"/>
                    <a:pt x="50" y="9"/>
                    <a:pt x="50" y="9"/>
                  </a:cubicBezTo>
                  <a:cubicBezTo>
                    <a:pt x="47" y="10"/>
                    <a:pt x="40" y="10"/>
                    <a:pt x="38" y="7"/>
                  </a:cubicBezTo>
                  <a:cubicBezTo>
                    <a:pt x="36" y="5"/>
                    <a:pt x="31" y="1"/>
                    <a:pt x="29" y="0"/>
                  </a:cubicBezTo>
                  <a:cubicBezTo>
                    <a:pt x="28" y="1"/>
                    <a:pt x="24" y="4"/>
                    <a:pt x="22" y="4"/>
                  </a:cubicBezTo>
                  <a:cubicBezTo>
                    <a:pt x="20" y="5"/>
                    <a:pt x="21" y="10"/>
                    <a:pt x="19" y="10"/>
                  </a:cubicBezTo>
                  <a:cubicBezTo>
                    <a:pt x="17" y="10"/>
                    <a:pt x="16" y="13"/>
                    <a:pt x="15" y="15"/>
                  </a:cubicBezTo>
                  <a:cubicBezTo>
                    <a:pt x="15" y="16"/>
                    <a:pt x="10" y="14"/>
                    <a:pt x="8" y="15"/>
                  </a:cubicBezTo>
                  <a:cubicBezTo>
                    <a:pt x="7" y="15"/>
                    <a:pt x="2" y="16"/>
                    <a:pt x="0" y="16"/>
                  </a:cubicBezTo>
                  <a:cubicBezTo>
                    <a:pt x="1" y="18"/>
                    <a:pt x="0" y="21"/>
                    <a:pt x="2" y="21"/>
                  </a:cubicBezTo>
                  <a:cubicBezTo>
                    <a:pt x="5" y="21"/>
                    <a:pt x="11" y="21"/>
                    <a:pt x="11" y="25"/>
                  </a:cubicBezTo>
                  <a:cubicBezTo>
                    <a:pt x="11" y="29"/>
                    <a:pt x="18" y="37"/>
                    <a:pt x="21" y="40"/>
                  </a:cubicBezTo>
                  <a:cubicBezTo>
                    <a:pt x="24" y="43"/>
                    <a:pt x="30" y="43"/>
                    <a:pt x="30" y="45"/>
                  </a:cubicBezTo>
                  <a:cubicBezTo>
                    <a:pt x="30" y="48"/>
                    <a:pt x="35" y="50"/>
                    <a:pt x="40" y="50"/>
                  </a:cubicBezTo>
                  <a:cubicBezTo>
                    <a:pt x="41" y="50"/>
                    <a:pt x="43" y="51"/>
                    <a:pt x="44" y="52"/>
                  </a:cubicBezTo>
                  <a:cubicBezTo>
                    <a:pt x="41" y="47"/>
                    <a:pt x="35" y="43"/>
                    <a:pt x="35" y="42"/>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3" name="Freeform 69"/>
            <p:cNvSpPr>
              <a:spLocks noChangeArrowheads="1"/>
            </p:cNvSpPr>
            <p:nvPr/>
          </p:nvSpPr>
          <p:spPr bwMode="auto">
            <a:xfrm>
              <a:off x="4054489" y="1484314"/>
              <a:ext cx="39688" cy="77788"/>
            </a:xfrm>
            <a:custGeom>
              <a:avLst/>
              <a:gdLst>
                <a:gd name="T0" fmla="*/ 14 w 21"/>
                <a:gd name="T1" fmla="*/ 35 h 41"/>
                <a:gd name="T2" fmla="*/ 17 w 21"/>
                <a:gd name="T3" fmla="*/ 31 h 41"/>
                <a:gd name="T4" fmla="*/ 21 w 21"/>
                <a:gd name="T5" fmla="*/ 24 h 41"/>
                <a:gd name="T6" fmla="*/ 21 w 21"/>
                <a:gd name="T7" fmla="*/ 24 h 41"/>
                <a:gd name="T8" fmla="*/ 15 w 21"/>
                <a:gd name="T9" fmla="*/ 17 h 41"/>
                <a:gd name="T10" fmla="*/ 16 w 21"/>
                <a:gd name="T11" fmla="*/ 5 h 41"/>
                <a:gd name="T12" fmla="*/ 6 w 21"/>
                <a:gd name="T13" fmla="*/ 0 h 41"/>
                <a:gd name="T14" fmla="*/ 1 w 21"/>
                <a:gd name="T15" fmla="*/ 8 h 41"/>
                <a:gd name="T16" fmla="*/ 4 w 21"/>
                <a:gd name="T17" fmla="*/ 15 h 41"/>
                <a:gd name="T18" fmla="*/ 3 w 21"/>
                <a:gd name="T19" fmla="*/ 32 h 41"/>
                <a:gd name="T20" fmla="*/ 11 w 21"/>
                <a:gd name="T21" fmla="*/ 41 h 41"/>
                <a:gd name="T22" fmla="*/ 14 w 21"/>
                <a:gd name="T23" fmla="*/ 35 h 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41"/>
                <a:gd name="T38" fmla="*/ 21 w 21"/>
                <a:gd name="T39" fmla="*/ 41 h 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41">
                  <a:moveTo>
                    <a:pt x="14" y="35"/>
                  </a:moveTo>
                  <a:cubicBezTo>
                    <a:pt x="17" y="35"/>
                    <a:pt x="15" y="33"/>
                    <a:pt x="17" y="31"/>
                  </a:cubicBezTo>
                  <a:cubicBezTo>
                    <a:pt x="19" y="29"/>
                    <a:pt x="21" y="26"/>
                    <a:pt x="21" y="24"/>
                  </a:cubicBezTo>
                  <a:cubicBezTo>
                    <a:pt x="21" y="24"/>
                    <a:pt x="21" y="24"/>
                    <a:pt x="21" y="24"/>
                  </a:cubicBezTo>
                  <a:cubicBezTo>
                    <a:pt x="18" y="21"/>
                    <a:pt x="15" y="20"/>
                    <a:pt x="15" y="17"/>
                  </a:cubicBezTo>
                  <a:cubicBezTo>
                    <a:pt x="14" y="14"/>
                    <a:pt x="15" y="9"/>
                    <a:pt x="16" y="5"/>
                  </a:cubicBezTo>
                  <a:cubicBezTo>
                    <a:pt x="14" y="4"/>
                    <a:pt x="8" y="0"/>
                    <a:pt x="6" y="0"/>
                  </a:cubicBezTo>
                  <a:cubicBezTo>
                    <a:pt x="4" y="0"/>
                    <a:pt x="1" y="4"/>
                    <a:pt x="1" y="8"/>
                  </a:cubicBezTo>
                  <a:cubicBezTo>
                    <a:pt x="5" y="10"/>
                    <a:pt x="7" y="12"/>
                    <a:pt x="4" y="15"/>
                  </a:cubicBezTo>
                  <a:cubicBezTo>
                    <a:pt x="1" y="18"/>
                    <a:pt x="0" y="29"/>
                    <a:pt x="3" y="32"/>
                  </a:cubicBezTo>
                  <a:cubicBezTo>
                    <a:pt x="7" y="34"/>
                    <a:pt x="8" y="40"/>
                    <a:pt x="11" y="41"/>
                  </a:cubicBezTo>
                  <a:cubicBezTo>
                    <a:pt x="12" y="38"/>
                    <a:pt x="12" y="35"/>
                    <a:pt x="14" y="35"/>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4" name="Freeform 70"/>
            <p:cNvSpPr>
              <a:spLocks noChangeArrowheads="1"/>
            </p:cNvSpPr>
            <p:nvPr/>
          </p:nvSpPr>
          <p:spPr bwMode="auto">
            <a:xfrm>
              <a:off x="3856051" y="1309688"/>
              <a:ext cx="160339" cy="71438"/>
            </a:xfrm>
            <a:custGeom>
              <a:avLst/>
              <a:gdLst>
                <a:gd name="T0" fmla="*/ 71 w 84"/>
                <a:gd name="T1" fmla="*/ 3 h 37"/>
                <a:gd name="T2" fmla="*/ 60 w 84"/>
                <a:gd name="T3" fmla="*/ 0 h 37"/>
                <a:gd name="T4" fmla="*/ 58 w 84"/>
                <a:gd name="T5" fmla="*/ 5 h 37"/>
                <a:gd name="T6" fmla="*/ 48 w 84"/>
                <a:gd name="T7" fmla="*/ 5 h 37"/>
                <a:gd name="T8" fmla="*/ 42 w 84"/>
                <a:gd name="T9" fmla="*/ 10 h 37"/>
                <a:gd name="T10" fmla="*/ 38 w 84"/>
                <a:gd name="T11" fmla="*/ 17 h 37"/>
                <a:gd name="T12" fmla="*/ 33 w 84"/>
                <a:gd name="T13" fmla="*/ 20 h 37"/>
                <a:gd name="T14" fmla="*/ 22 w 84"/>
                <a:gd name="T15" fmla="*/ 22 h 37"/>
                <a:gd name="T16" fmla="*/ 15 w 84"/>
                <a:gd name="T17" fmla="*/ 23 h 37"/>
                <a:gd name="T18" fmla="*/ 9 w 84"/>
                <a:gd name="T19" fmla="*/ 24 h 37"/>
                <a:gd name="T20" fmla="*/ 2 w 84"/>
                <a:gd name="T21" fmla="*/ 22 h 37"/>
                <a:gd name="T22" fmla="*/ 1 w 84"/>
                <a:gd name="T23" fmla="*/ 28 h 37"/>
                <a:gd name="T24" fmla="*/ 7 w 84"/>
                <a:gd name="T25" fmla="*/ 31 h 37"/>
                <a:gd name="T26" fmla="*/ 14 w 84"/>
                <a:gd name="T27" fmla="*/ 32 h 37"/>
                <a:gd name="T28" fmla="*/ 21 w 84"/>
                <a:gd name="T29" fmla="*/ 30 h 37"/>
                <a:gd name="T30" fmla="*/ 30 w 84"/>
                <a:gd name="T31" fmla="*/ 29 h 37"/>
                <a:gd name="T32" fmla="*/ 32 w 84"/>
                <a:gd name="T33" fmla="*/ 34 h 37"/>
                <a:gd name="T34" fmla="*/ 42 w 84"/>
                <a:gd name="T35" fmla="*/ 35 h 37"/>
                <a:gd name="T36" fmla="*/ 55 w 84"/>
                <a:gd name="T37" fmla="*/ 37 h 37"/>
                <a:gd name="T38" fmla="*/ 64 w 84"/>
                <a:gd name="T39" fmla="*/ 34 h 37"/>
                <a:gd name="T40" fmla="*/ 72 w 84"/>
                <a:gd name="T41" fmla="*/ 31 h 37"/>
                <a:gd name="T42" fmla="*/ 72 w 84"/>
                <a:gd name="T43" fmla="*/ 31 h 37"/>
                <a:gd name="T44" fmla="*/ 74 w 84"/>
                <a:gd name="T45" fmla="*/ 29 h 37"/>
                <a:gd name="T46" fmla="*/ 76 w 84"/>
                <a:gd name="T47" fmla="*/ 24 h 37"/>
                <a:gd name="T48" fmla="*/ 77 w 84"/>
                <a:gd name="T49" fmla="*/ 19 h 37"/>
                <a:gd name="T50" fmla="*/ 82 w 84"/>
                <a:gd name="T51" fmla="*/ 16 h 37"/>
                <a:gd name="T52" fmla="*/ 84 w 84"/>
                <a:gd name="T53" fmla="*/ 13 h 37"/>
                <a:gd name="T54" fmla="*/ 79 w 84"/>
                <a:gd name="T55" fmla="*/ 4 h 37"/>
                <a:gd name="T56" fmla="*/ 71 w 84"/>
                <a:gd name="T57" fmla="*/ 3 h 3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4"/>
                <a:gd name="T88" fmla="*/ 0 h 37"/>
                <a:gd name="T89" fmla="*/ 84 w 84"/>
                <a:gd name="T90" fmla="*/ 37 h 3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4" h="37">
                  <a:moveTo>
                    <a:pt x="71" y="3"/>
                  </a:moveTo>
                  <a:cubicBezTo>
                    <a:pt x="68" y="0"/>
                    <a:pt x="60" y="0"/>
                    <a:pt x="60" y="0"/>
                  </a:cubicBezTo>
                  <a:cubicBezTo>
                    <a:pt x="60" y="0"/>
                    <a:pt x="59" y="3"/>
                    <a:pt x="58" y="5"/>
                  </a:cubicBezTo>
                  <a:cubicBezTo>
                    <a:pt x="57" y="6"/>
                    <a:pt x="52" y="6"/>
                    <a:pt x="48" y="5"/>
                  </a:cubicBezTo>
                  <a:cubicBezTo>
                    <a:pt x="47" y="7"/>
                    <a:pt x="43" y="8"/>
                    <a:pt x="42" y="10"/>
                  </a:cubicBezTo>
                  <a:cubicBezTo>
                    <a:pt x="42" y="12"/>
                    <a:pt x="36" y="11"/>
                    <a:pt x="38" y="17"/>
                  </a:cubicBezTo>
                  <a:cubicBezTo>
                    <a:pt x="40" y="23"/>
                    <a:pt x="35" y="21"/>
                    <a:pt x="33" y="20"/>
                  </a:cubicBezTo>
                  <a:cubicBezTo>
                    <a:pt x="32" y="19"/>
                    <a:pt x="24" y="20"/>
                    <a:pt x="22" y="22"/>
                  </a:cubicBezTo>
                  <a:cubicBezTo>
                    <a:pt x="20" y="24"/>
                    <a:pt x="17" y="24"/>
                    <a:pt x="15" y="23"/>
                  </a:cubicBezTo>
                  <a:cubicBezTo>
                    <a:pt x="14" y="22"/>
                    <a:pt x="10" y="21"/>
                    <a:pt x="9" y="24"/>
                  </a:cubicBezTo>
                  <a:cubicBezTo>
                    <a:pt x="7" y="26"/>
                    <a:pt x="4" y="22"/>
                    <a:pt x="2" y="22"/>
                  </a:cubicBezTo>
                  <a:cubicBezTo>
                    <a:pt x="0" y="22"/>
                    <a:pt x="1" y="27"/>
                    <a:pt x="1" y="28"/>
                  </a:cubicBezTo>
                  <a:cubicBezTo>
                    <a:pt x="1" y="29"/>
                    <a:pt x="4" y="32"/>
                    <a:pt x="7" y="31"/>
                  </a:cubicBezTo>
                  <a:cubicBezTo>
                    <a:pt x="9" y="30"/>
                    <a:pt x="12" y="31"/>
                    <a:pt x="14" y="32"/>
                  </a:cubicBezTo>
                  <a:cubicBezTo>
                    <a:pt x="16" y="34"/>
                    <a:pt x="19" y="31"/>
                    <a:pt x="21" y="30"/>
                  </a:cubicBezTo>
                  <a:cubicBezTo>
                    <a:pt x="22" y="29"/>
                    <a:pt x="29" y="29"/>
                    <a:pt x="30" y="29"/>
                  </a:cubicBezTo>
                  <a:cubicBezTo>
                    <a:pt x="30" y="29"/>
                    <a:pt x="31" y="33"/>
                    <a:pt x="32" y="34"/>
                  </a:cubicBezTo>
                  <a:cubicBezTo>
                    <a:pt x="33" y="34"/>
                    <a:pt x="38" y="35"/>
                    <a:pt x="42" y="35"/>
                  </a:cubicBezTo>
                  <a:cubicBezTo>
                    <a:pt x="46" y="35"/>
                    <a:pt x="53" y="37"/>
                    <a:pt x="55" y="37"/>
                  </a:cubicBezTo>
                  <a:cubicBezTo>
                    <a:pt x="57" y="37"/>
                    <a:pt x="60" y="34"/>
                    <a:pt x="64" y="34"/>
                  </a:cubicBezTo>
                  <a:cubicBezTo>
                    <a:pt x="69" y="34"/>
                    <a:pt x="71" y="31"/>
                    <a:pt x="72" y="31"/>
                  </a:cubicBezTo>
                  <a:cubicBezTo>
                    <a:pt x="72" y="31"/>
                    <a:pt x="72" y="31"/>
                    <a:pt x="72" y="31"/>
                  </a:cubicBezTo>
                  <a:cubicBezTo>
                    <a:pt x="72" y="30"/>
                    <a:pt x="73" y="29"/>
                    <a:pt x="74" y="29"/>
                  </a:cubicBezTo>
                  <a:cubicBezTo>
                    <a:pt x="76" y="28"/>
                    <a:pt x="74" y="25"/>
                    <a:pt x="76" y="24"/>
                  </a:cubicBezTo>
                  <a:cubicBezTo>
                    <a:pt x="77" y="22"/>
                    <a:pt x="75" y="19"/>
                    <a:pt x="77" y="19"/>
                  </a:cubicBezTo>
                  <a:cubicBezTo>
                    <a:pt x="79" y="20"/>
                    <a:pt x="82" y="20"/>
                    <a:pt x="82" y="16"/>
                  </a:cubicBezTo>
                  <a:cubicBezTo>
                    <a:pt x="82" y="15"/>
                    <a:pt x="83" y="14"/>
                    <a:pt x="84" y="13"/>
                  </a:cubicBezTo>
                  <a:cubicBezTo>
                    <a:pt x="81" y="10"/>
                    <a:pt x="79" y="4"/>
                    <a:pt x="79" y="4"/>
                  </a:cubicBezTo>
                  <a:cubicBezTo>
                    <a:pt x="79" y="4"/>
                    <a:pt x="74" y="6"/>
                    <a:pt x="71" y="3"/>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5" name="Freeform 71"/>
            <p:cNvSpPr>
              <a:spLocks noChangeArrowheads="1"/>
            </p:cNvSpPr>
            <p:nvPr/>
          </p:nvSpPr>
          <p:spPr bwMode="auto">
            <a:xfrm>
              <a:off x="3992576" y="1317626"/>
              <a:ext cx="142876" cy="80963"/>
            </a:xfrm>
            <a:custGeom>
              <a:avLst/>
              <a:gdLst>
                <a:gd name="T0" fmla="*/ 71 w 74"/>
                <a:gd name="T1" fmla="*/ 8 h 42"/>
                <a:gd name="T2" fmla="*/ 68 w 74"/>
                <a:gd name="T3" fmla="*/ 7 h 42"/>
                <a:gd name="T4" fmla="*/ 61 w 74"/>
                <a:gd name="T5" fmla="*/ 4 h 42"/>
                <a:gd name="T6" fmla="*/ 51 w 74"/>
                <a:gd name="T7" fmla="*/ 1 h 42"/>
                <a:gd name="T8" fmla="*/ 40 w 74"/>
                <a:gd name="T9" fmla="*/ 7 h 42"/>
                <a:gd name="T10" fmla="*/ 28 w 74"/>
                <a:gd name="T11" fmla="*/ 11 h 42"/>
                <a:gd name="T12" fmla="*/ 13 w 74"/>
                <a:gd name="T13" fmla="*/ 11 h 42"/>
                <a:gd name="T14" fmla="*/ 12 w 74"/>
                <a:gd name="T15" fmla="*/ 9 h 42"/>
                <a:gd name="T16" fmla="*/ 10 w 74"/>
                <a:gd name="T17" fmla="*/ 12 h 42"/>
                <a:gd name="T18" fmla="*/ 5 w 74"/>
                <a:gd name="T19" fmla="*/ 15 h 42"/>
                <a:gd name="T20" fmla="*/ 4 w 74"/>
                <a:gd name="T21" fmla="*/ 20 h 42"/>
                <a:gd name="T22" fmla="*/ 2 w 74"/>
                <a:gd name="T23" fmla="*/ 25 h 42"/>
                <a:gd name="T24" fmla="*/ 0 w 74"/>
                <a:gd name="T25" fmla="*/ 27 h 42"/>
                <a:gd name="T26" fmla="*/ 3 w 74"/>
                <a:gd name="T27" fmla="*/ 32 h 42"/>
                <a:gd name="T28" fmla="*/ 3 w 74"/>
                <a:gd name="T29" fmla="*/ 32 h 42"/>
                <a:gd name="T30" fmla="*/ 12 w 74"/>
                <a:gd name="T31" fmla="*/ 39 h 42"/>
                <a:gd name="T32" fmla="*/ 24 w 74"/>
                <a:gd name="T33" fmla="*/ 41 h 42"/>
                <a:gd name="T34" fmla="*/ 39 w 74"/>
                <a:gd name="T35" fmla="*/ 37 h 42"/>
                <a:gd name="T36" fmla="*/ 44 w 74"/>
                <a:gd name="T37" fmla="*/ 38 h 42"/>
                <a:gd name="T38" fmla="*/ 47 w 74"/>
                <a:gd name="T39" fmla="*/ 39 h 42"/>
                <a:gd name="T40" fmla="*/ 54 w 74"/>
                <a:gd name="T41" fmla="*/ 34 h 42"/>
                <a:gd name="T42" fmla="*/ 64 w 74"/>
                <a:gd name="T43" fmla="*/ 17 h 42"/>
                <a:gd name="T44" fmla="*/ 72 w 74"/>
                <a:gd name="T45" fmla="*/ 12 h 42"/>
                <a:gd name="T46" fmla="*/ 71 w 74"/>
                <a:gd name="T47" fmla="*/ 8 h 4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4"/>
                <a:gd name="T73" fmla="*/ 0 h 42"/>
                <a:gd name="T74" fmla="*/ 74 w 74"/>
                <a:gd name="T75" fmla="*/ 42 h 4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4" h="42">
                  <a:moveTo>
                    <a:pt x="71" y="8"/>
                  </a:moveTo>
                  <a:cubicBezTo>
                    <a:pt x="70" y="8"/>
                    <a:pt x="69" y="7"/>
                    <a:pt x="68" y="7"/>
                  </a:cubicBezTo>
                  <a:cubicBezTo>
                    <a:pt x="65" y="6"/>
                    <a:pt x="62" y="5"/>
                    <a:pt x="61" y="4"/>
                  </a:cubicBezTo>
                  <a:cubicBezTo>
                    <a:pt x="59" y="2"/>
                    <a:pt x="52" y="1"/>
                    <a:pt x="51" y="1"/>
                  </a:cubicBezTo>
                  <a:cubicBezTo>
                    <a:pt x="50" y="0"/>
                    <a:pt x="43" y="7"/>
                    <a:pt x="40" y="7"/>
                  </a:cubicBezTo>
                  <a:cubicBezTo>
                    <a:pt x="38" y="7"/>
                    <a:pt x="28" y="9"/>
                    <a:pt x="28" y="11"/>
                  </a:cubicBezTo>
                  <a:cubicBezTo>
                    <a:pt x="28" y="14"/>
                    <a:pt x="16" y="14"/>
                    <a:pt x="13" y="11"/>
                  </a:cubicBezTo>
                  <a:cubicBezTo>
                    <a:pt x="13" y="11"/>
                    <a:pt x="12" y="10"/>
                    <a:pt x="12" y="9"/>
                  </a:cubicBezTo>
                  <a:cubicBezTo>
                    <a:pt x="11" y="10"/>
                    <a:pt x="10" y="11"/>
                    <a:pt x="10" y="12"/>
                  </a:cubicBezTo>
                  <a:cubicBezTo>
                    <a:pt x="10" y="16"/>
                    <a:pt x="7" y="16"/>
                    <a:pt x="5" y="15"/>
                  </a:cubicBezTo>
                  <a:cubicBezTo>
                    <a:pt x="3" y="15"/>
                    <a:pt x="5" y="18"/>
                    <a:pt x="4" y="20"/>
                  </a:cubicBezTo>
                  <a:cubicBezTo>
                    <a:pt x="2" y="21"/>
                    <a:pt x="4" y="24"/>
                    <a:pt x="2" y="25"/>
                  </a:cubicBezTo>
                  <a:cubicBezTo>
                    <a:pt x="1" y="25"/>
                    <a:pt x="0" y="26"/>
                    <a:pt x="0" y="27"/>
                  </a:cubicBezTo>
                  <a:cubicBezTo>
                    <a:pt x="1" y="28"/>
                    <a:pt x="3" y="32"/>
                    <a:pt x="3" y="32"/>
                  </a:cubicBezTo>
                  <a:cubicBezTo>
                    <a:pt x="3" y="32"/>
                    <a:pt x="3" y="32"/>
                    <a:pt x="3" y="32"/>
                  </a:cubicBezTo>
                  <a:cubicBezTo>
                    <a:pt x="5" y="33"/>
                    <a:pt x="10" y="37"/>
                    <a:pt x="12" y="39"/>
                  </a:cubicBezTo>
                  <a:cubicBezTo>
                    <a:pt x="14" y="42"/>
                    <a:pt x="21" y="42"/>
                    <a:pt x="24" y="41"/>
                  </a:cubicBezTo>
                  <a:cubicBezTo>
                    <a:pt x="26" y="41"/>
                    <a:pt x="39" y="37"/>
                    <a:pt x="39" y="37"/>
                  </a:cubicBezTo>
                  <a:cubicBezTo>
                    <a:pt x="39" y="37"/>
                    <a:pt x="42" y="38"/>
                    <a:pt x="44" y="38"/>
                  </a:cubicBezTo>
                  <a:cubicBezTo>
                    <a:pt x="44" y="38"/>
                    <a:pt x="46" y="38"/>
                    <a:pt x="47" y="39"/>
                  </a:cubicBezTo>
                  <a:cubicBezTo>
                    <a:pt x="48" y="38"/>
                    <a:pt x="51" y="37"/>
                    <a:pt x="54" y="34"/>
                  </a:cubicBezTo>
                  <a:cubicBezTo>
                    <a:pt x="57" y="30"/>
                    <a:pt x="63" y="18"/>
                    <a:pt x="64" y="17"/>
                  </a:cubicBezTo>
                  <a:cubicBezTo>
                    <a:pt x="66" y="16"/>
                    <a:pt x="70" y="14"/>
                    <a:pt x="72" y="12"/>
                  </a:cubicBezTo>
                  <a:cubicBezTo>
                    <a:pt x="74" y="11"/>
                    <a:pt x="73" y="9"/>
                    <a:pt x="71" y="8"/>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6" name="Freeform 72"/>
            <p:cNvSpPr>
              <a:spLocks noChangeArrowheads="1"/>
            </p:cNvSpPr>
            <p:nvPr/>
          </p:nvSpPr>
          <p:spPr bwMode="auto">
            <a:xfrm>
              <a:off x="3911613" y="1252538"/>
              <a:ext cx="134938" cy="69850"/>
            </a:xfrm>
            <a:custGeom>
              <a:avLst/>
              <a:gdLst>
                <a:gd name="T0" fmla="*/ 68 w 71"/>
                <a:gd name="T1" fmla="*/ 17 h 36"/>
                <a:gd name="T2" fmla="*/ 60 w 71"/>
                <a:gd name="T3" fmla="*/ 15 h 36"/>
                <a:gd name="T4" fmla="*/ 57 w 71"/>
                <a:gd name="T5" fmla="*/ 11 h 36"/>
                <a:gd name="T6" fmla="*/ 51 w 71"/>
                <a:gd name="T7" fmla="*/ 12 h 36"/>
                <a:gd name="T8" fmla="*/ 45 w 71"/>
                <a:gd name="T9" fmla="*/ 9 h 36"/>
                <a:gd name="T10" fmla="*/ 37 w 71"/>
                <a:gd name="T11" fmla="*/ 4 h 36"/>
                <a:gd name="T12" fmla="*/ 31 w 71"/>
                <a:gd name="T13" fmla="*/ 0 h 36"/>
                <a:gd name="T14" fmla="*/ 30 w 71"/>
                <a:gd name="T15" fmla="*/ 1 h 36"/>
                <a:gd name="T16" fmla="*/ 24 w 71"/>
                <a:gd name="T17" fmla="*/ 2 h 36"/>
                <a:gd name="T18" fmla="*/ 15 w 71"/>
                <a:gd name="T19" fmla="*/ 6 h 36"/>
                <a:gd name="T20" fmla="*/ 3 w 71"/>
                <a:gd name="T21" fmla="*/ 10 h 36"/>
                <a:gd name="T22" fmla="*/ 4 w 71"/>
                <a:gd name="T23" fmla="*/ 16 h 36"/>
                <a:gd name="T24" fmla="*/ 8 w 71"/>
                <a:gd name="T25" fmla="*/ 26 h 36"/>
                <a:gd name="T26" fmla="*/ 20 w 71"/>
                <a:gd name="T27" fmla="*/ 35 h 36"/>
                <a:gd name="T28" fmla="*/ 19 w 71"/>
                <a:gd name="T29" fmla="*/ 35 h 36"/>
                <a:gd name="T30" fmla="*/ 29 w 71"/>
                <a:gd name="T31" fmla="*/ 35 h 36"/>
                <a:gd name="T32" fmla="*/ 31 w 71"/>
                <a:gd name="T33" fmla="*/ 30 h 36"/>
                <a:gd name="T34" fmla="*/ 42 w 71"/>
                <a:gd name="T35" fmla="*/ 33 h 36"/>
                <a:gd name="T36" fmla="*/ 50 w 71"/>
                <a:gd name="T37" fmla="*/ 34 h 36"/>
                <a:gd name="T38" fmla="*/ 51 w 71"/>
                <a:gd name="T39" fmla="*/ 36 h 36"/>
                <a:gd name="T40" fmla="*/ 54 w 71"/>
                <a:gd name="T41" fmla="*/ 33 h 36"/>
                <a:gd name="T42" fmla="*/ 65 w 71"/>
                <a:gd name="T43" fmla="*/ 27 h 36"/>
                <a:gd name="T44" fmla="*/ 71 w 71"/>
                <a:gd name="T45" fmla="*/ 22 h 36"/>
                <a:gd name="T46" fmla="*/ 68 w 71"/>
                <a:gd name="T47" fmla="*/ 17 h 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1"/>
                <a:gd name="T73" fmla="*/ 0 h 36"/>
                <a:gd name="T74" fmla="*/ 71 w 71"/>
                <a:gd name="T75" fmla="*/ 36 h 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1" h="36">
                  <a:moveTo>
                    <a:pt x="68" y="17"/>
                  </a:moveTo>
                  <a:cubicBezTo>
                    <a:pt x="66" y="15"/>
                    <a:pt x="61" y="16"/>
                    <a:pt x="60" y="15"/>
                  </a:cubicBezTo>
                  <a:cubicBezTo>
                    <a:pt x="60" y="13"/>
                    <a:pt x="59" y="11"/>
                    <a:pt x="57" y="11"/>
                  </a:cubicBezTo>
                  <a:cubicBezTo>
                    <a:pt x="55" y="11"/>
                    <a:pt x="52" y="9"/>
                    <a:pt x="51" y="12"/>
                  </a:cubicBezTo>
                  <a:cubicBezTo>
                    <a:pt x="50" y="14"/>
                    <a:pt x="45" y="11"/>
                    <a:pt x="45" y="9"/>
                  </a:cubicBezTo>
                  <a:cubicBezTo>
                    <a:pt x="45" y="7"/>
                    <a:pt x="43" y="6"/>
                    <a:pt x="37" y="4"/>
                  </a:cubicBezTo>
                  <a:cubicBezTo>
                    <a:pt x="35" y="3"/>
                    <a:pt x="33" y="2"/>
                    <a:pt x="31" y="0"/>
                  </a:cubicBezTo>
                  <a:cubicBezTo>
                    <a:pt x="31" y="1"/>
                    <a:pt x="31" y="1"/>
                    <a:pt x="30" y="1"/>
                  </a:cubicBezTo>
                  <a:cubicBezTo>
                    <a:pt x="29" y="3"/>
                    <a:pt x="26" y="0"/>
                    <a:pt x="24" y="2"/>
                  </a:cubicBezTo>
                  <a:cubicBezTo>
                    <a:pt x="23" y="3"/>
                    <a:pt x="18" y="3"/>
                    <a:pt x="15" y="6"/>
                  </a:cubicBezTo>
                  <a:cubicBezTo>
                    <a:pt x="12" y="8"/>
                    <a:pt x="7" y="10"/>
                    <a:pt x="3" y="10"/>
                  </a:cubicBezTo>
                  <a:cubicBezTo>
                    <a:pt x="0" y="11"/>
                    <a:pt x="3" y="14"/>
                    <a:pt x="4" y="16"/>
                  </a:cubicBezTo>
                  <a:cubicBezTo>
                    <a:pt x="5" y="19"/>
                    <a:pt x="5" y="24"/>
                    <a:pt x="8" y="26"/>
                  </a:cubicBezTo>
                  <a:cubicBezTo>
                    <a:pt x="10" y="28"/>
                    <a:pt x="19" y="33"/>
                    <a:pt x="20" y="35"/>
                  </a:cubicBezTo>
                  <a:cubicBezTo>
                    <a:pt x="20" y="35"/>
                    <a:pt x="20" y="35"/>
                    <a:pt x="19" y="35"/>
                  </a:cubicBezTo>
                  <a:cubicBezTo>
                    <a:pt x="23" y="36"/>
                    <a:pt x="28" y="36"/>
                    <a:pt x="29" y="35"/>
                  </a:cubicBezTo>
                  <a:cubicBezTo>
                    <a:pt x="30" y="33"/>
                    <a:pt x="31" y="30"/>
                    <a:pt x="31" y="30"/>
                  </a:cubicBezTo>
                  <a:cubicBezTo>
                    <a:pt x="31" y="30"/>
                    <a:pt x="39" y="30"/>
                    <a:pt x="42" y="33"/>
                  </a:cubicBezTo>
                  <a:cubicBezTo>
                    <a:pt x="45" y="36"/>
                    <a:pt x="50" y="34"/>
                    <a:pt x="50" y="34"/>
                  </a:cubicBezTo>
                  <a:cubicBezTo>
                    <a:pt x="50" y="34"/>
                    <a:pt x="50" y="35"/>
                    <a:pt x="51" y="36"/>
                  </a:cubicBezTo>
                  <a:cubicBezTo>
                    <a:pt x="52" y="34"/>
                    <a:pt x="53" y="33"/>
                    <a:pt x="54" y="33"/>
                  </a:cubicBezTo>
                  <a:cubicBezTo>
                    <a:pt x="57" y="32"/>
                    <a:pt x="62" y="32"/>
                    <a:pt x="65" y="27"/>
                  </a:cubicBezTo>
                  <a:cubicBezTo>
                    <a:pt x="66" y="25"/>
                    <a:pt x="69" y="23"/>
                    <a:pt x="71" y="22"/>
                  </a:cubicBezTo>
                  <a:cubicBezTo>
                    <a:pt x="70" y="20"/>
                    <a:pt x="69" y="17"/>
                    <a:pt x="68" y="17"/>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7" name="Freeform 73"/>
            <p:cNvSpPr>
              <a:spLocks noChangeArrowheads="1"/>
            </p:cNvSpPr>
            <p:nvPr/>
          </p:nvSpPr>
          <p:spPr bwMode="auto">
            <a:xfrm>
              <a:off x="4008452" y="1293813"/>
              <a:ext cx="120651" cy="50800"/>
            </a:xfrm>
            <a:custGeom>
              <a:avLst/>
              <a:gdLst>
                <a:gd name="T0" fmla="*/ 47 w 63"/>
                <a:gd name="T1" fmla="*/ 3 h 27"/>
                <a:gd name="T2" fmla="*/ 38 w 63"/>
                <a:gd name="T3" fmla="*/ 3 h 27"/>
                <a:gd name="T4" fmla="*/ 29 w 63"/>
                <a:gd name="T5" fmla="*/ 1 h 27"/>
                <a:gd name="T6" fmla="*/ 22 w 63"/>
                <a:gd name="T7" fmla="*/ 2 h 27"/>
                <a:gd name="T8" fmla="*/ 20 w 63"/>
                <a:gd name="T9" fmla="*/ 1 h 27"/>
                <a:gd name="T10" fmla="*/ 14 w 63"/>
                <a:gd name="T11" fmla="*/ 6 h 27"/>
                <a:gd name="T12" fmla="*/ 3 w 63"/>
                <a:gd name="T13" fmla="*/ 12 h 27"/>
                <a:gd name="T14" fmla="*/ 0 w 63"/>
                <a:gd name="T15" fmla="*/ 15 h 27"/>
                <a:gd name="T16" fmla="*/ 5 w 63"/>
                <a:gd name="T17" fmla="*/ 24 h 27"/>
                <a:gd name="T18" fmla="*/ 20 w 63"/>
                <a:gd name="T19" fmla="*/ 24 h 27"/>
                <a:gd name="T20" fmla="*/ 32 w 63"/>
                <a:gd name="T21" fmla="*/ 20 h 27"/>
                <a:gd name="T22" fmla="*/ 43 w 63"/>
                <a:gd name="T23" fmla="*/ 14 h 27"/>
                <a:gd name="T24" fmla="*/ 53 w 63"/>
                <a:gd name="T25" fmla="*/ 17 h 27"/>
                <a:gd name="T26" fmla="*/ 60 w 63"/>
                <a:gd name="T27" fmla="*/ 20 h 27"/>
                <a:gd name="T28" fmla="*/ 58 w 63"/>
                <a:gd name="T29" fmla="*/ 16 h 27"/>
                <a:gd name="T30" fmla="*/ 63 w 63"/>
                <a:gd name="T31" fmla="*/ 8 h 27"/>
                <a:gd name="T32" fmla="*/ 63 w 63"/>
                <a:gd name="T33" fmla="*/ 7 h 27"/>
                <a:gd name="T34" fmla="*/ 56 w 63"/>
                <a:gd name="T35" fmla="*/ 6 h 27"/>
                <a:gd name="T36" fmla="*/ 47 w 63"/>
                <a:gd name="T37" fmla="*/ 3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3"/>
                <a:gd name="T58" fmla="*/ 0 h 27"/>
                <a:gd name="T59" fmla="*/ 63 w 63"/>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3" h="27">
                  <a:moveTo>
                    <a:pt x="47" y="3"/>
                  </a:moveTo>
                  <a:cubicBezTo>
                    <a:pt x="43" y="4"/>
                    <a:pt x="41" y="1"/>
                    <a:pt x="38" y="3"/>
                  </a:cubicBezTo>
                  <a:cubicBezTo>
                    <a:pt x="35" y="4"/>
                    <a:pt x="30" y="3"/>
                    <a:pt x="29" y="1"/>
                  </a:cubicBezTo>
                  <a:cubicBezTo>
                    <a:pt x="27" y="0"/>
                    <a:pt x="24" y="4"/>
                    <a:pt x="22" y="2"/>
                  </a:cubicBezTo>
                  <a:cubicBezTo>
                    <a:pt x="21" y="2"/>
                    <a:pt x="21" y="1"/>
                    <a:pt x="20" y="1"/>
                  </a:cubicBezTo>
                  <a:cubicBezTo>
                    <a:pt x="18" y="2"/>
                    <a:pt x="15" y="4"/>
                    <a:pt x="14" y="6"/>
                  </a:cubicBezTo>
                  <a:cubicBezTo>
                    <a:pt x="11" y="11"/>
                    <a:pt x="6" y="11"/>
                    <a:pt x="3" y="12"/>
                  </a:cubicBezTo>
                  <a:cubicBezTo>
                    <a:pt x="2" y="12"/>
                    <a:pt x="1" y="13"/>
                    <a:pt x="0" y="15"/>
                  </a:cubicBezTo>
                  <a:cubicBezTo>
                    <a:pt x="1" y="18"/>
                    <a:pt x="3" y="22"/>
                    <a:pt x="5" y="24"/>
                  </a:cubicBezTo>
                  <a:cubicBezTo>
                    <a:pt x="8" y="27"/>
                    <a:pt x="20" y="27"/>
                    <a:pt x="20" y="24"/>
                  </a:cubicBezTo>
                  <a:cubicBezTo>
                    <a:pt x="20" y="22"/>
                    <a:pt x="30" y="20"/>
                    <a:pt x="32" y="20"/>
                  </a:cubicBezTo>
                  <a:cubicBezTo>
                    <a:pt x="35" y="20"/>
                    <a:pt x="42" y="13"/>
                    <a:pt x="43" y="14"/>
                  </a:cubicBezTo>
                  <a:cubicBezTo>
                    <a:pt x="44" y="14"/>
                    <a:pt x="51" y="15"/>
                    <a:pt x="53" y="17"/>
                  </a:cubicBezTo>
                  <a:cubicBezTo>
                    <a:pt x="54" y="18"/>
                    <a:pt x="57" y="19"/>
                    <a:pt x="60" y="20"/>
                  </a:cubicBezTo>
                  <a:cubicBezTo>
                    <a:pt x="59" y="18"/>
                    <a:pt x="58" y="17"/>
                    <a:pt x="58" y="16"/>
                  </a:cubicBezTo>
                  <a:cubicBezTo>
                    <a:pt x="58" y="14"/>
                    <a:pt x="62" y="9"/>
                    <a:pt x="63" y="8"/>
                  </a:cubicBezTo>
                  <a:cubicBezTo>
                    <a:pt x="63" y="7"/>
                    <a:pt x="63" y="7"/>
                    <a:pt x="63" y="7"/>
                  </a:cubicBezTo>
                  <a:cubicBezTo>
                    <a:pt x="60" y="7"/>
                    <a:pt x="57" y="6"/>
                    <a:pt x="56" y="6"/>
                  </a:cubicBezTo>
                  <a:cubicBezTo>
                    <a:pt x="55" y="4"/>
                    <a:pt x="51" y="3"/>
                    <a:pt x="47" y="3"/>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8" name="Freeform 74"/>
            <p:cNvSpPr>
              <a:spLocks noChangeArrowheads="1"/>
            </p:cNvSpPr>
            <p:nvPr/>
          </p:nvSpPr>
          <p:spPr bwMode="auto">
            <a:xfrm>
              <a:off x="3436949" y="1495427"/>
              <a:ext cx="80963" cy="133350"/>
            </a:xfrm>
            <a:custGeom>
              <a:avLst/>
              <a:gdLst>
                <a:gd name="T0" fmla="*/ 30 w 42"/>
                <a:gd name="T1" fmla="*/ 57 h 70"/>
                <a:gd name="T2" fmla="*/ 28 w 42"/>
                <a:gd name="T3" fmla="*/ 52 h 70"/>
                <a:gd name="T4" fmla="*/ 31 w 42"/>
                <a:gd name="T5" fmla="*/ 45 h 70"/>
                <a:gd name="T6" fmla="*/ 27 w 42"/>
                <a:gd name="T7" fmla="*/ 39 h 70"/>
                <a:gd name="T8" fmla="*/ 30 w 42"/>
                <a:gd name="T9" fmla="*/ 35 h 70"/>
                <a:gd name="T10" fmla="*/ 32 w 42"/>
                <a:gd name="T11" fmla="*/ 27 h 70"/>
                <a:gd name="T12" fmla="*/ 31 w 42"/>
                <a:gd name="T13" fmla="*/ 17 h 70"/>
                <a:gd name="T14" fmla="*/ 39 w 42"/>
                <a:gd name="T15" fmla="*/ 10 h 70"/>
                <a:gd name="T16" fmla="*/ 36 w 42"/>
                <a:gd name="T17" fmla="*/ 6 h 70"/>
                <a:gd name="T18" fmla="*/ 29 w 42"/>
                <a:gd name="T19" fmla="*/ 4 h 70"/>
                <a:gd name="T20" fmla="*/ 25 w 42"/>
                <a:gd name="T21" fmla="*/ 4 h 70"/>
                <a:gd name="T22" fmla="*/ 18 w 42"/>
                <a:gd name="T23" fmla="*/ 3 h 70"/>
                <a:gd name="T24" fmla="*/ 14 w 42"/>
                <a:gd name="T25" fmla="*/ 2 h 70"/>
                <a:gd name="T26" fmla="*/ 11 w 42"/>
                <a:gd name="T27" fmla="*/ 4 h 70"/>
                <a:gd name="T28" fmla="*/ 11 w 42"/>
                <a:gd name="T29" fmla="*/ 11 h 70"/>
                <a:gd name="T30" fmla="*/ 4 w 42"/>
                <a:gd name="T31" fmla="*/ 38 h 70"/>
                <a:gd name="T32" fmla="*/ 8 w 42"/>
                <a:gd name="T33" fmla="*/ 48 h 70"/>
                <a:gd name="T34" fmla="*/ 10 w 42"/>
                <a:gd name="T35" fmla="*/ 67 h 70"/>
                <a:gd name="T36" fmla="*/ 18 w 42"/>
                <a:gd name="T37" fmla="*/ 70 h 70"/>
                <a:gd name="T38" fmla="*/ 27 w 42"/>
                <a:gd name="T39" fmla="*/ 68 h 70"/>
                <a:gd name="T40" fmla="*/ 26 w 42"/>
                <a:gd name="T41" fmla="*/ 64 h 70"/>
                <a:gd name="T42" fmla="*/ 30 w 42"/>
                <a:gd name="T43" fmla="*/ 57 h 7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2"/>
                <a:gd name="T67" fmla="*/ 0 h 70"/>
                <a:gd name="T68" fmla="*/ 42 w 42"/>
                <a:gd name="T69" fmla="*/ 70 h 7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2" h="70">
                  <a:moveTo>
                    <a:pt x="30" y="57"/>
                  </a:moveTo>
                  <a:cubicBezTo>
                    <a:pt x="35" y="56"/>
                    <a:pt x="29" y="53"/>
                    <a:pt x="28" y="52"/>
                  </a:cubicBezTo>
                  <a:cubicBezTo>
                    <a:pt x="27" y="50"/>
                    <a:pt x="28" y="45"/>
                    <a:pt x="31" y="45"/>
                  </a:cubicBezTo>
                  <a:cubicBezTo>
                    <a:pt x="33" y="45"/>
                    <a:pt x="31" y="43"/>
                    <a:pt x="27" y="39"/>
                  </a:cubicBezTo>
                  <a:cubicBezTo>
                    <a:pt x="24" y="36"/>
                    <a:pt x="27" y="35"/>
                    <a:pt x="30" y="35"/>
                  </a:cubicBezTo>
                  <a:cubicBezTo>
                    <a:pt x="33" y="35"/>
                    <a:pt x="29" y="30"/>
                    <a:pt x="32" y="27"/>
                  </a:cubicBezTo>
                  <a:cubicBezTo>
                    <a:pt x="35" y="24"/>
                    <a:pt x="31" y="19"/>
                    <a:pt x="31" y="17"/>
                  </a:cubicBezTo>
                  <a:cubicBezTo>
                    <a:pt x="31" y="14"/>
                    <a:pt x="35" y="13"/>
                    <a:pt x="39" y="10"/>
                  </a:cubicBezTo>
                  <a:cubicBezTo>
                    <a:pt x="42" y="7"/>
                    <a:pt x="36" y="8"/>
                    <a:pt x="36" y="6"/>
                  </a:cubicBezTo>
                  <a:cubicBezTo>
                    <a:pt x="36" y="3"/>
                    <a:pt x="32" y="2"/>
                    <a:pt x="29" y="4"/>
                  </a:cubicBezTo>
                  <a:cubicBezTo>
                    <a:pt x="26" y="6"/>
                    <a:pt x="27" y="4"/>
                    <a:pt x="25" y="4"/>
                  </a:cubicBezTo>
                  <a:cubicBezTo>
                    <a:pt x="22" y="4"/>
                    <a:pt x="18" y="5"/>
                    <a:pt x="18" y="3"/>
                  </a:cubicBezTo>
                  <a:cubicBezTo>
                    <a:pt x="18" y="0"/>
                    <a:pt x="16" y="0"/>
                    <a:pt x="14" y="2"/>
                  </a:cubicBezTo>
                  <a:cubicBezTo>
                    <a:pt x="13" y="3"/>
                    <a:pt x="12" y="4"/>
                    <a:pt x="11" y="4"/>
                  </a:cubicBezTo>
                  <a:cubicBezTo>
                    <a:pt x="10" y="7"/>
                    <a:pt x="10" y="10"/>
                    <a:pt x="11" y="11"/>
                  </a:cubicBezTo>
                  <a:cubicBezTo>
                    <a:pt x="13" y="15"/>
                    <a:pt x="8" y="33"/>
                    <a:pt x="4" y="38"/>
                  </a:cubicBezTo>
                  <a:cubicBezTo>
                    <a:pt x="0" y="43"/>
                    <a:pt x="4" y="45"/>
                    <a:pt x="8" y="48"/>
                  </a:cubicBezTo>
                  <a:cubicBezTo>
                    <a:pt x="13" y="52"/>
                    <a:pt x="10" y="64"/>
                    <a:pt x="10" y="67"/>
                  </a:cubicBezTo>
                  <a:cubicBezTo>
                    <a:pt x="10" y="70"/>
                    <a:pt x="14" y="70"/>
                    <a:pt x="18" y="70"/>
                  </a:cubicBezTo>
                  <a:cubicBezTo>
                    <a:pt x="21" y="70"/>
                    <a:pt x="24" y="68"/>
                    <a:pt x="27" y="68"/>
                  </a:cubicBezTo>
                  <a:cubicBezTo>
                    <a:pt x="26" y="66"/>
                    <a:pt x="26" y="65"/>
                    <a:pt x="26" y="64"/>
                  </a:cubicBezTo>
                  <a:cubicBezTo>
                    <a:pt x="26" y="62"/>
                    <a:pt x="26" y="58"/>
                    <a:pt x="30" y="57"/>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9" name="Freeform 75"/>
            <p:cNvSpPr>
              <a:spLocks noChangeArrowheads="1"/>
            </p:cNvSpPr>
            <p:nvPr/>
          </p:nvSpPr>
          <p:spPr bwMode="auto">
            <a:xfrm>
              <a:off x="3716350" y="1182688"/>
              <a:ext cx="88900" cy="76200"/>
            </a:xfrm>
            <a:custGeom>
              <a:avLst/>
              <a:gdLst>
                <a:gd name="T0" fmla="*/ 15 w 47"/>
                <a:gd name="T1" fmla="*/ 31 h 40"/>
                <a:gd name="T2" fmla="*/ 23 w 47"/>
                <a:gd name="T3" fmla="*/ 32 h 40"/>
                <a:gd name="T4" fmla="*/ 31 w 47"/>
                <a:gd name="T5" fmla="*/ 38 h 40"/>
                <a:gd name="T6" fmla="*/ 33 w 47"/>
                <a:gd name="T7" fmla="*/ 40 h 40"/>
                <a:gd name="T8" fmla="*/ 35 w 47"/>
                <a:gd name="T9" fmla="*/ 32 h 40"/>
                <a:gd name="T10" fmla="*/ 35 w 47"/>
                <a:gd name="T11" fmla="*/ 26 h 40"/>
                <a:gd name="T12" fmla="*/ 42 w 47"/>
                <a:gd name="T13" fmla="*/ 23 h 40"/>
                <a:gd name="T14" fmla="*/ 44 w 47"/>
                <a:gd name="T15" fmla="*/ 20 h 40"/>
                <a:gd name="T16" fmla="*/ 40 w 47"/>
                <a:gd name="T17" fmla="*/ 14 h 40"/>
                <a:gd name="T18" fmla="*/ 46 w 47"/>
                <a:gd name="T19" fmla="*/ 8 h 40"/>
                <a:gd name="T20" fmla="*/ 46 w 47"/>
                <a:gd name="T21" fmla="*/ 1 h 40"/>
                <a:gd name="T22" fmla="*/ 43 w 47"/>
                <a:gd name="T23" fmla="*/ 2 h 40"/>
                <a:gd name="T24" fmla="*/ 32 w 47"/>
                <a:gd name="T25" fmla="*/ 2 h 40"/>
                <a:gd name="T26" fmla="*/ 27 w 47"/>
                <a:gd name="T27" fmla="*/ 10 h 40"/>
                <a:gd name="T28" fmla="*/ 22 w 47"/>
                <a:gd name="T29" fmla="*/ 10 h 40"/>
                <a:gd name="T30" fmla="*/ 16 w 47"/>
                <a:gd name="T31" fmla="*/ 13 h 40"/>
                <a:gd name="T32" fmla="*/ 11 w 47"/>
                <a:gd name="T33" fmla="*/ 22 h 40"/>
                <a:gd name="T34" fmla="*/ 2 w 47"/>
                <a:gd name="T35" fmla="*/ 33 h 40"/>
                <a:gd name="T36" fmla="*/ 0 w 47"/>
                <a:gd name="T37" fmla="*/ 34 h 40"/>
                <a:gd name="T38" fmla="*/ 4 w 47"/>
                <a:gd name="T39" fmla="*/ 35 h 40"/>
                <a:gd name="T40" fmla="*/ 15 w 47"/>
                <a:gd name="T41" fmla="*/ 31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40"/>
                <a:gd name="T65" fmla="*/ 47 w 47"/>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40">
                  <a:moveTo>
                    <a:pt x="15" y="31"/>
                  </a:moveTo>
                  <a:cubicBezTo>
                    <a:pt x="17" y="29"/>
                    <a:pt x="21" y="30"/>
                    <a:pt x="23" y="32"/>
                  </a:cubicBezTo>
                  <a:cubicBezTo>
                    <a:pt x="25" y="34"/>
                    <a:pt x="28" y="35"/>
                    <a:pt x="31" y="38"/>
                  </a:cubicBezTo>
                  <a:cubicBezTo>
                    <a:pt x="32" y="39"/>
                    <a:pt x="33" y="40"/>
                    <a:pt x="33" y="40"/>
                  </a:cubicBezTo>
                  <a:cubicBezTo>
                    <a:pt x="34" y="38"/>
                    <a:pt x="34" y="34"/>
                    <a:pt x="35" y="32"/>
                  </a:cubicBezTo>
                  <a:cubicBezTo>
                    <a:pt x="36" y="29"/>
                    <a:pt x="34" y="26"/>
                    <a:pt x="35" y="26"/>
                  </a:cubicBezTo>
                  <a:cubicBezTo>
                    <a:pt x="37" y="26"/>
                    <a:pt x="42" y="26"/>
                    <a:pt x="42" y="23"/>
                  </a:cubicBezTo>
                  <a:cubicBezTo>
                    <a:pt x="42" y="20"/>
                    <a:pt x="43" y="21"/>
                    <a:pt x="44" y="20"/>
                  </a:cubicBezTo>
                  <a:cubicBezTo>
                    <a:pt x="45" y="18"/>
                    <a:pt x="41" y="15"/>
                    <a:pt x="40" y="14"/>
                  </a:cubicBezTo>
                  <a:cubicBezTo>
                    <a:pt x="40" y="13"/>
                    <a:pt x="43" y="12"/>
                    <a:pt x="46" y="8"/>
                  </a:cubicBezTo>
                  <a:cubicBezTo>
                    <a:pt x="47" y="7"/>
                    <a:pt x="47" y="4"/>
                    <a:pt x="46" y="1"/>
                  </a:cubicBezTo>
                  <a:cubicBezTo>
                    <a:pt x="45" y="2"/>
                    <a:pt x="44" y="3"/>
                    <a:pt x="43" y="2"/>
                  </a:cubicBezTo>
                  <a:cubicBezTo>
                    <a:pt x="40" y="0"/>
                    <a:pt x="37" y="1"/>
                    <a:pt x="32" y="2"/>
                  </a:cubicBezTo>
                  <a:cubicBezTo>
                    <a:pt x="27" y="3"/>
                    <a:pt x="25" y="8"/>
                    <a:pt x="27" y="10"/>
                  </a:cubicBezTo>
                  <a:cubicBezTo>
                    <a:pt x="29" y="12"/>
                    <a:pt x="22" y="13"/>
                    <a:pt x="22" y="10"/>
                  </a:cubicBezTo>
                  <a:cubicBezTo>
                    <a:pt x="21" y="8"/>
                    <a:pt x="16" y="9"/>
                    <a:pt x="16" y="13"/>
                  </a:cubicBezTo>
                  <a:cubicBezTo>
                    <a:pt x="17" y="16"/>
                    <a:pt x="11" y="18"/>
                    <a:pt x="11" y="22"/>
                  </a:cubicBezTo>
                  <a:cubicBezTo>
                    <a:pt x="12" y="26"/>
                    <a:pt x="6" y="30"/>
                    <a:pt x="2" y="33"/>
                  </a:cubicBezTo>
                  <a:cubicBezTo>
                    <a:pt x="2" y="33"/>
                    <a:pt x="1" y="33"/>
                    <a:pt x="0" y="34"/>
                  </a:cubicBezTo>
                  <a:cubicBezTo>
                    <a:pt x="2" y="34"/>
                    <a:pt x="4" y="35"/>
                    <a:pt x="4" y="35"/>
                  </a:cubicBezTo>
                  <a:cubicBezTo>
                    <a:pt x="8" y="35"/>
                    <a:pt x="13" y="33"/>
                    <a:pt x="15" y="31"/>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0" name="Freeform 76"/>
            <p:cNvSpPr>
              <a:spLocks noChangeArrowheads="1"/>
            </p:cNvSpPr>
            <p:nvPr/>
          </p:nvSpPr>
          <p:spPr bwMode="auto">
            <a:xfrm>
              <a:off x="3773500" y="1279526"/>
              <a:ext cx="15875" cy="19050"/>
            </a:xfrm>
            <a:custGeom>
              <a:avLst/>
              <a:gdLst>
                <a:gd name="T0" fmla="*/ 4 w 8"/>
                <a:gd name="T1" fmla="*/ 0 h 10"/>
                <a:gd name="T2" fmla="*/ 0 w 8"/>
                <a:gd name="T3" fmla="*/ 9 h 10"/>
                <a:gd name="T4" fmla="*/ 8 w 8"/>
                <a:gd name="T5" fmla="*/ 10 h 10"/>
                <a:gd name="T6" fmla="*/ 4 w 8"/>
                <a:gd name="T7" fmla="*/ 1 h 10"/>
                <a:gd name="T8" fmla="*/ 4 w 8"/>
                <a:gd name="T9" fmla="*/ 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4" y="0"/>
                  </a:moveTo>
                  <a:cubicBezTo>
                    <a:pt x="2" y="1"/>
                    <a:pt x="0" y="4"/>
                    <a:pt x="0" y="9"/>
                  </a:cubicBezTo>
                  <a:cubicBezTo>
                    <a:pt x="2" y="9"/>
                    <a:pt x="5" y="10"/>
                    <a:pt x="8" y="10"/>
                  </a:cubicBezTo>
                  <a:cubicBezTo>
                    <a:pt x="7" y="4"/>
                    <a:pt x="5" y="2"/>
                    <a:pt x="4" y="1"/>
                  </a:cubicBezTo>
                  <a:cubicBezTo>
                    <a:pt x="4" y="0"/>
                    <a:pt x="4" y="0"/>
                    <a:pt x="4" y="0"/>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1" name="Freeform 77"/>
            <p:cNvSpPr>
              <a:spLocks noChangeArrowheads="1"/>
            </p:cNvSpPr>
            <p:nvPr/>
          </p:nvSpPr>
          <p:spPr bwMode="auto">
            <a:xfrm>
              <a:off x="3702063" y="1238251"/>
              <a:ext cx="84139" cy="60326"/>
            </a:xfrm>
            <a:custGeom>
              <a:avLst/>
              <a:gdLst>
                <a:gd name="T0" fmla="*/ 1 w 44"/>
                <a:gd name="T1" fmla="*/ 9 h 32"/>
                <a:gd name="T2" fmla="*/ 5 w 44"/>
                <a:gd name="T3" fmla="*/ 14 h 32"/>
                <a:gd name="T4" fmla="*/ 11 w 44"/>
                <a:gd name="T5" fmla="*/ 17 h 32"/>
                <a:gd name="T6" fmla="*/ 18 w 44"/>
                <a:gd name="T7" fmla="*/ 21 h 32"/>
                <a:gd name="T8" fmla="*/ 21 w 44"/>
                <a:gd name="T9" fmla="*/ 25 h 32"/>
                <a:gd name="T10" fmla="*/ 26 w 44"/>
                <a:gd name="T11" fmla="*/ 23 h 32"/>
                <a:gd name="T12" fmla="*/ 30 w 44"/>
                <a:gd name="T13" fmla="*/ 28 h 32"/>
                <a:gd name="T14" fmla="*/ 35 w 44"/>
                <a:gd name="T15" fmla="*/ 32 h 32"/>
                <a:gd name="T16" fmla="*/ 37 w 44"/>
                <a:gd name="T17" fmla="*/ 31 h 32"/>
                <a:gd name="T18" fmla="*/ 41 w 44"/>
                <a:gd name="T19" fmla="*/ 22 h 32"/>
                <a:gd name="T20" fmla="*/ 43 w 44"/>
                <a:gd name="T21" fmla="*/ 19 h 32"/>
                <a:gd name="T22" fmla="*/ 40 w 44"/>
                <a:gd name="T23" fmla="*/ 12 h 32"/>
                <a:gd name="T24" fmla="*/ 40 w 44"/>
                <a:gd name="T25" fmla="*/ 11 h 32"/>
                <a:gd name="T26" fmla="*/ 38 w 44"/>
                <a:gd name="T27" fmla="*/ 9 h 32"/>
                <a:gd name="T28" fmla="*/ 30 w 44"/>
                <a:gd name="T29" fmla="*/ 3 h 32"/>
                <a:gd name="T30" fmla="*/ 22 w 44"/>
                <a:gd name="T31" fmla="*/ 2 h 32"/>
                <a:gd name="T32" fmla="*/ 11 w 44"/>
                <a:gd name="T33" fmla="*/ 6 h 32"/>
                <a:gd name="T34" fmla="*/ 7 w 44"/>
                <a:gd name="T35" fmla="*/ 5 h 32"/>
                <a:gd name="T36" fmla="*/ 0 w 44"/>
                <a:gd name="T37" fmla="*/ 8 h 32"/>
                <a:gd name="T38" fmla="*/ 1 w 44"/>
                <a:gd name="T39" fmla="*/ 9 h 3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4"/>
                <a:gd name="T61" fmla="*/ 0 h 32"/>
                <a:gd name="T62" fmla="*/ 44 w 44"/>
                <a:gd name="T63" fmla="*/ 32 h 3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4" h="32">
                  <a:moveTo>
                    <a:pt x="1" y="9"/>
                  </a:moveTo>
                  <a:cubicBezTo>
                    <a:pt x="2" y="11"/>
                    <a:pt x="4" y="15"/>
                    <a:pt x="5" y="14"/>
                  </a:cubicBezTo>
                  <a:cubicBezTo>
                    <a:pt x="6" y="12"/>
                    <a:pt x="9" y="16"/>
                    <a:pt x="11" y="17"/>
                  </a:cubicBezTo>
                  <a:cubicBezTo>
                    <a:pt x="13" y="18"/>
                    <a:pt x="18" y="20"/>
                    <a:pt x="18" y="21"/>
                  </a:cubicBezTo>
                  <a:cubicBezTo>
                    <a:pt x="18" y="23"/>
                    <a:pt x="19" y="26"/>
                    <a:pt x="21" y="25"/>
                  </a:cubicBezTo>
                  <a:cubicBezTo>
                    <a:pt x="24" y="24"/>
                    <a:pt x="26" y="21"/>
                    <a:pt x="26" y="23"/>
                  </a:cubicBezTo>
                  <a:cubicBezTo>
                    <a:pt x="26" y="25"/>
                    <a:pt x="27" y="28"/>
                    <a:pt x="30" y="28"/>
                  </a:cubicBezTo>
                  <a:cubicBezTo>
                    <a:pt x="32" y="27"/>
                    <a:pt x="33" y="32"/>
                    <a:pt x="35" y="32"/>
                  </a:cubicBezTo>
                  <a:cubicBezTo>
                    <a:pt x="36" y="31"/>
                    <a:pt x="36" y="31"/>
                    <a:pt x="37" y="31"/>
                  </a:cubicBezTo>
                  <a:cubicBezTo>
                    <a:pt x="37" y="26"/>
                    <a:pt x="39" y="23"/>
                    <a:pt x="41" y="22"/>
                  </a:cubicBezTo>
                  <a:cubicBezTo>
                    <a:pt x="42" y="21"/>
                    <a:pt x="43" y="20"/>
                    <a:pt x="43" y="19"/>
                  </a:cubicBezTo>
                  <a:cubicBezTo>
                    <a:pt x="44" y="17"/>
                    <a:pt x="40" y="14"/>
                    <a:pt x="40" y="12"/>
                  </a:cubicBezTo>
                  <a:cubicBezTo>
                    <a:pt x="40" y="11"/>
                    <a:pt x="40" y="11"/>
                    <a:pt x="40" y="11"/>
                  </a:cubicBezTo>
                  <a:cubicBezTo>
                    <a:pt x="40" y="11"/>
                    <a:pt x="39" y="10"/>
                    <a:pt x="38" y="9"/>
                  </a:cubicBezTo>
                  <a:cubicBezTo>
                    <a:pt x="35" y="6"/>
                    <a:pt x="32" y="5"/>
                    <a:pt x="30" y="3"/>
                  </a:cubicBezTo>
                  <a:cubicBezTo>
                    <a:pt x="28" y="1"/>
                    <a:pt x="24" y="0"/>
                    <a:pt x="22" y="2"/>
                  </a:cubicBezTo>
                  <a:cubicBezTo>
                    <a:pt x="20" y="4"/>
                    <a:pt x="15" y="6"/>
                    <a:pt x="11" y="6"/>
                  </a:cubicBezTo>
                  <a:cubicBezTo>
                    <a:pt x="11" y="6"/>
                    <a:pt x="9" y="5"/>
                    <a:pt x="7" y="5"/>
                  </a:cubicBezTo>
                  <a:cubicBezTo>
                    <a:pt x="5" y="6"/>
                    <a:pt x="2" y="7"/>
                    <a:pt x="0" y="8"/>
                  </a:cubicBezTo>
                  <a:cubicBezTo>
                    <a:pt x="0" y="8"/>
                    <a:pt x="1" y="8"/>
                    <a:pt x="1" y="9"/>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2" name="Freeform 78"/>
            <p:cNvSpPr>
              <a:spLocks noChangeArrowheads="1"/>
            </p:cNvSpPr>
            <p:nvPr/>
          </p:nvSpPr>
          <p:spPr bwMode="auto">
            <a:xfrm>
              <a:off x="4083064" y="1327151"/>
              <a:ext cx="195264" cy="128588"/>
            </a:xfrm>
            <a:custGeom>
              <a:avLst/>
              <a:gdLst>
                <a:gd name="T0" fmla="*/ 91 w 102"/>
                <a:gd name="T1" fmla="*/ 45 h 67"/>
                <a:gd name="T2" fmla="*/ 87 w 102"/>
                <a:gd name="T3" fmla="*/ 42 h 67"/>
                <a:gd name="T4" fmla="*/ 87 w 102"/>
                <a:gd name="T5" fmla="*/ 41 h 67"/>
                <a:gd name="T6" fmla="*/ 85 w 102"/>
                <a:gd name="T7" fmla="*/ 29 h 67"/>
                <a:gd name="T8" fmla="*/ 78 w 102"/>
                <a:gd name="T9" fmla="*/ 13 h 67"/>
                <a:gd name="T10" fmla="*/ 70 w 102"/>
                <a:gd name="T11" fmla="*/ 0 h 67"/>
                <a:gd name="T12" fmla="*/ 65 w 102"/>
                <a:gd name="T13" fmla="*/ 3 h 67"/>
                <a:gd name="T14" fmla="*/ 59 w 102"/>
                <a:gd name="T15" fmla="*/ 6 h 67"/>
                <a:gd name="T16" fmla="*/ 53 w 102"/>
                <a:gd name="T17" fmla="*/ 7 h 67"/>
                <a:gd name="T18" fmla="*/ 48 w 102"/>
                <a:gd name="T19" fmla="*/ 8 h 67"/>
                <a:gd name="T20" fmla="*/ 41 w 102"/>
                <a:gd name="T21" fmla="*/ 6 h 67"/>
                <a:gd name="T22" fmla="*/ 30 w 102"/>
                <a:gd name="T23" fmla="*/ 4 h 67"/>
                <a:gd name="T24" fmla="*/ 26 w 102"/>
                <a:gd name="T25" fmla="*/ 5 h 67"/>
                <a:gd name="T26" fmla="*/ 25 w 102"/>
                <a:gd name="T27" fmla="*/ 7 h 67"/>
                <a:gd name="T28" fmla="*/ 17 w 102"/>
                <a:gd name="T29" fmla="*/ 12 h 67"/>
                <a:gd name="T30" fmla="*/ 7 w 102"/>
                <a:gd name="T31" fmla="*/ 29 h 67"/>
                <a:gd name="T32" fmla="*/ 0 w 102"/>
                <a:gd name="T33" fmla="*/ 34 h 67"/>
                <a:gd name="T34" fmla="*/ 4 w 102"/>
                <a:gd name="T35" fmla="*/ 41 h 67"/>
                <a:gd name="T36" fmla="*/ 8 w 102"/>
                <a:gd name="T37" fmla="*/ 45 h 67"/>
                <a:gd name="T38" fmla="*/ 9 w 102"/>
                <a:gd name="T39" fmla="*/ 52 h 67"/>
                <a:gd name="T40" fmla="*/ 22 w 102"/>
                <a:gd name="T41" fmla="*/ 55 h 67"/>
                <a:gd name="T42" fmla="*/ 22 w 102"/>
                <a:gd name="T43" fmla="*/ 60 h 67"/>
                <a:gd name="T44" fmla="*/ 29 w 102"/>
                <a:gd name="T45" fmla="*/ 65 h 67"/>
                <a:gd name="T46" fmla="*/ 41 w 102"/>
                <a:gd name="T47" fmla="*/ 66 h 67"/>
                <a:gd name="T48" fmla="*/ 53 w 102"/>
                <a:gd name="T49" fmla="*/ 66 h 67"/>
                <a:gd name="T50" fmla="*/ 61 w 102"/>
                <a:gd name="T51" fmla="*/ 63 h 67"/>
                <a:gd name="T52" fmla="*/ 74 w 102"/>
                <a:gd name="T53" fmla="*/ 61 h 67"/>
                <a:gd name="T54" fmla="*/ 83 w 102"/>
                <a:gd name="T55" fmla="*/ 63 h 67"/>
                <a:gd name="T56" fmla="*/ 90 w 102"/>
                <a:gd name="T57" fmla="*/ 66 h 67"/>
                <a:gd name="T58" fmla="*/ 90 w 102"/>
                <a:gd name="T59" fmla="*/ 61 h 67"/>
                <a:gd name="T60" fmla="*/ 96 w 102"/>
                <a:gd name="T61" fmla="*/ 51 h 67"/>
                <a:gd name="T62" fmla="*/ 101 w 102"/>
                <a:gd name="T63" fmla="*/ 45 h 67"/>
                <a:gd name="T64" fmla="*/ 101 w 102"/>
                <a:gd name="T65" fmla="*/ 45 h 67"/>
                <a:gd name="T66" fmla="*/ 97 w 102"/>
                <a:gd name="T67" fmla="*/ 42 h 67"/>
                <a:gd name="T68" fmla="*/ 91 w 102"/>
                <a:gd name="T69" fmla="*/ 45 h 6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2"/>
                <a:gd name="T106" fmla="*/ 0 h 67"/>
                <a:gd name="T107" fmla="*/ 102 w 102"/>
                <a:gd name="T108" fmla="*/ 67 h 6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2" h="67">
                  <a:moveTo>
                    <a:pt x="91" y="45"/>
                  </a:moveTo>
                  <a:cubicBezTo>
                    <a:pt x="89" y="44"/>
                    <a:pt x="86" y="43"/>
                    <a:pt x="87" y="42"/>
                  </a:cubicBezTo>
                  <a:cubicBezTo>
                    <a:pt x="87" y="42"/>
                    <a:pt x="87" y="42"/>
                    <a:pt x="87" y="41"/>
                  </a:cubicBezTo>
                  <a:cubicBezTo>
                    <a:pt x="84" y="39"/>
                    <a:pt x="83" y="31"/>
                    <a:pt x="85" y="29"/>
                  </a:cubicBezTo>
                  <a:cubicBezTo>
                    <a:pt x="88" y="26"/>
                    <a:pt x="81" y="17"/>
                    <a:pt x="78" y="13"/>
                  </a:cubicBezTo>
                  <a:cubicBezTo>
                    <a:pt x="76" y="11"/>
                    <a:pt x="73" y="6"/>
                    <a:pt x="70" y="0"/>
                  </a:cubicBezTo>
                  <a:cubicBezTo>
                    <a:pt x="68" y="1"/>
                    <a:pt x="65" y="2"/>
                    <a:pt x="65" y="3"/>
                  </a:cubicBezTo>
                  <a:cubicBezTo>
                    <a:pt x="64" y="5"/>
                    <a:pt x="61" y="6"/>
                    <a:pt x="59" y="6"/>
                  </a:cubicBezTo>
                  <a:cubicBezTo>
                    <a:pt x="57" y="6"/>
                    <a:pt x="55" y="5"/>
                    <a:pt x="53" y="7"/>
                  </a:cubicBezTo>
                  <a:cubicBezTo>
                    <a:pt x="51" y="9"/>
                    <a:pt x="49" y="9"/>
                    <a:pt x="48" y="8"/>
                  </a:cubicBezTo>
                  <a:cubicBezTo>
                    <a:pt x="47" y="7"/>
                    <a:pt x="44" y="6"/>
                    <a:pt x="41" y="6"/>
                  </a:cubicBezTo>
                  <a:cubicBezTo>
                    <a:pt x="39" y="6"/>
                    <a:pt x="32" y="4"/>
                    <a:pt x="30" y="4"/>
                  </a:cubicBezTo>
                  <a:cubicBezTo>
                    <a:pt x="29" y="4"/>
                    <a:pt x="27" y="4"/>
                    <a:pt x="26" y="5"/>
                  </a:cubicBezTo>
                  <a:cubicBezTo>
                    <a:pt x="26" y="5"/>
                    <a:pt x="26" y="6"/>
                    <a:pt x="25" y="7"/>
                  </a:cubicBezTo>
                  <a:cubicBezTo>
                    <a:pt x="23" y="9"/>
                    <a:pt x="19" y="11"/>
                    <a:pt x="17" y="12"/>
                  </a:cubicBezTo>
                  <a:cubicBezTo>
                    <a:pt x="16" y="13"/>
                    <a:pt x="10" y="25"/>
                    <a:pt x="7" y="29"/>
                  </a:cubicBezTo>
                  <a:cubicBezTo>
                    <a:pt x="3" y="32"/>
                    <a:pt x="0" y="33"/>
                    <a:pt x="0" y="34"/>
                  </a:cubicBezTo>
                  <a:cubicBezTo>
                    <a:pt x="0" y="35"/>
                    <a:pt x="4" y="39"/>
                    <a:pt x="4" y="41"/>
                  </a:cubicBezTo>
                  <a:cubicBezTo>
                    <a:pt x="4" y="43"/>
                    <a:pt x="5" y="45"/>
                    <a:pt x="8" y="45"/>
                  </a:cubicBezTo>
                  <a:cubicBezTo>
                    <a:pt x="10" y="45"/>
                    <a:pt x="7" y="51"/>
                    <a:pt x="9" y="52"/>
                  </a:cubicBezTo>
                  <a:cubicBezTo>
                    <a:pt x="11" y="52"/>
                    <a:pt x="22" y="53"/>
                    <a:pt x="22" y="55"/>
                  </a:cubicBezTo>
                  <a:cubicBezTo>
                    <a:pt x="22" y="57"/>
                    <a:pt x="23" y="59"/>
                    <a:pt x="22" y="60"/>
                  </a:cubicBezTo>
                  <a:cubicBezTo>
                    <a:pt x="25" y="61"/>
                    <a:pt x="28" y="65"/>
                    <a:pt x="29" y="65"/>
                  </a:cubicBezTo>
                  <a:cubicBezTo>
                    <a:pt x="30" y="64"/>
                    <a:pt x="39" y="66"/>
                    <a:pt x="41" y="66"/>
                  </a:cubicBezTo>
                  <a:cubicBezTo>
                    <a:pt x="42" y="66"/>
                    <a:pt x="50" y="66"/>
                    <a:pt x="53" y="66"/>
                  </a:cubicBezTo>
                  <a:cubicBezTo>
                    <a:pt x="55" y="67"/>
                    <a:pt x="58" y="65"/>
                    <a:pt x="61" y="63"/>
                  </a:cubicBezTo>
                  <a:cubicBezTo>
                    <a:pt x="63" y="61"/>
                    <a:pt x="71" y="60"/>
                    <a:pt x="74" y="61"/>
                  </a:cubicBezTo>
                  <a:cubicBezTo>
                    <a:pt x="77" y="61"/>
                    <a:pt x="82" y="62"/>
                    <a:pt x="83" y="63"/>
                  </a:cubicBezTo>
                  <a:cubicBezTo>
                    <a:pt x="84" y="64"/>
                    <a:pt x="87" y="65"/>
                    <a:pt x="90" y="66"/>
                  </a:cubicBezTo>
                  <a:cubicBezTo>
                    <a:pt x="90" y="65"/>
                    <a:pt x="90" y="63"/>
                    <a:pt x="90" y="61"/>
                  </a:cubicBezTo>
                  <a:cubicBezTo>
                    <a:pt x="90" y="57"/>
                    <a:pt x="92" y="52"/>
                    <a:pt x="96" y="51"/>
                  </a:cubicBezTo>
                  <a:cubicBezTo>
                    <a:pt x="99" y="51"/>
                    <a:pt x="102" y="51"/>
                    <a:pt x="101" y="45"/>
                  </a:cubicBezTo>
                  <a:cubicBezTo>
                    <a:pt x="101" y="45"/>
                    <a:pt x="101" y="45"/>
                    <a:pt x="101" y="45"/>
                  </a:cubicBezTo>
                  <a:cubicBezTo>
                    <a:pt x="100" y="43"/>
                    <a:pt x="98" y="42"/>
                    <a:pt x="97" y="42"/>
                  </a:cubicBezTo>
                  <a:cubicBezTo>
                    <a:pt x="96" y="42"/>
                    <a:pt x="92" y="45"/>
                    <a:pt x="91" y="45"/>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3" name="Freeform 79"/>
            <p:cNvSpPr>
              <a:spLocks noChangeArrowheads="1"/>
            </p:cNvSpPr>
            <p:nvPr/>
          </p:nvSpPr>
          <p:spPr bwMode="auto">
            <a:xfrm>
              <a:off x="4216414" y="1323976"/>
              <a:ext cx="66675" cy="82550"/>
            </a:xfrm>
            <a:custGeom>
              <a:avLst/>
              <a:gdLst>
                <a:gd name="T0" fmla="*/ 26 w 35"/>
                <a:gd name="T1" fmla="*/ 11 h 43"/>
                <a:gd name="T2" fmla="*/ 18 w 35"/>
                <a:gd name="T3" fmla="*/ 5 h 43"/>
                <a:gd name="T4" fmla="*/ 9 w 35"/>
                <a:gd name="T5" fmla="*/ 0 h 43"/>
                <a:gd name="T6" fmla="*/ 0 w 35"/>
                <a:gd name="T7" fmla="*/ 2 h 43"/>
                <a:gd name="T8" fmla="*/ 8 w 35"/>
                <a:gd name="T9" fmla="*/ 15 h 43"/>
                <a:gd name="T10" fmla="*/ 15 w 35"/>
                <a:gd name="T11" fmla="*/ 31 h 43"/>
                <a:gd name="T12" fmla="*/ 17 w 35"/>
                <a:gd name="T13" fmla="*/ 43 h 43"/>
                <a:gd name="T14" fmla="*/ 23 w 35"/>
                <a:gd name="T15" fmla="*/ 34 h 43"/>
                <a:gd name="T16" fmla="*/ 28 w 35"/>
                <a:gd name="T17" fmla="*/ 29 h 43"/>
                <a:gd name="T18" fmla="*/ 35 w 35"/>
                <a:gd name="T19" fmla="*/ 30 h 43"/>
                <a:gd name="T20" fmla="*/ 33 w 35"/>
                <a:gd name="T21" fmla="*/ 23 h 43"/>
                <a:gd name="T22" fmla="*/ 26 w 35"/>
                <a:gd name="T23" fmla="*/ 11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
                <a:gd name="T37" fmla="*/ 0 h 43"/>
                <a:gd name="T38" fmla="*/ 35 w 35"/>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 h="43">
                  <a:moveTo>
                    <a:pt x="26" y="11"/>
                  </a:moveTo>
                  <a:cubicBezTo>
                    <a:pt x="24" y="7"/>
                    <a:pt x="20" y="5"/>
                    <a:pt x="18" y="5"/>
                  </a:cubicBezTo>
                  <a:cubicBezTo>
                    <a:pt x="15" y="5"/>
                    <a:pt x="11" y="0"/>
                    <a:pt x="9" y="0"/>
                  </a:cubicBezTo>
                  <a:cubicBezTo>
                    <a:pt x="7" y="0"/>
                    <a:pt x="4" y="1"/>
                    <a:pt x="0" y="2"/>
                  </a:cubicBezTo>
                  <a:cubicBezTo>
                    <a:pt x="3" y="8"/>
                    <a:pt x="6" y="13"/>
                    <a:pt x="8" y="15"/>
                  </a:cubicBezTo>
                  <a:cubicBezTo>
                    <a:pt x="11" y="19"/>
                    <a:pt x="18" y="28"/>
                    <a:pt x="15" y="31"/>
                  </a:cubicBezTo>
                  <a:cubicBezTo>
                    <a:pt x="13" y="33"/>
                    <a:pt x="14" y="41"/>
                    <a:pt x="17" y="43"/>
                  </a:cubicBezTo>
                  <a:cubicBezTo>
                    <a:pt x="18" y="42"/>
                    <a:pt x="23" y="35"/>
                    <a:pt x="23" y="34"/>
                  </a:cubicBezTo>
                  <a:cubicBezTo>
                    <a:pt x="23" y="32"/>
                    <a:pt x="24" y="28"/>
                    <a:pt x="28" y="29"/>
                  </a:cubicBezTo>
                  <a:cubicBezTo>
                    <a:pt x="32" y="30"/>
                    <a:pt x="35" y="31"/>
                    <a:pt x="35" y="30"/>
                  </a:cubicBezTo>
                  <a:cubicBezTo>
                    <a:pt x="35" y="29"/>
                    <a:pt x="34" y="24"/>
                    <a:pt x="33" y="23"/>
                  </a:cubicBezTo>
                  <a:cubicBezTo>
                    <a:pt x="31" y="21"/>
                    <a:pt x="27" y="16"/>
                    <a:pt x="26" y="11"/>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4" name="Freeform 80"/>
            <p:cNvSpPr>
              <a:spLocks noChangeArrowheads="1"/>
            </p:cNvSpPr>
            <p:nvPr/>
          </p:nvSpPr>
          <p:spPr bwMode="auto">
            <a:xfrm>
              <a:off x="4119577" y="1441451"/>
              <a:ext cx="134938" cy="74613"/>
            </a:xfrm>
            <a:custGeom>
              <a:avLst/>
              <a:gdLst>
                <a:gd name="T0" fmla="*/ 55 w 71"/>
                <a:gd name="T1" fmla="*/ 1 h 39"/>
                <a:gd name="T2" fmla="*/ 42 w 71"/>
                <a:gd name="T3" fmla="*/ 3 h 39"/>
                <a:gd name="T4" fmla="*/ 34 w 71"/>
                <a:gd name="T5" fmla="*/ 6 h 39"/>
                <a:gd name="T6" fmla="*/ 22 w 71"/>
                <a:gd name="T7" fmla="*/ 6 h 39"/>
                <a:gd name="T8" fmla="*/ 10 w 71"/>
                <a:gd name="T9" fmla="*/ 5 h 39"/>
                <a:gd name="T10" fmla="*/ 3 w 71"/>
                <a:gd name="T11" fmla="*/ 0 h 39"/>
                <a:gd name="T12" fmla="*/ 2 w 71"/>
                <a:gd name="T13" fmla="*/ 1 h 39"/>
                <a:gd name="T14" fmla="*/ 2 w 71"/>
                <a:gd name="T15" fmla="*/ 9 h 39"/>
                <a:gd name="T16" fmla="*/ 6 w 71"/>
                <a:gd name="T17" fmla="*/ 16 h 39"/>
                <a:gd name="T18" fmla="*/ 2 w 71"/>
                <a:gd name="T19" fmla="*/ 21 h 39"/>
                <a:gd name="T20" fmla="*/ 2 w 71"/>
                <a:gd name="T21" fmla="*/ 26 h 39"/>
                <a:gd name="T22" fmla="*/ 8 w 71"/>
                <a:gd name="T23" fmla="*/ 34 h 39"/>
                <a:gd name="T24" fmla="*/ 11 w 71"/>
                <a:gd name="T25" fmla="*/ 37 h 39"/>
                <a:gd name="T26" fmla="*/ 26 w 71"/>
                <a:gd name="T27" fmla="*/ 37 h 39"/>
                <a:gd name="T28" fmla="*/ 38 w 71"/>
                <a:gd name="T29" fmla="*/ 39 h 39"/>
                <a:gd name="T30" fmla="*/ 42 w 71"/>
                <a:gd name="T31" fmla="*/ 36 h 39"/>
                <a:gd name="T32" fmla="*/ 47 w 71"/>
                <a:gd name="T33" fmla="*/ 34 h 39"/>
                <a:gd name="T34" fmla="*/ 47 w 71"/>
                <a:gd name="T35" fmla="*/ 31 h 39"/>
                <a:gd name="T36" fmla="*/ 59 w 71"/>
                <a:gd name="T37" fmla="*/ 31 h 39"/>
                <a:gd name="T38" fmla="*/ 63 w 71"/>
                <a:gd name="T39" fmla="*/ 30 h 39"/>
                <a:gd name="T40" fmla="*/ 62 w 71"/>
                <a:gd name="T41" fmla="*/ 27 h 39"/>
                <a:gd name="T42" fmla="*/ 60 w 71"/>
                <a:gd name="T43" fmla="*/ 19 h 39"/>
                <a:gd name="T44" fmla="*/ 69 w 71"/>
                <a:gd name="T45" fmla="*/ 9 h 39"/>
                <a:gd name="T46" fmla="*/ 71 w 71"/>
                <a:gd name="T47" fmla="*/ 6 h 39"/>
                <a:gd name="T48" fmla="*/ 64 w 71"/>
                <a:gd name="T49" fmla="*/ 3 h 39"/>
                <a:gd name="T50" fmla="*/ 55 w 71"/>
                <a:gd name="T51" fmla="*/ 1 h 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1"/>
                <a:gd name="T79" fmla="*/ 0 h 39"/>
                <a:gd name="T80" fmla="*/ 71 w 71"/>
                <a:gd name="T81" fmla="*/ 39 h 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1" h="39">
                  <a:moveTo>
                    <a:pt x="55" y="1"/>
                  </a:moveTo>
                  <a:cubicBezTo>
                    <a:pt x="52" y="0"/>
                    <a:pt x="44" y="1"/>
                    <a:pt x="42" y="3"/>
                  </a:cubicBezTo>
                  <a:cubicBezTo>
                    <a:pt x="39" y="5"/>
                    <a:pt x="36" y="7"/>
                    <a:pt x="34" y="6"/>
                  </a:cubicBezTo>
                  <a:cubicBezTo>
                    <a:pt x="31" y="6"/>
                    <a:pt x="23" y="6"/>
                    <a:pt x="22" y="6"/>
                  </a:cubicBezTo>
                  <a:cubicBezTo>
                    <a:pt x="20" y="6"/>
                    <a:pt x="11" y="4"/>
                    <a:pt x="10" y="5"/>
                  </a:cubicBezTo>
                  <a:cubicBezTo>
                    <a:pt x="9" y="5"/>
                    <a:pt x="6" y="1"/>
                    <a:pt x="3" y="0"/>
                  </a:cubicBezTo>
                  <a:cubicBezTo>
                    <a:pt x="3" y="1"/>
                    <a:pt x="3" y="1"/>
                    <a:pt x="2" y="1"/>
                  </a:cubicBezTo>
                  <a:cubicBezTo>
                    <a:pt x="0" y="3"/>
                    <a:pt x="0" y="7"/>
                    <a:pt x="2" y="9"/>
                  </a:cubicBezTo>
                  <a:cubicBezTo>
                    <a:pt x="5" y="11"/>
                    <a:pt x="8" y="16"/>
                    <a:pt x="6" y="16"/>
                  </a:cubicBezTo>
                  <a:cubicBezTo>
                    <a:pt x="4" y="16"/>
                    <a:pt x="2" y="19"/>
                    <a:pt x="2" y="21"/>
                  </a:cubicBezTo>
                  <a:cubicBezTo>
                    <a:pt x="2" y="22"/>
                    <a:pt x="1" y="26"/>
                    <a:pt x="2" y="26"/>
                  </a:cubicBezTo>
                  <a:cubicBezTo>
                    <a:pt x="3" y="27"/>
                    <a:pt x="8" y="32"/>
                    <a:pt x="8" y="34"/>
                  </a:cubicBezTo>
                  <a:cubicBezTo>
                    <a:pt x="9" y="35"/>
                    <a:pt x="11" y="36"/>
                    <a:pt x="11" y="37"/>
                  </a:cubicBezTo>
                  <a:cubicBezTo>
                    <a:pt x="15" y="36"/>
                    <a:pt x="24" y="36"/>
                    <a:pt x="26" y="37"/>
                  </a:cubicBezTo>
                  <a:cubicBezTo>
                    <a:pt x="28" y="38"/>
                    <a:pt x="38" y="39"/>
                    <a:pt x="38" y="39"/>
                  </a:cubicBezTo>
                  <a:cubicBezTo>
                    <a:pt x="40" y="39"/>
                    <a:pt x="43" y="38"/>
                    <a:pt x="42" y="36"/>
                  </a:cubicBezTo>
                  <a:cubicBezTo>
                    <a:pt x="41" y="35"/>
                    <a:pt x="45" y="34"/>
                    <a:pt x="47" y="34"/>
                  </a:cubicBezTo>
                  <a:cubicBezTo>
                    <a:pt x="47" y="32"/>
                    <a:pt x="47" y="31"/>
                    <a:pt x="47" y="31"/>
                  </a:cubicBezTo>
                  <a:cubicBezTo>
                    <a:pt x="49" y="30"/>
                    <a:pt x="56" y="29"/>
                    <a:pt x="59" y="31"/>
                  </a:cubicBezTo>
                  <a:cubicBezTo>
                    <a:pt x="60" y="31"/>
                    <a:pt x="62" y="31"/>
                    <a:pt x="63" y="30"/>
                  </a:cubicBezTo>
                  <a:cubicBezTo>
                    <a:pt x="63" y="28"/>
                    <a:pt x="63" y="27"/>
                    <a:pt x="62" y="27"/>
                  </a:cubicBezTo>
                  <a:cubicBezTo>
                    <a:pt x="60" y="27"/>
                    <a:pt x="57" y="19"/>
                    <a:pt x="60" y="19"/>
                  </a:cubicBezTo>
                  <a:cubicBezTo>
                    <a:pt x="62" y="18"/>
                    <a:pt x="65" y="10"/>
                    <a:pt x="69" y="9"/>
                  </a:cubicBezTo>
                  <a:cubicBezTo>
                    <a:pt x="70" y="8"/>
                    <a:pt x="71" y="8"/>
                    <a:pt x="71" y="6"/>
                  </a:cubicBezTo>
                  <a:cubicBezTo>
                    <a:pt x="68" y="5"/>
                    <a:pt x="65" y="4"/>
                    <a:pt x="64" y="3"/>
                  </a:cubicBezTo>
                  <a:cubicBezTo>
                    <a:pt x="63" y="2"/>
                    <a:pt x="58" y="1"/>
                    <a:pt x="55" y="1"/>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5" name="Freeform 81"/>
            <p:cNvSpPr>
              <a:spLocks noChangeArrowheads="1"/>
            </p:cNvSpPr>
            <p:nvPr/>
          </p:nvSpPr>
          <p:spPr bwMode="auto">
            <a:xfrm>
              <a:off x="4081477" y="1487489"/>
              <a:ext cx="58738" cy="42863"/>
            </a:xfrm>
            <a:custGeom>
              <a:avLst/>
              <a:gdLst>
                <a:gd name="T0" fmla="*/ 7 w 31"/>
                <a:gd name="T1" fmla="*/ 22 h 22"/>
                <a:gd name="T2" fmla="*/ 7 w 31"/>
                <a:gd name="T3" fmla="*/ 22 h 22"/>
                <a:gd name="T4" fmla="*/ 8 w 31"/>
                <a:gd name="T5" fmla="*/ 22 h 22"/>
                <a:gd name="T6" fmla="*/ 8 w 31"/>
                <a:gd name="T7" fmla="*/ 22 h 22"/>
                <a:gd name="T8" fmla="*/ 8 w 31"/>
                <a:gd name="T9" fmla="*/ 22 h 22"/>
                <a:gd name="T10" fmla="*/ 8 w 31"/>
                <a:gd name="T11" fmla="*/ 22 h 22"/>
                <a:gd name="T12" fmla="*/ 12 w 31"/>
                <a:gd name="T13" fmla="*/ 22 h 22"/>
                <a:gd name="T14" fmla="*/ 12 w 31"/>
                <a:gd name="T15" fmla="*/ 22 h 22"/>
                <a:gd name="T16" fmla="*/ 13 w 31"/>
                <a:gd name="T17" fmla="*/ 21 h 22"/>
                <a:gd name="T18" fmla="*/ 13 w 31"/>
                <a:gd name="T19" fmla="*/ 21 h 22"/>
                <a:gd name="T20" fmla="*/ 15 w 31"/>
                <a:gd name="T21" fmla="*/ 21 h 22"/>
                <a:gd name="T22" fmla="*/ 20 w 31"/>
                <a:gd name="T23" fmla="*/ 18 h 22"/>
                <a:gd name="T24" fmla="*/ 30 w 31"/>
                <a:gd name="T25" fmla="*/ 13 h 22"/>
                <a:gd name="T26" fmla="*/ 31 w 31"/>
                <a:gd name="T27" fmla="*/ 13 h 22"/>
                <a:gd name="T28" fmla="*/ 28 w 31"/>
                <a:gd name="T29" fmla="*/ 10 h 22"/>
                <a:gd name="T30" fmla="*/ 22 w 31"/>
                <a:gd name="T31" fmla="*/ 2 h 22"/>
                <a:gd name="T32" fmla="*/ 22 w 31"/>
                <a:gd name="T33" fmla="*/ 1 h 22"/>
                <a:gd name="T34" fmla="*/ 22 w 31"/>
                <a:gd name="T35" fmla="*/ 1 h 22"/>
                <a:gd name="T36" fmla="*/ 22 w 31"/>
                <a:gd name="T37" fmla="*/ 0 h 22"/>
                <a:gd name="T38" fmla="*/ 2 w 31"/>
                <a:gd name="T39" fmla="*/ 4 h 22"/>
                <a:gd name="T40" fmla="*/ 2 w 31"/>
                <a:gd name="T41" fmla="*/ 3 h 22"/>
                <a:gd name="T42" fmla="*/ 1 w 31"/>
                <a:gd name="T43" fmla="*/ 15 h 22"/>
                <a:gd name="T44" fmla="*/ 7 w 31"/>
                <a:gd name="T45" fmla="*/ 22 h 2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1"/>
                <a:gd name="T70" fmla="*/ 0 h 22"/>
                <a:gd name="T71" fmla="*/ 31 w 31"/>
                <a:gd name="T72" fmla="*/ 22 h 2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1" h="22">
                  <a:moveTo>
                    <a:pt x="7" y="22"/>
                  </a:moveTo>
                  <a:cubicBezTo>
                    <a:pt x="7" y="22"/>
                    <a:pt x="7" y="22"/>
                    <a:pt x="7" y="22"/>
                  </a:cubicBezTo>
                  <a:cubicBezTo>
                    <a:pt x="7" y="22"/>
                    <a:pt x="7" y="22"/>
                    <a:pt x="8" y="22"/>
                  </a:cubicBezTo>
                  <a:cubicBezTo>
                    <a:pt x="8" y="22"/>
                    <a:pt x="8" y="22"/>
                    <a:pt x="8" y="22"/>
                  </a:cubicBezTo>
                  <a:cubicBezTo>
                    <a:pt x="8" y="22"/>
                    <a:pt x="8" y="22"/>
                    <a:pt x="8" y="22"/>
                  </a:cubicBezTo>
                  <a:cubicBezTo>
                    <a:pt x="8" y="22"/>
                    <a:pt x="8" y="22"/>
                    <a:pt x="8" y="22"/>
                  </a:cubicBezTo>
                  <a:cubicBezTo>
                    <a:pt x="9" y="22"/>
                    <a:pt x="11" y="22"/>
                    <a:pt x="12" y="22"/>
                  </a:cubicBezTo>
                  <a:cubicBezTo>
                    <a:pt x="12" y="22"/>
                    <a:pt x="12" y="22"/>
                    <a:pt x="12" y="22"/>
                  </a:cubicBezTo>
                  <a:cubicBezTo>
                    <a:pt x="13" y="22"/>
                    <a:pt x="13" y="22"/>
                    <a:pt x="13" y="21"/>
                  </a:cubicBezTo>
                  <a:cubicBezTo>
                    <a:pt x="13" y="21"/>
                    <a:pt x="13" y="21"/>
                    <a:pt x="13" y="21"/>
                  </a:cubicBezTo>
                  <a:cubicBezTo>
                    <a:pt x="14" y="21"/>
                    <a:pt x="14" y="21"/>
                    <a:pt x="15" y="21"/>
                  </a:cubicBezTo>
                  <a:cubicBezTo>
                    <a:pt x="18" y="21"/>
                    <a:pt x="18" y="17"/>
                    <a:pt x="20" y="18"/>
                  </a:cubicBezTo>
                  <a:cubicBezTo>
                    <a:pt x="21" y="19"/>
                    <a:pt x="29" y="15"/>
                    <a:pt x="30" y="13"/>
                  </a:cubicBezTo>
                  <a:cubicBezTo>
                    <a:pt x="30" y="13"/>
                    <a:pt x="31" y="13"/>
                    <a:pt x="31" y="13"/>
                  </a:cubicBezTo>
                  <a:cubicBezTo>
                    <a:pt x="31" y="12"/>
                    <a:pt x="29" y="11"/>
                    <a:pt x="28" y="10"/>
                  </a:cubicBezTo>
                  <a:cubicBezTo>
                    <a:pt x="28" y="8"/>
                    <a:pt x="23" y="3"/>
                    <a:pt x="22" y="2"/>
                  </a:cubicBezTo>
                  <a:cubicBezTo>
                    <a:pt x="22" y="2"/>
                    <a:pt x="22" y="2"/>
                    <a:pt x="22" y="1"/>
                  </a:cubicBezTo>
                  <a:cubicBezTo>
                    <a:pt x="22" y="1"/>
                    <a:pt x="22" y="1"/>
                    <a:pt x="22" y="1"/>
                  </a:cubicBezTo>
                  <a:cubicBezTo>
                    <a:pt x="22" y="1"/>
                    <a:pt x="22" y="1"/>
                    <a:pt x="22" y="0"/>
                  </a:cubicBezTo>
                  <a:cubicBezTo>
                    <a:pt x="14" y="1"/>
                    <a:pt x="2" y="4"/>
                    <a:pt x="2" y="4"/>
                  </a:cubicBezTo>
                  <a:cubicBezTo>
                    <a:pt x="2" y="4"/>
                    <a:pt x="2" y="4"/>
                    <a:pt x="2" y="3"/>
                  </a:cubicBezTo>
                  <a:cubicBezTo>
                    <a:pt x="1" y="7"/>
                    <a:pt x="0" y="12"/>
                    <a:pt x="1" y="15"/>
                  </a:cubicBezTo>
                  <a:cubicBezTo>
                    <a:pt x="1" y="18"/>
                    <a:pt x="4" y="19"/>
                    <a:pt x="7" y="22"/>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6" name="Freeform 82"/>
            <p:cNvSpPr>
              <a:spLocks noChangeArrowheads="1"/>
            </p:cNvSpPr>
            <p:nvPr/>
          </p:nvSpPr>
          <p:spPr bwMode="auto">
            <a:xfrm>
              <a:off x="4119577" y="1212851"/>
              <a:ext cx="384177" cy="223838"/>
            </a:xfrm>
            <a:custGeom>
              <a:avLst/>
              <a:gdLst>
                <a:gd name="T0" fmla="*/ 187 w 201"/>
                <a:gd name="T1" fmla="*/ 67 h 117"/>
                <a:gd name="T2" fmla="*/ 199 w 201"/>
                <a:gd name="T3" fmla="*/ 60 h 117"/>
                <a:gd name="T4" fmla="*/ 200 w 201"/>
                <a:gd name="T5" fmla="*/ 53 h 117"/>
                <a:gd name="T6" fmla="*/ 201 w 201"/>
                <a:gd name="T7" fmla="*/ 45 h 117"/>
                <a:gd name="T8" fmla="*/ 185 w 201"/>
                <a:gd name="T9" fmla="*/ 39 h 117"/>
                <a:gd name="T10" fmla="*/ 170 w 201"/>
                <a:gd name="T11" fmla="*/ 31 h 117"/>
                <a:gd name="T12" fmla="*/ 158 w 201"/>
                <a:gd name="T13" fmla="*/ 32 h 117"/>
                <a:gd name="T14" fmla="*/ 149 w 201"/>
                <a:gd name="T15" fmla="*/ 28 h 117"/>
                <a:gd name="T16" fmla="*/ 135 w 201"/>
                <a:gd name="T17" fmla="*/ 17 h 117"/>
                <a:gd name="T18" fmla="*/ 131 w 201"/>
                <a:gd name="T19" fmla="*/ 2 h 117"/>
                <a:gd name="T20" fmla="*/ 115 w 201"/>
                <a:gd name="T21" fmla="*/ 1 h 117"/>
                <a:gd name="T22" fmla="*/ 106 w 201"/>
                <a:gd name="T23" fmla="*/ 3 h 117"/>
                <a:gd name="T24" fmla="*/ 92 w 201"/>
                <a:gd name="T25" fmla="*/ 12 h 117"/>
                <a:gd name="T26" fmla="*/ 80 w 201"/>
                <a:gd name="T27" fmla="*/ 15 h 117"/>
                <a:gd name="T28" fmla="*/ 65 w 201"/>
                <a:gd name="T29" fmla="*/ 12 h 117"/>
                <a:gd name="T30" fmla="*/ 47 w 201"/>
                <a:gd name="T31" fmla="*/ 9 h 117"/>
                <a:gd name="T32" fmla="*/ 21 w 201"/>
                <a:gd name="T33" fmla="*/ 11 h 117"/>
                <a:gd name="T34" fmla="*/ 16 w 201"/>
                <a:gd name="T35" fmla="*/ 16 h 117"/>
                <a:gd name="T36" fmla="*/ 15 w 201"/>
                <a:gd name="T37" fmla="*/ 31 h 117"/>
                <a:gd name="T38" fmla="*/ 5 w 201"/>
                <a:gd name="T39" fmla="*/ 50 h 117"/>
                <a:gd name="T40" fmla="*/ 5 w 201"/>
                <a:gd name="T41" fmla="*/ 63 h 117"/>
                <a:gd name="T42" fmla="*/ 11 w 201"/>
                <a:gd name="T43" fmla="*/ 64 h 117"/>
                <a:gd name="T44" fmla="*/ 29 w 201"/>
                <a:gd name="T45" fmla="*/ 68 h 117"/>
                <a:gd name="T46" fmla="*/ 40 w 201"/>
                <a:gd name="T47" fmla="*/ 66 h 117"/>
                <a:gd name="T48" fmla="*/ 60 w 201"/>
                <a:gd name="T49" fmla="*/ 58 h 117"/>
                <a:gd name="T50" fmla="*/ 77 w 201"/>
                <a:gd name="T51" fmla="*/ 69 h 117"/>
                <a:gd name="T52" fmla="*/ 86 w 201"/>
                <a:gd name="T53" fmla="*/ 88 h 117"/>
                <a:gd name="T54" fmla="*/ 74 w 201"/>
                <a:gd name="T55" fmla="*/ 92 h 117"/>
                <a:gd name="T56" fmla="*/ 72 w 201"/>
                <a:gd name="T57" fmla="*/ 105 h 117"/>
                <a:gd name="T58" fmla="*/ 82 w 201"/>
                <a:gd name="T59" fmla="*/ 105 h 117"/>
                <a:gd name="T60" fmla="*/ 97 w 201"/>
                <a:gd name="T61" fmla="*/ 85 h 117"/>
                <a:gd name="T62" fmla="*/ 111 w 201"/>
                <a:gd name="T63" fmla="*/ 90 h 117"/>
                <a:gd name="T64" fmla="*/ 114 w 201"/>
                <a:gd name="T65" fmla="*/ 101 h 117"/>
                <a:gd name="T66" fmla="*/ 126 w 201"/>
                <a:gd name="T67" fmla="*/ 115 h 117"/>
                <a:gd name="T68" fmla="*/ 146 w 201"/>
                <a:gd name="T69" fmla="*/ 108 h 117"/>
                <a:gd name="T70" fmla="*/ 150 w 201"/>
                <a:gd name="T71" fmla="*/ 103 h 117"/>
                <a:gd name="T72" fmla="*/ 155 w 201"/>
                <a:gd name="T73" fmla="*/ 85 h 117"/>
                <a:gd name="T74" fmla="*/ 178 w 201"/>
                <a:gd name="T75" fmla="*/ 78 h 11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1"/>
                <a:gd name="T115" fmla="*/ 0 h 117"/>
                <a:gd name="T116" fmla="*/ 201 w 201"/>
                <a:gd name="T117" fmla="*/ 117 h 11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1" h="117">
                  <a:moveTo>
                    <a:pt x="179" y="73"/>
                  </a:moveTo>
                  <a:cubicBezTo>
                    <a:pt x="180" y="73"/>
                    <a:pt x="186" y="67"/>
                    <a:pt x="187" y="67"/>
                  </a:cubicBezTo>
                  <a:cubicBezTo>
                    <a:pt x="189" y="67"/>
                    <a:pt x="197" y="68"/>
                    <a:pt x="197" y="67"/>
                  </a:cubicBezTo>
                  <a:cubicBezTo>
                    <a:pt x="197" y="66"/>
                    <a:pt x="199" y="62"/>
                    <a:pt x="199" y="60"/>
                  </a:cubicBezTo>
                  <a:cubicBezTo>
                    <a:pt x="198" y="59"/>
                    <a:pt x="196" y="57"/>
                    <a:pt x="196" y="56"/>
                  </a:cubicBezTo>
                  <a:cubicBezTo>
                    <a:pt x="197" y="55"/>
                    <a:pt x="200" y="55"/>
                    <a:pt x="200" y="53"/>
                  </a:cubicBezTo>
                  <a:cubicBezTo>
                    <a:pt x="200" y="52"/>
                    <a:pt x="197" y="51"/>
                    <a:pt x="197" y="50"/>
                  </a:cubicBezTo>
                  <a:cubicBezTo>
                    <a:pt x="197" y="49"/>
                    <a:pt x="201" y="47"/>
                    <a:pt x="201" y="45"/>
                  </a:cubicBezTo>
                  <a:cubicBezTo>
                    <a:pt x="200" y="43"/>
                    <a:pt x="197" y="43"/>
                    <a:pt x="194" y="41"/>
                  </a:cubicBezTo>
                  <a:cubicBezTo>
                    <a:pt x="191" y="40"/>
                    <a:pt x="188" y="40"/>
                    <a:pt x="185" y="39"/>
                  </a:cubicBezTo>
                  <a:cubicBezTo>
                    <a:pt x="182" y="37"/>
                    <a:pt x="175" y="38"/>
                    <a:pt x="175" y="37"/>
                  </a:cubicBezTo>
                  <a:cubicBezTo>
                    <a:pt x="175" y="36"/>
                    <a:pt x="171" y="33"/>
                    <a:pt x="170" y="31"/>
                  </a:cubicBezTo>
                  <a:cubicBezTo>
                    <a:pt x="169" y="30"/>
                    <a:pt x="166" y="31"/>
                    <a:pt x="164" y="32"/>
                  </a:cubicBezTo>
                  <a:cubicBezTo>
                    <a:pt x="162" y="33"/>
                    <a:pt x="160" y="34"/>
                    <a:pt x="158" y="32"/>
                  </a:cubicBezTo>
                  <a:cubicBezTo>
                    <a:pt x="156" y="31"/>
                    <a:pt x="155" y="29"/>
                    <a:pt x="153" y="30"/>
                  </a:cubicBezTo>
                  <a:cubicBezTo>
                    <a:pt x="151" y="31"/>
                    <a:pt x="148" y="30"/>
                    <a:pt x="149" y="28"/>
                  </a:cubicBezTo>
                  <a:cubicBezTo>
                    <a:pt x="149" y="25"/>
                    <a:pt x="145" y="20"/>
                    <a:pt x="144" y="19"/>
                  </a:cubicBezTo>
                  <a:cubicBezTo>
                    <a:pt x="142" y="18"/>
                    <a:pt x="137" y="19"/>
                    <a:pt x="135" y="17"/>
                  </a:cubicBezTo>
                  <a:cubicBezTo>
                    <a:pt x="134" y="14"/>
                    <a:pt x="132" y="12"/>
                    <a:pt x="133" y="11"/>
                  </a:cubicBezTo>
                  <a:cubicBezTo>
                    <a:pt x="134" y="9"/>
                    <a:pt x="133" y="4"/>
                    <a:pt x="131" y="2"/>
                  </a:cubicBezTo>
                  <a:cubicBezTo>
                    <a:pt x="130" y="0"/>
                    <a:pt x="124" y="0"/>
                    <a:pt x="122" y="1"/>
                  </a:cubicBezTo>
                  <a:cubicBezTo>
                    <a:pt x="120" y="2"/>
                    <a:pt x="116" y="0"/>
                    <a:pt x="115" y="1"/>
                  </a:cubicBezTo>
                  <a:cubicBezTo>
                    <a:pt x="113" y="2"/>
                    <a:pt x="112" y="4"/>
                    <a:pt x="109" y="4"/>
                  </a:cubicBezTo>
                  <a:cubicBezTo>
                    <a:pt x="108" y="4"/>
                    <a:pt x="107" y="4"/>
                    <a:pt x="106" y="3"/>
                  </a:cubicBezTo>
                  <a:cubicBezTo>
                    <a:pt x="104" y="4"/>
                    <a:pt x="99" y="4"/>
                    <a:pt x="99" y="4"/>
                  </a:cubicBezTo>
                  <a:cubicBezTo>
                    <a:pt x="99" y="4"/>
                    <a:pt x="92" y="10"/>
                    <a:pt x="92" y="12"/>
                  </a:cubicBezTo>
                  <a:cubicBezTo>
                    <a:pt x="92" y="14"/>
                    <a:pt x="92" y="17"/>
                    <a:pt x="90" y="15"/>
                  </a:cubicBezTo>
                  <a:cubicBezTo>
                    <a:pt x="89" y="14"/>
                    <a:pt x="82" y="14"/>
                    <a:pt x="80" y="15"/>
                  </a:cubicBezTo>
                  <a:cubicBezTo>
                    <a:pt x="78" y="16"/>
                    <a:pt x="76" y="11"/>
                    <a:pt x="73" y="12"/>
                  </a:cubicBezTo>
                  <a:cubicBezTo>
                    <a:pt x="70" y="14"/>
                    <a:pt x="66" y="10"/>
                    <a:pt x="65" y="12"/>
                  </a:cubicBezTo>
                  <a:cubicBezTo>
                    <a:pt x="65" y="13"/>
                    <a:pt x="61" y="12"/>
                    <a:pt x="58" y="11"/>
                  </a:cubicBezTo>
                  <a:cubicBezTo>
                    <a:pt x="55" y="9"/>
                    <a:pt x="49" y="11"/>
                    <a:pt x="47" y="9"/>
                  </a:cubicBezTo>
                  <a:cubicBezTo>
                    <a:pt x="45" y="7"/>
                    <a:pt x="32" y="7"/>
                    <a:pt x="28" y="7"/>
                  </a:cubicBezTo>
                  <a:cubicBezTo>
                    <a:pt x="24" y="7"/>
                    <a:pt x="23" y="9"/>
                    <a:pt x="21" y="11"/>
                  </a:cubicBezTo>
                  <a:cubicBezTo>
                    <a:pt x="19" y="13"/>
                    <a:pt x="17" y="12"/>
                    <a:pt x="15" y="12"/>
                  </a:cubicBezTo>
                  <a:cubicBezTo>
                    <a:pt x="15" y="14"/>
                    <a:pt x="15" y="15"/>
                    <a:pt x="16" y="16"/>
                  </a:cubicBezTo>
                  <a:cubicBezTo>
                    <a:pt x="17" y="18"/>
                    <a:pt x="21" y="25"/>
                    <a:pt x="20" y="27"/>
                  </a:cubicBezTo>
                  <a:cubicBezTo>
                    <a:pt x="19" y="29"/>
                    <a:pt x="17" y="29"/>
                    <a:pt x="15" y="31"/>
                  </a:cubicBezTo>
                  <a:cubicBezTo>
                    <a:pt x="14" y="33"/>
                    <a:pt x="5" y="41"/>
                    <a:pt x="5" y="42"/>
                  </a:cubicBezTo>
                  <a:cubicBezTo>
                    <a:pt x="4" y="43"/>
                    <a:pt x="6" y="49"/>
                    <a:pt x="5" y="50"/>
                  </a:cubicBezTo>
                  <a:cubicBezTo>
                    <a:pt x="4" y="51"/>
                    <a:pt x="0" y="56"/>
                    <a:pt x="0" y="58"/>
                  </a:cubicBezTo>
                  <a:cubicBezTo>
                    <a:pt x="0" y="60"/>
                    <a:pt x="3" y="63"/>
                    <a:pt x="5" y="63"/>
                  </a:cubicBezTo>
                  <a:cubicBezTo>
                    <a:pt x="6" y="64"/>
                    <a:pt x="6" y="64"/>
                    <a:pt x="7" y="65"/>
                  </a:cubicBezTo>
                  <a:cubicBezTo>
                    <a:pt x="8" y="64"/>
                    <a:pt x="10" y="64"/>
                    <a:pt x="11" y="64"/>
                  </a:cubicBezTo>
                  <a:cubicBezTo>
                    <a:pt x="13" y="64"/>
                    <a:pt x="20" y="66"/>
                    <a:pt x="22" y="66"/>
                  </a:cubicBezTo>
                  <a:cubicBezTo>
                    <a:pt x="25" y="66"/>
                    <a:pt x="28" y="67"/>
                    <a:pt x="29" y="68"/>
                  </a:cubicBezTo>
                  <a:cubicBezTo>
                    <a:pt x="30" y="69"/>
                    <a:pt x="32" y="69"/>
                    <a:pt x="34" y="67"/>
                  </a:cubicBezTo>
                  <a:cubicBezTo>
                    <a:pt x="36" y="65"/>
                    <a:pt x="38" y="66"/>
                    <a:pt x="40" y="66"/>
                  </a:cubicBezTo>
                  <a:cubicBezTo>
                    <a:pt x="42" y="66"/>
                    <a:pt x="45" y="65"/>
                    <a:pt x="46" y="63"/>
                  </a:cubicBezTo>
                  <a:cubicBezTo>
                    <a:pt x="47" y="61"/>
                    <a:pt x="57" y="59"/>
                    <a:pt x="60" y="58"/>
                  </a:cubicBezTo>
                  <a:cubicBezTo>
                    <a:pt x="62" y="58"/>
                    <a:pt x="66" y="63"/>
                    <a:pt x="69" y="63"/>
                  </a:cubicBezTo>
                  <a:cubicBezTo>
                    <a:pt x="71" y="63"/>
                    <a:pt x="75" y="65"/>
                    <a:pt x="77" y="69"/>
                  </a:cubicBezTo>
                  <a:cubicBezTo>
                    <a:pt x="78" y="74"/>
                    <a:pt x="82" y="79"/>
                    <a:pt x="84" y="81"/>
                  </a:cubicBezTo>
                  <a:cubicBezTo>
                    <a:pt x="85" y="82"/>
                    <a:pt x="86" y="87"/>
                    <a:pt x="86" y="88"/>
                  </a:cubicBezTo>
                  <a:cubicBezTo>
                    <a:pt x="86" y="89"/>
                    <a:pt x="83" y="88"/>
                    <a:pt x="79" y="87"/>
                  </a:cubicBezTo>
                  <a:cubicBezTo>
                    <a:pt x="75" y="86"/>
                    <a:pt x="74" y="90"/>
                    <a:pt x="74" y="92"/>
                  </a:cubicBezTo>
                  <a:cubicBezTo>
                    <a:pt x="74" y="94"/>
                    <a:pt x="69" y="101"/>
                    <a:pt x="68" y="102"/>
                  </a:cubicBezTo>
                  <a:cubicBezTo>
                    <a:pt x="67" y="103"/>
                    <a:pt x="70" y="104"/>
                    <a:pt x="72" y="105"/>
                  </a:cubicBezTo>
                  <a:cubicBezTo>
                    <a:pt x="73" y="105"/>
                    <a:pt x="77" y="102"/>
                    <a:pt x="78" y="102"/>
                  </a:cubicBezTo>
                  <a:cubicBezTo>
                    <a:pt x="79" y="102"/>
                    <a:pt x="81" y="103"/>
                    <a:pt x="82" y="105"/>
                  </a:cubicBezTo>
                  <a:cubicBezTo>
                    <a:pt x="82" y="99"/>
                    <a:pt x="83" y="100"/>
                    <a:pt x="88" y="96"/>
                  </a:cubicBezTo>
                  <a:cubicBezTo>
                    <a:pt x="93" y="93"/>
                    <a:pt x="93" y="86"/>
                    <a:pt x="97" y="85"/>
                  </a:cubicBezTo>
                  <a:cubicBezTo>
                    <a:pt x="102" y="84"/>
                    <a:pt x="104" y="82"/>
                    <a:pt x="110" y="83"/>
                  </a:cubicBezTo>
                  <a:cubicBezTo>
                    <a:pt x="116" y="84"/>
                    <a:pt x="107" y="88"/>
                    <a:pt x="111" y="90"/>
                  </a:cubicBezTo>
                  <a:cubicBezTo>
                    <a:pt x="115" y="93"/>
                    <a:pt x="129" y="90"/>
                    <a:pt x="129" y="93"/>
                  </a:cubicBezTo>
                  <a:cubicBezTo>
                    <a:pt x="130" y="96"/>
                    <a:pt x="114" y="100"/>
                    <a:pt x="114" y="101"/>
                  </a:cubicBezTo>
                  <a:cubicBezTo>
                    <a:pt x="115" y="103"/>
                    <a:pt x="123" y="105"/>
                    <a:pt x="126" y="107"/>
                  </a:cubicBezTo>
                  <a:cubicBezTo>
                    <a:pt x="129" y="108"/>
                    <a:pt x="125" y="114"/>
                    <a:pt x="126" y="115"/>
                  </a:cubicBezTo>
                  <a:cubicBezTo>
                    <a:pt x="128" y="117"/>
                    <a:pt x="132" y="116"/>
                    <a:pt x="135" y="113"/>
                  </a:cubicBezTo>
                  <a:cubicBezTo>
                    <a:pt x="139" y="111"/>
                    <a:pt x="142" y="111"/>
                    <a:pt x="146" y="108"/>
                  </a:cubicBezTo>
                  <a:cubicBezTo>
                    <a:pt x="151" y="105"/>
                    <a:pt x="160" y="108"/>
                    <a:pt x="161" y="106"/>
                  </a:cubicBezTo>
                  <a:cubicBezTo>
                    <a:pt x="162" y="104"/>
                    <a:pt x="159" y="103"/>
                    <a:pt x="150" y="103"/>
                  </a:cubicBezTo>
                  <a:cubicBezTo>
                    <a:pt x="141" y="104"/>
                    <a:pt x="141" y="96"/>
                    <a:pt x="141" y="94"/>
                  </a:cubicBezTo>
                  <a:cubicBezTo>
                    <a:pt x="141" y="92"/>
                    <a:pt x="150" y="86"/>
                    <a:pt x="155" y="85"/>
                  </a:cubicBezTo>
                  <a:cubicBezTo>
                    <a:pt x="160" y="85"/>
                    <a:pt x="164" y="83"/>
                    <a:pt x="169" y="81"/>
                  </a:cubicBezTo>
                  <a:cubicBezTo>
                    <a:pt x="171" y="80"/>
                    <a:pt x="175" y="79"/>
                    <a:pt x="178" y="78"/>
                  </a:cubicBezTo>
                  <a:cubicBezTo>
                    <a:pt x="178" y="76"/>
                    <a:pt x="177" y="73"/>
                    <a:pt x="179" y="73"/>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7" name="Freeform 83"/>
            <p:cNvSpPr>
              <a:spLocks noChangeArrowheads="1"/>
            </p:cNvSpPr>
            <p:nvPr/>
          </p:nvSpPr>
          <p:spPr bwMode="auto">
            <a:xfrm>
              <a:off x="4140214" y="1098551"/>
              <a:ext cx="203201" cy="146050"/>
            </a:xfrm>
            <a:custGeom>
              <a:avLst/>
              <a:gdLst>
                <a:gd name="T0" fmla="*/ 99 w 106"/>
                <a:gd name="T1" fmla="*/ 38 h 77"/>
                <a:gd name="T2" fmla="*/ 93 w 106"/>
                <a:gd name="T3" fmla="*/ 32 h 77"/>
                <a:gd name="T4" fmla="*/ 88 w 106"/>
                <a:gd name="T5" fmla="*/ 25 h 77"/>
                <a:gd name="T6" fmla="*/ 86 w 106"/>
                <a:gd name="T7" fmla="*/ 17 h 77"/>
                <a:gd name="T8" fmla="*/ 85 w 106"/>
                <a:gd name="T9" fmla="*/ 9 h 77"/>
                <a:gd name="T10" fmla="*/ 75 w 106"/>
                <a:gd name="T11" fmla="*/ 6 h 77"/>
                <a:gd name="T12" fmla="*/ 69 w 106"/>
                <a:gd name="T13" fmla="*/ 6 h 77"/>
                <a:gd name="T14" fmla="*/ 63 w 106"/>
                <a:gd name="T15" fmla="*/ 3 h 77"/>
                <a:gd name="T16" fmla="*/ 57 w 106"/>
                <a:gd name="T17" fmla="*/ 1 h 77"/>
                <a:gd name="T18" fmla="*/ 57 w 106"/>
                <a:gd name="T19" fmla="*/ 0 h 77"/>
                <a:gd name="T20" fmla="*/ 53 w 106"/>
                <a:gd name="T21" fmla="*/ 2 h 77"/>
                <a:gd name="T22" fmla="*/ 49 w 106"/>
                <a:gd name="T23" fmla="*/ 6 h 77"/>
                <a:gd name="T24" fmla="*/ 41 w 106"/>
                <a:gd name="T25" fmla="*/ 7 h 77"/>
                <a:gd name="T26" fmla="*/ 38 w 106"/>
                <a:gd name="T27" fmla="*/ 13 h 77"/>
                <a:gd name="T28" fmla="*/ 37 w 106"/>
                <a:gd name="T29" fmla="*/ 17 h 77"/>
                <a:gd name="T30" fmla="*/ 33 w 106"/>
                <a:gd name="T31" fmla="*/ 20 h 77"/>
                <a:gd name="T32" fmla="*/ 27 w 106"/>
                <a:gd name="T33" fmla="*/ 26 h 77"/>
                <a:gd name="T34" fmla="*/ 26 w 106"/>
                <a:gd name="T35" fmla="*/ 31 h 77"/>
                <a:gd name="T36" fmla="*/ 18 w 106"/>
                <a:gd name="T37" fmla="*/ 33 h 77"/>
                <a:gd name="T38" fmla="*/ 13 w 106"/>
                <a:gd name="T39" fmla="*/ 36 h 77"/>
                <a:gd name="T40" fmla="*/ 4 w 106"/>
                <a:gd name="T41" fmla="*/ 35 h 77"/>
                <a:gd name="T42" fmla="*/ 4 w 106"/>
                <a:gd name="T43" fmla="*/ 36 h 77"/>
                <a:gd name="T44" fmla="*/ 6 w 106"/>
                <a:gd name="T45" fmla="*/ 45 h 77"/>
                <a:gd name="T46" fmla="*/ 7 w 106"/>
                <a:gd name="T47" fmla="*/ 55 h 77"/>
                <a:gd name="T48" fmla="*/ 0 w 106"/>
                <a:gd name="T49" fmla="*/ 60 h 77"/>
                <a:gd name="T50" fmla="*/ 4 w 106"/>
                <a:gd name="T51" fmla="*/ 66 h 77"/>
                <a:gd name="T52" fmla="*/ 4 w 106"/>
                <a:gd name="T53" fmla="*/ 72 h 77"/>
                <a:gd name="T54" fmla="*/ 10 w 106"/>
                <a:gd name="T55" fmla="*/ 71 h 77"/>
                <a:gd name="T56" fmla="*/ 17 w 106"/>
                <a:gd name="T57" fmla="*/ 67 h 77"/>
                <a:gd name="T58" fmla="*/ 36 w 106"/>
                <a:gd name="T59" fmla="*/ 69 h 77"/>
                <a:gd name="T60" fmla="*/ 47 w 106"/>
                <a:gd name="T61" fmla="*/ 71 h 77"/>
                <a:gd name="T62" fmla="*/ 54 w 106"/>
                <a:gd name="T63" fmla="*/ 72 h 77"/>
                <a:gd name="T64" fmla="*/ 62 w 106"/>
                <a:gd name="T65" fmla="*/ 72 h 77"/>
                <a:gd name="T66" fmla="*/ 69 w 106"/>
                <a:gd name="T67" fmla="*/ 75 h 77"/>
                <a:gd name="T68" fmla="*/ 79 w 106"/>
                <a:gd name="T69" fmla="*/ 75 h 77"/>
                <a:gd name="T70" fmla="*/ 81 w 106"/>
                <a:gd name="T71" fmla="*/ 72 h 77"/>
                <a:gd name="T72" fmla="*/ 88 w 106"/>
                <a:gd name="T73" fmla="*/ 64 h 77"/>
                <a:gd name="T74" fmla="*/ 95 w 106"/>
                <a:gd name="T75" fmla="*/ 63 h 77"/>
                <a:gd name="T76" fmla="*/ 94 w 106"/>
                <a:gd name="T77" fmla="*/ 58 h 77"/>
                <a:gd name="T78" fmla="*/ 92 w 106"/>
                <a:gd name="T79" fmla="*/ 48 h 77"/>
                <a:gd name="T80" fmla="*/ 100 w 106"/>
                <a:gd name="T81" fmla="*/ 49 h 77"/>
                <a:gd name="T82" fmla="*/ 106 w 106"/>
                <a:gd name="T83" fmla="*/ 44 h 77"/>
                <a:gd name="T84" fmla="*/ 99 w 106"/>
                <a:gd name="T85" fmla="*/ 38 h 7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6"/>
                <a:gd name="T130" fmla="*/ 0 h 77"/>
                <a:gd name="T131" fmla="*/ 106 w 106"/>
                <a:gd name="T132" fmla="*/ 77 h 7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6" h="77">
                  <a:moveTo>
                    <a:pt x="99" y="38"/>
                  </a:moveTo>
                  <a:cubicBezTo>
                    <a:pt x="97" y="37"/>
                    <a:pt x="96" y="33"/>
                    <a:pt x="93" y="32"/>
                  </a:cubicBezTo>
                  <a:cubicBezTo>
                    <a:pt x="90" y="30"/>
                    <a:pt x="90" y="26"/>
                    <a:pt x="88" y="25"/>
                  </a:cubicBezTo>
                  <a:cubicBezTo>
                    <a:pt x="85" y="23"/>
                    <a:pt x="87" y="19"/>
                    <a:pt x="86" y="17"/>
                  </a:cubicBezTo>
                  <a:cubicBezTo>
                    <a:pt x="86" y="14"/>
                    <a:pt x="87" y="10"/>
                    <a:pt x="85" y="9"/>
                  </a:cubicBezTo>
                  <a:cubicBezTo>
                    <a:pt x="84" y="8"/>
                    <a:pt x="78" y="5"/>
                    <a:pt x="75" y="6"/>
                  </a:cubicBezTo>
                  <a:cubicBezTo>
                    <a:pt x="72" y="7"/>
                    <a:pt x="70" y="8"/>
                    <a:pt x="69" y="6"/>
                  </a:cubicBezTo>
                  <a:cubicBezTo>
                    <a:pt x="68" y="4"/>
                    <a:pt x="66" y="2"/>
                    <a:pt x="63" y="3"/>
                  </a:cubicBezTo>
                  <a:cubicBezTo>
                    <a:pt x="60" y="4"/>
                    <a:pt x="59" y="3"/>
                    <a:pt x="57" y="1"/>
                  </a:cubicBezTo>
                  <a:cubicBezTo>
                    <a:pt x="57" y="1"/>
                    <a:pt x="57" y="1"/>
                    <a:pt x="57" y="0"/>
                  </a:cubicBezTo>
                  <a:cubicBezTo>
                    <a:pt x="55" y="1"/>
                    <a:pt x="54" y="1"/>
                    <a:pt x="53" y="2"/>
                  </a:cubicBezTo>
                  <a:cubicBezTo>
                    <a:pt x="51" y="3"/>
                    <a:pt x="51" y="6"/>
                    <a:pt x="49" y="6"/>
                  </a:cubicBezTo>
                  <a:cubicBezTo>
                    <a:pt x="46" y="6"/>
                    <a:pt x="44" y="5"/>
                    <a:pt x="41" y="7"/>
                  </a:cubicBezTo>
                  <a:cubicBezTo>
                    <a:pt x="38" y="9"/>
                    <a:pt x="38" y="11"/>
                    <a:pt x="38" y="13"/>
                  </a:cubicBezTo>
                  <a:cubicBezTo>
                    <a:pt x="38" y="15"/>
                    <a:pt x="39" y="17"/>
                    <a:pt x="37" y="17"/>
                  </a:cubicBezTo>
                  <a:cubicBezTo>
                    <a:pt x="35" y="17"/>
                    <a:pt x="35" y="20"/>
                    <a:pt x="33" y="20"/>
                  </a:cubicBezTo>
                  <a:cubicBezTo>
                    <a:pt x="31" y="21"/>
                    <a:pt x="28" y="24"/>
                    <a:pt x="27" y="26"/>
                  </a:cubicBezTo>
                  <a:cubicBezTo>
                    <a:pt x="27" y="27"/>
                    <a:pt x="27" y="31"/>
                    <a:pt x="26" y="31"/>
                  </a:cubicBezTo>
                  <a:cubicBezTo>
                    <a:pt x="24" y="31"/>
                    <a:pt x="20" y="32"/>
                    <a:pt x="18" y="33"/>
                  </a:cubicBezTo>
                  <a:cubicBezTo>
                    <a:pt x="17" y="35"/>
                    <a:pt x="15" y="37"/>
                    <a:pt x="13" y="36"/>
                  </a:cubicBezTo>
                  <a:cubicBezTo>
                    <a:pt x="11" y="36"/>
                    <a:pt x="8" y="35"/>
                    <a:pt x="4" y="35"/>
                  </a:cubicBezTo>
                  <a:cubicBezTo>
                    <a:pt x="4" y="36"/>
                    <a:pt x="4" y="36"/>
                    <a:pt x="4" y="36"/>
                  </a:cubicBezTo>
                  <a:cubicBezTo>
                    <a:pt x="3" y="40"/>
                    <a:pt x="4" y="43"/>
                    <a:pt x="6" y="45"/>
                  </a:cubicBezTo>
                  <a:cubicBezTo>
                    <a:pt x="8" y="47"/>
                    <a:pt x="9" y="54"/>
                    <a:pt x="7" y="55"/>
                  </a:cubicBezTo>
                  <a:cubicBezTo>
                    <a:pt x="4" y="56"/>
                    <a:pt x="0" y="59"/>
                    <a:pt x="0" y="60"/>
                  </a:cubicBezTo>
                  <a:cubicBezTo>
                    <a:pt x="0" y="62"/>
                    <a:pt x="5" y="64"/>
                    <a:pt x="4" y="66"/>
                  </a:cubicBezTo>
                  <a:cubicBezTo>
                    <a:pt x="3" y="67"/>
                    <a:pt x="3" y="70"/>
                    <a:pt x="4" y="72"/>
                  </a:cubicBezTo>
                  <a:cubicBezTo>
                    <a:pt x="6" y="72"/>
                    <a:pt x="8" y="73"/>
                    <a:pt x="10" y="71"/>
                  </a:cubicBezTo>
                  <a:cubicBezTo>
                    <a:pt x="12" y="69"/>
                    <a:pt x="13" y="67"/>
                    <a:pt x="17" y="67"/>
                  </a:cubicBezTo>
                  <a:cubicBezTo>
                    <a:pt x="21" y="67"/>
                    <a:pt x="34" y="67"/>
                    <a:pt x="36" y="69"/>
                  </a:cubicBezTo>
                  <a:cubicBezTo>
                    <a:pt x="38" y="71"/>
                    <a:pt x="44" y="69"/>
                    <a:pt x="47" y="71"/>
                  </a:cubicBezTo>
                  <a:cubicBezTo>
                    <a:pt x="50" y="72"/>
                    <a:pt x="54" y="73"/>
                    <a:pt x="54" y="72"/>
                  </a:cubicBezTo>
                  <a:cubicBezTo>
                    <a:pt x="55" y="70"/>
                    <a:pt x="59" y="74"/>
                    <a:pt x="62" y="72"/>
                  </a:cubicBezTo>
                  <a:cubicBezTo>
                    <a:pt x="65" y="71"/>
                    <a:pt x="67" y="76"/>
                    <a:pt x="69" y="75"/>
                  </a:cubicBezTo>
                  <a:cubicBezTo>
                    <a:pt x="71" y="74"/>
                    <a:pt x="78" y="74"/>
                    <a:pt x="79" y="75"/>
                  </a:cubicBezTo>
                  <a:cubicBezTo>
                    <a:pt x="81" y="77"/>
                    <a:pt x="81" y="74"/>
                    <a:pt x="81" y="72"/>
                  </a:cubicBezTo>
                  <a:cubicBezTo>
                    <a:pt x="81" y="70"/>
                    <a:pt x="88" y="64"/>
                    <a:pt x="88" y="64"/>
                  </a:cubicBezTo>
                  <a:cubicBezTo>
                    <a:pt x="88" y="64"/>
                    <a:pt x="93" y="64"/>
                    <a:pt x="95" y="63"/>
                  </a:cubicBezTo>
                  <a:cubicBezTo>
                    <a:pt x="95" y="62"/>
                    <a:pt x="94" y="60"/>
                    <a:pt x="94" y="58"/>
                  </a:cubicBezTo>
                  <a:cubicBezTo>
                    <a:pt x="92" y="53"/>
                    <a:pt x="90" y="49"/>
                    <a:pt x="92" y="48"/>
                  </a:cubicBezTo>
                  <a:cubicBezTo>
                    <a:pt x="93" y="46"/>
                    <a:pt x="98" y="50"/>
                    <a:pt x="100" y="49"/>
                  </a:cubicBezTo>
                  <a:cubicBezTo>
                    <a:pt x="102" y="48"/>
                    <a:pt x="106" y="46"/>
                    <a:pt x="106" y="44"/>
                  </a:cubicBezTo>
                  <a:cubicBezTo>
                    <a:pt x="105" y="41"/>
                    <a:pt x="101" y="38"/>
                    <a:pt x="99" y="38"/>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8" name="Freeform 84"/>
            <p:cNvSpPr>
              <a:spLocks noChangeArrowheads="1"/>
            </p:cNvSpPr>
            <p:nvPr/>
          </p:nvSpPr>
          <p:spPr bwMode="auto">
            <a:xfrm>
              <a:off x="4089414" y="1041401"/>
              <a:ext cx="160339" cy="74613"/>
            </a:xfrm>
            <a:custGeom>
              <a:avLst/>
              <a:gdLst>
                <a:gd name="T0" fmla="*/ 29 w 84"/>
                <a:gd name="T1" fmla="*/ 27 h 39"/>
                <a:gd name="T2" fmla="*/ 43 w 84"/>
                <a:gd name="T3" fmla="*/ 27 h 39"/>
                <a:gd name="T4" fmla="*/ 49 w 84"/>
                <a:gd name="T5" fmla="*/ 30 h 39"/>
                <a:gd name="T6" fmla="*/ 60 w 84"/>
                <a:gd name="T7" fmla="*/ 36 h 39"/>
                <a:gd name="T8" fmla="*/ 66 w 84"/>
                <a:gd name="T9" fmla="*/ 39 h 39"/>
                <a:gd name="T10" fmla="*/ 68 w 84"/>
                <a:gd name="T11" fmla="*/ 37 h 39"/>
                <a:gd name="T12" fmla="*/ 76 w 84"/>
                <a:gd name="T13" fmla="*/ 36 h 39"/>
                <a:gd name="T14" fmla="*/ 80 w 84"/>
                <a:gd name="T15" fmla="*/ 32 h 39"/>
                <a:gd name="T16" fmla="*/ 84 w 84"/>
                <a:gd name="T17" fmla="*/ 30 h 39"/>
                <a:gd name="T18" fmla="*/ 81 w 84"/>
                <a:gd name="T19" fmla="*/ 24 h 39"/>
                <a:gd name="T20" fmla="*/ 78 w 84"/>
                <a:gd name="T21" fmla="*/ 17 h 39"/>
                <a:gd name="T22" fmla="*/ 76 w 84"/>
                <a:gd name="T23" fmla="*/ 11 h 39"/>
                <a:gd name="T24" fmla="*/ 74 w 84"/>
                <a:gd name="T25" fmla="*/ 8 h 39"/>
                <a:gd name="T26" fmla="*/ 64 w 84"/>
                <a:gd name="T27" fmla="*/ 7 h 39"/>
                <a:gd name="T28" fmla="*/ 52 w 84"/>
                <a:gd name="T29" fmla="*/ 1 h 39"/>
                <a:gd name="T30" fmla="*/ 40 w 84"/>
                <a:gd name="T31" fmla="*/ 1 h 39"/>
                <a:gd name="T32" fmla="*/ 39 w 84"/>
                <a:gd name="T33" fmla="*/ 12 h 39"/>
                <a:gd name="T34" fmla="*/ 30 w 84"/>
                <a:gd name="T35" fmla="*/ 16 h 39"/>
                <a:gd name="T36" fmla="*/ 20 w 84"/>
                <a:gd name="T37" fmla="*/ 5 h 39"/>
                <a:gd name="T38" fmla="*/ 9 w 84"/>
                <a:gd name="T39" fmla="*/ 10 h 39"/>
                <a:gd name="T40" fmla="*/ 5 w 84"/>
                <a:gd name="T41" fmla="*/ 19 h 39"/>
                <a:gd name="T42" fmla="*/ 3 w 84"/>
                <a:gd name="T43" fmla="*/ 29 h 39"/>
                <a:gd name="T44" fmla="*/ 3 w 84"/>
                <a:gd name="T45" fmla="*/ 30 h 39"/>
                <a:gd name="T46" fmla="*/ 12 w 84"/>
                <a:gd name="T47" fmla="*/ 27 h 39"/>
                <a:gd name="T48" fmla="*/ 29 w 84"/>
                <a:gd name="T49" fmla="*/ 27 h 3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4"/>
                <a:gd name="T76" fmla="*/ 0 h 39"/>
                <a:gd name="T77" fmla="*/ 84 w 84"/>
                <a:gd name="T78" fmla="*/ 39 h 3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4" h="39">
                  <a:moveTo>
                    <a:pt x="29" y="27"/>
                  </a:moveTo>
                  <a:cubicBezTo>
                    <a:pt x="32" y="27"/>
                    <a:pt x="39" y="29"/>
                    <a:pt x="43" y="27"/>
                  </a:cubicBezTo>
                  <a:cubicBezTo>
                    <a:pt x="47" y="26"/>
                    <a:pt x="47" y="31"/>
                    <a:pt x="49" y="30"/>
                  </a:cubicBezTo>
                  <a:cubicBezTo>
                    <a:pt x="52" y="29"/>
                    <a:pt x="57" y="33"/>
                    <a:pt x="60" y="36"/>
                  </a:cubicBezTo>
                  <a:cubicBezTo>
                    <a:pt x="62" y="37"/>
                    <a:pt x="64" y="38"/>
                    <a:pt x="66" y="39"/>
                  </a:cubicBezTo>
                  <a:cubicBezTo>
                    <a:pt x="66" y="38"/>
                    <a:pt x="67" y="38"/>
                    <a:pt x="68" y="37"/>
                  </a:cubicBezTo>
                  <a:cubicBezTo>
                    <a:pt x="71" y="35"/>
                    <a:pt x="73" y="36"/>
                    <a:pt x="76" y="36"/>
                  </a:cubicBezTo>
                  <a:cubicBezTo>
                    <a:pt x="78" y="36"/>
                    <a:pt x="78" y="33"/>
                    <a:pt x="80" y="32"/>
                  </a:cubicBezTo>
                  <a:cubicBezTo>
                    <a:pt x="81" y="31"/>
                    <a:pt x="82" y="31"/>
                    <a:pt x="84" y="30"/>
                  </a:cubicBezTo>
                  <a:cubicBezTo>
                    <a:pt x="83" y="29"/>
                    <a:pt x="83" y="25"/>
                    <a:pt x="81" y="24"/>
                  </a:cubicBezTo>
                  <a:cubicBezTo>
                    <a:pt x="79" y="22"/>
                    <a:pt x="77" y="19"/>
                    <a:pt x="78" y="17"/>
                  </a:cubicBezTo>
                  <a:cubicBezTo>
                    <a:pt x="78" y="15"/>
                    <a:pt x="78" y="13"/>
                    <a:pt x="76" y="11"/>
                  </a:cubicBezTo>
                  <a:cubicBezTo>
                    <a:pt x="75" y="10"/>
                    <a:pt x="75" y="9"/>
                    <a:pt x="74" y="8"/>
                  </a:cubicBezTo>
                  <a:cubicBezTo>
                    <a:pt x="70" y="7"/>
                    <a:pt x="65" y="7"/>
                    <a:pt x="64" y="7"/>
                  </a:cubicBezTo>
                  <a:cubicBezTo>
                    <a:pt x="62" y="8"/>
                    <a:pt x="54" y="2"/>
                    <a:pt x="52" y="1"/>
                  </a:cubicBezTo>
                  <a:cubicBezTo>
                    <a:pt x="51" y="0"/>
                    <a:pt x="46" y="0"/>
                    <a:pt x="40" y="1"/>
                  </a:cubicBezTo>
                  <a:cubicBezTo>
                    <a:pt x="37" y="4"/>
                    <a:pt x="39" y="7"/>
                    <a:pt x="39" y="12"/>
                  </a:cubicBezTo>
                  <a:cubicBezTo>
                    <a:pt x="39" y="17"/>
                    <a:pt x="33" y="16"/>
                    <a:pt x="30" y="16"/>
                  </a:cubicBezTo>
                  <a:cubicBezTo>
                    <a:pt x="27" y="16"/>
                    <a:pt x="22" y="7"/>
                    <a:pt x="20" y="5"/>
                  </a:cubicBezTo>
                  <a:cubicBezTo>
                    <a:pt x="18" y="2"/>
                    <a:pt x="13" y="7"/>
                    <a:pt x="9" y="10"/>
                  </a:cubicBezTo>
                  <a:cubicBezTo>
                    <a:pt x="5" y="12"/>
                    <a:pt x="7" y="16"/>
                    <a:pt x="5" y="19"/>
                  </a:cubicBezTo>
                  <a:cubicBezTo>
                    <a:pt x="2" y="21"/>
                    <a:pt x="0" y="24"/>
                    <a:pt x="3" y="29"/>
                  </a:cubicBezTo>
                  <a:cubicBezTo>
                    <a:pt x="3" y="29"/>
                    <a:pt x="3" y="30"/>
                    <a:pt x="3" y="30"/>
                  </a:cubicBezTo>
                  <a:cubicBezTo>
                    <a:pt x="7" y="30"/>
                    <a:pt x="10" y="29"/>
                    <a:pt x="12" y="27"/>
                  </a:cubicBezTo>
                  <a:cubicBezTo>
                    <a:pt x="16" y="25"/>
                    <a:pt x="25" y="27"/>
                    <a:pt x="29" y="27"/>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9" name="Freeform 85"/>
            <p:cNvSpPr>
              <a:spLocks noChangeArrowheads="1"/>
            </p:cNvSpPr>
            <p:nvPr/>
          </p:nvSpPr>
          <p:spPr bwMode="auto">
            <a:xfrm>
              <a:off x="4089414" y="1089026"/>
              <a:ext cx="125413" cy="79375"/>
            </a:xfrm>
            <a:custGeom>
              <a:avLst/>
              <a:gdLst>
                <a:gd name="T0" fmla="*/ 10 w 66"/>
                <a:gd name="T1" fmla="*/ 21 h 42"/>
                <a:gd name="T2" fmla="*/ 16 w 66"/>
                <a:gd name="T3" fmla="*/ 23 h 42"/>
                <a:gd name="T4" fmla="*/ 23 w 66"/>
                <a:gd name="T5" fmla="*/ 27 h 42"/>
                <a:gd name="T6" fmla="*/ 23 w 66"/>
                <a:gd name="T7" fmla="*/ 35 h 42"/>
                <a:gd name="T8" fmla="*/ 31 w 66"/>
                <a:gd name="T9" fmla="*/ 40 h 42"/>
                <a:gd name="T10" fmla="*/ 40 w 66"/>
                <a:gd name="T11" fmla="*/ 41 h 42"/>
                <a:gd name="T12" fmla="*/ 45 w 66"/>
                <a:gd name="T13" fmla="*/ 38 h 42"/>
                <a:gd name="T14" fmla="*/ 53 w 66"/>
                <a:gd name="T15" fmla="*/ 36 h 42"/>
                <a:gd name="T16" fmla="*/ 54 w 66"/>
                <a:gd name="T17" fmla="*/ 31 h 42"/>
                <a:gd name="T18" fmla="*/ 60 w 66"/>
                <a:gd name="T19" fmla="*/ 25 h 42"/>
                <a:gd name="T20" fmla="*/ 64 w 66"/>
                <a:gd name="T21" fmla="*/ 22 h 42"/>
                <a:gd name="T22" fmla="*/ 65 w 66"/>
                <a:gd name="T23" fmla="*/ 18 h 42"/>
                <a:gd name="T24" fmla="*/ 66 w 66"/>
                <a:gd name="T25" fmla="*/ 14 h 42"/>
                <a:gd name="T26" fmla="*/ 60 w 66"/>
                <a:gd name="T27" fmla="*/ 11 h 42"/>
                <a:gd name="T28" fmla="*/ 49 w 66"/>
                <a:gd name="T29" fmla="*/ 5 h 42"/>
                <a:gd name="T30" fmla="*/ 43 w 66"/>
                <a:gd name="T31" fmla="*/ 2 h 42"/>
                <a:gd name="T32" fmla="*/ 29 w 66"/>
                <a:gd name="T33" fmla="*/ 2 h 42"/>
                <a:gd name="T34" fmla="*/ 12 w 66"/>
                <a:gd name="T35" fmla="*/ 2 h 42"/>
                <a:gd name="T36" fmla="*/ 3 w 66"/>
                <a:gd name="T37" fmla="*/ 5 h 42"/>
                <a:gd name="T38" fmla="*/ 2 w 66"/>
                <a:gd name="T39" fmla="*/ 17 h 42"/>
                <a:gd name="T40" fmla="*/ 3 w 66"/>
                <a:gd name="T41" fmla="*/ 20 h 42"/>
                <a:gd name="T42" fmla="*/ 10 w 66"/>
                <a:gd name="T43" fmla="*/ 21 h 4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6"/>
                <a:gd name="T67" fmla="*/ 0 h 42"/>
                <a:gd name="T68" fmla="*/ 66 w 66"/>
                <a:gd name="T69" fmla="*/ 42 h 4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6" h="42">
                  <a:moveTo>
                    <a:pt x="10" y="21"/>
                  </a:moveTo>
                  <a:cubicBezTo>
                    <a:pt x="11" y="23"/>
                    <a:pt x="15" y="24"/>
                    <a:pt x="16" y="23"/>
                  </a:cubicBezTo>
                  <a:cubicBezTo>
                    <a:pt x="18" y="23"/>
                    <a:pt x="23" y="25"/>
                    <a:pt x="23" y="27"/>
                  </a:cubicBezTo>
                  <a:cubicBezTo>
                    <a:pt x="23" y="29"/>
                    <a:pt x="21" y="35"/>
                    <a:pt x="23" y="35"/>
                  </a:cubicBezTo>
                  <a:cubicBezTo>
                    <a:pt x="24" y="35"/>
                    <a:pt x="31" y="37"/>
                    <a:pt x="31" y="40"/>
                  </a:cubicBezTo>
                  <a:cubicBezTo>
                    <a:pt x="35" y="40"/>
                    <a:pt x="38" y="41"/>
                    <a:pt x="40" y="41"/>
                  </a:cubicBezTo>
                  <a:cubicBezTo>
                    <a:pt x="42" y="42"/>
                    <a:pt x="44" y="40"/>
                    <a:pt x="45" y="38"/>
                  </a:cubicBezTo>
                  <a:cubicBezTo>
                    <a:pt x="47" y="37"/>
                    <a:pt x="51" y="36"/>
                    <a:pt x="53" y="36"/>
                  </a:cubicBezTo>
                  <a:cubicBezTo>
                    <a:pt x="54" y="36"/>
                    <a:pt x="54" y="32"/>
                    <a:pt x="54" y="31"/>
                  </a:cubicBezTo>
                  <a:cubicBezTo>
                    <a:pt x="55" y="29"/>
                    <a:pt x="58" y="26"/>
                    <a:pt x="60" y="25"/>
                  </a:cubicBezTo>
                  <a:cubicBezTo>
                    <a:pt x="62" y="25"/>
                    <a:pt x="62" y="22"/>
                    <a:pt x="64" y="22"/>
                  </a:cubicBezTo>
                  <a:cubicBezTo>
                    <a:pt x="66" y="22"/>
                    <a:pt x="65" y="20"/>
                    <a:pt x="65" y="18"/>
                  </a:cubicBezTo>
                  <a:cubicBezTo>
                    <a:pt x="65" y="17"/>
                    <a:pt x="65" y="16"/>
                    <a:pt x="66" y="14"/>
                  </a:cubicBezTo>
                  <a:cubicBezTo>
                    <a:pt x="64" y="13"/>
                    <a:pt x="62" y="12"/>
                    <a:pt x="60" y="11"/>
                  </a:cubicBezTo>
                  <a:cubicBezTo>
                    <a:pt x="57" y="8"/>
                    <a:pt x="52" y="4"/>
                    <a:pt x="49" y="5"/>
                  </a:cubicBezTo>
                  <a:cubicBezTo>
                    <a:pt x="47" y="6"/>
                    <a:pt x="47" y="1"/>
                    <a:pt x="43" y="2"/>
                  </a:cubicBezTo>
                  <a:cubicBezTo>
                    <a:pt x="39" y="4"/>
                    <a:pt x="32" y="2"/>
                    <a:pt x="29" y="2"/>
                  </a:cubicBezTo>
                  <a:cubicBezTo>
                    <a:pt x="25" y="2"/>
                    <a:pt x="16" y="0"/>
                    <a:pt x="12" y="2"/>
                  </a:cubicBezTo>
                  <a:cubicBezTo>
                    <a:pt x="10" y="4"/>
                    <a:pt x="7" y="5"/>
                    <a:pt x="3" y="5"/>
                  </a:cubicBezTo>
                  <a:cubicBezTo>
                    <a:pt x="6" y="9"/>
                    <a:pt x="5" y="14"/>
                    <a:pt x="2" y="17"/>
                  </a:cubicBezTo>
                  <a:cubicBezTo>
                    <a:pt x="0" y="19"/>
                    <a:pt x="1" y="19"/>
                    <a:pt x="3" y="20"/>
                  </a:cubicBezTo>
                  <a:cubicBezTo>
                    <a:pt x="5" y="20"/>
                    <a:pt x="9" y="19"/>
                    <a:pt x="10" y="21"/>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0" name="Freeform 86"/>
            <p:cNvSpPr>
              <a:spLocks noChangeArrowheads="1"/>
            </p:cNvSpPr>
            <p:nvPr/>
          </p:nvSpPr>
          <p:spPr bwMode="auto">
            <a:xfrm>
              <a:off x="3781437" y="1346201"/>
              <a:ext cx="96838" cy="55564"/>
            </a:xfrm>
            <a:custGeom>
              <a:avLst/>
              <a:gdLst>
                <a:gd name="T0" fmla="*/ 46 w 51"/>
                <a:gd name="T1" fmla="*/ 12 h 29"/>
                <a:gd name="T2" fmla="*/ 40 w 51"/>
                <a:gd name="T3" fmla="*/ 9 h 29"/>
                <a:gd name="T4" fmla="*/ 40 w 51"/>
                <a:gd name="T5" fmla="*/ 4 h 29"/>
                <a:gd name="T6" fmla="*/ 33 w 51"/>
                <a:gd name="T7" fmla="*/ 1 h 29"/>
                <a:gd name="T8" fmla="*/ 26 w 51"/>
                <a:gd name="T9" fmla="*/ 2 h 29"/>
                <a:gd name="T10" fmla="*/ 16 w 51"/>
                <a:gd name="T11" fmla="*/ 2 h 29"/>
                <a:gd name="T12" fmla="*/ 15 w 51"/>
                <a:gd name="T13" fmla="*/ 4 h 29"/>
                <a:gd name="T14" fmla="*/ 9 w 51"/>
                <a:gd name="T15" fmla="*/ 8 h 29"/>
                <a:gd name="T16" fmla="*/ 2 w 51"/>
                <a:gd name="T17" fmla="*/ 17 h 29"/>
                <a:gd name="T18" fmla="*/ 3 w 51"/>
                <a:gd name="T19" fmla="*/ 21 h 29"/>
                <a:gd name="T20" fmla="*/ 8 w 51"/>
                <a:gd name="T21" fmla="*/ 22 h 29"/>
                <a:gd name="T22" fmla="*/ 10 w 51"/>
                <a:gd name="T23" fmla="*/ 27 h 29"/>
                <a:gd name="T24" fmla="*/ 10 w 51"/>
                <a:gd name="T25" fmla="*/ 27 h 29"/>
                <a:gd name="T26" fmla="*/ 20 w 51"/>
                <a:gd name="T27" fmla="*/ 27 h 29"/>
                <a:gd name="T28" fmla="*/ 25 w 51"/>
                <a:gd name="T29" fmla="*/ 19 h 29"/>
                <a:gd name="T30" fmla="*/ 32 w 51"/>
                <a:gd name="T31" fmla="*/ 26 h 29"/>
                <a:gd name="T32" fmla="*/ 35 w 51"/>
                <a:gd name="T33" fmla="*/ 22 h 29"/>
                <a:gd name="T34" fmla="*/ 39 w 51"/>
                <a:gd name="T35" fmla="*/ 20 h 29"/>
                <a:gd name="T36" fmla="*/ 44 w 51"/>
                <a:gd name="T37" fmla="*/ 19 h 29"/>
                <a:gd name="T38" fmla="*/ 47 w 51"/>
                <a:gd name="T39" fmla="*/ 17 h 29"/>
                <a:gd name="T40" fmla="*/ 49 w 51"/>
                <a:gd name="T41" fmla="*/ 15 h 29"/>
                <a:gd name="T42" fmla="*/ 51 w 51"/>
                <a:gd name="T43" fmla="*/ 12 h 29"/>
                <a:gd name="T44" fmla="*/ 46 w 51"/>
                <a:gd name="T45" fmla="*/ 12 h 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1"/>
                <a:gd name="T70" fmla="*/ 0 h 29"/>
                <a:gd name="T71" fmla="*/ 51 w 51"/>
                <a:gd name="T72" fmla="*/ 29 h 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1" h="29">
                  <a:moveTo>
                    <a:pt x="46" y="12"/>
                  </a:moveTo>
                  <a:cubicBezTo>
                    <a:pt x="43" y="13"/>
                    <a:pt x="40" y="10"/>
                    <a:pt x="40" y="9"/>
                  </a:cubicBezTo>
                  <a:cubicBezTo>
                    <a:pt x="40" y="8"/>
                    <a:pt x="39" y="6"/>
                    <a:pt x="40" y="4"/>
                  </a:cubicBezTo>
                  <a:cubicBezTo>
                    <a:pt x="38" y="3"/>
                    <a:pt x="35" y="2"/>
                    <a:pt x="33" y="1"/>
                  </a:cubicBezTo>
                  <a:cubicBezTo>
                    <a:pt x="30" y="0"/>
                    <a:pt x="28" y="0"/>
                    <a:pt x="26" y="2"/>
                  </a:cubicBezTo>
                  <a:cubicBezTo>
                    <a:pt x="24" y="2"/>
                    <a:pt x="19" y="2"/>
                    <a:pt x="16" y="2"/>
                  </a:cubicBezTo>
                  <a:cubicBezTo>
                    <a:pt x="16" y="3"/>
                    <a:pt x="15" y="4"/>
                    <a:pt x="15" y="4"/>
                  </a:cubicBezTo>
                  <a:cubicBezTo>
                    <a:pt x="12" y="4"/>
                    <a:pt x="9" y="6"/>
                    <a:pt x="9" y="8"/>
                  </a:cubicBezTo>
                  <a:cubicBezTo>
                    <a:pt x="8" y="11"/>
                    <a:pt x="3" y="13"/>
                    <a:pt x="2" y="17"/>
                  </a:cubicBezTo>
                  <a:cubicBezTo>
                    <a:pt x="0" y="22"/>
                    <a:pt x="1" y="24"/>
                    <a:pt x="3" y="21"/>
                  </a:cubicBezTo>
                  <a:cubicBezTo>
                    <a:pt x="5" y="18"/>
                    <a:pt x="8" y="19"/>
                    <a:pt x="8" y="22"/>
                  </a:cubicBezTo>
                  <a:cubicBezTo>
                    <a:pt x="8" y="24"/>
                    <a:pt x="11" y="24"/>
                    <a:pt x="10" y="27"/>
                  </a:cubicBezTo>
                  <a:cubicBezTo>
                    <a:pt x="10" y="27"/>
                    <a:pt x="10" y="27"/>
                    <a:pt x="10" y="27"/>
                  </a:cubicBezTo>
                  <a:cubicBezTo>
                    <a:pt x="13" y="27"/>
                    <a:pt x="18" y="27"/>
                    <a:pt x="20" y="27"/>
                  </a:cubicBezTo>
                  <a:cubicBezTo>
                    <a:pt x="22" y="27"/>
                    <a:pt x="24" y="19"/>
                    <a:pt x="25" y="19"/>
                  </a:cubicBezTo>
                  <a:cubicBezTo>
                    <a:pt x="26" y="18"/>
                    <a:pt x="29" y="24"/>
                    <a:pt x="32" y="26"/>
                  </a:cubicBezTo>
                  <a:cubicBezTo>
                    <a:pt x="34" y="29"/>
                    <a:pt x="35" y="24"/>
                    <a:pt x="35" y="22"/>
                  </a:cubicBezTo>
                  <a:cubicBezTo>
                    <a:pt x="35" y="20"/>
                    <a:pt x="37" y="20"/>
                    <a:pt x="39" y="20"/>
                  </a:cubicBezTo>
                  <a:cubicBezTo>
                    <a:pt x="40" y="20"/>
                    <a:pt x="44" y="21"/>
                    <a:pt x="44" y="19"/>
                  </a:cubicBezTo>
                  <a:cubicBezTo>
                    <a:pt x="44" y="16"/>
                    <a:pt x="46" y="17"/>
                    <a:pt x="47" y="17"/>
                  </a:cubicBezTo>
                  <a:cubicBezTo>
                    <a:pt x="49" y="17"/>
                    <a:pt x="49" y="15"/>
                    <a:pt x="49" y="15"/>
                  </a:cubicBezTo>
                  <a:cubicBezTo>
                    <a:pt x="51" y="12"/>
                    <a:pt x="51" y="12"/>
                    <a:pt x="51" y="12"/>
                  </a:cubicBezTo>
                  <a:cubicBezTo>
                    <a:pt x="49" y="12"/>
                    <a:pt x="47" y="11"/>
                    <a:pt x="46" y="12"/>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1" name="Freeform 87"/>
            <p:cNvSpPr>
              <a:spLocks noChangeArrowheads="1"/>
            </p:cNvSpPr>
            <p:nvPr/>
          </p:nvSpPr>
          <p:spPr bwMode="auto">
            <a:xfrm>
              <a:off x="3779850" y="1141412"/>
              <a:ext cx="192088" cy="219075"/>
            </a:xfrm>
            <a:custGeom>
              <a:avLst/>
              <a:gdLst>
                <a:gd name="T0" fmla="*/ 13 w 101"/>
                <a:gd name="T1" fmla="*/ 29 h 114"/>
                <a:gd name="T2" fmla="*/ 7 w 101"/>
                <a:gd name="T3" fmla="*/ 35 h 114"/>
                <a:gd name="T4" fmla="*/ 11 w 101"/>
                <a:gd name="T5" fmla="*/ 41 h 114"/>
                <a:gd name="T6" fmla="*/ 9 w 101"/>
                <a:gd name="T7" fmla="*/ 44 h 114"/>
                <a:gd name="T8" fmla="*/ 2 w 101"/>
                <a:gd name="T9" fmla="*/ 47 h 114"/>
                <a:gd name="T10" fmla="*/ 2 w 101"/>
                <a:gd name="T11" fmla="*/ 53 h 114"/>
                <a:gd name="T12" fmla="*/ 0 w 101"/>
                <a:gd name="T13" fmla="*/ 62 h 114"/>
                <a:gd name="T14" fmla="*/ 3 w 101"/>
                <a:gd name="T15" fmla="*/ 69 h 114"/>
                <a:gd name="T16" fmla="*/ 1 w 101"/>
                <a:gd name="T17" fmla="*/ 73 h 114"/>
                <a:gd name="T18" fmla="*/ 5 w 101"/>
                <a:gd name="T19" fmla="*/ 82 h 114"/>
                <a:gd name="T20" fmla="*/ 7 w 101"/>
                <a:gd name="T21" fmla="*/ 84 h 114"/>
                <a:gd name="T22" fmla="*/ 14 w 101"/>
                <a:gd name="T23" fmla="*/ 87 h 114"/>
                <a:gd name="T24" fmla="*/ 20 w 101"/>
                <a:gd name="T25" fmla="*/ 89 h 114"/>
                <a:gd name="T26" fmla="*/ 23 w 101"/>
                <a:gd name="T27" fmla="*/ 93 h 114"/>
                <a:gd name="T28" fmla="*/ 18 w 101"/>
                <a:gd name="T29" fmla="*/ 102 h 114"/>
                <a:gd name="T30" fmla="*/ 17 w 101"/>
                <a:gd name="T31" fmla="*/ 109 h 114"/>
                <a:gd name="T32" fmla="*/ 27 w 101"/>
                <a:gd name="T33" fmla="*/ 109 h 114"/>
                <a:gd name="T34" fmla="*/ 34 w 101"/>
                <a:gd name="T35" fmla="*/ 108 h 114"/>
                <a:gd name="T36" fmla="*/ 41 w 101"/>
                <a:gd name="T37" fmla="*/ 111 h 114"/>
                <a:gd name="T38" fmla="*/ 42 w 101"/>
                <a:gd name="T39" fmla="*/ 110 h 114"/>
                <a:gd name="T40" fmla="*/ 49 w 101"/>
                <a:gd name="T41" fmla="*/ 112 h 114"/>
                <a:gd name="T42" fmla="*/ 55 w 101"/>
                <a:gd name="T43" fmla="*/ 111 h 114"/>
                <a:gd name="T44" fmla="*/ 62 w 101"/>
                <a:gd name="T45" fmla="*/ 110 h 114"/>
                <a:gd name="T46" fmla="*/ 73 w 101"/>
                <a:gd name="T47" fmla="*/ 108 h 114"/>
                <a:gd name="T48" fmla="*/ 78 w 101"/>
                <a:gd name="T49" fmla="*/ 105 h 114"/>
                <a:gd name="T50" fmla="*/ 82 w 101"/>
                <a:gd name="T51" fmla="*/ 98 h 114"/>
                <a:gd name="T52" fmla="*/ 89 w 101"/>
                <a:gd name="T53" fmla="*/ 93 h 114"/>
                <a:gd name="T54" fmla="*/ 77 w 101"/>
                <a:gd name="T55" fmla="*/ 84 h 114"/>
                <a:gd name="T56" fmla="*/ 73 w 101"/>
                <a:gd name="T57" fmla="*/ 74 h 114"/>
                <a:gd name="T58" fmla="*/ 72 w 101"/>
                <a:gd name="T59" fmla="*/ 68 h 114"/>
                <a:gd name="T60" fmla="*/ 84 w 101"/>
                <a:gd name="T61" fmla="*/ 64 h 114"/>
                <a:gd name="T62" fmla="*/ 93 w 101"/>
                <a:gd name="T63" fmla="*/ 60 h 114"/>
                <a:gd name="T64" fmla="*/ 99 w 101"/>
                <a:gd name="T65" fmla="*/ 59 h 114"/>
                <a:gd name="T66" fmla="*/ 100 w 101"/>
                <a:gd name="T67" fmla="*/ 53 h 114"/>
                <a:gd name="T68" fmla="*/ 97 w 101"/>
                <a:gd name="T69" fmla="*/ 44 h 114"/>
                <a:gd name="T70" fmla="*/ 95 w 101"/>
                <a:gd name="T71" fmla="*/ 38 h 114"/>
                <a:gd name="T72" fmla="*/ 93 w 101"/>
                <a:gd name="T73" fmla="*/ 33 h 114"/>
                <a:gd name="T74" fmla="*/ 92 w 101"/>
                <a:gd name="T75" fmla="*/ 28 h 114"/>
                <a:gd name="T76" fmla="*/ 92 w 101"/>
                <a:gd name="T77" fmla="*/ 16 h 114"/>
                <a:gd name="T78" fmla="*/ 92 w 101"/>
                <a:gd name="T79" fmla="*/ 15 h 114"/>
                <a:gd name="T80" fmla="*/ 91 w 101"/>
                <a:gd name="T81" fmla="*/ 14 h 114"/>
                <a:gd name="T82" fmla="*/ 85 w 101"/>
                <a:gd name="T83" fmla="*/ 10 h 114"/>
                <a:gd name="T84" fmla="*/ 86 w 101"/>
                <a:gd name="T85" fmla="*/ 3 h 114"/>
                <a:gd name="T86" fmla="*/ 76 w 101"/>
                <a:gd name="T87" fmla="*/ 6 h 114"/>
                <a:gd name="T88" fmla="*/ 63 w 101"/>
                <a:gd name="T89" fmla="*/ 13 h 114"/>
                <a:gd name="T90" fmla="*/ 57 w 101"/>
                <a:gd name="T91" fmla="*/ 9 h 114"/>
                <a:gd name="T92" fmla="*/ 53 w 101"/>
                <a:gd name="T93" fmla="*/ 7 h 114"/>
                <a:gd name="T94" fmla="*/ 45 w 101"/>
                <a:gd name="T95" fmla="*/ 3 h 114"/>
                <a:gd name="T96" fmla="*/ 44 w 101"/>
                <a:gd name="T97" fmla="*/ 0 h 114"/>
                <a:gd name="T98" fmla="*/ 40 w 101"/>
                <a:gd name="T99" fmla="*/ 1 h 114"/>
                <a:gd name="T100" fmla="*/ 30 w 101"/>
                <a:gd name="T101" fmla="*/ 0 h 114"/>
                <a:gd name="T102" fmla="*/ 32 w 101"/>
                <a:gd name="T103" fmla="*/ 5 h 114"/>
                <a:gd name="T104" fmla="*/ 35 w 101"/>
                <a:gd name="T105" fmla="*/ 15 h 114"/>
                <a:gd name="T106" fmla="*/ 30 w 101"/>
                <a:gd name="T107" fmla="*/ 19 h 114"/>
                <a:gd name="T108" fmla="*/ 22 w 101"/>
                <a:gd name="T109" fmla="*/ 18 h 114"/>
                <a:gd name="T110" fmla="*/ 13 w 101"/>
                <a:gd name="T111" fmla="*/ 19 h 114"/>
                <a:gd name="T112" fmla="*/ 13 w 101"/>
                <a:gd name="T113" fmla="*/ 22 h 114"/>
                <a:gd name="T114" fmla="*/ 13 w 101"/>
                <a:gd name="T115" fmla="*/ 29 h 11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01"/>
                <a:gd name="T175" fmla="*/ 0 h 114"/>
                <a:gd name="T176" fmla="*/ 101 w 101"/>
                <a:gd name="T177" fmla="*/ 114 h 11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01" h="114">
                  <a:moveTo>
                    <a:pt x="13" y="29"/>
                  </a:moveTo>
                  <a:cubicBezTo>
                    <a:pt x="10" y="33"/>
                    <a:pt x="7" y="34"/>
                    <a:pt x="7" y="35"/>
                  </a:cubicBezTo>
                  <a:cubicBezTo>
                    <a:pt x="8" y="36"/>
                    <a:pt x="12" y="39"/>
                    <a:pt x="11" y="41"/>
                  </a:cubicBezTo>
                  <a:cubicBezTo>
                    <a:pt x="10" y="42"/>
                    <a:pt x="9" y="41"/>
                    <a:pt x="9" y="44"/>
                  </a:cubicBezTo>
                  <a:cubicBezTo>
                    <a:pt x="9" y="47"/>
                    <a:pt x="4" y="47"/>
                    <a:pt x="2" y="47"/>
                  </a:cubicBezTo>
                  <a:cubicBezTo>
                    <a:pt x="1" y="47"/>
                    <a:pt x="3" y="50"/>
                    <a:pt x="2" y="53"/>
                  </a:cubicBezTo>
                  <a:cubicBezTo>
                    <a:pt x="1" y="55"/>
                    <a:pt x="1" y="60"/>
                    <a:pt x="0" y="62"/>
                  </a:cubicBezTo>
                  <a:cubicBezTo>
                    <a:pt x="0" y="64"/>
                    <a:pt x="4" y="67"/>
                    <a:pt x="3" y="69"/>
                  </a:cubicBezTo>
                  <a:cubicBezTo>
                    <a:pt x="3" y="70"/>
                    <a:pt x="0" y="72"/>
                    <a:pt x="1" y="73"/>
                  </a:cubicBezTo>
                  <a:cubicBezTo>
                    <a:pt x="2" y="74"/>
                    <a:pt x="4" y="76"/>
                    <a:pt x="5" y="82"/>
                  </a:cubicBezTo>
                  <a:cubicBezTo>
                    <a:pt x="6" y="83"/>
                    <a:pt x="7" y="83"/>
                    <a:pt x="7" y="84"/>
                  </a:cubicBezTo>
                  <a:cubicBezTo>
                    <a:pt x="9" y="86"/>
                    <a:pt x="11" y="87"/>
                    <a:pt x="14" y="87"/>
                  </a:cubicBezTo>
                  <a:cubicBezTo>
                    <a:pt x="18" y="87"/>
                    <a:pt x="19" y="89"/>
                    <a:pt x="20" y="89"/>
                  </a:cubicBezTo>
                  <a:cubicBezTo>
                    <a:pt x="22" y="89"/>
                    <a:pt x="26" y="90"/>
                    <a:pt x="23" y="93"/>
                  </a:cubicBezTo>
                  <a:cubicBezTo>
                    <a:pt x="19" y="96"/>
                    <a:pt x="19" y="99"/>
                    <a:pt x="18" y="102"/>
                  </a:cubicBezTo>
                  <a:cubicBezTo>
                    <a:pt x="18" y="104"/>
                    <a:pt x="18" y="107"/>
                    <a:pt x="17" y="109"/>
                  </a:cubicBezTo>
                  <a:cubicBezTo>
                    <a:pt x="20" y="109"/>
                    <a:pt x="25" y="109"/>
                    <a:pt x="27" y="109"/>
                  </a:cubicBezTo>
                  <a:cubicBezTo>
                    <a:pt x="29" y="107"/>
                    <a:pt x="31" y="107"/>
                    <a:pt x="34" y="108"/>
                  </a:cubicBezTo>
                  <a:cubicBezTo>
                    <a:pt x="36" y="109"/>
                    <a:pt x="39" y="110"/>
                    <a:pt x="41" y="111"/>
                  </a:cubicBezTo>
                  <a:cubicBezTo>
                    <a:pt x="41" y="110"/>
                    <a:pt x="41" y="110"/>
                    <a:pt x="42" y="110"/>
                  </a:cubicBezTo>
                  <a:cubicBezTo>
                    <a:pt x="44" y="110"/>
                    <a:pt x="47" y="114"/>
                    <a:pt x="49" y="112"/>
                  </a:cubicBezTo>
                  <a:cubicBezTo>
                    <a:pt x="50" y="109"/>
                    <a:pt x="54" y="110"/>
                    <a:pt x="55" y="111"/>
                  </a:cubicBezTo>
                  <a:cubicBezTo>
                    <a:pt x="57" y="112"/>
                    <a:pt x="60" y="112"/>
                    <a:pt x="62" y="110"/>
                  </a:cubicBezTo>
                  <a:cubicBezTo>
                    <a:pt x="64" y="108"/>
                    <a:pt x="72" y="107"/>
                    <a:pt x="73" y="108"/>
                  </a:cubicBezTo>
                  <a:cubicBezTo>
                    <a:pt x="75" y="109"/>
                    <a:pt x="80" y="111"/>
                    <a:pt x="78" y="105"/>
                  </a:cubicBezTo>
                  <a:cubicBezTo>
                    <a:pt x="76" y="99"/>
                    <a:pt x="82" y="100"/>
                    <a:pt x="82" y="98"/>
                  </a:cubicBezTo>
                  <a:cubicBezTo>
                    <a:pt x="83" y="95"/>
                    <a:pt x="90" y="94"/>
                    <a:pt x="89" y="93"/>
                  </a:cubicBezTo>
                  <a:cubicBezTo>
                    <a:pt x="88" y="91"/>
                    <a:pt x="79" y="86"/>
                    <a:pt x="77" y="84"/>
                  </a:cubicBezTo>
                  <a:cubicBezTo>
                    <a:pt x="74" y="82"/>
                    <a:pt x="74" y="77"/>
                    <a:pt x="73" y="74"/>
                  </a:cubicBezTo>
                  <a:cubicBezTo>
                    <a:pt x="72" y="72"/>
                    <a:pt x="69" y="69"/>
                    <a:pt x="72" y="68"/>
                  </a:cubicBezTo>
                  <a:cubicBezTo>
                    <a:pt x="76" y="68"/>
                    <a:pt x="81" y="66"/>
                    <a:pt x="84" y="64"/>
                  </a:cubicBezTo>
                  <a:cubicBezTo>
                    <a:pt x="87" y="61"/>
                    <a:pt x="92" y="61"/>
                    <a:pt x="93" y="60"/>
                  </a:cubicBezTo>
                  <a:cubicBezTo>
                    <a:pt x="95" y="58"/>
                    <a:pt x="98" y="61"/>
                    <a:pt x="99" y="59"/>
                  </a:cubicBezTo>
                  <a:cubicBezTo>
                    <a:pt x="100" y="58"/>
                    <a:pt x="101" y="55"/>
                    <a:pt x="100" y="53"/>
                  </a:cubicBezTo>
                  <a:cubicBezTo>
                    <a:pt x="98" y="51"/>
                    <a:pt x="97" y="48"/>
                    <a:pt x="97" y="44"/>
                  </a:cubicBezTo>
                  <a:cubicBezTo>
                    <a:pt x="97" y="40"/>
                    <a:pt x="95" y="40"/>
                    <a:pt x="95" y="38"/>
                  </a:cubicBezTo>
                  <a:cubicBezTo>
                    <a:pt x="95" y="36"/>
                    <a:pt x="95" y="34"/>
                    <a:pt x="93" y="33"/>
                  </a:cubicBezTo>
                  <a:cubicBezTo>
                    <a:pt x="91" y="32"/>
                    <a:pt x="90" y="31"/>
                    <a:pt x="92" y="28"/>
                  </a:cubicBezTo>
                  <a:cubicBezTo>
                    <a:pt x="94" y="25"/>
                    <a:pt x="93" y="18"/>
                    <a:pt x="92" y="16"/>
                  </a:cubicBezTo>
                  <a:cubicBezTo>
                    <a:pt x="92" y="16"/>
                    <a:pt x="92" y="15"/>
                    <a:pt x="92" y="15"/>
                  </a:cubicBezTo>
                  <a:cubicBezTo>
                    <a:pt x="92" y="15"/>
                    <a:pt x="91" y="14"/>
                    <a:pt x="91" y="14"/>
                  </a:cubicBezTo>
                  <a:cubicBezTo>
                    <a:pt x="91" y="11"/>
                    <a:pt x="89" y="10"/>
                    <a:pt x="85" y="10"/>
                  </a:cubicBezTo>
                  <a:cubicBezTo>
                    <a:pt x="80" y="10"/>
                    <a:pt x="87" y="6"/>
                    <a:pt x="86" y="3"/>
                  </a:cubicBezTo>
                  <a:cubicBezTo>
                    <a:pt x="84" y="1"/>
                    <a:pt x="80" y="7"/>
                    <a:pt x="76" y="6"/>
                  </a:cubicBezTo>
                  <a:cubicBezTo>
                    <a:pt x="72" y="5"/>
                    <a:pt x="67" y="11"/>
                    <a:pt x="63" y="13"/>
                  </a:cubicBezTo>
                  <a:cubicBezTo>
                    <a:pt x="60" y="16"/>
                    <a:pt x="55" y="13"/>
                    <a:pt x="57" y="9"/>
                  </a:cubicBezTo>
                  <a:cubicBezTo>
                    <a:pt x="60" y="5"/>
                    <a:pt x="57" y="6"/>
                    <a:pt x="53" y="7"/>
                  </a:cubicBezTo>
                  <a:cubicBezTo>
                    <a:pt x="49" y="9"/>
                    <a:pt x="44" y="7"/>
                    <a:pt x="45" y="3"/>
                  </a:cubicBezTo>
                  <a:cubicBezTo>
                    <a:pt x="45" y="2"/>
                    <a:pt x="45" y="1"/>
                    <a:pt x="44" y="0"/>
                  </a:cubicBezTo>
                  <a:cubicBezTo>
                    <a:pt x="42" y="1"/>
                    <a:pt x="41" y="1"/>
                    <a:pt x="40" y="1"/>
                  </a:cubicBezTo>
                  <a:cubicBezTo>
                    <a:pt x="38" y="0"/>
                    <a:pt x="34" y="0"/>
                    <a:pt x="30" y="0"/>
                  </a:cubicBezTo>
                  <a:cubicBezTo>
                    <a:pt x="31" y="1"/>
                    <a:pt x="32" y="3"/>
                    <a:pt x="32" y="5"/>
                  </a:cubicBezTo>
                  <a:cubicBezTo>
                    <a:pt x="30" y="8"/>
                    <a:pt x="33" y="10"/>
                    <a:pt x="35" y="15"/>
                  </a:cubicBezTo>
                  <a:cubicBezTo>
                    <a:pt x="37" y="19"/>
                    <a:pt x="30" y="16"/>
                    <a:pt x="30" y="19"/>
                  </a:cubicBezTo>
                  <a:cubicBezTo>
                    <a:pt x="30" y="22"/>
                    <a:pt x="24" y="19"/>
                    <a:pt x="22" y="18"/>
                  </a:cubicBezTo>
                  <a:cubicBezTo>
                    <a:pt x="20" y="17"/>
                    <a:pt x="13" y="18"/>
                    <a:pt x="13" y="19"/>
                  </a:cubicBezTo>
                  <a:cubicBezTo>
                    <a:pt x="13" y="20"/>
                    <a:pt x="13" y="21"/>
                    <a:pt x="13" y="22"/>
                  </a:cubicBezTo>
                  <a:cubicBezTo>
                    <a:pt x="14" y="25"/>
                    <a:pt x="14" y="28"/>
                    <a:pt x="13" y="29"/>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2" name="Freeform 88"/>
            <p:cNvSpPr>
              <a:spLocks noChangeArrowheads="1"/>
            </p:cNvSpPr>
            <p:nvPr/>
          </p:nvSpPr>
          <p:spPr bwMode="auto">
            <a:xfrm>
              <a:off x="4094176" y="619125"/>
              <a:ext cx="225426" cy="360363"/>
            </a:xfrm>
            <a:custGeom>
              <a:avLst/>
              <a:gdLst>
                <a:gd name="T0" fmla="*/ 100 w 118"/>
                <a:gd name="T1" fmla="*/ 158 h 189"/>
                <a:gd name="T2" fmla="*/ 117 w 118"/>
                <a:gd name="T3" fmla="*/ 142 h 189"/>
                <a:gd name="T4" fmla="*/ 114 w 118"/>
                <a:gd name="T5" fmla="*/ 133 h 189"/>
                <a:gd name="T6" fmla="*/ 100 w 118"/>
                <a:gd name="T7" fmla="*/ 122 h 189"/>
                <a:gd name="T8" fmla="*/ 107 w 118"/>
                <a:gd name="T9" fmla="*/ 116 h 189"/>
                <a:gd name="T10" fmla="*/ 101 w 118"/>
                <a:gd name="T11" fmla="*/ 110 h 189"/>
                <a:gd name="T12" fmla="*/ 102 w 118"/>
                <a:gd name="T13" fmla="*/ 104 h 189"/>
                <a:gd name="T14" fmla="*/ 97 w 118"/>
                <a:gd name="T15" fmla="*/ 101 h 189"/>
                <a:gd name="T16" fmla="*/ 99 w 118"/>
                <a:gd name="T17" fmla="*/ 97 h 189"/>
                <a:gd name="T18" fmla="*/ 98 w 118"/>
                <a:gd name="T19" fmla="*/ 89 h 189"/>
                <a:gd name="T20" fmla="*/ 101 w 118"/>
                <a:gd name="T21" fmla="*/ 82 h 189"/>
                <a:gd name="T22" fmla="*/ 91 w 118"/>
                <a:gd name="T23" fmla="*/ 65 h 189"/>
                <a:gd name="T24" fmla="*/ 94 w 118"/>
                <a:gd name="T25" fmla="*/ 58 h 189"/>
                <a:gd name="T26" fmla="*/ 101 w 118"/>
                <a:gd name="T27" fmla="*/ 50 h 189"/>
                <a:gd name="T28" fmla="*/ 93 w 118"/>
                <a:gd name="T29" fmla="*/ 42 h 189"/>
                <a:gd name="T30" fmla="*/ 86 w 118"/>
                <a:gd name="T31" fmla="*/ 38 h 189"/>
                <a:gd name="T32" fmla="*/ 84 w 118"/>
                <a:gd name="T33" fmla="*/ 31 h 189"/>
                <a:gd name="T34" fmla="*/ 86 w 118"/>
                <a:gd name="T35" fmla="*/ 25 h 189"/>
                <a:gd name="T36" fmla="*/ 90 w 118"/>
                <a:gd name="T37" fmla="*/ 22 h 189"/>
                <a:gd name="T38" fmla="*/ 93 w 118"/>
                <a:gd name="T39" fmla="*/ 18 h 189"/>
                <a:gd name="T40" fmla="*/ 93 w 118"/>
                <a:gd name="T41" fmla="*/ 11 h 189"/>
                <a:gd name="T42" fmla="*/ 81 w 118"/>
                <a:gd name="T43" fmla="*/ 3 h 189"/>
                <a:gd name="T44" fmla="*/ 72 w 118"/>
                <a:gd name="T45" fmla="*/ 3 h 189"/>
                <a:gd name="T46" fmla="*/ 61 w 118"/>
                <a:gd name="T47" fmla="*/ 6 h 189"/>
                <a:gd name="T48" fmla="*/ 54 w 118"/>
                <a:gd name="T49" fmla="*/ 14 h 189"/>
                <a:gd name="T50" fmla="*/ 52 w 118"/>
                <a:gd name="T51" fmla="*/ 23 h 189"/>
                <a:gd name="T52" fmla="*/ 47 w 118"/>
                <a:gd name="T53" fmla="*/ 30 h 189"/>
                <a:gd name="T54" fmla="*/ 40 w 118"/>
                <a:gd name="T55" fmla="*/ 28 h 189"/>
                <a:gd name="T56" fmla="*/ 32 w 118"/>
                <a:gd name="T57" fmla="*/ 28 h 189"/>
                <a:gd name="T58" fmla="*/ 19 w 118"/>
                <a:gd name="T59" fmla="*/ 27 h 189"/>
                <a:gd name="T60" fmla="*/ 7 w 118"/>
                <a:gd name="T61" fmla="*/ 18 h 189"/>
                <a:gd name="T62" fmla="*/ 0 w 118"/>
                <a:gd name="T63" fmla="*/ 23 h 189"/>
                <a:gd name="T64" fmla="*/ 12 w 118"/>
                <a:gd name="T65" fmla="*/ 32 h 189"/>
                <a:gd name="T66" fmla="*/ 28 w 118"/>
                <a:gd name="T67" fmla="*/ 42 h 189"/>
                <a:gd name="T68" fmla="*/ 29 w 118"/>
                <a:gd name="T69" fmla="*/ 53 h 189"/>
                <a:gd name="T70" fmla="*/ 31 w 118"/>
                <a:gd name="T71" fmla="*/ 63 h 189"/>
                <a:gd name="T72" fmla="*/ 31 w 118"/>
                <a:gd name="T73" fmla="*/ 73 h 189"/>
                <a:gd name="T74" fmla="*/ 33 w 118"/>
                <a:gd name="T75" fmla="*/ 78 h 189"/>
                <a:gd name="T76" fmla="*/ 34 w 118"/>
                <a:gd name="T77" fmla="*/ 84 h 189"/>
                <a:gd name="T78" fmla="*/ 44 w 118"/>
                <a:gd name="T79" fmla="*/ 88 h 189"/>
                <a:gd name="T80" fmla="*/ 48 w 118"/>
                <a:gd name="T81" fmla="*/ 96 h 189"/>
                <a:gd name="T82" fmla="*/ 46 w 118"/>
                <a:gd name="T83" fmla="*/ 100 h 189"/>
                <a:gd name="T84" fmla="*/ 39 w 118"/>
                <a:gd name="T85" fmla="*/ 105 h 189"/>
                <a:gd name="T86" fmla="*/ 28 w 118"/>
                <a:gd name="T87" fmla="*/ 117 h 189"/>
                <a:gd name="T88" fmla="*/ 21 w 118"/>
                <a:gd name="T89" fmla="*/ 122 h 189"/>
                <a:gd name="T90" fmla="*/ 15 w 118"/>
                <a:gd name="T91" fmla="*/ 128 h 189"/>
                <a:gd name="T92" fmla="*/ 7 w 118"/>
                <a:gd name="T93" fmla="*/ 132 h 189"/>
                <a:gd name="T94" fmla="*/ 2 w 118"/>
                <a:gd name="T95" fmla="*/ 139 h 189"/>
                <a:gd name="T96" fmla="*/ 3 w 118"/>
                <a:gd name="T97" fmla="*/ 146 h 189"/>
                <a:gd name="T98" fmla="*/ 4 w 118"/>
                <a:gd name="T99" fmla="*/ 153 h 189"/>
                <a:gd name="T100" fmla="*/ 6 w 118"/>
                <a:gd name="T101" fmla="*/ 166 h 189"/>
                <a:gd name="T102" fmla="*/ 3 w 118"/>
                <a:gd name="T103" fmla="*/ 178 h 189"/>
                <a:gd name="T104" fmla="*/ 13 w 118"/>
                <a:gd name="T105" fmla="*/ 182 h 189"/>
                <a:gd name="T106" fmla="*/ 20 w 118"/>
                <a:gd name="T107" fmla="*/ 186 h 189"/>
                <a:gd name="T108" fmla="*/ 33 w 118"/>
                <a:gd name="T109" fmla="*/ 188 h 189"/>
                <a:gd name="T110" fmla="*/ 68 w 118"/>
                <a:gd name="T111" fmla="*/ 180 h 189"/>
                <a:gd name="T112" fmla="*/ 78 w 118"/>
                <a:gd name="T113" fmla="*/ 179 h 189"/>
                <a:gd name="T114" fmla="*/ 83 w 118"/>
                <a:gd name="T115" fmla="*/ 172 h 189"/>
                <a:gd name="T116" fmla="*/ 100 w 118"/>
                <a:gd name="T117" fmla="*/ 158 h 18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8"/>
                <a:gd name="T178" fmla="*/ 0 h 189"/>
                <a:gd name="T179" fmla="*/ 118 w 118"/>
                <a:gd name="T180" fmla="*/ 189 h 18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8" h="189">
                  <a:moveTo>
                    <a:pt x="100" y="158"/>
                  </a:moveTo>
                  <a:cubicBezTo>
                    <a:pt x="103" y="152"/>
                    <a:pt x="115" y="148"/>
                    <a:pt x="117" y="142"/>
                  </a:cubicBezTo>
                  <a:cubicBezTo>
                    <a:pt x="118" y="140"/>
                    <a:pt x="118" y="138"/>
                    <a:pt x="114" y="133"/>
                  </a:cubicBezTo>
                  <a:cubicBezTo>
                    <a:pt x="110" y="128"/>
                    <a:pt x="100" y="125"/>
                    <a:pt x="100" y="122"/>
                  </a:cubicBezTo>
                  <a:cubicBezTo>
                    <a:pt x="99" y="120"/>
                    <a:pt x="107" y="119"/>
                    <a:pt x="107" y="116"/>
                  </a:cubicBezTo>
                  <a:cubicBezTo>
                    <a:pt x="106" y="113"/>
                    <a:pt x="102" y="113"/>
                    <a:pt x="101" y="110"/>
                  </a:cubicBezTo>
                  <a:cubicBezTo>
                    <a:pt x="99" y="107"/>
                    <a:pt x="103" y="106"/>
                    <a:pt x="102" y="104"/>
                  </a:cubicBezTo>
                  <a:cubicBezTo>
                    <a:pt x="102" y="103"/>
                    <a:pt x="97" y="102"/>
                    <a:pt x="97" y="101"/>
                  </a:cubicBezTo>
                  <a:cubicBezTo>
                    <a:pt x="96" y="99"/>
                    <a:pt x="100" y="99"/>
                    <a:pt x="99" y="97"/>
                  </a:cubicBezTo>
                  <a:cubicBezTo>
                    <a:pt x="99" y="95"/>
                    <a:pt x="95" y="92"/>
                    <a:pt x="98" y="89"/>
                  </a:cubicBezTo>
                  <a:cubicBezTo>
                    <a:pt x="100" y="86"/>
                    <a:pt x="105" y="89"/>
                    <a:pt x="101" y="82"/>
                  </a:cubicBezTo>
                  <a:cubicBezTo>
                    <a:pt x="98" y="75"/>
                    <a:pt x="92" y="67"/>
                    <a:pt x="91" y="65"/>
                  </a:cubicBezTo>
                  <a:cubicBezTo>
                    <a:pt x="89" y="63"/>
                    <a:pt x="92" y="60"/>
                    <a:pt x="94" y="58"/>
                  </a:cubicBezTo>
                  <a:cubicBezTo>
                    <a:pt x="96" y="57"/>
                    <a:pt x="101" y="52"/>
                    <a:pt x="101" y="50"/>
                  </a:cubicBezTo>
                  <a:cubicBezTo>
                    <a:pt x="101" y="48"/>
                    <a:pt x="95" y="43"/>
                    <a:pt x="93" y="42"/>
                  </a:cubicBezTo>
                  <a:cubicBezTo>
                    <a:pt x="91" y="41"/>
                    <a:pt x="88" y="41"/>
                    <a:pt x="86" y="38"/>
                  </a:cubicBezTo>
                  <a:cubicBezTo>
                    <a:pt x="84" y="34"/>
                    <a:pt x="83" y="33"/>
                    <a:pt x="84" y="31"/>
                  </a:cubicBezTo>
                  <a:cubicBezTo>
                    <a:pt x="86" y="29"/>
                    <a:pt x="86" y="27"/>
                    <a:pt x="86" y="25"/>
                  </a:cubicBezTo>
                  <a:cubicBezTo>
                    <a:pt x="86" y="23"/>
                    <a:pt x="90" y="25"/>
                    <a:pt x="90" y="22"/>
                  </a:cubicBezTo>
                  <a:cubicBezTo>
                    <a:pt x="91" y="20"/>
                    <a:pt x="92" y="19"/>
                    <a:pt x="93" y="18"/>
                  </a:cubicBezTo>
                  <a:cubicBezTo>
                    <a:pt x="93" y="15"/>
                    <a:pt x="93" y="13"/>
                    <a:pt x="93" y="11"/>
                  </a:cubicBezTo>
                  <a:cubicBezTo>
                    <a:pt x="92" y="8"/>
                    <a:pt x="83" y="7"/>
                    <a:pt x="81" y="3"/>
                  </a:cubicBezTo>
                  <a:cubicBezTo>
                    <a:pt x="79" y="0"/>
                    <a:pt x="74" y="1"/>
                    <a:pt x="72" y="3"/>
                  </a:cubicBezTo>
                  <a:cubicBezTo>
                    <a:pt x="70" y="6"/>
                    <a:pt x="61" y="3"/>
                    <a:pt x="61" y="6"/>
                  </a:cubicBezTo>
                  <a:cubicBezTo>
                    <a:pt x="61" y="9"/>
                    <a:pt x="54" y="10"/>
                    <a:pt x="54" y="14"/>
                  </a:cubicBezTo>
                  <a:cubicBezTo>
                    <a:pt x="54" y="17"/>
                    <a:pt x="57" y="24"/>
                    <a:pt x="52" y="23"/>
                  </a:cubicBezTo>
                  <a:cubicBezTo>
                    <a:pt x="46" y="23"/>
                    <a:pt x="50" y="25"/>
                    <a:pt x="47" y="30"/>
                  </a:cubicBezTo>
                  <a:cubicBezTo>
                    <a:pt x="44" y="34"/>
                    <a:pt x="44" y="27"/>
                    <a:pt x="40" y="28"/>
                  </a:cubicBezTo>
                  <a:cubicBezTo>
                    <a:pt x="37" y="29"/>
                    <a:pt x="33" y="25"/>
                    <a:pt x="32" y="28"/>
                  </a:cubicBezTo>
                  <a:cubicBezTo>
                    <a:pt x="30" y="30"/>
                    <a:pt x="25" y="28"/>
                    <a:pt x="19" y="27"/>
                  </a:cubicBezTo>
                  <a:cubicBezTo>
                    <a:pt x="14" y="26"/>
                    <a:pt x="11" y="18"/>
                    <a:pt x="7" y="18"/>
                  </a:cubicBezTo>
                  <a:cubicBezTo>
                    <a:pt x="4" y="18"/>
                    <a:pt x="1" y="20"/>
                    <a:pt x="0" y="23"/>
                  </a:cubicBezTo>
                  <a:cubicBezTo>
                    <a:pt x="4" y="26"/>
                    <a:pt x="7" y="30"/>
                    <a:pt x="12" y="32"/>
                  </a:cubicBezTo>
                  <a:cubicBezTo>
                    <a:pt x="18" y="35"/>
                    <a:pt x="29" y="38"/>
                    <a:pt x="28" y="42"/>
                  </a:cubicBezTo>
                  <a:cubicBezTo>
                    <a:pt x="28" y="46"/>
                    <a:pt x="26" y="51"/>
                    <a:pt x="29" y="53"/>
                  </a:cubicBezTo>
                  <a:cubicBezTo>
                    <a:pt x="31" y="54"/>
                    <a:pt x="28" y="61"/>
                    <a:pt x="31" y="63"/>
                  </a:cubicBezTo>
                  <a:cubicBezTo>
                    <a:pt x="34" y="64"/>
                    <a:pt x="33" y="73"/>
                    <a:pt x="31" y="73"/>
                  </a:cubicBezTo>
                  <a:cubicBezTo>
                    <a:pt x="28" y="73"/>
                    <a:pt x="31" y="77"/>
                    <a:pt x="33" y="78"/>
                  </a:cubicBezTo>
                  <a:cubicBezTo>
                    <a:pt x="34" y="79"/>
                    <a:pt x="34" y="81"/>
                    <a:pt x="34" y="84"/>
                  </a:cubicBezTo>
                  <a:cubicBezTo>
                    <a:pt x="38" y="85"/>
                    <a:pt x="41" y="86"/>
                    <a:pt x="44" y="88"/>
                  </a:cubicBezTo>
                  <a:cubicBezTo>
                    <a:pt x="48" y="90"/>
                    <a:pt x="47" y="93"/>
                    <a:pt x="48" y="96"/>
                  </a:cubicBezTo>
                  <a:cubicBezTo>
                    <a:pt x="48" y="100"/>
                    <a:pt x="48" y="102"/>
                    <a:pt x="46" y="100"/>
                  </a:cubicBezTo>
                  <a:cubicBezTo>
                    <a:pt x="43" y="99"/>
                    <a:pt x="41" y="100"/>
                    <a:pt x="39" y="105"/>
                  </a:cubicBezTo>
                  <a:cubicBezTo>
                    <a:pt x="38" y="110"/>
                    <a:pt x="32" y="116"/>
                    <a:pt x="28" y="117"/>
                  </a:cubicBezTo>
                  <a:cubicBezTo>
                    <a:pt x="24" y="117"/>
                    <a:pt x="24" y="121"/>
                    <a:pt x="21" y="122"/>
                  </a:cubicBezTo>
                  <a:cubicBezTo>
                    <a:pt x="18" y="123"/>
                    <a:pt x="15" y="125"/>
                    <a:pt x="15" y="128"/>
                  </a:cubicBezTo>
                  <a:cubicBezTo>
                    <a:pt x="15" y="132"/>
                    <a:pt x="11" y="132"/>
                    <a:pt x="7" y="132"/>
                  </a:cubicBezTo>
                  <a:cubicBezTo>
                    <a:pt x="4" y="132"/>
                    <a:pt x="5" y="138"/>
                    <a:pt x="2" y="139"/>
                  </a:cubicBezTo>
                  <a:cubicBezTo>
                    <a:pt x="0" y="141"/>
                    <a:pt x="0" y="143"/>
                    <a:pt x="3" y="146"/>
                  </a:cubicBezTo>
                  <a:cubicBezTo>
                    <a:pt x="5" y="149"/>
                    <a:pt x="3" y="151"/>
                    <a:pt x="4" y="153"/>
                  </a:cubicBezTo>
                  <a:cubicBezTo>
                    <a:pt x="5" y="156"/>
                    <a:pt x="8" y="161"/>
                    <a:pt x="6" y="166"/>
                  </a:cubicBezTo>
                  <a:cubicBezTo>
                    <a:pt x="3" y="172"/>
                    <a:pt x="1" y="178"/>
                    <a:pt x="3" y="178"/>
                  </a:cubicBezTo>
                  <a:cubicBezTo>
                    <a:pt x="5" y="177"/>
                    <a:pt x="10" y="182"/>
                    <a:pt x="13" y="182"/>
                  </a:cubicBezTo>
                  <a:cubicBezTo>
                    <a:pt x="17" y="182"/>
                    <a:pt x="17" y="187"/>
                    <a:pt x="20" y="186"/>
                  </a:cubicBezTo>
                  <a:cubicBezTo>
                    <a:pt x="23" y="185"/>
                    <a:pt x="23" y="189"/>
                    <a:pt x="33" y="188"/>
                  </a:cubicBezTo>
                  <a:cubicBezTo>
                    <a:pt x="42" y="188"/>
                    <a:pt x="60" y="180"/>
                    <a:pt x="68" y="180"/>
                  </a:cubicBezTo>
                  <a:cubicBezTo>
                    <a:pt x="72" y="180"/>
                    <a:pt x="75" y="180"/>
                    <a:pt x="78" y="179"/>
                  </a:cubicBezTo>
                  <a:cubicBezTo>
                    <a:pt x="79" y="177"/>
                    <a:pt x="81" y="174"/>
                    <a:pt x="83" y="172"/>
                  </a:cubicBezTo>
                  <a:cubicBezTo>
                    <a:pt x="88" y="168"/>
                    <a:pt x="98" y="164"/>
                    <a:pt x="100" y="158"/>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3" name="Freeform 89"/>
            <p:cNvSpPr>
              <a:spLocks noChangeArrowheads="1"/>
            </p:cNvSpPr>
            <p:nvPr/>
          </p:nvSpPr>
          <p:spPr bwMode="auto">
            <a:xfrm>
              <a:off x="4383103" y="1747839"/>
              <a:ext cx="455615" cy="363538"/>
            </a:xfrm>
            <a:custGeom>
              <a:avLst/>
              <a:gdLst>
                <a:gd name="T0" fmla="*/ 142 w 238"/>
                <a:gd name="T1" fmla="*/ 40 h 190"/>
                <a:gd name="T2" fmla="*/ 122 w 238"/>
                <a:gd name="T3" fmla="*/ 38 h 190"/>
                <a:gd name="T4" fmla="*/ 109 w 238"/>
                <a:gd name="T5" fmla="*/ 33 h 190"/>
                <a:gd name="T6" fmla="*/ 82 w 238"/>
                <a:gd name="T7" fmla="*/ 13 h 190"/>
                <a:gd name="T8" fmla="*/ 59 w 238"/>
                <a:gd name="T9" fmla="*/ 0 h 190"/>
                <a:gd name="T10" fmla="*/ 50 w 238"/>
                <a:gd name="T11" fmla="*/ 0 h 190"/>
                <a:gd name="T12" fmla="*/ 38 w 238"/>
                <a:gd name="T13" fmla="*/ 4 h 190"/>
                <a:gd name="T14" fmla="*/ 27 w 238"/>
                <a:gd name="T15" fmla="*/ 11 h 190"/>
                <a:gd name="T16" fmla="*/ 36 w 238"/>
                <a:gd name="T17" fmla="*/ 21 h 190"/>
                <a:gd name="T18" fmla="*/ 29 w 238"/>
                <a:gd name="T19" fmla="*/ 26 h 190"/>
                <a:gd name="T20" fmla="*/ 22 w 238"/>
                <a:gd name="T21" fmla="*/ 29 h 190"/>
                <a:gd name="T22" fmla="*/ 13 w 238"/>
                <a:gd name="T23" fmla="*/ 36 h 190"/>
                <a:gd name="T24" fmla="*/ 2 w 238"/>
                <a:gd name="T25" fmla="*/ 31 h 190"/>
                <a:gd name="T26" fmla="*/ 1 w 238"/>
                <a:gd name="T27" fmla="*/ 34 h 190"/>
                <a:gd name="T28" fmla="*/ 0 w 238"/>
                <a:gd name="T29" fmla="*/ 37 h 190"/>
                <a:gd name="T30" fmla="*/ 2 w 238"/>
                <a:gd name="T31" fmla="*/ 50 h 190"/>
                <a:gd name="T32" fmla="*/ 11 w 238"/>
                <a:gd name="T33" fmla="*/ 61 h 190"/>
                <a:gd name="T34" fmla="*/ 28 w 238"/>
                <a:gd name="T35" fmla="*/ 87 h 190"/>
                <a:gd name="T36" fmla="*/ 36 w 238"/>
                <a:gd name="T37" fmla="*/ 99 h 190"/>
                <a:gd name="T38" fmla="*/ 47 w 238"/>
                <a:gd name="T39" fmla="*/ 112 h 190"/>
                <a:gd name="T40" fmla="*/ 49 w 238"/>
                <a:gd name="T41" fmla="*/ 124 h 190"/>
                <a:gd name="T42" fmla="*/ 59 w 238"/>
                <a:gd name="T43" fmla="*/ 143 h 190"/>
                <a:gd name="T44" fmla="*/ 72 w 238"/>
                <a:gd name="T45" fmla="*/ 158 h 190"/>
                <a:gd name="T46" fmla="*/ 82 w 238"/>
                <a:gd name="T47" fmla="*/ 175 h 190"/>
                <a:gd name="T48" fmla="*/ 86 w 238"/>
                <a:gd name="T49" fmla="*/ 184 h 190"/>
                <a:gd name="T50" fmla="*/ 89 w 238"/>
                <a:gd name="T51" fmla="*/ 190 h 190"/>
                <a:gd name="T52" fmla="*/ 95 w 238"/>
                <a:gd name="T53" fmla="*/ 188 h 190"/>
                <a:gd name="T54" fmla="*/ 94 w 238"/>
                <a:gd name="T55" fmla="*/ 181 h 190"/>
                <a:gd name="T56" fmla="*/ 99 w 238"/>
                <a:gd name="T57" fmla="*/ 177 h 190"/>
                <a:gd name="T58" fmla="*/ 107 w 238"/>
                <a:gd name="T59" fmla="*/ 179 h 190"/>
                <a:gd name="T60" fmla="*/ 121 w 238"/>
                <a:gd name="T61" fmla="*/ 180 h 190"/>
                <a:gd name="T62" fmla="*/ 137 w 238"/>
                <a:gd name="T63" fmla="*/ 182 h 190"/>
                <a:gd name="T64" fmla="*/ 145 w 238"/>
                <a:gd name="T65" fmla="*/ 179 h 190"/>
                <a:gd name="T66" fmla="*/ 162 w 238"/>
                <a:gd name="T67" fmla="*/ 164 h 190"/>
                <a:gd name="T68" fmla="*/ 184 w 238"/>
                <a:gd name="T69" fmla="*/ 163 h 190"/>
                <a:gd name="T70" fmla="*/ 230 w 238"/>
                <a:gd name="T71" fmla="*/ 148 h 190"/>
                <a:gd name="T72" fmla="*/ 238 w 238"/>
                <a:gd name="T73" fmla="*/ 125 h 190"/>
                <a:gd name="T74" fmla="*/ 232 w 238"/>
                <a:gd name="T75" fmla="*/ 117 h 190"/>
                <a:gd name="T76" fmla="*/ 203 w 238"/>
                <a:gd name="T77" fmla="*/ 113 h 190"/>
                <a:gd name="T78" fmla="*/ 195 w 238"/>
                <a:gd name="T79" fmla="*/ 101 h 190"/>
                <a:gd name="T80" fmla="*/ 190 w 238"/>
                <a:gd name="T81" fmla="*/ 94 h 190"/>
                <a:gd name="T82" fmla="*/ 181 w 238"/>
                <a:gd name="T83" fmla="*/ 88 h 190"/>
                <a:gd name="T84" fmla="*/ 175 w 238"/>
                <a:gd name="T85" fmla="*/ 76 h 190"/>
                <a:gd name="T86" fmla="*/ 170 w 238"/>
                <a:gd name="T87" fmla="*/ 63 h 190"/>
                <a:gd name="T88" fmla="*/ 158 w 238"/>
                <a:gd name="T89" fmla="*/ 50 h 190"/>
                <a:gd name="T90" fmla="*/ 157 w 238"/>
                <a:gd name="T91" fmla="*/ 45 h 190"/>
                <a:gd name="T92" fmla="*/ 148 w 238"/>
                <a:gd name="T93" fmla="*/ 45 h 190"/>
                <a:gd name="T94" fmla="*/ 142 w 238"/>
                <a:gd name="T95" fmla="*/ 40 h 19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8"/>
                <a:gd name="T145" fmla="*/ 0 h 190"/>
                <a:gd name="T146" fmla="*/ 238 w 238"/>
                <a:gd name="T147" fmla="*/ 190 h 19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8" h="190">
                  <a:moveTo>
                    <a:pt x="142" y="40"/>
                  </a:moveTo>
                  <a:cubicBezTo>
                    <a:pt x="142" y="40"/>
                    <a:pt x="125" y="38"/>
                    <a:pt x="122" y="38"/>
                  </a:cubicBezTo>
                  <a:cubicBezTo>
                    <a:pt x="119" y="38"/>
                    <a:pt x="113" y="37"/>
                    <a:pt x="109" y="33"/>
                  </a:cubicBezTo>
                  <a:cubicBezTo>
                    <a:pt x="105" y="30"/>
                    <a:pt x="85" y="15"/>
                    <a:pt x="82" y="13"/>
                  </a:cubicBezTo>
                  <a:cubicBezTo>
                    <a:pt x="78" y="11"/>
                    <a:pt x="63" y="1"/>
                    <a:pt x="59" y="0"/>
                  </a:cubicBezTo>
                  <a:cubicBezTo>
                    <a:pt x="55" y="0"/>
                    <a:pt x="55" y="0"/>
                    <a:pt x="50" y="0"/>
                  </a:cubicBezTo>
                  <a:cubicBezTo>
                    <a:pt x="45" y="0"/>
                    <a:pt x="47" y="3"/>
                    <a:pt x="38" y="4"/>
                  </a:cubicBezTo>
                  <a:cubicBezTo>
                    <a:pt x="30" y="4"/>
                    <a:pt x="25" y="10"/>
                    <a:pt x="27" y="11"/>
                  </a:cubicBezTo>
                  <a:cubicBezTo>
                    <a:pt x="30" y="12"/>
                    <a:pt x="38" y="19"/>
                    <a:pt x="36" y="21"/>
                  </a:cubicBezTo>
                  <a:cubicBezTo>
                    <a:pt x="33" y="22"/>
                    <a:pt x="33" y="26"/>
                    <a:pt x="29" y="26"/>
                  </a:cubicBezTo>
                  <a:cubicBezTo>
                    <a:pt x="26" y="26"/>
                    <a:pt x="22" y="27"/>
                    <a:pt x="22" y="29"/>
                  </a:cubicBezTo>
                  <a:cubicBezTo>
                    <a:pt x="22" y="32"/>
                    <a:pt x="17" y="36"/>
                    <a:pt x="13" y="36"/>
                  </a:cubicBezTo>
                  <a:cubicBezTo>
                    <a:pt x="11" y="36"/>
                    <a:pt x="6" y="33"/>
                    <a:pt x="2" y="31"/>
                  </a:cubicBezTo>
                  <a:cubicBezTo>
                    <a:pt x="1" y="34"/>
                    <a:pt x="1" y="34"/>
                    <a:pt x="1" y="34"/>
                  </a:cubicBezTo>
                  <a:cubicBezTo>
                    <a:pt x="0" y="37"/>
                    <a:pt x="0" y="37"/>
                    <a:pt x="0" y="37"/>
                  </a:cubicBezTo>
                  <a:cubicBezTo>
                    <a:pt x="1" y="40"/>
                    <a:pt x="0" y="49"/>
                    <a:pt x="2" y="50"/>
                  </a:cubicBezTo>
                  <a:cubicBezTo>
                    <a:pt x="5" y="51"/>
                    <a:pt x="6" y="55"/>
                    <a:pt x="11" y="61"/>
                  </a:cubicBezTo>
                  <a:cubicBezTo>
                    <a:pt x="17" y="67"/>
                    <a:pt x="28" y="83"/>
                    <a:pt x="28" y="87"/>
                  </a:cubicBezTo>
                  <a:cubicBezTo>
                    <a:pt x="28" y="90"/>
                    <a:pt x="30" y="95"/>
                    <a:pt x="36" y="99"/>
                  </a:cubicBezTo>
                  <a:cubicBezTo>
                    <a:pt x="43" y="104"/>
                    <a:pt x="43" y="109"/>
                    <a:pt x="47" y="112"/>
                  </a:cubicBezTo>
                  <a:cubicBezTo>
                    <a:pt x="50" y="114"/>
                    <a:pt x="49" y="118"/>
                    <a:pt x="49" y="124"/>
                  </a:cubicBezTo>
                  <a:cubicBezTo>
                    <a:pt x="50" y="131"/>
                    <a:pt x="53" y="140"/>
                    <a:pt x="59" y="143"/>
                  </a:cubicBezTo>
                  <a:cubicBezTo>
                    <a:pt x="65" y="147"/>
                    <a:pt x="69" y="151"/>
                    <a:pt x="72" y="158"/>
                  </a:cubicBezTo>
                  <a:cubicBezTo>
                    <a:pt x="74" y="165"/>
                    <a:pt x="78" y="171"/>
                    <a:pt x="82" y="175"/>
                  </a:cubicBezTo>
                  <a:cubicBezTo>
                    <a:pt x="86" y="179"/>
                    <a:pt x="84" y="181"/>
                    <a:pt x="86" y="184"/>
                  </a:cubicBezTo>
                  <a:cubicBezTo>
                    <a:pt x="87" y="185"/>
                    <a:pt x="88" y="188"/>
                    <a:pt x="89" y="190"/>
                  </a:cubicBezTo>
                  <a:cubicBezTo>
                    <a:pt x="92" y="189"/>
                    <a:pt x="94" y="188"/>
                    <a:pt x="95" y="188"/>
                  </a:cubicBezTo>
                  <a:cubicBezTo>
                    <a:pt x="95" y="186"/>
                    <a:pt x="93" y="183"/>
                    <a:pt x="94" y="181"/>
                  </a:cubicBezTo>
                  <a:cubicBezTo>
                    <a:pt x="95" y="180"/>
                    <a:pt x="97" y="178"/>
                    <a:pt x="99" y="177"/>
                  </a:cubicBezTo>
                  <a:cubicBezTo>
                    <a:pt x="101" y="177"/>
                    <a:pt x="103" y="179"/>
                    <a:pt x="107" y="179"/>
                  </a:cubicBezTo>
                  <a:cubicBezTo>
                    <a:pt x="112" y="178"/>
                    <a:pt x="120" y="179"/>
                    <a:pt x="121" y="180"/>
                  </a:cubicBezTo>
                  <a:cubicBezTo>
                    <a:pt x="122" y="181"/>
                    <a:pt x="134" y="180"/>
                    <a:pt x="137" y="182"/>
                  </a:cubicBezTo>
                  <a:cubicBezTo>
                    <a:pt x="140" y="185"/>
                    <a:pt x="143" y="184"/>
                    <a:pt x="145" y="179"/>
                  </a:cubicBezTo>
                  <a:cubicBezTo>
                    <a:pt x="147" y="175"/>
                    <a:pt x="160" y="165"/>
                    <a:pt x="162" y="164"/>
                  </a:cubicBezTo>
                  <a:cubicBezTo>
                    <a:pt x="164" y="163"/>
                    <a:pt x="179" y="164"/>
                    <a:pt x="184" y="163"/>
                  </a:cubicBezTo>
                  <a:cubicBezTo>
                    <a:pt x="190" y="162"/>
                    <a:pt x="228" y="150"/>
                    <a:pt x="230" y="148"/>
                  </a:cubicBezTo>
                  <a:cubicBezTo>
                    <a:pt x="231" y="147"/>
                    <a:pt x="238" y="127"/>
                    <a:pt x="238" y="125"/>
                  </a:cubicBezTo>
                  <a:cubicBezTo>
                    <a:pt x="238" y="122"/>
                    <a:pt x="235" y="116"/>
                    <a:pt x="232" y="117"/>
                  </a:cubicBezTo>
                  <a:cubicBezTo>
                    <a:pt x="229" y="117"/>
                    <a:pt x="205" y="114"/>
                    <a:pt x="203" y="113"/>
                  </a:cubicBezTo>
                  <a:cubicBezTo>
                    <a:pt x="202" y="113"/>
                    <a:pt x="196" y="108"/>
                    <a:pt x="195" y="101"/>
                  </a:cubicBezTo>
                  <a:cubicBezTo>
                    <a:pt x="193" y="100"/>
                    <a:pt x="191" y="97"/>
                    <a:pt x="190" y="94"/>
                  </a:cubicBezTo>
                  <a:cubicBezTo>
                    <a:pt x="188" y="95"/>
                    <a:pt x="183" y="94"/>
                    <a:pt x="181" y="88"/>
                  </a:cubicBezTo>
                  <a:cubicBezTo>
                    <a:pt x="179" y="86"/>
                    <a:pt x="173" y="78"/>
                    <a:pt x="175" y="76"/>
                  </a:cubicBezTo>
                  <a:cubicBezTo>
                    <a:pt x="177" y="73"/>
                    <a:pt x="174" y="67"/>
                    <a:pt x="170" y="63"/>
                  </a:cubicBezTo>
                  <a:cubicBezTo>
                    <a:pt x="166" y="60"/>
                    <a:pt x="159" y="54"/>
                    <a:pt x="158" y="50"/>
                  </a:cubicBezTo>
                  <a:cubicBezTo>
                    <a:pt x="158" y="49"/>
                    <a:pt x="158" y="47"/>
                    <a:pt x="157" y="45"/>
                  </a:cubicBezTo>
                  <a:cubicBezTo>
                    <a:pt x="148" y="45"/>
                    <a:pt x="148" y="45"/>
                    <a:pt x="148" y="45"/>
                  </a:cubicBezTo>
                  <a:lnTo>
                    <a:pt x="142" y="40"/>
                  </a:ln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4" name="Freeform 90"/>
            <p:cNvSpPr>
              <a:spLocks noChangeArrowheads="1"/>
            </p:cNvSpPr>
            <p:nvPr/>
          </p:nvSpPr>
          <p:spPr bwMode="auto">
            <a:xfrm>
              <a:off x="4756166" y="1914527"/>
              <a:ext cx="174626" cy="192089"/>
            </a:xfrm>
            <a:custGeom>
              <a:avLst/>
              <a:gdLst>
                <a:gd name="T0" fmla="*/ 45 w 91"/>
                <a:gd name="T1" fmla="*/ 3 h 101"/>
                <a:gd name="T2" fmla="*/ 45 w 91"/>
                <a:gd name="T3" fmla="*/ 11 h 101"/>
                <a:gd name="T4" fmla="*/ 38 w 91"/>
                <a:gd name="T5" fmla="*/ 20 h 101"/>
                <a:gd name="T6" fmla="*/ 35 w 91"/>
                <a:gd name="T7" fmla="*/ 30 h 101"/>
                <a:gd name="T8" fmla="*/ 37 w 91"/>
                <a:gd name="T9" fmla="*/ 30 h 101"/>
                <a:gd name="T10" fmla="*/ 43 w 91"/>
                <a:gd name="T11" fmla="*/ 38 h 101"/>
                <a:gd name="T12" fmla="*/ 35 w 91"/>
                <a:gd name="T13" fmla="*/ 61 h 101"/>
                <a:gd name="T14" fmla="*/ 0 w 91"/>
                <a:gd name="T15" fmla="*/ 73 h 101"/>
                <a:gd name="T16" fmla="*/ 14 w 91"/>
                <a:gd name="T17" fmla="*/ 101 h 101"/>
                <a:gd name="T18" fmla="*/ 17 w 91"/>
                <a:gd name="T19" fmla="*/ 100 h 101"/>
                <a:gd name="T20" fmla="*/ 35 w 91"/>
                <a:gd name="T21" fmla="*/ 97 h 101"/>
                <a:gd name="T22" fmla="*/ 40 w 91"/>
                <a:gd name="T23" fmla="*/ 88 h 101"/>
                <a:gd name="T24" fmla="*/ 52 w 91"/>
                <a:gd name="T25" fmla="*/ 86 h 101"/>
                <a:gd name="T26" fmla="*/ 59 w 91"/>
                <a:gd name="T27" fmla="*/ 76 h 101"/>
                <a:gd name="T28" fmla="*/ 67 w 91"/>
                <a:gd name="T29" fmla="*/ 72 h 101"/>
                <a:gd name="T30" fmla="*/ 70 w 91"/>
                <a:gd name="T31" fmla="*/ 57 h 101"/>
                <a:gd name="T32" fmla="*/ 80 w 91"/>
                <a:gd name="T33" fmla="*/ 51 h 101"/>
                <a:gd name="T34" fmla="*/ 89 w 91"/>
                <a:gd name="T35" fmla="*/ 37 h 101"/>
                <a:gd name="T36" fmla="*/ 88 w 91"/>
                <a:gd name="T37" fmla="*/ 31 h 101"/>
                <a:gd name="T38" fmla="*/ 79 w 91"/>
                <a:gd name="T39" fmla="*/ 19 h 101"/>
                <a:gd name="T40" fmla="*/ 60 w 91"/>
                <a:gd name="T41" fmla="*/ 12 h 101"/>
                <a:gd name="T42" fmla="*/ 54 w 91"/>
                <a:gd name="T43" fmla="*/ 0 h 101"/>
                <a:gd name="T44" fmla="*/ 50 w 91"/>
                <a:gd name="T45" fmla="*/ 3 h 101"/>
                <a:gd name="T46" fmla="*/ 45 w 91"/>
                <a:gd name="T47" fmla="*/ 3 h 1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1"/>
                <a:gd name="T73" fmla="*/ 0 h 101"/>
                <a:gd name="T74" fmla="*/ 91 w 91"/>
                <a:gd name="T75" fmla="*/ 101 h 1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1" h="101">
                  <a:moveTo>
                    <a:pt x="45" y="3"/>
                  </a:moveTo>
                  <a:cubicBezTo>
                    <a:pt x="45" y="11"/>
                    <a:pt x="45" y="11"/>
                    <a:pt x="45" y="11"/>
                  </a:cubicBezTo>
                  <a:cubicBezTo>
                    <a:pt x="38" y="20"/>
                    <a:pt x="38" y="20"/>
                    <a:pt x="38" y="20"/>
                  </a:cubicBezTo>
                  <a:cubicBezTo>
                    <a:pt x="35" y="30"/>
                    <a:pt x="35" y="30"/>
                    <a:pt x="35" y="30"/>
                  </a:cubicBezTo>
                  <a:cubicBezTo>
                    <a:pt x="36" y="30"/>
                    <a:pt x="36" y="30"/>
                    <a:pt x="37" y="30"/>
                  </a:cubicBezTo>
                  <a:cubicBezTo>
                    <a:pt x="40" y="29"/>
                    <a:pt x="43" y="35"/>
                    <a:pt x="43" y="38"/>
                  </a:cubicBezTo>
                  <a:cubicBezTo>
                    <a:pt x="43" y="40"/>
                    <a:pt x="36" y="60"/>
                    <a:pt x="35" y="61"/>
                  </a:cubicBezTo>
                  <a:cubicBezTo>
                    <a:pt x="34" y="62"/>
                    <a:pt x="14" y="69"/>
                    <a:pt x="0" y="73"/>
                  </a:cubicBezTo>
                  <a:cubicBezTo>
                    <a:pt x="3" y="79"/>
                    <a:pt x="9" y="91"/>
                    <a:pt x="14" y="101"/>
                  </a:cubicBezTo>
                  <a:cubicBezTo>
                    <a:pt x="15" y="101"/>
                    <a:pt x="16" y="101"/>
                    <a:pt x="17" y="100"/>
                  </a:cubicBezTo>
                  <a:cubicBezTo>
                    <a:pt x="23" y="96"/>
                    <a:pt x="31" y="98"/>
                    <a:pt x="35" y="97"/>
                  </a:cubicBezTo>
                  <a:cubicBezTo>
                    <a:pt x="40" y="96"/>
                    <a:pt x="36" y="92"/>
                    <a:pt x="40" y="88"/>
                  </a:cubicBezTo>
                  <a:cubicBezTo>
                    <a:pt x="44" y="85"/>
                    <a:pt x="50" y="87"/>
                    <a:pt x="52" y="86"/>
                  </a:cubicBezTo>
                  <a:cubicBezTo>
                    <a:pt x="54" y="85"/>
                    <a:pt x="56" y="77"/>
                    <a:pt x="59" y="76"/>
                  </a:cubicBezTo>
                  <a:cubicBezTo>
                    <a:pt x="63" y="74"/>
                    <a:pt x="67" y="75"/>
                    <a:pt x="67" y="72"/>
                  </a:cubicBezTo>
                  <a:cubicBezTo>
                    <a:pt x="66" y="69"/>
                    <a:pt x="67" y="58"/>
                    <a:pt x="70" y="57"/>
                  </a:cubicBezTo>
                  <a:cubicBezTo>
                    <a:pt x="74" y="56"/>
                    <a:pt x="79" y="53"/>
                    <a:pt x="80" y="51"/>
                  </a:cubicBezTo>
                  <a:cubicBezTo>
                    <a:pt x="80" y="49"/>
                    <a:pt x="87" y="41"/>
                    <a:pt x="89" y="37"/>
                  </a:cubicBezTo>
                  <a:cubicBezTo>
                    <a:pt x="91" y="34"/>
                    <a:pt x="91" y="32"/>
                    <a:pt x="88" y="31"/>
                  </a:cubicBezTo>
                  <a:cubicBezTo>
                    <a:pt x="85" y="31"/>
                    <a:pt x="80" y="22"/>
                    <a:pt x="79" y="19"/>
                  </a:cubicBezTo>
                  <a:cubicBezTo>
                    <a:pt x="77" y="17"/>
                    <a:pt x="68" y="19"/>
                    <a:pt x="60" y="12"/>
                  </a:cubicBezTo>
                  <a:cubicBezTo>
                    <a:pt x="57" y="10"/>
                    <a:pt x="55" y="5"/>
                    <a:pt x="54" y="0"/>
                  </a:cubicBezTo>
                  <a:cubicBezTo>
                    <a:pt x="50" y="3"/>
                    <a:pt x="50" y="3"/>
                    <a:pt x="50" y="3"/>
                  </a:cubicBezTo>
                  <a:lnTo>
                    <a:pt x="45" y="3"/>
                  </a:ln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5" name="Freeform 91"/>
            <p:cNvSpPr>
              <a:spLocks noChangeArrowheads="1"/>
            </p:cNvSpPr>
            <p:nvPr/>
          </p:nvSpPr>
          <p:spPr bwMode="auto">
            <a:xfrm>
              <a:off x="4729179" y="1890714"/>
              <a:ext cx="25400" cy="38100"/>
            </a:xfrm>
            <a:custGeom>
              <a:avLst/>
              <a:gdLst>
                <a:gd name="T0" fmla="*/ 9 w 13"/>
                <a:gd name="T1" fmla="*/ 19 h 20"/>
                <a:gd name="T2" fmla="*/ 10 w 13"/>
                <a:gd name="T3" fmla="*/ 16 h 20"/>
                <a:gd name="T4" fmla="*/ 8 w 13"/>
                <a:gd name="T5" fmla="*/ 2 h 20"/>
                <a:gd name="T6" fmla="*/ 1 w 13"/>
                <a:gd name="T7" fmla="*/ 13 h 20"/>
                <a:gd name="T8" fmla="*/ 0 w 13"/>
                <a:gd name="T9" fmla="*/ 13 h 20"/>
                <a:gd name="T10" fmla="*/ 9 w 13"/>
                <a:gd name="T11" fmla="*/ 19 h 20"/>
                <a:gd name="T12" fmla="*/ 0 60000 65536"/>
                <a:gd name="T13" fmla="*/ 0 60000 65536"/>
                <a:gd name="T14" fmla="*/ 0 60000 65536"/>
                <a:gd name="T15" fmla="*/ 0 60000 65536"/>
                <a:gd name="T16" fmla="*/ 0 60000 65536"/>
                <a:gd name="T17" fmla="*/ 0 60000 65536"/>
                <a:gd name="T18" fmla="*/ 0 w 13"/>
                <a:gd name="T19" fmla="*/ 0 h 20"/>
                <a:gd name="T20" fmla="*/ 13 w 13"/>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3" h="20">
                  <a:moveTo>
                    <a:pt x="9" y="19"/>
                  </a:moveTo>
                  <a:cubicBezTo>
                    <a:pt x="9" y="18"/>
                    <a:pt x="9" y="17"/>
                    <a:pt x="10" y="16"/>
                  </a:cubicBezTo>
                  <a:cubicBezTo>
                    <a:pt x="12" y="12"/>
                    <a:pt x="13" y="3"/>
                    <a:pt x="8" y="2"/>
                  </a:cubicBezTo>
                  <a:cubicBezTo>
                    <a:pt x="3" y="0"/>
                    <a:pt x="1" y="10"/>
                    <a:pt x="1" y="13"/>
                  </a:cubicBezTo>
                  <a:cubicBezTo>
                    <a:pt x="1" y="13"/>
                    <a:pt x="0" y="13"/>
                    <a:pt x="0" y="13"/>
                  </a:cubicBezTo>
                  <a:cubicBezTo>
                    <a:pt x="2" y="19"/>
                    <a:pt x="7" y="20"/>
                    <a:pt x="9" y="19"/>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6" name="Freeform 92"/>
            <p:cNvSpPr>
              <a:spLocks noChangeArrowheads="1"/>
            </p:cNvSpPr>
            <p:nvPr/>
          </p:nvSpPr>
          <p:spPr bwMode="auto">
            <a:xfrm>
              <a:off x="4756166" y="1887539"/>
              <a:ext cx="103188" cy="84138"/>
            </a:xfrm>
            <a:custGeom>
              <a:avLst/>
              <a:gdLst>
                <a:gd name="T0" fmla="*/ 8 w 54"/>
                <a:gd name="T1" fmla="*/ 40 h 44"/>
                <a:gd name="T2" fmla="*/ 35 w 54"/>
                <a:gd name="T3" fmla="*/ 44 h 44"/>
                <a:gd name="T4" fmla="*/ 38 w 54"/>
                <a:gd name="T5" fmla="*/ 34 h 44"/>
                <a:gd name="T6" fmla="*/ 45 w 54"/>
                <a:gd name="T7" fmla="*/ 25 h 44"/>
                <a:gd name="T8" fmla="*/ 45 w 54"/>
                <a:gd name="T9" fmla="*/ 17 h 44"/>
                <a:gd name="T10" fmla="*/ 50 w 54"/>
                <a:gd name="T11" fmla="*/ 17 h 44"/>
                <a:gd name="T12" fmla="*/ 54 w 54"/>
                <a:gd name="T13" fmla="*/ 14 h 44"/>
                <a:gd name="T14" fmla="*/ 51 w 54"/>
                <a:gd name="T15" fmla="*/ 0 h 44"/>
                <a:gd name="T16" fmla="*/ 37 w 54"/>
                <a:gd name="T17" fmla="*/ 16 h 44"/>
                <a:gd name="T18" fmla="*/ 16 w 54"/>
                <a:gd name="T19" fmla="*/ 26 h 44"/>
                <a:gd name="T20" fmla="*/ 2 w 54"/>
                <a:gd name="T21" fmla="*/ 29 h 44"/>
                <a:gd name="T22" fmla="*/ 0 w 54"/>
                <a:gd name="T23" fmla="*/ 28 h 44"/>
                <a:gd name="T24" fmla="*/ 8 w 54"/>
                <a:gd name="T25" fmla="*/ 4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4"/>
                <a:gd name="T40" fmla="*/ 0 h 44"/>
                <a:gd name="T41" fmla="*/ 54 w 54"/>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4" h="44">
                  <a:moveTo>
                    <a:pt x="8" y="40"/>
                  </a:moveTo>
                  <a:cubicBezTo>
                    <a:pt x="10" y="41"/>
                    <a:pt x="28" y="43"/>
                    <a:pt x="35" y="44"/>
                  </a:cubicBezTo>
                  <a:cubicBezTo>
                    <a:pt x="38" y="34"/>
                    <a:pt x="38" y="34"/>
                    <a:pt x="38" y="34"/>
                  </a:cubicBezTo>
                  <a:cubicBezTo>
                    <a:pt x="45" y="25"/>
                    <a:pt x="45" y="25"/>
                    <a:pt x="45" y="25"/>
                  </a:cubicBezTo>
                  <a:cubicBezTo>
                    <a:pt x="45" y="17"/>
                    <a:pt x="45" y="17"/>
                    <a:pt x="45" y="17"/>
                  </a:cubicBezTo>
                  <a:cubicBezTo>
                    <a:pt x="50" y="17"/>
                    <a:pt x="50" y="17"/>
                    <a:pt x="50" y="17"/>
                  </a:cubicBezTo>
                  <a:cubicBezTo>
                    <a:pt x="54" y="14"/>
                    <a:pt x="54" y="14"/>
                    <a:pt x="54" y="14"/>
                  </a:cubicBezTo>
                  <a:cubicBezTo>
                    <a:pt x="52" y="7"/>
                    <a:pt x="52" y="0"/>
                    <a:pt x="51" y="0"/>
                  </a:cubicBezTo>
                  <a:cubicBezTo>
                    <a:pt x="49" y="0"/>
                    <a:pt x="40" y="9"/>
                    <a:pt x="37" y="16"/>
                  </a:cubicBezTo>
                  <a:cubicBezTo>
                    <a:pt x="34" y="22"/>
                    <a:pt x="24" y="27"/>
                    <a:pt x="16" y="26"/>
                  </a:cubicBezTo>
                  <a:cubicBezTo>
                    <a:pt x="7" y="24"/>
                    <a:pt x="5" y="28"/>
                    <a:pt x="2" y="29"/>
                  </a:cubicBezTo>
                  <a:cubicBezTo>
                    <a:pt x="2" y="29"/>
                    <a:pt x="1" y="29"/>
                    <a:pt x="0" y="28"/>
                  </a:cubicBezTo>
                  <a:cubicBezTo>
                    <a:pt x="1" y="35"/>
                    <a:pt x="7" y="40"/>
                    <a:pt x="8" y="40"/>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7" name="Freeform 93"/>
            <p:cNvSpPr>
              <a:spLocks noEditPoints="1" noChangeArrowheads="1"/>
            </p:cNvSpPr>
            <p:nvPr/>
          </p:nvSpPr>
          <p:spPr bwMode="auto">
            <a:xfrm>
              <a:off x="5775344" y="2328864"/>
              <a:ext cx="419102" cy="130175"/>
            </a:xfrm>
            <a:custGeom>
              <a:avLst/>
              <a:gdLst>
                <a:gd name="T0" fmla="*/ 39 w 219"/>
                <a:gd name="T1" fmla="*/ 24 h 68"/>
                <a:gd name="T2" fmla="*/ 31 w 219"/>
                <a:gd name="T3" fmla="*/ 12 h 68"/>
                <a:gd name="T4" fmla="*/ 25 w 219"/>
                <a:gd name="T5" fmla="*/ 7 h 68"/>
                <a:gd name="T6" fmla="*/ 24 w 219"/>
                <a:gd name="T7" fmla="*/ 5 h 68"/>
                <a:gd name="T8" fmla="*/ 21 w 219"/>
                <a:gd name="T9" fmla="*/ 10 h 68"/>
                <a:gd name="T10" fmla="*/ 12 w 219"/>
                <a:gd name="T11" fmla="*/ 9 h 68"/>
                <a:gd name="T12" fmla="*/ 6 w 219"/>
                <a:gd name="T13" fmla="*/ 2 h 68"/>
                <a:gd name="T14" fmla="*/ 0 w 219"/>
                <a:gd name="T15" fmla="*/ 1 h 68"/>
                <a:gd name="T16" fmla="*/ 3 w 219"/>
                <a:gd name="T17" fmla="*/ 19 h 68"/>
                <a:gd name="T18" fmla="*/ 14 w 219"/>
                <a:gd name="T19" fmla="*/ 40 h 68"/>
                <a:gd name="T20" fmla="*/ 25 w 219"/>
                <a:gd name="T21" fmla="*/ 51 h 68"/>
                <a:gd name="T22" fmla="*/ 47 w 219"/>
                <a:gd name="T23" fmla="*/ 62 h 68"/>
                <a:gd name="T24" fmla="*/ 39 w 219"/>
                <a:gd name="T25" fmla="*/ 46 h 68"/>
                <a:gd name="T26" fmla="*/ 39 w 219"/>
                <a:gd name="T27" fmla="*/ 24 h 68"/>
                <a:gd name="T28" fmla="*/ 210 w 219"/>
                <a:gd name="T29" fmla="*/ 11 h 68"/>
                <a:gd name="T30" fmla="*/ 200 w 219"/>
                <a:gd name="T31" fmla="*/ 9 h 68"/>
                <a:gd name="T32" fmla="*/ 189 w 219"/>
                <a:gd name="T33" fmla="*/ 0 h 68"/>
                <a:gd name="T34" fmla="*/ 180 w 219"/>
                <a:gd name="T35" fmla="*/ 11 h 68"/>
                <a:gd name="T36" fmla="*/ 174 w 219"/>
                <a:gd name="T37" fmla="*/ 19 h 68"/>
                <a:gd name="T38" fmla="*/ 172 w 219"/>
                <a:gd name="T39" fmla="*/ 22 h 68"/>
                <a:gd name="T40" fmla="*/ 172 w 219"/>
                <a:gd name="T41" fmla="*/ 29 h 68"/>
                <a:gd name="T42" fmla="*/ 165 w 219"/>
                <a:gd name="T43" fmla="*/ 31 h 68"/>
                <a:gd name="T44" fmla="*/ 159 w 219"/>
                <a:gd name="T45" fmla="*/ 23 h 68"/>
                <a:gd name="T46" fmla="*/ 158 w 219"/>
                <a:gd name="T47" fmla="*/ 23 h 68"/>
                <a:gd name="T48" fmla="*/ 148 w 219"/>
                <a:gd name="T49" fmla="*/ 39 h 68"/>
                <a:gd name="T50" fmla="*/ 132 w 219"/>
                <a:gd name="T51" fmla="*/ 44 h 68"/>
                <a:gd name="T52" fmla="*/ 125 w 219"/>
                <a:gd name="T53" fmla="*/ 58 h 68"/>
                <a:gd name="T54" fmla="*/ 108 w 219"/>
                <a:gd name="T55" fmla="*/ 54 h 68"/>
                <a:gd name="T56" fmla="*/ 111 w 219"/>
                <a:gd name="T57" fmla="*/ 61 h 68"/>
                <a:gd name="T58" fmla="*/ 121 w 219"/>
                <a:gd name="T59" fmla="*/ 66 h 68"/>
                <a:gd name="T60" fmla="*/ 135 w 219"/>
                <a:gd name="T61" fmla="*/ 65 h 68"/>
                <a:gd name="T62" fmla="*/ 147 w 219"/>
                <a:gd name="T63" fmla="*/ 60 h 68"/>
                <a:gd name="T64" fmla="*/ 157 w 219"/>
                <a:gd name="T65" fmla="*/ 62 h 68"/>
                <a:gd name="T66" fmla="*/ 167 w 219"/>
                <a:gd name="T67" fmla="*/ 55 h 68"/>
                <a:gd name="T68" fmla="*/ 171 w 219"/>
                <a:gd name="T69" fmla="*/ 45 h 68"/>
                <a:gd name="T70" fmla="*/ 177 w 219"/>
                <a:gd name="T71" fmla="*/ 35 h 68"/>
                <a:gd name="T72" fmla="*/ 195 w 219"/>
                <a:gd name="T73" fmla="*/ 27 h 68"/>
                <a:gd name="T74" fmla="*/ 200 w 219"/>
                <a:gd name="T75" fmla="*/ 29 h 68"/>
                <a:gd name="T76" fmla="*/ 207 w 219"/>
                <a:gd name="T77" fmla="*/ 22 h 68"/>
                <a:gd name="T78" fmla="*/ 217 w 219"/>
                <a:gd name="T79" fmla="*/ 18 h 68"/>
                <a:gd name="T80" fmla="*/ 210 w 219"/>
                <a:gd name="T81" fmla="*/ 11 h 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19"/>
                <a:gd name="T124" fmla="*/ 0 h 68"/>
                <a:gd name="T125" fmla="*/ 219 w 219"/>
                <a:gd name="T126" fmla="*/ 68 h 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19" h="68">
                  <a:moveTo>
                    <a:pt x="39" y="24"/>
                  </a:moveTo>
                  <a:cubicBezTo>
                    <a:pt x="39" y="17"/>
                    <a:pt x="32" y="17"/>
                    <a:pt x="31" y="12"/>
                  </a:cubicBezTo>
                  <a:cubicBezTo>
                    <a:pt x="29" y="7"/>
                    <a:pt x="26" y="10"/>
                    <a:pt x="25" y="7"/>
                  </a:cubicBezTo>
                  <a:cubicBezTo>
                    <a:pt x="25" y="6"/>
                    <a:pt x="25" y="6"/>
                    <a:pt x="24" y="5"/>
                  </a:cubicBezTo>
                  <a:cubicBezTo>
                    <a:pt x="20" y="6"/>
                    <a:pt x="22" y="9"/>
                    <a:pt x="21" y="10"/>
                  </a:cubicBezTo>
                  <a:cubicBezTo>
                    <a:pt x="19" y="10"/>
                    <a:pt x="12" y="11"/>
                    <a:pt x="12" y="9"/>
                  </a:cubicBezTo>
                  <a:cubicBezTo>
                    <a:pt x="12" y="6"/>
                    <a:pt x="11" y="3"/>
                    <a:pt x="6" y="2"/>
                  </a:cubicBezTo>
                  <a:cubicBezTo>
                    <a:pt x="4" y="1"/>
                    <a:pt x="2" y="1"/>
                    <a:pt x="0" y="1"/>
                  </a:cubicBezTo>
                  <a:cubicBezTo>
                    <a:pt x="2" y="7"/>
                    <a:pt x="3" y="14"/>
                    <a:pt x="3" y="19"/>
                  </a:cubicBezTo>
                  <a:cubicBezTo>
                    <a:pt x="3" y="25"/>
                    <a:pt x="13" y="36"/>
                    <a:pt x="14" y="40"/>
                  </a:cubicBezTo>
                  <a:cubicBezTo>
                    <a:pt x="16" y="45"/>
                    <a:pt x="19" y="46"/>
                    <a:pt x="25" y="51"/>
                  </a:cubicBezTo>
                  <a:cubicBezTo>
                    <a:pt x="32" y="55"/>
                    <a:pt x="44" y="63"/>
                    <a:pt x="47" y="62"/>
                  </a:cubicBezTo>
                  <a:cubicBezTo>
                    <a:pt x="49" y="61"/>
                    <a:pt x="43" y="50"/>
                    <a:pt x="39" y="46"/>
                  </a:cubicBezTo>
                  <a:cubicBezTo>
                    <a:pt x="36" y="42"/>
                    <a:pt x="39" y="32"/>
                    <a:pt x="39" y="24"/>
                  </a:cubicBezTo>
                  <a:close/>
                  <a:moveTo>
                    <a:pt x="210" y="11"/>
                  </a:moveTo>
                  <a:cubicBezTo>
                    <a:pt x="207" y="12"/>
                    <a:pt x="200" y="12"/>
                    <a:pt x="200" y="9"/>
                  </a:cubicBezTo>
                  <a:cubicBezTo>
                    <a:pt x="200" y="6"/>
                    <a:pt x="193" y="0"/>
                    <a:pt x="189" y="0"/>
                  </a:cubicBezTo>
                  <a:cubicBezTo>
                    <a:pt x="185" y="0"/>
                    <a:pt x="181" y="8"/>
                    <a:pt x="180" y="11"/>
                  </a:cubicBezTo>
                  <a:cubicBezTo>
                    <a:pt x="180" y="15"/>
                    <a:pt x="174" y="14"/>
                    <a:pt x="174" y="19"/>
                  </a:cubicBezTo>
                  <a:cubicBezTo>
                    <a:pt x="175" y="21"/>
                    <a:pt x="173" y="21"/>
                    <a:pt x="172" y="22"/>
                  </a:cubicBezTo>
                  <a:cubicBezTo>
                    <a:pt x="173" y="26"/>
                    <a:pt x="174" y="29"/>
                    <a:pt x="172" y="29"/>
                  </a:cubicBezTo>
                  <a:cubicBezTo>
                    <a:pt x="169" y="28"/>
                    <a:pt x="169" y="31"/>
                    <a:pt x="165" y="31"/>
                  </a:cubicBezTo>
                  <a:cubicBezTo>
                    <a:pt x="163" y="31"/>
                    <a:pt x="161" y="28"/>
                    <a:pt x="159" y="23"/>
                  </a:cubicBezTo>
                  <a:cubicBezTo>
                    <a:pt x="159" y="23"/>
                    <a:pt x="158" y="23"/>
                    <a:pt x="158" y="23"/>
                  </a:cubicBezTo>
                  <a:cubicBezTo>
                    <a:pt x="156" y="23"/>
                    <a:pt x="150" y="33"/>
                    <a:pt x="148" y="39"/>
                  </a:cubicBezTo>
                  <a:cubicBezTo>
                    <a:pt x="147" y="45"/>
                    <a:pt x="141" y="43"/>
                    <a:pt x="132" y="44"/>
                  </a:cubicBezTo>
                  <a:cubicBezTo>
                    <a:pt x="123" y="45"/>
                    <a:pt x="127" y="54"/>
                    <a:pt x="125" y="58"/>
                  </a:cubicBezTo>
                  <a:cubicBezTo>
                    <a:pt x="123" y="62"/>
                    <a:pt x="113" y="55"/>
                    <a:pt x="108" y="54"/>
                  </a:cubicBezTo>
                  <a:cubicBezTo>
                    <a:pt x="109" y="58"/>
                    <a:pt x="110" y="61"/>
                    <a:pt x="111" y="61"/>
                  </a:cubicBezTo>
                  <a:cubicBezTo>
                    <a:pt x="114" y="61"/>
                    <a:pt x="118" y="68"/>
                    <a:pt x="121" y="66"/>
                  </a:cubicBezTo>
                  <a:cubicBezTo>
                    <a:pt x="123" y="64"/>
                    <a:pt x="131" y="66"/>
                    <a:pt x="135" y="65"/>
                  </a:cubicBezTo>
                  <a:cubicBezTo>
                    <a:pt x="139" y="63"/>
                    <a:pt x="140" y="60"/>
                    <a:pt x="147" y="60"/>
                  </a:cubicBezTo>
                  <a:cubicBezTo>
                    <a:pt x="153" y="60"/>
                    <a:pt x="151" y="65"/>
                    <a:pt x="157" y="62"/>
                  </a:cubicBezTo>
                  <a:cubicBezTo>
                    <a:pt x="164" y="59"/>
                    <a:pt x="168" y="61"/>
                    <a:pt x="167" y="55"/>
                  </a:cubicBezTo>
                  <a:cubicBezTo>
                    <a:pt x="167" y="49"/>
                    <a:pt x="171" y="49"/>
                    <a:pt x="171" y="45"/>
                  </a:cubicBezTo>
                  <a:cubicBezTo>
                    <a:pt x="170" y="40"/>
                    <a:pt x="178" y="43"/>
                    <a:pt x="177" y="35"/>
                  </a:cubicBezTo>
                  <a:cubicBezTo>
                    <a:pt x="177" y="26"/>
                    <a:pt x="189" y="27"/>
                    <a:pt x="195" y="27"/>
                  </a:cubicBezTo>
                  <a:cubicBezTo>
                    <a:pt x="196" y="27"/>
                    <a:pt x="198" y="28"/>
                    <a:pt x="200" y="29"/>
                  </a:cubicBezTo>
                  <a:cubicBezTo>
                    <a:pt x="204" y="27"/>
                    <a:pt x="210" y="24"/>
                    <a:pt x="207" y="22"/>
                  </a:cubicBezTo>
                  <a:cubicBezTo>
                    <a:pt x="204" y="20"/>
                    <a:pt x="216" y="22"/>
                    <a:pt x="217" y="18"/>
                  </a:cubicBezTo>
                  <a:cubicBezTo>
                    <a:pt x="219" y="14"/>
                    <a:pt x="213" y="11"/>
                    <a:pt x="210" y="11"/>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8" name="Freeform 94"/>
            <p:cNvSpPr>
              <a:spLocks noChangeArrowheads="1"/>
            </p:cNvSpPr>
            <p:nvPr/>
          </p:nvSpPr>
          <p:spPr bwMode="auto">
            <a:xfrm>
              <a:off x="6078558" y="2370140"/>
              <a:ext cx="28575" cy="17463"/>
            </a:xfrm>
            <a:custGeom>
              <a:avLst/>
              <a:gdLst>
                <a:gd name="T0" fmla="*/ 6 w 15"/>
                <a:gd name="T1" fmla="*/ 9 h 9"/>
                <a:gd name="T2" fmla="*/ 13 w 15"/>
                <a:gd name="T3" fmla="*/ 7 h 9"/>
                <a:gd name="T4" fmla="*/ 13 w 15"/>
                <a:gd name="T5" fmla="*/ 0 h 9"/>
                <a:gd name="T6" fmla="*/ 7 w 15"/>
                <a:gd name="T7" fmla="*/ 3 h 9"/>
                <a:gd name="T8" fmla="*/ 0 w 15"/>
                <a:gd name="T9" fmla="*/ 1 h 9"/>
                <a:gd name="T10" fmla="*/ 6 w 15"/>
                <a:gd name="T11" fmla="*/ 9 h 9"/>
                <a:gd name="T12" fmla="*/ 0 60000 65536"/>
                <a:gd name="T13" fmla="*/ 0 60000 65536"/>
                <a:gd name="T14" fmla="*/ 0 60000 65536"/>
                <a:gd name="T15" fmla="*/ 0 60000 65536"/>
                <a:gd name="T16" fmla="*/ 0 60000 65536"/>
                <a:gd name="T17" fmla="*/ 0 60000 65536"/>
                <a:gd name="T18" fmla="*/ 0 w 15"/>
                <a:gd name="T19" fmla="*/ 0 h 9"/>
                <a:gd name="T20" fmla="*/ 15 w 15"/>
                <a:gd name="T21" fmla="*/ 9 h 9"/>
              </a:gdLst>
              <a:ahLst/>
              <a:cxnLst>
                <a:cxn ang="T12">
                  <a:pos x="T0" y="T1"/>
                </a:cxn>
                <a:cxn ang="T13">
                  <a:pos x="T2" y="T3"/>
                </a:cxn>
                <a:cxn ang="T14">
                  <a:pos x="T4" y="T5"/>
                </a:cxn>
                <a:cxn ang="T15">
                  <a:pos x="T6" y="T7"/>
                </a:cxn>
                <a:cxn ang="T16">
                  <a:pos x="T8" y="T9"/>
                </a:cxn>
                <a:cxn ang="T17">
                  <a:pos x="T10" y="T11"/>
                </a:cxn>
              </a:cxnLst>
              <a:rect l="T18" t="T19" r="T20" b="T21"/>
              <a:pathLst>
                <a:path w="15" h="9">
                  <a:moveTo>
                    <a:pt x="6" y="9"/>
                  </a:moveTo>
                  <a:cubicBezTo>
                    <a:pt x="10" y="9"/>
                    <a:pt x="10" y="6"/>
                    <a:pt x="13" y="7"/>
                  </a:cubicBezTo>
                  <a:cubicBezTo>
                    <a:pt x="15" y="7"/>
                    <a:pt x="14" y="4"/>
                    <a:pt x="13" y="0"/>
                  </a:cubicBezTo>
                  <a:cubicBezTo>
                    <a:pt x="11" y="1"/>
                    <a:pt x="7" y="1"/>
                    <a:pt x="7" y="3"/>
                  </a:cubicBezTo>
                  <a:cubicBezTo>
                    <a:pt x="7" y="5"/>
                    <a:pt x="2" y="1"/>
                    <a:pt x="0" y="1"/>
                  </a:cubicBezTo>
                  <a:cubicBezTo>
                    <a:pt x="2" y="6"/>
                    <a:pt x="4" y="9"/>
                    <a:pt x="6" y="9"/>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9" name="Freeform 95"/>
            <p:cNvSpPr>
              <a:spLocks noChangeArrowheads="1"/>
            </p:cNvSpPr>
            <p:nvPr/>
          </p:nvSpPr>
          <p:spPr bwMode="auto">
            <a:xfrm>
              <a:off x="4473590" y="1616077"/>
              <a:ext cx="209551" cy="206375"/>
            </a:xfrm>
            <a:custGeom>
              <a:avLst/>
              <a:gdLst>
                <a:gd name="T0" fmla="*/ 93 w 110"/>
                <a:gd name="T1" fmla="*/ 98 h 108"/>
                <a:gd name="T2" fmla="*/ 98 w 110"/>
                <a:gd name="T3" fmla="*/ 94 h 108"/>
                <a:gd name="T4" fmla="*/ 106 w 110"/>
                <a:gd name="T5" fmla="*/ 98 h 108"/>
                <a:gd name="T6" fmla="*/ 110 w 110"/>
                <a:gd name="T7" fmla="*/ 95 h 108"/>
                <a:gd name="T8" fmla="*/ 104 w 110"/>
                <a:gd name="T9" fmla="*/ 87 h 108"/>
                <a:gd name="T10" fmla="*/ 100 w 110"/>
                <a:gd name="T11" fmla="*/ 79 h 108"/>
                <a:gd name="T12" fmla="*/ 101 w 110"/>
                <a:gd name="T13" fmla="*/ 71 h 108"/>
                <a:gd name="T14" fmla="*/ 96 w 110"/>
                <a:gd name="T15" fmla="*/ 65 h 108"/>
                <a:gd name="T16" fmla="*/ 83 w 110"/>
                <a:gd name="T17" fmla="*/ 56 h 108"/>
                <a:gd name="T18" fmla="*/ 78 w 110"/>
                <a:gd name="T19" fmla="*/ 50 h 108"/>
                <a:gd name="T20" fmla="*/ 76 w 110"/>
                <a:gd name="T21" fmla="*/ 40 h 108"/>
                <a:gd name="T22" fmla="*/ 81 w 110"/>
                <a:gd name="T23" fmla="*/ 31 h 108"/>
                <a:gd name="T24" fmla="*/ 82 w 110"/>
                <a:gd name="T25" fmla="*/ 24 h 108"/>
                <a:gd name="T26" fmla="*/ 78 w 110"/>
                <a:gd name="T27" fmla="*/ 20 h 108"/>
                <a:gd name="T28" fmla="*/ 72 w 110"/>
                <a:gd name="T29" fmla="*/ 14 h 108"/>
                <a:gd name="T30" fmla="*/ 68 w 110"/>
                <a:gd name="T31" fmla="*/ 5 h 108"/>
                <a:gd name="T32" fmla="*/ 56 w 110"/>
                <a:gd name="T33" fmla="*/ 3 h 108"/>
                <a:gd name="T34" fmla="*/ 46 w 110"/>
                <a:gd name="T35" fmla="*/ 1 h 108"/>
                <a:gd name="T36" fmla="*/ 41 w 110"/>
                <a:gd name="T37" fmla="*/ 5 h 108"/>
                <a:gd name="T38" fmla="*/ 41 w 110"/>
                <a:gd name="T39" fmla="*/ 5 h 108"/>
                <a:gd name="T40" fmla="*/ 34 w 110"/>
                <a:gd name="T41" fmla="*/ 10 h 108"/>
                <a:gd name="T42" fmla="*/ 27 w 110"/>
                <a:gd name="T43" fmla="*/ 15 h 108"/>
                <a:gd name="T44" fmla="*/ 28 w 110"/>
                <a:gd name="T45" fmla="*/ 24 h 108"/>
                <a:gd name="T46" fmla="*/ 27 w 110"/>
                <a:gd name="T47" fmla="*/ 33 h 108"/>
                <a:gd name="T48" fmla="*/ 24 w 110"/>
                <a:gd name="T49" fmla="*/ 40 h 108"/>
                <a:gd name="T50" fmla="*/ 0 w 110"/>
                <a:gd name="T51" fmla="*/ 53 h 108"/>
                <a:gd name="T52" fmla="*/ 1 w 110"/>
                <a:gd name="T53" fmla="*/ 58 h 108"/>
                <a:gd name="T54" fmla="*/ 4 w 110"/>
                <a:gd name="T55" fmla="*/ 69 h 108"/>
                <a:gd name="T56" fmla="*/ 12 w 110"/>
                <a:gd name="T57" fmla="*/ 69 h 108"/>
                <a:gd name="T58" fmla="*/ 35 w 110"/>
                <a:gd name="T59" fmla="*/ 82 h 108"/>
                <a:gd name="T60" fmla="*/ 62 w 110"/>
                <a:gd name="T61" fmla="*/ 102 h 108"/>
                <a:gd name="T62" fmla="*/ 75 w 110"/>
                <a:gd name="T63" fmla="*/ 107 h 108"/>
                <a:gd name="T64" fmla="*/ 88 w 110"/>
                <a:gd name="T65" fmla="*/ 108 h 108"/>
                <a:gd name="T66" fmla="*/ 93 w 110"/>
                <a:gd name="T67" fmla="*/ 98 h 10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0"/>
                <a:gd name="T103" fmla="*/ 0 h 108"/>
                <a:gd name="T104" fmla="*/ 110 w 110"/>
                <a:gd name="T105" fmla="*/ 108 h 10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0" h="108">
                  <a:moveTo>
                    <a:pt x="93" y="98"/>
                  </a:moveTo>
                  <a:cubicBezTo>
                    <a:pt x="94" y="97"/>
                    <a:pt x="95" y="94"/>
                    <a:pt x="98" y="94"/>
                  </a:cubicBezTo>
                  <a:cubicBezTo>
                    <a:pt x="101" y="94"/>
                    <a:pt x="103" y="95"/>
                    <a:pt x="106" y="98"/>
                  </a:cubicBezTo>
                  <a:cubicBezTo>
                    <a:pt x="107" y="97"/>
                    <a:pt x="109" y="96"/>
                    <a:pt x="110" y="95"/>
                  </a:cubicBezTo>
                  <a:cubicBezTo>
                    <a:pt x="107" y="92"/>
                    <a:pt x="104" y="89"/>
                    <a:pt x="104" y="87"/>
                  </a:cubicBezTo>
                  <a:cubicBezTo>
                    <a:pt x="105" y="83"/>
                    <a:pt x="101" y="81"/>
                    <a:pt x="100" y="79"/>
                  </a:cubicBezTo>
                  <a:cubicBezTo>
                    <a:pt x="100" y="77"/>
                    <a:pt x="103" y="73"/>
                    <a:pt x="101" y="71"/>
                  </a:cubicBezTo>
                  <a:cubicBezTo>
                    <a:pt x="99" y="70"/>
                    <a:pt x="99" y="65"/>
                    <a:pt x="96" y="65"/>
                  </a:cubicBezTo>
                  <a:cubicBezTo>
                    <a:pt x="93" y="64"/>
                    <a:pt x="83" y="59"/>
                    <a:pt x="83" y="56"/>
                  </a:cubicBezTo>
                  <a:cubicBezTo>
                    <a:pt x="84" y="53"/>
                    <a:pt x="80" y="51"/>
                    <a:pt x="78" y="50"/>
                  </a:cubicBezTo>
                  <a:cubicBezTo>
                    <a:pt x="76" y="49"/>
                    <a:pt x="74" y="41"/>
                    <a:pt x="76" y="40"/>
                  </a:cubicBezTo>
                  <a:cubicBezTo>
                    <a:pt x="79" y="39"/>
                    <a:pt x="78" y="31"/>
                    <a:pt x="81" y="31"/>
                  </a:cubicBezTo>
                  <a:cubicBezTo>
                    <a:pt x="84" y="31"/>
                    <a:pt x="81" y="27"/>
                    <a:pt x="82" y="24"/>
                  </a:cubicBezTo>
                  <a:cubicBezTo>
                    <a:pt x="83" y="22"/>
                    <a:pt x="80" y="20"/>
                    <a:pt x="78" y="20"/>
                  </a:cubicBezTo>
                  <a:cubicBezTo>
                    <a:pt x="76" y="20"/>
                    <a:pt x="72" y="17"/>
                    <a:pt x="72" y="14"/>
                  </a:cubicBezTo>
                  <a:cubicBezTo>
                    <a:pt x="72" y="11"/>
                    <a:pt x="67" y="6"/>
                    <a:pt x="68" y="5"/>
                  </a:cubicBezTo>
                  <a:cubicBezTo>
                    <a:pt x="67" y="11"/>
                    <a:pt x="58" y="2"/>
                    <a:pt x="56" y="3"/>
                  </a:cubicBezTo>
                  <a:cubicBezTo>
                    <a:pt x="53" y="4"/>
                    <a:pt x="51" y="0"/>
                    <a:pt x="46" y="1"/>
                  </a:cubicBezTo>
                  <a:cubicBezTo>
                    <a:pt x="42" y="1"/>
                    <a:pt x="42" y="3"/>
                    <a:pt x="41" y="5"/>
                  </a:cubicBezTo>
                  <a:cubicBezTo>
                    <a:pt x="41" y="5"/>
                    <a:pt x="41" y="5"/>
                    <a:pt x="41" y="5"/>
                  </a:cubicBezTo>
                  <a:cubicBezTo>
                    <a:pt x="34" y="10"/>
                    <a:pt x="34" y="10"/>
                    <a:pt x="34" y="10"/>
                  </a:cubicBezTo>
                  <a:cubicBezTo>
                    <a:pt x="34" y="10"/>
                    <a:pt x="28" y="11"/>
                    <a:pt x="27" y="15"/>
                  </a:cubicBezTo>
                  <a:cubicBezTo>
                    <a:pt x="26" y="19"/>
                    <a:pt x="30" y="22"/>
                    <a:pt x="28" y="24"/>
                  </a:cubicBezTo>
                  <a:cubicBezTo>
                    <a:pt x="26" y="27"/>
                    <a:pt x="27" y="31"/>
                    <a:pt x="27" y="33"/>
                  </a:cubicBezTo>
                  <a:cubicBezTo>
                    <a:pt x="28" y="35"/>
                    <a:pt x="24" y="40"/>
                    <a:pt x="24" y="40"/>
                  </a:cubicBezTo>
                  <a:cubicBezTo>
                    <a:pt x="24" y="40"/>
                    <a:pt x="11" y="47"/>
                    <a:pt x="0" y="53"/>
                  </a:cubicBezTo>
                  <a:cubicBezTo>
                    <a:pt x="0" y="55"/>
                    <a:pt x="1" y="57"/>
                    <a:pt x="1" y="58"/>
                  </a:cubicBezTo>
                  <a:cubicBezTo>
                    <a:pt x="2" y="61"/>
                    <a:pt x="3" y="65"/>
                    <a:pt x="4" y="69"/>
                  </a:cubicBezTo>
                  <a:cubicBezTo>
                    <a:pt x="8" y="69"/>
                    <a:pt x="9" y="69"/>
                    <a:pt x="12" y="69"/>
                  </a:cubicBezTo>
                  <a:cubicBezTo>
                    <a:pt x="16" y="70"/>
                    <a:pt x="31" y="80"/>
                    <a:pt x="35" y="82"/>
                  </a:cubicBezTo>
                  <a:cubicBezTo>
                    <a:pt x="38" y="84"/>
                    <a:pt x="58" y="99"/>
                    <a:pt x="62" y="102"/>
                  </a:cubicBezTo>
                  <a:cubicBezTo>
                    <a:pt x="66" y="106"/>
                    <a:pt x="72" y="107"/>
                    <a:pt x="75" y="107"/>
                  </a:cubicBezTo>
                  <a:cubicBezTo>
                    <a:pt x="77" y="107"/>
                    <a:pt x="83" y="107"/>
                    <a:pt x="88" y="108"/>
                  </a:cubicBezTo>
                  <a:cubicBezTo>
                    <a:pt x="90" y="104"/>
                    <a:pt x="92" y="99"/>
                    <a:pt x="93" y="98"/>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0" name="Freeform 96"/>
            <p:cNvSpPr>
              <a:spLocks noChangeArrowheads="1"/>
            </p:cNvSpPr>
            <p:nvPr/>
          </p:nvSpPr>
          <p:spPr bwMode="auto">
            <a:xfrm>
              <a:off x="4641866" y="1795464"/>
              <a:ext cx="41275" cy="38100"/>
            </a:xfrm>
            <a:custGeom>
              <a:avLst/>
              <a:gdLst>
                <a:gd name="T0" fmla="*/ 7 w 22"/>
                <a:gd name="T1" fmla="*/ 15 h 20"/>
                <a:gd name="T2" fmla="*/ 13 w 22"/>
                <a:gd name="T3" fmla="*/ 20 h 20"/>
                <a:gd name="T4" fmla="*/ 22 w 22"/>
                <a:gd name="T5" fmla="*/ 20 h 20"/>
                <a:gd name="T6" fmla="*/ 17 w 22"/>
                <a:gd name="T7" fmla="*/ 6 h 20"/>
                <a:gd name="T8" fmla="*/ 18 w 22"/>
                <a:gd name="T9" fmla="*/ 4 h 20"/>
                <a:gd name="T10" fmla="*/ 10 w 22"/>
                <a:gd name="T11" fmla="*/ 0 h 20"/>
                <a:gd name="T12" fmla="*/ 5 w 22"/>
                <a:gd name="T13" fmla="*/ 4 h 20"/>
                <a:gd name="T14" fmla="*/ 0 w 22"/>
                <a:gd name="T15" fmla="*/ 14 h 20"/>
                <a:gd name="T16" fmla="*/ 7 w 22"/>
                <a:gd name="T17" fmla="*/ 15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0"/>
                <a:gd name="T29" fmla="*/ 22 w 22"/>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0">
                  <a:moveTo>
                    <a:pt x="7" y="15"/>
                  </a:moveTo>
                  <a:cubicBezTo>
                    <a:pt x="13" y="20"/>
                    <a:pt x="13" y="20"/>
                    <a:pt x="13" y="20"/>
                  </a:cubicBezTo>
                  <a:cubicBezTo>
                    <a:pt x="22" y="20"/>
                    <a:pt x="22" y="20"/>
                    <a:pt x="22" y="20"/>
                  </a:cubicBezTo>
                  <a:cubicBezTo>
                    <a:pt x="20" y="15"/>
                    <a:pt x="17" y="8"/>
                    <a:pt x="17" y="6"/>
                  </a:cubicBezTo>
                  <a:cubicBezTo>
                    <a:pt x="17" y="5"/>
                    <a:pt x="17" y="5"/>
                    <a:pt x="18" y="4"/>
                  </a:cubicBezTo>
                  <a:cubicBezTo>
                    <a:pt x="15" y="1"/>
                    <a:pt x="13" y="0"/>
                    <a:pt x="10" y="0"/>
                  </a:cubicBezTo>
                  <a:cubicBezTo>
                    <a:pt x="7" y="0"/>
                    <a:pt x="6" y="3"/>
                    <a:pt x="5" y="4"/>
                  </a:cubicBezTo>
                  <a:cubicBezTo>
                    <a:pt x="4" y="5"/>
                    <a:pt x="2" y="10"/>
                    <a:pt x="0" y="14"/>
                  </a:cubicBezTo>
                  <a:cubicBezTo>
                    <a:pt x="4" y="14"/>
                    <a:pt x="7" y="15"/>
                    <a:pt x="7" y="15"/>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1" name="Freeform 97"/>
            <p:cNvSpPr>
              <a:spLocks noEditPoints="1" noChangeArrowheads="1"/>
            </p:cNvSpPr>
            <p:nvPr/>
          </p:nvSpPr>
          <p:spPr bwMode="auto">
            <a:xfrm>
              <a:off x="3541725" y="1252538"/>
              <a:ext cx="315914" cy="261938"/>
            </a:xfrm>
            <a:custGeom>
              <a:avLst/>
              <a:gdLst>
                <a:gd name="T0" fmla="*/ 144 w 165"/>
                <a:gd name="T1" fmla="*/ 31 h 137"/>
                <a:gd name="T2" fmla="*/ 138 w 165"/>
                <a:gd name="T3" fmla="*/ 29 h 137"/>
                <a:gd name="T4" fmla="*/ 131 w 165"/>
                <a:gd name="T5" fmla="*/ 26 h 137"/>
                <a:gd name="T6" fmla="*/ 119 w 165"/>
                <a:gd name="T7" fmla="*/ 24 h 137"/>
                <a:gd name="T8" fmla="*/ 114 w 165"/>
                <a:gd name="T9" fmla="*/ 20 h 137"/>
                <a:gd name="T10" fmla="*/ 110 w 165"/>
                <a:gd name="T11" fmla="*/ 15 h 137"/>
                <a:gd name="T12" fmla="*/ 105 w 165"/>
                <a:gd name="T13" fmla="*/ 17 h 137"/>
                <a:gd name="T14" fmla="*/ 102 w 165"/>
                <a:gd name="T15" fmla="*/ 13 h 137"/>
                <a:gd name="T16" fmla="*/ 95 w 165"/>
                <a:gd name="T17" fmla="*/ 9 h 137"/>
                <a:gd name="T18" fmla="*/ 89 w 165"/>
                <a:gd name="T19" fmla="*/ 6 h 137"/>
                <a:gd name="T20" fmla="*/ 85 w 165"/>
                <a:gd name="T21" fmla="*/ 1 h 137"/>
                <a:gd name="T22" fmla="*/ 84 w 165"/>
                <a:gd name="T23" fmla="*/ 0 h 137"/>
                <a:gd name="T24" fmla="*/ 81 w 165"/>
                <a:gd name="T25" fmla="*/ 0 h 137"/>
                <a:gd name="T26" fmla="*/ 75 w 165"/>
                <a:gd name="T27" fmla="*/ 10 h 137"/>
                <a:gd name="T28" fmla="*/ 63 w 165"/>
                <a:gd name="T29" fmla="*/ 18 h 137"/>
                <a:gd name="T30" fmla="*/ 56 w 165"/>
                <a:gd name="T31" fmla="*/ 26 h 137"/>
                <a:gd name="T32" fmla="*/ 41 w 165"/>
                <a:gd name="T33" fmla="*/ 21 h 137"/>
                <a:gd name="T34" fmla="*/ 35 w 165"/>
                <a:gd name="T35" fmla="*/ 25 h 137"/>
                <a:gd name="T36" fmla="*/ 36 w 165"/>
                <a:gd name="T37" fmla="*/ 37 h 137"/>
                <a:gd name="T38" fmla="*/ 27 w 165"/>
                <a:gd name="T39" fmla="*/ 37 h 137"/>
                <a:gd name="T40" fmla="*/ 20 w 165"/>
                <a:gd name="T41" fmla="*/ 33 h 137"/>
                <a:gd name="T42" fmla="*/ 9 w 165"/>
                <a:gd name="T43" fmla="*/ 34 h 137"/>
                <a:gd name="T44" fmla="*/ 2 w 165"/>
                <a:gd name="T45" fmla="*/ 40 h 137"/>
                <a:gd name="T46" fmla="*/ 3 w 165"/>
                <a:gd name="T47" fmla="*/ 47 h 137"/>
                <a:gd name="T48" fmla="*/ 18 w 165"/>
                <a:gd name="T49" fmla="*/ 52 h 137"/>
                <a:gd name="T50" fmla="*/ 28 w 165"/>
                <a:gd name="T51" fmla="*/ 54 h 137"/>
                <a:gd name="T52" fmla="*/ 32 w 165"/>
                <a:gd name="T53" fmla="*/ 59 h 137"/>
                <a:gd name="T54" fmla="*/ 40 w 165"/>
                <a:gd name="T55" fmla="*/ 69 h 137"/>
                <a:gd name="T56" fmla="*/ 43 w 165"/>
                <a:gd name="T57" fmla="*/ 78 h 137"/>
                <a:gd name="T58" fmla="*/ 42 w 165"/>
                <a:gd name="T59" fmla="*/ 91 h 137"/>
                <a:gd name="T60" fmla="*/ 36 w 165"/>
                <a:gd name="T61" fmla="*/ 112 h 137"/>
                <a:gd name="T62" fmla="*/ 36 w 165"/>
                <a:gd name="T63" fmla="*/ 112 h 137"/>
                <a:gd name="T64" fmla="*/ 42 w 165"/>
                <a:gd name="T65" fmla="*/ 115 h 137"/>
                <a:gd name="T66" fmla="*/ 53 w 165"/>
                <a:gd name="T67" fmla="*/ 120 h 137"/>
                <a:gd name="T68" fmla="*/ 62 w 165"/>
                <a:gd name="T69" fmla="*/ 119 h 137"/>
                <a:gd name="T70" fmla="*/ 67 w 165"/>
                <a:gd name="T71" fmla="*/ 121 h 137"/>
                <a:gd name="T72" fmla="*/ 81 w 165"/>
                <a:gd name="T73" fmla="*/ 124 h 137"/>
                <a:gd name="T74" fmla="*/ 92 w 165"/>
                <a:gd name="T75" fmla="*/ 124 h 137"/>
                <a:gd name="T76" fmla="*/ 92 w 165"/>
                <a:gd name="T77" fmla="*/ 121 h 137"/>
                <a:gd name="T78" fmla="*/ 101 w 165"/>
                <a:gd name="T79" fmla="*/ 110 h 137"/>
                <a:gd name="T80" fmla="*/ 122 w 165"/>
                <a:gd name="T81" fmla="*/ 115 h 137"/>
                <a:gd name="T82" fmla="*/ 135 w 165"/>
                <a:gd name="T83" fmla="*/ 110 h 137"/>
                <a:gd name="T84" fmla="*/ 142 w 165"/>
                <a:gd name="T85" fmla="*/ 106 h 137"/>
                <a:gd name="T86" fmla="*/ 143 w 165"/>
                <a:gd name="T87" fmla="*/ 102 h 137"/>
                <a:gd name="T88" fmla="*/ 138 w 165"/>
                <a:gd name="T89" fmla="*/ 100 h 137"/>
                <a:gd name="T90" fmla="*/ 135 w 165"/>
                <a:gd name="T91" fmla="*/ 95 h 137"/>
                <a:gd name="T92" fmla="*/ 132 w 165"/>
                <a:gd name="T93" fmla="*/ 89 h 137"/>
                <a:gd name="T94" fmla="*/ 134 w 165"/>
                <a:gd name="T95" fmla="*/ 86 h 137"/>
                <a:gd name="T96" fmla="*/ 136 w 165"/>
                <a:gd name="T97" fmla="*/ 82 h 137"/>
                <a:gd name="T98" fmla="*/ 135 w 165"/>
                <a:gd name="T99" fmla="*/ 76 h 137"/>
                <a:gd name="T100" fmla="*/ 133 w 165"/>
                <a:gd name="T101" fmla="*/ 71 h 137"/>
                <a:gd name="T102" fmla="*/ 128 w 165"/>
                <a:gd name="T103" fmla="*/ 70 h 137"/>
                <a:gd name="T104" fmla="*/ 127 w 165"/>
                <a:gd name="T105" fmla="*/ 66 h 137"/>
                <a:gd name="T106" fmla="*/ 134 w 165"/>
                <a:gd name="T107" fmla="*/ 57 h 137"/>
                <a:gd name="T108" fmla="*/ 140 w 165"/>
                <a:gd name="T109" fmla="*/ 53 h 137"/>
                <a:gd name="T110" fmla="*/ 142 w 165"/>
                <a:gd name="T111" fmla="*/ 44 h 137"/>
                <a:gd name="T112" fmla="*/ 147 w 165"/>
                <a:gd name="T113" fmla="*/ 35 h 137"/>
                <a:gd name="T114" fmla="*/ 144 w 165"/>
                <a:gd name="T115" fmla="*/ 31 h 137"/>
                <a:gd name="T116" fmla="*/ 162 w 165"/>
                <a:gd name="T117" fmla="*/ 116 h 137"/>
                <a:gd name="T118" fmla="*/ 155 w 165"/>
                <a:gd name="T119" fmla="*/ 122 h 137"/>
                <a:gd name="T120" fmla="*/ 160 w 165"/>
                <a:gd name="T121" fmla="*/ 137 h 137"/>
                <a:gd name="T122" fmla="*/ 162 w 165"/>
                <a:gd name="T123" fmla="*/ 116 h 13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65"/>
                <a:gd name="T187" fmla="*/ 0 h 137"/>
                <a:gd name="T188" fmla="*/ 165 w 165"/>
                <a:gd name="T189" fmla="*/ 137 h 13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65" h="137">
                  <a:moveTo>
                    <a:pt x="144" y="31"/>
                  </a:moveTo>
                  <a:cubicBezTo>
                    <a:pt x="143" y="31"/>
                    <a:pt x="142" y="29"/>
                    <a:pt x="138" y="29"/>
                  </a:cubicBezTo>
                  <a:cubicBezTo>
                    <a:pt x="135" y="29"/>
                    <a:pt x="133" y="28"/>
                    <a:pt x="131" y="26"/>
                  </a:cubicBezTo>
                  <a:cubicBezTo>
                    <a:pt x="130" y="24"/>
                    <a:pt x="122" y="23"/>
                    <a:pt x="119" y="24"/>
                  </a:cubicBezTo>
                  <a:cubicBezTo>
                    <a:pt x="117" y="24"/>
                    <a:pt x="116" y="19"/>
                    <a:pt x="114" y="20"/>
                  </a:cubicBezTo>
                  <a:cubicBezTo>
                    <a:pt x="111" y="20"/>
                    <a:pt x="110" y="17"/>
                    <a:pt x="110" y="15"/>
                  </a:cubicBezTo>
                  <a:cubicBezTo>
                    <a:pt x="110" y="13"/>
                    <a:pt x="108" y="16"/>
                    <a:pt x="105" y="17"/>
                  </a:cubicBezTo>
                  <a:cubicBezTo>
                    <a:pt x="103" y="18"/>
                    <a:pt x="102" y="15"/>
                    <a:pt x="102" y="13"/>
                  </a:cubicBezTo>
                  <a:cubicBezTo>
                    <a:pt x="102" y="12"/>
                    <a:pt x="97" y="10"/>
                    <a:pt x="95" y="9"/>
                  </a:cubicBezTo>
                  <a:cubicBezTo>
                    <a:pt x="93" y="8"/>
                    <a:pt x="90" y="4"/>
                    <a:pt x="89" y="6"/>
                  </a:cubicBezTo>
                  <a:cubicBezTo>
                    <a:pt x="88" y="7"/>
                    <a:pt x="86" y="3"/>
                    <a:pt x="85" y="1"/>
                  </a:cubicBezTo>
                  <a:cubicBezTo>
                    <a:pt x="85" y="0"/>
                    <a:pt x="84" y="0"/>
                    <a:pt x="84" y="0"/>
                  </a:cubicBezTo>
                  <a:cubicBezTo>
                    <a:pt x="83" y="0"/>
                    <a:pt x="82" y="0"/>
                    <a:pt x="81" y="0"/>
                  </a:cubicBezTo>
                  <a:cubicBezTo>
                    <a:pt x="77" y="0"/>
                    <a:pt x="74" y="3"/>
                    <a:pt x="75" y="10"/>
                  </a:cubicBezTo>
                  <a:cubicBezTo>
                    <a:pt x="75" y="16"/>
                    <a:pt x="70" y="17"/>
                    <a:pt x="63" y="18"/>
                  </a:cubicBezTo>
                  <a:cubicBezTo>
                    <a:pt x="56" y="18"/>
                    <a:pt x="58" y="23"/>
                    <a:pt x="56" y="26"/>
                  </a:cubicBezTo>
                  <a:cubicBezTo>
                    <a:pt x="53" y="28"/>
                    <a:pt x="43" y="24"/>
                    <a:pt x="41" y="21"/>
                  </a:cubicBezTo>
                  <a:cubicBezTo>
                    <a:pt x="40" y="17"/>
                    <a:pt x="31" y="21"/>
                    <a:pt x="35" y="25"/>
                  </a:cubicBezTo>
                  <a:cubicBezTo>
                    <a:pt x="39" y="29"/>
                    <a:pt x="39" y="35"/>
                    <a:pt x="36" y="37"/>
                  </a:cubicBezTo>
                  <a:cubicBezTo>
                    <a:pt x="34" y="39"/>
                    <a:pt x="30" y="34"/>
                    <a:pt x="27" y="37"/>
                  </a:cubicBezTo>
                  <a:cubicBezTo>
                    <a:pt x="24" y="39"/>
                    <a:pt x="23" y="35"/>
                    <a:pt x="20" y="33"/>
                  </a:cubicBezTo>
                  <a:cubicBezTo>
                    <a:pt x="16" y="32"/>
                    <a:pt x="15" y="35"/>
                    <a:pt x="9" y="34"/>
                  </a:cubicBezTo>
                  <a:cubicBezTo>
                    <a:pt x="3" y="34"/>
                    <a:pt x="0" y="37"/>
                    <a:pt x="2" y="40"/>
                  </a:cubicBezTo>
                  <a:cubicBezTo>
                    <a:pt x="4" y="42"/>
                    <a:pt x="1" y="45"/>
                    <a:pt x="3" y="47"/>
                  </a:cubicBezTo>
                  <a:cubicBezTo>
                    <a:pt x="5" y="49"/>
                    <a:pt x="12" y="49"/>
                    <a:pt x="18" y="52"/>
                  </a:cubicBezTo>
                  <a:cubicBezTo>
                    <a:pt x="24" y="55"/>
                    <a:pt x="25" y="52"/>
                    <a:pt x="28" y="54"/>
                  </a:cubicBezTo>
                  <a:cubicBezTo>
                    <a:pt x="31" y="56"/>
                    <a:pt x="31" y="55"/>
                    <a:pt x="32" y="59"/>
                  </a:cubicBezTo>
                  <a:cubicBezTo>
                    <a:pt x="32" y="63"/>
                    <a:pt x="35" y="67"/>
                    <a:pt x="40" y="69"/>
                  </a:cubicBezTo>
                  <a:cubicBezTo>
                    <a:pt x="46" y="70"/>
                    <a:pt x="42" y="74"/>
                    <a:pt x="43" y="78"/>
                  </a:cubicBezTo>
                  <a:cubicBezTo>
                    <a:pt x="45" y="81"/>
                    <a:pt x="41" y="87"/>
                    <a:pt x="42" y="91"/>
                  </a:cubicBezTo>
                  <a:cubicBezTo>
                    <a:pt x="43" y="96"/>
                    <a:pt x="39" y="110"/>
                    <a:pt x="36" y="112"/>
                  </a:cubicBezTo>
                  <a:cubicBezTo>
                    <a:pt x="36" y="112"/>
                    <a:pt x="36" y="112"/>
                    <a:pt x="36" y="112"/>
                  </a:cubicBezTo>
                  <a:cubicBezTo>
                    <a:pt x="38" y="113"/>
                    <a:pt x="41" y="114"/>
                    <a:pt x="42" y="115"/>
                  </a:cubicBezTo>
                  <a:cubicBezTo>
                    <a:pt x="45" y="116"/>
                    <a:pt x="50" y="118"/>
                    <a:pt x="53" y="120"/>
                  </a:cubicBezTo>
                  <a:cubicBezTo>
                    <a:pt x="56" y="122"/>
                    <a:pt x="62" y="122"/>
                    <a:pt x="62" y="119"/>
                  </a:cubicBezTo>
                  <a:cubicBezTo>
                    <a:pt x="62" y="117"/>
                    <a:pt x="65" y="118"/>
                    <a:pt x="67" y="121"/>
                  </a:cubicBezTo>
                  <a:cubicBezTo>
                    <a:pt x="69" y="123"/>
                    <a:pt x="77" y="123"/>
                    <a:pt x="81" y="124"/>
                  </a:cubicBezTo>
                  <a:cubicBezTo>
                    <a:pt x="84" y="124"/>
                    <a:pt x="88" y="124"/>
                    <a:pt x="92" y="124"/>
                  </a:cubicBezTo>
                  <a:cubicBezTo>
                    <a:pt x="92" y="123"/>
                    <a:pt x="92" y="122"/>
                    <a:pt x="92" y="121"/>
                  </a:cubicBezTo>
                  <a:cubicBezTo>
                    <a:pt x="90" y="115"/>
                    <a:pt x="95" y="111"/>
                    <a:pt x="101" y="110"/>
                  </a:cubicBezTo>
                  <a:cubicBezTo>
                    <a:pt x="106" y="109"/>
                    <a:pt x="118" y="113"/>
                    <a:pt x="122" y="115"/>
                  </a:cubicBezTo>
                  <a:cubicBezTo>
                    <a:pt x="125" y="117"/>
                    <a:pt x="129" y="116"/>
                    <a:pt x="135" y="110"/>
                  </a:cubicBezTo>
                  <a:cubicBezTo>
                    <a:pt x="137" y="107"/>
                    <a:pt x="140" y="106"/>
                    <a:pt x="142" y="106"/>
                  </a:cubicBezTo>
                  <a:cubicBezTo>
                    <a:pt x="142" y="104"/>
                    <a:pt x="142" y="103"/>
                    <a:pt x="143" y="102"/>
                  </a:cubicBezTo>
                  <a:cubicBezTo>
                    <a:pt x="144" y="100"/>
                    <a:pt x="140" y="100"/>
                    <a:pt x="138" y="100"/>
                  </a:cubicBezTo>
                  <a:cubicBezTo>
                    <a:pt x="135" y="100"/>
                    <a:pt x="133" y="97"/>
                    <a:pt x="135" y="95"/>
                  </a:cubicBezTo>
                  <a:cubicBezTo>
                    <a:pt x="137" y="92"/>
                    <a:pt x="134" y="92"/>
                    <a:pt x="132" y="89"/>
                  </a:cubicBezTo>
                  <a:cubicBezTo>
                    <a:pt x="130" y="86"/>
                    <a:pt x="133" y="87"/>
                    <a:pt x="134" y="86"/>
                  </a:cubicBezTo>
                  <a:cubicBezTo>
                    <a:pt x="136" y="85"/>
                    <a:pt x="138" y="82"/>
                    <a:pt x="136" y="82"/>
                  </a:cubicBezTo>
                  <a:cubicBezTo>
                    <a:pt x="135" y="81"/>
                    <a:pt x="134" y="79"/>
                    <a:pt x="135" y="76"/>
                  </a:cubicBezTo>
                  <a:cubicBezTo>
                    <a:pt x="136" y="73"/>
                    <a:pt x="133" y="73"/>
                    <a:pt x="133" y="71"/>
                  </a:cubicBezTo>
                  <a:cubicBezTo>
                    <a:pt x="133" y="68"/>
                    <a:pt x="130" y="67"/>
                    <a:pt x="128" y="70"/>
                  </a:cubicBezTo>
                  <a:cubicBezTo>
                    <a:pt x="126" y="73"/>
                    <a:pt x="125" y="71"/>
                    <a:pt x="127" y="66"/>
                  </a:cubicBezTo>
                  <a:cubicBezTo>
                    <a:pt x="128" y="62"/>
                    <a:pt x="133" y="60"/>
                    <a:pt x="134" y="57"/>
                  </a:cubicBezTo>
                  <a:cubicBezTo>
                    <a:pt x="134" y="55"/>
                    <a:pt x="137" y="53"/>
                    <a:pt x="140" y="53"/>
                  </a:cubicBezTo>
                  <a:cubicBezTo>
                    <a:pt x="142" y="53"/>
                    <a:pt x="141" y="47"/>
                    <a:pt x="142" y="44"/>
                  </a:cubicBezTo>
                  <a:cubicBezTo>
                    <a:pt x="143" y="41"/>
                    <a:pt x="143" y="38"/>
                    <a:pt x="147" y="35"/>
                  </a:cubicBezTo>
                  <a:cubicBezTo>
                    <a:pt x="150" y="32"/>
                    <a:pt x="146" y="31"/>
                    <a:pt x="144" y="31"/>
                  </a:cubicBezTo>
                  <a:close/>
                  <a:moveTo>
                    <a:pt x="162" y="116"/>
                  </a:moveTo>
                  <a:cubicBezTo>
                    <a:pt x="160" y="116"/>
                    <a:pt x="160" y="119"/>
                    <a:pt x="155" y="122"/>
                  </a:cubicBezTo>
                  <a:cubicBezTo>
                    <a:pt x="151" y="125"/>
                    <a:pt x="155" y="137"/>
                    <a:pt x="160" y="137"/>
                  </a:cubicBezTo>
                  <a:cubicBezTo>
                    <a:pt x="165" y="136"/>
                    <a:pt x="164" y="116"/>
                    <a:pt x="162" y="116"/>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2" name="Freeform 98"/>
            <p:cNvSpPr>
              <a:spLocks noChangeArrowheads="1"/>
            </p:cNvSpPr>
            <p:nvPr/>
          </p:nvSpPr>
          <p:spPr bwMode="auto">
            <a:xfrm>
              <a:off x="1689106" y="2155828"/>
              <a:ext cx="50800" cy="26988"/>
            </a:xfrm>
            <a:custGeom>
              <a:avLst/>
              <a:gdLst>
                <a:gd name="T0" fmla="*/ 26 w 26"/>
                <a:gd name="T1" fmla="*/ 5 h 14"/>
                <a:gd name="T2" fmla="*/ 14 w 26"/>
                <a:gd name="T3" fmla="*/ 2 h 14"/>
                <a:gd name="T4" fmla="*/ 9 w 26"/>
                <a:gd name="T5" fmla="*/ 0 h 14"/>
                <a:gd name="T6" fmla="*/ 8 w 26"/>
                <a:gd name="T7" fmla="*/ 0 h 14"/>
                <a:gd name="T8" fmla="*/ 0 w 26"/>
                <a:gd name="T9" fmla="*/ 7 h 14"/>
                <a:gd name="T10" fmla="*/ 22 w 26"/>
                <a:gd name="T11" fmla="*/ 14 h 14"/>
                <a:gd name="T12" fmla="*/ 26 w 26"/>
                <a:gd name="T13" fmla="*/ 13 h 14"/>
                <a:gd name="T14" fmla="*/ 26 w 26"/>
                <a:gd name="T15" fmla="*/ 5 h 14"/>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4"/>
                <a:gd name="T26" fmla="*/ 26 w 26"/>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4">
                  <a:moveTo>
                    <a:pt x="26" y="5"/>
                  </a:moveTo>
                  <a:cubicBezTo>
                    <a:pt x="24" y="3"/>
                    <a:pt x="19" y="6"/>
                    <a:pt x="14" y="2"/>
                  </a:cubicBezTo>
                  <a:cubicBezTo>
                    <a:pt x="12" y="1"/>
                    <a:pt x="10" y="1"/>
                    <a:pt x="9" y="0"/>
                  </a:cubicBezTo>
                  <a:cubicBezTo>
                    <a:pt x="9" y="0"/>
                    <a:pt x="8" y="0"/>
                    <a:pt x="8" y="0"/>
                  </a:cubicBezTo>
                  <a:cubicBezTo>
                    <a:pt x="7" y="0"/>
                    <a:pt x="4" y="4"/>
                    <a:pt x="0" y="7"/>
                  </a:cubicBezTo>
                  <a:cubicBezTo>
                    <a:pt x="4" y="10"/>
                    <a:pt x="18" y="14"/>
                    <a:pt x="22" y="14"/>
                  </a:cubicBezTo>
                  <a:cubicBezTo>
                    <a:pt x="24" y="14"/>
                    <a:pt x="25" y="13"/>
                    <a:pt x="26" y="13"/>
                  </a:cubicBezTo>
                  <a:cubicBezTo>
                    <a:pt x="26" y="9"/>
                    <a:pt x="26" y="6"/>
                    <a:pt x="26" y="5"/>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3" name="Freeform 99"/>
            <p:cNvSpPr>
              <a:spLocks noChangeArrowheads="1"/>
            </p:cNvSpPr>
            <p:nvPr/>
          </p:nvSpPr>
          <p:spPr bwMode="auto">
            <a:xfrm>
              <a:off x="1706568" y="2116139"/>
              <a:ext cx="131763" cy="73025"/>
            </a:xfrm>
            <a:custGeom>
              <a:avLst/>
              <a:gdLst>
                <a:gd name="T0" fmla="*/ 29 w 69"/>
                <a:gd name="T1" fmla="*/ 34 h 38"/>
                <a:gd name="T2" fmla="*/ 32 w 69"/>
                <a:gd name="T3" fmla="*/ 27 h 38"/>
                <a:gd name="T4" fmla="*/ 45 w 69"/>
                <a:gd name="T5" fmla="*/ 22 h 38"/>
                <a:gd name="T6" fmla="*/ 55 w 69"/>
                <a:gd name="T7" fmla="*/ 19 h 38"/>
                <a:gd name="T8" fmla="*/ 69 w 69"/>
                <a:gd name="T9" fmla="*/ 14 h 38"/>
                <a:gd name="T10" fmla="*/ 56 w 69"/>
                <a:gd name="T11" fmla="*/ 5 h 38"/>
                <a:gd name="T12" fmla="*/ 32 w 69"/>
                <a:gd name="T13" fmla="*/ 5 h 38"/>
                <a:gd name="T14" fmla="*/ 11 w 69"/>
                <a:gd name="T15" fmla="*/ 6 h 38"/>
                <a:gd name="T16" fmla="*/ 11 w 69"/>
                <a:gd name="T17" fmla="*/ 6 h 38"/>
                <a:gd name="T18" fmla="*/ 5 w 69"/>
                <a:gd name="T19" fmla="*/ 12 h 38"/>
                <a:gd name="T20" fmla="*/ 0 w 69"/>
                <a:gd name="T21" fmla="*/ 21 h 38"/>
                <a:gd name="T22" fmla="*/ 5 w 69"/>
                <a:gd name="T23" fmla="*/ 23 h 38"/>
                <a:gd name="T24" fmla="*/ 17 w 69"/>
                <a:gd name="T25" fmla="*/ 26 h 38"/>
                <a:gd name="T26" fmla="*/ 17 w 69"/>
                <a:gd name="T27" fmla="*/ 34 h 38"/>
                <a:gd name="T28" fmla="*/ 20 w 69"/>
                <a:gd name="T29" fmla="*/ 34 h 38"/>
                <a:gd name="T30" fmla="*/ 21 w 69"/>
                <a:gd name="T31" fmla="*/ 38 h 38"/>
                <a:gd name="T32" fmla="*/ 25 w 69"/>
                <a:gd name="T33" fmla="*/ 37 h 38"/>
                <a:gd name="T34" fmla="*/ 29 w 69"/>
                <a:gd name="T35" fmla="*/ 34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9"/>
                <a:gd name="T55" fmla="*/ 0 h 38"/>
                <a:gd name="T56" fmla="*/ 69 w 69"/>
                <a:gd name="T57" fmla="*/ 38 h 3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9" h="38">
                  <a:moveTo>
                    <a:pt x="29" y="34"/>
                  </a:moveTo>
                  <a:cubicBezTo>
                    <a:pt x="29" y="33"/>
                    <a:pt x="26" y="27"/>
                    <a:pt x="32" y="27"/>
                  </a:cubicBezTo>
                  <a:cubicBezTo>
                    <a:pt x="39" y="26"/>
                    <a:pt x="44" y="26"/>
                    <a:pt x="45" y="22"/>
                  </a:cubicBezTo>
                  <a:cubicBezTo>
                    <a:pt x="46" y="17"/>
                    <a:pt x="53" y="19"/>
                    <a:pt x="55" y="19"/>
                  </a:cubicBezTo>
                  <a:cubicBezTo>
                    <a:pt x="57" y="19"/>
                    <a:pt x="63" y="14"/>
                    <a:pt x="69" y="14"/>
                  </a:cubicBezTo>
                  <a:cubicBezTo>
                    <a:pt x="69" y="8"/>
                    <a:pt x="61" y="10"/>
                    <a:pt x="56" y="5"/>
                  </a:cubicBezTo>
                  <a:cubicBezTo>
                    <a:pt x="51" y="0"/>
                    <a:pt x="39" y="2"/>
                    <a:pt x="32" y="5"/>
                  </a:cubicBezTo>
                  <a:cubicBezTo>
                    <a:pt x="26" y="7"/>
                    <a:pt x="18" y="2"/>
                    <a:pt x="11" y="6"/>
                  </a:cubicBezTo>
                  <a:cubicBezTo>
                    <a:pt x="11" y="6"/>
                    <a:pt x="11" y="6"/>
                    <a:pt x="11" y="6"/>
                  </a:cubicBezTo>
                  <a:cubicBezTo>
                    <a:pt x="9" y="8"/>
                    <a:pt x="7" y="10"/>
                    <a:pt x="5" y="12"/>
                  </a:cubicBezTo>
                  <a:cubicBezTo>
                    <a:pt x="0" y="16"/>
                    <a:pt x="1" y="20"/>
                    <a:pt x="0" y="21"/>
                  </a:cubicBezTo>
                  <a:cubicBezTo>
                    <a:pt x="1" y="22"/>
                    <a:pt x="3" y="22"/>
                    <a:pt x="5" y="23"/>
                  </a:cubicBezTo>
                  <a:cubicBezTo>
                    <a:pt x="10" y="27"/>
                    <a:pt x="15" y="24"/>
                    <a:pt x="17" y="26"/>
                  </a:cubicBezTo>
                  <a:cubicBezTo>
                    <a:pt x="17" y="27"/>
                    <a:pt x="17" y="30"/>
                    <a:pt x="17" y="34"/>
                  </a:cubicBezTo>
                  <a:cubicBezTo>
                    <a:pt x="18" y="33"/>
                    <a:pt x="18" y="32"/>
                    <a:pt x="20" y="34"/>
                  </a:cubicBezTo>
                  <a:cubicBezTo>
                    <a:pt x="22" y="35"/>
                    <a:pt x="21" y="37"/>
                    <a:pt x="21" y="38"/>
                  </a:cubicBezTo>
                  <a:cubicBezTo>
                    <a:pt x="25" y="37"/>
                    <a:pt x="25" y="37"/>
                    <a:pt x="25" y="37"/>
                  </a:cubicBezTo>
                  <a:cubicBezTo>
                    <a:pt x="25" y="37"/>
                    <a:pt x="28" y="35"/>
                    <a:pt x="29" y="34"/>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4" name="Freeform 100"/>
            <p:cNvSpPr>
              <a:spLocks noChangeArrowheads="1"/>
            </p:cNvSpPr>
            <p:nvPr/>
          </p:nvSpPr>
          <p:spPr bwMode="auto">
            <a:xfrm>
              <a:off x="1106492" y="1736727"/>
              <a:ext cx="657227" cy="406401"/>
            </a:xfrm>
            <a:custGeom>
              <a:avLst/>
              <a:gdLst>
                <a:gd name="T0" fmla="*/ 301 w 344"/>
                <a:gd name="T1" fmla="*/ 199 h 213"/>
                <a:gd name="T2" fmla="*/ 296 w 344"/>
                <a:gd name="T3" fmla="*/ 180 h 213"/>
                <a:gd name="T4" fmla="*/ 324 w 344"/>
                <a:gd name="T5" fmla="*/ 173 h 213"/>
                <a:gd name="T6" fmla="*/ 334 w 344"/>
                <a:gd name="T7" fmla="*/ 161 h 213"/>
                <a:gd name="T8" fmla="*/ 343 w 344"/>
                <a:gd name="T9" fmla="*/ 139 h 213"/>
                <a:gd name="T10" fmla="*/ 315 w 344"/>
                <a:gd name="T11" fmla="*/ 137 h 213"/>
                <a:gd name="T12" fmla="*/ 297 w 344"/>
                <a:gd name="T13" fmla="*/ 161 h 213"/>
                <a:gd name="T14" fmla="*/ 281 w 344"/>
                <a:gd name="T15" fmla="*/ 170 h 213"/>
                <a:gd name="T16" fmla="*/ 242 w 344"/>
                <a:gd name="T17" fmla="*/ 169 h 213"/>
                <a:gd name="T18" fmla="*/ 224 w 344"/>
                <a:gd name="T19" fmla="*/ 143 h 213"/>
                <a:gd name="T20" fmla="*/ 223 w 344"/>
                <a:gd name="T21" fmla="*/ 90 h 213"/>
                <a:gd name="T22" fmla="*/ 219 w 344"/>
                <a:gd name="T23" fmla="*/ 83 h 213"/>
                <a:gd name="T24" fmla="*/ 200 w 344"/>
                <a:gd name="T25" fmla="*/ 71 h 213"/>
                <a:gd name="T26" fmla="*/ 187 w 344"/>
                <a:gd name="T27" fmla="*/ 47 h 213"/>
                <a:gd name="T28" fmla="*/ 158 w 344"/>
                <a:gd name="T29" fmla="*/ 46 h 213"/>
                <a:gd name="T30" fmla="*/ 141 w 344"/>
                <a:gd name="T31" fmla="*/ 32 h 213"/>
                <a:gd name="T32" fmla="*/ 121 w 344"/>
                <a:gd name="T33" fmla="*/ 11 h 213"/>
                <a:gd name="T34" fmla="*/ 100 w 344"/>
                <a:gd name="T35" fmla="*/ 16 h 213"/>
                <a:gd name="T36" fmla="*/ 39 w 344"/>
                <a:gd name="T37" fmla="*/ 6 h 213"/>
                <a:gd name="T38" fmla="*/ 0 w 344"/>
                <a:gd name="T39" fmla="*/ 3 h 213"/>
                <a:gd name="T40" fmla="*/ 16 w 344"/>
                <a:gd name="T41" fmla="*/ 35 h 213"/>
                <a:gd name="T42" fmla="*/ 35 w 344"/>
                <a:gd name="T43" fmla="*/ 61 h 213"/>
                <a:gd name="T44" fmla="*/ 40 w 344"/>
                <a:gd name="T45" fmla="*/ 72 h 213"/>
                <a:gd name="T46" fmla="*/ 56 w 344"/>
                <a:gd name="T47" fmla="*/ 94 h 213"/>
                <a:gd name="T48" fmla="*/ 81 w 344"/>
                <a:gd name="T49" fmla="*/ 120 h 213"/>
                <a:gd name="T50" fmla="*/ 84 w 344"/>
                <a:gd name="T51" fmla="*/ 107 h 213"/>
                <a:gd name="T52" fmla="*/ 71 w 344"/>
                <a:gd name="T53" fmla="*/ 93 h 213"/>
                <a:gd name="T54" fmla="*/ 52 w 344"/>
                <a:gd name="T55" fmla="*/ 60 h 213"/>
                <a:gd name="T56" fmla="*/ 44 w 344"/>
                <a:gd name="T57" fmla="*/ 42 h 213"/>
                <a:gd name="T58" fmla="*/ 29 w 344"/>
                <a:gd name="T59" fmla="*/ 29 h 213"/>
                <a:gd name="T60" fmla="*/ 29 w 344"/>
                <a:gd name="T61" fmla="*/ 11 h 213"/>
                <a:gd name="T62" fmla="*/ 39 w 344"/>
                <a:gd name="T63" fmla="*/ 16 h 213"/>
                <a:gd name="T64" fmla="*/ 49 w 344"/>
                <a:gd name="T65" fmla="*/ 32 h 213"/>
                <a:gd name="T66" fmla="*/ 56 w 344"/>
                <a:gd name="T67" fmla="*/ 47 h 213"/>
                <a:gd name="T68" fmla="*/ 73 w 344"/>
                <a:gd name="T69" fmla="*/ 60 h 213"/>
                <a:gd name="T70" fmla="*/ 87 w 344"/>
                <a:gd name="T71" fmla="*/ 74 h 213"/>
                <a:gd name="T72" fmla="*/ 95 w 344"/>
                <a:gd name="T73" fmla="*/ 89 h 213"/>
                <a:gd name="T74" fmla="*/ 129 w 344"/>
                <a:gd name="T75" fmla="*/ 125 h 213"/>
                <a:gd name="T76" fmla="*/ 134 w 344"/>
                <a:gd name="T77" fmla="*/ 145 h 213"/>
                <a:gd name="T78" fmla="*/ 139 w 344"/>
                <a:gd name="T79" fmla="*/ 163 h 213"/>
                <a:gd name="T80" fmla="*/ 174 w 344"/>
                <a:gd name="T81" fmla="*/ 180 h 213"/>
                <a:gd name="T82" fmla="*/ 221 w 344"/>
                <a:gd name="T83" fmla="*/ 202 h 213"/>
                <a:gd name="T84" fmla="*/ 265 w 344"/>
                <a:gd name="T85" fmla="*/ 204 h 213"/>
                <a:gd name="T86" fmla="*/ 286 w 344"/>
                <a:gd name="T87" fmla="*/ 201 h 21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44"/>
                <a:gd name="T133" fmla="*/ 0 h 213"/>
                <a:gd name="T134" fmla="*/ 344 w 344"/>
                <a:gd name="T135" fmla="*/ 213 h 21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44" h="213">
                  <a:moveTo>
                    <a:pt x="286" y="201"/>
                  </a:moveTo>
                  <a:cubicBezTo>
                    <a:pt x="287" y="201"/>
                    <a:pt x="300" y="202"/>
                    <a:pt x="301" y="199"/>
                  </a:cubicBezTo>
                  <a:cubicBezTo>
                    <a:pt x="302" y="196"/>
                    <a:pt x="292" y="189"/>
                    <a:pt x="293" y="188"/>
                  </a:cubicBezTo>
                  <a:cubicBezTo>
                    <a:pt x="294" y="188"/>
                    <a:pt x="294" y="180"/>
                    <a:pt x="296" y="180"/>
                  </a:cubicBezTo>
                  <a:cubicBezTo>
                    <a:pt x="298" y="180"/>
                    <a:pt x="316" y="181"/>
                    <a:pt x="317" y="180"/>
                  </a:cubicBezTo>
                  <a:cubicBezTo>
                    <a:pt x="318" y="180"/>
                    <a:pt x="321" y="173"/>
                    <a:pt x="324" y="173"/>
                  </a:cubicBezTo>
                  <a:cubicBezTo>
                    <a:pt x="325" y="173"/>
                    <a:pt x="327" y="175"/>
                    <a:pt x="329" y="176"/>
                  </a:cubicBezTo>
                  <a:cubicBezTo>
                    <a:pt x="333" y="173"/>
                    <a:pt x="334" y="167"/>
                    <a:pt x="334" y="161"/>
                  </a:cubicBezTo>
                  <a:cubicBezTo>
                    <a:pt x="335" y="154"/>
                    <a:pt x="333" y="152"/>
                    <a:pt x="336" y="148"/>
                  </a:cubicBezTo>
                  <a:cubicBezTo>
                    <a:pt x="340" y="145"/>
                    <a:pt x="344" y="144"/>
                    <a:pt x="343" y="139"/>
                  </a:cubicBezTo>
                  <a:cubicBezTo>
                    <a:pt x="342" y="134"/>
                    <a:pt x="337" y="139"/>
                    <a:pt x="333" y="137"/>
                  </a:cubicBezTo>
                  <a:cubicBezTo>
                    <a:pt x="329" y="134"/>
                    <a:pt x="325" y="136"/>
                    <a:pt x="315" y="137"/>
                  </a:cubicBezTo>
                  <a:cubicBezTo>
                    <a:pt x="305" y="139"/>
                    <a:pt x="300" y="143"/>
                    <a:pt x="301" y="150"/>
                  </a:cubicBezTo>
                  <a:cubicBezTo>
                    <a:pt x="301" y="158"/>
                    <a:pt x="297" y="154"/>
                    <a:pt x="297" y="161"/>
                  </a:cubicBezTo>
                  <a:cubicBezTo>
                    <a:pt x="298" y="167"/>
                    <a:pt x="289" y="167"/>
                    <a:pt x="290" y="171"/>
                  </a:cubicBezTo>
                  <a:cubicBezTo>
                    <a:pt x="290" y="175"/>
                    <a:pt x="283" y="171"/>
                    <a:pt x="281" y="170"/>
                  </a:cubicBezTo>
                  <a:cubicBezTo>
                    <a:pt x="279" y="168"/>
                    <a:pt x="258" y="175"/>
                    <a:pt x="255" y="175"/>
                  </a:cubicBezTo>
                  <a:cubicBezTo>
                    <a:pt x="252" y="176"/>
                    <a:pt x="246" y="169"/>
                    <a:pt x="242" y="169"/>
                  </a:cubicBezTo>
                  <a:cubicBezTo>
                    <a:pt x="238" y="170"/>
                    <a:pt x="236" y="163"/>
                    <a:pt x="236" y="158"/>
                  </a:cubicBezTo>
                  <a:cubicBezTo>
                    <a:pt x="235" y="153"/>
                    <a:pt x="227" y="148"/>
                    <a:pt x="224" y="143"/>
                  </a:cubicBezTo>
                  <a:cubicBezTo>
                    <a:pt x="220" y="138"/>
                    <a:pt x="220" y="128"/>
                    <a:pt x="219" y="121"/>
                  </a:cubicBezTo>
                  <a:cubicBezTo>
                    <a:pt x="219" y="114"/>
                    <a:pt x="218" y="103"/>
                    <a:pt x="223" y="90"/>
                  </a:cubicBezTo>
                  <a:cubicBezTo>
                    <a:pt x="224" y="88"/>
                    <a:pt x="224" y="86"/>
                    <a:pt x="224" y="85"/>
                  </a:cubicBezTo>
                  <a:cubicBezTo>
                    <a:pt x="222" y="84"/>
                    <a:pt x="221" y="83"/>
                    <a:pt x="219" y="83"/>
                  </a:cubicBezTo>
                  <a:cubicBezTo>
                    <a:pt x="215" y="83"/>
                    <a:pt x="206" y="77"/>
                    <a:pt x="204" y="77"/>
                  </a:cubicBezTo>
                  <a:cubicBezTo>
                    <a:pt x="202" y="77"/>
                    <a:pt x="202" y="73"/>
                    <a:pt x="200" y="71"/>
                  </a:cubicBezTo>
                  <a:cubicBezTo>
                    <a:pt x="199" y="68"/>
                    <a:pt x="200" y="64"/>
                    <a:pt x="198" y="62"/>
                  </a:cubicBezTo>
                  <a:cubicBezTo>
                    <a:pt x="196" y="60"/>
                    <a:pt x="189" y="54"/>
                    <a:pt x="187" y="47"/>
                  </a:cubicBezTo>
                  <a:cubicBezTo>
                    <a:pt x="185" y="39"/>
                    <a:pt x="172" y="36"/>
                    <a:pt x="167" y="35"/>
                  </a:cubicBezTo>
                  <a:cubicBezTo>
                    <a:pt x="162" y="35"/>
                    <a:pt x="160" y="45"/>
                    <a:pt x="158" y="46"/>
                  </a:cubicBezTo>
                  <a:cubicBezTo>
                    <a:pt x="157" y="46"/>
                    <a:pt x="148" y="40"/>
                    <a:pt x="145" y="39"/>
                  </a:cubicBezTo>
                  <a:cubicBezTo>
                    <a:pt x="143" y="38"/>
                    <a:pt x="141" y="35"/>
                    <a:pt x="141" y="32"/>
                  </a:cubicBezTo>
                  <a:cubicBezTo>
                    <a:pt x="141" y="29"/>
                    <a:pt x="136" y="24"/>
                    <a:pt x="134" y="23"/>
                  </a:cubicBezTo>
                  <a:cubicBezTo>
                    <a:pt x="132" y="22"/>
                    <a:pt x="121" y="11"/>
                    <a:pt x="121" y="11"/>
                  </a:cubicBezTo>
                  <a:cubicBezTo>
                    <a:pt x="104" y="11"/>
                    <a:pt x="104" y="11"/>
                    <a:pt x="104" y="11"/>
                  </a:cubicBezTo>
                  <a:cubicBezTo>
                    <a:pt x="100" y="16"/>
                    <a:pt x="100" y="16"/>
                    <a:pt x="100" y="16"/>
                  </a:cubicBezTo>
                  <a:cubicBezTo>
                    <a:pt x="68" y="17"/>
                    <a:pt x="68" y="17"/>
                    <a:pt x="68" y="17"/>
                  </a:cubicBezTo>
                  <a:cubicBezTo>
                    <a:pt x="68" y="17"/>
                    <a:pt x="43" y="7"/>
                    <a:pt x="39" y="6"/>
                  </a:cubicBezTo>
                  <a:cubicBezTo>
                    <a:pt x="34" y="5"/>
                    <a:pt x="26" y="0"/>
                    <a:pt x="26" y="0"/>
                  </a:cubicBezTo>
                  <a:cubicBezTo>
                    <a:pt x="0" y="3"/>
                    <a:pt x="0" y="3"/>
                    <a:pt x="0" y="3"/>
                  </a:cubicBezTo>
                  <a:cubicBezTo>
                    <a:pt x="1" y="6"/>
                    <a:pt x="3" y="9"/>
                    <a:pt x="6" y="13"/>
                  </a:cubicBezTo>
                  <a:cubicBezTo>
                    <a:pt x="11" y="19"/>
                    <a:pt x="15" y="31"/>
                    <a:pt x="16" y="35"/>
                  </a:cubicBezTo>
                  <a:cubicBezTo>
                    <a:pt x="16" y="39"/>
                    <a:pt x="23" y="42"/>
                    <a:pt x="30" y="46"/>
                  </a:cubicBezTo>
                  <a:cubicBezTo>
                    <a:pt x="36" y="50"/>
                    <a:pt x="36" y="59"/>
                    <a:pt x="35" y="61"/>
                  </a:cubicBezTo>
                  <a:cubicBezTo>
                    <a:pt x="34" y="63"/>
                    <a:pt x="27" y="59"/>
                    <a:pt x="26" y="62"/>
                  </a:cubicBezTo>
                  <a:cubicBezTo>
                    <a:pt x="26" y="64"/>
                    <a:pt x="36" y="73"/>
                    <a:pt x="40" y="72"/>
                  </a:cubicBezTo>
                  <a:cubicBezTo>
                    <a:pt x="44" y="72"/>
                    <a:pt x="46" y="74"/>
                    <a:pt x="52" y="80"/>
                  </a:cubicBezTo>
                  <a:cubicBezTo>
                    <a:pt x="59" y="85"/>
                    <a:pt x="58" y="92"/>
                    <a:pt x="56" y="94"/>
                  </a:cubicBezTo>
                  <a:cubicBezTo>
                    <a:pt x="53" y="96"/>
                    <a:pt x="61" y="100"/>
                    <a:pt x="69" y="105"/>
                  </a:cubicBezTo>
                  <a:cubicBezTo>
                    <a:pt x="77" y="110"/>
                    <a:pt x="80" y="117"/>
                    <a:pt x="81" y="120"/>
                  </a:cubicBezTo>
                  <a:cubicBezTo>
                    <a:pt x="81" y="122"/>
                    <a:pt x="85" y="120"/>
                    <a:pt x="86" y="116"/>
                  </a:cubicBezTo>
                  <a:cubicBezTo>
                    <a:pt x="87" y="112"/>
                    <a:pt x="84" y="111"/>
                    <a:pt x="84" y="107"/>
                  </a:cubicBezTo>
                  <a:cubicBezTo>
                    <a:pt x="84" y="103"/>
                    <a:pt x="77" y="104"/>
                    <a:pt x="74" y="103"/>
                  </a:cubicBezTo>
                  <a:cubicBezTo>
                    <a:pt x="71" y="103"/>
                    <a:pt x="74" y="96"/>
                    <a:pt x="71" y="93"/>
                  </a:cubicBezTo>
                  <a:cubicBezTo>
                    <a:pt x="68" y="90"/>
                    <a:pt x="66" y="83"/>
                    <a:pt x="64" y="77"/>
                  </a:cubicBezTo>
                  <a:cubicBezTo>
                    <a:pt x="63" y="72"/>
                    <a:pt x="55" y="66"/>
                    <a:pt x="52" y="60"/>
                  </a:cubicBezTo>
                  <a:cubicBezTo>
                    <a:pt x="48" y="54"/>
                    <a:pt x="45" y="49"/>
                    <a:pt x="43" y="48"/>
                  </a:cubicBezTo>
                  <a:cubicBezTo>
                    <a:pt x="40" y="46"/>
                    <a:pt x="46" y="44"/>
                    <a:pt x="44" y="42"/>
                  </a:cubicBezTo>
                  <a:cubicBezTo>
                    <a:pt x="42" y="40"/>
                    <a:pt x="39" y="40"/>
                    <a:pt x="35" y="38"/>
                  </a:cubicBezTo>
                  <a:cubicBezTo>
                    <a:pt x="31" y="36"/>
                    <a:pt x="29" y="33"/>
                    <a:pt x="29" y="29"/>
                  </a:cubicBezTo>
                  <a:cubicBezTo>
                    <a:pt x="29" y="25"/>
                    <a:pt x="26" y="16"/>
                    <a:pt x="25" y="13"/>
                  </a:cubicBezTo>
                  <a:cubicBezTo>
                    <a:pt x="24" y="9"/>
                    <a:pt x="28" y="10"/>
                    <a:pt x="29" y="11"/>
                  </a:cubicBezTo>
                  <a:cubicBezTo>
                    <a:pt x="30" y="13"/>
                    <a:pt x="31" y="14"/>
                    <a:pt x="33" y="13"/>
                  </a:cubicBezTo>
                  <a:cubicBezTo>
                    <a:pt x="35" y="12"/>
                    <a:pt x="38" y="13"/>
                    <a:pt x="39" y="16"/>
                  </a:cubicBezTo>
                  <a:cubicBezTo>
                    <a:pt x="40" y="19"/>
                    <a:pt x="45" y="16"/>
                    <a:pt x="47" y="17"/>
                  </a:cubicBezTo>
                  <a:cubicBezTo>
                    <a:pt x="49" y="19"/>
                    <a:pt x="42" y="20"/>
                    <a:pt x="49" y="32"/>
                  </a:cubicBezTo>
                  <a:cubicBezTo>
                    <a:pt x="55" y="43"/>
                    <a:pt x="51" y="37"/>
                    <a:pt x="51" y="44"/>
                  </a:cubicBezTo>
                  <a:cubicBezTo>
                    <a:pt x="51" y="52"/>
                    <a:pt x="55" y="49"/>
                    <a:pt x="56" y="47"/>
                  </a:cubicBezTo>
                  <a:cubicBezTo>
                    <a:pt x="57" y="46"/>
                    <a:pt x="61" y="50"/>
                    <a:pt x="64" y="54"/>
                  </a:cubicBezTo>
                  <a:cubicBezTo>
                    <a:pt x="67" y="58"/>
                    <a:pt x="73" y="58"/>
                    <a:pt x="73" y="60"/>
                  </a:cubicBezTo>
                  <a:cubicBezTo>
                    <a:pt x="73" y="63"/>
                    <a:pt x="75" y="67"/>
                    <a:pt x="79" y="68"/>
                  </a:cubicBezTo>
                  <a:cubicBezTo>
                    <a:pt x="83" y="69"/>
                    <a:pt x="84" y="73"/>
                    <a:pt x="87" y="74"/>
                  </a:cubicBezTo>
                  <a:cubicBezTo>
                    <a:pt x="89" y="74"/>
                    <a:pt x="90" y="77"/>
                    <a:pt x="88" y="81"/>
                  </a:cubicBezTo>
                  <a:cubicBezTo>
                    <a:pt x="87" y="84"/>
                    <a:pt x="88" y="87"/>
                    <a:pt x="95" y="89"/>
                  </a:cubicBezTo>
                  <a:cubicBezTo>
                    <a:pt x="102" y="92"/>
                    <a:pt x="99" y="93"/>
                    <a:pt x="105" y="98"/>
                  </a:cubicBezTo>
                  <a:cubicBezTo>
                    <a:pt x="110" y="103"/>
                    <a:pt x="126" y="120"/>
                    <a:pt x="129" y="125"/>
                  </a:cubicBezTo>
                  <a:cubicBezTo>
                    <a:pt x="132" y="130"/>
                    <a:pt x="133" y="134"/>
                    <a:pt x="134" y="137"/>
                  </a:cubicBezTo>
                  <a:cubicBezTo>
                    <a:pt x="136" y="141"/>
                    <a:pt x="132" y="142"/>
                    <a:pt x="134" y="145"/>
                  </a:cubicBezTo>
                  <a:cubicBezTo>
                    <a:pt x="136" y="148"/>
                    <a:pt x="130" y="147"/>
                    <a:pt x="130" y="149"/>
                  </a:cubicBezTo>
                  <a:cubicBezTo>
                    <a:pt x="131" y="152"/>
                    <a:pt x="134" y="163"/>
                    <a:pt x="139" y="163"/>
                  </a:cubicBezTo>
                  <a:cubicBezTo>
                    <a:pt x="145" y="164"/>
                    <a:pt x="151" y="171"/>
                    <a:pt x="156" y="174"/>
                  </a:cubicBezTo>
                  <a:cubicBezTo>
                    <a:pt x="160" y="178"/>
                    <a:pt x="167" y="177"/>
                    <a:pt x="174" y="180"/>
                  </a:cubicBezTo>
                  <a:cubicBezTo>
                    <a:pt x="180" y="182"/>
                    <a:pt x="186" y="188"/>
                    <a:pt x="196" y="191"/>
                  </a:cubicBezTo>
                  <a:cubicBezTo>
                    <a:pt x="206" y="194"/>
                    <a:pt x="215" y="198"/>
                    <a:pt x="221" y="202"/>
                  </a:cubicBezTo>
                  <a:cubicBezTo>
                    <a:pt x="228" y="206"/>
                    <a:pt x="235" y="204"/>
                    <a:pt x="244" y="201"/>
                  </a:cubicBezTo>
                  <a:cubicBezTo>
                    <a:pt x="253" y="197"/>
                    <a:pt x="260" y="202"/>
                    <a:pt x="265" y="204"/>
                  </a:cubicBezTo>
                  <a:cubicBezTo>
                    <a:pt x="267" y="205"/>
                    <a:pt x="272" y="209"/>
                    <a:pt x="277" y="213"/>
                  </a:cubicBezTo>
                  <a:cubicBezTo>
                    <a:pt x="281" y="207"/>
                    <a:pt x="285" y="201"/>
                    <a:pt x="286" y="201"/>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5" name="Freeform 101"/>
            <p:cNvSpPr>
              <a:spLocks noChangeArrowheads="1"/>
            </p:cNvSpPr>
            <p:nvPr/>
          </p:nvSpPr>
          <p:spPr bwMode="auto">
            <a:xfrm>
              <a:off x="1635131" y="2079627"/>
              <a:ext cx="92076" cy="90488"/>
            </a:xfrm>
            <a:custGeom>
              <a:avLst/>
              <a:gdLst>
                <a:gd name="T0" fmla="*/ 42 w 48"/>
                <a:gd name="T1" fmla="*/ 31 h 47"/>
                <a:gd name="T2" fmla="*/ 48 w 48"/>
                <a:gd name="T3" fmla="*/ 25 h 47"/>
                <a:gd name="T4" fmla="*/ 43 w 48"/>
                <a:gd name="T5" fmla="*/ 22 h 47"/>
                <a:gd name="T6" fmla="*/ 38 w 48"/>
                <a:gd name="T7" fmla="*/ 23 h 47"/>
                <a:gd name="T8" fmla="*/ 38 w 48"/>
                <a:gd name="T9" fmla="*/ 0 h 47"/>
                <a:gd name="T10" fmla="*/ 19 w 48"/>
                <a:gd name="T11" fmla="*/ 0 h 47"/>
                <a:gd name="T12" fmla="*/ 16 w 48"/>
                <a:gd name="T13" fmla="*/ 8 h 47"/>
                <a:gd name="T14" fmla="*/ 24 w 48"/>
                <a:gd name="T15" fmla="*/ 19 h 47"/>
                <a:gd name="T16" fmla="*/ 9 w 48"/>
                <a:gd name="T17" fmla="*/ 21 h 47"/>
                <a:gd name="T18" fmla="*/ 0 w 48"/>
                <a:gd name="T19" fmla="*/ 33 h 47"/>
                <a:gd name="T20" fmla="*/ 12 w 48"/>
                <a:gd name="T21" fmla="*/ 44 h 47"/>
                <a:gd name="T22" fmla="*/ 28 w 48"/>
                <a:gd name="T23" fmla="*/ 47 h 47"/>
                <a:gd name="T24" fmla="*/ 28 w 48"/>
                <a:gd name="T25" fmla="*/ 47 h 47"/>
                <a:gd name="T26" fmla="*/ 36 w 48"/>
                <a:gd name="T27" fmla="*/ 40 h 47"/>
                <a:gd name="T28" fmla="*/ 42 w 48"/>
                <a:gd name="T29" fmla="*/ 31 h 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47"/>
                <a:gd name="T47" fmla="*/ 48 w 48"/>
                <a:gd name="T48" fmla="*/ 47 h 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47">
                  <a:moveTo>
                    <a:pt x="42" y="31"/>
                  </a:moveTo>
                  <a:cubicBezTo>
                    <a:pt x="44" y="29"/>
                    <a:pt x="46" y="27"/>
                    <a:pt x="48" y="25"/>
                  </a:cubicBezTo>
                  <a:cubicBezTo>
                    <a:pt x="44" y="27"/>
                    <a:pt x="43" y="25"/>
                    <a:pt x="43" y="22"/>
                  </a:cubicBezTo>
                  <a:cubicBezTo>
                    <a:pt x="38" y="23"/>
                    <a:pt x="38" y="23"/>
                    <a:pt x="38" y="23"/>
                  </a:cubicBezTo>
                  <a:cubicBezTo>
                    <a:pt x="38" y="0"/>
                    <a:pt x="38" y="0"/>
                    <a:pt x="38" y="0"/>
                  </a:cubicBezTo>
                  <a:cubicBezTo>
                    <a:pt x="34" y="0"/>
                    <a:pt x="21" y="0"/>
                    <a:pt x="19" y="0"/>
                  </a:cubicBezTo>
                  <a:cubicBezTo>
                    <a:pt x="17" y="0"/>
                    <a:pt x="17" y="8"/>
                    <a:pt x="16" y="8"/>
                  </a:cubicBezTo>
                  <a:cubicBezTo>
                    <a:pt x="15" y="9"/>
                    <a:pt x="25" y="16"/>
                    <a:pt x="24" y="19"/>
                  </a:cubicBezTo>
                  <a:cubicBezTo>
                    <a:pt x="23" y="22"/>
                    <a:pt x="10" y="21"/>
                    <a:pt x="9" y="21"/>
                  </a:cubicBezTo>
                  <a:cubicBezTo>
                    <a:pt x="8" y="21"/>
                    <a:pt x="4" y="27"/>
                    <a:pt x="0" y="33"/>
                  </a:cubicBezTo>
                  <a:cubicBezTo>
                    <a:pt x="5" y="38"/>
                    <a:pt x="10" y="42"/>
                    <a:pt x="12" y="44"/>
                  </a:cubicBezTo>
                  <a:cubicBezTo>
                    <a:pt x="17" y="47"/>
                    <a:pt x="25" y="44"/>
                    <a:pt x="28" y="47"/>
                  </a:cubicBezTo>
                  <a:cubicBezTo>
                    <a:pt x="28" y="47"/>
                    <a:pt x="28" y="47"/>
                    <a:pt x="28" y="47"/>
                  </a:cubicBezTo>
                  <a:cubicBezTo>
                    <a:pt x="32" y="44"/>
                    <a:pt x="35" y="40"/>
                    <a:pt x="36" y="40"/>
                  </a:cubicBezTo>
                  <a:cubicBezTo>
                    <a:pt x="39" y="39"/>
                    <a:pt x="37" y="35"/>
                    <a:pt x="42" y="31"/>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6" name="Freeform 102"/>
            <p:cNvSpPr>
              <a:spLocks noChangeArrowheads="1"/>
            </p:cNvSpPr>
            <p:nvPr/>
          </p:nvSpPr>
          <p:spPr bwMode="auto">
            <a:xfrm>
              <a:off x="1708156" y="2066927"/>
              <a:ext cx="26988" cy="57151"/>
            </a:xfrm>
            <a:custGeom>
              <a:avLst/>
              <a:gdLst>
                <a:gd name="T0" fmla="*/ 2 w 14"/>
                <a:gd name="T1" fmla="*/ 7 h 30"/>
                <a:gd name="T2" fmla="*/ 0 w 14"/>
                <a:gd name="T3" fmla="*/ 7 h 30"/>
                <a:gd name="T4" fmla="*/ 0 w 14"/>
                <a:gd name="T5" fmla="*/ 30 h 30"/>
                <a:gd name="T6" fmla="*/ 5 w 14"/>
                <a:gd name="T7" fmla="*/ 29 h 30"/>
                <a:gd name="T8" fmla="*/ 9 w 14"/>
                <a:gd name="T9" fmla="*/ 24 h 30"/>
                <a:gd name="T10" fmla="*/ 12 w 14"/>
                <a:gd name="T11" fmla="*/ 5 h 30"/>
                <a:gd name="T12" fmla="*/ 14 w 14"/>
                <a:gd name="T13" fmla="*/ 3 h 30"/>
                <a:gd name="T14" fmla="*/ 9 w 14"/>
                <a:gd name="T15" fmla="*/ 0 h 30"/>
                <a:gd name="T16" fmla="*/ 2 w 14"/>
                <a:gd name="T17" fmla="*/ 7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30"/>
                <a:gd name="T29" fmla="*/ 14 w 1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30">
                  <a:moveTo>
                    <a:pt x="2" y="7"/>
                  </a:moveTo>
                  <a:cubicBezTo>
                    <a:pt x="2" y="7"/>
                    <a:pt x="1" y="7"/>
                    <a:pt x="0" y="7"/>
                  </a:cubicBezTo>
                  <a:cubicBezTo>
                    <a:pt x="0" y="30"/>
                    <a:pt x="0" y="30"/>
                    <a:pt x="0" y="30"/>
                  </a:cubicBezTo>
                  <a:cubicBezTo>
                    <a:pt x="5" y="29"/>
                    <a:pt x="5" y="29"/>
                    <a:pt x="5" y="29"/>
                  </a:cubicBezTo>
                  <a:cubicBezTo>
                    <a:pt x="6" y="27"/>
                    <a:pt x="7" y="25"/>
                    <a:pt x="9" y="24"/>
                  </a:cubicBezTo>
                  <a:cubicBezTo>
                    <a:pt x="13" y="20"/>
                    <a:pt x="7" y="6"/>
                    <a:pt x="12" y="5"/>
                  </a:cubicBezTo>
                  <a:cubicBezTo>
                    <a:pt x="13" y="5"/>
                    <a:pt x="14" y="4"/>
                    <a:pt x="14" y="3"/>
                  </a:cubicBezTo>
                  <a:cubicBezTo>
                    <a:pt x="12" y="2"/>
                    <a:pt x="10" y="0"/>
                    <a:pt x="9" y="0"/>
                  </a:cubicBezTo>
                  <a:cubicBezTo>
                    <a:pt x="6" y="0"/>
                    <a:pt x="3" y="7"/>
                    <a:pt x="2" y="7"/>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7" name="Freeform 103"/>
            <p:cNvSpPr>
              <a:spLocks noChangeArrowheads="1"/>
            </p:cNvSpPr>
            <p:nvPr/>
          </p:nvSpPr>
          <p:spPr bwMode="auto">
            <a:xfrm>
              <a:off x="2024070" y="2024064"/>
              <a:ext cx="65088" cy="55564"/>
            </a:xfrm>
            <a:custGeom>
              <a:avLst/>
              <a:gdLst>
                <a:gd name="T0" fmla="*/ 16 w 34"/>
                <a:gd name="T1" fmla="*/ 3 h 29"/>
                <a:gd name="T2" fmla="*/ 23 w 34"/>
                <a:gd name="T3" fmla="*/ 19 h 29"/>
                <a:gd name="T4" fmla="*/ 1 w 34"/>
                <a:gd name="T5" fmla="*/ 23 h 29"/>
                <a:gd name="T6" fmla="*/ 16 w 34"/>
                <a:gd name="T7" fmla="*/ 26 h 29"/>
                <a:gd name="T8" fmla="*/ 31 w 34"/>
                <a:gd name="T9" fmla="*/ 28 h 29"/>
                <a:gd name="T10" fmla="*/ 34 w 34"/>
                <a:gd name="T11" fmla="*/ 6 h 29"/>
                <a:gd name="T12" fmla="*/ 16 w 34"/>
                <a:gd name="T13" fmla="*/ 3 h 29"/>
                <a:gd name="T14" fmla="*/ 0 60000 65536"/>
                <a:gd name="T15" fmla="*/ 0 60000 65536"/>
                <a:gd name="T16" fmla="*/ 0 60000 65536"/>
                <a:gd name="T17" fmla="*/ 0 60000 65536"/>
                <a:gd name="T18" fmla="*/ 0 60000 65536"/>
                <a:gd name="T19" fmla="*/ 0 60000 65536"/>
                <a:gd name="T20" fmla="*/ 0 60000 65536"/>
                <a:gd name="T21" fmla="*/ 0 w 34"/>
                <a:gd name="T22" fmla="*/ 0 h 29"/>
                <a:gd name="T23" fmla="*/ 34 w 34"/>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29">
                  <a:moveTo>
                    <a:pt x="16" y="3"/>
                  </a:moveTo>
                  <a:cubicBezTo>
                    <a:pt x="11" y="7"/>
                    <a:pt x="23" y="14"/>
                    <a:pt x="23" y="19"/>
                  </a:cubicBezTo>
                  <a:cubicBezTo>
                    <a:pt x="23" y="23"/>
                    <a:pt x="3" y="18"/>
                    <a:pt x="1" y="23"/>
                  </a:cubicBezTo>
                  <a:cubicBezTo>
                    <a:pt x="0" y="25"/>
                    <a:pt x="8" y="29"/>
                    <a:pt x="16" y="26"/>
                  </a:cubicBezTo>
                  <a:cubicBezTo>
                    <a:pt x="23" y="24"/>
                    <a:pt x="28" y="26"/>
                    <a:pt x="31" y="28"/>
                  </a:cubicBezTo>
                  <a:cubicBezTo>
                    <a:pt x="32" y="21"/>
                    <a:pt x="33" y="12"/>
                    <a:pt x="34" y="6"/>
                  </a:cubicBezTo>
                  <a:cubicBezTo>
                    <a:pt x="27" y="5"/>
                    <a:pt x="19" y="0"/>
                    <a:pt x="16" y="3"/>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8" name="Freeform 104"/>
            <p:cNvSpPr>
              <a:spLocks noChangeArrowheads="1"/>
            </p:cNvSpPr>
            <p:nvPr/>
          </p:nvSpPr>
          <p:spPr bwMode="auto">
            <a:xfrm>
              <a:off x="2082807" y="2033590"/>
              <a:ext cx="74613" cy="50800"/>
            </a:xfrm>
            <a:custGeom>
              <a:avLst/>
              <a:gdLst>
                <a:gd name="T0" fmla="*/ 15 w 39"/>
                <a:gd name="T1" fmla="*/ 19 h 26"/>
                <a:gd name="T2" fmla="*/ 39 w 39"/>
                <a:gd name="T3" fmla="*/ 14 h 26"/>
                <a:gd name="T4" fmla="*/ 9 w 39"/>
                <a:gd name="T5" fmla="*/ 2 h 26"/>
                <a:gd name="T6" fmla="*/ 3 w 39"/>
                <a:gd name="T7" fmla="*/ 1 h 26"/>
                <a:gd name="T8" fmla="*/ 0 w 39"/>
                <a:gd name="T9" fmla="*/ 23 h 26"/>
                <a:gd name="T10" fmla="*/ 1 w 39"/>
                <a:gd name="T11" fmla="*/ 24 h 26"/>
                <a:gd name="T12" fmla="*/ 15 w 39"/>
                <a:gd name="T13" fmla="*/ 19 h 26"/>
                <a:gd name="T14" fmla="*/ 0 60000 65536"/>
                <a:gd name="T15" fmla="*/ 0 60000 65536"/>
                <a:gd name="T16" fmla="*/ 0 60000 65536"/>
                <a:gd name="T17" fmla="*/ 0 60000 65536"/>
                <a:gd name="T18" fmla="*/ 0 60000 65536"/>
                <a:gd name="T19" fmla="*/ 0 60000 65536"/>
                <a:gd name="T20" fmla="*/ 0 60000 65536"/>
                <a:gd name="T21" fmla="*/ 0 w 39"/>
                <a:gd name="T22" fmla="*/ 0 h 26"/>
                <a:gd name="T23" fmla="*/ 39 w 39"/>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26">
                  <a:moveTo>
                    <a:pt x="15" y="19"/>
                  </a:moveTo>
                  <a:cubicBezTo>
                    <a:pt x="24" y="16"/>
                    <a:pt x="39" y="21"/>
                    <a:pt x="39" y="14"/>
                  </a:cubicBezTo>
                  <a:cubicBezTo>
                    <a:pt x="39" y="7"/>
                    <a:pt x="15" y="0"/>
                    <a:pt x="9" y="2"/>
                  </a:cubicBezTo>
                  <a:cubicBezTo>
                    <a:pt x="7" y="2"/>
                    <a:pt x="5" y="2"/>
                    <a:pt x="3" y="1"/>
                  </a:cubicBezTo>
                  <a:cubicBezTo>
                    <a:pt x="2" y="7"/>
                    <a:pt x="1" y="16"/>
                    <a:pt x="0" y="23"/>
                  </a:cubicBezTo>
                  <a:cubicBezTo>
                    <a:pt x="1" y="23"/>
                    <a:pt x="1" y="23"/>
                    <a:pt x="1" y="24"/>
                  </a:cubicBezTo>
                  <a:cubicBezTo>
                    <a:pt x="5" y="26"/>
                    <a:pt x="6" y="22"/>
                    <a:pt x="15" y="19"/>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9" name="Freeform 105"/>
            <p:cNvSpPr>
              <a:spLocks noChangeArrowheads="1"/>
            </p:cNvSpPr>
            <p:nvPr/>
          </p:nvSpPr>
          <p:spPr bwMode="auto">
            <a:xfrm>
              <a:off x="1746256" y="2143128"/>
              <a:ext cx="92076" cy="93663"/>
            </a:xfrm>
            <a:custGeom>
              <a:avLst/>
              <a:gdLst>
                <a:gd name="T0" fmla="*/ 26 w 48"/>
                <a:gd name="T1" fmla="*/ 46 h 49"/>
                <a:gd name="T2" fmla="*/ 37 w 48"/>
                <a:gd name="T3" fmla="*/ 48 h 49"/>
                <a:gd name="T4" fmla="*/ 42 w 48"/>
                <a:gd name="T5" fmla="*/ 49 h 49"/>
                <a:gd name="T6" fmla="*/ 41 w 48"/>
                <a:gd name="T7" fmla="*/ 47 h 49"/>
                <a:gd name="T8" fmla="*/ 44 w 48"/>
                <a:gd name="T9" fmla="*/ 32 h 49"/>
                <a:gd name="T10" fmla="*/ 45 w 48"/>
                <a:gd name="T11" fmla="*/ 13 h 49"/>
                <a:gd name="T12" fmla="*/ 48 w 48"/>
                <a:gd name="T13" fmla="*/ 1 h 49"/>
                <a:gd name="T14" fmla="*/ 48 w 48"/>
                <a:gd name="T15" fmla="*/ 0 h 49"/>
                <a:gd name="T16" fmla="*/ 34 w 48"/>
                <a:gd name="T17" fmla="*/ 5 h 49"/>
                <a:gd name="T18" fmla="*/ 24 w 48"/>
                <a:gd name="T19" fmla="*/ 8 h 49"/>
                <a:gd name="T20" fmla="*/ 11 w 48"/>
                <a:gd name="T21" fmla="*/ 13 h 49"/>
                <a:gd name="T22" fmla="*/ 8 w 48"/>
                <a:gd name="T23" fmla="*/ 20 h 49"/>
                <a:gd name="T24" fmla="*/ 4 w 48"/>
                <a:gd name="T25" fmla="*/ 23 h 49"/>
                <a:gd name="T26" fmla="*/ 0 w 48"/>
                <a:gd name="T27" fmla="*/ 24 h 49"/>
                <a:gd name="T28" fmla="*/ 2 w 48"/>
                <a:gd name="T29" fmla="*/ 28 h 49"/>
                <a:gd name="T30" fmla="*/ 16 w 48"/>
                <a:gd name="T31" fmla="*/ 42 h 49"/>
                <a:gd name="T32" fmla="*/ 19 w 48"/>
                <a:gd name="T33" fmla="*/ 46 h 49"/>
                <a:gd name="T34" fmla="*/ 26 w 48"/>
                <a:gd name="T35" fmla="*/ 46 h 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49"/>
                <a:gd name="T56" fmla="*/ 48 w 48"/>
                <a:gd name="T57" fmla="*/ 49 h 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49">
                  <a:moveTo>
                    <a:pt x="26" y="46"/>
                  </a:moveTo>
                  <a:cubicBezTo>
                    <a:pt x="28" y="48"/>
                    <a:pt x="34" y="46"/>
                    <a:pt x="37" y="48"/>
                  </a:cubicBezTo>
                  <a:cubicBezTo>
                    <a:pt x="38" y="49"/>
                    <a:pt x="40" y="49"/>
                    <a:pt x="42" y="49"/>
                  </a:cubicBezTo>
                  <a:cubicBezTo>
                    <a:pt x="42" y="48"/>
                    <a:pt x="41" y="47"/>
                    <a:pt x="41" y="47"/>
                  </a:cubicBezTo>
                  <a:cubicBezTo>
                    <a:pt x="39" y="43"/>
                    <a:pt x="42" y="37"/>
                    <a:pt x="44" y="32"/>
                  </a:cubicBezTo>
                  <a:cubicBezTo>
                    <a:pt x="45" y="27"/>
                    <a:pt x="42" y="16"/>
                    <a:pt x="45" y="13"/>
                  </a:cubicBezTo>
                  <a:cubicBezTo>
                    <a:pt x="48" y="10"/>
                    <a:pt x="46" y="8"/>
                    <a:pt x="48" y="1"/>
                  </a:cubicBezTo>
                  <a:cubicBezTo>
                    <a:pt x="48" y="1"/>
                    <a:pt x="48" y="0"/>
                    <a:pt x="48" y="0"/>
                  </a:cubicBezTo>
                  <a:cubicBezTo>
                    <a:pt x="42" y="0"/>
                    <a:pt x="36" y="5"/>
                    <a:pt x="34" y="5"/>
                  </a:cubicBezTo>
                  <a:cubicBezTo>
                    <a:pt x="32" y="5"/>
                    <a:pt x="25" y="3"/>
                    <a:pt x="24" y="8"/>
                  </a:cubicBezTo>
                  <a:cubicBezTo>
                    <a:pt x="23" y="12"/>
                    <a:pt x="18" y="12"/>
                    <a:pt x="11" y="13"/>
                  </a:cubicBezTo>
                  <a:cubicBezTo>
                    <a:pt x="5" y="13"/>
                    <a:pt x="8" y="19"/>
                    <a:pt x="8" y="20"/>
                  </a:cubicBezTo>
                  <a:cubicBezTo>
                    <a:pt x="7" y="21"/>
                    <a:pt x="4" y="23"/>
                    <a:pt x="4" y="23"/>
                  </a:cubicBezTo>
                  <a:cubicBezTo>
                    <a:pt x="0" y="24"/>
                    <a:pt x="0" y="24"/>
                    <a:pt x="0" y="24"/>
                  </a:cubicBezTo>
                  <a:cubicBezTo>
                    <a:pt x="0" y="26"/>
                    <a:pt x="0" y="27"/>
                    <a:pt x="2" y="28"/>
                  </a:cubicBezTo>
                  <a:cubicBezTo>
                    <a:pt x="6" y="31"/>
                    <a:pt x="11" y="39"/>
                    <a:pt x="16" y="42"/>
                  </a:cubicBezTo>
                  <a:cubicBezTo>
                    <a:pt x="18" y="43"/>
                    <a:pt x="19" y="44"/>
                    <a:pt x="19" y="46"/>
                  </a:cubicBezTo>
                  <a:cubicBezTo>
                    <a:pt x="22" y="46"/>
                    <a:pt x="24" y="46"/>
                    <a:pt x="26" y="46"/>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0" name="Freeform 106"/>
            <p:cNvSpPr>
              <a:spLocks noChangeArrowheads="1"/>
            </p:cNvSpPr>
            <p:nvPr/>
          </p:nvSpPr>
          <p:spPr bwMode="auto">
            <a:xfrm>
              <a:off x="2036770" y="2357440"/>
              <a:ext cx="860428" cy="877889"/>
            </a:xfrm>
            <a:custGeom>
              <a:avLst/>
              <a:gdLst>
                <a:gd name="T0" fmla="*/ 253 w 450"/>
                <a:gd name="T1" fmla="*/ 427 h 460"/>
                <a:gd name="T2" fmla="*/ 260 w 450"/>
                <a:gd name="T3" fmla="*/ 429 h 460"/>
                <a:gd name="T4" fmla="*/ 289 w 450"/>
                <a:gd name="T5" fmla="*/ 379 h 460"/>
                <a:gd name="T6" fmla="*/ 307 w 450"/>
                <a:gd name="T7" fmla="*/ 343 h 460"/>
                <a:gd name="T8" fmla="*/ 337 w 450"/>
                <a:gd name="T9" fmla="*/ 326 h 460"/>
                <a:gd name="T10" fmla="*/ 372 w 450"/>
                <a:gd name="T11" fmla="*/ 316 h 460"/>
                <a:gd name="T12" fmla="*/ 386 w 450"/>
                <a:gd name="T13" fmla="*/ 290 h 460"/>
                <a:gd name="T14" fmla="*/ 397 w 450"/>
                <a:gd name="T15" fmla="*/ 264 h 460"/>
                <a:gd name="T16" fmla="*/ 401 w 450"/>
                <a:gd name="T17" fmla="*/ 211 h 460"/>
                <a:gd name="T18" fmla="*/ 409 w 450"/>
                <a:gd name="T19" fmla="*/ 206 h 460"/>
                <a:gd name="T20" fmla="*/ 445 w 450"/>
                <a:gd name="T21" fmla="*/ 158 h 460"/>
                <a:gd name="T22" fmla="*/ 406 w 450"/>
                <a:gd name="T23" fmla="*/ 104 h 460"/>
                <a:gd name="T24" fmla="*/ 336 w 450"/>
                <a:gd name="T25" fmla="*/ 96 h 460"/>
                <a:gd name="T26" fmla="*/ 295 w 450"/>
                <a:gd name="T27" fmla="*/ 74 h 460"/>
                <a:gd name="T28" fmla="*/ 291 w 450"/>
                <a:gd name="T29" fmla="*/ 67 h 460"/>
                <a:gd name="T30" fmla="*/ 264 w 450"/>
                <a:gd name="T31" fmla="*/ 60 h 460"/>
                <a:gd name="T32" fmla="*/ 258 w 450"/>
                <a:gd name="T33" fmla="*/ 13 h 460"/>
                <a:gd name="T34" fmla="*/ 222 w 450"/>
                <a:gd name="T35" fmla="*/ 32 h 460"/>
                <a:gd name="T36" fmla="*/ 191 w 450"/>
                <a:gd name="T37" fmla="*/ 39 h 460"/>
                <a:gd name="T38" fmla="*/ 165 w 450"/>
                <a:gd name="T39" fmla="*/ 40 h 460"/>
                <a:gd name="T40" fmla="*/ 157 w 450"/>
                <a:gd name="T41" fmla="*/ 1 h 460"/>
                <a:gd name="T42" fmla="*/ 129 w 450"/>
                <a:gd name="T43" fmla="*/ 17 h 460"/>
                <a:gd name="T44" fmla="*/ 107 w 450"/>
                <a:gd name="T45" fmla="*/ 15 h 460"/>
                <a:gd name="T46" fmla="*/ 120 w 450"/>
                <a:gd name="T47" fmla="*/ 32 h 460"/>
                <a:gd name="T48" fmla="*/ 105 w 450"/>
                <a:gd name="T49" fmla="*/ 46 h 460"/>
                <a:gd name="T50" fmla="*/ 84 w 450"/>
                <a:gd name="T51" fmla="*/ 49 h 460"/>
                <a:gd name="T52" fmla="*/ 48 w 450"/>
                <a:gd name="T53" fmla="*/ 42 h 460"/>
                <a:gd name="T54" fmla="*/ 45 w 450"/>
                <a:gd name="T55" fmla="*/ 59 h 460"/>
                <a:gd name="T56" fmla="*/ 46 w 450"/>
                <a:gd name="T57" fmla="*/ 108 h 460"/>
                <a:gd name="T58" fmla="*/ 12 w 450"/>
                <a:gd name="T59" fmla="*/ 120 h 460"/>
                <a:gd name="T60" fmla="*/ 2 w 450"/>
                <a:gd name="T61" fmla="*/ 144 h 460"/>
                <a:gd name="T62" fmla="*/ 15 w 450"/>
                <a:gd name="T63" fmla="*/ 168 h 460"/>
                <a:gd name="T64" fmla="*/ 38 w 450"/>
                <a:gd name="T65" fmla="*/ 172 h 460"/>
                <a:gd name="T66" fmla="*/ 65 w 450"/>
                <a:gd name="T67" fmla="*/ 184 h 460"/>
                <a:gd name="T68" fmla="*/ 99 w 450"/>
                <a:gd name="T69" fmla="*/ 174 h 460"/>
                <a:gd name="T70" fmla="*/ 124 w 450"/>
                <a:gd name="T71" fmla="*/ 206 h 460"/>
                <a:gd name="T72" fmla="*/ 150 w 450"/>
                <a:gd name="T73" fmla="*/ 217 h 460"/>
                <a:gd name="T74" fmla="*/ 158 w 450"/>
                <a:gd name="T75" fmla="*/ 242 h 460"/>
                <a:gd name="T76" fmla="*/ 186 w 450"/>
                <a:gd name="T77" fmla="*/ 265 h 460"/>
                <a:gd name="T78" fmla="*/ 182 w 450"/>
                <a:gd name="T79" fmla="*/ 293 h 460"/>
                <a:gd name="T80" fmla="*/ 199 w 450"/>
                <a:gd name="T81" fmla="*/ 317 h 460"/>
                <a:gd name="T82" fmla="*/ 222 w 450"/>
                <a:gd name="T83" fmla="*/ 337 h 460"/>
                <a:gd name="T84" fmla="*/ 230 w 450"/>
                <a:gd name="T85" fmla="*/ 375 h 460"/>
                <a:gd name="T86" fmla="*/ 187 w 450"/>
                <a:gd name="T87" fmla="*/ 415 h 460"/>
                <a:gd name="T88" fmla="*/ 205 w 450"/>
                <a:gd name="T89" fmla="*/ 426 h 460"/>
                <a:gd name="T90" fmla="*/ 232 w 450"/>
                <a:gd name="T91" fmla="*/ 443 h 46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50"/>
                <a:gd name="T139" fmla="*/ 0 h 460"/>
                <a:gd name="T140" fmla="*/ 450 w 450"/>
                <a:gd name="T141" fmla="*/ 460 h 46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50" h="460">
                  <a:moveTo>
                    <a:pt x="238" y="455"/>
                  </a:moveTo>
                  <a:cubicBezTo>
                    <a:pt x="245" y="450"/>
                    <a:pt x="244" y="447"/>
                    <a:pt x="247" y="441"/>
                  </a:cubicBezTo>
                  <a:cubicBezTo>
                    <a:pt x="250" y="435"/>
                    <a:pt x="247" y="432"/>
                    <a:pt x="253" y="427"/>
                  </a:cubicBezTo>
                  <a:cubicBezTo>
                    <a:pt x="258" y="422"/>
                    <a:pt x="252" y="418"/>
                    <a:pt x="259" y="415"/>
                  </a:cubicBezTo>
                  <a:cubicBezTo>
                    <a:pt x="266" y="412"/>
                    <a:pt x="265" y="418"/>
                    <a:pt x="259" y="425"/>
                  </a:cubicBezTo>
                  <a:cubicBezTo>
                    <a:pt x="253" y="432"/>
                    <a:pt x="252" y="434"/>
                    <a:pt x="260" y="429"/>
                  </a:cubicBezTo>
                  <a:cubicBezTo>
                    <a:pt x="267" y="423"/>
                    <a:pt x="270" y="416"/>
                    <a:pt x="274" y="407"/>
                  </a:cubicBezTo>
                  <a:cubicBezTo>
                    <a:pt x="279" y="398"/>
                    <a:pt x="282" y="395"/>
                    <a:pt x="286" y="395"/>
                  </a:cubicBezTo>
                  <a:cubicBezTo>
                    <a:pt x="289" y="394"/>
                    <a:pt x="289" y="385"/>
                    <a:pt x="289" y="379"/>
                  </a:cubicBezTo>
                  <a:cubicBezTo>
                    <a:pt x="288" y="372"/>
                    <a:pt x="286" y="366"/>
                    <a:pt x="289" y="362"/>
                  </a:cubicBezTo>
                  <a:cubicBezTo>
                    <a:pt x="292" y="358"/>
                    <a:pt x="289" y="354"/>
                    <a:pt x="293" y="354"/>
                  </a:cubicBezTo>
                  <a:cubicBezTo>
                    <a:pt x="296" y="354"/>
                    <a:pt x="301" y="348"/>
                    <a:pt x="307" y="343"/>
                  </a:cubicBezTo>
                  <a:cubicBezTo>
                    <a:pt x="312" y="337"/>
                    <a:pt x="316" y="337"/>
                    <a:pt x="322" y="336"/>
                  </a:cubicBezTo>
                  <a:cubicBezTo>
                    <a:pt x="327" y="336"/>
                    <a:pt x="324" y="334"/>
                    <a:pt x="328" y="333"/>
                  </a:cubicBezTo>
                  <a:cubicBezTo>
                    <a:pt x="332" y="332"/>
                    <a:pt x="334" y="328"/>
                    <a:pt x="337" y="326"/>
                  </a:cubicBezTo>
                  <a:cubicBezTo>
                    <a:pt x="339" y="324"/>
                    <a:pt x="349" y="326"/>
                    <a:pt x="355" y="326"/>
                  </a:cubicBezTo>
                  <a:cubicBezTo>
                    <a:pt x="361" y="326"/>
                    <a:pt x="365" y="327"/>
                    <a:pt x="365" y="323"/>
                  </a:cubicBezTo>
                  <a:cubicBezTo>
                    <a:pt x="365" y="319"/>
                    <a:pt x="368" y="316"/>
                    <a:pt x="372" y="316"/>
                  </a:cubicBezTo>
                  <a:cubicBezTo>
                    <a:pt x="375" y="316"/>
                    <a:pt x="377" y="315"/>
                    <a:pt x="377" y="310"/>
                  </a:cubicBezTo>
                  <a:cubicBezTo>
                    <a:pt x="377" y="305"/>
                    <a:pt x="378" y="302"/>
                    <a:pt x="381" y="300"/>
                  </a:cubicBezTo>
                  <a:cubicBezTo>
                    <a:pt x="384" y="298"/>
                    <a:pt x="385" y="293"/>
                    <a:pt x="386" y="290"/>
                  </a:cubicBezTo>
                  <a:cubicBezTo>
                    <a:pt x="387" y="286"/>
                    <a:pt x="390" y="288"/>
                    <a:pt x="390" y="284"/>
                  </a:cubicBezTo>
                  <a:cubicBezTo>
                    <a:pt x="390" y="279"/>
                    <a:pt x="392" y="274"/>
                    <a:pt x="392" y="270"/>
                  </a:cubicBezTo>
                  <a:cubicBezTo>
                    <a:pt x="392" y="266"/>
                    <a:pt x="396" y="267"/>
                    <a:pt x="397" y="264"/>
                  </a:cubicBezTo>
                  <a:cubicBezTo>
                    <a:pt x="399" y="261"/>
                    <a:pt x="396" y="258"/>
                    <a:pt x="399" y="250"/>
                  </a:cubicBezTo>
                  <a:cubicBezTo>
                    <a:pt x="401" y="242"/>
                    <a:pt x="399" y="235"/>
                    <a:pt x="399" y="228"/>
                  </a:cubicBezTo>
                  <a:cubicBezTo>
                    <a:pt x="399" y="221"/>
                    <a:pt x="399" y="214"/>
                    <a:pt x="401" y="211"/>
                  </a:cubicBezTo>
                  <a:cubicBezTo>
                    <a:pt x="404" y="209"/>
                    <a:pt x="402" y="208"/>
                    <a:pt x="400" y="207"/>
                  </a:cubicBezTo>
                  <a:cubicBezTo>
                    <a:pt x="398" y="206"/>
                    <a:pt x="401" y="203"/>
                    <a:pt x="402" y="204"/>
                  </a:cubicBezTo>
                  <a:cubicBezTo>
                    <a:pt x="404" y="204"/>
                    <a:pt x="406" y="208"/>
                    <a:pt x="409" y="206"/>
                  </a:cubicBezTo>
                  <a:cubicBezTo>
                    <a:pt x="413" y="204"/>
                    <a:pt x="416" y="195"/>
                    <a:pt x="418" y="188"/>
                  </a:cubicBezTo>
                  <a:cubicBezTo>
                    <a:pt x="421" y="181"/>
                    <a:pt x="426" y="182"/>
                    <a:pt x="429" y="180"/>
                  </a:cubicBezTo>
                  <a:cubicBezTo>
                    <a:pt x="433" y="179"/>
                    <a:pt x="440" y="170"/>
                    <a:pt x="445" y="158"/>
                  </a:cubicBezTo>
                  <a:cubicBezTo>
                    <a:pt x="450" y="146"/>
                    <a:pt x="445" y="134"/>
                    <a:pt x="443" y="125"/>
                  </a:cubicBezTo>
                  <a:cubicBezTo>
                    <a:pt x="441" y="117"/>
                    <a:pt x="438" y="118"/>
                    <a:pt x="433" y="119"/>
                  </a:cubicBezTo>
                  <a:cubicBezTo>
                    <a:pt x="428" y="119"/>
                    <a:pt x="418" y="118"/>
                    <a:pt x="406" y="104"/>
                  </a:cubicBezTo>
                  <a:cubicBezTo>
                    <a:pt x="393" y="91"/>
                    <a:pt x="381" y="92"/>
                    <a:pt x="373" y="94"/>
                  </a:cubicBezTo>
                  <a:cubicBezTo>
                    <a:pt x="365" y="96"/>
                    <a:pt x="356" y="90"/>
                    <a:pt x="351" y="89"/>
                  </a:cubicBezTo>
                  <a:cubicBezTo>
                    <a:pt x="345" y="87"/>
                    <a:pt x="340" y="94"/>
                    <a:pt x="336" y="96"/>
                  </a:cubicBezTo>
                  <a:cubicBezTo>
                    <a:pt x="332" y="97"/>
                    <a:pt x="338" y="90"/>
                    <a:pt x="338" y="85"/>
                  </a:cubicBezTo>
                  <a:cubicBezTo>
                    <a:pt x="338" y="80"/>
                    <a:pt x="323" y="74"/>
                    <a:pt x="312" y="69"/>
                  </a:cubicBezTo>
                  <a:cubicBezTo>
                    <a:pt x="300" y="65"/>
                    <a:pt x="295" y="67"/>
                    <a:pt x="295" y="74"/>
                  </a:cubicBezTo>
                  <a:cubicBezTo>
                    <a:pt x="295" y="81"/>
                    <a:pt x="291" y="72"/>
                    <a:pt x="287" y="80"/>
                  </a:cubicBezTo>
                  <a:cubicBezTo>
                    <a:pt x="284" y="87"/>
                    <a:pt x="277" y="82"/>
                    <a:pt x="281" y="80"/>
                  </a:cubicBezTo>
                  <a:cubicBezTo>
                    <a:pt x="286" y="77"/>
                    <a:pt x="290" y="72"/>
                    <a:pt x="291" y="67"/>
                  </a:cubicBezTo>
                  <a:cubicBezTo>
                    <a:pt x="293" y="62"/>
                    <a:pt x="275" y="58"/>
                    <a:pt x="268" y="61"/>
                  </a:cubicBezTo>
                  <a:cubicBezTo>
                    <a:pt x="262" y="63"/>
                    <a:pt x="266" y="72"/>
                    <a:pt x="261" y="70"/>
                  </a:cubicBezTo>
                  <a:cubicBezTo>
                    <a:pt x="256" y="67"/>
                    <a:pt x="260" y="60"/>
                    <a:pt x="264" y="60"/>
                  </a:cubicBezTo>
                  <a:cubicBezTo>
                    <a:pt x="268" y="61"/>
                    <a:pt x="273" y="52"/>
                    <a:pt x="275" y="46"/>
                  </a:cubicBezTo>
                  <a:cubicBezTo>
                    <a:pt x="278" y="40"/>
                    <a:pt x="271" y="39"/>
                    <a:pt x="266" y="34"/>
                  </a:cubicBezTo>
                  <a:cubicBezTo>
                    <a:pt x="262" y="29"/>
                    <a:pt x="263" y="15"/>
                    <a:pt x="258" y="13"/>
                  </a:cubicBezTo>
                  <a:cubicBezTo>
                    <a:pt x="253" y="17"/>
                    <a:pt x="247" y="25"/>
                    <a:pt x="245" y="31"/>
                  </a:cubicBezTo>
                  <a:cubicBezTo>
                    <a:pt x="242" y="38"/>
                    <a:pt x="239" y="34"/>
                    <a:pt x="233" y="36"/>
                  </a:cubicBezTo>
                  <a:cubicBezTo>
                    <a:pt x="226" y="38"/>
                    <a:pt x="223" y="35"/>
                    <a:pt x="222" y="32"/>
                  </a:cubicBezTo>
                  <a:cubicBezTo>
                    <a:pt x="220" y="30"/>
                    <a:pt x="214" y="32"/>
                    <a:pt x="209" y="32"/>
                  </a:cubicBezTo>
                  <a:cubicBezTo>
                    <a:pt x="205" y="32"/>
                    <a:pt x="207" y="37"/>
                    <a:pt x="204" y="39"/>
                  </a:cubicBezTo>
                  <a:cubicBezTo>
                    <a:pt x="201" y="41"/>
                    <a:pt x="194" y="36"/>
                    <a:pt x="191" y="39"/>
                  </a:cubicBezTo>
                  <a:cubicBezTo>
                    <a:pt x="188" y="42"/>
                    <a:pt x="186" y="39"/>
                    <a:pt x="185" y="41"/>
                  </a:cubicBezTo>
                  <a:cubicBezTo>
                    <a:pt x="184" y="44"/>
                    <a:pt x="179" y="42"/>
                    <a:pt x="178" y="44"/>
                  </a:cubicBezTo>
                  <a:cubicBezTo>
                    <a:pt x="176" y="46"/>
                    <a:pt x="172" y="47"/>
                    <a:pt x="165" y="40"/>
                  </a:cubicBezTo>
                  <a:cubicBezTo>
                    <a:pt x="159" y="33"/>
                    <a:pt x="160" y="22"/>
                    <a:pt x="163" y="20"/>
                  </a:cubicBezTo>
                  <a:cubicBezTo>
                    <a:pt x="166" y="18"/>
                    <a:pt x="166" y="12"/>
                    <a:pt x="162" y="11"/>
                  </a:cubicBezTo>
                  <a:cubicBezTo>
                    <a:pt x="158" y="9"/>
                    <a:pt x="162" y="2"/>
                    <a:pt x="157" y="1"/>
                  </a:cubicBezTo>
                  <a:cubicBezTo>
                    <a:pt x="153" y="0"/>
                    <a:pt x="153" y="7"/>
                    <a:pt x="150" y="8"/>
                  </a:cubicBezTo>
                  <a:cubicBezTo>
                    <a:pt x="147" y="9"/>
                    <a:pt x="140" y="14"/>
                    <a:pt x="136" y="13"/>
                  </a:cubicBezTo>
                  <a:cubicBezTo>
                    <a:pt x="133" y="12"/>
                    <a:pt x="129" y="14"/>
                    <a:pt x="129" y="17"/>
                  </a:cubicBezTo>
                  <a:cubicBezTo>
                    <a:pt x="129" y="21"/>
                    <a:pt x="125" y="20"/>
                    <a:pt x="124" y="17"/>
                  </a:cubicBezTo>
                  <a:cubicBezTo>
                    <a:pt x="124" y="14"/>
                    <a:pt x="116" y="16"/>
                    <a:pt x="114" y="14"/>
                  </a:cubicBezTo>
                  <a:cubicBezTo>
                    <a:pt x="112" y="12"/>
                    <a:pt x="103" y="13"/>
                    <a:pt x="107" y="15"/>
                  </a:cubicBezTo>
                  <a:cubicBezTo>
                    <a:pt x="111" y="17"/>
                    <a:pt x="111" y="20"/>
                    <a:pt x="111" y="23"/>
                  </a:cubicBezTo>
                  <a:cubicBezTo>
                    <a:pt x="111" y="27"/>
                    <a:pt x="114" y="26"/>
                    <a:pt x="114" y="31"/>
                  </a:cubicBezTo>
                  <a:cubicBezTo>
                    <a:pt x="114" y="35"/>
                    <a:pt x="118" y="32"/>
                    <a:pt x="120" y="32"/>
                  </a:cubicBezTo>
                  <a:cubicBezTo>
                    <a:pt x="123" y="32"/>
                    <a:pt x="123" y="36"/>
                    <a:pt x="119" y="37"/>
                  </a:cubicBezTo>
                  <a:cubicBezTo>
                    <a:pt x="115" y="37"/>
                    <a:pt x="113" y="39"/>
                    <a:pt x="112" y="43"/>
                  </a:cubicBezTo>
                  <a:cubicBezTo>
                    <a:pt x="111" y="46"/>
                    <a:pt x="108" y="44"/>
                    <a:pt x="105" y="46"/>
                  </a:cubicBezTo>
                  <a:cubicBezTo>
                    <a:pt x="102" y="49"/>
                    <a:pt x="99" y="52"/>
                    <a:pt x="97" y="51"/>
                  </a:cubicBezTo>
                  <a:cubicBezTo>
                    <a:pt x="95" y="49"/>
                    <a:pt x="93" y="50"/>
                    <a:pt x="91" y="52"/>
                  </a:cubicBezTo>
                  <a:cubicBezTo>
                    <a:pt x="89" y="53"/>
                    <a:pt x="88" y="52"/>
                    <a:pt x="84" y="49"/>
                  </a:cubicBezTo>
                  <a:cubicBezTo>
                    <a:pt x="82" y="47"/>
                    <a:pt x="80" y="42"/>
                    <a:pt x="76" y="37"/>
                  </a:cubicBezTo>
                  <a:cubicBezTo>
                    <a:pt x="73" y="39"/>
                    <a:pt x="68" y="41"/>
                    <a:pt x="65" y="41"/>
                  </a:cubicBezTo>
                  <a:cubicBezTo>
                    <a:pt x="61" y="41"/>
                    <a:pt x="48" y="40"/>
                    <a:pt x="48" y="42"/>
                  </a:cubicBezTo>
                  <a:cubicBezTo>
                    <a:pt x="47" y="44"/>
                    <a:pt x="49" y="48"/>
                    <a:pt x="51" y="48"/>
                  </a:cubicBezTo>
                  <a:cubicBezTo>
                    <a:pt x="53" y="49"/>
                    <a:pt x="57" y="50"/>
                    <a:pt x="53" y="53"/>
                  </a:cubicBezTo>
                  <a:cubicBezTo>
                    <a:pt x="49" y="56"/>
                    <a:pt x="45" y="52"/>
                    <a:pt x="45" y="59"/>
                  </a:cubicBezTo>
                  <a:cubicBezTo>
                    <a:pt x="45" y="66"/>
                    <a:pt x="54" y="71"/>
                    <a:pt x="52" y="77"/>
                  </a:cubicBezTo>
                  <a:cubicBezTo>
                    <a:pt x="51" y="81"/>
                    <a:pt x="50" y="89"/>
                    <a:pt x="50" y="93"/>
                  </a:cubicBezTo>
                  <a:cubicBezTo>
                    <a:pt x="50" y="96"/>
                    <a:pt x="49" y="107"/>
                    <a:pt x="46" y="108"/>
                  </a:cubicBezTo>
                  <a:cubicBezTo>
                    <a:pt x="43" y="109"/>
                    <a:pt x="40" y="105"/>
                    <a:pt x="36" y="109"/>
                  </a:cubicBezTo>
                  <a:cubicBezTo>
                    <a:pt x="32" y="112"/>
                    <a:pt x="27" y="110"/>
                    <a:pt x="22" y="114"/>
                  </a:cubicBezTo>
                  <a:cubicBezTo>
                    <a:pt x="18" y="117"/>
                    <a:pt x="13" y="116"/>
                    <a:pt x="12" y="120"/>
                  </a:cubicBezTo>
                  <a:cubicBezTo>
                    <a:pt x="12" y="125"/>
                    <a:pt x="8" y="127"/>
                    <a:pt x="9" y="131"/>
                  </a:cubicBezTo>
                  <a:cubicBezTo>
                    <a:pt x="10" y="135"/>
                    <a:pt x="7" y="134"/>
                    <a:pt x="4" y="137"/>
                  </a:cubicBezTo>
                  <a:cubicBezTo>
                    <a:pt x="1" y="140"/>
                    <a:pt x="4" y="142"/>
                    <a:pt x="2" y="144"/>
                  </a:cubicBezTo>
                  <a:cubicBezTo>
                    <a:pt x="0" y="147"/>
                    <a:pt x="3" y="150"/>
                    <a:pt x="5" y="154"/>
                  </a:cubicBezTo>
                  <a:cubicBezTo>
                    <a:pt x="7" y="158"/>
                    <a:pt x="10" y="160"/>
                    <a:pt x="10" y="164"/>
                  </a:cubicBezTo>
                  <a:cubicBezTo>
                    <a:pt x="9" y="167"/>
                    <a:pt x="12" y="168"/>
                    <a:pt x="15" y="168"/>
                  </a:cubicBezTo>
                  <a:cubicBezTo>
                    <a:pt x="19" y="168"/>
                    <a:pt x="16" y="174"/>
                    <a:pt x="21" y="174"/>
                  </a:cubicBezTo>
                  <a:cubicBezTo>
                    <a:pt x="27" y="174"/>
                    <a:pt x="32" y="176"/>
                    <a:pt x="33" y="173"/>
                  </a:cubicBezTo>
                  <a:cubicBezTo>
                    <a:pt x="35" y="170"/>
                    <a:pt x="38" y="167"/>
                    <a:pt x="38" y="172"/>
                  </a:cubicBezTo>
                  <a:cubicBezTo>
                    <a:pt x="38" y="176"/>
                    <a:pt x="37" y="188"/>
                    <a:pt x="41" y="186"/>
                  </a:cubicBezTo>
                  <a:cubicBezTo>
                    <a:pt x="45" y="185"/>
                    <a:pt x="52" y="185"/>
                    <a:pt x="56" y="187"/>
                  </a:cubicBezTo>
                  <a:cubicBezTo>
                    <a:pt x="59" y="188"/>
                    <a:pt x="63" y="187"/>
                    <a:pt x="65" y="184"/>
                  </a:cubicBezTo>
                  <a:cubicBezTo>
                    <a:pt x="68" y="182"/>
                    <a:pt x="70" y="182"/>
                    <a:pt x="75" y="179"/>
                  </a:cubicBezTo>
                  <a:cubicBezTo>
                    <a:pt x="80" y="177"/>
                    <a:pt x="84" y="173"/>
                    <a:pt x="88" y="173"/>
                  </a:cubicBezTo>
                  <a:cubicBezTo>
                    <a:pt x="93" y="173"/>
                    <a:pt x="100" y="171"/>
                    <a:pt x="99" y="174"/>
                  </a:cubicBezTo>
                  <a:cubicBezTo>
                    <a:pt x="98" y="177"/>
                    <a:pt x="97" y="190"/>
                    <a:pt x="103" y="196"/>
                  </a:cubicBezTo>
                  <a:cubicBezTo>
                    <a:pt x="108" y="202"/>
                    <a:pt x="111" y="205"/>
                    <a:pt x="116" y="204"/>
                  </a:cubicBezTo>
                  <a:cubicBezTo>
                    <a:pt x="121" y="203"/>
                    <a:pt x="120" y="206"/>
                    <a:pt x="124" y="206"/>
                  </a:cubicBezTo>
                  <a:cubicBezTo>
                    <a:pt x="128" y="205"/>
                    <a:pt x="125" y="210"/>
                    <a:pt x="129" y="210"/>
                  </a:cubicBezTo>
                  <a:cubicBezTo>
                    <a:pt x="132" y="210"/>
                    <a:pt x="138" y="210"/>
                    <a:pt x="138" y="214"/>
                  </a:cubicBezTo>
                  <a:cubicBezTo>
                    <a:pt x="138" y="218"/>
                    <a:pt x="148" y="215"/>
                    <a:pt x="150" y="217"/>
                  </a:cubicBezTo>
                  <a:cubicBezTo>
                    <a:pt x="153" y="219"/>
                    <a:pt x="155" y="220"/>
                    <a:pt x="155" y="224"/>
                  </a:cubicBezTo>
                  <a:cubicBezTo>
                    <a:pt x="154" y="228"/>
                    <a:pt x="160" y="231"/>
                    <a:pt x="156" y="233"/>
                  </a:cubicBezTo>
                  <a:cubicBezTo>
                    <a:pt x="153" y="235"/>
                    <a:pt x="157" y="238"/>
                    <a:pt x="158" y="242"/>
                  </a:cubicBezTo>
                  <a:cubicBezTo>
                    <a:pt x="158" y="247"/>
                    <a:pt x="163" y="248"/>
                    <a:pt x="170" y="248"/>
                  </a:cubicBezTo>
                  <a:cubicBezTo>
                    <a:pt x="177" y="248"/>
                    <a:pt x="179" y="248"/>
                    <a:pt x="179" y="254"/>
                  </a:cubicBezTo>
                  <a:cubicBezTo>
                    <a:pt x="179" y="259"/>
                    <a:pt x="184" y="260"/>
                    <a:pt x="186" y="265"/>
                  </a:cubicBezTo>
                  <a:cubicBezTo>
                    <a:pt x="188" y="270"/>
                    <a:pt x="184" y="275"/>
                    <a:pt x="185" y="279"/>
                  </a:cubicBezTo>
                  <a:cubicBezTo>
                    <a:pt x="185" y="282"/>
                    <a:pt x="183" y="286"/>
                    <a:pt x="181" y="287"/>
                  </a:cubicBezTo>
                  <a:cubicBezTo>
                    <a:pt x="184" y="290"/>
                    <a:pt x="184" y="292"/>
                    <a:pt x="182" y="293"/>
                  </a:cubicBezTo>
                  <a:cubicBezTo>
                    <a:pt x="179" y="295"/>
                    <a:pt x="185" y="299"/>
                    <a:pt x="184" y="307"/>
                  </a:cubicBezTo>
                  <a:cubicBezTo>
                    <a:pt x="182" y="314"/>
                    <a:pt x="182" y="316"/>
                    <a:pt x="190" y="316"/>
                  </a:cubicBezTo>
                  <a:cubicBezTo>
                    <a:pt x="197" y="316"/>
                    <a:pt x="197" y="319"/>
                    <a:pt x="199" y="317"/>
                  </a:cubicBezTo>
                  <a:cubicBezTo>
                    <a:pt x="202" y="315"/>
                    <a:pt x="206" y="323"/>
                    <a:pt x="207" y="326"/>
                  </a:cubicBezTo>
                  <a:cubicBezTo>
                    <a:pt x="208" y="330"/>
                    <a:pt x="211" y="339"/>
                    <a:pt x="213" y="339"/>
                  </a:cubicBezTo>
                  <a:cubicBezTo>
                    <a:pt x="214" y="339"/>
                    <a:pt x="218" y="335"/>
                    <a:pt x="222" y="337"/>
                  </a:cubicBezTo>
                  <a:cubicBezTo>
                    <a:pt x="226" y="339"/>
                    <a:pt x="221" y="351"/>
                    <a:pt x="221" y="357"/>
                  </a:cubicBezTo>
                  <a:cubicBezTo>
                    <a:pt x="224" y="357"/>
                    <a:pt x="227" y="357"/>
                    <a:pt x="228" y="358"/>
                  </a:cubicBezTo>
                  <a:cubicBezTo>
                    <a:pt x="230" y="359"/>
                    <a:pt x="231" y="372"/>
                    <a:pt x="230" y="375"/>
                  </a:cubicBezTo>
                  <a:cubicBezTo>
                    <a:pt x="229" y="377"/>
                    <a:pt x="221" y="380"/>
                    <a:pt x="217" y="382"/>
                  </a:cubicBezTo>
                  <a:cubicBezTo>
                    <a:pt x="212" y="385"/>
                    <a:pt x="202" y="395"/>
                    <a:pt x="197" y="403"/>
                  </a:cubicBezTo>
                  <a:cubicBezTo>
                    <a:pt x="194" y="408"/>
                    <a:pt x="190" y="411"/>
                    <a:pt x="187" y="415"/>
                  </a:cubicBezTo>
                  <a:cubicBezTo>
                    <a:pt x="189" y="415"/>
                    <a:pt x="190" y="415"/>
                    <a:pt x="191" y="415"/>
                  </a:cubicBezTo>
                  <a:cubicBezTo>
                    <a:pt x="193" y="413"/>
                    <a:pt x="196" y="413"/>
                    <a:pt x="200" y="418"/>
                  </a:cubicBezTo>
                  <a:cubicBezTo>
                    <a:pt x="204" y="423"/>
                    <a:pt x="204" y="426"/>
                    <a:pt x="205" y="426"/>
                  </a:cubicBezTo>
                  <a:cubicBezTo>
                    <a:pt x="207" y="426"/>
                    <a:pt x="209" y="420"/>
                    <a:pt x="212" y="424"/>
                  </a:cubicBezTo>
                  <a:cubicBezTo>
                    <a:pt x="215" y="428"/>
                    <a:pt x="223" y="432"/>
                    <a:pt x="224" y="434"/>
                  </a:cubicBezTo>
                  <a:cubicBezTo>
                    <a:pt x="226" y="436"/>
                    <a:pt x="232" y="437"/>
                    <a:pt x="232" y="443"/>
                  </a:cubicBezTo>
                  <a:cubicBezTo>
                    <a:pt x="232" y="446"/>
                    <a:pt x="230" y="454"/>
                    <a:pt x="233" y="460"/>
                  </a:cubicBezTo>
                  <a:cubicBezTo>
                    <a:pt x="235" y="458"/>
                    <a:pt x="236" y="456"/>
                    <a:pt x="238" y="455"/>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1" name="Freeform 107"/>
            <p:cNvSpPr>
              <a:spLocks noChangeArrowheads="1"/>
            </p:cNvSpPr>
            <p:nvPr/>
          </p:nvSpPr>
          <p:spPr bwMode="auto">
            <a:xfrm>
              <a:off x="2376496" y="3146429"/>
              <a:ext cx="106364" cy="117475"/>
            </a:xfrm>
            <a:custGeom>
              <a:avLst/>
              <a:gdLst>
                <a:gd name="T0" fmla="*/ 55 w 56"/>
                <a:gd name="T1" fmla="*/ 30 h 62"/>
                <a:gd name="T2" fmla="*/ 47 w 56"/>
                <a:gd name="T3" fmla="*/ 21 h 62"/>
                <a:gd name="T4" fmla="*/ 35 w 56"/>
                <a:gd name="T5" fmla="*/ 11 h 62"/>
                <a:gd name="T6" fmla="*/ 28 w 56"/>
                <a:gd name="T7" fmla="*/ 13 h 62"/>
                <a:gd name="T8" fmla="*/ 23 w 56"/>
                <a:gd name="T9" fmla="*/ 5 h 62"/>
                <a:gd name="T10" fmla="*/ 14 w 56"/>
                <a:gd name="T11" fmla="*/ 2 h 62"/>
                <a:gd name="T12" fmla="*/ 10 w 56"/>
                <a:gd name="T13" fmla="*/ 2 h 62"/>
                <a:gd name="T14" fmla="*/ 7 w 56"/>
                <a:gd name="T15" fmla="*/ 8 h 62"/>
                <a:gd name="T16" fmla="*/ 3 w 56"/>
                <a:gd name="T17" fmla="*/ 27 h 62"/>
                <a:gd name="T18" fmla="*/ 0 w 56"/>
                <a:gd name="T19" fmla="*/ 42 h 62"/>
                <a:gd name="T20" fmla="*/ 3 w 56"/>
                <a:gd name="T21" fmla="*/ 49 h 62"/>
                <a:gd name="T22" fmla="*/ 2 w 56"/>
                <a:gd name="T23" fmla="*/ 54 h 62"/>
                <a:gd name="T24" fmla="*/ 7 w 56"/>
                <a:gd name="T25" fmla="*/ 56 h 62"/>
                <a:gd name="T26" fmla="*/ 21 w 56"/>
                <a:gd name="T27" fmla="*/ 60 h 62"/>
                <a:gd name="T28" fmla="*/ 30 w 56"/>
                <a:gd name="T29" fmla="*/ 60 h 62"/>
                <a:gd name="T30" fmla="*/ 47 w 56"/>
                <a:gd name="T31" fmla="*/ 57 h 62"/>
                <a:gd name="T32" fmla="*/ 56 w 56"/>
                <a:gd name="T33" fmla="*/ 47 h 62"/>
                <a:gd name="T34" fmla="*/ 55 w 56"/>
                <a:gd name="T35" fmla="*/ 30 h 6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6"/>
                <a:gd name="T55" fmla="*/ 0 h 62"/>
                <a:gd name="T56" fmla="*/ 56 w 56"/>
                <a:gd name="T57" fmla="*/ 62 h 6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6" h="62">
                  <a:moveTo>
                    <a:pt x="55" y="30"/>
                  </a:moveTo>
                  <a:cubicBezTo>
                    <a:pt x="55" y="24"/>
                    <a:pt x="49" y="23"/>
                    <a:pt x="47" y="21"/>
                  </a:cubicBezTo>
                  <a:cubicBezTo>
                    <a:pt x="46" y="19"/>
                    <a:pt x="38" y="15"/>
                    <a:pt x="35" y="11"/>
                  </a:cubicBezTo>
                  <a:cubicBezTo>
                    <a:pt x="32" y="7"/>
                    <a:pt x="30" y="13"/>
                    <a:pt x="28" y="13"/>
                  </a:cubicBezTo>
                  <a:cubicBezTo>
                    <a:pt x="27" y="13"/>
                    <a:pt x="27" y="10"/>
                    <a:pt x="23" y="5"/>
                  </a:cubicBezTo>
                  <a:cubicBezTo>
                    <a:pt x="19" y="0"/>
                    <a:pt x="16" y="0"/>
                    <a:pt x="14" y="2"/>
                  </a:cubicBezTo>
                  <a:cubicBezTo>
                    <a:pt x="13" y="2"/>
                    <a:pt x="12" y="2"/>
                    <a:pt x="10" y="2"/>
                  </a:cubicBezTo>
                  <a:cubicBezTo>
                    <a:pt x="8" y="4"/>
                    <a:pt x="7" y="6"/>
                    <a:pt x="7" y="8"/>
                  </a:cubicBezTo>
                  <a:cubicBezTo>
                    <a:pt x="7" y="13"/>
                    <a:pt x="3" y="18"/>
                    <a:pt x="3" y="27"/>
                  </a:cubicBezTo>
                  <a:cubicBezTo>
                    <a:pt x="3" y="36"/>
                    <a:pt x="0" y="35"/>
                    <a:pt x="0" y="42"/>
                  </a:cubicBezTo>
                  <a:cubicBezTo>
                    <a:pt x="0" y="49"/>
                    <a:pt x="2" y="48"/>
                    <a:pt x="3" y="49"/>
                  </a:cubicBezTo>
                  <a:cubicBezTo>
                    <a:pt x="4" y="49"/>
                    <a:pt x="3" y="52"/>
                    <a:pt x="2" y="54"/>
                  </a:cubicBezTo>
                  <a:cubicBezTo>
                    <a:pt x="3" y="55"/>
                    <a:pt x="5" y="56"/>
                    <a:pt x="7" y="56"/>
                  </a:cubicBezTo>
                  <a:cubicBezTo>
                    <a:pt x="11" y="55"/>
                    <a:pt x="16" y="57"/>
                    <a:pt x="21" y="60"/>
                  </a:cubicBezTo>
                  <a:cubicBezTo>
                    <a:pt x="27" y="62"/>
                    <a:pt x="25" y="59"/>
                    <a:pt x="30" y="60"/>
                  </a:cubicBezTo>
                  <a:cubicBezTo>
                    <a:pt x="35" y="60"/>
                    <a:pt x="41" y="61"/>
                    <a:pt x="47" y="57"/>
                  </a:cubicBezTo>
                  <a:cubicBezTo>
                    <a:pt x="51" y="55"/>
                    <a:pt x="53" y="51"/>
                    <a:pt x="56" y="47"/>
                  </a:cubicBezTo>
                  <a:cubicBezTo>
                    <a:pt x="53" y="41"/>
                    <a:pt x="55" y="33"/>
                    <a:pt x="55" y="30"/>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2" name="Freeform 108"/>
            <p:cNvSpPr>
              <a:spLocks noEditPoints="1" noChangeArrowheads="1"/>
            </p:cNvSpPr>
            <p:nvPr/>
          </p:nvSpPr>
          <p:spPr bwMode="auto">
            <a:xfrm>
              <a:off x="2043120" y="2951166"/>
              <a:ext cx="436565" cy="860426"/>
            </a:xfrm>
            <a:custGeom>
              <a:avLst/>
              <a:gdLst>
                <a:gd name="T0" fmla="*/ 65 w 228"/>
                <a:gd name="T1" fmla="*/ 427 h 450"/>
                <a:gd name="T2" fmla="*/ 60 w 228"/>
                <a:gd name="T3" fmla="*/ 417 h 450"/>
                <a:gd name="T4" fmla="*/ 56 w 228"/>
                <a:gd name="T5" fmla="*/ 448 h 450"/>
                <a:gd name="T6" fmla="*/ 80 w 228"/>
                <a:gd name="T7" fmla="*/ 449 h 450"/>
                <a:gd name="T8" fmla="*/ 87 w 228"/>
                <a:gd name="T9" fmla="*/ 441 h 450"/>
                <a:gd name="T10" fmla="*/ 218 w 228"/>
                <a:gd name="T11" fmla="*/ 46 h 450"/>
                <a:gd name="T12" fmla="*/ 212 w 228"/>
                <a:gd name="T13" fmla="*/ 64 h 450"/>
                <a:gd name="T14" fmla="*/ 194 w 228"/>
                <a:gd name="T15" fmla="*/ 70 h 450"/>
                <a:gd name="T16" fmla="*/ 172 w 228"/>
                <a:gd name="T17" fmla="*/ 67 h 450"/>
                <a:gd name="T18" fmla="*/ 185 w 228"/>
                <a:gd name="T19" fmla="*/ 44 h 450"/>
                <a:gd name="T20" fmla="*/ 151 w 228"/>
                <a:gd name="T21" fmla="*/ 27 h 450"/>
                <a:gd name="T22" fmla="*/ 123 w 228"/>
                <a:gd name="T23" fmla="*/ 3 h 450"/>
                <a:gd name="T24" fmla="*/ 105 w 228"/>
                <a:gd name="T25" fmla="*/ 10 h 450"/>
                <a:gd name="T26" fmla="*/ 82 w 228"/>
                <a:gd name="T27" fmla="*/ 5 h 450"/>
                <a:gd name="T28" fmla="*/ 72 w 228"/>
                <a:gd name="T29" fmla="*/ 25 h 450"/>
                <a:gd name="T30" fmla="*/ 58 w 228"/>
                <a:gd name="T31" fmla="*/ 43 h 450"/>
                <a:gd name="T32" fmla="*/ 60 w 228"/>
                <a:gd name="T33" fmla="*/ 63 h 450"/>
                <a:gd name="T34" fmla="*/ 49 w 228"/>
                <a:gd name="T35" fmla="*/ 78 h 450"/>
                <a:gd name="T36" fmla="*/ 41 w 228"/>
                <a:gd name="T37" fmla="*/ 94 h 450"/>
                <a:gd name="T38" fmla="*/ 37 w 228"/>
                <a:gd name="T39" fmla="*/ 115 h 450"/>
                <a:gd name="T40" fmla="*/ 40 w 228"/>
                <a:gd name="T41" fmla="*/ 138 h 450"/>
                <a:gd name="T42" fmla="*/ 40 w 228"/>
                <a:gd name="T43" fmla="*/ 157 h 450"/>
                <a:gd name="T44" fmla="*/ 37 w 228"/>
                <a:gd name="T45" fmla="*/ 180 h 450"/>
                <a:gd name="T46" fmla="*/ 28 w 228"/>
                <a:gd name="T47" fmla="*/ 206 h 450"/>
                <a:gd name="T48" fmla="*/ 25 w 228"/>
                <a:gd name="T49" fmla="*/ 216 h 450"/>
                <a:gd name="T50" fmla="*/ 21 w 228"/>
                <a:gd name="T51" fmla="*/ 232 h 450"/>
                <a:gd name="T52" fmla="*/ 20 w 228"/>
                <a:gd name="T53" fmla="*/ 248 h 450"/>
                <a:gd name="T54" fmla="*/ 18 w 228"/>
                <a:gd name="T55" fmla="*/ 272 h 450"/>
                <a:gd name="T56" fmla="*/ 21 w 228"/>
                <a:gd name="T57" fmla="*/ 285 h 450"/>
                <a:gd name="T58" fmla="*/ 26 w 228"/>
                <a:gd name="T59" fmla="*/ 296 h 450"/>
                <a:gd name="T60" fmla="*/ 23 w 228"/>
                <a:gd name="T61" fmla="*/ 305 h 450"/>
                <a:gd name="T62" fmla="*/ 21 w 228"/>
                <a:gd name="T63" fmla="*/ 323 h 450"/>
                <a:gd name="T64" fmla="*/ 13 w 228"/>
                <a:gd name="T65" fmla="*/ 338 h 450"/>
                <a:gd name="T66" fmla="*/ 9 w 228"/>
                <a:gd name="T67" fmla="*/ 355 h 450"/>
                <a:gd name="T68" fmla="*/ 3 w 228"/>
                <a:gd name="T69" fmla="*/ 373 h 450"/>
                <a:gd name="T70" fmla="*/ 15 w 228"/>
                <a:gd name="T71" fmla="*/ 384 h 450"/>
                <a:gd name="T72" fmla="*/ 21 w 228"/>
                <a:gd name="T73" fmla="*/ 401 h 450"/>
                <a:gd name="T74" fmla="*/ 47 w 228"/>
                <a:gd name="T75" fmla="*/ 404 h 450"/>
                <a:gd name="T76" fmla="*/ 52 w 228"/>
                <a:gd name="T77" fmla="*/ 395 h 450"/>
                <a:gd name="T78" fmla="*/ 53 w 228"/>
                <a:gd name="T79" fmla="*/ 376 h 450"/>
                <a:gd name="T80" fmla="*/ 66 w 228"/>
                <a:gd name="T81" fmla="*/ 364 h 450"/>
                <a:gd name="T82" fmla="*/ 87 w 228"/>
                <a:gd name="T83" fmla="*/ 340 h 450"/>
                <a:gd name="T84" fmla="*/ 78 w 228"/>
                <a:gd name="T85" fmla="*/ 326 h 450"/>
                <a:gd name="T86" fmla="*/ 89 w 228"/>
                <a:gd name="T87" fmla="*/ 299 h 450"/>
                <a:gd name="T88" fmla="*/ 95 w 228"/>
                <a:gd name="T89" fmla="*/ 285 h 450"/>
                <a:gd name="T90" fmla="*/ 102 w 228"/>
                <a:gd name="T91" fmla="*/ 270 h 450"/>
                <a:gd name="T92" fmla="*/ 109 w 228"/>
                <a:gd name="T93" fmla="*/ 269 h 450"/>
                <a:gd name="T94" fmla="*/ 106 w 228"/>
                <a:gd name="T95" fmla="*/ 262 h 450"/>
                <a:gd name="T96" fmla="*/ 98 w 228"/>
                <a:gd name="T97" fmla="*/ 251 h 450"/>
                <a:gd name="T98" fmla="*/ 115 w 228"/>
                <a:gd name="T99" fmla="*/ 245 h 450"/>
                <a:gd name="T100" fmla="*/ 129 w 228"/>
                <a:gd name="T101" fmla="*/ 228 h 450"/>
                <a:gd name="T102" fmla="*/ 133 w 228"/>
                <a:gd name="T103" fmla="*/ 215 h 450"/>
                <a:gd name="T104" fmla="*/ 183 w 228"/>
                <a:gd name="T105" fmla="*/ 203 h 450"/>
                <a:gd name="T106" fmla="*/ 189 w 228"/>
                <a:gd name="T107" fmla="*/ 181 h 450"/>
                <a:gd name="T108" fmla="*/ 180 w 228"/>
                <a:gd name="T109" fmla="*/ 164 h 450"/>
                <a:gd name="T110" fmla="*/ 176 w 228"/>
                <a:gd name="T111" fmla="*/ 156 h 450"/>
                <a:gd name="T112" fmla="*/ 174 w 228"/>
                <a:gd name="T113" fmla="*/ 144 h 450"/>
                <a:gd name="T114" fmla="*/ 181 w 228"/>
                <a:gd name="T115" fmla="*/ 110 h 450"/>
                <a:gd name="T116" fmla="*/ 214 w 228"/>
                <a:gd name="T117" fmla="*/ 71 h 450"/>
                <a:gd name="T118" fmla="*/ 225 w 228"/>
                <a:gd name="T119" fmla="*/ 47 h 45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28"/>
                <a:gd name="T181" fmla="*/ 0 h 450"/>
                <a:gd name="T182" fmla="*/ 228 w 228"/>
                <a:gd name="T183" fmla="*/ 450 h 45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28" h="450">
                  <a:moveTo>
                    <a:pt x="87" y="441"/>
                  </a:moveTo>
                  <a:cubicBezTo>
                    <a:pt x="81" y="441"/>
                    <a:pt x="68" y="430"/>
                    <a:pt x="65" y="427"/>
                  </a:cubicBezTo>
                  <a:cubicBezTo>
                    <a:pt x="61" y="424"/>
                    <a:pt x="64" y="421"/>
                    <a:pt x="59" y="421"/>
                  </a:cubicBezTo>
                  <a:cubicBezTo>
                    <a:pt x="55" y="422"/>
                    <a:pt x="58" y="418"/>
                    <a:pt x="60" y="417"/>
                  </a:cubicBezTo>
                  <a:cubicBezTo>
                    <a:pt x="62" y="415"/>
                    <a:pt x="59" y="411"/>
                    <a:pt x="56" y="410"/>
                  </a:cubicBezTo>
                  <a:cubicBezTo>
                    <a:pt x="56" y="417"/>
                    <a:pt x="54" y="447"/>
                    <a:pt x="56" y="448"/>
                  </a:cubicBezTo>
                  <a:cubicBezTo>
                    <a:pt x="58" y="448"/>
                    <a:pt x="71" y="446"/>
                    <a:pt x="75" y="449"/>
                  </a:cubicBezTo>
                  <a:cubicBezTo>
                    <a:pt x="77" y="449"/>
                    <a:pt x="79" y="450"/>
                    <a:pt x="80" y="449"/>
                  </a:cubicBezTo>
                  <a:cubicBezTo>
                    <a:pt x="83" y="446"/>
                    <a:pt x="90" y="447"/>
                    <a:pt x="94" y="445"/>
                  </a:cubicBezTo>
                  <a:cubicBezTo>
                    <a:pt x="98" y="442"/>
                    <a:pt x="93" y="442"/>
                    <a:pt x="87" y="441"/>
                  </a:cubicBezTo>
                  <a:close/>
                  <a:moveTo>
                    <a:pt x="225" y="47"/>
                  </a:moveTo>
                  <a:cubicBezTo>
                    <a:pt x="224" y="46"/>
                    <a:pt x="221" y="46"/>
                    <a:pt x="218" y="46"/>
                  </a:cubicBezTo>
                  <a:cubicBezTo>
                    <a:pt x="218" y="46"/>
                    <a:pt x="218" y="47"/>
                    <a:pt x="218" y="47"/>
                  </a:cubicBezTo>
                  <a:cubicBezTo>
                    <a:pt x="219" y="52"/>
                    <a:pt x="216" y="64"/>
                    <a:pt x="212" y="64"/>
                  </a:cubicBezTo>
                  <a:cubicBezTo>
                    <a:pt x="209" y="63"/>
                    <a:pt x="206" y="69"/>
                    <a:pt x="203" y="68"/>
                  </a:cubicBezTo>
                  <a:cubicBezTo>
                    <a:pt x="201" y="67"/>
                    <a:pt x="197" y="72"/>
                    <a:pt x="194" y="70"/>
                  </a:cubicBezTo>
                  <a:cubicBezTo>
                    <a:pt x="190" y="68"/>
                    <a:pt x="186" y="71"/>
                    <a:pt x="183" y="69"/>
                  </a:cubicBezTo>
                  <a:cubicBezTo>
                    <a:pt x="180" y="67"/>
                    <a:pt x="172" y="69"/>
                    <a:pt x="172" y="67"/>
                  </a:cubicBezTo>
                  <a:cubicBezTo>
                    <a:pt x="172" y="65"/>
                    <a:pt x="176" y="65"/>
                    <a:pt x="176" y="59"/>
                  </a:cubicBezTo>
                  <a:cubicBezTo>
                    <a:pt x="176" y="53"/>
                    <a:pt x="186" y="47"/>
                    <a:pt x="185" y="44"/>
                  </a:cubicBezTo>
                  <a:cubicBezTo>
                    <a:pt x="183" y="42"/>
                    <a:pt x="166" y="37"/>
                    <a:pt x="164" y="34"/>
                  </a:cubicBezTo>
                  <a:cubicBezTo>
                    <a:pt x="161" y="31"/>
                    <a:pt x="158" y="28"/>
                    <a:pt x="151" y="27"/>
                  </a:cubicBezTo>
                  <a:cubicBezTo>
                    <a:pt x="145" y="27"/>
                    <a:pt x="145" y="23"/>
                    <a:pt x="139" y="19"/>
                  </a:cubicBezTo>
                  <a:cubicBezTo>
                    <a:pt x="134" y="16"/>
                    <a:pt x="126" y="8"/>
                    <a:pt x="123" y="3"/>
                  </a:cubicBezTo>
                  <a:cubicBezTo>
                    <a:pt x="119" y="3"/>
                    <a:pt x="113" y="2"/>
                    <a:pt x="112" y="4"/>
                  </a:cubicBezTo>
                  <a:cubicBezTo>
                    <a:pt x="110" y="6"/>
                    <a:pt x="108" y="15"/>
                    <a:pt x="105" y="10"/>
                  </a:cubicBezTo>
                  <a:cubicBezTo>
                    <a:pt x="103" y="6"/>
                    <a:pt x="97" y="6"/>
                    <a:pt x="92" y="5"/>
                  </a:cubicBezTo>
                  <a:cubicBezTo>
                    <a:pt x="87" y="4"/>
                    <a:pt x="88" y="0"/>
                    <a:pt x="82" y="5"/>
                  </a:cubicBezTo>
                  <a:cubicBezTo>
                    <a:pt x="80" y="8"/>
                    <a:pt x="77" y="10"/>
                    <a:pt x="74" y="12"/>
                  </a:cubicBezTo>
                  <a:cubicBezTo>
                    <a:pt x="74" y="17"/>
                    <a:pt x="73" y="23"/>
                    <a:pt x="72" y="25"/>
                  </a:cubicBezTo>
                  <a:cubicBezTo>
                    <a:pt x="70" y="28"/>
                    <a:pt x="59" y="33"/>
                    <a:pt x="59" y="35"/>
                  </a:cubicBezTo>
                  <a:cubicBezTo>
                    <a:pt x="59" y="38"/>
                    <a:pt x="60" y="42"/>
                    <a:pt x="58" y="43"/>
                  </a:cubicBezTo>
                  <a:cubicBezTo>
                    <a:pt x="56" y="45"/>
                    <a:pt x="63" y="54"/>
                    <a:pt x="59" y="56"/>
                  </a:cubicBezTo>
                  <a:cubicBezTo>
                    <a:pt x="56" y="58"/>
                    <a:pt x="62" y="61"/>
                    <a:pt x="60" y="63"/>
                  </a:cubicBezTo>
                  <a:cubicBezTo>
                    <a:pt x="57" y="65"/>
                    <a:pt x="53" y="66"/>
                    <a:pt x="53" y="69"/>
                  </a:cubicBezTo>
                  <a:cubicBezTo>
                    <a:pt x="53" y="71"/>
                    <a:pt x="53" y="77"/>
                    <a:pt x="49" y="78"/>
                  </a:cubicBezTo>
                  <a:cubicBezTo>
                    <a:pt x="46" y="79"/>
                    <a:pt x="44" y="84"/>
                    <a:pt x="44" y="88"/>
                  </a:cubicBezTo>
                  <a:cubicBezTo>
                    <a:pt x="44" y="92"/>
                    <a:pt x="40" y="89"/>
                    <a:pt x="41" y="94"/>
                  </a:cubicBezTo>
                  <a:cubicBezTo>
                    <a:pt x="43" y="99"/>
                    <a:pt x="45" y="105"/>
                    <a:pt x="41" y="106"/>
                  </a:cubicBezTo>
                  <a:cubicBezTo>
                    <a:pt x="38" y="107"/>
                    <a:pt x="39" y="115"/>
                    <a:pt x="37" y="115"/>
                  </a:cubicBezTo>
                  <a:cubicBezTo>
                    <a:pt x="35" y="115"/>
                    <a:pt x="34" y="123"/>
                    <a:pt x="37" y="127"/>
                  </a:cubicBezTo>
                  <a:cubicBezTo>
                    <a:pt x="40" y="131"/>
                    <a:pt x="40" y="134"/>
                    <a:pt x="40" y="138"/>
                  </a:cubicBezTo>
                  <a:cubicBezTo>
                    <a:pt x="40" y="142"/>
                    <a:pt x="44" y="144"/>
                    <a:pt x="43" y="148"/>
                  </a:cubicBezTo>
                  <a:cubicBezTo>
                    <a:pt x="42" y="152"/>
                    <a:pt x="42" y="155"/>
                    <a:pt x="40" y="157"/>
                  </a:cubicBezTo>
                  <a:cubicBezTo>
                    <a:pt x="38" y="159"/>
                    <a:pt x="40" y="164"/>
                    <a:pt x="37" y="165"/>
                  </a:cubicBezTo>
                  <a:cubicBezTo>
                    <a:pt x="34" y="167"/>
                    <a:pt x="39" y="177"/>
                    <a:pt x="37" y="180"/>
                  </a:cubicBezTo>
                  <a:cubicBezTo>
                    <a:pt x="34" y="182"/>
                    <a:pt x="28" y="183"/>
                    <a:pt x="28" y="191"/>
                  </a:cubicBezTo>
                  <a:cubicBezTo>
                    <a:pt x="28" y="198"/>
                    <a:pt x="29" y="202"/>
                    <a:pt x="28" y="206"/>
                  </a:cubicBezTo>
                  <a:cubicBezTo>
                    <a:pt x="28" y="208"/>
                    <a:pt x="32" y="208"/>
                    <a:pt x="31" y="212"/>
                  </a:cubicBezTo>
                  <a:cubicBezTo>
                    <a:pt x="31" y="216"/>
                    <a:pt x="25" y="214"/>
                    <a:pt x="25" y="216"/>
                  </a:cubicBezTo>
                  <a:cubicBezTo>
                    <a:pt x="24" y="219"/>
                    <a:pt x="26" y="225"/>
                    <a:pt x="24" y="225"/>
                  </a:cubicBezTo>
                  <a:cubicBezTo>
                    <a:pt x="22" y="225"/>
                    <a:pt x="21" y="227"/>
                    <a:pt x="21" y="232"/>
                  </a:cubicBezTo>
                  <a:cubicBezTo>
                    <a:pt x="21" y="237"/>
                    <a:pt x="18" y="237"/>
                    <a:pt x="18" y="240"/>
                  </a:cubicBezTo>
                  <a:cubicBezTo>
                    <a:pt x="18" y="242"/>
                    <a:pt x="20" y="245"/>
                    <a:pt x="20" y="248"/>
                  </a:cubicBezTo>
                  <a:cubicBezTo>
                    <a:pt x="20" y="250"/>
                    <a:pt x="22" y="259"/>
                    <a:pt x="20" y="260"/>
                  </a:cubicBezTo>
                  <a:cubicBezTo>
                    <a:pt x="17" y="260"/>
                    <a:pt x="16" y="270"/>
                    <a:pt x="18" y="272"/>
                  </a:cubicBezTo>
                  <a:cubicBezTo>
                    <a:pt x="20" y="273"/>
                    <a:pt x="20" y="276"/>
                    <a:pt x="19" y="278"/>
                  </a:cubicBezTo>
                  <a:cubicBezTo>
                    <a:pt x="18" y="280"/>
                    <a:pt x="24" y="282"/>
                    <a:pt x="21" y="285"/>
                  </a:cubicBezTo>
                  <a:cubicBezTo>
                    <a:pt x="18" y="288"/>
                    <a:pt x="20" y="292"/>
                    <a:pt x="24" y="291"/>
                  </a:cubicBezTo>
                  <a:cubicBezTo>
                    <a:pt x="27" y="290"/>
                    <a:pt x="29" y="296"/>
                    <a:pt x="26" y="296"/>
                  </a:cubicBezTo>
                  <a:cubicBezTo>
                    <a:pt x="22" y="296"/>
                    <a:pt x="18" y="296"/>
                    <a:pt x="21" y="298"/>
                  </a:cubicBezTo>
                  <a:cubicBezTo>
                    <a:pt x="24" y="300"/>
                    <a:pt x="27" y="304"/>
                    <a:pt x="23" y="305"/>
                  </a:cubicBezTo>
                  <a:cubicBezTo>
                    <a:pt x="19" y="307"/>
                    <a:pt x="22" y="310"/>
                    <a:pt x="21" y="314"/>
                  </a:cubicBezTo>
                  <a:cubicBezTo>
                    <a:pt x="20" y="318"/>
                    <a:pt x="24" y="322"/>
                    <a:pt x="21" y="323"/>
                  </a:cubicBezTo>
                  <a:cubicBezTo>
                    <a:pt x="18" y="324"/>
                    <a:pt x="22" y="330"/>
                    <a:pt x="18" y="331"/>
                  </a:cubicBezTo>
                  <a:cubicBezTo>
                    <a:pt x="13" y="331"/>
                    <a:pt x="16" y="336"/>
                    <a:pt x="13" y="338"/>
                  </a:cubicBezTo>
                  <a:cubicBezTo>
                    <a:pt x="10" y="341"/>
                    <a:pt x="17" y="345"/>
                    <a:pt x="13" y="347"/>
                  </a:cubicBezTo>
                  <a:cubicBezTo>
                    <a:pt x="10" y="349"/>
                    <a:pt x="12" y="355"/>
                    <a:pt x="9" y="355"/>
                  </a:cubicBezTo>
                  <a:cubicBezTo>
                    <a:pt x="5" y="355"/>
                    <a:pt x="3" y="360"/>
                    <a:pt x="2" y="362"/>
                  </a:cubicBezTo>
                  <a:cubicBezTo>
                    <a:pt x="2" y="365"/>
                    <a:pt x="0" y="369"/>
                    <a:pt x="3" y="373"/>
                  </a:cubicBezTo>
                  <a:cubicBezTo>
                    <a:pt x="6" y="376"/>
                    <a:pt x="2" y="379"/>
                    <a:pt x="5" y="380"/>
                  </a:cubicBezTo>
                  <a:cubicBezTo>
                    <a:pt x="7" y="382"/>
                    <a:pt x="17" y="380"/>
                    <a:pt x="15" y="384"/>
                  </a:cubicBezTo>
                  <a:cubicBezTo>
                    <a:pt x="14" y="388"/>
                    <a:pt x="14" y="396"/>
                    <a:pt x="16" y="396"/>
                  </a:cubicBezTo>
                  <a:cubicBezTo>
                    <a:pt x="18" y="396"/>
                    <a:pt x="19" y="402"/>
                    <a:pt x="21" y="401"/>
                  </a:cubicBezTo>
                  <a:cubicBezTo>
                    <a:pt x="24" y="401"/>
                    <a:pt x="36" y="399"/>
                    <a:pt x="41" y="401"/>
                  </a:cubicBezTo>
                  <a:cubicBezTo>
                    <a:pt x="44" y="402"/>
                    <a:pt x="46" y="403"/>
                    <a:pt x="47" y="404"/>
                  </a:cubicBezTo>
                  <a:cubicBezTo>
                    <a:pt x="50" y="403"/>
                    <a:pt x="57" y="407"/>
                    <a:pt x="58" y="406"/>
                  </a:cubicBezTo>
                  <a:cubicBezTo>
                    <a:pt x="60" y="404"/>
                    <a:pt x="52" y="398"/>
                    <a:pt x="52" y="395"/>
                  </a:cubicBezTo>
                  <a:cubicBezTo>
                    <a:pt x="52" y="393"/>
                    <a:pt x="51" y="389"/>
                    <a:pt x="51" y="387"/>
                  </a:cubicBezTo>
                  <a:cubicBezTo>
                    <a:pt x="51" y="384"/>
                    <a:pt x="50" y="379"/>
                    <a:pt x="53" y="376"/>
                  </a:cubicBezTo>
                  <a:cubicBezTo>
                    <a:pt x="57" y="374"/>
                    <a:pt x="57" y="371"/>
                    <a:pt x="59" y="372"/>
                  </a:cubicBezTo>
                  <a:cubicBezTo>
                    <a:pt x="61" y="372"/>
                    <a:pt x="66" y="370"/>
                    <a:pt x="66" y="364"/>
                  </a:cubicBezTo>
                  <a:cubicBezTo>
                    <a:pt x="66" y="358"/>
                    <a:pt x="69" y="356"/>
                    <a:pt x="74" y="351"/>
                  </a:cubicBezTo>
                  <a:cubicBezTo>
                    <a:pt x="80" y="347"/>
                    <a:pt x="89" y="342"/>
                    <a:pt x="87" y="340"/>
                  </a:cubicBezTo>
                  <a:cubicBezTo>
                    <a:pt x="86" y="338"/>
                    <a:pt x="89" y="332"/>
                    <a:pt x="89" y="329"/>
                  </a:cubicBezTo>
                  <a:cubicBezTo>
                    <a:pt x="89" y="327"/>
                    <a:pt x="81" y="327"/>
                    <a:pt x="78" y="326"/>
                  </a:cubicBezTo>
                  <a:cubicBezTo>
                    <a:pt x="75" y="325"/>
                    <a:pt x="65" y="318"/>
                    <a:pt x="70" y="309"/>
                  </a:cubicBezTo>
                  <a:cubicBezTo>
                    <a:pt x="75" y="300"/>
                    <a:pt x="86" y="299"/>
                    <a:pt x="89" y="299"/>
                  </a:cubicBezTo>
                  <a:cubicBezTo>
                    <a:pt x="92" y="298"/>
                    <a:pt x="89" y="294"/>
                    <a:pt x="92" y="293"/>
                  </a:cubicBezTo>
                  <a:cubicBezTo>
                    <a:pt x="94" y="291"/>
                    <a:pt x="95" y="289"/>
                    <a:pt x="95" y="285"/>
                  </a:cubicBezTo>
                  <a:cubicBezTo>
                    <a:pt x="95" y="281"/>
                    <a:pt x="95" y="274"/>
                    <a:pt x="99" y="273"/>
                  </a:cubicBezTo>
                  <a:cubicBezTo>
                    <a:pt x="104" y="273"/>
                    <a:pt x="105" y="270"/>
                    <a:pt x="102" y="270"/>
                  </a:cubicBezTo>
                  <a:cubicBezTo>
                    <a:pt x="99" y="269"/>
                    <a:pt x="98" y="266"/>
                    <a:pt x="103" y="265"/>
                  </a:cubicBezTo>
                  <a:cubicBezTo>
                    <a:pt x="107" y="265"/>
                    <a:pt x="106" y="269"/>
                    <a:pt x="109" y="269"/>
                  </a:cubicBezTo>
                  <a:cubicBezTo>
                    <a:pt x="112" y="269"/>
                    <a:pt x="118" y="263"/>
                    <a:pt x="113" y="260"/>
                  </a:cubicBezTo>
                  <a:cubicBezTo>
                    <a:pt x="109" y="257"/>
                    <a:pt x="108" y="262"/>
                    <a:pt x="106" y="262"/>
                  </a:cubicBezTo>
                  <a:cubicBezTo>
                    <a:pt x="103" y="263"/>
                    <a:pt x="102" y="259"/>
                    <a:pt x="99" y="259"/>
                  </a:cubicBezTo>
                  <a:cubicBezTo>
                    <a:pt x="97" y="259"/>
                    <a:pt x="99" y="253"/>
                    <a:pt x="98" y="251"/>
                  </a:cubicBezTo>
                  <a:cubicBezTo>
                    <a:pt x="97" y="248"/>
                    <a:pt x="95" y="243"/>
                    <a:pt x="97" y="240"/>
                  </a:cubicBezTo>
                  <a:cubicBezTo>
                    <a:pt x="99" y="237"/>
                    <a:pt x="108" y="244"/>
                    <a:pt x="115" y="245"/>
                  </a:cubicBezTo>
                  <a:cubicBezTo>
                    <a:pt x="123" y="245"/>
                    <a:pt x="128" y="241"/>
                    <a:pt x="128" y="238"/>
                  </a:cubicBezTo>
                  <a:cubicBezTo>
                    <a:pt x="128" y="236"/>
                    <a:pt x="125" y="231"/>
                    <a:pt x="129" y="228"/>
                  </a:cubicBezTo>
                  <a:cubicBezTo>
                    <a:pt x="134" y="225"/>
                    <a:pt x="130" y="224"/>
                    <a:pt x="129" y="220"/>
                  </a:cubicBezTo>
                  <a:cubicBezTo>
                    <a:pt x="127" y="216"/>
                    <a:pt x="131" y="213"/>
                    <a:pt x="133" y="215"/>
                  </a:cubicBezTo>
                  <a:cubicBezTo>
                    <a:pt x="135" y="217"/>
                    <a:pt x="149" y="216"/>
                    <a:pt x="162" y="213"/>
                  </a:cubicBezTo>
                  <a:cubicBezTo>
                    <a:pt x="174" y="211"/>
                    <a:pt x="182" y="206"/>
                    <a:pt x="183" y="203"/>
                  </a:cubicBezTo>
                  <a:cubicBezTo>
                    <a:pt x="184" y="199"/>
                    <a:pt x="192" y="191"/>
                    <a:pt x="193" y="188"/>
                  </a:cubicBezTo>
                  <a:cubicBezTo>
                    <a:pt x="195" y="185"/>
                    <a:pt x="194" y="181"/>
                    <a:pt x="189" y="181"/>
                  </a:cubicBezTo>
                  <a:cubicBezTo>
                    <a:pt x="184" y="180"/>
                    <a:pt x="184" y="174"/>
                    <a:pt x="187" y="171"/>
                  </a:cubicBezTo>
                  <a:cubicBezTo>
                    <a:pt x="189" y="168"/>
                    <a:pt x="185" y="165"/>
                    <a:pt x="180" y="164"/>
                  </a:cubicBezTo>
                  <a:cubicBezTo>
                    <a:pt x="176" y="164"/>
                    <a:pt x="168" y="160"/>
                    <a:pt x="172" y="156"/>
                  </a:cubicBezTo>
                  <a:cubicBezTo>
                    <a:pt x="174" y="154"/>
                    <a:pt x="175" y="155"/>
                    <a:pt x="176" y="156"/>
                  </a:cubicBezTo>
                  <a:cubicBezTo>
                    <a:pt x="177" y="154"/>
                    <a:pt x="178" y="151"/>
                    <a:pt x="177" y="151"/>
                  </a:cubicBezTo>
                  <a:cubicBezTo>
                    <a:pt x="176" y="150"/>
                    <a:pt x="174" y="151"/>
                    <a:pt x="174" y="144"/>
                  </a:cubicBezTo>
                  <a:cubicBezTo>
                    <a:pt x="174" y="137"/>
                    <a:pt x="177" y="138"/>
                    <a:pt x="177" y="129"/>
                  </a:cubicBezTo>
                  <a:cubicBezTo>
                    <a:pt x="177" y="120"/>
                    <a:pt x="181" y="115"/>
                    <a:pt x="181" y="110"/>
                  </a:cubicBezTo>
                  <a:cubicBezTo>
                    <a:pt x="181" y="105"/>
                    <a:pt x="189" y="100"/>
                    <a:pt x="194" y="92"/>
                  </a:cubicBezTo>
                  <a:cubicBezTo>
                    <a:pt x="199" y="84"/>
                    <a:pt x="209" y="74"/>
                    <a:pt x="214" y="71"/>
                  </a:cubicBezTo>
                  <a:cubicBezTo>
                    <a:pt x="218" y="69"/>
                    <a:pt x="226" y="66"/>
                    <a:pt x="227" y="64"/>
                  </a:cubicBezTo>
                  <a:cubicBezTo>
                    <a:pt x="228" y="61"/>
                    <a:pt x="227" y="48"/>
                    <a:pt x="225" y="47"/>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3" name="Freeform 109"/>
            <p:cNvSpPr>
              <a:spLocks noChangeArrowheads="1"/>
            </p:cNvSpPr>
            <p:nvPr/>
          </p:nvSpPr>
          <p:spPr bwMode="auto">
            <a:xfrm>
              <a:off x="1995495" y="2854329"/>
              <a:ext cx="190500" cy="973140"/>
            </a:xfrm>
            <a:custGeom>
              <a:avLst/>
              <a:gdLst>
                <a:gd name="T0" fmla="*/ 40 w 100"/>
                <a:gd name="T1" fmla="*/ 435 h 510"/>
                <a:gd name="T2" fmla="*/ 27 w 100"/>
                <a:gd name="T3" fmla="*/ 413 h 510"/>
                <a:gd name="T4" fmla="*/ 38 w 100"/>
                <a:gd name="T5" fmla="*/ 389 h 510"/>
                <a:gd name="T6" fmla="*/ 46 w 100"/>
                <a:gd name="T7" fmla="*/ 365 h 510"/>
                <a:gd name="T8" fmla="*/ 51 w 100"/>
                <a:gd name="T9" fmla="*/ 347 h 510"/>
                <a:gd name="T10" fmla="*/ 44 w 100"/>
                <a:gd name="T11" fmla="*/ 329 h 510"/>
                <a:gd name="T12" fmla="*/ 45 w 100"/>
                <a:gd name="T13" fmla="*/ 299 h 510"/>
                <a:gd name="T14" fmla="*/ 49 w 100"/>
                <a:gd name="T15" fmla="*/ 276 h 510"/>
                <a:gd name="T16" fmla="*/ 53 w 100"/>
                <a:gd name="T17" fmla="*/ 257 h 510"/>
                <a:gd name="T18" fmla="*/ 62 w 100"/>
                <a:gd name="T19" fmla="*/ 216 h 510"/>
                <a:gd name="T20" fmla="*/ 65 w 100"/>
                <a:gd name="T21" fmla="*/ 189 h 510"/>
                <a:gd name="T22" fmla="*/ 66 w 100"/>
                <a:gd name="T23" fmla="*/ 157 h 510"/>
                <a:gd name="T24" fmla="*/ 74 w 100"/>
                <a:gd name="T25" fmla="*/ 129 h 510"/>
                <a:gd name="T26" fmla="*/ 84 w 100"/>
                <a:gd name="T27" fmla="*/ 107 h 510"/>
                <a:gd name="T28" fmla="*/ 97 w 100"/>
                <a:gd name="T29" fmla="*/ 76 h 510"/>
                <a:gd name="T30" fmla="*/ 89 w 100"/>
                <a:gd name="T31" fmla="*/ 53 h 510"/>
                <a:gd name="T32" fmla="*/ 84 w 100"/>
                <a:gd name="T33" fmla="*/ 25 h 510"/>
                <a:gd name="T34" fmla="*/ 71 w 100"/>
                <a:gd name="T35" fmla="*/ 2 h 510"/>
                <a:gd name="T36" fmla="*/ 64 w 100"/>
                <a:gd name="T37" fmla="*/ 23 h 510"/>
                <a:gd name="T38" fmla="*/ 62 w 100"/>
                <a:gd name="T39" fmla="*/ 75 h 510"/>
                <a:gd name="T40" fmla="*/ 53 w 100"/>
                <a:gd name="T41" fmla="*/ 128 h 510"/>
                <a:gd name="T42" fmla="*/ 48 w 100"/>
                <a:gd name="T43" fmla="*/ 163 h 510"/>
                <a:gd name="T44" fmla="*/ 41 w 100"/>
                <a:gd name="T45" fmla="*/ 210 h 510"/>
                <a:gd name="T46" fmla="*/ 26 w 100"/>
                <a:gd name="T47" fmla="*/ 251 h 510"/>
                <a:gd name="T48" fmla="*/ 24 w 100"/>
                <a:gd name="T49" fmla="*/ 286 h 510"/>
                <a:gd name="T50" fmla="*/ 17 w 100"/>
                <a:gd name="T51" fmla="*/ 319 h 510"/>
                <a:gd name="T52" fmla="*/ 32 w 100"/>
                <a:gd name="T53" fmla="*/ 302 h 510"/>
                <a:gd name="T54" fmla="*/ 34 w 100"/>
                <a:gd name="T55" fmla="*/ 320 h 510"/>
                <a:gd name="T56" fmla="*/ 30 w 100"/>
                <a:gd name="T57" fmla="*/ 342 h 510"/>
                <a:gd name="T58" fmla="*/ 25 w 100"/>
                <a:gd name="T59" fmla="*/ 357 h 510"/>
                <a:gd name="T60" fmla="*/ 23 w 100"/>
                <a:gd name="T61" fmla="*/ 354 h 510"/>
                <a:gd name="T62" fmla="*/ 15 w 100"/>
                <a:gd name="T63" fmla="*/ 357 h 510"/>
                <a:gd name="T64" fmla="*/ 2 w 100"/>
                <a:gd name="T65" fmla="*/ 374 h 510"/>
                <a:gd name="T66" fmla="*/ 17 w 100"/>
                <a:gd name="T67" fmla="*/ 376 h 510"/>
                <a:gd name="T68" fmla="*/ 25 w 100"/>
                <a:gd name="T69" fmla="*/ 389 h 510"/>
                <a:gd name="T70" fmla="*/ 11 w 100"/>
                <a:gd name="T71" fmla="*/ 393 h 510"/>
                <a:gd name="T72" fmla="*/ 13 w 100"/>
                <a:gd name="T73" fmla="*/ 400 h 510"/>
                <a:gd name="T74" fmla="*/ 6 w 100"/>
                <a:gd name="T75" fmla="*/ 412 h 510"/>
                <a:gd name="T76" fmla="*/ 15 w 100"/>
                <a:gd name="T77" fmla="*/ 416 h 510"/>
                <a:gd name="T78" fmla="*/ 16 w 100"/>
                <a:gd name="T79" fmla="*/ 427 h 510"/>
                <a:gd name="T80" fmla="*/ 9 w 100"/>
                <a:gd name="T81" fmla="*/ 441 h 510"/>
                <a:gd name="T82" fmla="*/ 23 w 100"/>
                <a:gd name="T83" fmla="*/ 444 h 510"/>
                <a:gd name="T84" fmla="*/ 28 w 100"/>
                <a:gd name="T85" fmla="*/ 448 h 510"/>
                <a:gd name="T86" fmla="*/ 22 w 100"/>
                <a:gd name="T87" fmla="*/ 462 h 510"/>
                <a:gd name="T88" fmla="*/ 41 w 100"/>
                <a:gd name="T89" fmla="*/ 462 h 510"/>
                <a:gd name="T90" fmla="*/ 28 w 100"/>
                <a:gd name="T91" fmla="*/ 472 h 510"/>
                <a:gd name="T92" fmla="*/ 42 w 100"/>
                <a:gd name="T93" fmla="*/ 470 h 510"/>
                <a:gd name="T94" fmla="*/ 26 w 100"/>
                <a:gd name="T95" fmla="*/ 481 h 510"/>
                <a:gd name="T96" fmla="*/ 41 w 100"/>
                <a:gd name="T97" fmla="*/ 483 h 510"/>
                <a:gd name="T98" fmla="*/ 64 w 100"/>
                <a:gd name="T99" fmla="*/ 461 h 510"/>
                <a:gd name="T100" fmla="*/ 71 w 100"/>
                <a:gd name="T101" fmla="*/ 473 h 510"/>
                <a:gd name="T102" fmla="*/ 61 w 100"/>
                <a:gd name="T103" fmla="*/ 477 h 510"/>
                <a:gd name="T104" fmla="*/ 50 w 100"/>
                <a:gd name="T105" fmla="*/ 486 h 510"/>
                <a:gd name="T106" fmla="*/ 58 w 100"/>
                <a:gd name="T107" fmla="*/ 503 h 510"/>
                <a:gd name="T108" fmla="*/ 74 w 100"/>
                <a:gd name="T109" fmla="*/ 500 h 510"/>
                <a:gd name="T110" fmla="*/ 91 w 100"/>
                <a:gd name="T111" fmla="*/ 501 h 510"/>
                <a:gd name="T112" fmla="*/ 81 w 100"/>
                <a:gd name="T113" fmla="*/ 499 h 510"/>
                <a:gd name="T114" fmla="*/ 71 w 100"/>
                <a:gd name="T115" fmla="*/ 457 h 510"/>
                <a:gd name="T116" fmla="*/ 46 w 100"/>
                <a:gd name="T117" fmla="*/ 452 h 51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0"/>
                <a:gd name="T178" fmla="*/ 0 h 510"/>
                <a:gd name="T179" fmla="*/ 100 w 100"/>
                <a:gd name="T180" fmla="*/ 510 h 51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0" h="510">
                  <a:moveTo>
                    <a:pt x="46" y="452"/>
                  </a:moveTo>
                  <a:cubicBezTo>
                    <a:pt x="44" y="453"/>
                    <a:pt x="43" y="447"/>
                    <a:pt x="41" y="447"/>
                  </a:cubicBezTo>
                  <a:cubicBezTo>
                    <a:pt x="39" y="447"/>
                    <a:pt x="39" y="439"/>
                    <a:pt x="40" y="435"/>
                  </a:cubicBezTo>
                  <a:cubicBezTo>
                    <a:pt x="42" y="431"/>
                    <a:pt x="32" y="433"/>
                    <a:pt x="30" y="431"/>
                  </a:cubicBezTo>
                  <a:cubicBezTo>
                    <a:pt x="27" y="430"/>
                    <a:pt x="31" y="427"/>
                    <a:pt x="28" y="424"/>
                  </a:cubicBezTo>
                  <a:cubicBezTo>
                    <a:pt x="25" y="420"/>
                    <a:pt x="27" y="416"/>
                    <a:pt x="27" y="413"/>
                  </a:cubicBezTo>
                  <a:cubicBezTo>
                    <a:pt x="28" y="411"/>
                    <a:pt x="30" y="406"/>
                    <a:pt x="34" y="406"/>
                  </a:cubicBezTo>
                  <a:cubicBezTo>
                    <a:pt x="37" y="406"/>
                    <a:pt x="35" y="400"/>
                    <a:pt x="38" y="398"/>
                  </a:cubicBezTo>
                  <a:cubicBezTo>
                    <a:pt x="42" y="396"/>
                    <a:pt x="35" y="392"/>
                    <a:pt x="38" y="389"/>
                  </a:cubicBezTo>
                  <a:cubicBezTo>
                    <a:pt x="41" y="387"/>
                    <a:pt x="38" y="382"/>
                    <a:pt x="43" y="382"/>
                  </a:cubicBezTo>
                  <a:cubicBezTo>
                    <a:pt x="47" y="381"/>
                    <a:pt x="43" y="375"/>
                    <a:pt x="46" y="374"/>
                  </a:cubicBezTo>
                  <a:cubicBezTo>
                    <a:pt x="49" y="373"/>
                    <a:pt x="45" y="369"/>
                    <a:pt x="46" y="365"/>
                  </a:cubicBezTo>
                  <a:cubicBezTo>
                    <a:pt x="47" y="361"/>
                    <a:pt x="44" y="358"/>
                    <a:pt x="48" y="356"/>
                  </a:cubicBezTo>
                  <a:cubicBezTo>
                    <a:pt x="52" y="355"/>
                    <a:pt x="49" y="351"/>
                    <a:pt x="46" y="349"/>
                  </a:cubicBezTo>
                  <a:cubicBezTo>
                    <a:pt x="43" y="347"/>
                    <a:pt x="47" y="347"/>
                    <a:pt x="51" y="347"/>
                  </a:cubicBezTo>
                  <a:cubicBezTo>
                    <a:pt x="54" y="347"/>
                    <a:pt x="52" y="341"/>
                    <a:pt x="49" y="342"/>
                  </a:cubicBezTo>
                  <a:cubicBezTo>
                    <a:pt x="45" y="343"/>
                    <a:pt x="43" y="339"/>
                    <a:pt x="46" y="336"/>
                  </a:cubicBezTo>
                  <a:cubicBezTo>
                    <a:pt x="49" y="333"/>
                    <a:pt x="43" y="331"/>
                    <a:pt x="44" y="329"/>
                  </a:cubicBezTo>
                  <a:cubicBezTo>
                    <a:pt x="45" y="327"/>
                    <a:pt x="45" y="324"/>
                    <a:pt x="43" y="323"/>
                  </a:cubicBezTo>
                  <a:cubicBezTo>
                    <a:pt x="41" y="321"/>
                    <a:pt x="42" y="311"/>
                    <a:pt x="45" y="311"/>
                  </a:cubicBezTo>
                  <a:cubicBezTo>
                    <a:pt x="47" y="310"/>
                    <a:pt x="45" y="301"/>
                    <a:pt x="45" y="299"/>
                  </a:cubicBezTo>
                  <a:cubicBezTo>
                    <a:pt x="45" y="296"/>
                    <a:pt x="43" y="293"/>
                    <a:pt x="43" y="291"/>
                  </a:cubicBezTo>
                  <a:cubicBezTo>
                    <a:pt x="43" y="288"/>
                    <a:pt x="46" y="288"/>
                    <a:pt x="46" y="283"/>
                  </a:cubicBezTo>
                  <a:cubicBezTo>
                    <a:pt x="46" y="278"/>
                    <a:pt x="47" y="276"/>
                    <a:pt x="49" y="276"/>
                  </a:cubicBezTo>
                  <a:cubicBezTo>
                    <a:pt x="51" y="276"/>
                    <a:pt x="49" y="270"/>
                    <a:pt x="50" y="267"/>
                  </a:cubicBezTo>
                  <a:cubicBezTo>
                    <a:pt x="50" y="265"/>
                    <a:pt x="56" y="267"/>
                    <a:pt x="56" y="263"/>
                  </a:cubicBezTo>
                  <a:cubicBezTo>
                    <a:pt x="57" y="259"/>
                    <a:pt x="53" y="259"/>
                    <a:pt x="53" y="257"/>
                  </a:cubicBezTo>
                  <a:cubicBezTo>
                    <a:pt x="54" y="253"/>
                    <a:pt x="53" y="249"/>
                    <a:pt x="53" y="242"/>
                  </a:cubicBezTo>
                  <a:cubicBezTo>
                    <a:pt x="53" y="234"/>
                    <a:pt x="59" y="233"/>
                    <a:pt x="62" y="231"/>
                  </a:cubicBezTo>
                  <a:cubicBezTo>
                    <a:pt x="64" y="228"/>
                    <a:pt x="59" y="218"/>
                    <a:pt x="62" y="216"/>
                  </a:cubicBezTo>
                  <a:cubicBezTo>
                    <a:pt x="65" y="215"/>
                    <a:pt x="63" y="210"/>
                    <a:pt x="65" y="208"/>
                  </a:cubicBezTo>
                  <a:cubicBezTo>
                    <a:pt x="67" y="206"/>
                    <a:pt x="67" y="203"/>
                    <a:pt x="68" y="199"/>
                  </a:cubicBezTo>
                  <a:cubicBezTo>
                    <a:pt x="69" y="195"/>
                    <a:pt x="65" y="193"/>
                    <a:pt x="65" y="189"/>
                  </a:cubicBezTo>
                  <a:cubicBezTo>
                    <a:pt x="65" y="185"/>
                    <a:pt x="65" y="182"/>
                    <a:pt x="62" y="178"/>
                  </a:cubicBezTo>
                  <a:cubicBezTo>
                    <a:pt x="59" y="174"/>
                    <a:pt x="60" y="166"/>
                    <a:pt x="62" y="166"/>
                  </a:cubicBezTo>
                  <a:cubicBezTo>
                    <a:pt x="64" y="166"/>
                    <a:pt x="63" y="158"/>
                    <a:pt x="66" y="157"/>
                  </a:cubicBezTo>
                  <a:cubicBezTo>
                    <a:pt x="70" y="156"/>
                    <a:pt x="68" y="150"/>
                    <a:pt x="66" y="145"/>
                  </a:cubicBezTo>
                  <a:cubicBezTo>
                    <a:pt x="65" y="140"/>
                    <a:pt x="69" y="143"/>
                    <a:pt x="69" y="139"/>
                  </a:cubicBezTo>
                  <a:cubicBezTo>
                    <a:pt x="69" y="135"/>
                    <a:pt x="71" y="130"/>
                    <a:pt x="74" y="129"/>
                  </a:cubicBezTo>
                  <a:cubicBezTo>
                    <a:pt x="78" y="128"/>
                    <a:pt x="78" y="122"/>
                    <a:pt x="78" y="120"/>
                  </a:cubicBezTo>
                  <a:cubicBezTo>
                    <a:pt x="78" y="117"/>
                    <a:pt x="82" y="116"/>
                    <a:pt x="85" y="114"/>
                  </a:cubicBezTo>
                  <a:cubicBezTo>
                    <a:pt x="87" y="112"/>
                    <a:pt x="81" y="109"/>
                    <a:pt x="84" y="107"/>
                  </a:cubicBezTo>
                  <a:cubicBezTo>
                    <a:pt x="88" y="105"/>
                    <a:pt x="81" y="96"/>
                    <a:pt x="83" y="94"/>
                  </a:cubicBezTo>
                  <a:cubicBezTo>
                    <a:pt x="85" y="93"/>
                    <a:pt x="84" y="89"/>
                    <a:pt x="84" y="86"/>
                  </a:cubicBezTo>
                  <a:cubicBezTo>
                    <a:pt x="84" y="84"/>
                    <a:pt x="95" y="79"/>
                    <a:pt x="97" y="76"/>
                  </a:cubicBezTo>
                  <a:cubicBezTo>
                    <a:pt x="98" y="74"/>
                    <a:pt x="99" y="68"/>
                    <a:pt x="99" y="63"/>
                  </a:cubicBezTo>
                  <a:cubicBezTo>
                    <a:pt x="96" y="65"/>
                    <a:pt x="93" y="66"/>
                    <a:pt x="92" y="65"/>
                  </a:cubicBezTo>
                  <a:cubicBezTo>
                    <a:pt x="91" y="63"/>
                    <a:pt x="92" y="56"/>
                    <a:pt x="89" y="53"/>
                  </a:cubicBezTo>
                  <a:cubicBezTo>
                    <a:pt x="86" y="50"/>
                    <a:pt x="88" y="44"/>
                    <a:pt x="85" y="43"/>
                  </a:cubicBezTo>
                  <a:cubicBezTo>
                    <a:pt x="82" y="41"/>
                    <a:pt x="79" y="35"/>
                    <a:pt x="81" y="33"/>
                  </a:cubicBezTo>
                  <a:cubicBezTo>
                    <a:pt x="84" y="31"/>
                    <a:pt x="81" y="27"/>
                    <a:pt x="84" y="25"/>
                  </a:cubicBezTo>
                  <a:cubicBezTo>
                    <a:pt x="86" y="23"/>
                    <a:pt x="82" y="23"/>
                    <a:pt x="79" y="19"/>
                  </a:cubicBezTo>
                  <a:cubicBezTo>
                    <a:pt x="76" y="15"/>
                    <a:pt x="80" y="10"/>
                    <a:pt x="76" y="7"/>
                  </a:cubicBezTo>
                  <a:cubicBezTo>
                    <a:pt x="72" y="4"/>
                    <a:pt x="72" y="0"/>
                    <a:pt x="71" y="2"/>
                  </a:cubicBezTo>
                  <a:cubicBezTo>
                    <a:pt x="70" y="4"/>
                    <a:pt x="70" y="9"/>
                    <a:pt x="67" y="11"/>
                  </a:cubicBezTo>
                  <a:cubicBezTo>
                    <a:pt x="66" y="11"/>
                    <a:pt x="65" y="12"/>
                    <a:pt x="64" y="13"/>
                  </a:cubicBezTo>
                  <a:cubicBezTo>
                    <a:pt x="64" y="15"/>
                    <a:pt x="63" y="20"/>
                    <a:pt x="64" y="23"/>
                  </a:cubicBezTo>
                  <a:cubicBezTo>
                    <a:pt x="66" y="27"/>
                    <a:pt x="67" y="45"/>
                    <a:pt x="65" y="52"/>
                  </a:cubicBezTo>
                  <a:cubicBezTo>
                    <a:pt x="64" y="59"/>
                    <a:pt x="62" y="65"/>
                    <a:pt x="61" y="69"/>
                  </a:cubicBezTo>
                  <a:cubicBezTo>
                    <a:pt x="59" y="73"/>
                    <a:pt x="64" y="73"/>
                    <a:pt x="62" y="75"/>
                  </a:cubicBezTo>
                  <a:cubicBezTo>
                    <a:pt x="60" y="77"/>
                    <a:pt x="61" y="82"/>
                    <a:pt x="61" y="90"/>
                  </a:cubicBezTo>
                  <a:cubicBezTo>
                    <a:pt x="61" y="98"/>
                    <a:pt x="56" y="112"/>
                    <a:pt x="56" y="116"/>
                  </a:cubicBezTo>
                  <a:cubicBezTo>
                    <a:pt x="56" y="120"/>
                    <a:pt x="52" y="123"/>
                    <a:pt x="53" y="128"/>
                  </a:cubicBezTo>
                  <a:cubicBezTo>
                    <a:pt x="53" y="133"/>
                    <a:pt x="51" y="135"/>
                    <a:pt x="48" y="138"/>
                  </a:cubicBezTo>
                  <a:cubicBezTo>
                    <a:pt x="45" y="140"/>
                    <a:pt x="52" y="147"/>
                    <a:pt x="52" y="151"/>
                  </a:cubicBezTo>
                  <a:cubicBezTo>
                    <a:pt x="52" y="155"/>
                    <a:pt x="47" y="157"/>
                    <a:pt x="48" y="163"/>
                  </a:cubicBezTo>
                  <a:cubicBezTo>
                    <a:pt x="49" y="171"/>
                    <a:pt x="48" y="185"/>
                    <a:pt x="48" y="188"/>
                  </a:cubicBezTo>
                  <a:cubicBezTo>
                    <a:pt x="48" y="191"/>
                    <a:pt x="45" y="191"/>
                    <a:pt x="45" y="196"/>
                  </a:cubicBezTo>
                  <a:cubicBezTo>
                    <a:pt x="46" y="201"/>
                    <a:pt x="42" y="202"/>
                    <a:pt x="41" y="210"/>
                  </a:cubicBezTo>
                  <a:cubicBezTo>
                    <a:pt x="41" y="217"/>
                    <a:pt x="35" y="228"/>
                    <a:pt x="33" y="234"/>
                  </a:cubicBezTo>
                  <a:cubicBezTo>
                    <a:pt x="30" y="240"/>
                    <a:pt x="30" y="243"/>
                    <a:pt x="27" y="243"/>
                  </a:cubicBezTo>
                  <a:cubicBezTo>
                    <a:pt x="24" y="243"/>
                    <a:pt x="24" y="246"/>
                    <a:pt x="26" y="251"/>
                  </a:cubicBezTo>
                  <a:cubicBezTo>
                    <a:pt x="28" y="256"/>
                    <a:pt x="24" y="260"/>
                    <a:pt x="27" y="265"/>
                  </a:cubicBezTo>
                  <a:cubicBezTo>
                    <a:pt x="30" y="270"/>
                    <a:pt x="29" y="272"/>
                    <a:pt x="28" y="277"/>
                  </a:cubicBezTo>
                  <a:cubicBezTo>
                    <a:pt x="26" y="282"/>
                    <a:pt x="24" y="282"/>
                    <a:pt x="24" y="286"/>
                  </a:cubicBezTo>
                  <a:cubicBezTo>
                    <a:pt x="24" y="291"/>
                    <a:pt x="21" y="295"/>
                    <a:pt x="23" y="300"/>
                  </a:cubicBezTo>
                  <a:cubicBezTo>
                    <a:pt x="25" y="305"/>
                    <a:pt x="24" y="306"/>
                    <a:pt x="22" y="306"/>
                  </a:cubicBezTo>
                  <a:cubicBezTo>
                    <a:pt x="19" y="306"/>
                    <a:pt x="18" y="310"/>
                    <a:pt x="17" y="319"/>
                  </a:cubicBezTo>
                  <a:cubicBezTo>
                    <a:pt x="16" y="327"/>
                    <a:pt x="16" y="327"/>
                    <a:pt x="22" y="326"/>
                  </a:cubicBezTo>
                  <a:cubicBezTo>
                    <a:pt x="28" y="326"/>
                    <a:pt x="24" y="306"/>
                    <a:pt x="27" y="306"/>
                  </a:cubicBezTo>
                  <a:cubicBezTo>
                    <a:pt x="31" y="306"/>
                    <a:pt x="28" y="303"/>
                    <a:pt x="32" y="302"/>
                  </a:cubicBezTo>
                  <a:cubicBezTo>
                    <a:pt x="35" y="301"/>
                    <a:pt x="32" y="305"/>
                    <a:pt x="35" y="306"/>
                  </a:cubicBezTo>
                  <a:cubicBezTo>
                    <a:pt x="37" y="307"/>
                    <a:pt x="39" y="309"/>
                    <a:pt x="35" y="311"/>
                  </a:cubicBezTo>
                  <a:cubicBezTo>
                    <a:pt x="32" y="313"/>
                    <a:pt x="36" y="318"/>
                    <a:pt x="34" y="320"/>
                  </a:cubicBezTo>
                  <a:cubicBezTo>
                    <a:pt x="33" y="323"/>
                    <a:pt x="30" y="326"/>
                    <a:pt x="32" y="329"/>
                  </a:cubicBezTo>
                  <a:cubicBezTo>
                    <a:pt x="33" y="333"/>
                    <a:pt x="30" y="332"/>
                    <a:pt x="30" y="337"/>
                  </a:cubicBezTo>
                  <a:cubicBezTo>
                    <a:pt x="29" y="341"/>
                    <a:pt x="32" y="341"/>
                    <a:pt x="30" y="342"/>
                  </a:cubicBezTo>
                  <a:cubicBezTo>
                    <a:pt x="28" y="343"/>
                    <a:pt x="32" y="346"/>
                    <a:pt x="30" y="347"/>
                  </a:cubicBezTo>
                  <a:cubicBezTo>
                    <a:pt x="27" y="347"/>
                    <a:pt x="29" y="351"/>
                    <a:pt x="30" y="354"/>
                  </a:cubicBezTo>
                  <a:cubicBezTo>
                    <a:pt x="32" y="357"/>
                    <a:pt x="27" y="355"/>
                    <a:pt x="25" y="357"/>
                  </a:cubicBezTo>
                  <a:cubicBezTo>
                    <a:pt x="22" y="359"/>
                    <a:pt x="27" y="362"/>
                    <a:pt x="26" y="364"/>
                  </a:cubicBezTo>
                  <a:cubicBezTo>
                    <a:pt x="24" y="367"/>
                    <a:pt x="20" y="363"/>
                    <a:pt x="18" y="361"/>
                  </a:cubicBezTo>
                  <a:cubicBezTo>
                    <a:pt x="17" y="360"/>
                    <a:pt x="21" y="357"/>
                    <a:pt x="23" y="354"/>
                  </a:cubicBezTo>
                  <a:cubicBezTo>
                    <a:pt x="26" y="351"/>
                    <a:pt x="21" y="344"/>
                    <a:pt x="17" y="346"/>
                  </a:cubicBezTo>
                  <a:cubicBezTo>
                    <a:pt x="14" y="347"/>
                    <a:pt x="21" y="351"/>
                    <a:pt x="21" y="355"/>
                  </a:cubicBezTo>
                  <a:cubicBezTo>
                    <a:pt x="21" y="358"/>
                    <a:pt x="15" y="354"/>
                    <a:pt x="15" y="357"/>
                  </a:cubicBezTo>
                  <a:cubicBezTo>
                    <a:pt x="15" y="361"/>
                    <a:pt x="11" y="360"/>
                    <a:pt x="9" y="362"/>
                  </a:cubicBezTo>
                  <a:cubicBezTo>
                    <a:pt x="6" y="365"/>
                    <a:pt x="12" y="367"/>
                    <a:pt x="9" y="368"/>
                  </a:cubicBezTo>
                  <a:cubicBezTo>
                    <a:pt x="7" y="368"/>
                    <a:pt x="2" y="372"/>
                    <a:pt x="2" y="374"/>
                  </a:cubicBezTo>
                  <a:cubicBezTo>
                    <a:pt x="2" y="377"/>
                    <a:pt x="5" y="377"/>
                    <a:pt x="5" y="375"/>
                  </a:cubicBezTo>
                  <a:cubicBezTo>
                    <a:pt x="5" y="372"/>
                    <a:pt x="9" y="372"/>
                    <a:pt x="10" y="375"/>
                  </a:cubicBezTo>
                  <a:cubicBezTo>
                    <a:pt x="11" y="378"/>
                    <a:pt x="13" y="375"/>
                    <a:pt x="17" y="376"/>
                  </a:cubicBezTo>
                  <a:cubicBezTo>
                    <a:pt x="20" y="376"/>
                    <a:pt x="20" y="382"/>
                    <a:pt x="18" y="381"/>
                  </a:cubicBezTo>
                  <a:cubicBezTo>
                    <a:pt x="16" y="381"/>
                    <a:pt x="14" y="385"/>
                    <a:pt x="14" y="388"/>
                  </a:cubicBezTo>
                  <a:cubicBezTo>
                    <a:pt x="15" y="392"/>
                    <a:pt x="22" y="388"/>
                    <a:pt x="25" y="389"/>
                  </a:cubicBezTo>
                  <a:cubicBezTo>
                    <a:pt x="28" y="390"/>
                    <a:pt x="27" y="396"/>
                    <a:pt x="25" y="394"/>
                  </a:cubicBezTo>
                  <a:cubicBezTo>
                    <a:pt x="23" y="392"/>
                    <a:pt x="19" y="389"/>
                    <a:pt x="17" y="392"/>
                  </a:cubicBezTo>
                  <a:cubicBezTo>
                    <a:pt x="16" y="395"/>
                    <a:pt x="13" y="394"/>
                    <a:pt x="11" y="393"/>
                  </a:cubicBezTo>
                  <a:cubicBezTo>
                    <a:pt x="8" y="392"/>
                    <a:pt x="0" y="397"/>
                    <a:pt x="3" y="399"/>
                  </a:cubicBezTo>
                  <a:cubicBezTo>
                    <a:pt x="6" y="401"/>
                    <a:pt x="6" y="404"/>
                    <a:pt x="7" y="404"/>
                  </a:cubicBezTo>
                  <a:cubicBezTo>
                    <a:pt x="9" y="404"/>
                    <a:pt x="12" y="402"/>
                    <a:pt x="13" y="400"/>
                  </a:cubicBezTo>
                  <a:cubicBezTo>
                    <a:pt x="14" y="398"/>
                    <a:pt x="17" y="396"/>
                    <a:pt x="18" y="401"/>
                  </a:cubicBezTo>
                  <a:cubicBezTo>
                    <a:pt x="18" y="405"/>
                    <a:pt x="13" y="403"/>
                    <a:pt x="12" y="406"/>
                  </a:cubicBezTo>
                  <a:cubicBezTo>
                    <a:pt x="11" y="408"/>
                    <a:pt x="9" y="410"/>
                    <a:pt x="6" y="412"/>
                  </a:cubicBezTo>
                  <a:cubicBezTo>
                    <a:pt x="3" y="415"/>
                    <a:pt x="6" y="418"/>
                    <a:pt x="8" y="417"/>
                  </a:cubicBezTo>
                  <a:cubicBezTo>
                    <a:pt x="11" y="416"/>
                    <a:pt x="8" y="420"/>
                    <a:pt x="11" y="421"/>
                  </a:cubicBezTo>
                  <a:cubicBezTo>
                    <a:pt x="14" y="421"/>
                    <a:pt x="15" y="419"/>
                    <a:pt x="15" y="416"/>
                  </a:cubicBezTo>
                  <a:cubicBezTo>
                    <a:pt x="14" y="414"/>
                    <a:pt x="16" y="408"/>
                    <a:pt x="19" y="411"/>
                  </a:cubicBezTo>
                  <a:cubicBezTo>
                    <a:pt x="22" y="414"/>
                    <a:pt x="18" y="416"/>
                    <a:pt x="18" y="419"/>
                  </a:cubicBezTo>
                  <a:cubicBezTo>
                    <a:pt x="18" y="421"/>
                    <a:pt x="16" y="425"/>
                    <a:pt x="16" y="427"/>
                  </a:cubicBezTo>
                  <a:cubicBezTo>
                    <a:pt x="16" y="430"/>
                    <a:pt x="13" y="429"/>
                    <a:pt x="13" y="432"/>
                  </a:cubicBezTo>
                  <a:cubicBezTo>
                    <a:pt x="13" y="435"/>
                    <a:pt x="6" y="433"/>
                    <a:pt x="9" y="435"/>
                  </a:cubicBezTo>
                  <a:cubicBezTo>
                    <a:pt x="13" y="437"/>
                    <a:pt x="7" y="439"/>
                    <a:pt x="9" y="441"/>
                  </a:cubicBezTo>
                  <a:cubicBezTo>
                    <a:pt x="11" y="443"/>
                    <a:pt x="12" y="439"/>
                    <a:pt x="15" y="440"/>
                  </a:cubicBezTo>
                  <a:cubicBezTo>
                    <a:pt x="18" y="441"/>
                    <a:pt x="17" y="441"/>
                    <a:pt x="21" y="440"/>
                  </a:cubicBezTo>
                  <a:cubicBezTo>
                    <a:pt x="24" y="438"/>
                    <a:pt x="26" y="443"/>
                    <a:pt x="23" y="444"/>
                  </a:cubicBezTo>
                  <a:cubicBezTo>
                    <a:pt x="20" y="445"/>
                    <a:pt x="16" y="448"/>
                    <a:pt x="18" y="449"/>
                  </a:cubicBezTo>
                  <a:cubicBezTo>
                    <a:pt x="19" y="449"/>
                    <a:pt x="24" y="446"/>
                    <a:pt x="25" y="450"/>
                  </a:cubicBezTo>
                  <a:cubicBezTo>
                    <a:pt x="26" y="453"/>
                    <a:pt x="28" y="452"/>
                    <a:pt x="28" y="448"/>
                  </a:cubicBezTo>
                  <a:cubicBezTo>
                    <a:pt x="29" y="445"/>
                    <a:pt x="35" y="448"/>
                    <a:pt x="36" y="451"/>
                  </a:cubicBezTo>
                  <a:cubicBezTo>
                    <a:pt x="37" y="454"/>
                    <a:pt x="29" y="456"/>
                    <a:pt x="26" y="455"/>
                  </a:cubicBezTo>
                  <a:cubicBezTo>
                    <a:pt x="22" y="454"/>
                    <a:pt x="20" y="458"/>
                    <a:pt x="22" y="462"/>
                  </a:cubicBezTo>
                  <a:cubicBezTo>
                    <a:pt x="25" y="465"/>
                    <a:pt x="28" y="462"/>
                    <a:pt x="31" y="459"/>
                  </a:cubicBezTo>
                  <a:cubicBezTo>
                    <a:pt x="33" y="456"/>
                    <a:pt x="47" y="457"/>
                    <a:pt x="48" y="460"/>
                  </a:cubicBezTo>
                  <a:cubicBezTo>
                    <a:pt x="49" y="463"/>
                    <a:pt x="42" y="460"/>
                    <a:pt x="41" y="462"/>
                  </a:cubicBezTo>
                  <a:cubicBezTo>
                    <a:pt x="40" y="464"/>
                    <a:pt x="35" y="465"/>
                    <a:pt x="34" y="463"/>
                  </a:cubicBezTo>
                  <a:cubicBezTo>
                    <a:pt x="33" y="461"/>
                    <a:pt x="28" y="464"/>
                    <a:pt x="28" y="467"/>
                  </a:cubicBezTo>
                  <a:cubicBezTo>
                    <a:pt x="27" y="471"/>
                    <a:pt x="23" y="471"/>
                    <a:pt x="28" y="472"/>
                  </a:cubicBezTo>
                  <a:cubicBezTo>
                    <a:pt x="32" y="473"/>
                    <a:pt x="31" y="467"/>
                    <a:pt x="38" y="468"/>
                  </a:cubicBezTo>
                  <a:cubicBezTo>
                    <a:pt x="45" y="468"/>
                    <a:pt x="49" y="461"/>
                    <a:pt x="51" y="465"/>
                  </a:cubicBezTo>
                  <a:cubicBezTo>
                    <a:pt x="53" y="469"/>
                    <a:pt x="45" y="472"/>
                    <a:pt x="42" y="470"/>
                  </a:cubicBezTo>
                  <a:cubicBezTo>
                    <a:pt x="40" y="467"/>
                    <a:pt x="36" y="472"/>
                    <a:pt x="37" y="475"/>
                  </a:cubicBezTo>
                  <a:cubicBezTo>
                    <a:pt x="37" y="479"/>
                    <a:pt x="29" y="474"/>
                    <a:pt x="25" y="474"/>
                  </a:cubicBezTo>
                  <a:cubicBezTo>
                    <a:pt x="21" y="473"/>
                    <a:pt x="22" y="478"/>
                    <a:pt x="26" y="481"/>
                  </a:cubicBezTo>
                  <a:cubicBezTo>
                    <a:pt x="29" y="485"/>
                    <a:pt x="31" y="481"/>
                    <a:pt x="36" y="484"/>
                  </a:cubicBezTo>
                  <a:cubicBezTo>
                    <a:pt x="40" y="486"/>
                    <a:pt x="40" y="489"/>
                    <a:pt x="43" y="487"/>
                  </a:cubicBezTo>
                  <a:cubicBezTo>
                    <a:pt x="46" y="484"/>
                    <a:pt x="43" y="484"/>
                    <a:pt x="41" y="483"/>
                  </a:cubicBezTo>
                  <a:cubicBezTo>
                    <a:pt x="39" y="482"/>
                    <a:pt x="41" y="477"/>
                    <a:pt x="45" y="480"/>
                  </a:cubicBezTo>
                  <a:cubicBezTo>
                    <a:pt x="50" y="482"/>
                    <a:pt x="56" y="478"/>
                    <a:pt x="54" y="472"/>
                  </a:cubicBezTo>
                  <a:cubicBezTo>
                    <a:pt x="53" y="466"/>
                    <a:pt x="58" y="463"/>
                    <a:pt x="64" y="461"/>
                  </a:cubicBezTo>
                  <a:cubicBezTo>
                    <a:pt x="70" y="459"/>
                    <a:pt x="67" y="465"/>
                    <a:pt x="63" y="466"/>
                  </a:cubicBezTo>
                  <a:cubicBezTo>
                    <a:pt x="58" y="468"/>
                    <a:pt x="58" y="469"/>
                    <a:pt x="61" y="473"/>
                  </a:cubicBezTo>
                  <a:cubicBezTo>
                    <a:pt x="64" y="476"/>
                    <a:pt x="68" y="471"/>
                    <a:pt x="71" y="473"/>
                  </a:cubicBezTo>
                  <a:cubicBezTo>
                    <a:pt x="74" y="476"/>
                    <a:pt x="66" y="476"/>
                    <a:pt x="65" y="478"/>
                  </a:cubicBezTo>
                  <a:cubicBezTo>
                    <a:pt x="64" y="481"/>
                    <a:pt x="70" y="484"/>
                    <a:pt x="65" y="486"/>
                  </a:cubicBezTo>
                  <a:cubicBezTo>
                    <a:pt x="61" y="488"/>
                    <a:pt x="63" y="478"/>
                    <a:pt x="61" y="477"/>
                  </a:cubicBezTo>
                  <a:cubicBezTo>
                    <a:pt x="58" y="476"/>
                    <a:pt x="56" y="478"/>
                    <a:pt x="58" y="484"/>
                  </a:cubicBezTo>
                  <a:cubicBezTo>
                    <a:pt x="61" y="490"/>
                    <a:pt x="55" y="485"/>
                    <a:pt x="53" y="482"/>
                  </a:cubicBezTo>
                  <a:cubicBezTo>
                    <a:pt x="50" y="479"/>
                    <a:pt x="47" y="483"/>
                    <a:pt x="50" y="486"/>
                  </a:cubicBezTo>
                  <a:cubicBezTo>
                    <a:pt x="53" y="489"/>
                    <a:pt x="44" y="486"/>
                    <a:pt x="44" y="491"/>
                  </a:cubicBezTo>
                  <a:cubicBezTo>
                    <a:pt x="44" y="496"/>
                    <a:pt x="48" y="492"/>
                    <a:pt x="52" y="493"/>
                  </a:cubicBezTo>
                  <a:cubicBezTo>
                    <a:pt x="57" y="494"/>
                    <a:pt x="55" y="500"/>
                    <a:pt x="58" y="503"/>
                  </a:cubicBezTo>
                  <a:cubicBezTo>
                    <a:pt x="61" y="505"/>
                    <a:pt x="59" y="495"/>
                    <a:pt x="62" y="494"/>
                  </a:cubicBezTo>
                  <a:cubicBezTo>
                    <a:pt x="66" y="493"/>
                    <a:pt x="62" y="502"/>
                    <a:pt x="70" y="504"/>
                  </a:cubicBezTo>
                  <a:cubicBezTo>
                    <a:pt x="78" y="507"/>
                    <a:pt x="71" y="503"/>
                    <a:pt x="74" y="500"/>
                  </a:cubicBezTo>
                  <a:cubicBezTo>
                    <a:pt x="78" y="498"/>
                    <a:pt x="82" y="508"/>
                    <a:pt x="86" y="509"/>
                  </a:cubicBezTo>
                  <a:cubicBezTo>
                    <a:pt x="90" y="510"/>
                    <a:pt x="87" y="504"/>
                    <a:pt x="84" y="501"/>
                  </a:cubicBezTo>
                  <a:cubicBezTo>
                    <a:pt x="82" y="498"/>
                    <a:pt x="87" y="500"/>
                    <a:pt x="91" y="501"/>
                  </a:cubicBezTo>
                  <a:cubicBezTo>
                    <a:pt x="95" y="503"/>
                    <a:pt x="98" y="503"/>
                    <a:pt x="98" y="500"/>
                  </a:cubicBezTo>
                  <a:cubicBezTo>
                    <a:pt x="99" y="499"/>
                    <a:pt x="99" y="499"/>
                    <a:pt x="100" y="500"/>
                  </a:cubicBezTo>
                  <a:cubicBezTo>
                    <a:pt x="96" y="497"/>
                    <a:pt x="83" y="499"/>
                    <a:pt x="81" y="499"/>
                  </a:cubicBezTo>
                  <a:cubicBezTo>
                    <a:pt x="79" y="498"/>
                    <a:pt x="81" y="468"/>
                    <a:pt x="81" y="461"/>
                  </a:cubicBezTo>
                  <a:cubicBezTo>
                    <a:pt x="81" y="461"/>
                    <a:pt x="81" y="461"/>
                    <a:pt x="80" y="461"/>
                  </a:cubicBezTo>
                  <a:cubicBezTo>
                    <a:pt x="77" y="461"/>
                    <a:pt x="70" y="462"/>
                    <a:pt x="71" y="457"/>
                  </a:cubicBezTo>
                  <a:cubicBezTo>
                    <a:pt x="71" y="456"/>
                    <a:pt x="72" y="456"/>
                    <a:pt x="72" y="455"/>
                  </a:cubicBezTo>
                  <a:cubicBezTo>
                    <a:pt x="71" y="454"/>
                    <a:pt x="69" y="453"/>
                    <a:pt x="66" y="452"/>
                  </a:cubicBezTo>
                  <a:cubicBezTo>
                    <a:pt x="61" y="450"/>
                    <a:pt x="49" y="452"/>
                    <a:pt x="46" y="452"/>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4" name="Freeform 110"/>
            <p:cNvSpPr>
              <a:spLocks noChangeArrowheads="1"/>
            </p:cNvSpPr>
            <p:nvPr/>
          </p:nvSpPr>
          <p:spPr bwMode="auto">
            <a:xfrm>
              <a:off x="2278071" y="2897190"/>
              <a:ext cx="192088" cy="192089"/>
            </a:xfrm>
            <a:custGeom>
              <a:avLst/>
              <a:gdLst>
                <a:gd name="T0" fmla="*/ 96 w 100"/>
                <a:gd name="T1" fmla="*/ 54 h 100"/>
                <a:gd name="T2" fmla="*/ 87 w 100"/>
                <a:gd name="T3" fmla="*/ 56 h 100"/>
                <a:gd name="T4" fmla="*/ 81 w 100"/>
                <a:gd name="T5" fmla="*/ 43 h 100"/>
                <a:gd name="T6" fmla="*/ 73 w 100"/>
                <a:gd name="T7" fmla="*/ 34 h 100"/>
                <a:gd name="T8" fmla="*/ 64 w 100"/>
                <a:gd name="T9" fmla="*/ 33 h 100"/>
                <a:gd name="T10" fmla="*/ 58 w 100"/>
                <a:gd name="T11" fmla="*/ 24 h 100"/>
                <a:gd name="T12" fmla="*/ 56 w 100"/>
                <a:gd name="T13" fmla="*/ 10 h 100"/>
                <a:gd name="T14" fmla="*/ 55 w 100"/>
                <a:gd name="T15" fmla="*/ 4 h 100"/>
                <a:gd name="T16" fmla="*/ 53 w 100"/>
                <a:gd name="T17" fmla="*/ 5 h 100"/>
                <a:gd name="T18" fmla="*/ 43 w 100"/>
                <a:gd name="T19" fmla="*/ 0 h 100"/>
                <a:gd name="T20" fmla="*/ 30 w 100"/>
                <a:gd name="T21" fmla="*/ 1 h 100"/>
                <a:gd name="T22" fmla="*/ 16 w 100"/>
                <a:gd name="T23" fmla="*/ 4 h 100"/>
                <a:gd name="T24" fmla="*/ 7 w 100"/>
                <a:gd name="T25" fmla="*/ 14 h 100"/>
                <a:gd name="T26" fmla="*/ 4 w 100"/>
                <a:gd name="T27" fmla="*/ 32 h 100"/>
                <a:gd name="T28" fmla="*/ 0 w 100"/>
                <a:gd name="T29" fmla="*/ 31 h 100"/>
                <a:gd name="T30" fmla="*/ 16 w 100"/>
                <a:gd name="T31" fmla="*/ 47 h 100"/>
                <a:gd name="T32" fmla="*/ 28 w 100"/>
                <a:gd name="T33" fmla="*/ 55 h 100"/>
                <a:gd name="T34" fmla="*/ 41 w 100"/>
                <a:gd name="T35" fmla="*/ 62 h 100"/>
                <a:gd name="T36" fmla="*/ 62 w 100"/>
                <a:gd name="T37" fmla="*/ 72 h 100"/>
                <a:gd name="T38" fmla="*/ 53 w 100"/>
                <a:gd name="T39" fmla="*/ 87 h 100"/>
                <a:gd name="T40" fmla="*/ 49 w 100"/>
                <a:gd name="T41" fmla="*/ 95 h 100"/>
                <a:gd name="T42" fmla="*/ 60 w 100"/>
                <a:gd name="T43" fmla="*/ 97 h 100"/>
                <a:gd name="T44" fmla="*/ 71 w 100"/>
                <a:gd name="T45" fmla="*/ 98 h 100"/>
                <a:gd name="T46" fmla="*/ 80 w 100"/>
                <a:gd name="T47" fmla="*/ 96 h 100"/>
                <a:gd name="T48" fmla="*/ 89 w 100"/>
                <a:gd name="T49" fmla="*/ 92 h 100"/>
                <a:gd name="T50" fmla="*/ 95 w 100"/>
                <a:gd name="T51" fmla="*/ 75 h 100"/>
                <a:gd name="T52" fmla="*/ 96 w 100"/>
                <a:gd name="T53" fmla="*/ 54 h 10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0"/>
                <a:gd name="T82" fmla="*/ 0 h 100"/>
                <a:gd name="T83" fmla="*/ 100 w 100"/>
                <a:gd name="T84" fmla="*/ 100 h 10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0" h="100">
                  <a:moveTo>
                    <a:pt x="96" y="54"/>
                  </a:moveTo>
                  <a:cubicBezTo>
                    <a:pt x="92" y="52"/>
                    <a:pt x="88" y="56"/>
                    <a:pt x="87" y="56"/>
                  </a:cubicBezTo>
                  <a:cubicBezTo>
                    <a:pt x="85" y="56"/>
                    <a:pt x="82" y="47"/>
                    <a:pt x="81" y="43"/>
                  </a:cubicBezTo>
                  <a:cubicBezTo>
                    <a:pt x="80" y="40"/>
                    <a:pt x="76" y="32"/>
                    <a:pt x="73" y="34"/>
                  </a:cubicBezTo>
                  <a:cubicBezTo>
                    <a:pt x="71" y="36"/>
                    <a:pt x="71" y="33"/>
                    <a:pt x="64" y="33"/>
                  </a:cubicBezTo>
                  <a:cubicBezTo>
                    <a:pt x="56" y="33"/>
                    <a:pt x="56" y="31"/>
                    <a:pt x="58" y="24"/>
                  </a:cubicBezTo>
                  <a:cubicBezTo>
                    <a:pt x="59" y="16"/>
                    <a:pt x="53" y="12"/>
                    <a:pt x="56" y="10"/>
                  </a:cubicBezTo>
                  <a:cubicBezTo>
                    <a:pt x="58" y="9"/>
                    <a:pt x="58" y="7"/>
                    <a:pt x="55" y="4"/>
                  </a:cubicBezTo>
                  <a:cubicBezTo>
                    <a:pt x="55" y="4"/>
                    <a:pt x="54" y="5"/>
                    <a:pt x="53" y="5"/>
                  </a:cubicBezTo>
                  <a:cubicBezTo>
                    <a:pt x="51" y="5"/>
                    <a:pt x="47" y="0"/>
                    <a:pt x="43" y="0"/>
                  </a:cubicBezTo>
                  <a:cubicBezTo>
                    <a:pt x="38" y="0"/>
                    <a:pt x="33" y="0"/>
                    <a:pt x="30" y="1"/>
                  </a:cubicBezTo>
                  <a:cubicBezTo>
                    <a:pt x="26" y="3"/>
                    <a:pt x="20" y="1"/>
                    <a:pt x="16" y="4"/>
                  </a:cubicBezTo>
                  <a:cubicBezTo>
                    <a:pt x="12" y="6"/>
                    <a:pt x="7" y="12"/>
                    <a:pt x="7" y="14"/>
                  </a:cubicBezTo>
                  <a:cubicBezTo>
                    <a:pt x="8" y="17"/>
                    <a:pt x="6" y="31"/>
                    <a:pt x="4" y="32"/>
                  </a:cubicBezTo>
                  <a:cubicBezTo>
                    <a:pt x="3" y="32"/>
                    <a:pt x="2" y="32"/>
                    <a:pt x="0" y="31"/>
                  </a:cubicBezTo>
                  <a:cubicBezTo>
                    <a:pt x="3" y="36"/>
                    <a:pt x="11" y="44"/>
                    <a:pt x="16" y="47"/>
                  </a:cubicBezTo>
                  <a:cubicBezTo>
                    <a:pt x="22" y="51"/>
                    <a:pt x="22" y="55"/>
                    <a:pt x="28" y="55"/>
                  </a:cubicBezTo>
                  <a:cubicBezTo>
                    <a:pt x="35" y="56"/>
                    <a:pt x="38" y="59"/>
                    <a:pt x="41" y="62"/>
                  </a:cubicBezTo>
                  <a:cubicBezTo>
                    <a:pt x="43" y="65"/>
                    <a:pt x="60" y="70"/>
                    <a:pt x="62" y="72"/>
                  </a:cubicBezTo>
                  <a:cubicBezTo>
                    <a:pt x="63" y="75"/>
                    <a:pt x="53" y="81"/>
                    <a:pt x="53" y="87"/>
                  </a:cubicBezTo>
                  <a:cubicBezTo>
                    <a:pt x="53" y="93"/>
                    <a:pt x="49" y="93"/>
                    <a:pt x="49" y="95"/>
                  </a:cubicBezTo>
                  <a:cubicBezTo>
                    <a:pt x="49" y="97"/>
                    <a:pt x="57" y="95"/>
                    <a:pt x="60" y="97"/>
                  </a:cubicBezTo>
                  <a:cubicBezTo>
                    <a:pt x="63" y="99"/>
                    <a:pt x="67" y="96"/>
                    <a:pt x="71" y="98"/>
                  </a:cubicBezTo>
                  <a:cubicBezTo>
                    <a:pt x="74" y="100"/>
                    <a:pt x="78" y="95"/>
                    <a:pt x="80" y="96"/>
                  </a:cubicBezTo>
                  <a:cubicBezTo>
                    <a:pt x="83" y="97"/>
                    <a:pt x="86" y="91"/>
                    <a:pt x="89" y="92"/>
                  </a:cubicBezTo>
                  <a:cubicBezTo>
                    <a:pt x="93" y="92"/>
                    <a:pt x="96" y="80"/>
                    <a:pt x="95" y="75"/>
                  </a:cubicBezTo>
                  <a:cubicBezTo>
                    <a:pt x="94" y="70"/>
                    <a:pt x="100" y="56"/>
                    <a:pt x="96" y="54"/>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5" name="Freeform 111"/>
            <p:cNvSpPr>
              <a:spLocks noChangeArrowheads="1"/>
            </p:cNvSpPr>
            <p:nvPr/>
          </p:nvSpPr>
          <p:spPr bwMode="auto">
            <a:xfrm>
              <a:off x="1778006" y="2230439"/>
              <a:ext cx="71438" cy="57151"/>
            </a:xfrm>
            <a:custGeom>
              <a:avLst/>
              <a:gdLst>
                <a:gd name="T0" fmla="*/ 36 w 38"/>
                <a:gd name="T1" fmla="*/ 24 h 30"/>
                <a:gd name="T2" fmla="*/ 38 w 38"/>
                <a:gd name="T3" fmla="*/ 17 h 30"/>
                <a:gd name="T4" fmla="*/ 26 w 38"/>
                <a:gd name="T5" fmla="*/ 3 h 30"/>
                <a:gd name="T6" fmla="*/ 21 w 38"/>
                <a:gd name="T7" fmla="*/ 2 h 30"/>
                <a:gd name="T8" fmla="*/ 10 w 38"/>
                <a:gd name="T9" fmla="*/ 0 h 30"/>
                <a:gd name="T10" fmla="*/ 3 w 38"/>
                <a:gd name="T11" fmla="*/ 0 h 30"/>
                <a:gd name="T12" fmla="*/ 3 w 38"/>
                <a:gd name="T13" fmla="*/ 5 h 30"/>
                <a:gd name="T14" fmla="*/ 6 w 38"/>
                <a:gd name="T15" fmla="*/ 14 h 30"/>
                <a:gd name="T16" fmla="*/ 12 w 38"/>
                <a:gd name="T17" fmla="*/ 13 h 30"/>
                <a:gd name="T18" fmla="*/ 17 w 38"/>
                <a:gd name="T19" fmla="*/ 17 h 30"/>
                <a:gd name="T20" fmla="*/ 25 w 38"/>
                <a:gd name="T21" fmla="*/ 24 h 30"/>
                <a:gd name="T22" fmla="*/ 32 w 38"/>
                <a:gd name="T23" fmla="*/ 30 h 30"/>
                <a:gd name="T24" fmla="*/ 34 w 38"/>
                <a:gd name="T25" fmla="*/ 30 h 30"/>
                <a:gd name="T26" fmla="*/ 36 w 38"/>
                <a:gd name="T27" fmla="*/ 24 h 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30"/>
                <a:gd name="T44" fmla="*/ 38 w 38"/>
                <a:gd name="T45" fmla="*/ 30 h 3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30">
                  <a:moveTo>
                    <a:pt x="36" y="24"/>
                  </a:moveTo>
                  <a:cubicBezTo>
                    <a:pt x="35" y="23"/>
                    <a:pt x="36" y="19"/>
                    <a:pt x="38" y="17"/>
                  </a:cubicBezTo>
                  <a:cubicBezTo>
                    <a:pt x="33" y="12"/>
                    <a:pt x="29" y="6"/>
                    <a:pt x="26" y="3"/>
                  </a:cubicBezTo>
                  <a:cubicBezTo>
                    <a:pt x="24" y="3"/>
                    <a:pt x="22" y="3"/>
                    <a:pt x="21" y="2"/>
                  </a:cubicBezTo>
                  <a:cubicBezTo>
                    <a:pt x="18" y="0"/>
                    <a:pt x="12" y="2"/>
                    <a:pt x="10" y="0"/>
                  </a:cubicBezTo>
                  <a:cubicBezTo>
                    <a:pt x="8" y="0"/>
                    <a:pt x="6" y="0"/>
                    <a:pt x="3" y="0"/>
                  </a:cubicBezTo>
                  <a:cubicBezTo>
                    <a:pt x="4" y="2"/>
                    <a:pt x="4" y="4"/>
                    <a:pt x="3" y="5"/>
                  </a:cubicBezTo>
                  <a:cubicBezTo>
                    <a:pt x="0" y="6"/>
                    <a:pt x="0" y="12"/>
                    <a:pt x="6" y="14"/>
                  </a:cubicBezTo>
                  <a:cubicBezTo>
                    <a:pt x="11" y="17"/>
                    <a:pt x="9" y="13"/>
                    <a:pt x="12" y="13"/>
                  </a:cubicBezTo>
                  <a:cubicBezTo>
                    <a:pt x="15" y="13"/>
                    <a:pt x="15" y="17"/>
                    <a:pt x="17" y="17"/>
                  </a:cubicBezTo>
                  <a:cubicBezTo>
                    <a:pt x="20" y="17"/>
                    <a:pt x="25" y="20"/>
                    <a:pt x="25" y="24"/>
                  </a:cubicBezTo>
                  <a:cubicBezTo>
                    <a:pt x="25" y="28"/>
                    <a:pt x="27" y="30"/>
                    <a:pt x="32" y="30"/>
                  </a:cubicBezTo>
                  <a:cubicBezTo>
                    <a:pt x="32" y="30"/>
                    <a:pt x="33" y="30"/>
                    <a:pt x="34" y="30"/>
                  </a:cubicBezTo>
                  <a:cubicBezTo>
                    <a:pt x="35" y="28"/>
                    <a:pt x="36" y="25"/>
                    <a:pt x="36" y="24"/>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6" name="Freeform 112"/>
            <p:cNvSpPr>
              <a:spLocks noChangeArrowheads="1"/>
            </p:cNvSpPr>
            <p:nvPr/>
          </p:nvSpPr>
          <p:spPr bwMode="auto">
            <a:xfrm>
              <a:off x="1843094" y="2259015"/>
              <a:ext cx="125413" cy="60326"/>
            </a:xfrm>
            <a:custGeom>
              <a:avLst/>
              <a:gdLst>
                <a:gd name="T0" fmla="*/ 59 w 66"/>
                <a:gd name="T1" fmla="*/ 9 h 31"/>
                <a:gd name="T2" fmla="*/ 43 w 66"/>
                <a:gd name="T3" fmla="*/ 2 h 31"/>
                <a:gd name="T4" fmla="*/ 27 w 66"/>
                <a:gd name="T5" fmla="*/ 8 h 31"/>
                <a:gd name="T6" fmla="*/ 9 w 66"/>
                <a:gd name="T7" fmla="*/ 7 h 31"/>
                <a:gd name="T8" fmla="*/ 4 w 66"/>
                <a:gd name="T9" fmla="*/ 2 h 31"/>
                <a:gd name="T10" fmla="*/ 2 w 66"/>
                <a:gd name="T11" fmla="*/ 9 h 31"/>
                <a:gd name="T12" fmla="*/ 0 w 66"/>
                <a:gd name="T13" fmla="*/ 15 h 31"/>
                <a:gd name="T14" fmla="*/ 15 w 66"/>
                <a:gd name="T15" fmla="*/ 22 h 31"/>
                <a:gd name="T16" fmla="*/ 23 w 66"/>
                <a:gd name="T17" fmla="*/ 27 h 31"/>
                <a:gd name="T18" fmla="*/ 32 w 66"/>
                <a:gd name="T19" fmla="*/ 25 h 31"/>
                <a:gd name="T20" fmla="*/ 29 w 66"/>
                <a:gd name="T21" fmla="*/ 19 h 31"/>
                <a:gd name="T22" fmla="*/ 35 w 66"/>
                <a:gd name="T23" fmla="*/ 13 h 31"/>
                <a:gd name="T24" fmla="*/ 47 w 66"/>
                <a:gd name="T25" fmla="*/ 9 h 31"/>
                <a:gd name="T26" fmla="*/ 50 w 66"/>
                <a:gd name="T27" fmla="*/ 17 h 31"/>
                <a:gd name="T28" fmla="*/ 57 w 66"/>
                <a:gd name="T29" fmla="*/ 29 h 31"/>
                <a:gd name="T30" fmla="*/ 65 w 66"/>
                <a:gd name="T31" fmla="*/ 21 h 31"/>
                <a:gd name="T32" fmla="*/ 66 w 66"/>
                <a:gd name="T33" fmla="*/ 18 h 31"/>
                <a:gd name="T34" fmla="*/ 59 w 66"/>
                <a:gd name="T35" fmla="*/ 9 h 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6"/>
                <a:gd name="T55" fmla="*/ 0 h 31"/>
                <a:gd name="T56" fmla="*/ 66 w 66"/>
                <a:gd name="T57" fmla="*/ 31 h 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6" h="31">
                  <a:moveTo>
                    <a:pt x="59" y="9"/>
                  </a:moveTo>
                  <a:cubicBezTo>
                    <a:pt x="55" y="3"/>
                    <a:pt x="48" y="4"/>
                    <a:pt x="43" y="2"/>
                  </a:cubicBezTo>
                  <a:cubicBezTo>
                    <a:pt x="39" y="0"/>
                    <a:pt x="33" y="2"/>
                    <a:pt x="27" y="8"/>
                  </a:cubicBezTo>
                  <a:cubicBezTo>
                    <a:pt x="22" y="13"/>
                    <a:pt x="14" y="10"/>
                    <a:pt x="9" y="7"/>
                  </a:cubicBezTo>
                  <a:cubicBezTo>
                    <a:pt x="8" y="6"/>
                    <a:pt x="6" y="4"/>
                    <a:pt x="4" y="2"/>
                  </a:cubicBezTo>
                  <a:cubicBezTo>
                    <a:pt x="2" y="4"/>
                    <a:pt x="1" y="8"/>
                    <a:pt x="2" y="9"/>
                  </a:cubicBezTo>
                  <a:cubicBezTo>
                    <a:pt x="2" y="10"/>
                    <a:pt x="1" y="13"/>
                    <a:pt x="0" y="15"/>
                  </a:cubicBezTo>
                  <a:cubicBezTo>
                    <a:pt x="5" y="16"/>
                    <a:pt x="12" y="18"/>
                    <a:pt x="15" y="22"/>
                  </a:cubicBezTo>
                  <a:cubicBezTo>
                    <a:pt x="19" y="26"/>
                    <a:pt x="21" y="23"/>
                    <a:pt x="23" y="27"/>
                  </a:cubicBezTo>
                  <a:cubicBezTo>
                    <a:pt x="25" y="31"/>
                    <a:pt x="31" y="28"/>
                    <a:pt x="32" y="25"/>
                  </a:cubicBezTo>
                  <a:cubicBezTo>
                    <a:pt x="33" y="23"/>
                    <a:pt x="29" y="22"/>
                    <a:pt x="29" y="19"/>
                  </a:cubicBezTo>
                  <a:cubicBezTo>
                    <a:pt x="28" y="16"/>
                    <a:pt x="34" y="17"/>
                    <a:pt x="35" y="13"/>
                  </a:cubicBezTo>
                  <a:cubicBezTo>
                    <a:pt x="36" y="10"/>
                    <a:pt x="44" y="8"/>
                    <a:pt x="47" y="9"/>
                  </a:cubicBezTo>
                  <a:cubicBezTo>
                    <a:pt x="51" y="11"/>
                    <a:pt x="54" y="13"/>
                    <a:pt x="50" y="17"/>
                  </a:cubicBezTo>
                  <a:cubicBezTo>
                    <a:pt x="48" y="20"/>
                    <a:pt x="53" y="25"/>
                    <a:pt x="57" y="29"/>
                  </a:cubicBezTo>
                  <a:cubicBezTo>
                    <a:pt x="60" y="26"/>
                    <a:pt x="63" y="22"/>
                    <a:pt x="65" y="21"/>
                  </a:cubicBezTo>
                  <a:cubicBezTo>
                    <a:pt x="65" y="21"/>
                    <a:pt x="66" y="19"/>
                    <a:pt x="66" y="18"/>
                  </a:cubicBezTo>
                  <a:cubicBezTo>
                    <a:pt x="64" y="17"/>
                    <a:pt x="62" y="13"/>
                    <a:pt x="59" y="9"/>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7" name="Freeform 113"/>
            <p:cNvSpPr>
              <a:spLocks noChangeArrowheads="1"/>
            </p:cNvSpPr>
            <p:nvPr/>
          </p:nvSpPr>
          <p:spPr bwMode="auto">
            <a:xfrm>
              <a:off x="1928820" y="2197103"/>
              <a:ext cx="257176" cy="366713"/>
            </a:xfrm>
            <a:custGeom>
              <a:avLst/>
              <a:gdLst>
                <a:gd name="T0" fmla="*/ 21 w 135"/>
                <a:gd name="T1" fmla="*/ 140 h 192"/>
                <a:gd name="T2" fmla="*/ 30 w 135"/>
                <a:gd name="T3" fmla="*/ 140 h 192"/>
                <a:gd name="T4" fmla="*/ 38 w 135"/>
                <a:gd name="T5" fmla="*/ 146 h 192"/>
                <a:gd name="T6" fmla="*/ 38 w 135"/>
                <a:gd name="T7" fmla="*/ 147 h 192"/>
                <a:gd name="T8" fmla="*/ 48 w 135"/>
                <a:gd name="T9" fmla="*/ 147 h 192"/>
                <a:gd name="T10" fmla="*/ 55 w 135"/>
                <a:gd name="T11" fmla="*/ 156 h 192"/>
                <a:gd name="T12" fmla="*/ 62 w 135"/>
                <a:gd name="T13" fmla="*/ 163 h 192"/>
                <a:gd name="T14" fmla="*/ 66 w 135"/>
                <a:gd name="T15" fmla="*/ 170 h 192"/>
                <a:gd name="T16" fmla="*/ 79 w 135"/>
                <a:gd name="T17" fmla="*/ 172 h 192"/>
                <a:gd name="T18" fmla="*/ 86 w 135"/>
                <a:gd name="T19" fmla="*/ 171 h 192"/>
                <a:gd name="T20" fmla="*/ 93 w 135"/>
                <a:gd name="T21" fmla="*/ 170 h 192"/>
                <a:gd name="T22" fmla="*/ 101 w 135"/>
                <a:gd name="T23" fmla="*/ 177 h 192"/>
                <a:gd name="T24" fmla="*/ 95 w 135"/>
                <a:gd name="T25" fmla="*/ 187 h 192"/>
                <a:gd name="T26" fmla="*/ 102 w 135"/>
                <a:gd name="T27" fmla="*/ 192 h 192"/>
                <a:gd name="T28" fmla="*/ 103 w 135"/>
                <a:gd name="T29" fmla="*/ 192 h 192"/>
                <a:gd name="T30" fmla="*/ 107 w 135"/>
                <a:gd name="T31" fmla="*/ 177 h 192"/>
                <a:gd name="T32" fmla="*/ 109 w 135"/>
                <a:gd name="T33" fmla="*/ 161 h 192"/>
                <a:gd name="T34" fmla="*/ 102 w 135"/>
                <a:gd name="T35" fmla="*/ 143 h 192"/>
                <a:gd name="T36" fmla="*/ 110 w 135"/>
                <a:gd name="T37" fmla="*/ 137 h 192"/>
                <a:gd name="T38" fmla="*/ 108 w 135"/>
                <a:gd name="T39" fmla="*/ 132 h 192"/>
                <a:gd name="T40" fmla="*/ 105 w 135"/>
                <a:gd name="T41" fmla="*/ 126 h 192"/>
                <a:gd name="T42" fmla="*/ 122 w 135"/>
                <a:gd name="T43" fmla="*/ 125 h 192"/>
                <a:gd name="T44" fmla="*/ 134 w 135"/>
                <a:gd name="T45" fmla="*/ 121 h 192"/>
                <a:gd name="T46" fmla="*/ 132 w 135"/>
                <a:gd name="T47" fmla="*/ 115 h 192"/>
                <a:gd name="T48" fmla="*/ 133 w 135"/>
                <a:gd name="T49" fmla="*/ 106 h 192"/>
                <a:gd name="T50" fmla="*/ 128 w 135"/>
                <a:gd name="T51" fmla="*/ 98 h 192"/>
                <a:gd name="T52" fmla="*/ 131 w 135"/>
                <a:gd name="T53" fmla="*/ 77 h 192"/>
                <a:gd name="T54" fmla="*/ 118 w 135"/>
                <a:gd name="T55" fmla="*/ 74 h 192"/>
                <a:gd name="T56" fmla="*/ 102 w 135"/>
                <a:gd name="T57" fmla="*/ 67 h 192"/>
                <a:gd name="T58" fmla="*/ 83 w 135"/>
                <a:gd name="T59" fmla="*/ 65 h 192"/>
                <a:gd name="T60" fmla="*/ 75 w 135"/>
                <a:gd name="T61" fmla="*/ 50 h 192"/>
                <a:gd name="T62" fmla="*/ 70 w 135"/>
                <a:gd name="T63" fmla="*/ 43 h 192"/>
                <a:gd name="T64" fmla="*/ 65 w 135"/>
                <a:gd name="T65" fmla="*/ 40 h 192"/>
                <a:gd name="T66" fmla="*/ 67 w 135"/>
                <a:gd name="T67" fmla="*/ 35 h 192"/>
                <a:gd name="T68" fmla="*/ 69 w 135"/>
                <a:gd name="T69" fmla="*/ 27 h 192"/>
                <a:gd name="T70" fmla="*/ 78 w 135"/>
                <a:gd name="T71" fmla="*/ 14 h 192"/>
                <a:gd name="T72" fmla="*/ 82 w 135"/>
                <a:gd name="T73" fmla="*/ 12 h 192"/>
                <a:gd name="T74" fmla="*/ 85 w 135"/>
                <a:gd name="T75" fmla="*/ 10 h 192"/>
                <a:gd name="T76" fmla="*/ 87 w 135"/>
                <a:gd name="T77" fmla="*/ 3 h 192"/>
                <a:gd name="T78" fmla="*/ 75 w 135"/>
                <a:gd name="T79" fmla="*/ 9 h 192"/>
                <a:gd name="T80" fmla="*/ 65 w 135"/>
                <a:gd name="T81" fmla="*/ 14 h 192"/>
                <a:gd name="T82" fmla="*/ 55 w 135"/>
                <a:gd name="T83" fmla="*/ 18 h 192"/>
                <a:gd name="T84" fmla="*/ 49 w 135"/>
                <a:gd name="T85" fmla="*/ 17 h 192"/>
                <a:gd name="T86" fmla="*/ 39 w 135"/>
                <a:gd name="T87" fmla="*/ 27 h 192"/>
                <a:gd name="T88" fmla="*/ 35 w 135"/>
                <a:gd name="T89" fmla="*/ 37 h 192"/>
                <a:gd name="T90" fmla="*/ 24 w 135"/>
                <a:gd name="T91" fmla="*/ 50 h 192"/>
                <a:gd name="T92" fmla="*/ 21 w 135"/>
                <a:gd name="T93" fmla="*/ 51 h 192"/>
                <a:gd name="T94" fmla="*/ 20 w 135"/>
                <a:gd name="T95" fmla="*/ 54 h 192"/>
                <a:gd name="T96" fmla="*/ 12 w 135"/>
                <a:gd name="T97" fmla="*/ 62 h 192"/>
                <a:gd name="T98" fmla="*/ 16 w 135"/>
                <a:gd name="T99" fmla="*/ 65 h 192"/>
                <a:gd name="T100" fmla="*/ 18 w 135"/>
                <a:gd name="T101" fmla="*/ 74 h 192"/>
                <a:gd name="T102" fmla="*/ 18 w 135"/>
                <a:gd name="T103" fmla="*/ 80 h 192"/>
                <a:gd name="T104" fmla="*/ 20 w 135"/>
                <a:gd name="T105" fmla="*/ 98 h 192"/>
                <a:gd name="T106" fmla="*/ 17 w 135"/>
                <a:gd name="T107" fmla="*/ 108 h 192"/>
                <a:gd name="T108" fmla="*/ 8 w 135"/>
                <a:gd name="T109" fmla="*/ 115 h 192"/>
                <a:gd name="T110" fmla="*/ 2 w 135"/>
                <a:gd name="T111" fmla="*/ 122 h 192"/>
                <a:gd name="T112" fmla="*/ 0 w 135"/>
                <a:gd name="T113" fmla="*/ 127 h 192"/>
                <a:gd name="T114" fmla="*/ 14 w 135"/>
                <a:gd name="T115" fmla="*/ 135 h 192"/>
                <a:gd name="T116" fmla="*/ 21 w 135"/>
                <a:gd name="T117" fmla="*/ 140 h 19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35"/>
                <a:gd name="T178" fmla="*/ 0 h 192"/>
                <a:gd name="T179" fmla="*/ 135 w 135"/>
                <a:gd name="T180" fmla="*/ 192 h 192"/>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35" h="192">
                  <a:moveTo>
                    <a:pt x="21" y="140"/>
                  </a:moveTo>
                  <a:cubicBezTo>
                    <a:pt x="24" y="142"/>
                    <a:pt x="29" y="141"/>
                    <a:pt x="30" y="140"/>
                  </a:cubicBezTo>
                  <a:cubicBezTo>
                    <a:pt x="31" y="139"/>
                    <a:pt x="34" y="142"/>
                    <a:pt x="38" y="146"/>
                  </a:cubicBezTo>
                  <a:cubicBezTo>
                    <a:pt x="38" y="146"/>
                    <a:pt x="38" y="147"/>
                    <a:pt x="38" y="147"/>
                  </a:cubicBezTo>
                  <a:cubicBezTo>
                    <a:pt x="42" y="146"/>
                    <a:pt x="46" y="145"/>
                    <a:pt x="48" y="147"/>
                  </a:cubicBezTo>
                  <a:cubicBezTo>
                    <a:pt x="51" y="148"/>
                    <a:pt x="50" y="156"/>
                    <a:pt x="55" y="156"/>
                  </a:cubicBezTo>
                  <a:cubicBezTo>
                    <a:pt x="59" y="156"/>
                    <a:pt x="62" y="161"/>
                    <a:pt x="62" y="163"/>
                  </a:cubicBezTo>
                  <a:cubicBezTo>
                    <a:pt x="61" y="165"/>
                    <a:pt x="66" y="167"/>
                    <a:pt x="66" y="170"/>
                  </a:cubicBezTo>
                  <a:cubicBezTo>
                    <a:pt x="66" y="174"/>
                    <a:pt x="77" y="173"/>
                    <a:pt x="79" y="172"/>
                  </a:cubicBezTo>
                  <a:cubicBezTo>
                    <a:pt x="81" y="170"/>
                    <a:pt x="84" y="170"/>
                    <a:pt x="86" y="171"/>
                  </a:cubicBezTo>
                  <a:cubicBezTo>
                    <a:pt x="88" y="172"/>
                    <a:pt x="91" y="170"/>
                    <a:pt x="93" y="170"/>
                  </a:cubicBezTo>
                  <a:cubicBezTo>
                    <a:pt x="95" y="171"/>
                    <a:pt x="103" y="174"/>
                    <a:pt x="101" y="177"/>
                  </a:cubicBezTo>
                  <a:cubicBezTo>
                    <a:pt x="100" y="180"/>
                    <a:pt x="94" y="184"/>
                    <a:pt x="95" y="187"/>
                  </a:cubicBezTo>
                  <a:cubicBezTo>
                    <a:pt x="96" y="188"/>
                    <a:pt x="100" y="190"/>
                    <a:pt x="102" y="192"/>
                  </a:cubicBezTo>
                  <a:cubicBezTo>
                    <a:pt x="102" y="192"/>
                    <a:pt x="103" y="192"/>
                    <a:pt x="103" y="192"/>
                  </a:cubicBezTo>
                  <a:cubicBezTo>
                    <a:pt x="106" y="191"/>
                    <a:pt x="107" y="180"/>
                    <a:pt x="107" y="177"/>
                  </a:cubicBezTo>
                  <a:cubicBezTo>
                    <a:pt x="107" y="173"/>
                    <a:pt x="108" y="165"/>
                    <a:pt x="109" y="161"/>
                  </a:cubicBezTo>
                  <a:cubicBezTo>
                    <a:pt x="111" y="155"/>
                    <a:pt x="102" y="150"/>
                    <a:pt x="102" y="143"/>
                  </a:cubicBezTo>
                  <a:cubicBezTo>
                    <a:pt x="102" y="136"/>
                    <a:pt x="106" y="140"/>
                    <a:pt x="110" y="137"/>
                  </a:cubicBezTo>
                  <a:cubicBezTo>
                    <a:pt x="114" y="134"/>
                    <a:pt x="110" y="133"/>
                    <a:pt x="108" y="132"/>
                  </a:cubicBezTo>
                  <a:cubicBezTo>
                    <a:pt x="106" y="132"/>
                    <a:pt x="104" y="128"/>
                    <a:pt x="105" y="126"/>
                  </a:cubicBezTo>
                  <a:cubicBezTo>
                    <a:pt x="105" y="124"/>
                    <a:pt x="118" y="125"/>
                    <a:pt x="122" y="125"/>
                  </a:cubicBezTo>
                  <a:cubicBezTo>
                    <a:pt x="126" y="125"/>
                    <a:pt x="134" y="121"/>
                    <a:pt x="134" y="121"/>
                  </a:cubicBezTo>
                  <a:cubicBezTo>
                    <a:pt x="134" y="120"/>
                    <a:pt x="135" y="117"/>
                    <a:pt x="132" y="115"/>
                  </a:cubicBezTo>
                  <a:cubicBezTo>
                    <a:pt x="129" y="112"/>
                    <a:pt x="130" y="109"/>
                    <a:pt x="133" y="106"/>
                  </a:cubicBezTo>
                  <a:cubicBezTo>
                    <a:pt x="135" y="104"/>
                    <a:pt x="131" y="101"/>
                    <a:pt x="128" y="98"/>
                  </a:cubicBezTo>
                  <a:cubicBezTo>
                    <a:pt x="125" y="94"/>
                    <a:pt x="128" y="83"/>
                    <a:pt x="131" y="77"/>
                  </a:cubicBezTo>
                  <a:cubicBezTo>
                    <a:pt x="134" y="72"/>
                    <a:pt x="124" y="73"/>
                    <a:pt x="118" y="74"/>
                  </a:cubicBezTo>
                  <a:cubicBezTo>
                    <a:pt x="111" y="74"/>
                    <a:pt x="106" y="72"/>
                    <a:pt x="102" y="67"/>
                  </a:cubicBezTo>
                  <a:cubicBezTo>
                    <a:pt x="98" y="61"/>
                    <a:pt x="92" y="65"/>
                    <a:pt x="83" y="65"/>
                  </a:cubicBezTo>
                  <a:cubicBezTo>
                    <a:pt x="73" y="65"/>
                    <a:pt x="75" y="54"/>
                    <a:pt x="75" y="50"/>
                  </a:cubicBezTo>
                  <a:cubicBezTo>
                    <a:pt x="76" y="46"/>
                    <a:pt x="70" y="45"/>
                    <a:pt x="70" y="43"/>
                  </a:cubicBezTo>
                  <a:cubicBezTo>
                    <a:pt x="70" y="40"/>
                    <a:pt x="68" y="40"/>
                    <a:pt x="65" y="40"/>
                  </a:cubicBezTo>
                  <a:cubicBezTo>
                    <a:pt x="63" y="40"/>
                    <a:pt x="65" y="37"/>
                    <a:pt x="67" y="35"/>
                  </a:cubicBezTo>
                  <a:cubicBezTo>
                    <a:pt x="69" y="33"/>
                    <a:pt x="68" y="31"/>
                    <a:pt x="69" y="27"/>
                  </a:cubicBezTo>
                  <a:cubicBezTo>
                    <a:pt x="69" y="22"/>
                    <a:pt x="75" y="18"/>
                    <a:pt x="78" y="14"/>
                  </a:cubicBezTo>
                  <a:cubicBezTo>
                    <a:pt x="79" y="13"/>
                    <a:pt x="80" y="12"/>
                    <a:pt x="82" y="12"/>
                  </a:cubicBezTo>
                  <a:cubicBezTo>
                    <a:pt x="82" y="11"/>
                    <a:pt x="83" y="10"/>
                    <a:pt x="85" y="10"/>
                  </a:cubicBezTo>
                  <a:cubicBezTo>
                    <a:pt x="90" y="9"/>
                    <a:pt x="92" y="5"/>
                    <a:pt x="87" y="3"/>
                  </a:cubicBezTo>
                  <a:cubicBezTo>
                    <a:pt x="83" y="0"/>
                    <a:pt x="80" y="8"/>
                    <a:pt x="75" y="9"/>
                  </a:cubicBezTo>
                  <a:cubicBezTo>
                    <a:pt x="69" y="9"/>
                    <a:pt x="68" y="13"/>
                    <a:pt x="65" y="14"/>
                  </a:cubicBezTo>
                  <a:cubicBezTo>
                    <a:pt x="61" y="16"/>
                    <a:pt x="55" y="15"/>
                    <a:pt x="55" y="18"/>
                  </a:cubicBezTo>
                  <a:cubicBezTo>
                    <a:pt x="54" y="21"/>
                    <a:pt x="52" y="18"/>
                    <a:pt x="49" y="17"/>
                  </a:cubicBezTo>
                  <a:cubicBezTo>
                    <a:pt x="46" y="16"/>
                    <a:pt x="39" y="23"/>
                    <a:pt x="39" y="27"/>
                  </a:cubicBezTo>
                  <a:cubicBezTo>
                    <a:pt x="39" y="30"/>
                    <a:pt x="40" y="34"/>
                    <a:pt x="35" y="37"/>
                  </a:cubicBezTo>
                  <a:cubicBezTo>
                    <a:pt x="29" y="41"/>
                    <a:pt x="26" y="47"/>
                    <a:pt x="24" y="50"/>
                  </a:cubicBezTo>
                  <a:cubicBezTo>
                    <a:pt x="23" y="51"/>
                    <a:pt x="22" y="51"/>
                    <a:pt x="21" y="51"/>
                  </a:cubicBezTo>
                  <a:cubicBezTo>
                    <a:pt x="21" y="52"/>
                    <a:pt x="20" y="54"/>
                    <a:pt x="20" y="54"/>
                  </a:cubicBezTo>
                  <a:cubicBezTo>
                    <a:pt x="18" y="55"/>
                    <a:pt x="15" y="59"/>
                    <a:pt x="12" y="62"/>
                  </a:cubicBezTo>
                  <a:cubicBezTo>
                    <a:pt x="13" y="63"/>
                    <a:pt x="15" y="64"/>
                    <a:pt x="16" y="65"/>
                  </a:cubicBezTo>
                  <a:cubicBezTo>
                    <a:pt x="19" y="69"/>
                    <a:pt x="17" y="72"/>
                    <a:pt x="18" y="74"/>
                  </a:cubicBezTo>
                  <a:cubicBezTo>
                    <a:pt x="19" y="76"/>
                    <a:pt x="20" y="79"/>
                    <a:pt x="18" y="80"/>
                  </a:cubicBezTo>
                  <a:cubicBezTo>
                    <a:pt x="16" y="82"/>
                    <a:pt x="18" y="95"/>
                    <a:pt x="20" y="98"/>
                  </a:cubicBezTo>
                  <a:cubicBezTo>
                    <a:pt x="22" y="100"/>
                    <a:pt x="20" y="103"/>
                    <a:pt x="17" y="108"/>
                  </a:cubicBezTo>
                  <a:cubicBezTo>
                    <a:pt x="15" y="113"/>
                    <a:pt x="13" y="115"/>
                    <a:pt x="8" y="115"/>
                  </a:cubicBezTo>
                  <a:cubicBezTo>
                    <a:pt x="4" y="115"/>
                    <a:pt x="4" y="122"/>
                    <a:pt x="2" y="122"/>
                  </a:cubicBezTo>
                  <a:cubicBezTo>
                    <a:pt x="1" y="122"/>
                    <a:pt x="0" y="125"/>
                    <a:pt x="0" y="127"/>
                  </a:cubicBezTo>
                  <a:cubicBezTo>
                    <a:pt x="4" y="131"/>
                    <a:pt x="12" y="135"/>
                    <a:pt x="14" y="135"/>
                  </a:cubicBezTo>
                  <a:cubicBezTo>
                    <a:pt x="16" y="135"/>
                    <a:pt x="18" y="138"/>
                    <a:pt x="21" y="140"/>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8" name="Freeform 114"/>
            <p:cNvSpPr>
              <a:spLocks noChangeArrowheads="1"/>
            </p:cNvSpPr>
            <p:nvPr/>
          </p:nvSpPr>
          <p:spPr bwMode="auto">
            <a:xfrm>
              <a:off x="2130432" y="2684465"/>
              <a:ext cx="266701" cy="300039"/>
            </a:xfrm>
            <a:custGeom>
              <a:avLst/>
              <a:gdLst>
                <a:gd name="T0" fmla="*/ 137 w 139"/>
                <a:gd name="T1" fmla="*/ 94 h 157"/>
                <a:gd name="T2" fmla="*/ 130 w 139"/>
                <a:gd name="T3" fmla="*/ 83 h 157"/>
                <a:gd name="T4" fmla="*/ 121 w 139"/>
                <a:gd name="T5" fmla="*/ 77 h 157"/>
                <a:gd name="T6" fmla="*/ 109 w 139"/>
                <a:gd name="T7" fmla="*/ 71 h 157"/>
                <a:gd name="T8" fmla="*/ 107 w 139"/>
                <a:gd name="T9" fmla="*/ 62 h 157"/>
                <a:gd name="T10" fmla="*/ 106 w 139"/>
                <a:gd name="T11" fmla="*/ 53 h 157"/>
                <a:gd name="T12" fmla="*/ 101 w 139"/>
                <a:gd name="T13" fmla="*/ 46 h 157"/>
                <a:gd name="T14" fmla="*/ 89 w 139"/>
                <a:gd name="T15" fmla="*/ 43 h 157"/>
                <a:gd name="T16" fmla="*/ 80 w 139"/>
                <a:gd name="T17" fmla="*/ 39 h 157"/>
                <a:gd name="T18" fmla="*/ 75 w 139"/>
                <a:gd name="T19" fmla="*/ 35 h 157"/>
                <a:gd name="T20" fmla="*/ 67 w 139"/>
                <a:gd name="T21" fmla="*/ 33 h 157"/>
                <a:gd name="T22" fmla="*/ 54 w 139"/>
                <a:gd name="T23" fmla="*/ 25 h 157"/>
                <a:gd name="T24" fmla="*/ 50 w 139"/>
                <a:gd name="T25" fmla="*/ 3 h 157"/>
                <a:gd name="T26" fmla="*/ 39 w 139"/>
                <a:gd name="T27" fmla="*/ 2 h 157"/>
                <a:gd name="T28" fmla="*/ 26 w 139"/>
                <a:gd name="T29" fmla="*/ 8 h 157"/>
                <a:gd name="T30" fmla="*/ 16 w 139"/>
                <a:gd name="T31" fmla="*/ 13 h 157"/>
                <a:gd name="T32" fmla="*/ 7 w 139"/>
                <a:gd name="T33" fmla="*/ 16 h 157"/>
                <a:gd name="T34" fmla="*/ 3 w 139"/>
                <a:gd name="T35" fmla="*/ 15 h 157"/>
                <a:gd name="T36" fmla="*/ 11 w 139"/>
                <a:gd name="T37" fmla="*/ 31 h 157"/>
                <a:gd name="T38" fmla="*/ 8 w 139"/>
                <a:gd name="T39" fmla="*/ 37 h 157"/>
                <a:gd name="T40" fmla="*/ 9 w 139"/>
                <a:gd name="T41" fmla="*/ 53 h 157"/>
                <a:gd name="T42" fmla="*/ 6 w 139"/>
                <a:gd name="T43" fmla="*/ 62 h 157"/>
                <a:gd name="T44" fmla="*/ 3 w 139"/>
                <a:gd name="T45" fmla="*/ 72 h 157"/>
                <a:gd name="T46" fmla="*/ 8 w 139"/>
                <a:gd name="T47" fmla="*/ 77 h 157"/>
                <a:gd name="T48" fmla="*/ 2 w 139"/>
                <a:gd name="T49" fmla="*/ 86 h 157"/>
                <a:gd name="T50" fmla="*/ 1 w 139"/>
                <a:gd name="T51" fmla="*/ 90 h 157"/>
                <a:gd name="T52" fmla="*/ 5 w 139"/>
                <a:gd name="T53" fmla="*/ 96 h 157"/>
                <a:gd name="T54" fmla="*/ 8 w 139"/>
                <a:gd name="T55" fmla="*/ 108 h 157"/>
                <a:gd name="T56" fmla="*/ 13 w 139"/>
                <a:gd name="T57" fmla="*/ 114 h 157"/>
                <a:gd name="T58" fmla="*/ 10 w 139"/>
                <a:gd name="T59" fmla="*/ 122 h 157"/>
                <a:gd name="T60" fmla="*/ 14 w 139"/>
                <a:gd name="T61" fmla="*/ 132 h 157"/>
                <a:gd name="T62" fmla="*/ 18 w 139"/>
                <a:gd name="T63" fmla="*/ 142 h 157"/>
                <a:gd name="T64" fmla="*/ 21 w 139"/>
                <a:gd name="T65" fmla="*/ 154 h 157"/>
                <a:gd name="T66" fmla="*/ 36 w 139"/>
                <a:gd name="T67" fmla="*/ 145 h 157"/>
                <a:gd name="T68" fmla="*/ 46 w 139"/>
                <a:gd name="T69" fmla="*/ 145 h 157"/>
                <a:gd name="T70" fmla="*/ 59 w 139"/>
                <a:gd name="T71" fmla="*/ 150 h 157"/>
                <a:gd name="T72" fmla="*/ 66 w 139"/>
                <a:gd name="T73" fmla="*/ 144 h 157"/>
                <a:gd name="T74" fmla="*/ 81 w 139"/>
                <a:gd name="T75" fmla="*/ 144 h 157"/>
                <a:gd name="T76" fmla="*/ 84 w 139"/>
                <a:gd name="T77" fmla="*/ 126 h 157"/>
                <a:gd name="T78" fmla="*/ 93 w 139"/>
                <a:gd name="T79" fmla="*/ 116 h 157"/>
                <a:gd name="T80" fmla="*/ 107 w 139"/>
                <a:gd name="T81" fmla="*/ 113 h 157"/>
                <a:gd name="T82" fmla="*/ 120 w 139"/>
                <a:gd name="T83" fmla="*/ 112 h 157"/>
                <a:gd name="T84" fmla="*/ 130 w 139"/>
                <a:gd name="T85" fmla="*/ 117 h 157"/>
                <a:gd name="T86" fmla="*/ 136 w 139"/>
                <a:gd name="T87" fmla="*/ 108 h 157"/>
                <a:gd name="T88" fmla="*/ 137 w 139"/>
                <a:gd name="T89" fmla="*/ 94 h 15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9"/>
                <a:gd name="T136" fmla="*/ 0 h 157"/>
                <a:gd name="T137" fmla="*/ 139 w 139"/>
                <a:gd name="T138" fmla="*/ 157 h 15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9" h="157">
                  <a:moveTo>
                    <a:pt x="137" y="94"/>
                  </a:moveTo>
                  <a:cubicBezTo>
                    <a:pt x="135" y="89"/>
                    <a:pt x="130" y="88"/>
                    <a:pt x="130" y="83"/>
                  </a:cubicBezTo>
                  <a:cubicBezTo>
                    <a:pt x="130" y="77"/>
                    <a:pt x="128" y="77"/>
                    <a:pt x="121" y="77"/>
                  </a:cubicBezTo>
                  <a:cubicBezTo>
                    <a:pt x="114" y="77"/>
                    <a:pt x="109" y="76"/>
                    <a:pt x="109" y="71"/>
                  </a:cubicBezTo>
                  <a:cubicBezTo>
                    <a:pt x="108" y="67"/>
                    <a:pt x="104" y="64"/>
                    <a:pt x="107" y="62"/>
                  </a:cubicBezTo>
                  <a:cubicBezTo>
                    <a:pt x="111" y="60"/>
                    <a:pt x="105" y="57"/>
                    <a:pt x="106" y="53"/>
                  </a:cubicBezTo>
                  <a:cubicBezTo>
                    <a:pt x="106" y="49"/>
                    <a:pt x="104" y="48"/>
                    <a:pt x="101" y="46"/>
                  </a:cubicBezTo>
                  <a:cubicBezTo>
                    <a:pt x="99" y="44"/>
                    <a:pt x="89" y="47"/>
                    <a:pt x="89" y="43"/>
                  </a:cubicBezTo>
                  <a:cubicBezTo>
                    <a:pt x="89" y="39"/>
                    <a:pt x="83" y="39"/>
                    <a:pt x="80" y="39"/>
                  </a:cubicBezTo>
                  <a:cubicBezTo>
                    <a:pt x="76" y="39"/>
                    <a:pt x="79" y="34"/>
                    <a:pt x="75" y="35"/>
                  </a:cubicBezTo>
                  <a:cubicBezTo>
                    <a:pt x="71" y="35"/>
                    <a:pt x="72" y="32"/>
                    <a:pt x="67" y="33"/>
                  </a:cubicBezTo>
                  <a:cubicBezTo>
                    <a:pt x="62" y="34"/>
                    <a:pt x="59" y="31"/>
                    <a:pt x="54" y="25"/>
                  </a:cubicBezTo>
                  <a:cubicBezTo>
                    <a:pt x="48" y="19"/>
                    <a:pt x="49" y="6"/>
                    <a:pt x="50" y="3"/>
                  </a:cubicBezTo>
                  <a:cubicBezTo>
                    <a:pt x="51" y="0"/>
                    <a:pt x="44" y="2"/>
                    <a:pt x="39" y="2"/>
                  </a:cubicBezTo>
                  <a:cubicBezTo>
                    <a:pt x="35" y="2"/>
                    <a:pt x="31" y="6"/>
                    <a:pt x="26" y="8"/>
                  </a:cubicBezTo>
                  <a:cubicBezTo>
                    <a:pt x="21" y="11"/>
                    <a:pt x="19" y="11"/>
                    <a:pt x="16" y="13"/>
                  </a:cubicBezTo>
                  <a:cubicBezTo>
                    <a:pt x="14" y="16"/>
                    <a:pt x="10" y="17"/>
                    <a:pt x="7" y="16"/>
                  </a:cubicBezTo>
                  <a:cubicBezTo>
                    <a:pt x="6" y="15"/>
                    <a:pt x="4" y="15"/>
                    <a:pt x="3" y="15"/>
                  </a:cubicBezTo>
                  <a:cubicBezTo>
                    <a:pt x="5" y="20"/>
                    <a:pt x="10" y="28"/>
                    <a:pt x="11" y="31"/>
                  </a:cubicBezTo>
                  <a:cubicBezTo>
                    <a:pt x="12" y="34"/>
                    <a:pt x="9" y="35"/>
                    <a:pt x="8" y="37"/>
                  </a:cubicBezTo>
                  <a:cubicBezTo>
                    <a:pt x="6" y="38"/>
                    <a:pt x="8" y="50"/>
                    <a:pt x="9" y="53"/>
                  </a:cubicBezTo>
                  <a:cubicBezTo>
                    <a:pt x="9" y="55"/>
                    <a:pt x="4" y="60"/>
                    <a:pt x="6" y="62"/>
                  </a:cubicBezTo>
                  <a:cubicBezTo>
                    <a:pt x="8" y="64"/>
                    <a:pt x="3" y="69"/>
                    <a:pt x="3" y="72"/>
                  </a:cubicBezTo>
                  <a:cubicBezTo>
                    <a:pt x="3" y="75"/>
                    <a:pt x="8" y="75"/>
                    <a:pt x="8" y="77"/>
                  </a:cubicBezTo>
                  <a:cubicBezTo>
                    <a:pt x="8" y="79"/>
                    <a:pt x="4" y="85"/>
                    <a:pt x="2" y="86"/>
                  </a:cubicBezTo>
                  <a:cubicBezTo>
                    <a:pt x="0" y="87"/>
                    <a:pt x="0" y="88"/>
                    <a:pt x="1" y="90"/>
                  </a:cubicBezTo>
                  <a:cubicBezTo>
                    <a:pt x="1" y="90"/>
                    <a:pt x="2" y="93"/>
                    <a:pt x="5" y="96"/>
                  </a:cubicBezTo>
                  <a:cubicBezTo>
                    <a:pt x="9" y="99"/>
                    <a:pt x="5" y="104"/>
                    <a:pt x="8" y="108"/>
                  </a:cubicBezTo>
                  <a:cubicBezTo>
                    <a:pt x="11" y="112"/>
                    <a:pt x="15" y="112"/>
                    <a:pt x="13" y="114"/>
                  </a:cubicBezTo>
                  <a:cubicBezTo>
                    <a:pt x="10" y="116"/>
                    <a:pt x="13" y="120"/>
                    <a:pt x="10" y="122"/>
                  </a:cubicBezTo>
                  <a:cubicBezTo>
                    <a:pt x="8" y="124"/>
                    <a:pt x="11" y="130"/>
                    <a:pt x="14" y="132"/>
                  </a:cubicBezTo>
                  <a:cubicBezTo>
                    <a:pt x="17" y="133"/>
                    <a:pt x="15" y="139"/>
                    <a:pt x="18" y="142"/>
                  </a:cubicBezTo>
                  <a:cubicBezTo>
                    <a:pt x="21" y="145"/>
                    <a:pt x="20" y="152"/>
                    <a:pt x="21" y="154"/>
                  </a:cubicBezTo>
                  <a:cubicBezTo>
                    <a:pt x="22" y="157"/>
                    <a:pt x="31" y="151"/>
                    <a:pt x="36" y="145"/>
                  </a:cubicBezTo>
                  <a:cubicBezTo>
                    <a:pt x="42" y="140"/>
                    <a:pt x="41" y="144"/>
                    <a:pt x="46" y="145"/>
                  </a:cubicBezTo>
                  <a:cubicBezTo>
                    <a:pt x="51" y="146"/>
                    <a:pt x="57" y="146"/>
                    <a:pt x="59" y="150"/>
                  </a:cubicBezTo>
                  <a:cubicBezTo>
                    <a:pt x="62" y="155"/>
                    <a:pt x="64" y="146"/>
                    <a:pt x="66" y="144"/>
                  </a:cubicBezTo>
                  <a:cubicBezTo>
                    <a:pt x="68" y="142"/>
                    <a:pt x="79" y="144"/>
                    <a:pt x="81" y="144"/>
                  </a:cubicBezTo>
                  <a:cubicBezTo>
                    <a:pt x="83" y="143"/>
                    <a:pt x="85" y="129"/>
                    <a:pt x="84" y="126"/>
                  </a:cubicBezTo>
                  <a:cubicBezTo>
                    <a:pt x="84" y="124"/>
                    <a:pt x="89" y="118"/>
                    <a:pt x="93" y="116"/>
                  </a:cubicBezTo>
                  <a:cubicBezTo>
                    <a:pt x="97" y="113"/>
                    <a:pt x="103" y="115"/>
                    <a:pt x="107" y="113"/>
                  </a:cubicBezTo>
                  <a:cubicBezTo>
                    <a:pt x="110" y="112"/>
                    <a:pt x="115" y="112"/>
                    <a:pt x="120" y="112"/>
                  </a:cubicBezTo>
                  <a:cubicBezTo>
                    <a:pt x="124" y="112"/>
                    <a:pt x="128" y="117"/>
                    <a:pt x="130" y="117"/>
                  </a:cubicBezTo>
                  <a:cubicBezTo>
                    <a:pt x="133" y="117"/>
                    <a:pt x="136" y="112"/>
                    <a:pt x="136" y="108"/>
                  </a:cubicBezTo>
                  <a:cubicBezTo>
                    <a:pt x="135" y="104"/>
                    <a:pt x="139" y="99"/>
                    <a:pt x="137" y="94"/>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9" name="Freeform 115"/>
            <p:cNvSpPr>
              <a:spLocks noChangeArrowheads="1"/>
            </p:cNvSpPr>
            <p:nvPr/>
          </p:nvSpPr>
          <p:spPr bwMode="auto">
            <a:xfrm>
              <a:off x="1874844" y="2473328"/>
              <a:ext cx="279401" cy="404814"/>
            </a:xfrm>
            <a:custGeom>
              <a:avLst/>
              <a:gdLst>
                <a:gd name="T0" fmla="*/ 134 w 146"/>
                <a:gd name="T1" fmla="*/ 201 h 212"/>
                <a:gd name="T2" fmla="*/ 135 w 146"/>
                <a:gd name="T3" fmla="*/ 200 h 212"/>
                <a:gd name="T4" fmla="*/ 136 w 146"/>
                <a:gd name="T5" fmla="*/ 196 h 212"/>
                <a:gd name="T6" fmla="*/ 142 w 146"/>
                <a:gd name="T7" fmla="*/ 187 h 212"/>
                <a:gd name="T8" fmla="*/ 137 w 146"/>
                <a:gd name="T9" fmla="*/ 182 h 212"/>
                <a:gd name="T10" fmla="*/ 140 w 146"/>
                <a:gd name="T11" fmla="*/ 172 h 212"/>
                <a:gd name="T12" fmla="*/ 143 w 146"/>
                <a:gd name="T13" fmla="*/ 163 h 212"/>
                <a:gd name="T14" fmla="*/ 142 w 146"/>
                <a:gd name="T15" fmla="*/ 147 h 212"/>
                <a:gd name="T16" fmla="*/ 145 w 146"/>
                <a:gd name="T17" fmla="*/ 141 h 212"/>
                <a:gd name="T18" fmla="*/ 137 w 146"/>
                <a:gd name="T19" fmla="*/ 125 h 212"/>
                <a:gd name="T20" fmla="*/ 126 w 146"/>
                <a:gd name="T21" fmla="*/ 125 h 212"/>
                <a:gd name="T22" fmla="*/ 123 w 146"/>
                <a:gd name="T23" fmla="*/ 111 h 212"/>
                <a:gd name="T24" fmla="*/ 118 w 146"/>
                <a:gd name="T25" fmla="*/ 112 h 212"/>
                <a:gd name="T26" fmla="*/ 106 w 146"/>
                <a:gd name="T27" fmla="*/ 113 h 212"/>
                <a:gd name="T28" fmla="*/ 100 w 146"/>
                <a:gd name="T29" fmla="*/ 107 h 212"/>
                <a:gd name="T30" fmla="*/ 95 w 146"/>
                <a:gd name="T31" fmla="*/ 103 h 212"/>
                <a:gd name="T32" fmla="*/ 90 w 146"/>
                <a:gd name="T33" fmla="*/ 93 h 212"/>
                <a:gd name="T34" fmla="*/ 87 w 146"/>
                <a:gd name="T35" fmla="*/ 83 h 212"/>
                <a:gd name="T36" fmla="*/ 89 w 146"/>
                <a:gd name="T37" fmla="*/ 76 h 212"/>
                <a:gd name="T38" fmla="*/ 94 w 146"/>
                <a:gd name="T39" fmla="*/ 70 h 212"/>
                <a:gd name="T40" fmla="*/ 97 w 146"/>
                <a:gd name="T41" fmla="*/ 59 h 212"/>
                <a:gd name="T42" fmla="*/ 107 w 146"/>
                <a:gd name="T43" fmla="*/ 53 h 212"/>
                <a:gd name="T44" fmla="*/ 121 w 146"/>
                <a:gd name="T45" fmla="*/ 48 h 212"/>
                <a:gd name="T46" fmla="*/ 130 w 146"/>
                <a:gd name="T47" fmla="*/ 47 h 212"/>
                <a:gd name="T48" fmla="*/ 123 w 146"/>
                <a:gd name="T49" fmla="*/ 42 h 212"/>
                <a:gd name="T50" fmla="*/ 129 w 146"/>
                <a:gd name="T51" fmla="*/ 32 h 212"/>
                <a:gd name="T52" fmla="*/ 121 w 146"/>
                <a:gd name="T53" fmla="*/ 25 h 212"/>
                <a:gd name="T54" fmla="*/ 114 w 146"/>
                <a:gd name="T55" fmla="*/ 26 h 212"/>
                <a:gd name="T56" fmla="*/ 107 w 146"/>
                <a:gd name="T57" fmla="*/ 27 h 212"/>
                <a:gd name="T58" fmla="*/ 94 w 146"/>
                <a:gd name="T59" fmla="*/ 25 h 212"/>
                <a:gd name="T60" fmla="*/ 90 w 146"/>
                <a:gd name="T61" fmla="*/ 18 h 212"/>
                <a:gd name="T62" fmla="*/ 83 w 146"/>
                <a:gd name="T63" fmla="*/ 11 h 212"/>
                <a:gd name="T64" fmla="*/ 76 w 146"/>
                <a:gd name="T65" fmla="*/ 2 h 212"/>
                <a:gd name="T66" fmla="*/ 66 w 146"/>
                <a:gd name="T67" fmla="*/ 2 h 212"/>
                <a:gd name="T68" fmla="*/ 69 w 146"/>
                <a:gd name="T69" fmla="*/ 10 h 212"/>
                <a:gd name="T70" fmla="*/ 63 w 146"/>
                <a:gd name="T71" fmla="*/ 21 h 212"/>
                <a:gd name="T72" fmla="*/ 40 w 146"/>
                <a:gd name="T73" fmla="*/ 33 h 212"/>
                <a:gd name="T74" fmla="*/ 30 w 146"/>
                <a:gd name="T75" fmla="*/ 51 h 212"/>
                <a:gd name="T76" fmla="*/ 22 w 146"/>
                <a:gd name="T77" fmla="*/ 52 h 212"/>
                <a:gd name="T78" fmla="*/ 14 w 146"/>
                <a:gd name="T79" fmla="*/ 49 h 212"/>
                <a:gd name="T80" fmla="*/ 14 w 146"/>
                <a:gd name="T81" fmla="*/ 44 h 212"/>
                <a:gd name="T82" fmla="*/ 11 w 146"/>
                <a:gd name="T83" fmla="*/ 38 h 212"/>
                <a:gd name="T84" fmla="*/ 2 w 146"/>
                <a:gd name="T85" fmla="*/ 48 h 212"/>
                <a:gd name="T86" fmla="*/ 6 w 146"/>
                <a:gd name="T87" fmla="*/ 63 h 212"/>
                <a:gd name="T88" fmla="*/ 3 w 146"/>
                <a:gd name="T89" fmla="*/ 66 h 212"/>
                <a:gd name="T90" fmla="*/ 15 w 146"/>
                <a:gd name="T91" fmla="*/ 76 h 212"/>
                <a:gd name="T92" fmla="*/ 26 w 146"/>
                <a:gd name="T93" fmla="*/ 92 h 212"/>
                <a:gd name="T94" fmla="*/ 34 w 146"/>
                <a:gd name="T95" fmla="*/ 109 h 212"/>
                <a:gd name="T96" fmla="*/ 52 w 146"/>
                <a:gd name="T97" fmla="*/ 142 h 212"/>
                <a:gd name="T98" fmla="*/ 59 w 146"/>
                <a:gd name="T99" fmla="*/ 157 h 212"/>
                <a:gd name="T100" fmla="*/ 63 w 146"/>
                <a:gd name="T101" fmla="*/ 167 h 212"/>
                <a:gd name="T102" fmla="*/ 81 w 146"/>
                <a:gd name="T103" fmla="*/ 179 h 212"/>
                <a:gd name="T104" fmla="*/ 113 w 146"/>
                <a:gd name="T105" fmla="*/ 199 h 212"/>
                <a:gd name="T106" fmla="*/ 127 w 146"/>
                <a:gd name="T107" fmla="*/ 210 h 212"/>
                <a:gd name="T108" fmla="*/ 127 w 146"/>
                <a:gd name="T109" fmla="*/ 212 h 212"/>
                <a:gd name="T110" fmla="*/ 130 w 146"/>
                <a:gd name="T111" fmla="*/ 210 h 212"/>
                <a:gd name="T112" fmla="*/ 134 w 146"/>
                <a:gd name="T113" fmla="*/ 201 h 21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6"/>
                <a:gd name="T172" fmla="*/ 0 h 212"/>
                <a:gd name="T173" fmla="*/ 146 w 146"/>
                <a:gd name="T174" fmla="*/ 212 h 21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6" h="212">
                  <a:moveTo>
                    <a:pt x="134" y="201"/>
                  </a:moveTo>
                  <a:cubicBezTo>
                    <a:pt x="134" y="201"/>
                    <a:pt x="135" y="201"/>
                    <a:pt x="135" y="200"/>
                  </a:cubicBezTo>
                  <a:cubicBezTo>
                    <a:pt x="134" y="198"/>
                    <a:pt x="134" y="197"/>
                    <a:pt x="136" y="196"/>
                  </a:cubicBezTo>
                  <a:cubicBezTo>
                    <a:pt x="138" y="195"/>
                    <a:pt x="142" y="189"/>
                    <a:pt x="142" y="187"/>
                  </a:cubicBezTo>
                  <a:cubicBezTo>
                    <a:pt x="142" y="185"/>
                    <a:pt x="137" y="185"/>
                    <a:pt x="137" y="182"/>
                  </a:cubicBezTo>
                  <a:cubicBezTo>
                    <a:pt x="137" y="179"/>
                    <a:pt x="142" y="174"/>
                    <a:pt x="140" y="172"/>
                  </a:cubicBezTo>
                  <a:cubicBezTo>
                    <a:pt x="138" y="170"/>
                    <a:pt x="143" y="165"/>
                    <a:pt x="143" y="163"/>
                  </a:cubicBezTo>
                  <a:cubicBezTo>
                    <a:pt x="142" y="160"/>
                    <a:pt x="140" y="148"/>
                    <a:pt x="142" y="147"/>
                  </a:cubicBezTo>
                  <a:cubicBezTo>
                    <a:pt x="143" y="145"/>
                    <a:pt x="146" y="144"/>
                    <a:pt x="145" y="141"/>
                  </a:cubicBezTo>
                  <a:cubicBezTo>
                    <a:pt x="144" y="138"/>
                    <a:pt x="139" y="130"/>
                    <a:pt x="137" y="125"/>
                  </a:cubicBezTo>
                  <a:cubicBezTo>
                    <a:pt x="133" y="124"/>
                    <a:pt x="129" y="124"/>
                    <a:pt x="126" y="125"/>
                  </a:cubicBezTo>
                  <a:cubicBezTo>
                    <a:pt x="122" y="127"/>
                    <a:pt x="123" y="115"/>
                    <a:pt x="123" y="111"/>
                  </a:cubicBezTo>
                  <a:cubicBezTo>
                    <a:pt x="123" y="106"/>
                    <a:pt x="120" y="109"/>
                    <a:pt x="118" y="112"/>
                  </a:cubicBezTo>
                  <a:cubicBezTo>
                    <a:pt x="117" y="115"/>
                    <a:pt x="112" y="113"/>
                    <a:pt x="106" y="113"/>
                  </a:cubicBezTo>
                  <a:cubicBezTo>
                    <a:pt x="101" y="113"/>
                    <a:pt x="104" y="107"/>
                    <a:pt x="100" y="107"/>
                  </a:cubicBezTo>
                  <a:cubicBezTo>
                    <a:pt x="97" y="107"/>
                    <a:pt x="94" y="106"/>
                    <a:pt x="95" y="103"/>
                  </a:cubicBezTo>
                  <a:cubicBezTo>
                    <a:pt x="95" y="99"/>
                    <a:pt x="92" y="97"/>
                    <a:pt x="90" y="93"/>
                  </a:cubicBezTo>
                  <a:cubicBezTo>
                    <a:pt x="88" y="89"/>
                    <a:pt x="85" y="86"/>
                    <a:pt x="87" y="83"/>
                  </a:cubicBezTo>
                  <a:cubicBezTo>
                    <a:pt x="89" y="81"/>
                    <a:pt x="86" y="79"/>
                    <a:pt x="89" y="76"/>
                  </a:cubicBezTo>
                  <a:cubicBezTo>
                    <a:pt x="92" y="73"/>
                    <a:pt x="95" y="74"/>
                    <a:pt x="94" y="70"/>
                  </a:cubicBezTo>
                  <a:cubicBezTo>
                    <a:pt x="93" y="66"/>
                    <a:pt x="97" y="64"/>
                    <a:pt x="97" y="59"/>
                  </a:cubicBezTo>
                  <a:cubicBezTo>
                    <a:pt x="98" y="55"/>
                    <a:pt x="103" y="56"/>
                    <a:pt x="107" y="53"/>
                  </a:cubicBezTo>
                  <a:cubicBezTo>
                    <a:pt x="112" y="49"/>
                    <a:pt x="117" y="51"/>
                    <a:pt x="121" y="48"/>
                  </a:cubicBezTo>
                  <a:cubicBezTo>
                    <a:pt x="125" y="44"/>
                    <a:pt x="127" y="47"/>
                    <a:pt x="130" y="47"/>
                  </a:cubicBezTo>
                  <a:cubicBezTo>
                    <a:pt x="128" y="45"/>
                    <a:pt x="124" y="43"/>
                    <a:pt x="123" y="42"/>
                  </a:cubicBezTo>
                  <a:cubicBezTo>
                    <a:pt x="122" y="39"/>
                    <a:pt x="128" y="35"/>
                    <a:pt x="129" y="32"/>
                  </a:cubicBezTo>
                  <a:cubicBezTo>
                    <a:pt x="131" y="29"/>
                    <a:pt x="123" y="26"/>
                    <a:pt x="121" y="25"/>
                  </a:cubicBezTo>
                  <a:cubicBezTo>
                    <a:pt x="119" y="25"/>
                    <a:pt x="116" y="27"/>
                    <a:pt x="114" y="26"/>
                  </a:cubicBezTo>
                  <a:cubicBezTo>
                    <a:pt x="112" y="25"/>
                    <a:pt x="109" y="25"/>
                    <a:pt x="107" y="27"/>
                  </a:cubicBezTo>
                  <a:cubicBezTo>
                    <a:pt x="105" y="28"/>
                    <a:pt x="94" y="29"/>
                    <a:pt x="94" y="25"/>
                  </a:cubicBezTo>
                  <a:cubicBezTo>
                    <a:pt x="94" y="22"/>
                    <a:pt x="89" y="20"/>
                    <a:pt x="90" y="18"/>
                  </a:cubicBezTo>
                  <a:cubicBezTo>
                    <a:pt x="90" y="16"/>
                    <a:pt x="87" y="11"/>
                    <a:pt x="83" y="11"/>
                  </a:cubicBezTo>
                  <a:cubicBezTo>
                    <a:pt x="78" y="11"/>
                    <a:pt x="79" y="3"/>
                    <a:pt x="76" y="2"/>
                  </a:cubicBezTo>
                  <a:cubicBezTo>
                    <a:pt x="74" y="0"/>
                    <a:pt x="70" y="1"/>
                    <a:pt x="66" y="2"/>
                  </a:cubicBezTo>
                  <a:cubicBezTo>
                    <a:pt x="70" y="6"/>
                    <a:pt x="71" y="8"/>
                    <a:pt x="69" y="10"/>
                  </a:cubicBezTo>
                  <a:cubicBezTo>
                    <a:pt x="66" y="12"/>
                    <a:pt x="69" y="13"/>
                    <a:pt x="63" y="21"/>
                  </a:cubicBezTo>
                  <a:cubicBezTo>
                    <a:pt x="56" y="30"/>
                    <a:pt x="46" y="32"/>
                    <a:pt x="40" y="33"/>
                  </a:cubicBezTo>
                  <a:cubicBezTo>
                    <a:pt x="35" y="35"/>
                    <a:pt x="33" y="45"/>
                    <a:pt x="30" y="51"/>
                  </a:cubicBezTo>
                  <a:cubicBezTo>
                    <a:pt x="27" y="58"/>
                    <a:pt x="25" y="56"/>
                    <a:pt x="22" y="52"/>
                  </a:cubicBezTo>
                  <a:cubicBezTo>
                    <a:pt x="19" y="48"/>
                    <a:pt x="17" y="53"/>
                    <a:pt x="14" y="49"/>
                  </a:cubicBezTo>
                  <a:cubicBezTo>
                    <a:pt x="10" y="46"/>
                    <a:pt x="12" y="46"/>
                    <a:pt x="14" y="44"/>
                  </a:cubicBezTo>
                  <a:cubicBezTo>
                    <a:pt x="15" y="42"/>
                    <a:pt x="14" y="40"/>
                    <a:pt x="11" y="38"/>
                  </a:cubicBezTo>
                  <a:cubicBezTo>
                    <a:pt x="8" y="39"/>
                    <a:pt x="4" y="44"/>
                    <a:pt x="2" y="48"/>
                  </a:cubicBezTo>
                  <a:cubicBezTo>
                    <a:pt x="0" y="52"/>
                    <a:pt x="6" y="60"/>
                    <a:pt x="6" y="63"/>
                  </a:cubicBezTo>
                  <a:cubicBezTo>
                    <a:pt x="7" y="66"/>
                    <a:pt x="3" y="64"/>
                    <a:pt x="3" y="66"/>
                  </a:cubicBezTo>
                  <a:cubicBezTo>
                    <a:pt x="2" y="69"/>
                    <a:pt x="11" y="73"/>
                    <a:pt x="15" y="76"/>
                  </a:cubicBezTo>
                  <a:cubicBezTo>
                    <a:pt x="19" y="79"/>
                    <a:pt x="23" y="88"/>
                    <a:pt x="26" y="92"/>
                  </a:cubicBezTo>
                  <a:cubicBezTo>
                    <a:pt x="30" y="96"/>
                    <a:pt x="30" y="99"/>
                    <a:pt x="34" y="109"/>
                  </a:cubicBezTo>
                  <a:cubicBezTo>
                    <a:pt x="38" y="119"/>
                    <a:pt x="46" y="135"/>
                    <a:pt x="52" y="142"/>
                  </a:cubicBezTo>
                  <a:cubicBezTo>
                    <a:pt x="57" y="149"/>
                    <a:pt x="60" y="155"/>
                    <a:pt x="59" y="157"/>
                  </a:cubicBezTo>
                  <a:cubicBezTo>
                    <a:pt x="57" y="159"/>
                    <a:pt x="59" y="164"/>
                    <a:pt x="63" y="167"/>
                  </a:cubicBezTo>
                  <a:cubicBezTo>
                    <a:pt x="67" y="170"/>
                    <a:pt x="70" y="174"/>
                    <a:pt x="81" y="179"/>
                  </a:cubicBezTo>
                  <a:cubicBezTo>
                    <a:pt x="91" y="185"/>
                    <a:pt x="110" y="195"/>
                    <a:pt x="113" y="199"/>
                  </a:cubicBezTo>
                  <a:cubicBezTo>
                    <a:pt x="116" y="204"/>
                    <a:pt x="125" y="209"/>
                    <a:pt x="127" y="210"/>
                  </a:cubicBezTo>
                  <a:cubicBezTo>
                    <a:pt x="127" y="210"/>
                    <a:pt x="127" y="211"/>
                    <a:pt x="127" y="212"/>
                  </a:cubicBezTo>
                  <a:cubicBezTo>
                    <a:pt x="128" y="211"/>
                    <a:pt x="129" y="210"/>
                    <a:pt x="130" y="210"/>
                  </a:cubicBezTo>
                  <a:cubicBezTo>
                    <a:pt x="133" y="208"/>
                    <a:pt x="133" y="203"/>
                    <a:pt x="134" y="201"/>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0" name="Freeform 116"/>
            <p:cNvSpPr>
              <a:spLocks noChangeArrowheads="1"/>
            </p:cNvSpPr>
            <p:nvPr/>
          </p:nvSpPr>
          <p:spPr bwMode="auto">
            <a:xfrm>
              <a:off x="2049470" y="2208214"/>
              <a:ext cx="296864" cy="250825"/>
            </a:xfrm>
            <a:custGeom>
              <a:avLst/>
              <a:gdLst>
                <a:gd name="T0" fmla="*/ 15 w 156"/>
                <a:gd name="T1" fmla="*/ 8 h 131"/>
                <a:gd name="T2" fmla="*/ 6 w 156"/>
                <a:gd name="T3" fmla="*/ 21 h 131"/>
                <a:gd name="T4" fmla="*/ 4 w 156"/>
                <a:gd name="T5" fmla="*/ 29 h 131"/>
                <a:gd name="T6" fmla="*/ 2 w 156"/>
                <a:gd name="T7" fmla="*/ 34 h 131"/>
                <a:gd name="T8" fmla="*/ 7 w 156"/>
                <a:gd name="T9" fmla="*/ 37 h 131"/>
                <a:gd name="T10" fmla="*/ 12 w 156"/>
                <a:gd name="T11" fmla="*/ 44 h 131"/>
                <a:gd name="T12" fmla="*/ 20 w 156"/>
                <a:gd name="T13" fmla="*/ 59 h 131"/>
                <a:gd name="T14" fmla="*/ 39 w 156"/>
                <a:gd name="T15" fmla="*/ 61 h 131"/>
                <a:gd name="T16" fmla="*/ 55 w 156"/>
                <a:gd name="T17" fmla="*/ 68 h 131"/>
                <a:gd name="T18" fmla="*/ 68 w 156"/>
                <a:gd name="T19" fmla="*/ 71 h 131"/>
                <a:gd name="T20" fmla="*/ 65 w 156"/>
                <a:gd name="T21" fmla="*/ 92 h 131"/>
                <a:gd name="T22" fmla="*/ 70 w 156"/>
                <a:gd name="T23" fmla="*/ 100 h 131"/>
                <a:gd name="T24" fmla="*/ 69 w 156"/>
                <a:gd name="T25" fmla="*/ 109 h 131"/>
                <a:gd name="T26" fmla="*/ 71 w 156"/>
                <a:gd name="T27" fmla="*/ 115 h 131"/>
                <a:gd name="T28" fmla="*/ 70 w 156"/>
                <a:gd name="T29" fmla="*/ 115 h 131"/>
                <a:gd name="T30" fmla="*/ 78 w 156"/>
                <a:gd name="T31" fmla="*/ 127 h 131"/>
                <a:gd name="T32" fmla="*/ 85 w 156"/>
                <a:gd name="T33" fmla="*/ 130 h 131"/>
                <a:gd name="T34" fmla="*/ 91 w 156"/>
                <a:gd name="T35" fmla="*/ 129 h 131"/>
                <a:gd name="T36" fmla="*/ 99 w 156"/>
                <a:gd name="T37" fmla="*/ 124 h 131"/>
                <a:gd name="T38" fmla="*/ 106 w 156"/>
                <a:gd name="T39" fmla="*/ 121 h 131"/>
                <a:gd name="T40" fmla="*/ 113 w 156"/>
                <a:gd name="T41" fmla="*/ 115 h 131"/>
                <a:gd name="T42" fmla="*/ 114 w 156"/>
                <a:gd name="T43" fmla="*/ 110 h 131"/>
                <a:gd name="T44" fmla="*/ 108 w 156"/>
                <a:gd name="T45" fmla="*/ 109 h 131"/>
                <a:gd name="T46" fmla="*/ 105 w 156"/>
                <a:gd name="T47" fmla="*/ 101 h 131"/>
                <a:gd name="T48" fmla="*/ 101 w 156"/>
                <a:gd name="T49" fmla="*/ 93 h 131"/>
                <a:gd name="T50" fmla="*/ 108 w 156"/>
                <a:gd name="T51" fmla="*/ 92 h 131"/>
                <a:gd name="T52" fmla="*/ 118 w 156"/>
                <a:gd name="T53" fmla="*/ 95 h 131"/>
                <a:gd name="T54" fmla="*/ 123 w 156"/>
                <a:gd name="T55" fmla="*/ 95 h 131"/>
                <a:gd name="T56" fmla="*/ 130 w 156"/>
                <a:gd name="T57" fmla="*/ 91 h 131"/>
                <a:gd name="T58" fmla="*/ 144 w 156"/>
                <a:gd name="T59" fmla="*/ 86 h 131"/>
                <a:gd name="T60" fmla="*/ 147 w 156"/>
                <a:gd name="T61" fmla="*/ 82 h 131"/>
                <a:gd name="T62" fmla="*/ 140 w 156"/>
                <a:gd name="T63" fmla="*/ 72 h 131"/>
                <a:gd name="T64" fmla="*/ 141 w 156"/>
                <a:gd name="T65" fmla="*/ 66 h 131"/>
                <a:gd name="T66" fmla="*/ 146 w 156"/>
                <a:gd name="T67" fmla="*/ 61 h 131"/>
                <a:gd name="T68" fmla="*/ 148 w 156"/>
                <a:gd name="T69" fmla="*/ 55 h 131"/>
                <a:gd name="T70" fmla="*/ 152 w 156"/>
                <a:gd name="T71" fmla="*/ 47 h 131"/>
                <a:gd name="T72" fmla="*/ 156 w 156"/>
                <a:gd name="T73" fmla="*/ 42 h 131"/>
                <a:gd name="T74" fmla="*/ 140 w 156"/>
                <a:gd name="T75" fmla="*/ 40 h 131"/>
                <a:gd name="T76" fmla="*/ 143 w 156"/>
                <a:gd name="T77" fmla="*/ 31 h 131"/>
                <a:gd name="T78" fmla="*/ 126 w 156"/>
                <a:gd name="T79" fmla="*/ 25 h 131"/>
                <a:gd name="T80" fmla="*/ 128 w 156"/>
                <a:gd name="T81" fmla="*/ 19 h 131"/>
                <a:gd name="T82" fmla="*/ 118 w 156"/>
                <a:gd name="T83" fmla="*/ 16 h 131"/>
                <a:gd name="T84" fmla="*/ 96 w 156"/>
                <a:gd name="T85" fmla="*/ 24 h 131"/>
                <a:gd name="T86" fmla="*/ 75 w 156"/>
                <a:gd name="T87" fmla="*/ 17 h 131"/>
                <a:gd name="T88" fmla="*/ 60 w 156"/>
                <a:gd name="T89" fmla="*/ 15 h 131"/>
                <a:gd name="T90" fmla="*/ 52 w 156"/>
                <a:gd name="T91" fmla="*/ 6 h 131"/>
                <a:gd name="T92" fmla="*/ 42 w 156"/>
                <a:gd name="T93" fmla="*/ 0 h 131"/>
                <a:gd name="T94" fmla="*/ 39 w 156"/>
                <a:gd name="T95" fmla="*/ 7 h 131"/>
                <a:gd name="T96" fmla="*/ 24 w 156"/>
                <a:gd name="T97" fmla="*/ 16 h 131"/>
                <a:gd name="T98" fmla="*/ 27 w 156"/>
                <a:gd name="T99" fmla="*/ 32 h 131"/>
                <a:gd name="T100" fmla="*/ 15 w 156"/>
                <a:gd name="T101" fmla="*/ 28 h 131"/>
                <a:gd name="T102" fmla="*/ 20 w 156"/>
                <a:gd name="T103" fmla="*/ 14 h 131"/>
                <a:gd name="T104" fmla="*/ 19 w 156"/>
                <a:gd name="T105" fmla="*/ 6 h 131"/>
                <a:gd name="T106" fmla="*/ 15 w 156"/>
                <a:gd name="T107" fmla="*/ 8 h 13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56"/>
                <a:gd name="T163" fmla="*/ 0 h 131"/>
                <a:gd name="T164" fmla="*/ 156 w 156"/>
                <a:gd name="T165" fmla="*/ 131 h 131"/>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56" h="131">
                  <a:moveTo>
                    <a:pt x="15" y="8"/>
                  </a:moveTo>
                  <a:cubicBezTo>
                    <a:pt x="12" y="12"/>
                    <a:pt x="6" y="16"/>
                    <a:pt x="6" y="21"/>
                  </a:cubicBezTo>
                  <a:cubicBezTo>
                    <a:pt x="5" y="25"/>
                    <a:pt x="6" y="27"/>
                    <a:pt x="4" y="29"/>
                  </a:cubicBezTo>
                  <a:cubicBezTo>
                    <a:pt x="2" y="31"/>
                    <a:pt x="0" y="34"/>
                    <a:pt x="2" y="34"/>
                  </a:cubicBezTo>
                  <a:cubicBezTo>
                    <a:pt x="5" y="34"/>
                    <a:pt x="7" y="34"/>
                    <a:pt x="7" y="37"/>
                  </a:cubicBezTo>
                  <a:cubicBezTo>
                    <a:pt x="7" y="39"/>
                    <a:pt x="13" y="40"/>
                    <a:pt x="12" y="44"/>
                  </a:cubicBezTo>
                  <a:cubicBezTo>
                    <a:pt x="12" y="48"/>
                    <a:pt x="10" y="59"/>
                    <a:pt x="20" y="59"/>
                  </a:cubicBezTo>
                  <a:cubicBezTo>
                    <a:pt x="29" y="59"/>
                    <a:pt x="35" y="55"/>
                    <a:pt x="39" y="61"/>
                  </a:cubicBezTo>
                  <a:cubicBezTo>
                    <a:pt x="43" y="66"/>
                    <a:pt x="48" y="68"/>
                    <a:pt x="55" y="68"/>
                  </a:cubicBezTo>
                  <a:cubicBezTo>
                    <a:pt x="61" y="67"/>
                    <a:pt x="71" y="66"/>
                    <a:pt x="68" y="71"/>
                  </a:cubicBezTo>
                  <a:cubicBezTo>
                    <a:pt x="65" y="77"/>
                    <a:pt x="62" y="88"/>
                    <a:pt x="65" y="92"/>
                  </a:cubicBezTo>
                  <a:cubicBezTo>
                    <a:pt x="68" y="95"/>
                    <a:pt x="72" y="98"/>
                    <a:pt x="70" y="100"/>
                  </a:cubicBezTo>
                  <a:cubicBezTo>
                    <a:pt x="67" y="103"/>
                    <a:pt x="66" y="106"/>
                    <a:pt x="69" y="109"/>
                  </a:cubicBezTo>
                  <a:cubicBezTo>
                    <a:pt x="72" y="111"/>
                    <a:pt x="71" y="114"/>
                    <a:pt x="71" y="115"/>
                  </a:cubicBezTo>
                  <a:cubicBezTo>
                    <a:pt x="71" y="115"/>
                    <a:pt x="71" y="115"/>
                    <a:pt x="70" y="115"/>
                  </a:cubicBezTo>
                  <a:cubicBezTo>
                    <a:pt x="74" y="120"/>
                    <a:pt x="76" y="125"/>
                    <a:pt x="78" y="127"/>
                  </a:cubicBezTo>
                  <a:cubicBezTo>
                    <a:pt x="82" y="130"/>
                    <a:pt x="83" y="131"/>
                    <a:pt x="85" y="130"/>
                  </a:cubicBezTo>
                  <a:cubicBezTo>
                    <a:pt x="87" y="128"/>
                    <a:pt x="89" y="127"/>
                    <a:pt x="91" y="129"/>
                  </a:cubicBezTo>
                  <a:cubicBezTo>
                    <a:pt x="93" y="130"/>
                    <a:pt x="96" y="127"/>
                    <a:pt x="99" y="124"/>
                  </a:cubicBezTo>
                  <a:cubicBezTo>
                    <a:pt x="102" y="122"/>
                    <a:pt x="105" y="124"/>
                    <a:pt x="106" y="121"/>
                  </a:cubicBezTo>
                  <a:cubicBezTo>
                    <a:pt x="107" y="117"/>
                    <a:pt x="109" y="115"/>
                    <a:pt x="113" y="115"/>
                  </a:cubicBezTo>
                  <a:cubicBezTo>
                    <a:pt x="117" y="114"/>
                    <a:pt x="117" y="110"/>
                    <a:pt x="114" y="110"/>
                  </a:cubicBezTo>
                  <a:cubicBezTo>
                    <a:pt x="112" y="110"/>
                    <a:pt x="108" y="113"/>
                    <a:pt x="108" y="109"/>
                  </a:cubicBezTo>
                  <a:cubicBezTo>
                    <a:pt x="108" y="104"/>
                    <a:pt x="105" y="105"/>
                    <a:pt x="105" y="101"/>
                  </a:cubicBezTo>
                  <a:cubicBezTo>
                    <a:pt x="105" y="98"/>
                    <a:pt x="105" y="95"/>
                    <a:pt x="101" y="93"/>
                  </a:cubicBezTo>
                  <a:cubicBezTo>
                    <a:pt x="97" y="91"/>
                    <a:pt x="106" y="90"/>
                    <a:pt x="108" y="92"/>
                  </a:cubicBezTo>
                  <a:cubicBezTo>
                    <a:pt x="110" y="94"/>
                    <a:pt x="118" y="92"/>
                    <a:pt x="118" y="95"/>
                  </a:cubicBezTo>
                  <a:cubicBezTo>
                    <a:pt x="119" y="98"/>
                    <a:pt x="123" y="99"/>
                    <a:pt x="123" y="95"/>
                  </a:cubicBezTo>
                  <a:cubicBezTo>
                    <a:pt x="123" y="92"/>
                    <a:pt x="127" y="90"/>
                    <a:pt x="130" y="91"/>
                  </a:cubicBezTo>
                  <a:cubicBezTo>
                    <a:pt x="134" y="92"/>
                    <a:pt x="141" y="87"/>
                    <a:pt x="144" y="86"/>
                  </a:cubicBezTo>
                  <a:cubicBezTo>
                    <a:pt x="146" y="85"/>
                    <a:pt x="146" y="83"/>
                    <a:pt x="147" y="82"/>
                  </a:cubicBezTo>
                  <a:cubicBezTo>
                    <a:pt x="145" y="78"/>
                    <a:pt x="142" y="74"/>
                    <a:pt x="140" y="72"/>
                  </a:cubicBezTo>
                  <a:cubicBezTo>
                    <a:pt x="137" y="70"/>
                    <a:pt x="142" y="69"/>
                    <a:pt x="141" y="66"/>
                  </a:cubicBezTo>
                  <a:cubicBezTo>
                    <a:pt x="141" y="64"/>
                    <a:pt x="141" y="62"/>
                    <a:pt x="146" y="61"/>
                  </a:cubicBezTo>
                  <a:cubicBezTo>
                    <a:pt x="152" y="61"/>
                    <a:pt x="151" y="57"/>
                    <a:pt x="148" y="55"/>
                  </a:cubicBezTo>
                  <a:cubicBezTo>
                    <a:pt x="145" y="53"/>
                    <a:pt x="149" y="49"/>
                    <a:pt x="152" y="47"/>
                  </a:cubicBezTo>
                  <a:cubicBezTo>
                    <a:pt x="153" y="47"/>
                    <a:pt x="155" y="45"/>
                    <a:pt x="156" y="42"/>
                  </a:cubicBezTo>
                  <a:cubicBezTo>
                    <a:pt x="151" y="40"/>
                    <a:pt x="143" y="40"/>
                    <a:pt x="140" y="40"/>
                  </a:cubicBezTo>
                  <a:cubicBezTo>
                    <a:pt x="136" y="41"/>
                    <a:pt x="143" y="36"/>
                    <a:pt x="143" y="31"/>
                  </a:cubicBezTo>
                  <a:cubicBezTo>
                    <a:pt x="143" y="27"/>
                    <a:pt x="131" y="26"/>
                    <a:pt x="126" y="25"/>
                  </a:cubicBezTo>
                  <a:cubicBezTo>
                    <a:pt x="121" y="24"/>
                    <a:pt x="123" y="19"/>
                    <a:pt x="128" y="19"/>
                  </a:cubicBezTo>
                  <a:cubicBezTo>
                    <a:pt x="133" y="18"/>
                    <a:pt x="125" y="15"/>
                    <a:pt x="118" y="16"/>
                  </a:cubicBezTo>
                  <a:cubicBezTo>
                    <a:pt x="111" y="17"/>
                    <a:pt x="102" y="21"/>
                    <a:pt x="96" y="24"/>
                  </a:cubicBezTo>
                  <a:cubicBezTo>
                    <a:pt x="91" y="27"/>
                    <a:pt x="81" y="15"/>
                    <a:pt x="75" y="17"/>
                  </a:cubicBezTo>
                  <a:cubicBezTo>
                    <a:pt x="69" y="20"/>
                    <a:pt x="60" y="20"/>
                    <a:pt x="60" y="15"/>
                  </a:cubicBezTo>
                  <a:cubicBezTo>
                    <a:pt x="61" y="10"/>
                    <a:pt x="58" y="6"/>
                    <a:pt x="52" y="6"/>
                  </a:cubicBezTo>
                  <a:cubicBezTo>
                    <a:pt x="45" y="7"/>
                    <a:pt x="47" y="0"/>
                    <a:pt x="42" y="0"/>
                  </a:cubicBezTo>
                  <a:cubicBezTo>
                    <a:pt x="37" y="0"/>
                    <a:pt x="42" y="6"/>
                    <a:pt x="39" y="7"/>
                  </a:cubicBezTo>
                  <a:cubicBezTo>
                    <a:pt x="36" y="9"/>
                    <a:pt x="24" y="11"/>
                    <a:pt x="24" y="16"/>
                  </a:cubicBezTo>
                  <a:cubicBezTo>
                    <a:pt x="23" y="20"/>
                    <a:pt x="30" y="28"/>
                    <a:pt x="27" y="32"/>
                  </a:cubicBezTo>
                  <a:cubicBezTo>
                    <a:pt x="25" y="37"/>
                    <a:pt x="18" y="33"/>
                    <a:pt x="15" y="28"/>
                  </a:cubicBezTo>
                  <a:cubicBezTo>
                    <a:pt x="13" y="24"/>
                    <a:pt x="22" y="16"/>
                    <a:pt x="20" y="14"/>
                  </a:cubicBezTo>
                  <a:cubicBezTo>
                    <a:pt x="19" y="12"/>
                    <a:pt x="18" y="8"/>
                    <a:pt x="19" y="6"/>
                  </a:cubicBezTo>
                  <a:cubicBezTo>
                    <a:pt x="17" y="6"/>
                    <a:pt x="16" y="7"/>
                    <a:pt x="15" y="8"/>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1" name="Freeform 117"/>
            <p:cNvSpPr>
              <a:spLocks noChangeArrowheads="1"/>
            </p:cNvSpPr>
            <p:nvPr/>
          </p:nvSpPr>
          <p:spPr bwMode="auto">
            <a:xfrm>
              <a:off x="2382846" y="2336802"/>
              <a:ext cx="92076" cy="96838"/>
            </a:xfrm>
            <a:custGeom>
              <a:avLst/>
              <a:gdLst>
                <a:gd name="T0" fmla="*/ 11 w 48"/>
                <a:gd name="T1" fmla="*/ 10 h 51"/>
                <a:gd name="T2" fmla="*/ 6 w 48"/>
                <a:gd name="T3" fmla="*/ 16 h 51"/>
                <a:gd name="T4" fmla="*/ 2 w 48"/>
                <a:gd name="T5" fmla="*/ 25 h 51"/>
                <a:gd name="T6" fmla="*/ 11 w 48"/>
                <a:gd name="T7" fmla="*/ 37 h 51"/>
                <a:gd name="T8" fmla="*/ 18 w 48"/>
                <a:gd name="T9" fmla="*/ 50 h 51"/>
                <a:gd name="T10" fmla="*/ 23 w 48"/>
                <a:gd name="T11" fmla="*/ 50 h 51"/>
                <a:gd name="T12" fmla="*/ 28 w 48"/>
                <a:gd name="T13" fmla="*/ 43 h 51"/>
                <a:gd name="T14" fmla="*/ 41 w 48"/>
                <a:gd name="T15" fmla="*/ 43 h 51"/>
                <a:gd name="T16" fmla="*/ 42 w 48"/>
                <a:gd name="T17" fmla="*/ 45 h 51"/>
                <a:gd name="T18" fmla="*/ 45 w 48"/>
                <a:gd name="T19" fmla="*/ 39 h 51"/>
                <a:gd name="T20" fmla="*/ 44 w 48"/>
                <a:gd name="T21" fmla="*/ 24 h 51"/>
                <a:gd name="T22" fmla="*/ 46 w 48"/>
                <a:gd name="T23" fmla="*/ 11 h 51"/>
                <a:gd name="T24" fmla="*/ 48 w 48"/>
                <a:gd name="T25" fmla="*/ 5 h 51"/>
                <a:gd name="T26" fmla="*/ 37 w 48"/>
                <a:gd name="T27" fmla="*/ 3 h 51"/>
                <a:gd name="T28" fmla="*/ 22 w 48"/>
                <a:gd name="T29" fmla="*/ 3 h 51"/>
                <a:gd name="T30" fmla="*/ 14 w 48"/>
                <a:gd name="T31" fmla="*/ 3 h 51"/>
                <a:gd name="T32" fmla="*/ 13 w 48"/>
                <a:gd name="T33" fmla="*/ 3 h 51"/>
                <a:gd name="T34" fmla="*/ 11 w 48"/>
                <a:gd name="T35" fmla="*/ 10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51"/>
                <a:gd name="T56" fmla="*/ 48 w 48"/>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51">
                  <a:moveTo>
                    <a:pt x="11" y="10"/>
                  </a:moveTo>
                  <a:cubicBezTo>
                    <a:pt x="13" y="14"/>
                    <a:pt x="9" y="15"/>
                    <a:pt x="6" y="16"/>
                  </a:cubicBezTo>
                  <a:cubicBezTo>
                    <a:pt x="3" y="16"/>
                    <a:pt x="4" y="23"/>
                    <a:pt x="2" y="25"/>
                  </a:cubicBezTo>
                  <a:cubicBezTo>
                    <a:pt x="0" y="27"/>
                    <a:pt x="9" y="33"/>
                    <a:pt x="11" y="37"/>
                  </a:cubicBezTo>
                  <a:cubicBezTo>
                    <a:pt x="12" y="40"/>
                    <a:pt x="15" y="45"/>
                    <a:pt x="18" y="50"/>
                  </a:cubicBezTo>
                  <a:cubicBezTo>
                    <a:pt x="20" y="50"/>
                    <a:pt x="22" y="51"/>
                    <a:pt x="23" y="50"/>
                  </a:cubicBezTo>
                  <a:cubicBezTo>
                    <a:pt x="26" y="48"/>
                    <a:pt x="24" y="43"/>
                    <a:pt x="28" y="43"/>
                  </a:cubicBezTo>
                  <a:cubicBezTo>
                    <a:pt x="33" y="43"/>
                    <a:pt x="39" y="41"/>
                    <a:pt x="41" y="43"/>
                  </a:cubicBezTo>
                  <a:cubicBezTo>
                    <a:pt x="41" y="44"/>
                    <a:pt x="41" y="44"/>
                    <a:pt x="42" y="45"/>
                  </a:cubicBezTo>
                  <a:cubicBezTo>
                    <a:pt x="43" y="43"/>
                    <a:pt x="45" y="40"/>
                    <a:pt x="45" y="39"/>
                  </a:cubicBezTo>
                  <a:cubicBezTo>
                    <a:pt x="46" y="38"/>
                    <a:pt x="46" y="29"/>
                    <a:pt x="44" y="24"/>
                  </a:cubicBezTo>
                  <a:cubicBezTo>
                    <a:pt x="42" y="20"/>
                    <a:pt x="43" y="13"/>
                    <a:pt x="46" y="11"/>
                  </a:cubicBezTo>
                  <a:cubicBezTo>
                    <a:pt x="46" y="11"/>
                    <a:pt x="47" y="8"/>
                    <a:pt x="48" y="5"/>
                  </a:cubicBezTo>
                  <a:cubicBezTo>
                    <a:pt x="44" y="4"/>
                    <a:pt x="40" y="2"/>
                    <a:pt x="37" y="3"/>
                  </a:cubicBezTo>
                  <a:cubicBezTo>
                    <a:pt x="31" y="4"/>
                    <a:pt x="25" y="6"/>
                    <a:pt x="22" y="3"/>
                  </a:cubicBezTo>
                  <a:cubicBezTo>
                    <a:pt x="20" y="0"/>
                    <a:pt x="17" y="0"/>
                    <a:pt x="14" y="3"/>
                  </a:cubicBezTo>
                  <a:cubicBezTo>
                    <a:pt x="14" y="3"/>
                    <a:pt x="13" y="3"/>
                    <a:pt x="13" y="3"/>
                  </a:cubicBezTo>
                  <a:cubicBezTo>
                    <a:pt x="12" y="6"/>
                    <a:pt x="11" y="9"/>
                    <a:pt x="11" y="10"/>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2" name="Freeform 118"/>
            <p:cNvSpPr>
              <a:spLocks noChangeArrowheads="1"/>
            </p:cNvSpPr>
            <p:nvPr/>
          </p:nvSpPr>
          <p:spPr bwMode="auto">
            <a:xfrm>
              <a:off x="2311408" y="2287590"/>
              <a:ext cx="106364" cy="158750"/>
            </a:xfrm>
            <a:custGeom>
              <a:avLst/>
              <a:gdLst>
                <a:gd name="T0" fmla="*/ 15 w 56"/>
                <a:gd name="T1" fmla="*/ 5 h 83"/>
                <a:gd name="T2" fmla="*/ 11 w 56"/>
                <a:gd name="T3" fmla="*/ 13 h 83"/>
                <a:gd name="T4" fmla="*/ 9 w 56"/>
                <a:gd name="T5" fmla="*/ 19 h 83"/>
                <a:gd name="T6" fmla="*/ 4 w 56"/>
                <a:gd name="T7" fmla="*/ 24 h 83"/>
                <a:gd name="T8" fmla="*/ 3 w 56"/>
                <a:gd name="T9" fmla="*/ 30 h 83"/>
                <a:gd name="T10" fmla="*/ 10 w 56"/>
                <a:gd name="T11" fmla="*/ 40 h 83"/>
                <a:gd name="T12" fmla="*/ 14 w 56"/>
                <a:gd name="T13" fmla="*/ 37 h 83"/>
                <a:gd name="T14" fmla="*/ 19 w 56"/>
                <a:gd name="T15" fmla="*/ 47 h 83"/>
                <a:gd name="T16" fmla="*/ 20 w 56"/>
                <a:gd name="T17" fmla="*/ 56 h 83"/>
                <a:gd name="T18" fmla="*/ 22 w 56"/>
                <a:gd name="T19" fmla="*/ 76 h 83"/>
                <a:gd name="T20" fmla="*/ 35 w 56"/>
                <a:gd name="T21" fmla="*/ 80 h 83"/>
                <a:gd name="T22" fmla="*/ 42 w 56"/>
                <a:gd name="T23" fmla="*/ 77 h 83"/>
                <a:gd name="T24" fmla="*/ 48 w 56"/>
                <a:gd name="T25" fmla="*/ 75 h 83"/>
                <a:gd name="T26" fmla="*/ 56 w 56"/>
                <a:gd name="T27" fmla="*/ 75 h 83"/>
                <a:gd name="T28" fmla="*/ 49 w 56"/>
                <a:gd name="T29" fmla="*/ 62 h 83"/>
                <a:gd name="T30" fmla="*/ 40 w 56"/>
                <a:gd name="T31" fmla="*/ 50 h 83"/>
                <a:gd name="T32" fmla="*/ 44 w 56"/>
                <a:gd name="T33" fmla="*/ 41 h 83"/>
                <a:gd name="T34" fmla="*/ 49 w 56"/>
                <a:gd name="T35" fmla="*/ 35 h 83"/>
                <a:gd name="T36" fmla="*/ 51 w 56"/>
                <a:gd name="T37" fmla="*/ 28 h 83"/>
                <a:gd name="T38" fmla="*/ 40 w 56"/>
                <a:gd name="T39" fmla="*/ 19 h 83"/>
                <a:gd name="T40" fmla="*/ 35 w 56"/>
                <a:gd name="T41" fmla="*/ 12 h 83"/>
                <a:gd name="T42" fmla="*/ 23 w 56"/>
                <a:gd name="T43" fmla="*/ 3 h 83"/>
                <a:gd name="T44" fmla="*/ 19 w 56"/>
                <a:gd name="T45" fmla="*/ 0 h 83"/>
                <a:gd name="T46" fmla="*/ 15 w 56"/>
                <a:gd name="T47" fmla="*/ 5 h 8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
                <a:gd name="T73" fmla="*/ 0 h 83"/>
                <a:gd name="T74" fmla="*/ 56 w 56"/>
                <a:gd name="T75" fmla="*/ 83 h 8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 h="83">
                  <a:moveTo>
                    <a:pt x="15" y="5"/>
                  </a:moveTo>
                  <a:cubicBezTo>
                    <a:pt x="12" y="7"/>
                    <a:pt x="8" y="11"/>
                    <a:pt x="11" y="13"/>
                  </a:cubicBezTo>
                  <a:cubicBezTo>
                    <a:pt x="14" y="15"/>
                    <a:pt x="15" y="19"/>
                    <a:pt x="9" y="19"/>
                  </a:cubicBezTo>
                  <a:cubicBezTo>
                    <a:pt x="4" y="20"/>
                    <a:pt x="4" y="22"/>
                    <a:pt x="4" y="24"/>
                  </a:cubicBezTo>
                  <a:cubicBezTo>
                    <a:pt x="5" y="27"/>
                    <a:pt x="0" y="28"/>
                    <a:pt x="3" y="30"/>
                  </a:cubicBezTo>
                  <a:cubicBezTo>
                    <a:pt x="5" y="32"/>
                    <a:pt x="8" y="36"/>
                    <a:pt x="10" y="40"/>
                  </a:cubicBezTo>
                  <a:cubicBezTo>
                    <a:pt x="11" y="38"/>
                    <a:pt x="12" y="37"/>
                    <a:pt x="14" y="37"/>
                  </a:cubicBezTo>
                  <a:cubicBezTo>
                    <a:pt x="19" y="38"/>
                    <a:pt x="15" y="45"/>
                    <a:pt x="19" y="47"/>
                  </a:cubicBezTo>
                  <a:cubicBezTo>
                    <a:pt x="23" y="48"/>
                    <a:pt x="23" y="54"/>
                    <a:pt x="20" y="56"/>
                  </a:cubicBezTo>
                  <a:cubicBezTo>
                    <a:pt x="17" y="58"/>
                    <a:pt x="16" y="69"/>
                    <a:pt x="22" y="76"/>
                  </a:cubicBezTo>
                  <a:cubicBezTo>
                    <a:pt x="29" y="83"/>
                    <a:pt x="33" y="82"/>
                    <a:pt x="35" y="80"/>
                  </a:cubicBezTo>
                  <a:cubicBezTo>
                    <a:pt x="36" y="78"/>
                    <a:pt x="41" y="80"/>
                    <a:pt x="42" y="77"/>
                  </a:cubicBezTo>
                  <a:cubicBezTo>
                    <a:pt x="43" y="75"/>
                    <a:pt x="45" y="78"/>
                    <a:pt x="48" y="75"/>
                  </a:cubicBezTo>
                  <a:cubicBezTo>
                    <a:pt x="49" y="73"/>
                    <a:pt x="53" y="74"/>
                    <a:pt x="56" y="75"/>
                  </a:cubicBezTo>
                  <a:cubicBezTo>
                    <a:pt x="53" y="70"/>
                    <a:pt x="50" y="65"/>
                    <a:pt x="49" y="62"/>
                  </a:cubicBezTo>
                  <a:cubicBezTo>
                    <a:pt x="47" y="58"/>
                    <a:pt x="38" y="52"/>
                    <a:pt x="40" y="50"/>
                  </a:cubicBezTo>
                  <a:cubicBezTo>
                    <a:pt x="42" y="48"/>
                    <a:pt x="41" y="41"/>
                    <a:pt x="44" y="41"/>
                  </a:cubicBezTo>
                  <a:cubicBezTo>
                    <a:pt x="47" y="40"/>
                    <a:pt x="51" y="39"/>
                    <a:pt x="49" y="35"/>
                  </a:cubicBezTo>
                  <a:cubicBezTo>
                    <a:pt x="49" y="34"/>
                    <a:pt x="50" y="31"/>
                    <a:pt x="51" y="28"/>
                  </a:cubicBezTo>
                  <a:cubicBezTo>
                    <a:pt x="48" y="28"/>
                    <a:pt x="43" y="19"/>
                    <a:pt x="40" y="19"/>
                  </a:cubicBezTo>
                  <a:cubicBezTo>
                    <a:pt x="37" y="19"/>
                    <a:pt x="34" y="16"/>
                    <a:pt x="35" y="12"/>
                  </a:cubicBezTo>
                  <a:cubicBezTo>
                    <a:pt x="35" y="8"/>
                    <a:pt x="28" y="7"/>
                    <a:pt x="23" y="3"/>
                  </a:cubicBezTo>
                  <a:cubicBezTo>
                    <a:pt x="22" y="1"/>
                    <a:pt x="21" y="1"/>
                    <a:pt x="19" y="0"/>
                  </a:cubicBezTo>
                  <a:cubicBezTo>
                    <a:pt x="18" y="3"/>
                    <a:pt x="16" y="5"/>
                    <a:pt x="15" y="5"/>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3" name="Freeform 119"/>
            <p:cNvSpPr>
              <a:spLocks noChangeArrowheads="1"/>
            </p:cNvSpPr>
            <p:nvPr/>
          </p:nvSpPr>
          <p:spPr bwMode="auto">
            <a:xfrm>
              <a:off x="2463808" y="2346327"/>
              <a:ext cx="66675" cy="84138"/>
            </a:xfrm>
            <a:custGeom>
              <a:avLst/>
              <a:gdLst>
                <a:gd name="T0" fmla="*/ 2 w 35"/>
                <a:gd name="T1" fmla="*/ 19 h 44"/>
                <a:gd name="T2" fmla="*/ 3 w 35"/>
                <a:gd name="T3" fmla="*/ 34 h 44"/>
                <a:gd name="T4" fmla="*/ 0 w 35"/>
                <a:gd name="T5" fmla="*/ 40 h 44"/>
                <a:gd name="T6" fmla="*/ 10 w 35"/>
                <a:gd name="T7" fmla="*/ 42 h 44"/>
                <a:gd name="T8" fmla="*/ 22 w 35"/>
                <a:gd name="T9" fmla="*/ 37 h 44"/>
                <a:gd name="T10" fmla="*/ 35 w 35"/>
                <a:gd name="T11" fmla="*/ 19 h 44"/>
                <a:gd name="T12" fmla="*/ 35 w 35"/>
                <a:gd name="T13" fmla="*/ 19 h 44"/>
                <a:gd name="T14" fmla="*/ 16 w 35"/>
                <a:gd name="T15" fmla="*/ 4 h 44"/>
                <a:gd name="T16" fmla="*/ 6 w 35"/>
                <a:gd name="T17" fmla="*/ 0 h 44"/>
                <a:gd name="T18" fmla="*/ 4 w 35"/>
                <a:gd name="T19" fmla="*/ 6 h 44"/>
                <a:gd name="T20" fmla="*/ 2 w 35"/>
                <a:gd name="T21" fmla="*/ 19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
                <a:gd name="T34" fmla="*/ 0 h 44"/>
                <a:gd name="T35" fmla="*/ 35 w 35"/>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 h="44">
                  <a:moveTo>
                    <a:pt x="2" y="19"/>
                  </a:moveTo>
                  <a:cubicBezTo>
                    <a:pt x="4" y="24"/>
                    <a:pt x="4" y="33"/>
                    <a:pt x="3" y="34"/>
                  </a:cubicBezTo>
                  <a:cubicBezTo>
                    <a:pt x="3" y="35"/>
                    <a:pt x="1" y="38"/>
                    <a:pt x="0" y="40"/>
                  </a:cubicBezTo>
                  <a:cubicBezTo>
                    <a:pt x="2" y="42"/>
                    <a:pt x="5" y="43"/>
                    <a:pt x="10" y="42"/>
                  </a:cubicBezTo>
                  <a:cubicBezTo>
                    <a:pt x="16" y="40"/>
                    <a:pt x="19" y="44"/>
                    <a:pt x="22" y="37"/>
                  </a:cubicBezTo>
                  <a:cubicBezTo>
                    <a:pt x="24" y="31"/>
                    <a:pt x="30" y="23"/>
                    <a:pt x="35" y="19"/>
                  </a:cubicBezTo>
                  <a:cubicBezTo>
                    <a:pt x="35" y="19"/>
                    <a:pt x="35" y="19"/>
                    <a:pt x="35" y="19"/>
                  </a:cubicBezTo>
                  <a:cubicBezTo>
                    <a:pt x="30" y="17"/>
                    <a:pt x="23" y="5"/>
                    <a:pt x="16" y="4"/>
                  </a:cubicBezTo>
                  <a:cubicBezTo>
                    <a:pt x="12" y="3"/>
                    <a:pt x="9" y="2"/>
                    <a:pt x="6" y="0"/>
                  </a:cubicBezTo>
                  <a:cubicBezTo>
                    <a:pt x="5" y="3"/>
                    <a:pt x="4" y="6"/>
                    <a:pt x="4" y="6"/>
                  </a:cubicBezTo>
                  <a:cubicBezTo>
                    <a:pt x="1" y="8"/>
                    <a:pt x="0" y="15"/>
                    <a:pt x="2" y="19"/>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4" name="Freeform 120"/>
            <p:cNvSpPr>
              <a:spLocks noChangeArrowheads="1"/>
            </p:cNvSpPr>
            <p:nvPr/>
          </p:nvSpPr>
          <p:spPr bwMode="auto">
            <a:xfrm>
              <a:off x="1806581" y="1952627"/>
              <a:ext cx="227014" cy="80963"/>
            </a:xfrm>
            <a:custGeom>
              <a:avLst/>
              <a:gdLst>
                <a:gd name="T0" fmla="*/ 96 w 119"/>
                <a:gd name="T1" fmla="*/ 27 h 43"/>
                <a:gd name="T2" fmla="*/ 42 w 119"/>
                <a:gd name="T3" fmla="*/ 5 h 43"/>
                <a:gd name="T4" fmla="*/ 2 w 119"/>
                <a:gd name="T5" fmla="*/ 19 h 43"/>
                <a:gd name="T6" fmla="*/ 21 w 119"/>
                <a:gd name="T7" fmla="*/ 10 h 43"/>
                <a:gd name="T8" fmla="*/ 32 w 119"/>
                <a:gd name="T9" fmla="*/ 15 h 43"/>
                <a:gd name="T10" fmla="*/ 51 w 119"/>
                <a:gd name="T11" fmla="*/ 19 h 43"/>
                <a:gd name="T12" fmla="*/ 75 w 119"/>
                <a:gd name="T13" fmla="*/ 32 h 43"/>
                <a:gd name="T14" fmla="*/ 81 w 119"/>
                <a:gd name="T15" fmla="*/ 41 h 43"/>
                <a:gd name="T16" fmla="*/ 117 w 119"/>
                <a:gd name="T17" fmla="*/ 40 h 43"/>
                <a:gd name="T18" fmla="*/ 96 w 119"/>
                <a:gd name="T19" fmla="*/ 27 h 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9"/>
                <a:gd name="T31" fmla="*/ 0 h 43"/>
                <a:gd name="T32" fmla="*/ 119 w 119"/>
                <a:gd name="T33" fmla="*/ 43 h 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9" h="43">
                  <a:moveTo>
                    <a:pt x="96" y="27"/>
                  </a:moveTo>
                  <a:cubicBezTo>
                    <a:pt x="89" y="27"/>
                    <a:pt x="64" y="10"/>
                    <a:pt x="42" y="5"/>
                  </a:cubicBezTo>
                  <a:cubicBezTo>
                    <a:pt x="19" y="0"/>
                    <a:pt x="0" y="16"/>
                    <a:pt x="2" y="19"/>
                  </a:cubicBezTo>
                  <a:cubicBezTo>
                    <a:pt x="5" y="23"/>
                    <a:pt x="16" y="14"/>
                    <a:pt x="21" y="10"/>
                  </a:cubicBezTo>
                  <a:cubicBezTo>
                    <a:pt x="27" y="6"/>
                    <a:pt x="32" y="12"/>
                    <a:pt x="32" y="15"/>
                  </a:cubicBezTo>
                  <a:cubicBezTo>
                    <a:pt x="33" y="17"/>
                    <a:pt x="40" y="19"/>
                    <a:pt x="51" y="19"/>
                  </a:cubicBezTo>
                  <a:cubicBezTo>
                    <a:pt x="63" y="20"/>
                    <a:pt x="64" y="29"/>
                    <a:pt x="75" y="32"/>
                  </a:cubicBezTo>
                  <a:cubicBezTo>
                    <a:pt x="86" y="34"/>
                    <a:pt x="75" y="39"/>
                    <a:pt x="81" y="41"/>
                  </a:cubicBezTo>
                  <a:cubicBezTo>
                    <a:pt x="86" y="43"/>
                    <a:pt x="115" y="42"/>
                    <a:pt x="117" y="40"/>
                  </a:cubicBezTo>
                  <a:cubicBezTo>
                    <a:pt x="119" y="37"/>
                    <a:pt x="104" y="27"/>
                    <a:pt x="96" y="27"/>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5" name="Freeform 121"/>
            <p:cNvSpPr>
              <a:spLocks noChangeArrowheads="1"/>
            </p:cNvSpPr>
            <p:nvPr/>
          </p:nvSpPr>
          <p:spPr bwMode="auto">
            <a:xfrm>
              <a:off x="1936756" y="2060578"/>
              <a:ext cx="52388" cy="25400"/>
            </a:xfrm>
            <a:custGeom>
              <a:avLst/>
              <a:gdLst>
                <a:gd name="T0" fmla="*/ 3 w 28"/>
                <a:gd name="T1" fmla="*/ 5 h 13"/>
                <a:gd name="T2" fmla="*/ 26 w 28"/>
                <a:gd name="T3" fmla="*/ 9 h 13"/>
                <a:gd name="T4" fmla="*/ 3 w 28"/>
                <a:gd name="T5" fmla="*/ 5 h 13"/>
                <a:gd name="T6" fmla="*/ 0 60000 65536"/>
                <a:gd name="T7" fmla="*/ 0 60000 65536"/>
                <a:gd name="T8" fmla="*/ 0 60000 65536"/>
                <a:gd name="T9" fmla="*/ 0 w 28"/>
                <a:gd name="T10" fmla="*/ 0 h 13"/>
                <a:gd name="T11" fmla="*/ 28 w 28"/>
                <a:gd name="T12" fmla="*/ 13 h 13"/>
              </a:gdLst>
              <a:ahLst/>
              <a:cxnLst>
                <a:cxn ang="T6">
                  <a:pos x="T0" y="T1"/>
                </a:cxn>
                <a:cxn ang="T7">
                  <a:pos x="T2" y="T3"/>
                </a:cxn>
                <a:cxn ang="T8">
                  <a:pos x="T4" y="T5"/>
                </a:cxn>
              </a:cxnLst>
              <a:rect l="T9" t="T10" r="T11" b="T12"/>
              <a:pathLst>
                <a:path w="28" h="13">
                  <a:moveTo>
                    <a:pt x="3" y="5"/>
                  </a:moveTo>
                  <a:cubicBezTo>
                    <a:pt x="5" y="8"/>
                    <a:pt x="24" y="13"/>
                    <a:pt x="26" y="9"/>
                  </a:cubicBezTo>
                  <a:cubicBezTo>
                    <a:pt x="28" y="4"/>
                    <a:pt x="0" y="0"/>
                    <a:pt x="3" y="5"/>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6" name="Freeform 122"/>
            <p:cNvSpPr>
              <a:spLocks noChangeArrowheads="1"/>
            </p:cNvSpPr>
            <p:nvPr/>
          </p:nvSpPr>
          <p:spPr bwMode="auto">
            <a:xfrm>
              <a:off x="2179645" y="2058990"/>
              <a:ext cx="47626" cy="26988"/>
            </a:xfrm>
            <a:custGeom>
              <a:avLst/>
              <a:gdLst>
                <a:gd name="T0" fmla="*/ 4 w 25"/>
                <a:gd name="T1" fmla="*/ 7 h 14"/>
                <a:gd name="T2" fmla="*/ 23 w 25"/>
                <a:gd name="T3" fmla="*/ 7 h 14"/>
                <a:gd name="T4" fmla="*/ 4 w 25"/>
                <a:gd name="T5" fmla="*/ 7 h 14"/>
                <a:gd name="T6" fmla="*/ 0 60000 65536"/>
                <a:gd name="T7" fmla="*/ 0 60000 65536"/>
                <a:gd name="T8" fmla="*/ 0 60000 65536"/>
                <a:gd name="T9" fmla="*/ 0 w 25"/>
                <a:gd name="T10" fmla="*/ 0 h 14"/>
                <a:gd name="T11" fmla="*/ 25 w 25"/>
                <a:gd name="T12" fmla="*/ 14 h 14"/>
              </a:gdLst>
              <a:ahLst/>
              <a:cxnLst>
                <a:cxn ang="T6">
                  <a:pos x="T0" y="T1"/>
                </a:cxn>
                <a:cxn ang="T7">
                  <a:pos x="T2" y="T3"/>
                </a:cxn>
                <a:cxn ang="T8">
                  <a:pos x="T4" y="T5"/>
                </a:cxn>
              </a:cxnLst>
              <a:rect l="T9" t="T10" r="T11" b="T12"/>
              <a:pathLst>
                <a:path w="25" h="14">
                  <a:moveTo>
                    <a:pt x="4" y="7"/>
                  </a:moveTo>
                  <a:cubicBezTo>
                    <a:pt x="9" y="14"/>
                    <a:pt x="22" y="9"/>
                    <a:pt x="23" y="7"/>
                  </a:cubicBezTo>
                  <a:cubicBezTo>
                    <a:pt x="25" y="2"/>
                    <a:pt x="0" y="0"/>
                    <a:pt x="4" y="7"/>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7" name="Freeform 123"/>
            <p:cNvSpPr>
              <a:spLocks noEditPoints="1" noChangeArrowheads="1"/>
            </p:cNvSpPr>
            <p:nvPr/>
          </p:nvSpPr>
          <p:spPr bwMode="auto">
            <a:xfrm>
              <a:off x="2065345" y="-1"/>
              <a:ext cx="1322393" cy="985840"/>
            </a:xfrm>
            <a:custGeom>
              <a:avLst/>
              <a:gdLst>
                <a:gd name="T0" fmla="*/ 606 w 691"/>
                <a:gd name="T1" fmla="*/ 59 h 516"/>
                <a:gd name="T2" fmla="*/ 555 w 691"/>
                <a:gd name="T3" fmla="*/ 83 h 516"/>
                <a:gd name="T4" fmla="*/ 552 w 691"/>
                <a:gd name="T5" fmla="*/ 52 h 516"/>
                <a:gd name="T6" fmla="*/ 494 w 691"/>
                <a:gd name="T7" fmla="*/ 47 h 516"/>
                <a:gd name="T8" fmla="*/ 551 w 691"/>
                <a:gd name="T9" fmla="*/ 38 h 516"/>
                <a:gd name="T10" fmla="*/ 546 w 691"/>
                <a:gd name="T11" fmla="*/ 17 h 516"/>
                <a:gd name="T12" fmla="*/ 467 w 691"/>
                <a:gd name="T13" fmla="*/ 1 h 516"/>
                <a:gd name="T14" fmla="*/ 393 w 691"/>
                <a:gd name="T15" fmla="*/ 10 h 516"/>
                <a:gd name="T16" fmla="*/ 337 w 691"/>
                <a:gd name="T17" fmla="*/ 11 h 516"/>
                <a:gd name="T18" fmla="*/ 291 w 691"/>
                <a:gd name="T19" fmla="*/ 31 h 516"/>
                <a:gd name="T20" fmla="*/ 280 w 691"/>
                <a:gd name="T21" fmla="*/ 37 h 516"/>
                <a:gd name="T22" fmla="*/ 247 w 691"/>
                <a:gd name="T23" fmla="*/ 47 h 516"/>
                <a:gd name="T24" fmla="*/ 216 w 691"/>
                <a:gd name="T25" fmla="*/ 58 h 516"/>
                <a:gd name="T26" fmla="*/ 162 w 691"/>
                <a:gd name="T27" fmla="*/ 47 h 516"/>
                <a:gd name="T28" fmla="*/ 133 w 691"/>
                <a:gd name="T29" fmla="*/ 70 h 516"/>
                <a:gd name="T30" fmla="*/ 88 w 691"/>
                <a:gd name="T31" fmla="*/ 99 h 516"/>
                <a:gd name="T32" fmla="*/ 0 w 691"/>
                <a:gd name="T33" fmla="*/ 142 h 516"/>
                <a:gd name="T34" fmla="*/ 56 w 691"/>
                <a:gd name="T35" fmla="*/ 158 h 516"/>
                <a:gd name="T36" fmla="*/ 16 w 691"/>
                <a:gd name="T37" fmla="*/ 172 h 516"/>
                <a:gd name="T38" fmla="*/ 50 w 691"/>
                <a:gd name="T39" fmla="*/ 194 h 516"/>
                <a:gd name="T40" fmla="*/ 95 w 691"/>
                <a:gd name="T41" fmla="*/ 192 h 516"/>
                <a:gd name="T42" fmla="*/ 163 w 691"/>
                <a:gd name="T43" fmla="*/ 211 h 516"/>
                <a:gd name="T44" fmla="*/ 197 w 691"/>
                <a:gd name="T45" fmla="*/ 256 h 516"/>
                <a:gd name="T46" fmla="*/ 202 w 691"/>
                <a:gd name="T47" fmla="*/ 297 h 516"/>
                <a:gd name="T48" fmla="*/ 245 w 691"/>
                <a:gd name="T49" fmla="*/ 312 h 516"/>
                <a:gd name="T50" fmla="*/ 240 w 691"/>
                <a:gd name="T51" fmla="*/ 328 h 516"/>
                <a:gd name="T52" fmla="*/ 234 w 691"/>
                <a:gd name="T53" fmla="*/ 356 h 516"/>
                <a:gd name="T54" fmla="*/ 226 w 691"/>
                <a:gd name="T55" fmla="*/ 390 h 516"/>
                <a:gd name="T56" fmla="*/ 235 w 691"/>
                <a:gd name="T57" fmla="*/ 436 h 516"/>
                <a:gd name="T58" fmla="*/ 256 w 691"/>
                <a:gd name="T59" fmla="*/ 463 h 516"/>
                <a:gd name="T60" fmla="*/ 287 w 691"/>
                <a:gd name="T61" fmla="*/ 498 h 516"/>
                <a:gd name="T62" fmla="*/ 331 w 691"/>
                <a:gd name="T63" fmla="*/ 515 h 516"/>
                <a:gd name="T64" fmla="*/ 344 w 691"/>
                <a:gd name="T65" fmla="*/ 471 h 516"/>
                <a:gd name="T66" fmla="*/ 363 w 691"/>
                <a:gd name="T67" fmla="*/ 449 h 516"/>
                <a:gd name="T68" fmla="*/ 365 w 691"/>
                <a:gd name="T69" fmla="*/ 427 h 516"/>
                <a:gd name="T70" fmla="*/ 384 w 691"/>
                <a:gd name="T71" fmla="*/ 413 h 516"/>
                <a:gd name="T72" fmla="*/ 401 w 691"/>
                <a:gd name="T73" fmla="*/ 409 h 516"/>
                <a:gd name="T74" fmla="*/ 461 w 691"/>
                <a:gd name="T75" fmla="*/ 369 h 516"/>
                <a:gd name="T76" fmla="*/ 500 w 691"/>
                <a:gd name="T77" fmla="*/ 359 h 516"/>
                <a:gd name="T78" fmla="*/ 576 w 691"/>
                <a:gd name="T79" fmla="*/ 325 h 516"/>
                <a:gd name="T80" fmla="*/ 535 w 691"/>
                <a:gd name="T81" fmla="*/ 316 h 516"/>
                <a:gd name="T82" fmla="*/ 577 w 691"/>
                <a:gd name="T83" fmla="*/ 319 h 516"/>
                <a:gd name="T84" fmla="*/ 569 w 691"/>
                <a:gd name="T85" fmla="*/ 280 h 516"/>
                <a:gd name="T86" fmla="*/ 547 w 691"/>
                <a:gd name="T87" fmla="*/ 261 h 516"/>
                <a:gd name="T88" fmla="*/ 596 w 691"/>
                <a:gd name="T89" fmla="*/ 254 h 516"/>
                <a:gd name="T90" fmla="*/ 609 w 691"/>
                <a:gd name="T91" fmla="*/ 230 h 516"/>
                <a:gd name="T92" fmla="*/ 603 w 691"/>
                <a:gd name="T93" fmla="*/ 193 h 516"/>
                <a:gd name="T94" fmla="*/ 590 w 691"/>
                <a:gd name="T95" fmla="*/ 178 h 516"/>
                <a:gd name="T96" fmla="*/ 595 w 691"/>
                <a:gd name="T97" fmla="*/ 162 h 516"/>
                <a:gd name="T98" fmla="*/ 578 w 691"/>
                <a:gd name="T99" fmla="*/ 154 h 516"/>
                <a:gd name="T100" fmla="*/ 624 w 691"/>
                <a:gd name="T101" fmla="*/ 106 h 516"/>
                <a:gd name="T102" fmla="*/ 613 w 691"/>
                <a:gd name="T103" fmla="*/ 94 h 516"/>
                <a:gd name="T104" fmla="*/ 626 w 691"/>
                <a:gd name="T105" fmla="*/ 81 h 516"/>
                <a:gd name="T106" fmla="*/ 691 w 691"/>
                <a:gd name="T107" fmla="*/ 58 h 516"/>
                <a:gd name="T108" fmla="*/ 228 w 691"/>
                <a:gd name="T109" fmla="*/ 329 h 516"/>
                <a:gd name="T110" fmla="*/ 216 w 691"/>
                <a:gd name="T111" fmla="*/ 342 h 5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691"/>
                <a:gd name="T169" fmla="*/ 0 h 516"/>
                <a:gd name="T170" fmla="*/ 691 w 691"/>
                <a:gd name="T171" fmla="*/ 516 h 5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691" h="516">
                  <a:moveTo>
                    <a:pt x="652" y="47"/>
                  </a:moveTo>
                  <a:cubicBezTo>
                    <a:pt x="640" y="47"/>
                    <a:pt x="630" y="49"/>
                    <a:pt x="629" y="58"/>
                  </a:cubicBezTo>
                  <a:cubicBezTo>
                    <a:pt x="628" y="67"/>
                    <a:pt x="613" y="56"/>
                    <a:pt x="606" y="59"/>
                  </a:cubicBezTo>
                  <a:cubicBezTo>
                    <a:pt x="599" y="62"/>
                    <a:pt x="603" y="52"/>
                    <a:pt x="596" y="56"/>
                  </a:cubicBezTo>
                  <a:cubicBezTo>
                    <a:pt x="589" y="59"/>
                    <a:pt x="582" y="67"/>
                    <a:pt x="574" y="70"/>
                  </a:cubicBezTo>
                  <a:cubicBezTo>
                    <a:pt x="566" y="74"/>
                    <a:pt x="560" y="82"/>
                    <a:pt x="555" y="83"/>
                  </a:cubicBezTo>
                  <a:cubicBezTo>
                    <a:pt x="550" y="83"/>
                    <a:pt x="566" y="67"/>
                    <a:pt x="574" y="59"/>
                  </a:cubicBezTo>
                  <a:cubicBezTo>
                    <a:pt x="582" y="51"/>
                    <a:pt x="577" y="42"/>
                    <a:pt x="567" y="43"/>
                  </a:cubicBezTo>
                  <a:cubicBezTo>
                    <a:pt x="556" y="44"/>
                    <a:pt x="558" y="51"/>
                    <a:pt x="552" y="52"/>
                  </a:cubicBezTo>
                  <a:cubicBezTo>
                    <a:pt x="546" y="53"/>
                    <a:pt x="518" y="68"/>
                    <a:pt x="516" y="63"/>
                  </a:cubicBezTo>
                  <a:cubicBezTo>
                    <a:pt x="515" y="59"/>
                    <a:pt x="540" y="52"/>
                    <a:pt x="540" y="49"/>
                  </a:cubicBezTo>
                  <a:cubicBezTo>
                    <a:pt x="539" y="46"/>
                    <a:pt x="508" y="45"/>
                    <a:pt x="494" y="47"/>
                  </a:cubicBezTo>
                  <a:cubicBezTo>
                    <a:pt x="480" y="49"/>
                    <a:pt x="455" y="57"/>
                    <a:pt x="455" y="53"/>
                  </a:cubicBezTo>
                  <a:cubicBezTo>
                    <a:pt x="455" y="49"/>
                    <a:pt x="484" y="44"/>
                    <a:pt x="498" y="42"/>
                  </a:cubicBezTo>
                  <a:cubicBezTo>
                    <a:pt x="513" y="40"/>
                    <a:pt x="540" y="43"/>
                    <a:pt x="551" y="38"/>
                  </a:cubicBezTo>
                  <a:cubicBezTo>
                    <a:pt x="563" y="34"/>
                    <a:pt x="580" y="33"/>
                    <a:pt x="583" y="30"/>
                  </a:cubicBezTo>
                  <a:cubicBezTo>
                    <a:pt x="586" y="26"/>
                    <a:pt x="570" y="21"/>
                    <a:pt x="562" y="21"/>
                  </a:cubicBezTo>
                  <a:cubicBezTo>
                    <a:pt x="554" y="22"/>
                    <a:pt x="546" y="21"/>
                    <a:pt x="546" y="17"/>
                  </a:cubicBezTo>
                  <a:cubicBezTo>
                    <a:pt x="547" y="13"/>
                    <a:pt x="534" y="12"/>
                    <a:pt x="533" y="9"/>
                  </a:cubicBezTo>
                  <a:cubicBezTo>
                    <a:pt x="531" y="6"/>
                    <a:pt x="506" y="8"/>
                    <a:pt x="501" y="5"/>
                  </a:cubicBezTo>
                  <a:cubicBezTo>
                    <a:pt x="496" y="1"/>
                    <a:pt x="480" y="0"/>
                    <a:pt x="467" y="1"/>
                  </a:cubicBezTo>
                  <a:cubicBezTo>
                    <a:pt x="453" y="2"/>
                    <a:pt x="426" y="1"/>
                    <a:pt x="420" y="2"/>
                  </a:cubicBezTo>
                  <a:cubicBezTo>
                    <a:pt x="413" y="3"/>
                    <a:pt x="409" y="5"/>
                    <a:pt x="404" y="5"/>
                  </a:cubicBezTo>
                  <a:cubicBezTo>
                    <a:pt x="398" y="4"/>
                    <a:pt x="389" y="6"/>
                    <a:pt x="393" y="10"/>
                  </a:cubicBezTo>
                  <a:cubicBezTo>
                    <a:pt x="399" y="16"/>
                    <a:pt x="384" y="19"/>
                    <a:pt x="385" y="14"/>
                  </a:cubicBezTo>
                  <a:cubicBezTo>
                    <a:pt x="386" y="9"/>
                    <a:pt x="372" y="7"/>
                    <a:pt x="367" y="11"/>
                  </a:cubicBezTo>
                  <a:cubicBezTo>
                    <a:pt x="362" y="15"/>
                    <a:pt x="340" y="6"/>
                    <a:pt x="337" y="11"/>
                  </a:cubicBezTo>
                  <a:cubicBezTo>
                    <a:pt x="333" y="15"/>
                    <a:pt x="307" y="14"/>
                    <a:pt x="299" y="15"/>
                  </a:cubicBezTo>
                  <a:cubicBezTo>
                    <a:pt x="292" y="16"/>
                    <a:pt x="311" y="22"/>
                    <a:pt x="311" y="25"/>
                  </a:cubicBezTo>
                  <a:cubicBezTo>
                    <a:pt x="310" y="29"/>
                    <a:pt x="286" y="25"/>
                    <a:pt x="291" y="31"/>
                  </a:cubicBezTo>
                  <a:cubicBezTo>
                    <a:pt x="296" y="37"/>
                    <a:pt x="312" y="42"/>
                    <a:pt x="319" y="49"/>
                  </a:cubicBezTo>
                  <a:cubicBezTo>
                    <a:pt x="327" y="57"/>
                    <a:pt x="313" y="52"/>
                    <a:pt x="305" y="47"/>
                  </a:cubicBezTo>
                  <a:cubicBezTo>
                    <a:pt x="296" y="41"/>
                    <a:pt x="285" y="43"/>
                    <a:pt x="280" y="37"/>
                  </a:cubicBezTo>
                  <a:cubicBezTo>
                    <a:pt x="274" y="32"/>
                    <a:pt x="254" y="27"/>
                    <a:pt x="249" y="31"/>
                  </a:cubicBezTo>
                  <a:cubicBezTo>
                    <a:pt x="243" y="34"/>
                    <a:pt x="263" y="42"/>
                    <a:pt x="263" y="46"/>
                  </a:cubicBezTo>
                  <a:cubicBezTo>
                    <a:pt x="263" y="51"/>
                    <a:pt x="250" y="45"/>
                    <a:pt x="247" y="47"/>
                  </a:cubicBezTo>
                  <a:cubicBezTo>
                    <a:pt x="245" y="49"/>
                    <a:pt x="233" y="36"/>
                    <a:pt x="227" y="36"/>
                  </a:cubicBezTo>
                  <a:cubicBezTo>
                    <a:pt x="220" y="36"/>
                    <a:pt x="226" y="42"/>
                    <a:pt x="226" y="50"/>
                  </a:cubicBezTo>
                  <a:cubicBezTo>
                    <a:pt x="226" y="58"/>
                    <a:pt x="213" y="63"/>
                    <a:pt x="216" y="58"/>
                  </a:cubicBezTo>
                  <a:cubicBezTo>
                    <a:pt x="220" y="52"/>
                    <a:pt x="217" y="37"/>
                    <a:pt x="210" y="35"/>
                  </a:cubicBezTo>
                  <a:cubicBezTo>
                    <a:pt x="203" y="32"/>
                    <a:pt x="185" y="40"/>
                    <a:pt x="176" y="40"/>
                  </a:cubicBezTo>
                  <a:cubicBezTo>
                    <a:pt x="167" y="40"/>
                    <a:pt x="154" y="43"/>
                    <a:pt x="162" y="47"/>
                  </a:cubicBezTo>
                  <a:cubicBezTo>
                    <a:pt x="170" y="52"/>
                    <a:pt x="162" y="55"/>
                    <a:pt x="155" y="50"/>
                  </a:cubicBezTo>
                  <a:cubicBezTo>
                    <a:pt x="148" y="45"/>
                    <a:pt x="125" y="50"/>
                    <a:pt x="130" y="53"/>
                  </a:cubicBezTo>
                  <a:cubicBezTo>
                    <a:pt x="134" y="56"/>
                    <a:pt x="136" y="66"/>
                    <a:pt x="133" y="70"/>
                  </a:cubicBezTo>
                  <a:cubicBezTo>
                    <a:pt x="130" y="74"/>
                    <a:pt x="120" y="66"/>
                    <a:pt x="111" y="67"/>
                  </a:cubicBezTo>
                  <a:cubicBezTo>
                    <a:pt x="102" y="67"/>
                    <a:pt x="58" y="89"/>
                    <a:pt x="60" y="94"/>
                  </a:cubicBezTo>
                  <a:cubicBezTo>
                    <a:pt x="63" y="100"/>
                    <a:pt x="82" y="95"/>
                    <a:pt x="88" y="99"/>
                  </a:cubicBezTo>
                  <a:cubicBezTo>
                    <a:pt x="94" y="102"/>
                    <a:pt x="86" y="114"/>
                    <a:pt x="79" y="119"/>
                  </a:cubicBezTo>
                  <a:cubicBezTo>
                    <a:pt x="71" y="124"/>
                    <a:pt x="44" y="120"/>
                    <a:pt x="43" y="126"/>
                  </a:cubicBezTo>
                  <a:cubicBezTo>
                    <a:pt x="43" y="132"/>
                    <a:pt x="0" y="133"/>
                    <a:pt x="0" y="142"/>
                  </a:cubicBezTo>
                  <a:cubicBezTo>
                    <a:pt x="0" y="146"/>
                    <a:pt x="2" y="150"/>
                    <a:pt x="7" y="151"/>
                  </a:cubicBezTo>
                  <a:cubicBezTo>
                    <a:pt x="13" y="152"/>
                    <a:pt x="20" y="150"/>
                    <a:pt x="26" y="156"/>
                  </a:cubicBezTo>
                  <a:cubicBezTo>
                    <a:pt x="31" y="162"/>
                    <a:pt x="46" y="162"/>
                    <a:pt x="56" y="158"/>
                  </a:cubicBezTo>
                  <a:cubicBezTo>
                    <a:pt x="67" y="154"/>
                    <a:pt x="74" y="159"/>
                    <a:pt x="74" y="165"/>
                  </a:cubicBezTo>
                  <a:cubicBezTo>
                    <a:pt x="74" y="171"/>
                    <a:pt x="51" y="163"/>
                    <a:pt x="44" y="167"/>
                  </a:cubicBezTo>
                  <a:cubicBezTo>
                    <a:pt x="37" y="171"/>
                    <a:pt x="15" y="168"/>
                    <a:pt x="16" y="172"/>
                  </a:cubicBezTo>
                  <a:cubicBezTo>
                    <a:pt x="17" y="177"/>
                    <a:pt x="28" y="176"/>
                    <a:pt x="36" y="178"/>
                  </a:cubicBezTo>
                  <a:cubicBezTo>
                    <a:pt x="45" y="179"/>
                    <a:pt x="37" y="183"/>
                    <a:pt x="37" y="187"/>
                  </a:cubicBezTo>
                  <a:cubicBezTo>
                    <a:pt x="36" y="190"/>
                    <a:pt x="41" y="190"/>
                    <a:pt x="50" y="194"/>
                  </a:cubicBezTo>
                  <a:cubicBezTo>
                    <a:pt x="59" y="198"/>
                    <a:pt x="73" y="201"/>
                    <a:pt x="68" y="196"/>
                  </a:cubicBezTo>
                  <a:cubicBezTo>
                    <a:pt x="64" y="191"/>
                    <a:pt x="77" y="192"/>
                    <a:pt x="80" y="195"/>
                  </a:cubicBezTo>
                  <a:cubicBezTo>
                    <a:pt x="82" y="198"/>
                    <a:pt x="88" y="190"/>
                    <a:pt x="95" y="192"/>
                  </a:cubicBezTo>
                  <a:cubicBezTo>
                    <a:pt x="101" y="194"/>
                    <a:pt x="103" y="186"/>
                    <a:pt x="108" y="189"/>
                  </a:cubicBezTo>
                  <a:cubicBezTo>
                    <a:pt x="113" y="193"/>
                    <a:pt x="137" y="195"/>
                    <a:pt x="145" y="199"/>
                  </a:cubicBezTo>
                  <a:cubicBezTo>
                    <a:pt x="153" y="203"/>
                    <a:pt x="164" y="204"/>
                    <a:pt x="163" y="211"/>
                  </a:cubicBezTo>
                  <a:cubicBezTo>
                    <a:pt x="162" y="217"/>
                    <a:pt x="169" y="222"/>
                    <a:pt x="178" y="226"/>
                  </a:cubicBezTo>
                  <a:cubicBezTo>
                    <a:pt x="187" y="230"/>
                    <a:pt x="189" y="238"/>
                    <a:pt x="189" y="244"/>
                  </a:cubicBezTo>
                  <a:cubicBezTo>
                    <a:pt x="188" y="250"/>
                    <a:pt x="198" y="254"/>
                    <a:pt x="197" y="256"/>
                  </a:cubicBezTo>
                  <a:cubicBezTo>
                    <a:pt x="195" y="259"/>
                    <a:pt x="196" y="263"/>
                    <a:pt x="202" y="268"/>
                  </a:cubicBezTo>
                  <a:cubicBezTo>
                    <a:pt x="208" y="273"/>
                    <a:pt x="193" y="277"/>
                    <a:pt x="197" y="282"/>
                  </a:cubicBezTo>
                  <a:cubicBezTo>
                    <a:pt x="200" y="287"/>
                    <a:pt x="191" y="296"/>
                    <a:pt x="202" y="297"/>
                  </a:cubicBezTo>
                  <a:cubicBezTo>
                    <a:pt x="213" y="299"/>
                    <a:pt x="211" y="290"/>
                    <a:pt x="219" y="290"/>
                  </a:cubicBezTo>
                  <a:cubicBezTo>
                    <a:pt x="227" y="290"/>
                    <a:pt x="219" y="297"/>
                    <a:pt x="223" y="301"/>
                  </a:cubicBezTo>
                  <a:cubicBezTo>
                    <a:pt x="227" y="306"/>
                    <a:pt x="236" y="305"/>
                    <a:pt x="245" y="312"/>
                  </a:cubicBezTo>
                  <a:cubicBezTo>
                    <a:pt x="253" y="319"/>
                    <a:pt x="248" y="322"/>
                    <a:pt x="240" y="316"/>
                  </a:cubicBezTo>
                  <a:cubicBezTo>
                    <a:pt x="232" y="311"/>
                    <a:pt x="210" y="312"/>
                    <a:pt x="210" y="314"/>
                  </a:cubicBezTo>
                  <a:cubicBezTo>
                    <a:pt x="210" y="316"/>
                    <a:pt x="235" y="330"/>
                    <a:pt x="240" y="328"/>
                  </a:cubicBezTo>
                  <a:cubicBezTo>
                    <a:pt x="246" y="326"/>
                    <a:pt x="254" y="336"/>
                    <a:pt x="250" y="340"/>
                  </a:cubicBezTo>
                  <a:cubicBezTo>
                    <a:pt x="247" y="343"/>
                    <a:pt x="249" y="351"/>
                    <a:pt x="248" y="355"/>
                  </a:cubicBezTo>
                  <a:cubicBezTo>
                    <a:pt x="247" y="359"/>
                    <a:pt x="239" y="355"/>
                    <a:pt x="234" y="356"/>
                  </a:cubicBezTo>
                  <a:cubicBezTo>
                    <a:pt x="228" y="357"/>
                    <a:pt x="225" y="358"/>
                    <a:pt x="225" y="364"/>
                  </a:cubicBezTo>
                  <a:cubicBezTo>
                    <a:pt x="225" y="370"/>
                    <a:pt x="216" y="374"/>
                    <a:pt x="215" y="381"/>
                  </a:cubicBezTo>
                  <a:cubicBezTo>
                    <a:pt x="214" y="388"/>
                    <a:pt x="222" y="387"/>
                    <a:pt x="226" y="390"/>
                  </a:cubicBezTo>
                  <a:cubicBezTo>
                    <a:pt x="231" y="393"/>
                    <a:pt x="218" y="395"/>
                    <a:pt x="218" y="400"/>
                  </a:cubicBezTo>
                  <a:cubicBezTo>
                    <a:pt x="217" y="405"/>
                    <a:pt x="229" y="414"/>
                    <a:pt x="233" y="417"/>
                  </a:cubicBezTo>
                  <a:cubicBezTo>
                    <a:pt x="238" y="419"/>
                    <a:pt x="234" y="430"/>
                    <a:pt x="235" y="436"/>
                  </a:cubicBezTo>
                  <a:cubicBezTo>
                    <a:pt x="237" y="442"/>
                    <a:pt x="243" y="435"/>
                    <a:pt x="242" y="442"/>
                  </a:cubicBezTo>
                  <a:cubicBezTo>
                    <a:pt x="241" y="449"/>
                    <a:pt x="247" y="449"/>
                    <a:pt x="248" y="453"/>
                  </a:cubicBezTo>
                  <a:cubicBezTo>
                    <a:pt x="248" y="458"/>
                    <a:pt x="258" y="457"/>
                    <a:pt x="256" y="463"/>
                  </a:cubicBezTo>
                  <a:cubicBezTo>
                    <a:pt x="254" y="469"/>
                    <a:pt x="259" y="473"/>
                    <a:pt x="262" y="477"/>
                  </a:cubicBezTo>
                  <a:cubicBezTo>
                    <a:pt x="264" y="480"/>
                    <a:pt x="273" y="486"/>
                    <a:pt x="274" y="490"/>
                  </a:cubicBezTo>
                  <a:cubicBezTo>
                    <a:pt x="276" y="494"/>
                    <a:pt x="281" y="500"/>
                    <a:pt x="287" y="498"/>
                  </a:cubicBezTo>
                  <a:cubicBezTo>
                    <a:pt x="293" y="497"/>
                    <a:pt x="293" y="502"/>
                    <a:pt x="298" y="502"/>
                  </a:cubicBezTo>
                  <a:cubicBezTo>
                    <a:pt x="303" y="501"/>
                    <a:pt x="310" y="504"/>
                    <a:pt x="311" y="507"/>
                  </a:cubicBezTo>
                  <a:cubicBezTo>
                    <a:pt x="313" y="511"/>
                    <a:pt x="327" y="514"/>
                    <a:pt x="331" y="515"/>
                  </a:cubicBezTo>
                  <a:cubicBezTo>
                    <a:pt x="335" y="516"/>
                    <a:pt x="336" y="508"/>
                    <a:pt x="339" y="506"/>
                  </a:cubicBezTo>
                  <a:cubicBezTo>
                    <a:pt x="343" y="504"/>
                    <a:pt x="342" y="490"/>
                    <a:pt x="345" y="489"/>
                  </a:cubicBezTo>
                  <a:cubicBezTo>
                    <a:pt x="348" y="488"/>
                    <a:pt x="347" y="472"/>
                    <a:pt x="344" y="471"/>
                  </a:cubicBezTo>
                  <a:cubicBezTo>
                    <a:pt x="341" y="470"/>
                    <a:pt x="342" y="464"/>
                    <a:pt x="350" y="465"/>
                  </a:cubicBezTo>
                  <a:cubicBezTo>
                    <a:pt x="357" y="466"/>
                    <a:pt x="355" y="459"/>
                    <a:pt x="358" y="458"/>
                  </a:cubicBezTo>
                  <a:cubicBezTo>
                    <a:pt x="362" y="457"/>
                    <a:pt x="360" y="450"/>
                    <a:pt x="363" y="449"/>
                  </a:cubicBezTo>
                  <a:cubicBezTo>
                    <a:pt x="366" y="448"/>
                    <a:pt x="365" y="444"/>
                    <a:pt x="363" y="441"/>
                  </a:cubicBezTo>
                  <a:cubicBezTo>
                    <a:pt x="361" y="438"/>
                    <a:pt x="364" y="436"/>
                    <a:pt x="368" y="436"/>
                  </a:cubicBezTo>
                  <a:cubicBezTo>
                    <a:pt x="372" y="435"/>
                    <a:pt x="371" y="429"/>
                    <a:pt x="365" y="427"/>
                  </a:cubicBezTo>
                  <a:cubicBezTo>
                    <a:pt x="360" y="425"/>
                    <a:pt x="362" y="419"/>
                    <a:pt x="367" y="423"/>
                  </a:cubicBezTo>
                  <a:cubicBezTo>
                    <a:pt x="372" y="427"/>
                    <a:pt x="376" y="424"/>
                    <a:pt x="373" y="420"/>
                  </a:cubicBezTo>
                  <a:cubicBezTo>
                    <a:pt x="370" y="416"/>
                    <a:pt x="377" y="414"/>
                    <a:pt x="384" y="413"/>
                  </a:cubicBezTo>
                  <a:cubicBezTo>
                    <a:pt x="391" y="413"/>
                    <a:pt x="395" y="409"/>
                    <a:pt x="393" y="404"/>
                  </a:cubicBezTo>
                  <a:cubicBezTo>
                    <a:pt x="392" y="398"/>
                    <a:pt x="401" y="399"/>
                    <a:pt x="399" y="403"/>
                  </a:cubicBezTo>
                  <a:cubicBezTo>
                    <a:pt x="397" y="408"/>
                    <a:pt x="398" y="413"/>
                    <a:pt x="401" y="409"/>
                  </a:cubicBezTo>
                  <a:cubicBezTo>
                    <a:pt x="405" y="406"/>
                    <a:pt x="411" y="408"/>
                    <a:pt x="422" y="405"/>
                  </a:cubicBezTo>
                  <a:cubicBezTo>
                    <a:pt x="434" y="402"/>
                    <a:pt x="445" y="392"/>
                    <a:pt x="447" y="383"/>
                  </a:cubicBezTo>
                  <a:cubicBezTo>
                    <a:pt x="450" y="374"/>
                    <a:pt x="463" y="375"/>
                    <a:pt x="461" y="369"/>
                  </a:cubicBezTo>
                  <a:cubicBezTo>
                    <a:pt x="460" y="363"/>
                    <a:pt x="464" y="361"/>
                    <a:pt x="472" y="365"/>
                  </a:cubicBezTo>
                  <a:cubicBezTo>
                    <a:pt x="480" y="369"/>
                    <a:pt x="474" y="362"/>
                    <a:pt x="483" y="362"/>
                  </a:cubicBezTo>
                  <a:cubicBezTo>
                    <a:pt x="492" y="362"/>
                    <a:pt x="491" y="359"/>
                    <a:pt x="500" y="359"/>
                  </a:cubicBezTo>
                  <a:cubicBezTo>
                    <a:pt x="509" y="358"/>
                    <a:pt x="532" y="354"/>
                    <a:pt x="540" y="348"/>
                  </a:cubicBezTo>
                  <a:cubicBezTo>
                    <a:pt x="548" y="341"/>
                    <a:pt x="565" y="335"/>
                    <a:pt x="572" y="331"/>
                  </a:cubicBezTo>
                  <a:cubicBezTo>
                    <a:pt x="579" y="327"/>
                    <a:pt x="581" y="323"/>
                    <a:pt x="576" y="325"/>
                  </a:cubicBezTo>
                  <a:cubicBezTo>
                    <a:pt x="572" y="328"/>
                    <a:pt x="563" y="328"/>
                    <a:pt x="556" y="326"/>
                  </a:cubicBezTo>
                  <a:cubicBezTo>
                    <a:pt x="550" y="325"/>
                    <a:pt x="539" y="319"/>
                    <a:pt x="531" y="323"/>
                  </a:cubicBezTo>
                  <a:cubicBezTo>
                    <a:pt x="524" y="328"/>
                    <a:pt x="528" y="317"/>
                    <a:pt x="535" y="316"/>
                  </a:cubicBezTo>
                  <a:cubicBezTo>
                    <a:pt x="541" y="315"/>
                    <a:pt x="538" y="312"/>
                    <a:pt x="537" y="305"/>
                  </a:cubicBezTo>
                  <a:cubicBezTo>
                    <a:pt x="535" y="299"/>
                    <a:pt x="547" y="303"/>
                    <a:pt x="553" y="311"/>
                  </a:cubicBezTo>
                  <a:cubicBezTo>
                    <a:pt x="558" y="318"/>
                    <a:pt x="568" y="322"/>
                    <a:pt x="577" y="319"/>
                  </a:cubicBezTo>
                  <a:cubicBezTo>
                    <a:pt x="586" y="316"/>
                    <a:pt x="578" y="309"/>
                    <a:pt x="581" y="304"/>
                  </a:cubicBezTo>
                  <a:cubicBezTo>
                    <a:pt x="585" y="299"/>
                    <a:pt x="554" y="283"/>
                    <a:pt x="552" y="278"/>
                  </a:cubicBezTo>
                  <a:cubicBezTo>
                    <a:pt x="550" y="273"/>
                    <a:pt x="560" y="276"/>
                    <a:pt x="569" y="280"/>
                  </a:cubicBezTo>
                  <a:cubicBezTo>
                    <a:pt x="577" y="284"/>
                    <a:pt x="579" y="273"/>
                    <a:pt x="579" y="268"/>
                  </a:cubicBezTo>
                  <a:cubicBezTo>
                    <a:pt x="579" y="264"/>
                    <a:pt x="561" y="263"/>
                    <a:pt x="552" y="268"/>
                  </a:cubicBezTo>
                  <a:cubicBezTo>
                    <a:pt x="544" y="273"/>
                    <a:pt x="536" y="262"/>
                    <a:pt x="547" y="261"/>
                  </a:cubicBezTo>
                  <a:cubicBezTo>
                    <a:pt x="559" y="259"/>
                    <a:pt x="548" y="255"/>
                    <a:pt x="552" y="251"/>
                  </a:cubicBezTo>
                  <a:cubicBezTo>
                    <a:pt x="555" y="248"/>
                    <a:pt x="569" y="261"/>
                    <a:pt x="577" y="259"/>
                  </a:cubicBezTo>
                  <a:cubicBezTo>
                    <a:pt x="584" y="256"/>
                    <a:pt x="589" y="259"/>
                    <a:pt x="596" y="254"/>
                  </a:cubicBezTo>
                  <a:cubicBezTo>
                    <a:pt x="602" y="249"/>
                    <a:pt x="584" y="244"/>
                    <a:pt x="581" y="240"/>
                  </a:cubicBezTo>
                  <a:cubicBezTo>
                    <a:pt x="577" y="236"/>
                    <a:pt x="599" y="237"/>
                    <a:pt x="606" y="238"/>
                  </a:cubicBezTo>
                  <a:cubicBezTo>
                    <a:pt x="612" y="238"/>
                    <a:pt x="614" y="228"/>
                    <a:pt x="609" y="230"/>
                  </a:cubicBezTo>
                  <a:cubicBezTo>
                    <a:pt x="603" y="232"/>
                    <a:pt x="584" y="223"/>
                    <a:pt x="588" y="217"/>
                  </a:cubicBezTo>
                  <a:cubicBezTo>
                    <a:pt x="592" y="211"/>
                    <a:pt x="600" y="218"/>
                    <a:pt x="608" y="214"/>
                  </a:cubicBezTo>
                  <a:cubicBezTo>
                    <a:pt x="616" y="210"/>
                    <a:pt x="609" y="193"/>
                    <a:pt x="603" y="193"/>
                  </a:cubicBezTo>
                  <a:cubicBezTo>
                    <a:pt x="597" y="193"/>
                    <a:pt x="583" y="191"/>
                    <a:pt x="583" y="188"/>
                  </a:cubicBezTo>
                  <a:cubicBezTo>
                    <a:pt x="583" y="185"/>
                    <a:pt x="571" y="183"/>
                    <a:pt x="574" y="180"/>
                  </a:cubicBezTo>
                  <a:cubicBezTo>
                    <a:pt x="578" y="177"/>
                    <a:pt x="582" y="183"/>
                    <a:pt x="590" y="178"/>
                  </a:cubicBezTo>
                  <a:cubicBezTo>
                    <a:pt x="597" y="172"/>
                    <a:pt x="613" y="179"/>
                    <a:pt x="620" y="178"/>
                  </a:cubicBezTo>
                  <a:cubicBezTo>
                    <a:pt x="627" y="176"/>
                    <a:pt x="617" y="163"/>
                    <a:pt x="613" y="166"/>
                  </a:cubicBezTo>
                  <a:cubicBezTo>
                    <a:pt x="609" y="168"/>
                    <a:pt x="596" y="169"/>
                    <a:pt x="595" y="162"/>
                  </a:cubicBezTo>
                  <a:cubicBezTo>
                    <a:pt x="594" y="155"/>
                    <a:pt x="608" y="162"/>
                    <a:pt x="610" y="158"/>
                  </a:cubicBezTo>
                  <a:cubicBezTo>
                    <a:pt x="612" y="155"/>
                    <a:pt x="591" y="146"/>
                    <a:pt x="587" y="153"/>
                  </a:cubicBezTo>
                  <a:cubicBezTo>
                    <a:pt x="584" y="160"/>
                    <a:pt x="572" y="158"/>
                    <a:pt x="578" y="154"/>
                  </a:cubicBezTo>
                  <a:cubicBezTo>
                    <a:pt x="585" y="150"/>
                    <a:pt x="586" y="139"/>
                    <a:pt x="585" y="133"/>
                  </a:cubicBezTo>
                  <a:cubicBezTo>
                    <a:pt x="585" y="127"/>
                    <a:pt x="608" y="127"/>
                    <a:pt x="605" y="118"/>
                  </a:cubicBezTo>
                  <a:cubicBezTo>
                    <a:pt x="603" y="108"/>
                    <a:pt x="616" y="106"/>
                    <a:pt x="624" y="106"/>
                  </a:cubicBezTo>
                  <a:cubicBezTo>
                    <a:pt x="632" y="106"/>
                    <a:pt x="624" y="96"/>
                    <a:pt x="616" y="97"/>
                  </a:cubicBezTo>
                  <a:cubicBezTo>
                    <a:pt x="609" y="98"/>
                    <a:pt x="601" y="107"/>
                    <a:pt x="598" y="103"/>
                  </a:cubicBezTo>
                  <a:cubicBezTo>
                    <a:pt x="594" y="100"/>
                    <a:pt x="606" y="94"/>
                    <a:pt x="613" y="94"/>
                  </a:cubicBezTo>
                  <a:cubicBezTo>
                    <a:pt x="620" y="94"/>
                    <a:pt x="636" y="93"/>
                    <a:pt x="641" y="90"/>
                  </a:cubicBezTo>
                  <a:cubicBezTo>
                    <a:pt x="647" y="87"/>
                    <a:pt x="631" y="84"/>
                    <a:pt x="621" y="85"/>
                  </a:cubicBezTo>
                  <a:cubicBezTo>
                    <a:pt x="610" y="86"/>
                    <a:pt x="610" y="82"/>
                    <a:pt x="626" y="81"/>
                  </a:cubicBezTo>
                  <a:cubicBezTo>
                    <a:pt x="642" y="81"/>
                    <a:pt x="639" y="78"/>
                    <a:pt x="651" y="76"/>
                  </a:cubicBezTo>
                  <a:cubicBezTo>
                    <a:pt x="662" y="75"/>
                    <a:pt x="658" y="70"/>
                    <a:pt x="665" y="70"/>
                  </a:cubicBezTo>
                  <a:cubicBezTo>
                    <a:pt x="672" y="70"/>
                    <a:pt x="691" y="62"/>
                    <a:pt x="691" y="58"/>
                  </a:cubicBezTo>
                  <a:cubicBezTo>
                    <a:pt x="691" y="55"/>
                    <a:pt x="664" y="47"/>
                    <a:pt x="652" y="47"/>
                  </a:cubicBezTo>
                  <a:close/>
                  <a:moveTo>
                    <a:pt x="237" y="338"/>
                  </a:moveTo>
                  <a:cubicBezTo>
                    <a:pt x="237" y="332"/>
                    <a:pt x="231" y="336"/>
                    <a:pt x="228" y="329"/>
                  </a:cubicBezTo>
                  <a:cubicBezTo>
                    <a:pt x="224" y="323"/>
                    <a:pt x="207" y="320"/>
                    <a:pt x="206" y="325"/>
                  </a:cubicBezTo>
                  <a:cubicBezTo>
                    <a:pt x="205" y="327"/>
                    <a:pt x="200" y="330"/>
                    <a:pt x="204" y="335"/>
                  </a:cubicBezTo>
                  <a:cubicBezTo>
                    <a:pt x="208" y="340"/>
                    <a:pt x="211" y="338"/>
                    <a:pt x="216" y="342"/>
                  </a:cubicBezTo>
                  <a:cubicBezTo>
                    <a:pt x="221" y="347"/>
                    <a:pt x="236" y="343"/>
                    <a:pt x="237" y="338"/>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8" name="Freeform 124"/>
            <p:cNvSpPr>
              <a:spLocks noEditPoints="1" noChangeArrowheads="1"/>
            </p:cNvSpPr>
            <p:nvPr/>
          </p:nvSpPr>
          <p:spPr bwMode="auto">
            <a:xfrm>
              <a:off x="584202" y="17461"/>
              <a:ext cx="1920882" cy="1477966"/>
            </a:xfrm>
            <a:custGeom>
              <a:avLst/>
              <a:gdLst>
                <a:gd name="T0" fmla="*/ 205 w 1005"/>
                <a:gd name="T1" fmla="*/ 683 h 774"/>
                <a:gd name="T2" fmla="*/ 189 w 1005"/>
                <a:gd name="T3" fmla="*/ 227 h 774"/>
                <a:gd name="T4" fmla="*/ 387 w 1005"/>
                <a:gd name="T5" fmla="*/ 251 h 774"/>
                <a:gd name="T6" fmla="*/ 257 w 1005"/>
                <a:gd name="T7" fmla="*/ 269 h 774"/>
                <a:gd name="T8" fmla="*/ 386 w 1005"/>
                <a:gd name="T9" fmla="*/ 334 h 774"/>
                <a:gd name="T10" fmla="*/ 237 w 1005"/>
                <a:gd name="T11" fmla="*/ 194 h 774"/>
                <a:gd name="T12" fmla="*/ 208 w 1005"/>
                <a:gd name="T13" fmla="*/ 185 h 774"/>
                <a:gd name="T14" fmla="*/ 369 w 1005"/>
                <a:gd name="T15" fmla="*/ 213 h 774"/>
                <a:gd name="T16" fmla="*/ 297 w 1005"/>
                <a:gd name="T17" fmla="*/ 144 h 774"/>
                <a:gd name="T18" fmla="*/ 413 w 1005"/>
                <a:gd name="T19" fmla="*/ 119 h 774"/>
                <a:gd name="T20" fmla="*/ 416 w 1005"/>
                <a:gd name="T21" fmla="*/ 161 h 774"/>
                <a:gd name="T22" fmla="*/ 420 w 1005"/>
                <a:gd name="T23" fmla="*/ 185 h 774"/>
                <a:gd name="T24" fmla="*/ 543 w 1005"/>
                <a:gd name="T25" fmla="*/ 147 h 774"/>
                <a:gd name="T26" fmla="*/ 492 w 1005"/>
                <a:gd name="T27" fmla="*/ 232 h 774"/>
                <a:gd name="T28" fmla="*/ 687 w 1005"/>
                <a:gd name="T29" fmla="*/ 220 h 774"/>
                <a:gd name="T30" fmla="*/ 580 w 1005"/>
                <a:gd name="T31" fmla="*/ 151 h 774"/>
                <a:gd name="T32" fmla="*/ 598 w 1005"/>
                <a:gd name="T33" fmla="*/ 83 h 774"/>
                <a:gd name="T34" fmla="*/ 587 w 1005"/>
                <a:gd name="T35" fmla="*/ 66 h 774"/>
                <a:gd name="T36" fmla="*/ 634 w 1005"/>
                <a:gd name="T37" fmla="*/ 120 h 774"/>
                <a:gd name="T38" fmla="*/ 698 w 1005"/>
                <a:gd name="T39" fmla="*/ 180 h 774"/>
                <a:gd name="T40" fmla="*/ 795 w 1005"/>
                <a:gd name="T41" fmla="*/ 87 h 774"/>
                <a:gd name="T42" fmla="*/ 760 w 1005"/>
                <a:gd name="T43" fmla="*/ 9 h 774"/>
                <a:gd name="T44" fmla="*/ 569 w 1005"/>
                <a:gd name="T45" fmla="*/ 46 h 774"/>
                <a:gd name="T46" fmla="*/ 624 w 1005"/>
                <a:gd name="T47" fmla="*/ 440 h 774"/>
                <a:gd name="T48" fmla="*/ 827 w 1005"/>
                <a:gd name="T49" fmla="*/ 340 h 774"/>
                <a:gd name="T50" fmla="*/ 746 w 1005"/>
                <a:gd name="T51" fmla="*/ 272 h 774"/>
                <a:gd name="T52" fmla="*/ 624 w 1005"/>
                <a:gd name="T53" fmla="*/ 250 h 774"/>
                <a:gd name="T54" fmla="*/ 704 w 1005"/>
                <a:gd name="T55" fmla="*/ 309 h 774"/>
                <a:gd name="T56" fmla="*/ 736 w 1005"/>
                <a:gd name="T57" fmla="*/ 409 h 774"/>
                <a:gd name="T58" fmla="*/ 850 w 1005"/>
                <a:gd name="T59" fmla="*/ 419 h 774"/>
                <a:gd name="T60" fmla="*/ 682 w 1005"/>
                <a:gd name="T61" fmla="*/ 241 h 774"/>
                <a:gd name="T62" fmla="*/ 963 w 1005"/>
                <a:gd name="T63" fmla="*/ 641 h 774"/>
                <a:gd name="T64" fmla="*/ 110 w 1005"/>
                <a:gd name="T65" fmla="*/ 629 h 774"/>
                <a:gd name="T66" fmla="*/ 821 w 1005"/>
                <a:gd name="T67" fmla="*/ 686 h 774"/>
                <a:gd name="T68" fmla="*/ 963 w 1005"/>
                <a:gd name="T69" fmla="*/ 609 h 774"/>
                <a:gd name="T70" fmla="*/ 895 w 1005"/>
                <a:gd name="T71" fmla="*/ 560 h 774"/>
                <a:gd name="T72" fmla="*/ 844 w 1005"/>
                <a:gd name="T73" fmla="*/ 528 h 774"/>
                <a:gd name="T74" fmla="*/ 763 w 1005"/>
                <a:gd name="T75" fmla="*/ 463 h 774"/>
                <a:gd name="T76" fmla="*/ 727 w 1005"/>
                <a:gd name="T77" fmla="*/ 543 h 774"/>
                <a:gd name="T78" fmla="*/ 666 w 1005"/>
                <a:gd name="T79" fmla="*/ 617 h 774"/>
                <a:gd name="T80" fmla="*/ 538 w 1005"/>
                <a:gd name="T81" fmla="*/ 525 h 774"/>
                <a:gd name="T82" fmla="*/ 579 w 1005"/>
                <a:gd name="T83" fmla="*/ 430 h 774"/>
                <a:gd name="T84" fmla="*/ 649 w 1005"/>
                <a:gd name="T85" fmla="*/ 387 h 774"/>
                <a:gd name="T86" fmla="*/ 636 w 1005"/>
                <a:gd name="T87" fmla="*/ 339 h 774"/>
                <a:gd name="T88" fmla="*/ 580 w 1005"/>
                <a:gd name="T89" fmla="*/ 343 h 774"/>
                <a:gd name="T90" fmla="*/ 537 w 1005"/>
                <a:gd name="T91" fmla="*/ 271 h 774"/>
                <a:gd name="T92" fmla="*/ 518 w 1005"/>
                <a:gd name="T93" fmla="*/ 292 h 774"/>
                <a:gd name="T94" fmla="*/ 508 w 1005"/>
                <a:gd name="T95" fmla="*/ 364 h 774"/>
                <a:gd name="T96" fmla="*/ 492 w 1005"/>
                <a:gd name="T97" fmla="*/ 348 h 774"/>
                <a:gd name="T98" fmla="*/ 399 w 1005"/>
                <a:gd name="T99" fmla="*/ 348 h 774"/>
                <a:gd name="T100" fmla="*/ 268 w 1005"/>
                <a:gd name="T101" fmla="*/ 339 h 774"/>
                <a:gd name="T102" fmla="*/ 97 w 1005"/>
                <a:gd name="T103" fmla="*/ 340 h 774"/>
                <a:gd name="T104" fmla="*/ 47 w 1005"/>
                <a:gd name="T105" fmla="*/ 341 h 774"/>
                <a:gd name="T106" fmla="*/ 127 w 1005"/>
                <a:gd name="T107" fmla="*/ 588 h 774"/>
                <a:gd name="T108" fmla="*/ 182 w 1005"/>
                <a:gd name="T109" fmla="*/ 658 h 774"/>
                <a:gd name="T110" fmla="*/ 623 w 1005"/>
                <a:gd name="T111" fmla="*/ 689 h 774"/>
                <a:gd name="T112" fmla="*/ 701 w 1005"/>
                <a:gd name="T113" fmla="*/ 766 h 774"/>
                <a:gd name="T114" fmla="*/ 866 w 1005"/>
                <a:gd name="T115" fmla="*/ 722 h 774"/>
                <a:gd name="T116" fmla="*/ 243 w 1005"/>
                <a:gd name="T117" fmla="*/ 407 h 774"/>
                <a:gd name="T118" fmla="*/ 241 w 1005"/>
                <a:gd name="T119" fmla="*/ 392 h 774"/>
                <a:gd name="T120" fmla="*/ 503 w 1005"/>
                <a:gd name="T121" fmla="*/ 656 h 77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005"/>
                <a:gd name="T184" fmla="*/ 0 h 774"/>
                <a:gd name="T185" fmla="*/ 1005 w 1005"/>
                <a:gd name="T186" fmla="*/ 774 h 77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005" h="774">
                  <a:moveTo>
                    <a:pt x="198" y="678"/>
                  </a:moveTo>
                  <a:cubicBezTo>
                    <a:pt x="195" y="675"/>
                    <a:pt x="187" y="676"/>
                    <a:pt x="185" y="672"/>
                  </a:cubicBezTo>
                  <a:cubicBezTo>
                    <a:pt x="184" y="669"/>
                    <a:pt x="176" y="657"/>
                    <a:pt x="172" y="658"/>
                  </a:cubicBezTo>
                  <a:cubicBezTo>
                    <a:pt x="168" y="658"/>
                    <a:pt x="162" y="658"/>
                    <a:pt x="157" y="654"/>
                  </a:cubicBezTo>
                  <a:cubicBezTo>
                    <a:pt x="152" y="651"/>
                    <a:pt x="149" y="650"/>
                    <a:pt x="146" y="653"/>
                  </a:cubicBezTo>
                  <a:cubicBezTo>
                    <a:pt x="142" y="655"/>
                    <a:pt x="149" y="655"/>
                    <a:pt x="149" y="658"/>
                  </a:cubicBezTo>
                  <a:cubicBezTo>
                    <a:pt x="149" y="660"/>
                    <a:pt x="151" y="662"/>
                    <a:pt x="154" y="661"/>
                  </a:cubicBezTo>
                  <a:cubicBezTo>
                    <a:pt x="157" y="661"/>
                    <a:pt x="159" y="667"/>
                    <a:pt x="162" y="667"/>
                  </a:cubicBezTo>
                  <a:cubicBezTo>
                    <a:pt x="165" y="668"/>
                    <a:pt x="166" y="672"/>
                    <a:pt x="170" y="672"/>
                  </a:cubicBezTo>
                  <a:cubicBezTo>
                    <a:pt x="173" y="672"/>
                    <a:pt x="174" y="676"/>
                    <a:pt x="176" y="679"/>
                  </a:cubicBezTo>
                  <a:cubicBezTo>
                    <a:pt x="177" y="681"/>
                    <a:pt x="181" y="679"/>
                    <a:pt x="181" y="681"/>
                  </a:cubicBezTo>
                  <a:cubicBezTo>
                    <a:pt x="181" y="683"/>
                    <a:pt x="185" y="685"/>
                    <a:pt x="186" y="687"/>
                  </a:cubicBezTo>
                  <a:cubicBezTo>
                    <a:pt x="193" y="688"/>
                    <a:pt x="199" y="689"/>
                    <a:pt x="204" y="687"/>
                  </a:cubicBezTo>
                  <a:cubicBezTo>
                    <a:pt x="204" y="686"/>
                    <a:pt x="205" y="684"/>
                    <a:pt x="205" y="683"/>
                  </a:cubicBezTo>
                  <a:cubicBezTo>
                    <a:pt x="207" y="680"/>
                    <a:pt x="202" y="682"/>
                    <a:pt x="198" y="678"/>
                  </a:cubicBezTo>
                  <a:close/>
                  <a:moveTo>
                    <a:pt x="190" y="281"/>
                  </a:moveTo>
                  <a:cubicBezTo>
                    <a:pt x="199" y="283"/>
                    <a:pt x="200" y="299"/>
                    <a:pt x="206" y="299"/>
                  </a:cubicBezTo>
                  <a:cubicBezTo>
                    <a:pt x="210" y="299"/>
                    <a:pt x="207" y="294"/>
                    <a:pt x="213" y="294"/>
                  </a:cubicBezTo>
                  <a:cubicBezTo>
                    <a:pt x="220" y="294"/>
                    <a:pt x="218" y="291"/>
                    <a:pt x="224" y="291"/>
                  </a:cubicBezTo>
                  <a:cubicBezTo>
                    <a:pt x="230" y="292"/>
                    <a:pt x="235" y="290"/>
                    <a:pt x="235" y="283"/>
                  </a:cubicBezTo>
                  <a:cubicBezTo>
                    <a:pt x="235" y="276"/>
                    <a:pt x="240" y="273"/>
                    <a:pt x="246" y="272"/>
                  </a:cubicBezTo>
                  <a:cubicBezTo>
                    <a:pt x="252" y="270"/>
                    <a:pt x="246" y="263"/>
                    <a:pt x="255" y="261"/>
                  </a:cubicBezTo>
                  <a:cubicBezTo>
                    <a:pt x="263" y="259"/>
                    <a:pt x="287" y="249"/>
                    <a:pt x="291" y="246"/>
                  </a:cubicBezTo>
                  <a:cubicBezTo>
                    <a:pt x="295" y="243"/>
                    <a:pt x="286" y="239"/>
                    <a:pt x="277" y="233"/>
                  </a:cubicBezTo>
                  <a:cubicBezTo>
                    <a:pt x="268" y="228"/>
                    <a:pt x="261" y="226"/>
                    <a:pt x="254" y="231"/>
                  </a:cubicBezTo>
                  <a:cubicBezTo>
                    <a:pt x="247" y="235"/>
                    <a:pt x="252" y="226"/>
                    <a:pt x="247" y="228"/>
                  </a:cubicBezTo>
                  <a:cubicBezTo>
                    <a:pt x="241" y="231"/>
                    <a:pt x="226" y="224"/>
                    <a:pt x="224" y="222"/>
                  </a:cubicBezTo>
                  <a:cubicBezTo>
                    <a:pt x="222" y="219"/>
                    <a:pt x="195" y="227"/>
                    <a:pt x="189" y="227"/>
                  </a:cubicBezTo>
                  <a:cubicBezTo>
                    <a:pt x="182" y="227"/>
                    <a:pt x="189" y="234"/>
                    <a:pt x="194" y="238"/>
                  </a:cubicBezTo>
                  <a:cubicBezTo>
                    <a:pt x="198" y="241"/>
                    <a:pt x="183" y="252"/>
                    <a:pt x="186" y="255"/>
                  </a:cubicBezTo>
                  <a:cubicBezTo>
                    <a:pt x="189" y="257"/>
                    <a:pt x="183" y="264"/>
                    <a:pt x="176" y="272"/>
                  </a:cubicBezTo>
                  <a:cubicBezTo>
                    <a:pt x="169" y="280"/>
                    <a:pt x="181" y="279"/>
                    <a:pt x="190" y="281"/>
                  </a:cubicBezTo>
                  <a:close/>
                  <a:moveTo>
                    <a:pt x="440" y="322"/>
                  </a:moveTo>
                  <a:cubicBezTo>
                    <a:pt x="443" y="319"/>
                    <a:pt x="455" y="329"/>
                    <a:pt x="456" y="322"/>
                  </a:cubicBezTo>
                  <a:cubicBezTo>
                    <a:pt x="456" y="314"/>
                    <a:pt x="442" y="311"/>
                    <a:pt x="436" y="307"/>
                  </a:cubicBezTo>
                  <a:cubicBezTo>
                    <a:pt x="430" y="303"/>
                    <a:pt x="427" y="305"/>
                    <a:pt x="418" y="298"/>
                  </a:cubicBezTo>
                  <a:cubicBezTo>
                    <a:pt x="408" y="291"/>
                    <a:pt x="420" y="287"/>
                    <a:pt x="413" y="282"/>
                  </a:cubicBezTo>
                  <a:cubicBezTo>
                    <a:pt x="406" y="276"/>
                    <a:pt x="404" y="261"/>
                    <a:pt x="409" y="256"/>
                  </a:cubicBezTo>
                  <a:cubicBezTo>
                    <a:pt x="414" y="251"/>
                    <a:pt x="419" y="244"/>
                    <a:pt x="410" y="240"/>
                  </a:cubicBezTo>
                  <a:cubicBezTo>
                    <a:pt x="401" y="237"/>
                    <a:pt x="387" y="243"/>
                    <a:pt x="388" y="245"/>
                  </a:cubicBezTo>
                  <a:cubicBezTo>
                    <a:pt x="390" y="247"/>
                    <a:pt x="402" y="254"/>
                    <a:pt x="402" y="257"/>
                  </a:cubicBezTo>
                  <a:cubicBezTo>
                    <a:pt x="402" y="260"/>
                    <a:pt x="391" y="249"/>
                    <a:pt x="387" y="251"/>
                  </a:cubicBezTo>
                  <a:cubicBezTo>
                    <a:pt x="383" y="254"/>
                    <a:pt x="378" y="246"/>
                    <a:pt x="375" y="251"/>
                  </a:cubicBezTo>
                  <a:cubicBezTo>
                    <a:pt x="371" y="256"/>
                    <a:pt x="379" y="274"/>
                    <a:pt x="382" y="279"/>
                  </a:cubicBezTo>
                  <a:cubicBezTo>
                    <a:pt x="385" y="284"/>
                    <a:pt x="379" y="284"/>
                    <a:pt x="375" y="285"/>
                  </a:cubicBezTo>
                  <a:cubicBezTo>
                    <a:pt x="371" y="286"/>
                    <a:pt x="371" y="271"/>
                    <a:pt x="367" y="265"/>
                  </a:cubicBezTo>
                  <a:cubicBezTo>
                    <a:pt x="363" y="260"/>
                    <a:pt x="347" y="253"/>
                    <a:pt x="346" y="257"/>
                  </a:cubicBezTo>
                  <a:cubicBezTo>
                    <a:pt x="345" y="261"/>
                    <a:pt x="356" y="261"/>
                    <a:pt x="354" y="267"/>
                  </a:cubicBezTo>
                  <a:cubicBezTo>
                    <a:pt x="353" y="272"/>
                    <a:pt x="347" y="263"/>
                    <a:pt x="341" y="268"/>
                  </a:cubicBezTo>
                  <a:cubicBezTo>
                    <a:pt x="336" y="272"/>
                    <a:pt x="337" y="269"/>
                    <a:pt x="338" y="265"/>
                  </a:cubicBezTo>
                  <a:cubicBezTo>
                    <a:pt x="339" y="260"/>
                    <a:pt x="330" y="255"/>
                    <a:pt x="320" y="256"/>
                  </a:cubicBezTo>
                  <a:cubicBezTo>
                    <a:pt x="310" y="257"/>
                    <a:pt x="315" y="264"/>
                    <a:pt x="312" y="267"/>
                  </a:cubicBezTo>
                  <a:cubicBezTo>
                    <a:pt x="309" y="269"/>
                    <a:pt x="294" y="265"/>
                    <a:pt x="304" y="263"/>
                  </a:cubicBezTo>
                  <a:cubicBezTo>
                    <a:pt x="313" y="261"/>
                    <a:pt x="309" y="256"/>
                    <a:pt x="306" y="250"/>
                  </a:cubicBezTo>
                  <a:cubicBezTo>
                    <a:pt x="302" y="245"/>
                    <a:pt x="293" y="251"/>
                    <a:pt x="277" y="257"/>
                  </a:cubicBezTo>
                  <a:cubicBezTo>
                    <a:pt x="262" y="262"/>
                    <a:pt x="255" y="268"/>
                    <a:pt x="257" y="269"/>
                  </a:cubicBezTo>
                  <a:cubicBezTo>
                    <a:pt x="259" y="269"/>
                    <a:pt x="259" y="272"/>
                    <a:pt x="253" y="277"/>
                  </a:cubicBezTo>
                  <a:cubicBezTo>
                    <a:pt x="247" y="282"/>
                    <a:pt x="253" y="286"/>
                    <a:pt x="259" y="286"/>
                  </a:cubicBezTo>
                  <a:cubicBezTo>
                    <a:pt x="264" y="286"/>
                    <a:pt x="260" y="290"/>
                    <a:pt x="263" y="292"/>
                  </a:cubicBezTo>
                  <a:cubicBezTo>
                    <a:pt x="267" y="293"/>
                    <a:pt x="285" y="285"/>
                    <a:pt x="290" y="288"/>
                  </a:cubicBezTo>
                  <a:cubicBezTo>
                    <a:pt x="295" y="292"/>
                    <a:pt x="260" y="294"/>
                    <a:pt x="260" y="300"/>
                  </a:cubicBezTo>
                  <a:cubicBezTo>
                    <a:pt x="260" y="306"/>
                    <a:pt x="279" y="309"/>
                    <a:pt x="293" y="307"/>
                  </a:cubicBezTo>
                  <a:cubicBezTo>
                    <a:pt x="307" y="304"/>
                    <a:pt x="332" y="309"/>
                    <a:pt x="332" y="312"/>
                  </a:cubicBezTo>
                  <a:cubicBezTo>
                    <a:pt x="332" y="316"/>
                    <a:pt x="315" y="315"/>
                    <a:pt x="303" y="314"/>
                  </a:cubicBezTo>
                  <a:cubicBezTo>
                    <a:pt x="290" y="314"/>
                    <a:pt x="269" y="318"/>
                    <a:pt x="270" y="322"/>
                  </a:cubicBezTo>
                  <a:cubicBezTo>
                    <a:pt x="271" y="326"/>
                    <a:pt x="272" y="326"/>
                    <a:pt x="285" y="332"/>
                  </a:cubicBezTo>
                  <a:cubicBezTo>
                    <a:pt x="298" y="338"/>
                    <a:pt x="312" y="329"/>
                    <a:pt x="311" y="338"/>
                  </a:cubicBezTo>
                  <a:cubicBezTo>
                    <a:pt x="311" y="346"/>
                    <a:pt x="318" y="348"/>
                    <a:pt x="336" y="349"/>
                  </a:cubicBezTo>
                  <a:cubicBezTo>
                    <a:pt x="353" y="349"/>
                    <a:pt x="361" y="341"/>
                    <a:pt x="370" y="341"/>
                  </a:cubicBezTo>
                  <a:cubicBezTo>
                    <a:pt x="378" y="342"/>
                    <a:pt x="382" y="340"/>
                    <a:pt x="386" y="334"/>
                  </a:cubicBezTo>
                  <a:cubicBezTo>
                    <a:pt x="390" y="328"/>
                    <a:pt x="394" y="332"/>
                    <a:pt x="395" y="335"/>
                  </a:cubicBezTo>
                  <a:cubicBezTo>
                    <a:pt x="396" y="338"/>
                    <a:pt x="407" y="337"/>
                    <a:pt x="409" y="340"/>
                  </a:cubicBezTo>
                  <a:cubicBezTo>
                    <a:pt x="416" y="346"/>
                    <a:pt x="437" y="344"/>
                    <a:pt x="445" y="340"/>
                  </a:cubicBezTo>
                  <a:cubicBezTo>
                    <a:pt x="453" y="336"/>
                    <a:pt x="441" y="325"/>
                    <a:pt x="437" y="330"/>
                  </a:cubicBezTo>
                  <a:cubicBezTo>
                    <a:pt x="433" y="335"/>
                    <a:pt x="430" y="332"/>
                    <a:pt x="429" y="330"/>
                  </a:cubicBezTo>
                  <a:cubicBezTo>
                    <a:pt x="428" y="327"/>
                    <a:pt x="437" y="326"/>
                    <a:pt x="440" y="322"/>
                  </a:cubicBezTo>
                  <a:close/>
                  <a:moveTo>
                    <a:pt x="250" y="199"/>
                  </a:moveTo>
                  <a:cubicBezTo>
                    <a:pt x="259" y="200"/>
                    <a:pt x="268" y="192"/>
                    <a:pt x="267" y="188"/>
                  </a:cubicBezTo>
                  <a:cubicBezTo>
                    <a:pt x="267" y="183"/>
                    <a:pt x="245" y="199"/>
                    <a:pt x="250" y="199"/>
                  </a:cubicBezTo>
                  <a:close/>
                  <a:moveTo>
                    <a:pt x="208" y="185"/>
                  </a:moveTo>
                  <a:cubicBezTo>
                    <a:pt x="212" y="187"/>
                    <a:pt x="208" y="194"/>
                    <a:pt x="212" y="192"/>
                  </a:cubicBezTo>
                  <a:cubicBezTo>
                    <a:pt x="216" y="190"/>
                    <a:pt x="217" y="189"/>
                    <a:pt x="220" y="190"/>
                  </a:cubicBezTo>
                  <a:cubicBezTo>
                    <a:pt x="226" y="192"/>
                    <a:pt x="227" y="187"/>
                    <a:pt x="229" y="185"/>
                  </a:cubicBezTo>
                  <a:cubicBezTo>
                    <a:pt x="232" y="182"/>
                    <a:pt x="231" y="194"/>
                    <a:pt x="237" y="194"/>
                  </a:cubicBezTo>
                  <a:cubicBezTo>
                    <a:pt x="243" y="194"/>
                    <a:pt x="242" y="182"/>
                    <a:pt x="247" y="185"/>
                  </a:cubicBezTo>
                  <a:cubicBezTo>
                    <a:pt x="252" y="189"/>
                    <a:pt x="253" y="184"/>
                    <a:pt x="254" y="180"/>
                  </a:cubicBezTo>
                  <a:cubicBezTo>
                    <a:pt x="255" y="177"/>
                    <a:pt x="255" y="171"/>
                    <a:pt x="261" y="170"/>
                  </a:cubicBezTo>
                  <a:cubicBezTo>
                    <a:pt x="266" y="169"/>
                    <a:pt x="262" y="175"/>
                    <a:pt x="264" y="180"/>
                  </a:cubicBezTo>
                  <a:cubicBezTo>
                    <a:pt x="268" y="186"/>
                    <a:pt x="274" y="180"/>
                    <a:pt x="275" y="177"/>
                  </a:cubicBezTo>
                  <a:cubicBezTo>
                    <a:pt x="275" y="174"/>
                    <a:pt x="284" y="176"/>
                    <a:pt x="284" y="173"/>
                  </a:cubicBezTo>
                  <a:cubicBezTo>
                    <a:pt x="283" y="169"/>
                    <a:pt x="286" y="168"/>
                    <a:pt x="284" y="164"/>
                  </a:cubicBezTo>
                  <a:cubicBezTo>
                    <a:pt x="281" y="160"/>
                    <a:pt x="288" y="161"/>
                    <a:pt x="291" y="158"/>
                  </a:cubicBezTo>
                  <a:cubicBezTo>
                    <a:pt x="294" y="155"/>
                    <a:pt x="287" y="158"/>
                    <a:pt x="282" y="153"/>
                  </a:cubicBezTo>
                  <a:cubicBezTo>
                    <a:pt x="277" y="149"/>
                    <a:pt x="275" y="155"/>
                    <a:pt x="275" y="158"/>
                  </a:cubicBezTo>
                  <a:cubicBezTo>
                    <a:pt x="275" y="161"/>
                    <a:pt x="265" y="158"/>
                    <a:pt x="260" y="156"/>
                  </a:cubicBezTo>
                  <a:cubicBezTo>
                    <a:pt x="254" y="154"/>
                    <a:pt x="247" y="163"/>
                    <a:pt x="239" y="167"/>
                  </a:cubicBezTo>
                  <a:cubicBezTo>
                    <a:pt x="231" y="171"/>
                    <a:pt x="231" y="178"/>
                    <a:pt x="223" y="177"/>
                  </a:cubicBezTo>
                  <a:cubicBezTo>
                    <a:pt x="216" y="177"/>
                    <a:pt x="205" y="184"/>
                    <a:pt x="208" y="185"/>
                  </a:cubicBezTo>
                  <a:close/>
                  <a:moveTo>
                    <a:pt x="286" y="183"/>
                  </a:moveTo>
                  <a:cubicBezTo>
                    <a:pt x="279" y="183"/>
                    <a:pt x="280" y="190"/>
                    <a:pt x="288" y="190"/>
                  </a:cubicBezTo>
                  <a:cubicBezTo>
                    <a:pt x="296" y="190"/>
                    <a:pt x="298" y="193"/>
                    <a:pt x="287" y="192"/>
                  </a:cubicBezTo>
                  <a:cubicBezTo>
                    <a:pt x="275" y="192"/>
                    <a:pt x="270" y="202"/>
                    <a:pt x="278" y="200"/>
                  </a:cubicBezTo>
                  <a:cubicBezTo>
                    <a:pt x="286" y="198"/>
                    <a:pt x="296" y="198"/>
                    <a:pt x="290" y="200"/>
                  </a:cubicBezTo>
                  <a:cubicBezTo>
                    <a:pt x="284" y="202"/>
                    <a:pt x="268" y="203"/>
                    <a:pt x="270" y="206"/>
                  </a:cubicBezTo>
                  <a:cubicBezTo>
                    <a:pt x="271" y="208"/>
                    <a:pt x="278" y="208"/>
                    <a:pt x="284" y="210"/>
                  </a:cubicBezTo>
                  <a:cubicBezTo>
                    <a:pt x="291" y="213"/>
                    <a:pt x="295" y="214"/>
                    <a:pt x="300" y="209"/>
                  </a:cubicBezTo>
                  <a:cubicBezTo>
                    <a:pt x="305" y="203"/>
                    <a:pt x="311" y="198"/>
                    <a:pt x="309" y="205"/>
                  </a:cubicBezTo>
                  <a:cubicBezTo>
                    <a:pt x="306" y="213"/>
                    <a:pt x="317" y="207"/>
                    <a:pt x="330" y="207"/>
                  </a:cubicBezTo>
                  <a:cubicBezTo>
                    <a:pt x="344" y="206"/>
                    <a:pt x="328" y="215"/>
                    <a:pt x="314" y="216"/>
                  </a:cubicBezTo>
                  <a:cubicBezTo>
                    <a:pt x="300" y="217"/>
                    <a:pt x="302" y="224"/>
                    <a:pt x="313" y="226"/>
                  </a:cubicBezTo>
                  <a:cubicBezTo>
                    <a:pt x="324" y="229"/>
                    <a:pt x="348" y="219"/>
                    <a:pt x="353" y="214"/>
                  </a:cubicBezTo>
                  <a:cubicBezTo>
                    <a:pt x="359" y="208"/>
                    <a:pt x="364" y="217"/>
                    <a:pt x="369" y="213"/>
                  </a:cubicBezTo>
                  <a:cubicBezTo>
                    <a:pt x="375" y="209"/>
                    <a:pt x="385" y="213"/>
                    <a:pt x="395" y="211"/>
                  </a:cubicBezTo>
                  <a:cubicBezTo>
                    <a:pt x="404" y="209"/>
                    <a:pt x="406" y="191"/>
                    <a:pt x="399" y="188"/>
                  </a:cubicBezTo>
                  <a:cubicBezTo>
                    <a:pt x="392" y="185"/>
                    <a:pt x="392" y="192"/>
                    <a:pt x="386" y="193"/>
                  </a:cubicBezTo>
                  <a:cubicBezTo>
                    <a:pt x="381" y="194"/>
                    <a:pt x="378" y="187"/>
                    <a:pt x="373" y="182"/>
                  </a:cubicBezTo>
                  <a:cubicBezTo>
                    <a:pt x="369" y="178"/>
                    <a:pt x="372" y="169"/>
                    <a:pt x="365" y="170"/>
                  </a:cubicBezTo>
                  <a:cubicBezTo>
                    <a:pt x="359" y="171"/>
                    <a:pt x="345" y="182"/>
                    <a:pt x="353" y="183"/>
                  </a:cubicBezTo>
                  <a:cubicBezTo>
                    <a:pt x="362" y="184"/>
                    <a:pt x="359" y="188"/>
                    <a:pt x="354" y="190"/>
                  </a:cubicBezTo>
                  <a:cubicBezTo>
                    <a:pt x="350" y="192"/>
                    <a:pt x="365" y="196"/>
                    <a:pt x="363" y="199"/>
                  </a:cubicBezTo>
                  <a:cubicBezTo>
                    <a:pt x="361" y="202"/>
                    <a:pt x="338" y="199"/>
                    <a:pt x="337" y="194"/>
                  </a:cubicBezTo>
                  <a:cubicBezTo>
                    <a:pt x="336" y="189"/>
                    <a:pt x="318" y="180"/>
                    <a:pt x="310" y="182"/>
                  </a:cubicBezTo>
                  <a:cubicBezTo>
                    <a:pt x="303" y="184"/>
                    <a:pt x="306" y="176"/>
                    <a:pt x="298" y="176"/>
                  </a:cubicBezTo>
                  <a:cubicBezTo>
                    <a:pt x="291" y="175"/>
                    <a:pt x="293" y="182"/>
                    <a:pt x="286" y="183"/>
                  </a:cubicBezTo>
                  <a:close/>
                  <a:moveTo>
                    <a:pt x="312" y="147"/>
                  </a:moveTo>
                  <a:cubicBezTo>
                    <a:pt x="315" y="141"/>
                    <a:pt x="296" y="142"/>
                    <a:pt x="297" y="144"/>
                  </a:cubicBezTo>
                  <a:cubicBezTo>
                    <a:pt x="301" y="148"/>
                    <a:pt x="310" y="153"/>
                    <a:pt x="312" y="147"/>
                  </a:cubicBezTo>
                  <a:close/>
                  <a:moveTo>
                    <a:pt x="354" y="144"/>
                  </a:moveTo>
                  <a:cubicBezTo>
                    <a:pt x="360" y="143"/>
                    <a:pt x="357" y="138"/>
                    <a:pt x="347" y="140"/>
                  </a:cubicBezTo>
                  <a:cubicBezTo>
                    <a:pt x="336" y="141"/>
                    <a:pt x="318" y="141"/>
                    <a:pt x="318" y="149"/>
                  </a:cubicBezTo>
                  <a:cubicBezTo>
                    <a:pt x="318" y="155"/>
                    <a:pt x="322" y="158"/>
                    <a:pt x="333" y="159"/>
                  </a:cubicBezTo>
                  <a:cubicBezTo>
                    <a:pt x="345" y="160"/>
                    <a:pt x="355" y="149"/>
                    <a:pt x="349" y="149"/>
                  </a:cubicBezTo>
                  <a:cubicBezTo>
                    <a:pt x="344" y="149"/>
                    <a:pt x="347" y="145"/>
                    <a:pt x="354" y="144"/>
                  </a:cubicBezTo>
                  <a:close/>
                  <a:moveTo>
                    <a:pt x="329" y="135"/>
                  </a:moveTo>
                  <a:cubicBezTo>
                    <a:pt x="334" y="137"/>
                    <a:pt x="339" y="130"/>
                    <a:pt x="343" y="133"/>
                  </a:cubicBezTo>
                  <a:cubicBezTo>
                    <a:pt x="346" y="136"/>
                    <a:pt x="362" y="139"/>
                    <a:pt x="362" y="131"/>
                  </a:cubicBezTo>
                  <a:cubicBezTo>
                    <a:pt x="362" y="123"/>
                    <a:pt x="342" y="122"/>
                    <a:pt x="337" y="125"/>
                  </a:cubicBezTo>
                  <a:cubicBezTo>
                    <a:pt x="332" y="128"/>
                    <a:pt x="309" y="129"/>
                    <a:pt x="316" y="134"/>
                  </a:cubicBezTo>
                  <a:cubicBezTo>
                    <a:pt x="320" y="137"/>
                    <a:pt x="324" y="133"/>
                    <a:pt x="329" y="135"/>
                  </a:cubicBezTo>
                  <a:close/>
                  <a:moveTo>
                    <a:pt x="413" y="119"/>
                  </a:moveTo>
                  <a:cubicBezTo>
                    <a:pt x="419" y="115"/>
                    <a:pt x="430" y="122"/>
                    <a:pt x="428" y="126"/>
                  </a:cubicBezTo>
                  <a:cubicBezTo>
                    <a:pt x="426" y="131"/>
                    <a:pt x="409" y="125"/>
                    <a:pt x="410" y="129"/>
                  </a:cubicBezTo>
                  <a:cubicBezTo>
                    <a:pt x="410" y="131"/>
                    <a:pt x="412" y="137"/>
                    <a:pt x="424" y="133"/>
                  </a:cubicBezTo>
                  <a:cubicBezTo>
                    <a:pt x="436" y="130"/>
                    <a:pt x="446" y="132"/>
                    <a:pt x="454" y="139"/>
                  </a:cubicBezTo>
                  <a:cubicBezTo>
                    <a:pt x="462" y="145"/>
                    <a:pt x="470" y="148"/>
                    <a:pt x="475" y="141"/>
                  </a:cubicBezTo>
                  <a:cubicBezTo>
                    <a:pt x="481" y="135"/>
                    <a:pt x="468" y="134"/>
                    <a:pt x="471" y="129"/>
                  </a:cubicBezTo>
                  <a:cubicBezTo>
                    <a:pt x="473" y="124"/>
                    <a:pt x="463" y="121"/>
                    <a:pt x="457" y="121"/>
                  </a:cubicBezTo>
                  <a:cubicBezTo>
                    <a:pt x="452" y="121"/>
                    <a:pt x="450" y="111"/>
                    <a:pt x="445" y="113"/>
                  </a:cubicBezTo>
                  <a:cubicBezTo>
                    <a:pt x="441" y="115"/>
                    <a:pt x="438" y="118"/>
                    <a:pt x="438" y="112"/>
                  </a:cubicBezTo>
                  <a:cubicBezTo>
                    <a:pt x="438" y="105"/>
                    <a:pt x="412" y="105"/>
                    <a:pt x="405" y="107"/>
                  </a:cubicBezTo>
                  <a:cubicBezTo>
                    <a:pt x="399" y="110"/>
                    <a:pt x="407" y="123"/>
                    <a:pt x="413" y="119"/>
                  </a:cubicBezTo>
                  <a:close/>
                  <a:moveTo>
                    <a:pt x="416" y="161"/>
                  </a:moveTo>
                  <a:cubicBezTo>
                    <a:pt x="420" y="156"/>
                    <a:pt x="400" y="140"/>
                    <a:pt x="399" y="148"/>
                  </a:cubicBezTo>
                  <a:cubicBezTo>
                    <a:pt x="398" y="155"/>
                    <a:pt x="412" y="166"/>
                    <a:pt x="416" y="161"/>
                  </a:cubicBezTo>
                  <a:close/>
                  <a:moveTo>
                    <a:pt x="481" y="96"/>
                  </a:moveTo>
                  <a:cubicBezTo>
                    <a:pt x="485" y="90"/>
                    <a:pt x="460" y="85"/>
                    <a:pt x="466" y="90"/>
                  </a:cubicBezTo>
                  <a:cubicBezTo>
                    <a:pt x="470" y="93"/>
                    <a:pt x="478" y="102"/>
                    <a:pt x="481" y="96"/>
                  </a:cubicBezTo>
                  <a:close/>
                  <a:moveTo>
                    <a:pt x="425" y="209"/>
                  </a:moveTo>
                  <a:cubicBezTo>
                    <a:pt x="428" y="205"/>
                    <a:pt x="417" y="197"/>
                    <a:pt x="414" y="204"/>
                  </a:cubicBezTo>
                  <a:cubicBezTo>
                    <a:pt x="411" y="211"/>
                    <a:pt x="421" y="213"/>
                    <a:pt x="425" y="209"/>
                  </a:cubicBezTo>
                  <a:close/>
                  <a:moveTo>
                    <a:pt x="481" y="174"/>
                  </a:moveTo>
                  <a:cubicBezTo>
                    <a:pt x="481" y="179"/>
                    <a:pt x="469" y="173"/>
                    <a:pt x="460" y="170"/>
                  </a:cubicBezTo>
                  <a:cubicBezTo>
                    <a:pt x="451" y="166"/>
                    <a:pt x="457" y="177"/>
                    <a:pt x="464" y="183"/>
                  </a:cubicBezTo>
                  <a:cubicBezTo>
                    <a:pt x="471" y="189"/>
                    <a:pt x="460" y="186"/>
                    <a:pt x="451" y="179"/>
                  </a:cubicBezTo>
                  <a:cubicBezTo>
                    <a:pt x="441" y="173"/>
                    <a:pt x="442" y="184"/>
                    <a:pt x="447" y="187"/>
                  </a:cubicBezTo>
                  <a:cubicBezTo>
                    <a:pt x="451" y="191"/>
                    <a:pt x="446" y="196"/>
                    <a:pt x="440" y="188"/>
                  </a:cubicBezTo>
                  <a:cubicBezTo>
                    <a:pt x="434" y="180"/>
                    <a:pt x="431" y="171"/>
                    <a:pt x="421" y="171"/>
                  </a:cubicBezTo>
                  <a:cubicBezTo>
                    <a:pt x="412" y="170"/>
                    <a:pt x="416" y="180"/>
                    <a:pt x="420" y="185"/>
                  </a:cubicBezTo>
                  <a:cubicBezTo>
                    <a:pt x="425" y="191"/>
                    <a:pt x="430" y="193"/>
                    <a:pt x="438" y="197"/>
                  </a:cubicBezTo>
                  <a:cubicBezTo>
                    <a:pt x="446" y="202"/>
                    <a:pt x="459" y="195"/>
                    <a:pt x="465" y="197"/>
                  </a:cubicBezTo>
                  <a:cubicBezTo>
                    <a:pt x="471" y="198"/>
                    <a:pt x="458" y="206"/>
                    <a:pt x="462" y="211"/>
                  </a:cubicBezTo>
                  <a:cubicBezTo>
                    <a:pt x="466" y="216"/>
                    <a:pt x="477" y="212"/>
                    <a:pt x="486" y="212"/>
                  </a:cubicBezTo>
                  <a:cubicBezTo>
                    <a:pt x="494" y="211"/>
                    <a:pt x="490" y="206"/>
                    <a:pt x="495" y="203"/>
                  </a:cubicBezTo>
                  <a:cubicBezTo>
                    <a:pt x="500" y="199"/>
                    <a:pt x="490" y="200"/>
                    <a:pt x="494" y="191"/>
                  </a:cubicBezTo>
                  <a:cubicBezTo>
                    <a:pt x="498" y="183"/>
                    <a:pt x="482" y="169"/>
                    <a:pt x="481" y="174"/>
                  </a:cubicBezTo>
                  <a:close/>
                  <a:moveTo>
                    <a:pt x="502" y="145"/>
                  </a:moveTo>
                  <a:cubicBezTo>
                    <a:pt x="510" y="145"/>
                    <a:pt x="516" y="144"/>
                    <a:pt x="522" y="141"/>
                  </a:cubicBezTo>
                  <a:cubicBezTo>
                    <a:pt x="529" y="139"/>
                    <a:pt x="519" y="139"/>
                    <a:pt x="523" y="133"/>
                  </a:cubicBezTo>
                  <a:cubicBezTo>
                    <a:pt x="528" y="127"/>
                    <a:pt x="512" y="126"/>
                    <a:pt x="511" y="128"/>
                  </a:cubicBezTo>
                  <a:cubicBezTo>
                    <a:pt x="510" y="130"/>
                    <a:pt x="491" y="116"/>
                    <a:pt x="488" y="121"/>
                  </a:cubicBezTo>
                  <a:cubicBezTo>
                    <a:pt x="485" y="125"/>
                    <a:pt x="495" y="145"/>
                    <a:pt x="502" y="145"/>
                  </a:cubicBezTo>
                  <a:close/>
                  <a:moveTo>
                    <a:pt x="543" y="147"/>
                  </a:moveTo>
                  <a:cubicBezTo>
                    <a:pt x="542" y="144"/>
                    <a:pt x="504" y="149"/>
                    <a:pt x="510" y="153"/>
                  </a:cubicBezTo>
                  <a:cubicBezTo>
                    <a:pt x="520" y="161"/>
                    <a:pt x="544" y="150"/>
                    <a:pt x="543" y="147"/>
                  </a:cubicBezTo>
                  <a:close/>
                  <a:moveTo>
                    <a:pt x="537" y="220"/>
                  </a:moveTo>
                  <a:cubicBezTo>
                    <a:pt x="546" y="220"/>
                    <a:pt x="542" y="209"/>
                    <a:pt x="532" y="201"/>
                  </a:cubicBezTo>
                  <a:cubicBezTo>
                    <a:pt x="522" y="194"/>
                    <a:pt x="499" y="209"/>
                    <a:pt x="503" y="212"/>
                  </a:cubicBezTo>
                  <a:cubicBezTo>
                    <a:pt x="508" y="216"/>
                    <a:pt x="528" y="221"/>
                    <a:pt x="537" y="220"/>
                  </a:cubicBezTo>
                  <a:close/>
                  <a:moveTo>
                    <a:pt x="473" y="290"/>
                  </a:moveTo>
                  <a:cubicBezTo>
                    <a:pt x="484" y="298"/>
                    <a:pt x="481" y="284"/>
                    <a:pt x="493" y="285"/>
                  </a:cubicBezTo>
                  <a:cubicBezTo>
                    <a:pt x="506" y="285"/>
                    <a:pt x="506" y="265"/>
                    <a:pt x="508" y="257"/>
                  </a:cubicBezTo>
                  <a:cubicBezTo>
                    <a:pt x="510" y="250"/>
                    <a:pt x="498" y="250"/>
                    <a:pt x="501" y="256"/>
                  </a:cubicBezTo>
                  <a:cubicBezTo>
                    <a:pt x="504" y="261"/>
                    <a:pt x="501" y="267"/>
                    <a:pt x="500" y="260"/>
                  </a:cubicBezTo>
                  <a:cubicBezTo>
                    <a:pt x="499" y="254"/>
                    <a:pt x="489" y="260"/>
                    <a:pt x="486" y="255"/>
                  </a:cubicBezTo>
                  <a:cubicBezTo>
                    <a:pt x="482" y="250"/>
                    <a:pt x="497" y="249"/>
                    <a:pt x="500" y="243"/>
                  </a:cubicBezTo>
                  <a:cubicBezTo>
                    <a:pt x="504" y="236"/>
                    <a:pt x="489" y="237"/>
                    <a:pt x="492" y="232"/>
                  </a:cubicBezTo>
                  <a:cubicBezTo>
                    <a:pt x="496" y="227"/>
                    <a:pt x="470" y="233"/>
                    <a:pt x="478" y="236"/>
                  </a:cubicBezTo>
                  <a:cubicBezTo>
                    <a:pt x="485" y="239"/>
                    <a:pt x="478" y="243"/>
                    <a:pt x="471" y="238"/>
                  </a:cubicBezTo>
                  <a:cubicBezTo>
                    <a:pt x="464" y="233"/>
                    <a:pt x="445" y="241"/>
                    <a:pt x="452" y="247"/>
                  </a:cubicBezTo>
                  <a:cubicBezTo>
                    <a:pt x="457" y="251"/>
                    <a:pt x="474" y="244"/>
                    <a:pt x="464" y="257"/>
                  </a:cubicBezTo>
                  <a:cubicBezTo>
                    <a:pt x="455" y="270"/>
                    <a:pt x="451" y="253"/>
                    <a:pt x="442" y="255"/>
                  </a:cubicBezTo>
                  <a:cubicBezTo>
                    <a:pt x="433" y="256"/>
                    <a:pt x="437" y="267"/>
                    <a:pt x="450" y="271"/>
                  </a:cubicBezTo>
                  <a:cubicBezTo>
                    <a:pt x="464" y="275"/>
                    <a:pt x="462" y="283"/>
                    <a:pt x="473" y="290"/>
                  </a:cubicBezTo>
                  <a:close/>
                  <a:moveTo>
                    <a:pt x="555" y="210"/>
                  </a:moveTo>
                  <a:cubicBezTo>
                    <a:pt x="558" y="220"/>
                    <a:pt x="562" y="213"/>
                    <a:pt x="568" y="217"/>
                  </a:cubicBezTo>
                  <a:cubicBezTo>
                    <a:pt x="573" y="221"/>
                    <a:pt x="582" y="224"/>
                    <a:pt x="586" y="220"/>
                  </a:cubicBezTo>
                  <a:cubicBezTo>
                    <a:pt x="591" y="216"/>
                    <a:pt x="593" y="213"/>
                    <a:pt x="594" y="216"/>
                  </a:cubicBezTo>
                  <a:cubicBezTo>
                    <a:pt x="597" y="222"/>
                    <a:pt x="608" y="223"/>
                    <a:pt x="632" y="223"/>
                  </a:cubicBezTo>
                  <a:cubicBezTo>
                    <a:pt x="656" y="224"/>
                    <a:pt x="650" y="213"/>
                    <a:pt x="657" y="217"/>
                  </a:cubicBezTo>
                  <a:cubicBezTo>
                    <a:pt x="664" y="221"/>
                    <a:pt x="680" y="221"/>
                    <a:pt x="687" y="220"/>
                  </a:cubicBezTo>
                  <a:cubicBezTo>
                    <a:pt x="694" y="218"/>
                    <a:pt x="697" y="207"/>
                    <a:pt x="697" y="202"/>
                  </a:cubicBezTo>
                  <a:cubicBezTo>
                    <a:pt x="696" y="196"/>
                    <a:pt x="643" y="192"/>
                    <a:pt x="633" y="197"/>
                  </a:cubicBezTo>
                  <a:cubicBezTo>
                    <a:pt x="624" y="203"/>
                    <a:pt x="609" y="195"/>
                    <a:pt x="601" y="199"/>
                  </a:cubicBezTo>
                  <a:cubicBezTo>
                    <a:pt x="594" y="203"/>
                    <a:pt x="596" y="194"/>
                    <a:pt x="583" y="193"/>
                  </a:cubicBezTo>
                  <a:cubicBezTo>
                    <a:pt x="569" y="193"/>
                    <a:pt x="584" y="186"/>
                    <a:pt x="586" y="183"/>
                  </a:cubicBezTo>
                  <a:cubicBezTo>
                    <a:pt x="589" y="180"/>
                    <a:pt x="566" y="172"/>
                    <a:pt x="556" y="174"/>
                  </a:cubicBezTo>
                  <a:cubicBezTo>
                    <a:pt x="547" y="176"/>
                    <a:pt x="541" y="171"/>
                    <a:pt x="532" y="167"/>
                  </a:cubicBezTo>
                  <a:cubicBezTo>
                    <a:pt x="523" y="163"/>
                    <a:pt x="499" y="163"/>
                    <a:pt x="504" y="171"/>
                  </a:cubicBezTo>
                  <a:cubicBezTo>
                    <a:pt x="507" y="176"/>
                    <a:pt x="536" y="186"/>
                    <a:pt x="539" y="181"/>
                  </a:cubicBezTo>
                  <a:cubicBezTo>
                    <a:pt x="542" y="176"/>
                    <a:pt x="550" y="187"/>
                    <a:pt x="554" y="193"/>
                  </a:cubicBezTo>
                  <a:cubicBezTo>
                    <a:pt x="559" y="198"/>
                    <a:pt x="551" y="200"/>
                    <a:pt x="555" y="210"/>
                  </a:cubicBezTo>
                  <a:close/>
                  <a:moveTo>
                    <a:pt x="580" y="151"/>
                  </a:moveTo>
                  <a:cubicBezTo>
                    <a:pt x="571" y="147"/>
                    <a:pt x="560" y="156"/>
                    <a:pt x="569" y="160"/>
                  </a:cubicBezTo>
                  <a:cubicBezTo>
                    <a:pt x="577" y="163"/>
                    <a:pt x="589" y="156"/>
                    <a:pt x="580" y="151"/>
                  </a:cubicBezTo>
                  <a:close/>
                  <a:moveTo>
                    <a:pt x="508" y="95"/>
                  </a:moveTo>
                  <a:cubicBezTo>
                    <a:pt x="516" y="99"/>
                    <a:pt x="511" y="104"/>
                    <a:pt x="519" y="107"/>
                  </a:cubicBezTo>
                  <a:cubicBezTo>
                    <a:pt x="527" y="111"/>
                    <a:pt x="550" y="103"/>
                    <a:pt x="552" y="108"/>
                  </a:cubicBezTo>
                  <a:cubicBezTo>
                    <a:pt x="554" y="114"/>
                    <a:pt x="529" y="114"/>
                    <a:pt x="532" y="118"/>
                  </a:cubicBezTo>
                  <a:cubicBezTo>
                    <a:pt x="536" y="121"/>
                    <a:pt x="550" y="127"/>
                    <a:pt x="548" y="130"/>
                  </a:cubicBezTo>
                  <a:cubicBezTo>
                    <a:pt x="546" y="133"/>
                    <a:pt x="572" y="141"/>
                    <a:pt x="575" y="137"/>
                  </a:cubicBezTo>
                  <a:cubicBezTo>
                    <a:pt x="577" y="133"/>
                    <a:pt x="584" y="134"/>
                    <a:pt x="591" y="137"/>
                  </a:cubicBezTo>
                  <a:cubicBezTo>
                    <a:pt x="597" y="139"/>
                    <a:pt x="598" y="121"/>
                    <a:pt x="602" y="124"/>
                  </a:cubicBezTo>
                  <a:cubicBezTo>
                    <a:pt x="607" y="127"/>
                    <a:pt x="606" y="118"/>
                    <a:pt x="614" y="115"/>
                  </a:cubicBezTo>
                  <a:cubicBezTo>
                    <a:pt x="621" y="112"/>
                    <a:pt x="632" y="111"/>
                    <a:pt x="633" y="108"/>
                  </a:cubicBezTo>
                  <a:cubicBezTo>
                    <a:pt x="633" y="106"/>
                    <a:pt x="631" y="102"/>
                    <a:pt x="622" y="103"/>
                  </a:cubicBezTo>
                  <a:cubicBezTo>
                    <a:pt x="613" y="104"/>
                    <a:pt x="607" y="101"/>
                    <a:pt x="611" y="96"/>
                  </a:cubicBezTo>
                  <a:cubicBezTo>
                    <a:pt x="615" y="91"/>
                    <a:pt x="601" y="89"/>
                    <a:pt x="606" y="85"/>
                  </a:cubicBezTo>
                  <a:cubicBezTo>
                    <a:pt x="611" y="81"/>
                    <a:pt x="596" y="77"/>
                    <a:pt x="598" y="83"/>
                  </a:cubicBezTo>
                  <a:cubicBezTo>
                    <a:pt x="599" y="89"/>
                    <a:pt x="589" y="84"/>
                    <a:pt x="587" y="78"/>
                  </a:cubicBezTo>
                  <a:cubicBezTo>
                    <a:pt x="586" y="73"/>
                    <a:pt x="565" y="71"/>
                    <a:pt x="552" y="59"/>
                  </a:cubicBezTo>
                  <a:cubicBezTo>
                    <a:pt x="538" y="47"/>
                    <a:pt x="524" y="55"/>
                    <a:pt x="532" y="56"/>
                  </a:cubicBezTo>
                  <a:cubicBezTo>
                    <a:pt x="540" y="58"/>
                    <a:pt x="540" y="62"/>
                    <a:pt x="533" y="61"/>
                  </a:cubicBezTo>
                  <a:cubicBezTo>
                    <a:pt x="527" y="61"/>
                    <a:pt x="515" y="62"/>
                    <a:pt x="526" y="66"/>
                  </a:cubicBezTo>
                  <a:cubicBezTo>
                    <a:pt x="536" y="70"/>
                    <a:pt x="525" y="71"/>
                    <a:pt x="516" y="71"/>
                  </a:cubicBezTo>
                  <a:cubicBezTo>
                    <a:pt x="508" y="71"/>
                    <a:pt x="507" y="82"/>
                    <a:pt x="518" y="84"/>
                  </a:cubicBezTo>
                  <a:cubicBezTo>
                    <a:pt x="529" y="85"/>
                    <a:pt x="521" y="92"/>
                    <a:pt x="512" y="89"/>
                  </a:cubicBezTo>
                  <a:cubicBezTo>
                    <a:pt x="503" y="87"/>
                    <a:pt x="500" y="91"/>
                    <a:pt x="508" y="95"/>
                  </a:cubicBezTo>
                  <a:close/>
                  <a:moveTo>
                    <a:pt x="569" y="46"/>
                  </a:moveTo>
                  <a:cubicBezTo>
                    <a:pt x="576" y="41"/>
                    <a:pt x="581" y="44"/>
                    <a:pt x="575" y="47"/>
                  </a:cubicBezTo>
                  <a:cubicBezTo>
                    <a:pt x="569" y="50"/>
                    <a:pt x="571" y="52"/>
                    <a:pt x="580" y="52"/>
                  </a:cubicBezTo>
                  <a:cubicBezTo>
                    <a:pt x="588" y="51"/>
                    <a:pt x="576" y="54"/>
                    <a:pt x="576" y="59"/>
                  </a:cubicBezTo>
                  <a:cubicBezTo>
                    <a:pt x="576" y="64"/>
                    <a:pt x="586" y="61"/>
                    <a:pt x="587" y="66"/>
                  </a:cubicBezTo>
                  <a:cubicBezTo>
                    <a:pt x="587" y="71"/>
                    <a:pt x="609" y="73"/>
                    <a:pt x="615" y="67"/>
                  </a:cubicBezTo>
                  <a:cubicBezTo>
                    <a:pt x="622" y="61"/>
                    <a:pt x="619" y="69"/>
                    <a:pt x="619" y="73"/>
                  </a:cubicBezTo>
                  <a:cubicBezTo>
                    <a:pt x="618" y="77"/>
                    <a:pt x="649" y="80"/>
                    <a:pt x="651" y="75"/>
                  </a:cubicBezTo>
                  <a:cubicBezTo>
                    <a:pt x="652" y="70"/>
                    <a:pt x="657" y="72"/>
                    <a:pt x="663" y="74"/>
                  </a:cubicBezTo>
                  <a:cubicBezTo>
                    <a:pt x="669" y="75"/>
                    <a:pt x="698" y="68"/>
                    <a:pt x="699" y="62"/>
                  </a:cubicBezTo>
                  <a:cubicBezTo>
                    <a:pt x="699" y="56"/>
                    <a:pt x="708" y="65"/>
                    <a:pt x="699" y="72"/>
                  </a:cubicBezTo>
                  <a:cubicBezTo>
                    <a:pt x="689" y="78"/>
                    <a:pt x="670" y="77"/>
                    <a:pt x="662" y="80"/>
                  </a:cubicBezTo>
                  <a:cubicBezTo>
                    <a:pt x="653" y="82"/>
                    <a:pt x="667" y="88"/>
                    <a:pt x="676" y="95"/>
                  </a:cubicBezTo>
                  <a:cubicBezTo>
                    <a:pt x="684" y="101"/>
                    <a:pt x="665" y="98"/>
                    <a:pt x="657" y="89"/>
                  </a:cubicBezTo>
                  <a:cubicBezTo>
                    <a:pt x="649" y="81"/>
                    <a:pt x="631" y="81"/>
                    <a:pt x="621" y="81"/>
                  </a:cubicBezTo>
                  <a:cubicBezTo>
                    <a:pt x="612" y="82"/>
                    <a:pt x="615" y="99"/>
                    <a:pt x="622" y="99"/>
                  </a:cubicBezTo>
                  <a:cubicBezTo>
                    <a:pt x="629" y="99"/>
                    <a:pt x="636" y="102"/>
                    <a:pt x="643" y="113"/>
                  </a:cubicBezTo>
                  <a:cubicBezTo>
                    <a:pt x="650" y="124"/>
                    <a:pt x="665" y="121"/>
                    <a:pt x="665" y="126"/>
                  </a:cubicBezTo>
                  <a:cubicBezTo>
                    <a:pt x="665" y="131"/>
                    <a:pt x="645" y="122"/>
                    <a:pt x="634" y="120"/>
                  </a:cubicBezTo>
                  <a:cubicBezTo>
                    <a:pt x="623" y="118"/>
                    <a:pt x="606" y="125"/>
                    <a:pt x="605" y="133"/>
                  </a:cubicBezTo>
                  <a:cubicBezTo>
                    <a:pt x="605" y="141"/>
                    <a:pt x="621" y="140"/>
                    <a:pt x="632" y="134"/>
                  </a:cubicBezTo>
                  <a:cubicBezTo>
                    <a:pt x="643" y="127"/>
                    <a:pt x="635" y="136"/>
                    <a:pt x="630" y="141"/>
                  </a:cubicBezTo>
                  <a:cubicBezTo>
                    <a:pt x="624" y="146"/>
                    <a:pt x="643" y="150"/>
                    <a:pt x="643" y="156"/>
                  </a:cubicBezTo>
                  <a:cubicBezTo>
                    <a:pt x="643" y="162"/>
                    <a:pt x="629" y="160"/>
                    <a:pt x="628" y="154"/>
                  </a:cubicBezTo>
                  <a:cubicBezTo>
                    <a:pt x="626" y="149"/>
                    <a:pt x="621" y="143"/>
                    <a:pt x="608" y="144"/>
                  </a:cubicBezTo>
                  <a:cubicBezTo>
                    <a:pt x="595" y="145"/>
                    <a:pt x="599" y="154"/>
                    <a:pt x="607" y="155"/>
                  </a:cubicBezTo>
                  <a:cubicBezTo>
                    <a:pt x="615" y="156"/>
                    <a:pt x="615" y="162"/>
                    <a:pt x="606" y="162"/>
                  </a:cubicBezTo>
                  <a:cubicBezTo>
                    <a:pt x="597" y="162"/>
                    <a:pt x="577" y="168"/>
                    <a:pt x="583" y="174"/>
                  </a:cubicBezTo>
                  <a:cubicBezTo>
                    <a:pt x="590" y="180"/>
                    <a:pt x="616" y="174"/>
                    <a:pt x="620" y="178"/>
                  </a:cubicBezTo>
                  <a:cubicBezTo>
                    <a:pt x="625" y="182"/>
                    <a:pt x="637" y="183"/>
                    <a:pt x="640" y="179"/>
                  </a:cubicBezTo>
                  <a:cubicBezTo>
                    <a:pt x="643" y="174"/>
                    <a:pt x="653" y="176"/>
                    <a:pt x="663" y="176"/>
                  </a:cubicBezTo>
                  <a:cubicBezTo>
                    <a:pt x="673" y="176"/>
                    <a:pt x="676" y="178"/>
                    <a:pt x="680" y="182"/>
                  </a:cubicBezTo>
                  <a:cubicBezTo>
                    <a:pt x="685" y="186"/>
                    <a:pt x="693" y="184"/>
                    <a:pt x="698" y="180"/>
                  </a:cubicBezTo>
                  <a:cubicBezTo>
                    <a:pt x="704" y="176"/>
                    <a:pt x="704" y="176"/>
                    <a:pt x="711" y="176"/>
                  </a:cubicBezTo>
                  <a:cubicBezTo>
                    <a:pt x="718" y="176"/>
                    <a:pt x="719" y="172"/>
                    <a:pt x="716" y="166"/>
                  </a:cubicBezTo>
                  <a:cubicBezTo>
                    <a:pt x="712" y="161"/>
                    <a:pt x="703" y="170"/>
                    <a:pt x="702" y="166"/>
                  </a:cubicBezTo>
                  <a:cubicBezTo>
                    <a:pt x="701" y="161"/>
                    <a:pt x="693" y="160"/>
                    <a:pt x="679" y="162"/>
                  </a:cubicBezTo>
                  <a:cubicBezTo>
                    <a:pt x="665" y="164"/>
                    <a:pt x="671" y="153"/>
                    <a:pt x="679" y="155"/>
                  </a:cubicBezTo>
                  <a:cubicBezTo>
                    <a:pt x="688" y="158"/>
                    <a:pt x="699" y="157"/>
                    <a:pt x="709" y="154"/>
                  </a:cubicBezTo>
                  <a:cubicBezTo>
                    <a:pt x="718" y="152"/>
                    <a:pt x="711" y="147"/>
                    <a:pt x="711" y="143"/>
                  </a:cubicBezTo>
                  <a:cubicBezTo>
                    <a:pt x="711" y="139"/>
                    <a:pt x="723" y="142"/>
                    <a:pt x="732" y="142"/>
                  </a:cubicBezTo>
                  <a:cubicBezTo>
                    <a:pt x="741" y="142"/>
                    <a:pt x="754" y="127"/>
                    <a:pt x="754" y="119"/>
                  </a:cubicBezTo>
                  <a:cubicBezTo>
                    <a:pt x="755" y="110"/>
                    <a:pt x="734" y="112"/>
                    <a:pt x="724" y="112"/>
                  </a:cubicBezTo>
                  <a:cubicBezTo>
                    <a:pt x="714" y="112"/>
                    <a:pt x="731" y="105"/>
                    <a:pt x="750" y="106"/>
                  </a:cubicBezTo>
                  <a:cubicBezTo>
                    <a:pt x="769" y="107"/>
                    <a:pt x="760" y="98"/>
                    <a:pt x="764" y="95"/>
                  </a:cubicBezTo>
                  <a:cubicBezTo>
                    <a:pt x="767" y="92"/>
                    <a:pt x="776" y="99"/>
                    <a:pt x="786" y="97"/>
                  </a:cubicBezTo>
                  <a:cubicBezTo>
                    <a:pt x="795" y="95"/>
                    <a:pt x="789" y="87"/>
                    <a:pt x="795" y="87"/>
                  </a:cubicBezTo>
                  <a:cubicBezTo>
                    <a:pt x="800" y="87"/>
                    <a:pt x="810" y="80"/>
                    <a:pt x="831" y="68"/>
                  </a:cubicBezTo>
                  <a:cubicBezTo>
                    <a:pt x="851" y="57"/>
                    <a:pt x="867" y="59"/>
                    <a:pt x="868" y="52"/>
                  </a:cubicBezTo>
                  <a:cubicBezTo>
                    <a:pt x="869" y="46"/>
                    <a:pt x="840" y="52"/>
                    <a:pt x="835" y="50"/>
                  </a:cubicBezTo>
                  <a:cubicBezTo>
                    <a:pt x="830" y="48"/>
                    <a:pt x="855" y="43"/>
                    <a:pt x="861" y="44"/>
                  </a:cubicBezTo>
                  <a:cubicBezTo>
                    <a:pt x="867" y="46"/>
                    <a:pt x="875" y="44"/>
                    <a:pt x="896" y="34"/>
                  </a:cubicBezTo>
                  <a:cubicBezTo>
                    <a:pt x="916" y="24"/>
                    <a:pt x="907" y="22"/>
                    <a:pt x="899" y="23"/>
                  </a:cubicBezTo>
                  <a:cubicBezTo>
                    <a:pt x="890" y="25"/>
                    <a:pt x="881" y="22"/>
                    <a:pt x="881" y="16"/>
                  </a:cubicBezTo>
                  <a:cubicBezTo>
                    <a:pt x="882" y="11"/>
                    <a:pt x="869" y="16"/>
                    <a:pt x="868" y="13"/>
                  </a:cubicBezTo>
                  <a:cubicBezTo>
                    <a:pt x="868" y="10"/>
                    <a:pt x="856" y="11"/>
                    <a:pt x="843" y="16"/>
                  </a:cubicBezTo>
                  <a:cubicBezTo>
                    <a:pt x="830" y="21"/>
                    <a:pt x="842" y="11"/>
                    <a:pt x="847" y="9"/>
                  </a:cubicBezTo>
                  <a:cubicBezTo>
                    <a:pt x="853" y="7"/>
                    <a:pt x="814" y="9"/>
                    <a:pt x="808" y="5"/>
                  </a:cubicBezTo>
                  <a:cubicBezTo>
                    <a:pt x="801" y="0"/>
                    <a:pt x="794" y="12"/>
                    <a:pt x="788" y="6"/>
                  </a:cubicBezTo>
                  <a:cubicBezTo>
                    <a:pt x="782" y="0"/>
                    <a:pt x="766" y="5"/>
                    <a:pt x="768" y="10"/>
                  </a:cubicBezTo>
                  <a:cubicBezTo>
                    <a:pt x="770" y="14"/>
                    <a:pt x="766" y="14"/>
                    <a:pt x="760" y="9"/>
                  </a:cubicBezTo>
                  <a:cubicBezTo>
                    <a:pt x="754" y="4"/>
                    <a:pt x="742" y="10"/>
                    <a:pt x="732" y="8"/>
                  </a:cubicBezTo>
                  <a:cubicBezTo>
                    <a:pt x="721" y="7"/>
                    <a:pt x="726" y="17"/>
                    <a:pt x="714" y="12"/>
                  </a:cubicBezTo>
                  <a:cubicBezTo>
                    <a:pt x="703" y="7"/>
                    <a:pt x="690" y="9"/>
                    <a:pt x="694" y="11"/>
                  </a:cubicBezTo>
                  <a:cubicBezTo>
                    <a:pt x="697" y="12"/>
                    <a:pt x="693" y="15"/>
                    <a:pt x="688" y="14"/>
                  </a:cubicBezTo>
                  <a:cubicBezTo>
                    <a:pt x="683" y="12"/>
                    <a:pt x="678" y="14"/>
                    <a:pt x="681" y="19"/>
                  </a:cubicBezTo>
                  <a:cubicBezTo>
                    <a:pt x="683" y="24"/>
                    <a:pt x="662" y="18"/>
                    <a:pt x="662" y="23"/>
                  </a:cubicBezTo>
                  <a:cubicBezTo>
                    <a:pt x="662" y="29"/>
                    <a:pt x="655" y="32"/>
                    <a:pt x="649" y="27"/>
                  </a:cubicBezTo>
                  <a:cubicBezTo>
                    <a:pt x="643" y="22"/>
                    <a:pt x="624" y="20"/>
                    <a:pt x="629" y="25"/>
                  </a:cubicBezTo>
                  <a:cubicBezTo>
                    <a:pt x="635" y="29"/>
                    <a:pt x="612" y="27"/>
                    <a:pt x="618" y="31"/>
                  </a:cubicBezTo>
                  <a:cubicBezTo>
                    <a:pt x="624" y="36"/>
                    <a:pt x="611" y="39"/>
                    <a:pt x="611" y="37"/>
                  </a:cubicBezTo>
                  <a:cubicBezTo>
                    <a:pt x="611" y="34"/>
                    <a:pt x="598" y="30"/>
                    <a:pt x="593" y="34"/>
                  </a:cubicBezTo>
                  <a:cubicBezTo>
                    <a:pt x="588" y="39"/>
                    <a:pt x="587" y="44"/>
                    <a:pt x="584" y="41"/>
                  </a:cubicBezTo>
                  <a:cubicBezTo>
                    <a:pt x="582" y="38"/>
                    <a:pt x="571" y="39"/>
                    <a:pt x="560" y="43"/>
                  </a:cubicBezTo>
                  <a:cubicBezTo>
                    <a:pt x="550" y="47"/>
                    <a:pt x="562" y="50"/>
                    <a:pt x="569" y="46"/>
                  </a:cubicBezTo>
                  <a:close/>
                  <a:moveTo>
                    <a:pt x="695" y="477"/>
                  </a:moveTo>
                  <a:cubicBezTo>
                    <a:pt x="698" y="477"/>
                    <a:pt x="705" y="464"/>
                    <a:pt x="696" y="465"/>
                  </a:cubicBezTo>
                  <a:cubicBezTo>
                    <a:pt x="687" y="465"/>
                    <a:pt x="689" y="478"/>
                    <a:pt x="695" y="477"/>
                  </a:cubicBezTo>
                  <a:close/>
                  <a:moveTo>
                    <a:pt x="651" y="466"/>
                  </a:moveTo>
                  <a:cubicBezTo>
                    <a:pt x="659" y="471"/>
                    <a:pt x="671" y="458"/>
                    <a:pt x="670" y="454"/>
                  </a:cubicBezTo>
                  <a:cubicBezTo>
                    <a:pt x="669" y="450"/>
                    <a:pt x="641" y="460"/>
                    <a:pt x="651" y="466"/>
                  </a:cubicBezTo>
                  <a:close/>
                  <a:moveTo>
                    <a:pt x="687" y="439"/>
                  </a:moveTo>
                  <a:cubicBezTo>
                    <a:pt x="688" y="434"/>
                    <a:pt x="670" y="432"/>
                    <a:pt x="671" y="426"/>
                  </a:cubicBezTo>
                  <a:cubicBezTo>
                    <a:pt x="672" y="421"/>
                    <a:pt x="655" y="416"/>
                    <a:pt x="649" y="413"/>
                  </a:cubicBezTo>
                  <a:cubicBezTo>
                    <a:pt x="644" y="410"/>
                    <a:pt x="635" y="409"/>
                    <a:pt x="635" y="403"/>
                  </a:cubicBezTo>
                  <a:cubicBezTo>
                    <a:pt x="635" y="397"/>
                    <a:pt x="623" y="401"/>
                    <a:pt x="623" y="410"/>
                  </a:cubicBezTo>
                  <a:cubicBezTo>
                    <a:pt x="622" y="419"/>
                    <a:pt x="617" y="417"/>
                    <a:pt x="620" y="426"/>
                  </a:cubicBezTo>
                  <a:cubicBezTo>
                    <a:pt x="622" y="434"/>
                    <a:pt x="609" y="436"/>
                    <a:pt x="610" y="441"/>
                  </a:cubicBezTo>
                  <a:cubicBezTo>
                    <a:pt x="612" y="445"/>
                    <a:pt x="618" y="440"/>
                    <a:pt x="624" y="440"/>
                  </a:cubicBezTo>
                  <a:cubicBezTo>
                    <a:pt x="630" y="440"/>
                    <a:pt x="623" y="448"/>
                    <a:pt x="630" y="449"/>
                  </a:cubicBezTo>
                  <a:cubicBezTo>
                    <a:pt x="636" y="450"/>
                    <a:pt x="647" y="443"/>
                    <a:pt x="649" y="439"/>
                  </a:cubicBezTo>
                  <a:cubicBezTo>
                    <a:pt x="652" y="435"/>
                    <a:pt x="657" y="433"/>
                    <a:pt x="664" y="438"/>
                  </a:cubicBezTo>
                  <a:cubicBezTo>
                    <a:pt x="671" y="443"/>
                    <a:pt x="686" y="444"/>
                    <a:pt x="687" y="439"/>
                  </a:cubicBezTo>
                  <a:close/>
                  <a:moveTo>
                    <a:pt x="850" y="395"/>
                  </a:moveTo>
                  <a:cubicBezTo>
                    <a:pt x="856" y="395"/>
                    <a:pt x="857" y="403"/>
                    <a:pt x="867" y="411"/>
                  </a:cubicBezTo>
                  <a:cubicBezTo>
                    <a:pt x="876" y="419"/>
                    <a:pt x="877" y="413"/>
                    <a:pt x="879" y="408"/>
                  </a:cubicBezTo>
                  <a:cubicBezTo>
                    <a:pt x="880" y="402"/>
                    <a:pt x="891" y="407"/>
                    <a:pt x="890" y="401"/>
                  </a:cubicBezTo>
                  <a:cubicBezTo>
                    <a:pt x="890" y="396"/>
                    <a:pt x="899" y="389"/>
                    <a:pt x="905" y="387"/>
                  </a:cubicBezTo>
                  <a:cubicBezTo>
                    <a:pt x="911" y="384"/>
                    <a:pt x="900" y="378"/>
                    <a:pt x="892" y="379"/>
                  </a:cubicBezTo>
                  <a:cubicBezTo>
                    <a:pt x="884" y="379"/>
                    <a:pt x="882" y="374"/>
                    <a:pt x="882" y="370"/>
                  </a:cubicBezTo>
                  <a:cubicBezTo>
                    <a:pt x="882" y="367"/>
                    <a:pt x="867" y="358"/>
                    <a:pt x="862" y="360"/>
                  </a:cubicBezTo>
                  <a:cubicBezTo>
                    <a:pt x="857" y="361"/>
                    <a:pt x="849" y="353"/>
                    <a:pt x="842" y="353"/>
                  </a:cubicBezTo>
                  <a:cubicBezTo>
                    <a:pt x="836" y="352"/>
                    <a:pt x="826" y="347"/>
                    <a:pt x="827" y="340"/>
                  </a:cubicBezTo>
                  <a:cubicBezTo>
                    <a:pt x="828" y="333"/>
                    <a:pt x="840" y="342"/>
                    <a:pt x="843" y="337"/>
                  </a:cubicBezTo>
                  <a:cubicBezTo>
                    <a:pt x="845" y="331"/>
                    <a:pt x="830" y="334"/>
                    <a:pt x="830" y="330"/>
                  </a:cubicBezTo>
                  <a:cubicBezTo>
                    <a:pt x="829" y="326"/>
                    <a:pt x="833" y="328"/>
                    <a:pt x="836" y="325"/>
                  </a:cubicBezTo>
                  <a:cubicBezTo>
                    <a:pt x="839" y="323"/>
                    <a:pt x="834" y="318"/>
                    <a:pt x="830" y="316"/>
                  </a:cubicBezTo>
                  <a:cubicBezTo>
                    <a:pt x="827" y="314"/>
                    <a:pt x="826" y="320"/>
                    <a:pt x="822" y="320"/>
                  </a:cubicBezTo>
                  <a:cubicBezTo>
                    <a:pt x="819" y="320"/>
                    <a:pt x="822" y="314"/>
                    <a:pt x="824" y="311"/>
                  </a:cubicBezTo>
                  <a:cubicBezTo>
                    <a:pt x="827" y="307"/>
                    <a:pt x="813" y="303"/>
                    <a:pt x="807" y="305"/>
                  </a:cubicBezTo>
                  <a:cubicBezTo>
                    <a:pt x="801" y="307"/>
                    <a:pt x="799" y="304"/>
                    <a:pt x="799" y="300"/>
                  </a:cubicBezTo>
                  <a:cubicBezTo>
                    <a:pt x="799" y="296"/>
                    <a:pt x="788" y="300"/>
                    <a:pt x="784" y="303"/>
                  </a:cubicBezTo>
                  <a:cubicBezTo>
                    <a:pt x="780" y="306"/>
                    <a:pt x="775" y="300"/>
                    <a:pt x="780" y="299"/>
                  </a:cubicBezTo>
                  <a:cubicBezTo>
                    <a:pt x="785" y="299"/>
                    <a:pt x="791" y="295"/>
                    <a:pt x="790" y="290"/>
                  </a:cubicBezTo>
                  <a:cubicBezTo>
                    <a:pt x="788" y="286"/>
                    <a:pt x="775" y="285"/>
                    <a:pt x="773" y="291"/>
                  </a:cubicBezTo>
                  <a:cubicBezTo>
                    <a:pt x="770" y="296"/>
                    <a:pt x="760" y="285"/>
                    <a:pt x="760" y="280"/>
                  </a:cubicBezTo>
                  <a:cubicBezTo>
                    <a:pt x="760" y="276"/>
                    <a:pt x="744" y="280"/>
                    <a:pt x="746" y="272"/>
                  </a:cubicBezTo>
                  <a:cubicBezTo>
                    <a:pt x="748" y="265"/>
                    <a:pt x="727" y="263"/>
                    <a:pt x="722" y="263"/>
                  </a:cubicBezTo>
                  <a:cubicBezTo>
                    <a:pt x="716" y="263"/>
                    <a:pt x="708" y="267"/>
                    <a:pt x="709" y="272"/>
                  </a:cubicBezTo>
                  <a:cubicBezTo>
                    <a:pt x="710" y="277"/>
                    <a:pt x="703" y="275"/>
                    <a:pt x="702" y="270"/>
                  </a:cubicBezTo>
                  <a:cubicBezTo>
                    <a:pt x="701" y="264"/>
                    <a:pt x="688" y="276"/>
                    <a:pt x="684" y="276"/>
                  </a:cubicBezTo>
                  <a:cubicBezTo>
                    <a:pt x="680" y="276"/>
                    <a:pt x="686" y="261"/>
                    <a:pt x="684" y="257"/>
                  </a:cubicBezTo>
                  <a:cubicBezTo>
                    <a:pt x="682" y="252"/>
                    <a:pt x="679" y="251"/>
                    <a:pt x="676" y="243"/>
                  </a:cubicBezTo>
                  <a:cubicBezTo>
                    <a:pt x="673" y="236"/>
                    <a:pt x="658" y="239"/>
                    <a:pt x="654" y="243"/>
                  </a:cubicBezTo>
                  <a:cubicBezTo>
                    <a:pt x="650" y="248"/>
                    <a:pt x="637" y="246"/>
                    <a:pt x="630" y="253"/>
                  </a:cubicBezTo>
                  <a:cubicBezTo>
                    <a:pt x="623" y="260"/>
                    <a:pt x="631" y="267"/>
                    <a:pt x="634" y="269"/>
                  </a:cubicBezTo>
                  <a:cubicBezTo>
                    <a:pt x="637" y="272"/>
                    <a:pt x="623" y="276"/>
                    <a:pt x="628" y="280"/>
                  </a:cubicBezTo>
                  <a:cubicBezTo>
                    <a:pt x="632" y="284"/>
                    <a:pt x="639" y="282"/>
                    <a:pt x="640" y="288"/>
                  </a:cubicBezTo>
                  <a:cubicBezTo>
                    <a:pt x="640" y="295"/>
                    <a:pt x="623" y="286"/>
                    <a:pt x="621" y="281"/>
                  </a:cubicBezTo>
                  <a:cubicBezTo>
                    <a:pt x="618" y="275"/>
                    <a:pt x="622" y="270"/>
                    <a:pt x="618" y="266"/>
                  </a:cubicBezTo>
                  <a:cubicBezTo>
                    <a:pt x="615" y="262"/>
                    <a:pt x="618" y="257"/>
                    <a:pt x="624" y="250"/>
                  </a:cubicBezTo>
                  <a:cubicBezTo>
                    <a:pt x="631" y="243"/>
                    <a:pt x="636" y="244"/>
                    <a:pt x="636" y="240"/>
                  </a:cubicBezTo>
                  <a:cubicBezTo>
                    <a:pt x="636" y="236"/>
                    <a:pt x="608" y="236"/>
                    <a:pt x="591" y="251"/>
                  </a:cubicBezTo>
                  <a:cubicBezTo>
                    <a:pt x="575" y="266"/>
                    <a:pt x="580" y="286"/>
                    <a:pt x="581" y="290"/>
                  </a:cubicBezTo>
                  <a:cubicBezTo>
                    <a:pt x="582" y="294"/>
                    <a:pt x="596" y="292"/>
                    <a:pt x="605" y="295"/>
                  </a:cubicBezTo>
                  <a:cubicBezTo>
                    <a:pt x="613" y="297"/>
                    <a:pt x="609" y="301"/>
                    <a:pt x="602" y="300"/>
                  </a:cubicBezTo>
                  <a:cubicBezTo>
                    <a:pt x="596" y="299"/>
                    <a:pt x="585" y="297"/>
                    <a:pt x="585" y="301"/>
                  </a:cubicBezTo>
                  <a:cubicBezTo>
                    <a:pt x="586" y="306"/>
                    <a:pt x="599" y="314"/>
                    <a:pt x="607" y="312"/>
                  </a:cubicBezTo>
                  <a:cubicBezTo>
                    <a:pt x="615" y="310"/>
                    <a:pt x="615" y="310"/>
                    <a:pt x="619" y="315"/>
                  </a:cubicBezTo>
                  <a:cubicBezTo>
                    <a:pt x="622" y="319"/>
                    <a:pt x="632" y="318"/>
                    <a:pt x="641" y="318"/>
                  </a:cubicBezTo>
                  <a:cubicBezTo>
                    <a:pt x="651" y="319"/>
                    <a:pt x="662" y="322"/>
                    <a:pt x="666" y="323"/>
                  </a:cubicBezTo>
                  <a:cubicBezTo>
                    <a:pt x="671" y="323"/>
                    <a:pt x="676" y="320"/>
                    <a:pt x="678" y="318"/>
                  </a:cubicBezTo>
                  <a:cubicBezTo>
                    <a:pt x="679" y="315"/>
                    <a:pt x="698" y="322"/>
                    <a:pt x="703" y="321"/>
                  </a:cubicBezTo>
                  <a:cubicBezTo>
                    <a:pt x="709" y="321"/>
                    <a:pt x="705" y="316"/>
                    <a:pt x="702" y="314"/>
                  </a:cubicBezTo>
                  <a:cubicBezTo>
                    <a:pt x="698" y="313"/>
                    <a:pt x="700" y="306"/>
                    <a:pt x="704" y="309"/>
                  </a:cubicBezTo>
                  <a:cubicBezTo>
                    <a:pt x="709" y="311"/>
                    <a:pt x="716" y="313"/>
                    <a:pt x="718" y="317"/>
                  </a:cubicBezTo>
                  <a:cubicBezTo>
                    <a:pt x="719" y="321"/>
                    <a:pt x="723" y="319"/>
                    <a:pt x="724" y="323"/>
                  </a:cubicBezTo>
                  <a:cubicBezTo>
                    <a:pt x="724" y="326"/>
                    <a:pt x="740" y="330"/>
                    <a:pt x="741" y="334"/>
                  </a:cubicBezTo>
                  <a:cubicBezTo>
                    <a:pt x="741" y="338"/>
                    <a:pt x="725" y="340"/>
                    <a:pt x="730" y="344"/>
                  </a:cubicBezTo>
                  <a:cubicBezTo>
                    <a:pt x="734" y="347"/>
                    <a:pt x="741" y="339"/>
                    <a:pt x="747" y="339"/>
                  </a:cubicBezTo>
                  <a:cubicBezTo>
                    <a:pt x="753" y="338"/>
                    <a:pt x="753" y="352"/>
                    <a:pt x="758" y="350"/>
                  </a:cubicBezTo>
                  <a:cubicBezTo>
                    <a:pt x="764" y="347"/>
                    <a:pt x="769" y="352"/>
                    <a:pt x="775" y="361"/>
                  </a:cubicBezTo>
                  <a:cubicBezTo>
                    <a:pt x="781" y="369"/>
                    <a:pt x="774" y="377"/>
                    <a:pt x="775" y="380"/>
                  </a:cubicBezTo>
                  <a:cubicBezTo>
                    <a:pt x="775" y="383"/>
                    <a:pt x="787" y="382"/>
                    <a:pt x="793" y="379"/>
                  </a:cubicBezTo>
                  <a:cubicBezTo>
                    <a:pt x="800" y="375"/>
                    <a:pt x="806" y="383"/>
                    <a:pt x="811" y="387"/>
                  </a:cubicBezTo>
                  <a:cubicBezTo>
                    <a:pt x="816" y="392"/>
                    <a:pt x="792" y="399"/>
                    <a:pt x="794" y="395"/>
                  </a:cubicBezTo>
                  <a:cubicBezTo>
                    <a:pt x="796" y="391"/>
                    <a:pt x="780" y="379"/>
                    <a:pt x="766" y="385"/>
                  </a:cubicBezTo>
                  <a:cubicBezTo>
                    <a:pt x="751" y="390"/>
                    <a:pt x="761" y="399"/>
                    <a:pt x="763" y="404"/>
                  </a:cubicBezTo>
                  <a:cubicBezTo>
                    <a:pt x="764" y="409"/>
                    <a:pt x="750" y="414"/>
                    <a:pt x="736" y="409"/>
                  </a:cubicBezTo>
                  <a:cubicBezTo>
                    <a:pt x="723" y="405"/>
                    <a:pt x="727" y="412"/>
                    <a:pt x="721" y="412"/>
                  </a:cubicBezTo>
                  <a:cubicBezTo>
                    <a:pt x="716" y="412"/>
                    <a:pt x="710" y="421"/>
                    <a:pt x="715" y="426"/>
                  </a:cubicBezTo>
                  <a:cubicBezTo>
                    <a:pt x="720" y="432"/>
                    <a:pt x="731" y="427"/>
                    <a:pt x="740" y="427"/>
                  </a:cubicBezTo>
                  <a:cubicBezTo>
                    <a:pt x="749" y="428"/>
                    <a:pt x="750" y="430"/>
                    <a:pt x="751" y="425"/>
                  </a:cubicBezTo>
                  <a:cubicBezTo>
                    <a:pt x="752" y="420"/>
                    <a:pt x="761" y="423"/>
                    <a:pt x="768" y="424"/>
                  </a:cubicBezTo>
                  <a:cubicBezTo>
                    <a:pt x="774" y="426"/>
                    <a:pt x="773" y="435"/>
                    <a:pt x="781" y="436"/>
                  </a:cubicBezTo>
                  <a:cubicBezTo>
                    <a:pt x="789" y="437"/>
                    <a:pt x="782" y="445"/>
                    <a:pt x="787" y="450"/>
                  </a:cubicBezTo>
                  <a:cubicBezTo>
                    <a:pt x="792" y="456"/>
                    <a:pt x="808" y="453"/>
                    <a:pt x="814" y="459"/>
                  </a:cubicBezTo>
                  <a:cubicBezTo>
                    <a:pt x="820" y="465"/>
                    <a:pt x="846" y="476"/>
                    <a:pt x="849" y="472"/>
                  </a:cubicBezTo>
                  <a:cubicBezTo>
                    <a:pt x="853" y="467"/>
                    <a:pt x="827" y="444"/>
                    <a:pt x="820" y="442"/>
                  </a:cubicBezTo>
                  <a:cubicBezTo>
                    <a:pt x="812" y="440"/>
                    <a:pt x="827" y="438"/>
                    <a:pt x="837" y="445"/>
                  </a:cubicBezTo>
                  <a:cubicBezTo>
                    <a:pt x="846" y="453"/>
                    <a:pt x="860" y="456"/>
                    <a:pt x="867" y="447"/>
                  </a:cubicBezTo>
                  <a:cubicBezTo>
                    <a:pt x="874" y="438"/>
                    <a:pt x="861" y="441"/>
                    <a:pt x="861" y="434"/>
                  </a:cubicBezTo>
                  <a:cubicBezTo>
                    <a:pt x="861" y="428"/>
                    <a:pt x="857" y="419"/>
                    <a:pt x="850" y="419"/>
                  </a:cubicBezTo>
                  <a:cubicBezTo>
                    <a:pt x="843" y="419"/>
                    <a:pt x="825" y="405"/>
                    <a:pt x="831" y="402"/>
                  </a:cubicBezTo>
                  <a:cubicBezTo>
                    <a:pt x="838" y="399"/>
                    <a:pt x="829" y="395"/>
                    <a:pt x="834" y="389"/>
                  </a:cubicBezTo>
                  <a:cubicBezTo>
                    <a:pt x="839" y="384"/>
                    <a:pt x="844" y="394"/>
                    <a:pt x="850" y="395"/>
                  </a:cubicBezTo>
                  <a:close/>
                  <a:moveTo>
                    <a:pt x="745" y="371"/>
                  </a:moveTo>
                  <a:cubicBezTo>
                    <a:pt x="751" y="370"/>
                    <a:pt x="750" y="360"/>
                    <a:pt x="746" y="356"/>
                  </a:cubicBezTo>
                  <a:cubicBezTo>
                    <a:pt x="744" y="352"/>
                    <a:pt x="737" y="352"/>
                    <a:pt x="732" y="352"/>
                  </a:cubicBezTo>
                  <a:cubicBezTo>
                    <a:pt x="726" y="353"/>
                    <a:pt x="717" y="361"/>
                    <a:pt x="722" y="370"/>
                  </a:cubicBezTo>
                  <a:cubicBezTo>
                    <a:pt x="727" y="378"/>
                    <a:pt x="739" y="372"/>
                    <a:pt x="745" y="371"/>
                  </a:cubicBezTo>
                  <a:close/>
                  <a:moveTo>
                    <a:pt x="682" y="241"/>
                  </a:moveTo>
                  <a:cubicBezTo>
                    <a:pt x="679" y="247"/>
                    <a:pt x="689" y="247"/>
                    <a:pt x="689" y="255"/>
                  </a:cubicBezTo>
                  <a:cubicBezTo>
                    <a:pt x="690" y="262"/>
                    <a:pt x="699" y="265"/>
                    <a:pt x="706" y="260"/>
                  </a:cubicBezTo>
                  <a:cubicBezTo>
                    <a:pt x="713" y="256"/>
                    <a:pt x="733" y="261"/>
                    <a:pt x="733" y="256"/>
                  </a:cubicBezTo>
                  <a:cubicBezTo>
                    <a:pt x="733" y="250"/>
                    <a:pt x="712" y="240"/>
                    <a:pt x="705" y="242"/>
                  </a:cubicBezTo>
                  <a:cubicBezTo>
                    <a:pt x="697" y="243"/>
                    <a:pt x="685" y="234"/>
                    <a:pt x="682" y="241"/>
                  </a:cubicBezTo>
                  <a:close/>
                  <a:moveTo>
                    <a:pt x="870" y="666"/>
                  </a:moveTo>
                  <a:cubicBezTo>
                    <a:pt x="871" y="670"/>
                    <a:pt x="900" y="682"/>
                    <a:pt x="901" y="677"/>
                  </a:cubicBezTo>
                  <a:cubicBezTo>
                    <a:pt x="902" y="671"/>
                    <a:pt x="869" y="663"/>
                    <a:pt x="870" y="666"/>
                  </a:cubicBezTo>
                  <a:close/>
                  <a:moveTo>
                    <a:pt x="997" y="696"/>
                  </a:moveTo>
                  <a:cubicBezTo>
                    <a:pt x="995" y="700"/>
                    <a:pt x="992" y="693"/>
                    <a:pt x="996" y="690"/>
                  </a:cubicBezTo>
                  <a:cubicBezTo>
                    <a:pt x="1000" y="687"/>
                    <a:pt x="995" y="685"/>
                    <a:pt x="991" y="687"/>
                  </a:cubicBezTo>
                  <a:cubicBezTo>
                    <a:pt x="987" y="689"/>
                    <a:pt x="988" y="678"/>
                    <a:pt x="992" y="676"/>
                  </a:cubicBezTo>
                  <a:cubicBezTo>
                    <a:pt x="996" y="674"/>
                    <a:pt x="983" y="670"/>
                    <a:pt x="983" y="674"/>
                  </a:cubicBezTo>
                  <a:cubicBezTo>
                    <a:pt x="983" y="678"/>
                    <a:pt x="974" y="675"/>
                    <a:pt x="973" y="672"/>
                  </a:cubicBezTo>
                  <a:cubicBezTo>
                    <a:pt x="972" y="669"/>
                    <a:pt x="966" y="668"/>
                    <a:pt x="968" y="665"/>
                  </a:cubicBezTo>
                  <a:cubicBezTo>
                    <a:pt x="970" y="663"/>
                    <a:pt x="960" y="662"/>
                    <a:pt x="959" y="666"/>
                  </a:cubicBezTo>
                  <a:cubicBezTo>
                    <a:pt x="958" y="670"/>
                    <a:pt x="955" y="663"/>
                    <a:pt x="960" y="658"/>
                  </a:cubicBezTo>
                  <a:cubicBezTo>
                    <a:pt x="965" y="652"/>
                    <a:pt x="964" y="648"/>
                    <a:pt x="968" y="645"/>
                  </a:cubicBezTo>
                  <a:cubicBezTo>
                    <a:pt x="973" y="642"/>
                    <a:pt x="968" y="639"/>
                    <a:pt x="963" y="641"/>
                  </a:cubicBezTo>
                  <a:cubicBezTo>
                    <a:pt x="958" y="643"/>
                    <a:pt x="945" y="662"/>
                    <a:pt x="945" y="667"/>
                  </a:cubicBezTo>
                  <a:cubicBezTo>
                    <a:pt x="945" y="672"/>
                    <a:pt x="944" y="678"/>
                    <a:pt x="940" y="677"/>
                  </a:cubicBezTo>
                  <a:cubicBezTo>
                    <a:pt x="935" y="677"/>
                    <a:pt x="930" y="681"/>
                    <a:pt x="933" y="684"/>
                  </a:cubicBezTo>
                  <a:cubicBezTo>
                    <a:pt x="937" y="687"/>
                    <a:pt x="924" y="694"/>
                    <a:pt x="930" y="698"/>
                  </a:cubicBezTo>
                  <a:cubicBezTo>
                    <a:pt x="934" y="700"/>
                    <a:pt x="941" y="697"/>
                    <a:pt x="947" y="697"/>
                  </a:cubicBezTo>
                  <a:cubicBezTo>
                    <a:pt x="953" y="698"/>
                    <a:pt x="958" y="698"/>
                    <a:pt x="963" y="695"/>
                  </a:cubicBezTo>
                  <a:cubicBezTo>
                    <a:pt x="968" y="691"/>
                    <a:pt x="968" y="698"/>
                    <a:pt x="974" y="697"/>
                  </a:cubicBezTo>
                  <a:cubicBezTo>
                    <a:pt x="979" y="697"/>
                    <a:pt x="971" y="702"/>
                    <a:pt x="971" y="705"/>
                  </a:cubicBezTo>
                  <a:cubicBezTo>
                    <a:pt x="971" y="709"/>
                    <a:pt x="977" y="703"/>
                    <a:pt x="981" y="701"/>
                  </a:cubicBezTo>
                  <a:cubicBezTo>
                    <a:pt x="985" y="699"/>
                    <a:pt x="990" y="701"/>
                    <a:pt x="988" y="705"/>
                  </a:cubicBezTo>
                  <a:cubicBezTo>
                    <a:pt x="986" y="708"/>
                    <a:pt x="999" y="711"/>
                    <a:pt x="1002" y="706"/>
                  </a:cubicBezTo>
                  <a:cubicBezTo>
                    <a:pt x="1005" y="701"/>
                    <a:pt x="999" y="692"/>
                    <a:pt x="997" y="696"/>
                  </a:cubicBezTo>
                  <a:close/>
                  <a:moveTo>
                    <a:pt x="93" y="604"/>
                  </a:moveTo>
                  <a:cubicBezTo>
                    <a:pt x="84" y="609"/>
                    <a:pt x="106" y="632"/>
                    <a:pt x="110" y="629"/>
                  </a:cubicBezTo>
                  <a:cubicBezTo>
                    <a:pt x="113" y="627"/>
                    <a:pt x="105" y="617"/>
                    <a:pt x="105" y="611"/>
                  </a:cubicBezTo>
                  <a:cubicBezTo>
                    <a:pt x="105" y="605"/>
                    <a:pt x="102" y="599"/>
                    <a:pt x="93" y="604"/>
                  </a:cubicBezTo>
                  <a:close/>
                  <a:moveTo>
                    <a:pt x="917" y="718"/>
                  </a:moveTo>
                  <a:cubicBezTo>
                    <a:pt x="913" y="719"/>
                    <a:pt x="916" y="713"/>
                    <a:pt x="917" y="710"/>
                  </a:cubicBezTo>
                  <a:cubicBezTo>
                    <a:pt x="917" y="708"/>
                    <a:pt x="909" y="712"/>
                    <a:pt x="909" y="715"/>
                  </a:cubicBezTo>
                  <a:cubicBezTo>
                    <a:pt x="909" y="718"/>
                    <a:pt x="903" y="719"/>
                    <a:pt x="903" y="721"/>
                  </a:cubicBezTo>
                  <a:cubicBezTo>
                    <a:pt x="903" y="727"/>
                    <a:pt x="902" y="724"/>
                    <a:pt x="898" y="726"/>
                  </a:cubicBezTo>
                  <a:cubicBezTo>
                    <a:pt x="894" y="728"/>
                    <a:pt x="879" y="726"/>
                    <a:pt x="878" y="723"/>
                  </a:cubicBezTo>
                  <a:cubicBezTo>
                    <a:pt x="878" y="719"/>
                    <a:pt x="867" y="717"/>
                    <a:pt x="866" y="713"/>
                  </a:cubicBezTo>
                  <a:cubicBezTo>
                    <a:pt x="866" y="708"/>
                    <a:pt x="860" y="706"/>
                    <a:pt x="865" y="701"/>
                  </a:cubicBezTo>
                  <a:cubicBezTo>
                    <a:pt x="869" y="696"/>
                    <a:pt x="864" y="693"/>
                    <a:pt x="860" y="697"/>
                  </a:cubicBezTo>
                  <a:cubicBezTo>
                    <a:pt x="855" y="701"/>
                    <a:pt x="853" y="695"/>
                    <a:pt x="859" y="693"/>
                  </a:cubicBezTo>
                  <a:cubicBezTo>
                    <a:pt x="864" y="691"/>
                    <a:pt x="875" y="688"/>
                    <a:pt x="870" y="678"/>
                  </a:cubicBezTo>
                  <a:cubicBezTo>
                    <a:pt x="864" y="668"/>
                    <a:pt x="830" y="681"/>
                    <a:pt x="821" y="686"/>
                  </a:cubicBezTo>
                  <a:cubicBezTo>
                    <a:pt x="812" y="691"/>
                    <a:pt x="801" y="707"/>
                    <a:pt x="796" y="707"/>
                  </a:cubicBezTo>
                  <a:cubicBezTo>
                    <a:pt x="792" y="707"/>
                    <a:pt x="805" y="699"/>
                    <a:pt x="807" y="696"/>
                  </a:cubicBezTo>
                  <a:cubicBezTo>
                    <a:pt x="809" y="692"/>
                    <a:pt x="806" y="689"/>
                    <a:pt x="809" y="690"/>
                  </a:cubicBezTo>
                  <a:cubicBezTo>
                    <a:pt x="812" y="692"/>
                    <a:pt x="819" y="680"/>
                    <a:pt x="825" y="676"/>
                  </a:cubicBezTo>
                  <a:cubicBezTo>
                    <a:pt x="830" y="672"/>
                    <a:pt x="836" y="675"/>
                    <a:pt x="836" y="672"/>
                  </a:cubicBezTo>
                  <a:cubicBezTo>
                    <a:pt x="837" y="669"/>
                    <a:pt x="840" y="667"/>
                    <a:pt x="845" y="662"/>
                  </a:cubicBezTo>
                  <a:cubicBezTo>
                    <a:pt x="850" y="658"/>
                    <a:pt x="909" y="658"/>
                    <a:pt x="915" y="659"/>
                  </a:cubicBezTo>
                  <a:cubicBezTo>
                    <a:pt x="921" y="659"/>
                    <a:pt x="932" y="651"/>
                    <a:pt x="935" y="646"/>
                  </a:cubicBezTo>
                  <a:cubicBezTo>
                    <a:pt x="939" y="641"/>
                    <a:pt x="943" y="641"/>
                    <a:pt x="951" y="642"/>
                  </a:cubicBezTo>
                  <a:cubicBezTo>
                    <a:pt x="959" y="642"/>
                    <a:pt x="963" y="635"/>
                    <a:pt x="967" y="632"/>
                  </a:cubicBezTo>
                  <a:cubicBezTo>
                    <a:pt x="971" y="629"/>
                    <a:pt x="969" y="628"/>
                    <a:pt x="966" y="627"/>
                  </a:cubicBezTo>
                  <a:cubicBezTo>
                    <a:pt x="962" y="627"/>
                    <a:pt x="959" y="624"/>
                    <a:pt x="962" y="624"/>
                  </a:cubicBezTo>
                  <a:cubicBezTo>
                    <a:pt x="966" y="624"/>
                    <a:pt x="968" y="622"/>
                    <a:pt x="969" y="617"/>
                  </a:cubicBezTo>
                  <a:cubicBezTo>
                    <a:pt x="971" y="613"/>
                    <a:pt x="968" y="615"/>
                    <a:pt x="963" y="609"/>
                  </a:cubicBezTo>
                  <a:cubicBezTo>
                    <a:pt x="958" y="602"/>
                    <a:pt x="956" y="611"/>
                    <a:pt x="951" y="610"/>
                  </a:cubicBezTo>
                  <a:cubicBezTo>
                    <a:pt x="946" y="610"/>
                    <a:pt x="954" y="604"/>
                    <a:pt x="950" y="601"/>
                  </a:cubicBezTo>
                  <a:cubicBezTo>
                    <a:pt x="946" y="599"/>
                    <a:pt x="939" y="600"/>
                    <a:pt x="933" y="605"/>
                  </a:cubicBezTo>
                  <a:cubicBezTo>
                    <a:pt x="927" y="610"/>
                    <a:pt x="927" y="605"/>
                    <a:pt x="922" y="610"/>
                  </a:cubicBezTo>
                  <a:cubicBezTo>
                    <a:pt x="917" y="615"/>
                    <a:pt x="917" y="608"/>
                    <a:pt x="919" y="606"/>
                  </a:cubicBezTo>
                  <a:cubicBezTo>
                    <a:pt x="922" y="604"/>
                    <a:pt x="924" y="606"/>
                    <a:pt x="926" y="603"/>
                  </a:cubicBezTo>
                  <a:cubicBezTo>
                    <a:pt x="928" y="600"/>
                    <a:pt x="930" y="603"/>
                    <a:pt x="936" y="599"/>
                  </a:cubicBezTo>
                  <a:cubicBezTo>
                    <a:pt x="942" y="595"/>
                    <a:pt x="947" y="597"/>
                    <a:pt x="949" y="594"/>
                  </a:cubicBezTo>
                  <a:cubicBezTo>
                    <a:pt x="950" y="592"/>
                    <a:pt x="946" y="588"/>
                    <a:pt x="940" y="589"/>
                  </a:cubicBezTo>
                  <a:cubicBezTo>
                    <a:pt x="935" y="590"/>
                    <a:pt x="931" y="582"/>
                    <a:pt x="928" y="584"/>
                  </a:cubicBezTo>
                  <a:cubicBezTo>
                    <a:pt x="924" y="587"/>
                    <a:pt x="925" y="580"/>
                    <a:pt x="921" y="583"/>
                  </a:cubicBezTo>
                  <a:cubicBezTo>
                    <a:pt x="917" y="585"/>
                    <a:pt x="915" y="582"/>
                    <a:pt x="913" y="577"/>
                  </a:cubicBezTo>
                  <a:cubicBezTo>
                    <a:pt x="911" y="573"/>
                    <a:pt x="900" y="565"/>
                    <a:pt x="894" y="563"/>
                  </a:cubicBezTo>
                  <a:cubicBezTo>
                    <a:pt x="887" y="561"/>
                    <a:pt x="892" y="557"/>
                    <a:pt x="895" y="560"/>
                  </a:cubicBezTo>
                  <a:cubicBezTo>
                    <a:pt x="899" y="562"/>
                    <a:pt x="903" y="557"/>
                    <a:pt x="904" y="555"/>
                  </a:cubicBezTo>
                  <a:cubicBezTo>
                    <a:pt x="906" y="552"/>
                    <a:pt x="902" y="550"/>
                    <a:pt x="900" y="550"/>
                  </a:cubicBezTo>
                  <a:cubicBezTo>
                    <a:pt x="898" y="550"/>
                    <a:pt x="898" y="546"/>
                    <a:pt x="898" y="544"/>
                  </a:cubicBezTo>
                  <a:cubicBezTo>
                    <a:pt x="899" y="541"/>
                    <a:pt x="891" y="538"/>
                    <a:pt x="891" y="536"/>
                  </a:cubicBezTo>
                  <a:cubicBezTo>
                    <a:pt x="891" y="533"/>
                    <a:pt x="886" y="531"/>
                    <a:pt x="887" y="529"/>
                  </a:cubicBezTo>
                  <a:cubicBezTo>
                    <a:pt x="887" y="527"/>
                    <a:pt x="882" y="524"/>
                    <a:pt x="882" y="521"/>
                  </a:cubicBezTo>
                  <a:cubicBezTo>
                    <a:pt x="882" y="518"/>
                    <a:pt x="875" y="512"/>
                    <a:pt x="875" y="508"/>
                  </a:cubicBezTo>
                  <a:cubicBezTo>
                    <a:pt x="874" y="505"/>
                    <a:pt x="870" y="502"/>
                    <a:pt x="869" y="498"/>
                  </a:cubicBezTo>
                  <a:cubicBezTo>
                    <a:pt x="867" y="494"/>
                    <a:pt x="865" y="496"/>
                    <a:pt x="864" y="502"/>
                  </a:cubicBezTo>
                  <a:cubicBezTo>
                    <a:pt x="862" y="508"/>
                    <a:pt x="857" y="507"/>
                    <a:pt x="859" y="509"/>
                  </a:cubicBezTo>
                  <a:cubicBezTo>
                    <a:pt x="862" y="513"/>
                    <a:pt x="859" y="514"/>
                    <a:pt x="857" y="516"/>
                  </a:cubicBezTo>
                  <a:cubicBezTo>
                    <a:pt x="855" y="519"/>
                    <a:pt x="859" y="522"/>
                    <a:pt x="855" y="522"/>
                  </a:cubicBezTo>
                  <a:cubicBezTo>
                    <a:pt x="851" y="522"/>
                    <a:pt x="853" y="530"/>
                    <a:pt x="851" y="527"/>
                  </a:cubicBezTo>
                  <a:cubicBezTo>
                    <a:pt x="849" y="523"/>
                    <a:pt x="844" y="524"/>
                    <a:pt x="844" y="528"/>
                  </a:cubicBezTo>
                  <a:cubicBezTo>
                    <a:pt x="844" y="531"/>
                    <a:pt x="836" y="534"/>
                    <a:pt x="833" y="534"/>
                  </a:cubicBezTo>
                  <a:cubicBezTo>
                    <a:pt x="830" y="534"/>
                    <a:pt x="830" y="527"/>
                    <a:pt x="827" y="529"/>
                  </a:cubicBezTo>
                  <a:cubicBezTo>
                    <a:pt x="824" y="531"/>
                    <a:pt x="825" y="523"/>
                    <a:pt x="820" y="524"/>
                  </a:cubicBezTo>
                  <a:cubicBezTo>
                    <a:pt x="816" y="524"/>
                    <a:pt x="813" y="523"/>
                    <a:pt x="814" y="520"/>
                  </a:cubicBezTo>
                  <a:cubicBezTo>
                    <a:pt x="816" y="516"/>
                    <a:pt x="807" y="514"/>
                    <a:pt x="810" y="512"/>
                  </a:cubicBezTo>
                  <a:cubicBezTo>
                    <a:pt x="813" y="510"/>
                    <a:pt x="809" y="506"/>
                    <a:pt x="809" y="499"/>
                  </a:cubicBezTo>
                  <a:cubicBezTo>
                    <a:pt x="808" y="493"/>
                    <a:pt x="812" y="492"/>
                    <a:pt x="812" y="490"/>
                  </a:cubicBezTo>
                  <a:cubicBezTo>
                    <a:pt x="812" y="487"/>
                    <a:pt x="809" y="487"/>
                    <a:pt x="806" y="489"/>
                  </a:cubicBezTo>
                  <a:cubicBezTo>
                    <a:pt x="803" y="491"/>
                    <a:pt x="803" y="486"/>
                    <a:pt x="800" y="487"/>
                  </a:cubicBezTo>
                  <a:cubicBezTo>
                    <a:pt x="797" y="487"/>
                    <a:pt x="787" y="486"/>
                    <a:pt x="787" y="482"/>
                  </a:cubicBezTo>
                  <a:cubicBezTo>
                    <a:pt x="786" y="477"/>
                    <a:pt x="783" y="480"/>
                    <a:pt x="781" y="475"/>
                  </a:cubicBezTo>
                  <a:cubicBezTo>
                    <a:pt x="780" y="471"/>
                    <a:pt x="776" y="474"/>
                    <a:pt x="776" y="471"/>
                  </a:cubicBezTo>
                  <a:cubicBezTo>
                    <a:pt x="776" y="468"/>
                    <a:pt x="774" y="467"/>
                    <a:pt x="771" y="467"/>
                  </a:cubicBezTo>
                  <a:cubicBezTo>
                    <a:pt x="768" y="467"/>
                    <a:pt x="767" y="463"/>
                    <a:pt x="763" y="463"/>
                  </a:cubicBezTo>
                  <a:cubicBezTo>
                    <a:pt x="759" y="462"/>
                    <a:pt x="754" y="466"/>
                    <a:pt x="752" y="467"/>
                  </a:cubicBezTo>
                  <a:cubicBezTo>
                    <a:pt x="750" y="468"/>
                    <a:pt x="744" y="463"/>
                    <a:pt x="742" y="465"/>
                  </a:cubicBezTo>
                  <a:cubicBezTo>
                    <a:pt x="739" y="467"/>
                    <a:pt x="739" y="464"/>
                    <a:pt x="733" y="462"/>
                  </a:cubicBezTo>
                  <a:cubicBezTo>
                    <a:pt x="726" y="460"/>
                    <a:pt x="718" y="460"/>
                    <a:pt x="718" y="462"/>
                  </a:cubicBezTo>
                  <a:cubicBezTo>
                    <a:pt x="717" y="464"/>
                    <a:pt x="712" y="465"/>
                    <a:pt x="713" y="470"/>
                  </a:cubicBezTo>
                  <a:cubicBezTo>
                    <a:pt x="714" y="475"/>
                    <a:pt x="719" y="474"/>
                    <a:pt x="720" y="478"/>
                  </a:cubicBezTo>
                  <a:cubicBezTo>
                    <a:pt x="721" y="481"/>
                    <a:pt x="718" y="480"/>
                    <a:pt x="717" y="483"/>
                  </a:cubicBezTo>
                  <a:cubicBezTo>
                    <a:pt x="717" y="487"/>
                    <a:pt x="714" y="486"/>
                    <a:pt x="714" y="489"/>
                  </a:cubicBezTo>
                  <a:cubicBezTo>
                    <a:pt x="714" y="491"/>
                    <a:pt x="716" y="490"/>
                    <a:pt x="717" y="495"/>
                  </a:cubicBezTo>
                  <a:cubicBezTo>
                    <a:pt x="719" y="499"/>
                    <a:pt x="721" y="499"/>
                    <a:pt x="722" y="505"/>
                  </a:cubicBezTo>
                  <a:cubicBezTo>
                    <a:pt x="723" y="511"/>
                    <a:pt x="720" y="510"/>
                    <a:pt x="717" y="511"/>
                  </a:cubicBezTo>
                  <a:cubicBezTo>
                    <a:pt x="715" y="511"/>
                    <a:pt x="718" y="514"/>
                    <a:pt x="714" y="518"/>
                  </a:cubicBezTo>
                  <a:cubicBezTo>
                    <a:pt x="711" y="522"/>
                    <a:pt x="708" y="527"/>
                    <a:pt x="710" y="529"/>
                  </a:cubicBezTo>
                  <a:cubicBezTo>
                    <a:pt x="713" y="532"/>
                    <a:pt x="723" y="536"/>
                    <a:pt x="727" y="543"/>
                  </a:cubicBezTo>
                  <a:cubicBezTo>
                    <a:pt x="731" y="549"/>
                    <a:pt x="731" y="560"/>
                    <a:pt x="730" y="567"/>
                  </a:cubicBezTo>
                  <a:cubicBezTo>
                    <a:pt x="729" y="575"/>
                    <a:pt x="720" y="577"/>
                    <a:pt x="714" y="583"/>
                  </a:cubicBezTo>
                  <a:cubicBezTo>
                    <a:pt x="708" y="590"/>
                    <a:pt x="701" y="589"/>
                    <a:pt x="698" y="589"/>
                  </a:cubicBezTo>
                  <a:cubicBezTo>
                    <a:pt x="695" y="589"/>
                    <a:pt x="697" y="595"/>
                    <a:pt x="701" y="600"/>
                  </a:cubicBezTo>
                  <a:cubicBezTo>
                    <a:pt x="705" y="605"/>
                    <a:pt x="702" y="606"/>
                    <a:pt x="704" y="611"/>
                  </a:cubicBezTo>
                  <a:cubicBezTo>
                    <a:pt x="706" y="616"/>
                    <a:pt x="704" y="620"/>
                    <a:pt x="707" y="625"/>
                  </a:cubicBezTo>
                  <a:cubicBezTo>
                    <a:pt x="711" y="629"/>
                    <a:pt x="709" y="631"/>
                    <a:pt x="705" y="634"/>
                  </a:cubicBezTo>
                  <a:cubicBezTo>
                    <a:pt x="701" y="637"/>
                    <a:pt x="706" y="636"/>
                    <a:pt x="707" y="640"/>
                  </a:cubicBezTo>
                  <a:cubicBezTo>
                    <a:pt x="707" y="644"/>
                    <a:pt x="705" y="642"/>
                    <a:pt x="702" y="639"/>
                  </a:cubicBezTo>
                  <a:cubicBezTo>
                    <a:pt x="698" y="637"/>
                    <a:pt x="695" y="644"/>
                    <a:pt x="695" y="646"/>
                  </a:cubicBezTo>
                  <a:cubicBezTo>
                    <a:pt x="695" y="649"/>
                    <a:pt x="688" y="643"/>
                    <a:pt x="686" y="643"/>
                  </a:cubicBezTo>
                  <a:cubicBezTo>
                    <a:pt x="684" y="643"/>
                    <a:pt x="686" y="639"/>
                    <a:pt x="682" y="635"/>
                  </a:cubicBezTo>
                  <a:cubicBezTo>
                    <a:pt x="677" y="632"/>
                    <a:pt x="674" y="631"/>
                    <a:pt x="674" y="627"/>
                  </a:cubicBezTo>
                  <a:cubicBezTo>
                    <a:pt x="674" y="624"/>
                    <a:pt x="666" y="621"/>
                    <a:pt x="666" y="617"/>
                  </a:cubicBezTo>
                  <a:cubicBezTo>
                    <a:pt x="666" y="613"/>
                    <a:pt x="667" y="603"/>
                    <a:pt x="665" y="600"/>
                  </a:cubicBezTo>
                  <a:cubicBezTo>
                    <a:pt x="664" y="597"/>
                    <a:pt x="665" y="594"/>
                    <a:pt x="667" y="591"/>
                  </a:cubicBezTo>
                  <a:cubicBezTo>
                    <a:pt x="668" y="588"/>
                    <a:pt x="665" y="584"/>
                    <a:pt x="660" y="584"/>
                  </a:cubicBezTo>
                  <a:cubicBezTo>
                    <a:pt x="656" y="584"/>
                    <a:pt x="650" y="583"/>
                    <a:pt x="643" y="583"/>
                  </a:cubicBezTo>
                  <a:cubicBezTo>
                    <a:pt x="637" y="584"/>
                    <a:pt x="634" y="583"/>
                    <a:pt x="632" y="581"/>
                  </a:cubicBezTo>
                  <a:cubicBezTo>
                    <a:pt x="630" y="579"/>
                    <a:pt x="624" y="575"/>
                    <a:pt x="616" y="573"/>
                  </a:cubicBezTo>
                  <a:cubicBezTo>
                    <a:pt x="608" y="571"/>
                    <a:pt x="605" y="567"/>
                    <a:pt x="604" y="565"/>
                  </a:cubicBezTo>
                  <a:cubicBezTo>
                    <a:pt x="603" y="563"/>
                    <a:pt x="596" y="561"/>
                    <a:pt x="594" y="559"/>
                  </a:cubicBezTo>
                  <a:cubicBezTo>
                    <a:pt x="592" y="557"/>
                    <a:pt x="585" y="555"/>
                    <a:pt x="582" y="556"/>
                  </a:cubicBezTo>
                  <a:cubicBezTo>
                    <a:pt x="579" y="556"/>
                    <a:pt x="571" y="550"/>
                    <a:pt x="567" y="550"/>
                  </a:cubicBezTo>
                  <a:cubicBezTo>
                    <a:pt x="562" y="550"/>
                    <a:pt x="552" y="555"/>
                    <a:pt x="550" y="555"/>
                  </a:cubicBezTo>
                  <a:cubicBezTo>
                    <a:pt x="548" y="555"/>
                    <a:pt x="550" y="551"/>
                    <a:pt x="551" y="549"/>
                  </a:cubicBezTo>
                  <a:cubicBezTo>
                    <a:pt x="553" y="548"/>
                    <a:pt x="548" y="540"/>
                    <a:pt x="546" y="535"/>
                  </a:cubicBezTo>
                  <a:cubicBezTo>
                    <a:pt x="545" y="530"/>
                    <a:pt x="543" y="525"/>
                    <a:pt x="538" y="525"/>
                  </a:cubicBezTo>
                  <a:cubicBezTo>
                    <a:pt x="533" y="526"/>
                    <a:pt x="527" y="523"/>
                    <a:pt x="526" y="522"/>
                  </a:cubicBezTo>
                  <a:cubicBezTo>
                    <a:pt x="524" y="521"/>
                    <a:pt x="524" y="507"/>
                    <a:pt x="525" y="501"/>
                  </a:cubicBezTo>
                  <a:cubicBezTo>
                    <a:pt x="526" y="495"/>
                    <a:pt x="533" y="486"/>
                    <a:pt x="533" y="482"/>
                  </a:cubicBezTo>
                  <a:cubicBezTo>
                    <a:pt x="533" y="479"/>
                    <a:pt x="537" y="477"/>
                    <a:pt x="541" y="476"/>
                  </a:cubicBezTo>
                  <a:cubicBezTo>
                    <a:pt x="545" y="475"/>
                    <a:pt x="542" y="468"/>
                    <a:pt x="545" y="467"/>
                  </a:cubicBezTo>
                  <a:cubicBezTo>
                    <a:pt x="549" y="467"/>
                    <a:pt x="549" y="465"/>
                    <a:pt x="550" y="462"/>
                  </a:cubicBezTo>
                  <a:cubicBezTo>
                    <a:pt x="551" y="459"/>
                    <a:pt x="555" y="461"/>
                    <a:pt x="553" y="459"/>
                  </a:cubicBezTo>
                  <a:cubicBezTo>
                    <a:pt x="550" y="456"/>
                    <a:pt x="552" y="455"/>
                    <a:pt x="558" y="455"/>
                  </a:cubicBezTo>
                  <a:cubicBezTo>
                    <a:pt x="564" y="455"/>
                    <a:pt x="572" y="453"/>
                    <a:pt x="571" y="448"/>
                  </a:cubicBezTo>
                  <a:cubicBezTo>
                    <a:pt x="570" y="442"/>
                    <a:pt x="555" y="446"/>
                    <a:pt x="555" y="441"/>
                  </a:cubicBezTo>
                  <a:cubicBezTo>
                    <a:pt x="555" y="437"/>
                    <a:pt x="536" y="436"/>
                    <a:pt x="537" y="434"/>
                  </a:cubicBezTo>
                  <a:cubicBezTo>
                    <a:pt x="538" y="431"/>
                    <a:pt x="556" y="436"/>
                    <a:pt x="563" y="438"/>
                  </a:cubicBezTo>
                  <a:cubicBezTo>
                    <a:pt x="569" y="441"/>
                    <a:pt x="571" y="440"/>
                    <a:pt x="576" y="440"/>
                  </a:cubicBezTo>
                  <a:cubicBezTo>
                    <a:pt x="581" y="440"/>
                    <a:pt x="578" y="433"/>
                    <a:pt x="579" y="430"/>
                  </a:cubicBezTo>
                  <a:cubicBezTo>
                    <a:pt x="580" y="428"/>
                    <a:pt x="590" y="435"/>
                    <a:pt x="596" y="433"/>
                  </a:cubicBezTo>
                  <a:cubicBezTo>
                    <a:pt x="601" y="432"/>
                    <a:pt x="607" y="420"/>
                    <a:pt x="612" y="417"/>
                  </a:cubicBezTo>
                  <a:cubicBezTo>
                    <a:pt x="616" y="413"/>
                    <a:pt x="612" y="410"/>
                    <a:pt x="603" y="411"/>
                  </a:cubicBezTo>
                  <a:cubicBezTo>
                    <a:pt x="594" y="412"/>
                    <a:pt x="588" y="408"/>
                    <a:pt x="583" y="405"/>
                  </a:cubicBezTo>
                  <a:cubicBezTo>
                    <a:pt x="578" y="401"/>
                    <a:pt x="579" y="398"/>
                    <a:pt x="584" y="398"/>
                  </a:cubicBezTo>
                  <a:cubicBezTo>
                    <a:pt x="589" y="399"/>
                    <a:pt x="602" y="409"/>
                    <a:pt x="607" y="409"/>
                  </a:cubicBezTo>
                  <a:cubicBezTo>
                    <a:pt x="611" y="410"/>
                    <a:pt x="620" y="400"/>
                    <a:pt x="624" y="397"/>
                  </a:cubicBezTo>
                  <a:cubicBezTo>
                    <a:pt x="628" y="394"/>
                    <a:pt x="620" y="393"/>
                    <a:pt x="617" y="391"/>
                  </a:cubicBezTo>
                  <a:cubicBezTo>
                    <a:pt x="614" y="388"/>
                    <a:pt x="622" y="387"/>
                    <a:pt x="626" y="387"/>
                  </a:cubicBezTo>
                  <a:cubicBezTo>
                    <a:pt x="630" y="387"/>
                    <a:pt x="632" y="390"/>
                    <a:pt x="633" y="392"/>
                  </a:cubicBezTo>
                  <a:cubicBezTo>
                    <a:pt x="635" y="394"/>
                    <a:pt x="642" y="391"/>
                    <a:pt x="645" y="391"/>
                  </a:cubicBezTo>
                  <a:cubicBezTo>
                    <a:pt x="649" y="391"/>
                    <a:pt x="645" y="385"/>
                    <a:pt x="639" y="383"/>
                  </a:cubicBezTo>
                  <a:cubicBezTo>
                    <a:pt x="633" y="381"/>
                    <a:pt x="639" y="376"/>
                    <a:pt x="641" y="380"/>
                  </a:cubicBezTo>
                  <a:cubicBezTo>
                    <a:pt x="643" y="383"/>
                    <a:pt x="647" y="383"/>
                    <a:pt x="649" y="387"/>
                  </a:cubicBezTo>
                  <a:cubicBezTo>
                    <a:pt x="652" y="392"/>
                    <a:pt x="653" y="389"/>
                    <a:pt x="658" y="387"/>
                  </a:cubicBezTo>
                  <a:cubicBezTo>
                    <a:pt x="663" y="385"/>
                    <a:pt x="666" y="382"/>
                    <a:pt x="669" y="379"/>
                  </a:cubicBezTo>
                  <a:cubicBezTo>
                    <a:pt x="671" y="376"/>
                    <a:pt x="672" y="380"/>
                    <a:pt x="675" y="375"/>
                  </a:cubicBezTo>
                  <a:cubicBezTo>
                    <a:pt x="678" y="370"/>
                    <a:pt x="674" y="366"/>
                    <a:pt x="670" y="363"/>
                  </a:cubicBezTo>
                  <a:cubicBezTo>
                    <a:pt x="666" y="360"/>
                    <a:pt x="670" y="357"/>
                    <a:pt x="666" y="355"/>
                  </a:cubicBezTo>
                  <a:cubicBezTo>
                    <a:pt x="662" y="353"/>
                    <a:pt x="661" y="349"/>
                    <a:pt x="666" y="350"/>
                  </a:cubicBezTo>
                  <a:cubicBezTo>
                    <a:pt x="671" y="351"/>
                    <a:pt x="675" y="349"/>
                    <a:pt x="677" y="346"/>
                  </a:cubicBezTo>
                  <a:cubicBezTo>
                    <a:pt x="680" y="342"/>
                    <a:pt x="670" y="342"/>
                    <a:pt x="674" y="339"/>
                  </a:cubicBezTo>
                  <a:cubicBezTo>
                    <a:pt x="679" y="337"/>
                    <a:pt x="675" y="334"/>
                    <a:pt x="671" y="334"/>
                  </a:cubicBezTo>
                  <a:cubicBezTo>
                    <a:pt x="666" y="334"/>
                    <a:pt x="662" y="332"/>
                    <a:pt x="662" y="328"/>
                  </a:cubicBezTo>
                  <a:cubicBezTo>
                    <a:pt x="662" y="324"/>
                    <a:pt x="654" y="327"/>
                    <a:pt x="649" y="325"/>
                  </a:cubicBezTo>
                  <a:cubicBezTo>
                    <a:pt x="645" y="322"/>
                    <a:pt x="634" y="323"/>
                    <a:pt x="632" y="323"/>
                  </a:cubicBezTo>
                  <a:cubicBezTo>
                    <a:pt x="629" y="323"/>
                    <a:pt x="629" y="334"/>
                    <a:pt x="633" y="334"/>
                  </a:cubicBezTo>
                  <a:cubicBezTo>
                    <a:pt x="636" y="334"/>
                    <a:pt x="639" y="338"/>
                    <a:pt x="636" y="339"/>
                  </a:cubicBezTo>
                  <a:cubicBezTo>
                    <a:pt x="633" y="341"/>
                    <a:pt x="637" y="345"/>
                    <a:pt x="634" y="344"/>
                  </a:cubicBezTo>
                  <a:cubicBezTo>
                    <a:pt x="632" y="344"/>
                    <a:pt x="628" y="343"/>
                    <a:pt x="627" y="349"/>
                  </a:cubicBezTo>
                  <a:cubicBezTo>
                    <a:pt x="626" y="356"/>
                    <a:pt x="626" y="358"/>
                    <a:pt x="621" y="361"/>
                  </a:cubicBezTo>
                  <a:cubicBezTo>
                    <a:pt x="617" y="363"/>
                    <a:pt x="620" y="353"/>
                    <a:pt x="616" y="354"/>
                  </a:cubicBezTo>
                  <a:cubicBezTo>
                    <a:pt x="612" y="354"/>
                    <a:pt x="612" y="362"/>
                    <a:pt x="615" y="362"/>
                  </a:cubicBezTo>
                  <a:cubicBezTo>
                    <a:pt x="618" y="363"/>
                    <a:pt x="618" y="366"/>
                    <a:pt x="619" y="369"/>
                  </a:cubicBezTo>
                  <a:cubicBezTo>
                    <a:pt x="620" y="373"/>
                    <a:pt x="614" y="370"/>
                    <a:pt x="611" y="375"/>
                  </a:cubicBezTo>
                  <a:cubicBezTo>
                    <a:pt x="609" y="379"/>
                    <a:pt x="608" y="373"/>
                    <a:pt x="605" y="370"/>
                  </a:cubicBezTo>
                  <a:cubicBezTo>
                    <a:pt x="601" y="367"/>
                    <a:pt x="597" y="362"/>
                    <a:pt x="597" y="358"/>
                  </a:cubicBezTo>
                  <a:cubicBezTo>
                    <a:pt x="598" y="355"/>
                    <a:pt x="599" y="354"/>
                    <a:pt x="602" y="353"/>
                  </a:cubicBezTo>
                  <a:cubicBezTo>
                    <a:pt x="605" y="353"/>
                    <a:pt x="602" y="350"/>
                    <a:pt x="602" y="346"/>
                  </a:cubicBezTo>
                  <a:cubicBezTo>
                    <a:pt x="602" y="341"/>
                    <a:pt x="598" y="343"/>
                    <a:pt x="594" y="338"/>
                  </a:cubicBezTo>
                  <a:cubicBezTo>
                    <a:pt x="590" y="333"/>
                    <a:pt x="586" y="333"/>
                    <a:pt x="584" y="335"/>
                  </a:cubicBezTo>
                  <a:cubicBezTo>
                    <a:pt x="582" y="338"/>
                    <a:pt x="583" y="342"/>
                    <a:pt x="580" y="343"/>
                  </a:cubicBezTo>
                  <a:cubicBezTo>
                    <a:pt x="576" y="345"/>
                    <a:pt x="578" y="352"/>
                    <a:pt x="575" y="352"/>
                  </a:cubicBezTo>
                  <a:cubicBezTo>
                    <a:pt x="572" y="353"/>
                    <a:pt x="573" y="340"/>
                    <a:pt x="571" y="339"/>
                  </a:cubicBezTo>
                  <a:cubicBezTo>
                    <a:pt x="568" y="338"/>
                    <a:pt x="569" y="335"/>
                    <a:pt x="572" y="334"/>
                  </a:cubicBezTo>
                  <a:cubicBezTo>
                    <a:pt x="576" y="334"/>
                    <a:pt x="578" y="330"/>
                    <a:pt x="575" y="330"/>
                  </a:cubicBezTo>
                  <a:cubicBezTo>
                    <a:pt x="572" y="330"/>
                    <a:pt x="566" y="326"/>
                    <a:pt x="564" y="325"/>
                  </a:cubicBezTo>
                  <a:cubicBezTo>
                    <a:pt x="562" y="324"/>
                    <a:pt x="558" y="329"/>
                    <a:pt x="555" y="327"/>
                  </a:cubicBezTo>
                  <a:cubicBezTo>
                    <a:pt x="553" y="325"/>
                    <a:pt x="556" y="320"/>
                    <a:pt x="556" y="318"/>
                  </a:cubicBezTo>
                  <a:cubicBezTo>
                    <a:pt x="556" y="315"/>
                    <a:pt x="560" y="319"/>
                    <a:pt x="562" y="315"/>
                  </a:cubicBezTo>
                  <a:cubicBezTo>
                    <a:pt x="565" y="312"/>
                    <a:pt x="555" y="312"/>
                    <a:pt x="555" y="308"/>
                  </a:cubicBezTo>
                  <a:cubicBezTo>
                    <a:pt x="555" y="304"/>
                    <a:pt x="548" y="303"/>
                    <a:pt x="545" y="302"/>
                  </a:cubicBezTo>
                  <a:cubicBezTo>
                    <a:pt x="543" y="301"/>
                    <a:pt x="547" y="295"/>
                    <a:pt x="546" y="292"/>
                  </a:cubicBezTo>
                  <a:cubicBezTo>
                    <a:pt x="545" y="290"/>
                    <a:pt x="535" y="281"/>
                    <a:pt x="531" y="282"/>
                  </a:cubicBezTo>
                  <a:cubicBezTo>
                    <a:pt x="527" y="283"/>
                    <a:pt x="526" y="277"/>
                    <a:pt x="529" y="277"/>
                  </a:cubicBezTo>
                  <a:cubicBezTo>
                    <a:pt x="531" y="277"/>
                    <a:pt x="533" y="276"/>
                    <a:pt x="537" y="271"/>
                  </a:cubicBezTo>
                  <a:cubicBezTo>
                    <a:pt x="541" y="266"/>
                    <a:pt x="542" y="265"/>
                    <a:pt x="539" y="264"/>
                  </a:cubicBezTo>
                  <a:cubicBezTo>
                    <a:pt x="536" y="263"/>
                    <a:pt x="534" y="260"/>
                    <a:pt x="539" y="260"/>
                  </a:cubicBezTo>
                  <a:cubicBezTo>
                    <a:pt x="545" y="260"/>
                    <a:pt x="554" y="264"/>
                    <a:pt x="557" y="262"/>
                  </a:cubicBezTo>
                  <a:cubicBezTo>
                    <a:pt x="560" y="259"/>
                    <a:pt x="569" y="245"/>
                    <a:pt x="573" y="239"/>
                  </a:cubicBezTo>
                  <a:cubicBezTo>
                    <a:pt x="577" y="234"/>
                    <a:pt x="570" y="234"/>
                    <a:pt x="561" y="234"/>
                  </a:cubicBezTo>
                  <a:cubicBezTo>
                    <a:pt x="552" y="235"/>
                    <a:pt x="550" y="231"/>
                    <a:pt x="543" y="230"/>
                  </a:cubicBezTo>
                  <a:cubicBezTo>
                    <a:pt x="535" y="230"/>
                    <a:pt x="521" y="232"/>
                    <a:pt x="519" y="234"/>
                  </a:cubicBezTo>
                  <a:cubicBezTo>
                    <a:pt x="517" y="236"/>
                    <a:pt x="523" y="238"/>
                    <a:pt x="522" y="241"/>
                  </a:cubicBezTo>
                  <a:cubicBezTo>
                    <a:pt x="522" y="243"/>
                    <a:pt x="517" y="239"/>
                    <a:pt x="515" y="240"/>
                  </a:cubicBezTo>
                  <a:cubicBezTo>
                    <a:pt x="513" y="241"/>
                    <a:pt x="516" y="244"/>
                    <a:pt x="515" y="253"/>
                  </a:cubicBezTo>
                  <a:cubicBezTo>
                    <a:pt x="514" y="262"/>
                    <a:pt x="517" y="262"/>
                    <a:pt x="519" y="266"/>
                  </a:cubicBezTo>
                  <a:cubicBezTo>
                    <a:pt x="522" y="269"/>
                    <a:pt x="521" y="273"/>
                    <a:pt x="521" y="279"/>
                  </a:cubicBezTo>
                  <a:cubicBezTo>
                    <a:pt x="521" y="284"/>
                    <a:pt x="516" y="284"/>
                    <a:pt x="514" y="285"/>
                  </a:cubicBezTo>
                  <a:cubicBezTo>
                    <a:pt x="513" y="286"/>
                    <a:pt x="519" y="288"/>
                    <a:pt x="518" y="292"/>
                  </a:cubicBezTo>
                  <a:cubicBezTo>
                    <a:pt x="517" y="295"/>
                    <a:pt x="512" y="290"/>
                    <a:pt x="509" y="291"/>
                  </a:cubicBezTo>
                  <a:cubicBezTo>
                    <a:pt x="506" y="292"/>
                    <a:pt x="503" y="300"/>
                    <a:pt x="506" y="303"/>
                  </a:cubicBezTo>
                  <a:cubicBezTo>
                    <a:pt x="510" y="306"/>
                    <a:pt x="511" y="305"/>
                    <a:pt x="508" y="309"/>
                  </a:cubicBezTo>
                  <a:cubicBezTo>
                    <a:pt x="506" y="312"/>
                    <a:pt x="503" y="317"/>
                    <a:pt x="509" y="321"/>
                  </a:cubicBezTo>
                  <a:cubicBezTo>
                    <a:pt x="515" y="326"/>
                    <a:pt x="526" y="326"/>
                    <a:pt x="532" y="329"/>
                  </a:cubicBezTo>
                  <a:cubicBezTo>
                    <a:pt x="538" y="333"/>
                    <a:pt x="529" y="331"/>
                    <a:pt x="532" y="335"/>
                  </a:cubicBezTo>
                  <a:cubicBezTo>
                    <a:pt x="534" y="339"/>
                    <a:pt x="528" y="341"/>
                    <a:pt x="528" y="344"/>
                  </a:cubicBezTo>
                  <a:cubicBezTo>
                    <a:pt x="528" y="347"/>
                    <a:pt x="531" y="346"/>
                    <a:pt x="534" y="340"/>
                  </a:cubicBezTo>
                  <a:cubicBezTo>
                    <a:pt x="537" y="335"/>
                    <a:pt x="539" y="342"/>
                    <a:pt x="539" y="346"/>
                  </a:cubicBezTo>
                  <a:cubicBezTo>
                    <a:pt x="538" y="351"/>
                    <a:pt x="534" y="348"/>
                    <a:pt x="531" y="353"/>
                  </a:cubicBezTo>
                  <a:cubicBezTo>
                    <a:pt x="528" y="358"/>
                    <a:pt x="525" y="359"/>
                    <a:pt x="520" y="358"/>
                  </a:cubicBezTo>
                  <a:cubicBezTo>
                    <a:pt x="515" y="357"/>
                    <a:pt x="518" y="364"/>
                    <a:pt x="520" y="369"/>
                  </a:cubicBezTo>
                  <a:cubicBezTo>
                    <a:pt x="522" y="373"/>
                    <a:pt x="519" y="374"/>
                    <a:pt x="514" y="373"/>
                  </a:cubicBezTo>
                  <a:cubicBezTo>
                    <a:pt x="508" y="371"/>
                    <a:pt x="505" y="368"/>
                    <a:pt x="508" y="364"/>
                  </a:cubicBezTo>
                  <a:cubicBezTo>
                    <a:pt x="511" y="359"/>
                    <a:pt x="513" y="354"/>
                    <a:pt x="509" y="355"/>
                  </a:cubicBezTo>
                  <a:cubicBezTo>
                    <a:pt x="506" y="355"/>
                    <a:pt x="499" y="355"/>
                    <a:pt x="496" y="351"/>
                  </a:cubicBezTo>
                  <a:cubicBezTo>
                    <a:pt x="494" y="348"/>
                    <a:pt x="498" y="349"/>
                    <a:pt x="505" y="350"/>
                  </a:cubicBezTo>
                  <a:cubicBezTo>
                    <a:pt x="511" y="351"/>
                    <a:pt x="506" y="345"/>
                    <a:pt x="511" y="345"/>
                  </a:cubicBezTo>
                  <a:cubicBezTo>
                    <a:pt x="516" y="345"/>
                    <a:pt x="519" y="348"/>
                    <a:pt x="524" y="344"/>
                  </a:cubicBezTo>
                  <a:cubicBezTo>
                    <a:pt x="528" y="341"/>
                    <a:pt x="521" y="333"/>
                    <a:pt x="517" y="335"/>
                  </a:cubicBezTo>
                  <a:cubicBezTo>
                    <a:pt x="514" y="336"/>
                    <a:pt x="508" y="337"/>
                    <a:pt x="508" y="334"/>
                  </a:cubicBezTo>
                  <a:cubicBezTo>
                    <a:pt x="508" y="330"/>
                    <a:pt x="514" y="333"/>
                    <a:pt x="518" y="332"/>
                  </a:cubicBezTo>
                  <a:cubicBezTo>
                    <a:pt x="521" y="331"/>
                    <a:pt x="516" y="327"/>
                    <a:pt x="511" y="328"/>
                  </a:cubicBezTo>
                  <a:cubicBezTo>
                    <a:pt x="506" y="329"/>
                    <a:pt x="502" y="330"/>
                    <a:pt x="498" y="325"/>
                  </a:cubicBezTo>
                  <a:cubicBezTo>
                    <a:pt x="494" y="321"/>
                    <a:pt x="487" y="319"/>
                    <a:pt x="485" y="328"/>
                  </a:cubicBezTo>
                  <a:cubicBezTo>
                    <a:pt x="484" y="338"/>
                    <a:pt x="477" y="333"/>
                    <a:pt x="474" y="336"/>
                  </a:cubicBezTo>
                  <a:cubicBezTo>
                    <a:pt x="471" y="339"/>
                    <a:pt x="477" y="342"/>
                    <a:pt x="484" y="342"/>
                  </a:cubicBezTo>
                  <a:cubicBezTo>
                    <a:pt x="491" y="342"/>
                    <a:pt x="496" y="348"/>
                    <a:pt x="492" y="348"/>
                  </a:cubicBezTo>
                  <a:cubicBezTo>
                    <a:pt x="489" y="348"/>
                    <a:pt x="491" y="353"/>
                    <a:pt x="487" y="351"/>
                  </a:cubicBezTo>
                  <a:cubicBezTo>
                    <a:pt x="484" y="350"/>
                    <a:pt x="480" y="351"/>
                    <a:pt x="483" y="354"/>
                  </a:cubicBezTo>
                  <a:cubicBezTo>
                    <a:pt x="485" y="357"/>
                    <a:pt x="482" y="359"/>
                    <a:pt x="482" y="362"/>
                  </a:cubicBezTo>
                  <a:cubicBezTo>
                    <a:pt x="482" y="365"/>
                    <a:pt x="477" y="362"/>
                    <a:pt x="471" y="361"/>
                  </a:cubicBezTo>
                  <a:cubicBezTo>
                    <a:pt x="466" y="361"/>
                    <a:pt x="456" y="363"/>
                    <a:pt x="449" y="364"/>
                  </a:cubicBezTo>
                  <a:cubicBezTo>
                    <a:pt x="442" y="366"/>
                    <a:pt x="435" y="363"/>
                    <a:pt x="432" y="360"/>
                  </a:cubicBezTo>
                  <a:cubicBezTo>
                    <a:pt x="429" y="357"/>
                    <a:pt x="425" y="357"/>
                    <a:pt x="420" y="357"/>
                  </a:cubicBezTo>
                  <a:cubicBezTo>
                    <a:pt x="415" y="357"/>
                    <a:pt x="416" y="352"/>
                    <a:pt x="410" y="352"/>
                  </a:cubicBezTo>
                  <a:cubicBezTo>
                    <a:pt x="403" y="352"/>
                    <a:pt x="405" y="346"/>
                    <a:pt x="404" y="343"/>
                  </a:cubicBezTo>
                  <a:cubicBezTo>
                    <a:pt x="403" y="340"/>
                    <a:pt x="390" y="341"/>
                    <a:pt x="385" y="344"/>
                  </a:cubicBezTo>
                  <a:cubicBezTo>
                    <a:pt x="381" y="347"/>
                    <a:pt x="371" y="346"/>
                    <a:pt x="369" y="351"/>
                  </a:cubicBezTo>
                  <a:cubicBezTo>
                    <a:pt x="366" y="357"/>
                    <a:pt x="371" y="356"/>
                    <a:pt x="374" y="356"/>
                  </a:cubicBezTo>
                  <a:cubicBezTo>
                    <a:pt x="378" y="356"/>
                    <a:pt x="377" y="351"/>
                    <a:pt x="384" y="352"/>
                  </a:cubicBezTo>
                  <a:cubicBezTo>
                    <a:pt x="391" y="353"/>
                    <a:pt x="396" y="345"/>
                    <a:pt x="399" y="348"/>
                  </a:cubicBezTo>
                  <a:cubicBezTo>
                    <a:pt x="402" y="351"/>
                    <a:pt x="387" y="357"/>
                    <a:pt x="381" y="358"/>
                  </a:cubicBezTo>
                  <a:cubicBezTo>
                    <a:pt x="374" y="359"/>
                    <a:pt x="376" y="364"/>
                    <a:pt x="382" y="373"/>
                  </a:cubicBezTo>
                  <a:cubicBezTo>
                    <a:pt x="388" y="383"/>
                    <a:pt x="379" y="377"/>
                    <a:pt x="379" y="382"/>
                  </a:cubicBezTo>
                  <a:cubicBezTo>
                    <a:pt x="379" y="386"/>
                    <a:pt x="368" y="380"/>
                    <a:pt x="372" y="379"/>
                  </a:cubicBezTo>
                  <a:cubicBezTo>
                    <a:pt x="377" y="377"/>
                    <a:pt x="375" y="373"/>
                    <a:pt x="371" y="370"/>
                  </a:cubicBezTo>
                  <a:cubicBezTo>
                    <a:pt x="367" y="367"/>
                    <a:pt x="365" y="370"/>
                    <a:pt x="365" y="366"/>
                  </a:cubicBezTo>
                  <a:cubicBezTo>
                    <a:pt x="366" y="363"/>
                    <a:pt x="361" y="367"/>
                    <a:pt x="358" y="364"/>
                  </a:cubicBezTo>
                  <a:cubicBezTo>
                    <a:pt x="354" y="361"/>
                    <a:pt x="353" y="359"/>
                    <a:pt x="348" y="361"/>
                  </a:cubicBezTo>
                  <a:cubicBezTo>
                    <a:pt x="343" y="364"/>
                    <a:pt x="338" y="363"/>
                    <a:pt x="327" y="365"/>
                  </a:cubicBezTo>
                  <a:cubicBezTo>
                    <a:pt x="317" y="367"/>
                    <a:pt x="297" y="366"/>
                    <a:pt x="294" y="363"/>
                  </a:cubicBezTo>
                  <a:cubicBezTo>
                    <a:pt x="290" y="359"/>
                    <a:pt x="303" y="353"/>
                    <a:pt x="307" y="354"/>
                  </a:cubicBezTo>
                  <a:cubicBezTo>
                    <a:pt x="310" y="355"/>
                    <a:pt x="308" y="350"/>
                    <a:pt x="302" y="345"/>
                  </a:cubicBezTo>
                  <a:cubicBezTo>
                    <a:pt x="297" y="341"/>
                    <a:pt x="284" y="338"/>
                    <a:pt x="284" y="341"/>
                  </a:cubicBezTo>
                  <a:cubicBezTo>
                    <a:pt x="284" y="344"/>
                    <a:pt x="277" y="341"/>
                    <a:pt x="268" y="339"/>
                  </a:cubicBezTo>
                  <a:cubicBezTo>
                    <a:pt x="258" y="338"/>
                    <a:pt x="257" y="334"/>
                    <a:pt x="251" y="334"/>
                  </a:cubicBezTo>
                  <a:cubicBezTo>
                    <a:pt x="245" y="334"/>
                    <a:pt x="236" y="332"/>
                    <a:pt x="229" y="327"/>
                  </a:cubicBezTo>
                  <a:cubicBezTo>
                    <a:pt x="222" y="321"/>
                    <a:pt x="206" y="323"/>
                    <a:pt x="204" y="328"/>
                  </a:cubicBezTo>
                  <a:cubicBezTo>
                    <a:pt x="202" y="333"/>
                    <a:pt x="196" y="332"/>
                    <a:pt x="191" y="332"/>
                  </a:cubicBezTo>
                  <a:cubicBezTo>
                    <a:pt x="185" y="332"/>
                    <a:pt x="193" y="326"/>
                    <a:pt x="191" y="325"/>
                  </a:cubicBezTo>
                  <a:cubicBezTo>
                    <a:pt x="188" y="324"/>
                    <a:pt x="191" y="317"/>
                    <a:pt x="187" y="316"/>
                  </a:cubicBezTo>
                  <a:cubicBezTo>
                    <a:pt x="183" y="316"/>
                    <a:pt x="180" y="333"/>
                    <a:pt x="172" y="332"/>
                  </a:cubicBezTo>
                  <a:cubicBezTo>
                    <a:pt x="165" y="332"/>
                    <a:pt x="161" y="314"/>
                    <a:pt x="155" y="310"/>
                  </a:cubicBezTo>
                  <a:cubicBezTo>
                    <a:pt x="149" y="305"/>
                    <a:pt x="143" y="305"/>
                    <a:pt x="148" y="312"/>
                  </a:cubicBezTo>
                  <a:cubicBezTo>
                    <a:pt x="154" y="319"/>
                    <a:pt x="144" y="314"/>
                    <a:pt x="144" y="318"/>
                  </a:cubicBezTo>
                  <a:cubicBezTo>
                    <a:pt x="145" y="323"/>
                    <a:pt x="136" y="328"/>
                    <a:pt x="136" y="326"/>
                  </a:cubicBezTo>
                  <a:cubicBezTo>
                    <a:pt x="136" y="323"/>
                    <a:pt x="131" y="320"/>
                    <a:pt x="125" y="327"/>
                  </a:cubicBezTo>
                  <a:cubicBezTo>
                    <a:pt x="119" y="334"/>
                    <a:pt x="115" y="333"/>
                    <a:pt x="114" y="331"/>
                  </a:cubicBezTo>
                  <a:cubicBezTo>
                    <a:pt x="114" y="328"/>
                    <a:pt x="96" y="337"/>
                    <a:pt x="97" y="340"/>
                  </a:cubicBezTo>
                  <a:cubicBezTo>
                    <a:pt x="98" y="343"/>
                    <a:pt x="94" y="346"/>
                    <a:pt x="89" y="345"/>
                  </a:cubicBezTo>
                  <a:cubicBezTo>
                    <a:pt x="85" y="345"/>
                    <a:pt x="88" y="341"/>
                    <a:pt x="92" y="339"/>
                  </a:cubicBezTo>
                  <a:cubicBezTo>
                    <a:pt x="96" y="337"/>
                    <a:pt x="108" y="328"/>
                    <a:pt x="114" y="327"/>
                  </a:cubicBezTo>
                  <a:cubicBezTo>
                    <a:pt x="120" y="326"/>
                    <a:pt x="131" y="321"/>
                    <a:pt x="132" y="318"/>
                  </a:cubicBezTo>
                  <a:cubicBezTo>
                    <a:pt x="132" y="315"/>
                    <a:pt x="126" y="318"/>
                    <a:pt x="122" y="317"/>
                  </a:cubicBezTo>
                  <a:cubicBezTo>
                    <a:pt x="118" y="316"/>
                    <a:pt x="111" y="321"/>
                    <a:pt x="104" y="324"/>
                  </a:cubicBezTo>
                  <a:cubicBezTo>
                    <a:pt x="97" y="327"/>
                    <a:pt x="90" y="326"/>
                    <a:pt x="92" y="330"/>
                  </a:cubicBezTo>
                  <a:cubicBezTo>
                    <a:pt x="94" y="334"/>
                    <a:pt x="85" y="329"/>
                    <a:pt x="84" y="332"/>
                  </a:cubicBezTo>
                  <a:cubicBezTo>
                    <a:pt x="82" y="335"/>
                    <a:pt x="79" y="332"/>
                    <a:pt x="81" y="330"/>
                  </a:cubicBezTo>
                  <a:cubicBezTo>
                    <a:pt x="84" y="329"/>
                    <a:pt x="75" y="326"/>
                    <a:pt x="75" y="328"/>
                  </a:cubicBezTo>
                  <a:cubicBezTo>
                    <a:pt x="75" y="329"/>
                    <a:pt x="74" y="332"/>
                    <a:pt x="68" y="332"/>
                  </a:cubicBezTo>
                  <a:cubicBezTo>
                    <a:pt x="62" y="332"/>
                    <a:pt x="56" y="336"/>
                    <a:pt x="60" y="339"/>
                  </a:cubicBezTo>
                  <a:cubicBezTo>
                    <a:pt x="64" y="342"/>
                    <a:pt x="66" y="343"/>
                    <a:pt x="64" y="345"/>
                  </a:cubicBezTo>
                  <a:cubicBezTo>
                    <a:pt x="62" y="347"/>
                    <a:pt x="56" y="340"/>
                    <a:pt x="47" y="341"/>
                  </a:cubicBezTo>
                  <a:cubicBezTo>
                    <a:pt x="38" y="342"/>
                    <a:pt x="21" y="331"/>
                    <a:pt x="21" y="329"/>
                  </a:cubicBezTo>
                  <a:cubicBezTo>
                    <a:pt x="21" y="326"/>
                    <a:pt x="9" y="328"/>
                    <a:pt x="0" y="327"/>
                  </a:cubicBezTo>
                  <a:cubicBezTo>
                    <a:pt x="0" y="500"/>
                    <a:pt x="0" y="500"/>
                    <a:pt x="0" y="500"/>
                  </a:cubicBezTo>
                  <a:cubicBezTo>
                    <a:pt x="0" y="500"/>
                    <a:pt x="4" y="503"/>
                    <a:pt x="6" y="501"/>
                  </a:cubicBezTo>
                  <a:cubicBezTo>
                    <a:pt x="8" y="499"/>
                    <a:pt x="11" y="502"/>
                    <a:pt x="16" y="499"/>
                  </a:cubicBezTo>
                  <a:cubicBezTo>
                    <a:pt x="22" y="496"/>
                    <a:pt x="24" y="502"/>
                    <a:pt x="24" y="505"/>
                  </a:cubicBezTo>
                  <a:cubicBezTo>
                    <a:pt x="24" y="507"/>
                    <a:pt x="32" y="512"/>
                    <a:pt x="35" y="516"/>
                  </a:cubicBezTo>
                  <a:cubicBezTo>
                    <a:pt x="39" y="520"/>
                    <a:pt x="40" y="524"/>
                    <a:pt x="44" y="522"/>
                  </a:cubicBezTo>
                  <a:cubicBezTo>
                    <a:pt x="48" y="519"/>
                    <a:pt x="54" y="518"/>
                    <a:pt x="54" y="514"/>
                  </a:cubicBezTo>
                  <a:cubicBezTo>
                    <a:pt x="54" y="509"/>
                    <a:pt x="70" y="509"/>
                    <a:pt x="70" y="514"/>
                  </a:cubicBezTo>
                  <a:cubicBezTo>
                    <a:pt x="70" y="520"/>
                    <a:pt x="85" y="527"/>
                    <a:pt x="94" y="542"/>
                  </a:cubicBezTo>
                  <a:cubicBezTo>
                    <a:pt x="103" y="557"/>
                    <a:pt x="101" y="561"/>
                    <a:pt x="114" y="566"/>
                  </a:cubicBezTo>
                  <a:cubicBezTo>
                    <a:pt x="127" y="571"/>
                    <a:pt x="126" y="573"/>
                    <a:pt x="125" y="578"/>
                  </a:cubicBezTo>
                  <a:cubicBezTo>
                    <a:pt x="123" y="582"/>
                    <a:pt x="132" y="584"/>
                    <a:pt x="127" y="588"/>
                  </a:cubicBezTo>
                  <a:cubicBezTo>
                    <a:pt x="125" y="589"/>
                    <a:pt x="122" y="591"/>
                    <a:pt x="119" y="593"/>
                  </a:cubicBezTo>
                  <a:cubicBezTo>
                    <a:pt x="120" y="595"/>
                    <a:pt x="122" y="597"/>
                    <a:pt x="124" y="599"/>
                  </a:cubicBezTo>
                  <a:cubicBezTo>
                    <a:pt x="127" y="602"/>
                    <a:pt x="119" y="602"/>
                    <a:pt x="121" y="604"/>
                  </a:cubicBezTo>
                  <a:cubicBezTo>
                    <a:pt x="124" y="606"/>
                    <a:pt x="121" y="610"/>
                    <a:pt x="123" y="612"/>
                  </a:cubicBezTo>
                  <a:cubicBezTo>
                    <a:pt x="126" y="615"/>
                    <a:pt x="130" y="614"/>
                    <a:pt x="133" y="612"/>
                  </a:cubicBezTo>
                  <a:cubicBezTo>
                    <a:pt x="136" y="610"/>
                    <a:pt x="138" y="615"/>
                    <a:pt x="135" y="618"/>
                  </a:cubicBezTo>
                  <a:cubicBezTo>
                    <a:pt x="133" y="622"/>
                    <a:pt x="138" y="625"/>
                    <a:pt x="140" y="622"/>
                  </a:cubicBezTo>
                  <a:cubicBezTo>
                    <a:pt x="142" y="619"/>
                    <a:pt x="147" y="627"/>
                    <a:pt x="149" y="628"/>
                  </a:cubicBezTo>
                  <a:cubicBezTo>
                    <a:pt x="152" y="629"/>
                    <a:pt x="154" y="633"/>
                    <a:pt x="150" y="633"/>
                  </a:cubicBezTo>
                  <a:cubicBezTo>
                    <a:pt x="146" y="633"/>
                    <a:pt x="147" y="639"/>
                    <a:pt x="150" y="640"/>
                  </a:cubicBezTo>
                  <a:cubicBezTo>
                    <a:pt x="152" y="640"/>
                    <a:pt x="152" y="643"/>
                    <a:pt x="152" y="646"/>
                  </a:cubicBezTo>
                  <a:cubicBezTo>
                    <a:pt x="152" y="648"/>
                    <a:pt x="161" y="651"/>
                    <a:pt x="164" y="650"/>
                  </a:cubicBezTo>
                  <a:cubicBezTo>
                    <a:pt x="167" y="649"/>
                    <a:pt x="170" y="652"/>
                    <a:pt x="172" y="655"/>
                  </a:cubicBezTo>
                  <a:cubicBezTo>
                    <a:pt x="173" y="658"/>
                    <a:pt x="179" y="660"/>
                    <a:pt x="182" y="658"/>
                  </a:cubicBezTo>
                  <a:cubicBezTo>
                    <a:pt x="184" y="656"/>
                    <a:pt x="185" y="661"/>
                    <a:pt x="186" y="665"/>
                  </a:cubicBezTo>
                  <a:cubicBezTo>
                    <a:pt x="186" y="668"/>
                    <a:pt x="191" y="666"/>
                    <a:pt x="194" y="666"/>
                  </a:cubicBezTo>
                  <a:cubicBezTo>
                    <a:pt x="197" y="666"/>
                    <a:pt x="199" y="670"/>
                    <a:pt x="201" y="669"/>
                  </a:cubicBezTo>
                  <a:cubicBezTo>
                    <a:pt x="206" y="667"/>
                    <a:pt x="207" y="675"/>
                    <a:pt x="210" y="680"/>
                  </a:cubicBezTo>
                  <a:cubicBezTo>
                    <a:pt x="520" y="678"/>
                    <a:pt x="520" y="678"/>
                    <a:pt x="520" y="678"/>
                  </a:cubicBezTo>
                  <a:cubicBezTo>
                    <a:pt x="520" y="678"/>
                    <a:pt x="521" y="670"/>
                    <a:pt x="524" y="673"/>
                  </a:cubicBezTo>
                  <a:cubicBezTo>
                    <a:pt x="528" y="676"/>
                    <a:pt x="525" y="680"/>
                    <a:pt x="529" y="682"/>
                  </a:cubicBezTo>
                  <a:cubicBezTo>
                    <a:pt x="533" y="683"/>
                    <a:pt x="536" y="686"/>
                    <a:pt x="539" y="685"/>
                  </a:cubicBezTo>
                  <a:cubicBezTo>
                    <a:pt x="541" y="684"/>
                    <a:pt x="545" y="681"/>
                    <a:pt x="549" y="685"/>
                  </a:cubicBezTo>
                  <a:cubicBezTo>
                    <a:pt x="553" y="690"/>
                    <a:pt x="556" y="686"/>
                    <a:pt x="558" y="689"/>
                  </a:cubicBezTo>
                  <a:cubicBezTo>
                    <a:pt x="561" y="692"/>
                    <a:pt x="565" y="694"/>
                    <a:pt x="568" y="691"/>
                  </a:cubicBezTo>
                  <a:cubicBezTo>
                    <a:pt x="570" y="688"/>
                    <a:pt x="580" y="691"/>
                    <a:pt x="584" y="693"/>
                  </a:cubicBezTo>
                  <a:cubicBezTo>
                    <a:pt x="590" y="688"/>
                    <a:pt x="594" y="679"/>
                    <a:pt x="599" y="679"/>
                  </a:cubicBezTo>
                  <a:cubicBezTo>
                    <a:pt x="605" y="679"/>
                    <a:pt x="622" y="681"/>
                    <a:pt x="623" y="689"/>
                  </a:cubicBezTo>
                  <a:cubicBezTo>
                    <a:pt x="624" y="698"/>
                    <a:pt x="634" y="690"/>
                    <a:pt x="635" y="698"/>
                  </a:cubicBezTo>
                  <a:cubicBezTo>
                    <a:pt x="636" y="704"/>
                    <a:pt x="642" y="710"/>
                    <a:pt x="641" y="713"/>
                  </a:cubicBezTo>
                  <a:cubicBezTo>
                    <a:pt x="643" y="714"/>
                    <a:pt x="645" y="716"/>
                    <a:pt x="648" y="718"/>
                  </a:cubicBezTo>
                  <a:cubicBezTo>
                    <a:pt x="651" y="717"/>
                    <a:pt x="659" y="718"/>
                    <a:pt x="665" y="720"/>
                  </a:cubicBezTo>
                  <a:cubicBezTo>
                    <a:pt x="672" y="723"/>
                    <a:pt x="682" y="717"/>
                    <a:pt x="686" y="726"/>
                  </a:cubicBezTo>
                  <a:cubicBezTo>
                    <a:pt x="689" y="734"/>
                    <a:pt x="697" y="740"/>
                    <a:pt x="690" y="741"/>
                  </a:cubicBezTo>
                  <a:cubicBezTo>
                    <a:pt x="683" y="742"/>
                    <a:pt x="675" y="733"/>
                    <a:pt x="675" y="738"/>
                  </a:cubicBezTo>
                  <a:cubicBezTo>
                    <a:pt x="676" y="743"/>
                    <a:pt x="672" y="740"/>
                    <a:pt x="672" y="748"/>
                  </a:cubicBezTo>
                  <a:cubicBezTo>
                    <a:pt x="672" y="755"/>
                    <a:pt x="667" y="766"/>
                    <a:pt x="664" y="765"/>
                  </a:cubicBezTo>
                  <a:cubicBezTo>
                    <a:pt x="664" y="765"/>
                    <a:pt x="664" y="765"/>
                    <a:pt x="664" y="765"/>
                  </a:cubicBezTo>
                  <a:cubicBezTo>
                    <a:pt x="663" y="768"/>
                    <a:pt x="663" y="771"/>
                    <a:pt x="665" y="774"/>
                  </a:cubicBezTo>
                  <a:cubicBezTo>
                    <a:pt x="669" y="771"/>
                    <a:pt x="675" y="766"/>
                    <a:pt x="679" y="767"/>
                  </a:cubicBezTo>
                  <a:cubicBezTo>
                    <a:pt x="687" y="767"/>
                    <a:pt x="689" y="772"/>
                    <a:pt x="694" y="768"/>
                  </a:cubicBezTo>
                  <a:cubicBezTo>
                    <a:pt x="699" y="765"/>
                    <a:pt x="700" y="763"/>
                    <a:pt x="701" y="766"/>
                  </a:cubicBezTo>
                  <a:cubicBezTo>
                    <a:pt x="701" y="766"/>
                    <a:pt x="701" y="766"/>
                    <a:pt x="701" y="767"/>
                  </a:cubicBezTo>
                  <a:cubicBezTo>
                    <a:pt x="703" y="766"/>
                    <a:pt x="704" y="765"/>
                    <a:pt x="704" y="764"/>
                  </a:cubicBezTo>
                  <a:cubicBezTo>
                    <a:pt x="704" y="763"/>
                    <a:pt x="704" y="761"/>
                    <a:pt x="703" y="759"/>
                  </a:cubicBezTo>
                  <a:cubicBezTo>
                    <a:pt x="698" y="760"/>
                    <a:pt x="697" y="760"/>
                    <a:pt x="695" y="757"/>
                  </a:cubicBezTo>
                  <a:cubicBezTo>
                    <a:pt x="693" y="752"/>
                    <a:pt x="710" y="747"/>
                    <a:pt x="718" y="748"/>
                  </a:cubicBezTo>
                  <a:cubicBezTo>
                    <a:pt x="726" y="749"/>
                    <a:pt x="731" y="744"/>
                    <a:pt x="734" y="747"/>
                  </a:cubicBezTo>
                  <a:cubicBezTo>
                    <a:pt x="739" y="743"/>
                    <a:pt x="747" y="736"/>
                    <a:pt x="749" y="736"/>
                  </a:cubicBezTo>
                  <a:cubicBezTo>
                    <a:pt x="752" y="736"/>
                    <a:pt x="788" y="735"/>
                    <a:pt x="788" y="735"/>
                  </a:cubicBezTo>
                  <a:cubicBezTo>
                    <a:pt x="788" y="735"/>
                    <a:pt x="800" y="728"/>
                    <a:pt x="802" y="721"/>
                  </a:cubicBezTo>
                  <a:cubicBezTo>
                    <a:pt x="803" y="714"/>
                    <a:pt x="811" y="697"/>
                    <a:pt x="816" y="701"/>
                  </a:cubicBezTo>
                  <a:cubicBezTo>
                    <a:pt x="821" y="704"/>
                    <a:pt x="831" y="702"/>
                    <a:pt x="831" y="705"/>
                  </a:cubicBezTo>
                  <a:cubicBezTo>
                    <a:pt x="831" y="708"/>
                    <a:pt x="828" y="719"/>
                    <a:pt x="841" y="736"/>
                  </a:cubicBezTo>
                  <a:cubicBezTo>
                    <a:pt x="845" y="733"/>
                    <a:pt x="850" y="731"/>
                    <a:pt x="852" y="731"/>
                  </a:cubicBezTo>
                  <a:cubicBezTo>
                    <a:pt x="857" y="732"/>
                    <a:pt x="864" y="726"/>
                    <a:pt x="866" y="722"/>
                  </a:cubicBezTo>
                  <a:cubicBezTo>
                    <a:pt x="868" y="718"/>
                    <a:pt x="870" y="725"/>
                    <a:pt x="866" y="727"/>
                  </a:cubicBezTo>
                  <a:cubicBezTo>
                    <a:pt x="862" y="728"/>
                    <a:pt x="870" y="731"/>
                    <a:pt x="877" y="731"/>
                  </a:cubicBezTo>
                  <a:cubicBezTo>
                    <a:pt x="884" y="730"/>
                    <a:pt x="873" y="733"/>
                    <a:pt x="868" y="733"/>
                  </a:cubicBezTo>
                  <a:cubicBezTo>
                    <a:pt x="863" y="733"/>
                    <a:pt x="861" y="733"/>
                    <a:pt x="854" y="740"/>
                  </a:cubicBezTo>
                  <a:cubicBezTo>
                    <a:pt x="847" y="747"/>
                    <a:pt x="848" y="749"/>
                    <a:pt x="852" y="753"/>
                  </a:cubicBezTo>
                  <a:cubicBezTo>
                    <a:pt x="856" y="756"/>
                    <a:pt x="862" y="755"/>
                    <a:pt x="867" y="750"/>
                  </a:cubicBezTo>
                  <a:cubicBezTo>
                    <a:pt x="873" y="745"/>
                    <a:pt x="872" y="741"/>
                    <a:pt x="878" y="741"/>
                  </a:cubicBezTo>
                  <a:cubicBezTo>
                    <a:pt x="883" y="741"/>
                    <a:pt x="898" y="736"/>
                    <a:pt x="904" y="734"/>
                  </a:cubicBezTo>
                  <a:cubicBezTo>
                    <a:pt x="910" y="732"/>
                    <a:pt x="906" y="731"/>
                    <a:pt x="906" y="728"/>
                  </a:cubicBezTo>
                  <a:cubicBezTo>
                    <a:pt x="906" y="725"/>
                    <a:pt x="917" y="725"/>
                    <a:pt x="921" y="723"/>
                  </a:cubicBezTo>
                  <a:cubicBezTo>
                    <a:pt x="925" y="720"/>
                    <a:pt x="920" y="718"/>
                    <a:pt x="917" y="718"/>
                  </a:cubicBezTo>
                  <a:close/>
                  <a:moveTo>
                    <a:pt x="266" y="394"/>
                  </a:moveTo>
                  <a:cubicBezTo>
                    <a:pt x="260" y="402"/>
                    <a:pt x="257" y="403"/>
                    <a:pt x="251" y="402"/>
                  </a:cubicBezTo>
                  <a:cubicBezTo>
                    <a:pt x="244" y="401"/>
                    <a:pt x="240" y="404"/>
                    <a:pt x="243" y="407"/>
                  </a:cubicBezTo>
                  <a:cubicBezTo>
                    <a:pt x="246" y="409"/>
                    <a:pt x="247" y="411"/>
                    <a:pt x="240" y="413"/>
                  </a:cubicBezTo>
                  <a:cubicBezTo>
                    <a:pt x="233" y="414"/>
                    <a:pt x="228" y="420"/>
                    <a:pt x="225" y="419"/>
                  </a:cubicBezTo>
                  <a:cubicBezTo>
                    <a:pt x="223" y="418"/>
                    <a:pt x="237" y="408"/>
                    <a:pt x="234" y="405"/>
                  </a:cubicBezTo>
                  <a:cubicBezTo>
                    <a:pt x="230" y="402"/>
                    <a:pt x="220" y="410"/>
                    <a:pt x="220" y="413"/>
                  </a:cubicBezTo>
                  <a:cubicBezTo>
                    <a:pt x="220" y="417"/>
                    <a:pt x="214" y="417"/>
                    <a:pt x="210" y="417"/>
                  </a:cubicBezTo>
                  <a:cubicBezTo>
                    <a:pt x="206" y="416"/>
                    <a:pt x="201" y="413"/>
                    <a:pt x="205" y="412"/>
                  </a:cubicBezTo>
                  <a:cubicBezTo>
                    <a:pt x="209" y="412"/>
                    <a:pt x="206" y="408"/>
                    <a:pt x="211" y="406"/>
                  </a:cubicBezTo>
                  <a:cubicBezTo>
                    <a:pt x="217" y="404"/>
                    <a:pt x="210" y="401"/>
                    <a:pt x="212" y="399"/>
                  </a:cubicBezTo>
                  <a:cubicBezTo>
                    <a:pt x="214" y="397"/>
                    <a:pt x="224" y="401"/>
                    <a:pt x="224" y="397"/>
                  </a:cubicBezTo>
                  <a:cubicBezTo>
                    <a:pt x="225" y="393"/>
                    <a:pt x="214" y="390"/>
                    <a:pt x="210" y="392"/>
                  </a:cubicBezTo>
                  <a:cubicBezTo>
                    <a:pt x="207" y="394"/>
                    <a:pt x="198" y="400"/>
                    <a:pt x="188" y="396"/>
                  </a:cubicBezTo>
                  <a:cubicBezTo>
                    <a:pt x="185" y="394"/>
                    <a:pt x="213" y="391"/>
                    <a:pt x="218" y="387"/>
                  </a:cubicBezTo>
                  <a:cubicBezTo>
                    <a:pt x="223" y="382"/>
                    <a:pt x="244" y="377"/>
                    <a:pt x="246" y="381"/>
                  </a:cubicBezTo>
                  <a:cubicBezTo>
                    <a:pt x="248" y="385"/>
                    <a:pt x="235" y="388"/>
                    <a:pt x="241" y="392"/>
                  </a:cubicBezTo>
                  <a:cubicBezTo>
                    <a:pt x="247" y="395"/>
                    <a:pt x="258" y="393"/>
                    <a:pt x="260" y="389"/>
                  </a:cubicBezTo>
                  <a:cubicBezTo>
                    <a:pt x="262" y="385"/>
                    <a:pt x="273" y="386"/>
                    <a:pt x="266" y="394"/>
                  </a:cubicBezTo>
                  <a:close/>
                  <a:moveTo>
                    <a:pt x="329" y="474"/>
                  </a:moveTo>
                  <a:cubicBezTo>
                    <a:pt x="322" y="481"/>
                    <a:pt x="322" y="479"/>
                    <a:pt x="315" y="480"/>
                  </a:cubicBezTo>
                  <a:cubicBezTo>
                    <a:pt x="309" y="482"/>
                    <a:pt x="314" y="488"/>
                    <a:pt x="306" y="489"/>
                  </a:cubicBezTo>
                  <a:cubicBezTo>
                    <a:pt x="298" y="490"/>
                    <a:pt x="278" y="490"/>
                    <a:pt x="275" y="486"/>
                  </a:cubicBezTo>
                  <a:cubicBezTo>
                    <a:pt x="274" y="484"/>
                    <a:pt x="286" y="485"/>
                    <a:pt x="287" y="482"/>
                  </a:cubicBezTo>
                  <a:cubicBezTo>
                    <a:pt x="288" y="479"/>
                    <a:pt x="291" y="473"/>
                    <a:pt x="296" y="473"/>
                  </a:cubicBezTo>
                  <a:cubicBezTo>
                    <a:pt x="301" y="473"/>
                    <a:pt x="300" y="467"/>
                    <a:pt x="292" y="463"/>
                  </a:cubicBezTo>
                  <a:cubicBezTo>
                    <a:pt x="284" y="459"/>
                    <a:pt x="304" y="456"/>
                    <a:pt x="308" y="463"/>
                  </a:cubicBezTo>
                  <a:cubicBezTo>
                    <a:pt x="313" y="469"/>
                    <a:pt x="321" y="473"/>
                    <a:pt x="326" y="469"/>
                  </a:cubicBezTo>
                  <a:cubicBezTo>
                    <a:pt x="330" y="464"/>
                    <a:pt x="356" y="452"/>
                    <a:pt x="356" y="458"/>
                  </a:cubicBezTo>
                  <a:cubicBezTo>
                    <a:pt x="356" y="464"/>
                    <a:pt x="337" y="468"/>
                    <a:pt x="329" y="474"/>
                  </a:cubicBezTo>
                  <a:close/>
                  <a:moveTo>
                    <a:pt x="503" y="656"/>
                  </a:moveTo>
                  <a:cubicBezTo>
                    <a:pt x="498" y="657"/>
                    <a:pt x="504" y="642"/>
                    <a:pt x="494" y="636"/>
                  </a:cubicBezTo>
                  <a:cubicBezTo>
                    <a:pt x="482" y="630"/>
                    <a:pt x="477" y="618"/>
                    <a:pt x="477" y="611"/>
                  </a:cubicBezTo>
                  <a:cubicBezTo>
                    <a:pt x="477" y="605"/>
                    <a:pt x="487" y="602"/>
                    <a:pt x="491" y="607"/>
                  </a:cubicBezTo>
                  <a:cubicBezTo>
                    <a:pt x="495" y="612"/>
                    <a:pt x="501" y="632"/>
                    <a:pt x="504" y="639"/>
                  </a:cubicBezTo>
                  <a:cubicBezTo>
                    <a:pt x="508" y="645"/>
                    <a:pt x="508" y="656"/>
                    <a:pt x="503" y="656"/>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9" name="Freeform 125"/>
            <p:cNvSpPr>
              <a:spLocks noEditPoints="1" noChangeArrowheads="1"/>
            </p:cNvSpPr>
            <p:nvPr/>
          </p:nvSpPr>
          <p:spPr bwMode="auto">
            <a:xfrm>
              <a:off x="0" y="574675"/>
              <a:ext cx="2192345" cy="1346202"/>
            </a:xfrm>
            <a:custGeom>
              <a:avLst/>
              <a:gdLst>
                <a:gd name="T0" fmla="*/ 350 w 1147"/>
                <a:gd name="T1" fmla="*/ 230 h 705"/>
                <a:gd name="T2" fmla="*/ 306 w 1147"/>
                <a:gd name="T3" fmla="*/ 35 h 705"/>
                <a:gd name="T4" fmla="*/ 185 w 1147"/>
                <a:gd name="T5" fmla="*/ 21 h 705"/>
                <a:gd name="T6" fmla="*/ 135 w 1147"/>
                <a:gd name="T7" fmla="*/ 10 h 705"/>
                <a:gd name="T8" fmla="*/ 93 w 1147"/>
                <a:gd name="T9" fmla="*/ 21 h 705"/>
                <a:gd name="T10" fmla="*/ 19 w 1147"/>
                <a:gd name="T11" fmla="*/ 59 h 705"/>
                <a:gd name="T12" fmla="*/ 71 w 1147"/>
                <a:gd name="T13" fmla="*/ 103 h 705"/>
                <a:gd name="T14" fmla="*/ 17 w 1147"/>
                <a:gd name="T15" fmla="*/ 106 h 705"/>
                <a:gd name="T16" fmla="*/ 59 w 1147"/>
                <a:gd name="T17" fmla="*/ 136 h 705"/>
                <a:gd name="T18" fmla="*/ 43 w 1147"/>
                <a:gd name="T19" fmla="*/ 158 h 705"/>
                <a:gd name="T20" fmla="*/ 45 w 1147"/>
                <a:gd name="T21" fmla="*/ 219 h 705"/>
                <a:gd name="T22" fmla="*/ 96 w 1147"/>
                <a:gd name="T23" fmla="*/ 236 h 705"/>
                <a:gd name="T24" fmla="*/ 102 w 1147"/>
                <a:gd name="T25" fmla="*/ 269 h 705"/>
                <a:gd name="T26" fmla="*/ 84 w 1147"/>
                <a:gd name="T27" fmla="*/ 287 h 705"/>
                <a:gd name="T28" fmla="*/ 147 w 1147"/>
                <a:gd name="T29" fmla="*/ 250 h 705"/>
                <a:gd name="T30" fmla="*/ 173 w 1147"/>
                <a:gd name="T31" fmla="*/ 213 h 705"/>
                <a:gd name="T32" fmla="*/ 191 w 1147"/>
                <a:gd name="T33" fmla="*/ 201 h 705"/>
                <a:gd name="T34" fmla="*/ 226 w 1147"/>
                <a:gd name="T35" fmla="*/ 215 h 705"/>
                <a:gd name="T36" fmla="*/ 248 w 1147"/>
                <a:gd name="T37" fmla="*/ 202 h 705"/>
                <a:gd name="T38" fmla="*/ 276 w 1147"/>
                <a:gd name="T39" fmla="*/ 213 h 705"/>
                <a:gd name="T40" fmla="*/ 340 w 1147"/>
                <a:gd name="T41" fmla="*/ 232 h 705"/>
                <a:gd name="T42" fmla="*/ 375 w 1147"/>
                <a:gd name="T43" fmla="*/ 248 h 705"/>
                <a:gd name="T44" fmla="*/ 376 w 1147"/>
                <a:gd name="T45" fmla="*/ 261 h 705"/>
                <a:gd name="T46" fmla="*/ 389 w 1147"/>
                <a:gd name="T47" fmla="*/ 263 h 705"/>
                <a:gd name="T48" fmla="*/ 401 w 1147"/>
                <a:gd name="T49" fmla="*/ 274 h 705"/>
                <a:gd name="T50" fmla="*/ 396 w 1147"/>
                <a:gd name="T51" fmla="*/ 300 h 705"/>
                <a:gd name="T52" fmla="*/ 421 w 1147"/>
                <a:gd name="T53" fmla="*/ 299 h 705"/>
                <a:gd name="T54" fmla="*/ 15 w 1147"/>
                <a:gd name="T55" fmla="*/ 313 h 705"/>
                <a:gd name="T56" fmla="*/ 178 w 1147"/>
                <a:gd name="T57" fmla="*/ 240 h 705"/>
                <a:gd name="T58" fmla="*/ 177 w 1147"/>
                <a:gd name="T59" fmla="*/ 256 h 705"/>
                <a:gd name="T60" fmla="*/ 25 w 1147"/>
                <a:gd name="T61" fmla="*/ 219 h 705"/>
                <a:gd name="T62" fmla="*/ 1094 w 1147"/>
                <a:gd name="T63" fmla="*/ 443 h 705"/>
                <a:gd name="T64" fmla="*/ 1010 w 1147"/>
                <a:gd name="T65" fmla="*/ 472 h 705"/>
                <a:gd name="T66" fmla="*/ 970 w 1147"/>
                <a:gd name="T67" fmla="*/ 473 h 705"/>
                <a:gd name="T68" fmla="*/ 926 w 1147"/>
                <a:gd name="T69" fmla="*/ 471 h 705"/>
                <a:gd name="T70" fmla="*/ 954 w 1147"/>
                <a:gd name="T71" fmla="*/ 426 h 705"/>
                <a:gd name="T72" fmla="*/ 902 w 1147"/>
                <a:gd name="T73" fmla="*/ 410 h 705"/>
                <a:gd name="T74" fmla="*/ 864 w 1147"/>
                <a:gd name="T75" fmla="*/ 397 h 705"/>
                <a:gd name="T76" fmla="*/ 516 w 1147"/>
                <a:gd name="T77" fmla="*/ 388 h 705"/>
                <a:gd name="T78" fmla="*/ 510 w 1147"/>
                <a:gd name="T79" fmla="*/ 395 h 705"/>
                <a:gd name="T80" fmla="*/ 501 w 1147"/>
                <a:gd name="T81" fmla="*/ 436 h 705"/>
                <a:gd name="T82" fmla="*/ 513 w 1147"/>
                <a:gd name="T83" fmla="*/ 539 h 705"/>
                <a:gd name="T84" fmla="*/ 557 w 1147"/>
                <a:gd name="T85" fmla="*/ 590 h 705"/>
                <a:gd name="T86" fmla="*/ 647 w 1147"/>
                <a:gd name="T87" fmla="*/ 625 h 705"/>
                <a:gd name="T88" fmla="*/ 724 w 1147"/>
                <a:gd name="T89" fmla="*/ 647 h 705"/>
                <a:gd name="T90" fmla="*/ 783 w 1147"/>
                <a:gd name="T91" fmla="*/ 685 h 705"/>
                <a:gd name="T92" fmla="*/ 818 w 1147"/>
                <a:gd name="T93" fmla="*/ 658 h 705"/>
                <a:gd name="T94" fmla="*/ 862 w 1147"/>
                <a:gd name="T95" fmla="*/ 644 h 705"/>
                <a:gd name="T96" fmla="*/ 889 w 1147"/>
                <a:gd name="T97" fmla="*/ 641 h 705"/>
                <a:gd name="T98" fmla="*/ 944 w 1147"/>
                <a:gd name="T99" fmla="*/ 645 h 705"/>
                <a:gd name="T100" fmla="*/ 983 w 1147"/>
                <a:gd name="T101" fmla="*/ 699 h 705"/>
                <a:gd name="T102" fmla="*/ 994 w 1147"/>
                <a:gd name="T103" fmla="*/ 608 h 705"/>
                <a:gd name="T104" fmla="*/ 1036 w 1147"/>
                <a:gd name="T105" fmla="*/ 571 h 705"/>
                <a:gd name="T106" fmla="*/ 1032 w 1147"/>
                <a:gd name="T107" fmla="*/ 539 h 705"/>
                <a:gd name="T108" fmla="*/ 1049 w 1147"/>
                <a:gd name="T109" fmla="*/ 541 h 705"/>
                <a:gd name="T110" fmla="*/ 1088 w 1147"/>
                <a:gd name="T111" fmla="*/ 499 h 705"/>
                <a:gd name="T112" fmla="*/ 1102 w 1147"/>
                <a:gd name="T113" fmla="*/ 475 h 705"/>
                <a:gd name="T114" fmla="*/ 1137 w 1147"/>
                <a:gd name="T115" fmla="*/ 413 h 70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47"/>
                <a:gd name="T175" fmla="*/ 0 h 705"/>
                <a:gd name="T176" fmla="*/ 1147 w 1147"/>
                <a:gd name="T177" fmla="*/ 705 h 70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47" h="705">
                  <a:moveTo>
                    <a:pt x="431" y="286"/>
                  </a:moveTo>
                  <a:cubicBezTo>
                    <a:pt x="432" y="281"/>
                    <a:pt x="433" y="279"/>
                    <a:pt x="420" y="274"/>
                  </a:cubicBezTo>
                  <a:cubicBezTo>
                    <a:pt x="407" y="269"/>
                    <a:pt x="409" y="265"/>
                    <a:pt x="400" y="250"/>
                  </a:cubicBezTo>
                  <a:cubicBezTo>
                    <a:pt x="391" y="235"/>
                    <a:pt x="376" y="228"/>
                    <a:pt x="376" y="222"/>
                  </a:cubicBezTo>
                  <a:cubicBezTo>
                    <a:pt x="376" y="217"/>
                    <a:pt x="360" y="217"/>
                    <a:pt x="360" y="222"/>
                  </a:cubicBezTo>
                  <a:cubicBezTo>
                    <a:pt x="360" y="226"/>
                    <a:pt x="354" y="227"/>
                    <a:pt x="350" y="230"/>
                  </a:cubicBezTo>
                  <a:cubicBezTo>
                    <a:pt x="346" y="232"/>
                    <a:pt x="345" y="228"/>
                    <a:pt x="341" y="224"/>
                  </a:cubicBezTo>
                  <a:cubicBezTo>
                    <a:pt x="338" y="220"/>
                    <a:pt x="330" y="215"/>
                    <a:pt x="330" y="213"/>
                  </a:cubicBezTo>
                  <a:cubicBezTo>
                    <a:pt x="330" y="210"/>
                    <a:pt x="328" y="204"/>
                    <a:pt x="322" y="207"/>
                  </a:cubicBezTo>
                  <a:cubicBezTo>
                    <a:pt x="317" y="210"/>
                    <a:pt x="314" y="207"/>
                    <a:pt x="312" y="209"/>
                  </a:cubicBezTo>
                  <a:cubicBezTo>
                    <a:pt x="310" y="211"/>
                    <a:pt x="306" y="208"/>
                    <a:pt x="306" y="208"/>
                  </a:cubicBezTo>
                  <a:cubicBezTo>
                    <a:pt x="306" y="35"/>
                    <a:pt x="306" y="35"/>
                    <a:pt x="306" y="35"/>
                  </a:cubicBezTo>
                  <a:cubicBezTo>
                    <a:pt x="304" y="35"/>
                    <a:pt x="302" y="34"/>
                    <a:pt x="301" y="34"/>
                  </a:cubicBezTo>
                  <a:cubicBezTo>
                    <a:pt x="294" y="31"/>
                    <a:pt x="283" y="26"/>
                    <a:pt x="277" y="27"/>
                  </a:cubicBezTo>
                  <a:cubicBezTo>
                    <a:pt x="271" y="29"/>
                    <a:pt x="260" y="30"/>
                    <a:pt x="256" y="28"/>
                  </a:cubicBezTo>
                  <a:cubicBezTo>
                    <a:pt x="252" y="26"/>
                    <a:pt x="246" y="24"/>
                    <a:pt x="238" y="26"/>
                  </a:cubicBezTo>
                  <a:cubicBezTo>
                    <a:pt x="230" y="27"/>
                    <a:pt x="225" y="21"/>
                    <a:pt x="214" y="19"/>
                  </a:cubicBezTo>
                  <a:cubicBezTo>
                    <a:pt x="204" y="16"/>
                    <a:pt x="189" y="19"/>
                    <a:pt x="185" y="21"/>
                  </a:cubicBezTo>
                  <a:cubicBezTo>
                    <a:pt x="182" y="22"/>
                    <a:pt x="183" y="17"/>
                    <a:pt x="178" y="17"/>
                  </a:cubicBezTo>
                  <a:cubicBezTo>
                    <a:pt x="174" y="18"/>
                    <a:pt x="177" y="15"/>
                    <a:pt x="175" y="12"/>
                  </a:cubicBezTo>
                  <a:cubicBezTo>
                    <a:pt x="172" y="8"/>
                    <a:pt x="160" y="11"/>
                    <a:pt x="155" y="12"/>
                  </a:cubicBezTo>
                  <a:cubicBezTo>
                    <a:pt x="151" y="12"/>
                    <a:pt x="149" y="10"/>
                    <a:pt x="150" y="7"/>
                  </a:cubicBezTo>
                  <a:cubicBezTo>
                    <a:pt x="150" y="5"/>
                    <a:pt x="146" y="6"/>
                    <a:pt x="144" y="9"/>
                  </a:cubicBezTo>
                  <a:cubicBezTo>
                    <a:pt x="142" y="12"/>
                    <a:pt x="137" y="12"/>
                    <a:pt x="135" y="10"/>
                  </a:cubicBezTo>
                  <a:cubicBezTo>
                    <a:pt x="133" y="8"/>
                    <a:pt x="139" y="8"/>
                    <a:pt x="140" y="5"/>
                  </a:cubicBezTo>
                  <a:cubicBezTo>
                    <a:pt x="140" y="3"/>
                    <a:pt x="133" y="2"/>
                    <a:pt x="131" y="1"/>
                  </a:cubicBezTo>
                  <a:cubicBezTo>
                    <a:pt x="128" y="0"/>
                    <a:pt x="124" y="4"/>
                    <a:pt x="119" y="8"/>
                  </a:cubicBezTo>
                  <a:cubicBezTo>
                    <a:pt x="114" y="13"/>
                    <a:pt x="106" y="13"/>
                    <a:pt x="101" y="12"/>
                  </a:cubicBezTo>
                  <a:cubicBezTo>
                    <a:pt x="96" y="12"/>
                    <a:pt x="90" y="13"/>
                    <a:pt x="91" y="15"/>
                  </a:cubicBezTo>
                  <a:cubicBezTo>
                    <a:pt x="91" y="18"/>
                    <a:pt x="97" y="18"/>
                    <a:pt x="93" y="21"/>
                  </a:cubicBezTo>
                  <a:cubicBezTo>
                    <a:pt x="90" y="25"/>
                    <a:pt x="88" y="17"/>
                    <a:pt x="85" y="20"/>
                  </a:cubicBezTo>
                  <a:cubicBezTo>
                    <a:pt x="81" y="24"/>
                    <a:pt x="71" y="24"/>
                    <a:pt x="68" y="23"/>
                  </a:cubicBezTo>
                  <a:cubicBezTo>
                    <a:pt x="66" y="23"/>
                    <a:pt x="58" y="32"/>
                    <a:pt x="55" y="34"/>
                  </a:cubicBezTo>
                  <a:cubicBezTo>
                    <a:pt x="53" y="37"/>
                    <a:pt x="57" y="39"/>
                    <a:pt x="50" y="46"/>
                  </a:cubicBezTo>
                  <a:cubicBezTo>
                    <a:pt x="44" y="54"/>
                    <a:pt x="26" y="52"/>
                    <a:pt x="22" y="52"/>
                  </a:cubicBezTo>
                  <a:cubicBezTo>
                    <a:pt x="18" y="52"/>
                    <a:pt x="21" y="56"/>
                    <a:pt x="19" y="59"/>
                  </a:cubicBezTo>
                  <a:cubicBezTo>
                    <a:pt x="17" y="62"/>
                    <a:pt x="21" y="64"/>
                    <a:pt x="31" y="67"/>
                  </a:cubicBezTo>
                  <a:cubicBezTo>
                    <a:pt x="42" y="70"/>
                    <a:pt x="49" y="83"/>
                    <a:pt x="50" y="87"/>
                  </a:cubicBezTo>
                  <a:cubicBezTo>
                    <a:pt x="51" y="90"/>
                    <a:pt x="64" y="86"/>
                    <a:pt x="69" y="87"/>
                  </a:cubicBezTo>
                  <a:cubicBezTo>
                    <a:pt x="74" y="88"/>
                    <a:pt x="68" y="95"/>
                    <a:pt x="73" y="97"/>
                  </a:cubicBezTo>
                  <a:cubicBezTo>
                    <a:pt x="77" y="99"/>
                    <a:pt x="83" y="96"/>
                    <a:pt x="85" y="99"/>
                  </a:cubicBezTo>
                  <a:cubicBezTo>
                    <a:pt x="86" y="103"/>
                    <a:pt x="76" y="99"/>
                    <a:pt x="71" y="103"/>
                  </a:cubicBezTo>
                  <a:cubicBezTo>
                    <a:pt x="66" y="107"/>
                    <a:pt x="64" y="109"/>
                    <a:pt x="62" y="106"/>
                  </a:cubicBezTo>
                  <a:cubicBezTo>
                    <a:pt x="60" y="103"/>
                    <a:pt x="51" y="105"/>
                    <a:pt x="47" y="105"/>
                  </a:cubicBezTo>
                  <a:cubicBezTo>
                    <a:pt x="43" y="106"/>
                    <a:pt x="47" y="100"/>
                    <a:pt x="47" y="98"/>
                  </a:cubicBezTo>
                  <a:cubicBezTo>
                    <a:pt x="47" y="95"/>
                    <a:pt x="41" y="93"/>
                    <a:pt x="33" y="98"/>
                  </a:cubicBezTo>
                  <a:cubicBezTo>
                    <a:pt x="25" y="103"/>
                    <a:pt x="28" y="101"/>
                    <a:pt x="27" y="105"/>
                  </a:cubicBezTo>
                  <a:cubicBezTo>
                    <a:pt x="26" y="109"/>
                    <a:pt x="22" y="103"/>
                    <a:pt x="17" y="106"/>
                  </a:cubicBezTo>
                  <a:cubicBezTo>
                    <a:pt x="12" y="109"/>
                    <a:pt x="3" y="111"/>
                    <a:pt x="2" y="115"/>
                  </a:cubicBezTo>
                  <a:cubicBezTo>
                    <a:pt x="0" y="118"/>
                    <a:pt x="13" y="120"/>
                    <a:pt x="18" y="121"/>
                  </a:cubicBezTo>
                  <a:cubicBezTo>
                    <a:pt x="23" y="122"/>
                    <a:pt x="12" y="125"/>
                    <a:pt x="16" y="127"/>
                  </a:cubicBezTo>
                  <a:cubicBezTo>
                    <a:pt x="20" y="128"/>
                    <a:pt x="18" y="132"/>
                    <a:pt x="25" y="135"/>
                  </a:cubicBezTo>
                  <a:cubicBezTo>
                    <a:pt x="31" y="138"/>
                    <a:pt x="45" y="135"/>
                    <a:pt x="49" y="135"/>
                  </a:cubicBezTo>
                  <a:cubicBezTo>
                    <a:pt x="52" y="135"/>
                    <a:pt x="56" y="139"/>
                    <a:pt x="59" y="136"/>
                  </a:cubicBezTo>
                  <a:cubicBezTo>
                    <a:pt x="62" y="133"/>
                    <a:pt x="73" y="124"/>
                    <a:pt x="79" y="129"/>
                  </a:cubicBezTo>
                  <a:cubicBezTo>
                    <a:pt x="85" y="134"/>
                    <a:pt x="73" y="134"/>
                    <a:pt x="76" y="137"/>
                  </a:cubicBezTo>
                  <a:cubicBezTo>
                    <a:pt x="79" y="140"/>
                    <a:pt x="82" y="148"/>
                    <a:pt x="77" y="152"/>
                  </a:cubicBezTo>
                  <a:cubicBezTo>
                    <a:pt x="71" y="156"/>
                    <a:pt x="66" y="153"/>
                    <a:pt x="63" y="153"/>
                  </a:cubicBezTo>
                  <a:cubicBezTo>
                    <a:pt x="60" y="153"/>
                    <a:pt x="62" y="158"/>
                    <a:pt x="57" y="162"/>
                  </a:cubicBezTo>
                  <a:cubicBezTo>
                    <a:pt x="52" y="166"/>
                    <a:pt x="49" y="158"/>
                    <a:pt x="43" y="158"/>
                  </a:cubicBezTo>
                  <a:cubicBezTo>
                    <a:pt x="37" y="158"/>
                    <a:pt x="38" y="166"/>
                    <a:pt x="38" y="170"/>
                  </a:cubicBezTo>
                  <a:cubicBezTo>
                    <a:pt x="39" y="173"/>
                    <a:pt x="29" y="169"/>
                    <a:pt x="27" y="178"/>
                  </a:cubicBezTo>
                  <a:cubicBezTo>
                    <a:pt x="25" y="187"/>
                    <a:pt x="15" y="179"/>
                    <a:pt x="22" y="188"/>
                  </a:cubicBezTo>
                  <a:cubicBezTo>
                    <a:pt x="28" y="197"/>
                    <a:pt x="27" y="191"/>
                    <a:pt x="32" y="195"/>
                  </a:cubicBezTo>
                  <a:cubicBezTo>
                    <a:pt x="37" y="198"/>
                    <a:pt x="26" y="204"/>
                    <a:pt x="31" y="205"/>
                  </a:cubicBezTo>
                  <a:cubicBezTo>
                    <a:pt x="36" y="206"/>
                    <a:pt x="42" y="215"/>
                    <a:pt x="45" y="219"/>
                  </a:cubicBezTo>
                  <a:cubicBezTo>
                    <a:pt x="49" y="222"/>
                    <a:pt x="53" y="217"/>
                    <a:pt x="59" y="217"/>
                  </a:cubicBezTo>
                  <a:cubicBezTo>
                    <a:pt x="64" y="216"/>
                    <a:pt x="61" y="209"/>
                    <a:pt x="64" y="212"/>
                  </a:cubicBezTo>
                  <a:cubicBezTo>
                    <a:pt x="67" y="215"/>
                    <a:pt x="72" y="223"/>
                    <a:pt x="69" y="225"/>
                  </a:cubicBezTo>
                  <a:cubicBezTo>
                    <a:pt x="66" y="227"/>
                    <a:pt x="68" y="233"/>
                    <a:pt x="68" y="236"/>
                  </a:cubicBezTo>
                  <a:cubicBezTo>
                    <a:pt x="67" y="239"/>
                    <a:pt x="79" y="238"/>
                    <a:pt x="80" y="234"/>
                  </a:cubicBezTo>
                  <a:cubicBezTo>
                    <a:pt x="81" y="231"/>
                    <a:pt x="90" y="230"/>
                    <a:pt x="96" y="236"/>
                  </a:cubicBezTo>
                  <a:cubicBezTo>
                    <a:pt x="101" y="241"/>
                    <a:pt x="103" y="242"/>
                    <a:pt x="103" y="238"/>
                  </a:cubicBezTo>
                  <a:cubicBezTo>
                    <a:pt x="103" y="233"/>
                    <a:pt x="107" y="228"/>
                    <a:pt x="107" y="232"/>
                  </a:cubicBezTo>
                  <a:cubicBezTo>
                    <a:pt x="108" y="236"/>
                    <a:pt x="112" y="237"/>
                    <a:pt x="120" y="233"/>
                  </a:cubicBezTo>
                  <a:cubicBezTo>
                    <a:pt x="127" y="230"/>
                    <a:pt x="124" y="234"/>
                    <a:pt x="120" y="239"/>
                  </a:cubicBezTo>
                  <a:cubicBezTo>
                    <a:pt x="114" y="245"/>
                    <a:pt x="120" y="256"/>
                    <a:pt x="116" y="257"/>
                  </a:cubicBezTo>
                  <a:cubicBezTo>
                    <a:pt x="112" y="258"/>
                    <a:pt x="109" y="268"/>
                    <a:pt x="102" y="269"/>
                  </a:cubicBezTo>
                  <a:cubicBezTo>
                    <a:pt x="96" y="269"/>
                    <a:pt x="85" y="282"/>
                    <a:pt x="83" y="284"/>
                  </a:cubicBezTo>
                  <a:cubicBezTo>
                    <a:pt x="82" y="286"/>
                    <a:pt x="68" y="280"/>
                    <a:pt x="66" y="285"/>
                  </a:cubicBezTo>
                  <a:cubicBezTo>
                    <a:pt x="64" y="291"/>
                    <a:pt x="55" y="295"/>
                    <a:pt x="57" y="298"/>
                  </a:cubicBezTo>
                  <a:cubicBezTo>
                    <a:pt x="59" y="299"/>
                    <a:pt x="70" y="293"/>
                    <a:pt x="71" y="290"/>
                  </a:cubicBezTo>
                  <a:cubicBezTo>
                    <a:pt x="71" y="287"/>
                    <a:pt x="73" y="288"/>
                    <a:pt x="75" y="290"/>
                  </a:cubicBezTo>
                  <a:cubicBezTo>
                    <a:pt x="77" y="292"/>
                    <a:pt x="82" y="289"/>
                    <a:pt x="84" y="287"/>
                  </a:cubicBezTo>
                  <a:cubicBezTo>
                    <a:pt x="86" y="285"/>
                    <a:pt x="90" y="286"/>
                    <a:pt x="92" y="286"/>
                  </a:cubicBezTo>
                  <a:cubicBezTo>
                    <a:pt x="95" y="286"/>
                    <a:pt x="96" y="283"/>
                    <a:pt x="102" y="282"/>
                  </a:cubicBezTo>
                  <a:cubicBezTo>
                    <a:pt x="109" y="281"/>
                    <a:pt x="108" y="279"/>
                    <a:pt x="109" y="275"/>
                  </a:cubicBezTo>
                  <a:cubicBezTo>
                    <a:pt x="111" y="272"/>
                    <a:pt x="127" y="264"/>
                    <a:pt x="130" y="264"/>
                  </a:cubicBezTo>
                  <a:cubicBezTo>
                    <a:pt x="133" y="263"/>
                    <a:pt x="131" y="258"/>
                    <a:pt x="134" y="258"/>
                  </a:cubicBezTo>
                  <a:cubicBezTo>
                    <a:pt x="137" y="257"/>
                    <a:pt x="142" y="253"/>
                    <a:pt x="147" y="250"/>
                  </a:cubicBezTo>
                  <a:cubicBezTo>
                    <a:pt x="151" y="246"/>
                    <a:pt x="152" y="248"/>
                    <a:pt x="155" y="247"/>
                  </a:cubicBezTo>
                  <a:cubicBezTo>
                    <a:pt x="158" y="245"/>
                    <a:pt x="156" y="239"/>
                    <a:pt x="159" y="238"/>
                  </a:cubicBezTo>
                  <a:cubicBezTo>
                    <a:pt x="162" y="238"/>
                    <a:pt x="165" y="235"/>
                    <a:pt x="165" y="233"/>
                  </a:cubicBezTo>
                  <a:cubicBezTo>
                    <a:pt x="165" y="230"/>
                    <a:pt x="157" y="230"/>
                    <a:pt x="156" y="228"/>
                  </a:cubicBezTo>
                  <a:cubicBezTo>
                    <a:pt x="155" y="226"/>
                    <a:pt x="162" y="220"/>
                    <a:pt x="165" y="220"/>
                  </a:cubicBezTo>
                  <a:cubicBezTo>
                    <a:pt x="168" y="220"/>
                    <a:pt x="172" y="217"/>
                    <a:pt x="173" y="213"/>
                  </a:cubicBezTo>
                  <a:cubicBezTo>
                    <a:pt x="173" y="209"/>
                    <a:pt x="177" y="209"/>
                    <a:pt x="180" y="205"/>
                  </a:cubicBezTo>
                  <a:cubicBezTo>
                    <a:pt x="183" y="202"/>
                    <a:pt x="183" y="199"/>
                    <a:pt x="186" y="198"/>
                  </a:cubicBezTo>
                  <a:cubicBezTo>
                    <a:pt x="189" y="198"/>
                    <a:pt x="192" y="194"/>
                    <a:pt x="196" y="192"/>
                  </a:cubicBezTo>
                  <a:cubicBezTo>
                    <a:pt x="199" y="190"/>
                    <a:pt x="196" y="194"/>
                    <a:pt x="202" y="194"/>
                  </a:cubicBezTo>
                  <a:cubicBezTo>
                    <a:pt x="209" y="195"/>
                    <a:pt x="208" y="201"/>
                    <a:pt x="203" y="199"/>
                  </a:cubicBezTo>
                  <a:cubicBezTo>
                    <a:pt x="198" y="196"/>
                    <a:pt x="195" y="197"/>
                    <a:pt x="191" y="201"/>
                  </a:cubicBezTo>
                  <a:cubicBezTo>
                    <a:pt x="186" y="205"/>
                    <a:pt x="190" y="206"/>
                    <a:pt x="186" y="211"/>
                  </a:cubicBezTo>
                  <a:cubicBezTo>
                    <a:pt x="183" y="216"/>
                    <a:pt x="183" y="219"/>
                    <a:pt x="187" y="219"/>
                  </a:cubicBezTo>
                  <a:cubicBezTo>
                    <a:pt x="192" y="220"/>
                    <a:pt x="187" y="223"/>
                    <a:pt x="183" y="224"/>
                  </a:cubicBezTo>
                  <a:cubicBezTo>
                    <a:pt x="179" y="226"/>
                    <a:pt x="182" y="228"/>
                    <a:pt x="188" y="228"/>
                  </a:cubicBezTo>
                  <a:cubicBezTo>
                    <a:pt x="193" y="228"/>
                    <a:pt x="202" y="220"/>
                    <a:pt x="210" y="216"/>
                  </a:cubicBezTo>
                  <a:cubicBezTo>
                    <a:pt x="218" y="212"/>
                    <a:pt x="224" y="216"/>
                    <a:pt x="226" y="215"/>
                  </a:cubicBezTo>
                  <a:cubicBezTo>
                    <a:pt x="228" y="214"/>
                    <a:pt x="224" y="211"/>
                    <a:pt x="226" y="209"/>
                  </a:cubicBezTo>
                  <a:cubicBezTo>
                    <a:pt x="229" y="208"/>
                    <a:pt x="223" y="207"/>
                    <a:pt x="221" y="203"/>
                  </a:cubicBezTo>
                  <a:cubicBezTo>
                    <a:pt x="220" y="198"/>
                    <a:pt x="224" y="201"/>
                    <a:pt x="225" y="197"/>
                  </a:cubicBezTo>
                  <a:cubicBezTo>
                    <a:pt x="226" y="193"/>
                    <a:pt x="229" y="195"/>
                    <a:pt x="231" y="197"/>
                  </a:cubicBezTo>
                  <a:cubicBezTo>
                    <a:pt x="234" y="198"/>
                    <a:pt x="237" y="195"/>
                    <a:pt x="240" y="200"/>
                  </a:cubicBezTo>
                  <a:cubicBezTo>
                    <a:pt x="242" y="204"/>
                    <a:pt x="244" y="198"/>
                    <a:pt x="248" y="202"/>
                  </a:cubicBezTo>
                  <a:cubicBezTo>
                    <a:pt x="252" y="205"/>
                    <a:pt x="248" y="204"/>
                    <a:pt x="243" y="205"/>
                  </a:cubicBezTo>
                  <a:cubicBezTo>
                    <a:pt x="239" y="206"/>
                    <a:pt x="241" y="212"/>
                    <a:pt x="245" y="209"/>
                  </a:cubicBezTo>
                  <a:cubicBezTo>
                    <a:pt x="248" y="207"/>
                    <a:pt x="251" y="205"/>
                    <a:pt x="254" y="208"/>
                  </a:cubicBezTo>
                  <a:cubicBezTo>
                    <a:pt x="257" y="210"/>
                    <a:pt x="258" y="209"/>
                    <a:pt x="260" y="207"/>
                  </a:cubicBezTo>
                  <a:cubicBezTo>
                    <a:pt x="263" y="204"/>
                    <a:pt x="263" y="207"/>
                    <a:pt x="263" y="209"/>
                  </a:cubicBezTo>
                  <a:cubicBezTo>
                    <a:pt x="263" y="211"/>
                    <a:pt x="268" y="212"/>
                    <a:pt x="276" y="213"/>
                  </a:cubicBezTo>
                  <a:cubicBezTo>
                    <a:pt x="283" y="214"/>
                    <a:pt x="297" y="212"/>
                    <a:pt x="300" y="212"/>
                  </a:cubicBezTo>
                  <a:cubicBezTo>
                    <a:pt x="304" y="212"/>
                    <a:pt x="302" y="217"/>
                    <a:pt x="310" y="219"/>
                  </a:cubicBezTo>
                  <a:cubicBezTo>
                    <a:pt x="318" y="220"/>
                    <a:pt x="320" y="211"/>
                    <a:pt x="324" y="214"/>
                  </a:cubicBezTo>
                  <a:cubicBezTo>
                    <a:pt x="328" y="218"/>
                    <a:pt x="324" y="219"/>
                    <a:pt x="322" y="221"/>
                  </a:cubicBezTo>
                  <a:cubicBezTo>
                    <a:pt x="319" y="224"/>
                    <a:pt x="324" y="224"/>
                    <a:pt x="327" y="225"/>
                  </a:cubicBezTo>
                  <a:cubicBezTo>
                    <a:pt x="330" y="227"/>
                    <a:pt x="337" y="229"/>
                    <a:pt x="340" y="232"/>
                  </a:cubicBezTo>
                  <a:cubicBezTo>
                    <a:pt x="344" y="235"/>
                    <a:pt x="346" y="239"/>
                    <a:pt x="354" y="243"/>
                  </a:cubicBezTo>
                  <a:cubicBezTo>
                    <a:pt x="362" y="247"/>
                    <a:pt x="354" y="233"/>
                    <a:pt x="360" y="237"/>
                  </a:cubicBezTo>
                  <a:cubicBezTo>
                    <a:pt x="366" y="242"/>
                    <a:pt x="364" y="237"/>
                    <a:pt x="369" y="242"/>
                  </a:cubicBezTo>
                  <a:cubicBezTo>
                    <a:pt x="374" y="246"/>
                    <a:pt x="372" y="240"/>
                    <a:pt x="370" y="232"/>
                  </a:cubicBezTo>
                  <a:cubicBezTo>
                    <a:pt x="368" y="225"/>
                    <a:pt x="372" y="230"/>
                    <a:pt x="375" y="233"/>
                  </a:cubicBezTo>
                  <a:cubicBezTo>
                    <a:pt x="377" y="237"/>
                    <a:pt x="377" y="244"/>
                    <a:pt x="375" y="248"/>
                  </a:cubicBezTo>
                  <a:cubicBezTo>
                    <a:pt x="374" y="253"/>
                    <a:pt x="366" y="249"/>
                    <a:pt x="367" y="246"/>
                  </a:cubicBezTo>
                  <a:cubicBezTo>
                    <a:pt x="368" y="244"/>
                    <a:pt x="360" y="245"/>
                    <a:pt x="359" y="248"/>
                  </a:cubicBezTo>
                  <a:cubicBezTo>
                    <a:pt x="359" y="252"/>
                    <a:pt x="365" y="259"/>
                    <a:pt x="369" y="259"/>
                  </a:cubicBezTo>
                  <a:cubicBezTo>
                    <a:pt x="373" y="260"/>
                    <a:pt x="370" y="266"/>
                    <a:pt x="372" y="267"/>
                  </a:cubicBezTo>
                  <a:cubicBezTo>
                    <a:pt x="376" y="268"/>
                    <a:pt x="375" y="275"/>
                    <a:pt x="377" y="274"/>
                  </a:cubicBezTo>
                  <a:cubicBezTo>
                    <a:pt x="379" y="273"/>
                    <a:pt x="379" y="265"/>
                    <a:pt x="376" y="261"/>
                  </a:cubicBezTo>
                  <a:cubicBezTo>
                    <a:pt x="374" y="258"/>
                    <a:pt x="375" y="253"/>
                    <a:pt x="378" y="254"/>
                  </a:cubicBezTo>
                  <a:cubicBezTo>
                    <a:pt x="381" y="255"/>
                    <a:pt x="378" y="260"/>
                    <a:pt x="380" y="262"/>
                  </a:cubicBezTo>
                  <a:cubicBezTo>
                    <a:pt x="381" y="264"/>
                    <a:pt x="383" y="260"/>
                    <a:pt x="386" y="258"/>
                  </a:cubicBezTo>
                  <a:cubicBezTo>
                    <a:pt x="390" y="256"/>
                    <a:pt x="385" y="250"/>
                    <a:pt x="386" y="247"/>
                  </a:cubicBezTo>
                  <a:cubicBezTo>
                    <a:pt x="387" y="244"/>
                    <a:pt x="391" y="250"/>
                    <a:pt x="393" y="255"/>
                  </a:cubicBezTo>
                  <a:cubicBezTo>
                    <a:pt x="394" y="260"/>
                    <a:pt x="389" y="260"/>
                    <a:pt x="389" y="263"/>
                  </a:cubicBezTo>
                  <a:cubicBezTo>
                    <a:pt x="389" y="266"/>
                    <a:pt x="384" y="264"/>
                    <a:pt x="383" y="266"/>
                  </a:cubicBezTo>
                  <a:cubicBezTo>
                    <a:pt x="381" y="267"/>
                    <a:pt x="382" y="277"/>
                    <a:pt x="384" y="278"/>
                  </a:cubicBezTo>
                  <a:cubicBezTo>
                    <a:pt x="386" y="278"/>
                    <a:pt x="387" y="269"/>
                    <a:pt x="389" y="274"/>
                  </a:cubicBezTo>
                  <a:cubicBezTo>
                    <a:pt x="390" y="278"/>
                    <a:pt x="395" y="268"/>
                    <a:pt x="396" y="272"/>
                  </a:cubicBezTo>
                  <a:cubicBezTo>
                    <a:pt x="397" y="276"/>
                    <a:pt x="403" y="281"/>
                    <a:pt x="405" y="280"/>
                  </a:cubicBezTo>
                  <a:cubicBezTo>
                    <a:pt x="408" y="279"/>
                    <a:pt x="404" y="274"/>
                    <a:pt x="401" y="274"/>
                  </a:cubicBezTo>
                  <a:cubicBezTo>
                    <a:pt x="397" y="274"/>
                    <a:pt x="398" y="268"/>
                    <a:pt x="401" y="268"/>
                  </a:cubicBezTo>
                  <a:cubicBezTo>
                    <a:pt x="404" y="268"/>
                    <a:pt x="410" y="276"/>
                    <a:pt x="410" y="279"/>
                  </a:cubicBezTo>
                  <a:cubicBezTo>
                    <a:pt x="410" y="282"/>
                    <a:pt x="407" y="282"/>
                    <a:pt x="404" y="285"/>
                  </a:cubicBezTo>
                  <a:cubicBezTo>
                    <a:pt x="401" y="288"/>
                    <a:pt x="398" y="280"/>
                    <a:pt x="394" y="280"/>
                  </a:cubicBezTo>
                  <a:cubicBezTo>
                    <a:pt x="391" y="280"/>
                    <a:pt x="394" y="285"/>
                    <a:pt x="396" y="289"/>
                  </a:cubicBezTo>
                  <a:cubicBezTo>
                    <a:pt x="397" y="292"/>
                    <a:pt x="392" y="297"/>
                    <a:pt x="396" y="300"/>
                  </a:cubicBezTo>
                  <a:cubicBezTo>
                    <a:pt x="400" y="303"/>
                    <a:pt x="399" y="298"/>
                    <a:pt x="400" y="296"/>
                  </a:cubicBezTo>
                  <a:cubicBezTo>
                    <a:pt x="401" y="294"/>
                    <a:pt x="404" y="297"/>
                    <a:pt x="406" y="298"/>
                  </a:cubicBezTo>
                  <a:cubicBezTo>
                    <a:pt x="408" y="300"/>
                    <a:pt x="409" y="294"/>
                    <a:pt x="409" y="292"/>
                  </a:cubicBezTo>
                  <a:cubicBezTo>
                    <a:pt x="409" y="290"/>
                    <a:pt x="412" y="291"/>
                    <a:pt x="414" y="294"/>
                  </a:cubicBezTo>
                  <a:cubicBezTo>
                    <a:pt x="416" y="297"/>
                    <a:pt x="417" y="291"/>
                    <a:pt x="420" y="291"/>
                  </a:cubicBezTo>
                  <a:cubicBezTo>
                    <a:pt x="423" y="292"/>
                    <a:pt x="421" y="297"/>
                    <a:pt x="421" y="299"/>
                  </a:cubicBezTo>
                  <a:cubicBezTo>
                    <a:pt x="421" y="302"/>
                    <a:pt x="426" y="297"/>
                    <a:pt x="425" y="300"/>
                  </a:cubicBezTo>
                  <a:cubicBezTo>
                    <a:pt x="425" y="300"/>
                    <a:pt x="425" y="301"/>
                    <a:pt x="425" y="301"/>
                  </a:cubicBezTo>
                  <a:cubicBezTo>
                    <a:pt x="428" y="299"/>
                    <a:pt x="431" y="297"/>
                    <a:pt x="433" y="296"/>
                  </a:cubicBezTo>
                  <a:cubicBezTo>
                    <a:pt x="438" y="292"/>
                    <a:pt x="429" y="290"/>
                    <a:pt x="431" y="286"/>
                  </a:cubicBezTo>
                  <a:close/>
                  <a:moveTo>
                    <a:pt x="9" y="321"/>
                  </a:moveTo>
                  <a:cubicBezTo>
                    <a:pt x="15" y="319"/>
                    <a:pt x="17" y="316"/>
                    <a:pt x="15" y="313"/>
                  </a:cubicBezTo>
                  <a:cubicBezTo>
                    <a:pt x="12" y="310"/>
                    <a:pt x="4" y="323"/>
                    <a:pt x="9" y="321"/>
                  </a:cubicBezTo>
                  <a:close/>
                  <a:moveTo>
                    <a:pt x="51" y="299"/>
                  </a:moveTo>
                  <a:cubicBezTo>
                    <a:pt x="46" y="297"/>
                    <a:pt x="31" y="305"/>
                    <a:pt x="36" y="306"/>
                  </a:cubicBezTo>
                  <a:cubicBezTo>
                    <a:pt x="40" y="307"/>
                    <a:pt x="41" y="303"/>
                    <a:pt x="45" y="303"/>
                  </a:cubicBezTo>
                  <a:cubicBezTo>
                    <a:pt x="49" y="303"/>
                    <a:pt x="57" y="301"/>
                    <a:pt x="51" y="299"/>
                  </a:cubicBezTo>
                  <a:close/>
                  <a:moveTo>
                    <a:pt x="178" y="240"/>
                  </a:moveTo>
                  <a:cubicBezTo>
                    <a:pt x="178" y="237"/>
                    <a:pt x="174" y="237"/>
                    <a:pt x="169" y="243"/>
                  </a:cubicBezTo>
                  <a:cubicBezTo>
                    <a:pt x="164" y="249"/>
                    <a:pt x="160" y="252"/>
                    <a:pt x="159" y="255"/>
                  </a:cubicBezTo>
                  <a:cubicBezTo>
                    <a:pt x="159" y="257"/>
                    <a:pt x="153" y="254"/>
                    <a:pt x="151" y="258"/>
                  </a:cubicBezTo>
                  <a:cubicBezTo>
                    <a:pt x="149" y="261"/>
                    <a:pt x="152" y="269"/>
                    <a:pt x="156" y="266"/>
                  </a:cubicBezTo>
                  <a:cubicBezTo>
                    <a:pt x="159" y="264"/>
                    <a:pt x="160" y="266"/>
                    <a:pt x="162" y="266"/>
                  </a:cubicBezTo>
                  <a:cubicBezTo>
                    <a:pt x="164" y="266"/>
                    <a:pt x="174" y="259"/>
                    <a:pt x="177" y="256"/>
                  </a:cubicBezTo>
                  <a:cubicBezTo>
                    <a:pt x="179" y="252"/>
                    <a:pt x="173" y="251"/>
                    <a:pt x="172" y="249"/>
                  </a:cubicBezTo>
                  <a:cubicBezTo>
                    <a:pt x="172" y="247"/>
                    <a:pt x="178" y="247"/>
                    <a:pt x="180" y="245"/>
                  </a:cubicBezTo>
                  <a:cubicBezTo>
                    <a:pt x="183" y="244"/>
                    <a:pt x="178" y="243"/>
                    <a:pt x="178" y="240"/>
                  </a:cubicBezTo>
                  <a:close/>
                  <a:moveTo>
                    <a:pt x="19" y="210"/>
                  </a:moveTo>
                  <a:cubicBezTo>
                    <a:pt x="18" y="206"/>
                    <a:pt x="8" y="210"/>
                    <a:pt x="9" y="214"/>
                  </a:cubicBezTo>
                  <a:cubicBezTo>
                    <a:pt x="10" y="218"/>
                    <a:pt x="20" y="220"/>
                    <a:pt x="25" y="219"/>
                  </a:cubicBezTo>
                  <a:cubicBezTo>
                    <a:pt x="28" y="217"/>
                    <a:pt x="30" y="213"/>
                    <a:pt x="27" y="211"/>
                  </a:cubicBezTo>
                  <a:cubicBezTo>
                    <a:pt x="24" y="208"/>
                    <a:pt x="19" y="214"/>
                    <a:pt x="19" y="210"/>
                  </a:cubicBezTo>
                  <a:close/>
                  <a:moveTo>
                    <a:pt x="1137" y="413"/>
                  </a:moveTo>
                  <a:cubicBezTo>
                    <a:pt x="1137" y="410"/>
                    <a:pt x="1127" y="412"/>
                    <a:pt x="1122" y="409"/>
                  </a:cubicBezTo>
                  <a:cubicBezTo>
                    <a:pt x="1117" y="405"/>
                    <a:pt x="1109" y="422"/>
                    <a:pt x="1108" y="429"/>
                  </a:cubicBezTo>
                  <a:cubicBezTo>
                    <a:pt x="1106" y="436"/>
                    <a:pt x="1094" y="443"/>
                    <a:pt x="1094" y="443"/>
                  </a:cubicBezTo>
                  <a:cubicBezTo>
                    <a:pt x="1094" y="443"/>
                    <a:pt x="1058" y="444"/>
                    <a:pt x="1055" y="444"/>
                  </a:cubicBezTo>
                  <a:cubicBezTo>
                    <a:pt x="1053" y="444"/>
                    <a:pt x="1045" y="451"/>
                    <a:pt x="1040" y="455"/>
                  </a:cubicBezTo>
                  <a:cubicBezTo>
                    <a:pt x="1040" y="455"/>
                    <a:pt x="1040" y="455"/>
                    <a:pt x="1040" y="456"/>
                  </a:cubicBezTo>
                  <a:cubicBezTo>
                    <a:pt x="1044" y="462"/>
                    <a:pt x="1031" y="466"/>
                    <a:pt x="1018" y="467"/>
                  </a:cubicBezTo>
                  <a:cubicBezTo>
                    <a:pt x="1015" y="467"/>
                    <a:pt x="1012" y="467"/>
                    <a:pt x="1009" y="467"/>
                  </a:cubicBezTo>
                  <a:cubicBezTo>
                    <a:pt x="1010" y="469"/>
                    <a:pt x="1010" y="471"/>
                    <a:pt x="1010" y="472"/>
                  </a:cubicBezTo>
                  <a:cubicBezTo>
                    <a:pt x="1010" y="473"/>
                    <a:pt x="1009" y="474"/>
                    <a:pt x="1007" y="475"/>
                  </a:cubicBezTo>
                  <a:cubicBezTo>
                    <a:pt x="1005" y="479"/>
                    <a:pt x="989" y="486"/>
                    <a:pt x="981" y="491"/>
                  </a:cubicBezTo>
                  <a:cubicBezTo>
                    <a:pt x="971" y="496"/>
                    <a:pt x="958" y="493"/>
                    <a:pt x="958" y="486"/>
                  </a:cubicBezTo>
                  <a:cubicBezTo>
                    <a:pt x="958" y="478"/>
                    <a:pt x="965" y="480"/>
                    <a:pt x="967" y="483"/>
                  </a:cubicBezTo>
                  <a:cubicBezTo>
                    <a:pt x="967" y="484"/>
                    <a:pt x="969" y="483"/>
                    <a:pt x="971" y="482"/>
                  </a:cubicBezTo>
                  <a:cubicBezTo>
                    <a:pt x="969" y="479"/>
                    <a:pt x="969" y="476"/>
                    <a:pt x="970" y="473"/>
                  </a:cubicBezTo>
                  <a:cubicBezTo>
                    <a:pt x="967" y="472"/>
                    <a:pt x="971" y="460"/>
                    <a:pt x="965" y="459"/>
                  </a:cubicBezTo>
                  <a:cubicBezTo>
                    <a:pt x="959" y="457"/>
                    <a:pt x="952" y="467"/>
                    <a:pt x="953" y="461"/>
                  </a:cubicBezTo>
                  <a:cubicBezTo>
                    <a:pt x="954" y="454"/>
                    <a:pt x="963" y="449"/>
                    <a:pt x="958" y="440"/>
                  </a:cubicBezTo>
                  <a:cubicBezTo>
                    <a:pt x="952" y="432"/>
                    <a:pt x="942" y="432"/>
                    <a:pt x="940" y="438"/>
                  </a:cubicBezTo>
                  <a:cubicBezTo>
                    <a:pt x="938" y="445"/>
                    <a:pt x="931" y="442"/>
                    <a:pt x="929" y="447"/>
                  </a:cubicBezTo>
                  <a:cubicBezTo>
                    <a:pt x="926" y="452"/>
                    <a:pt x="924" y="463"/>
                    <a:pt x="926" y="471"/>
                  </a:cubicBezTo>
                  <a:cubicBezTo>
                    <a:pt x="928" y="479"/>
                    <a:pt x="925" y="483"/>
                    <a:pt x="918" y="487"/>
                  </a:cubicBezTo>
                  <a:cubicBezTo>
                    <a:pt x="910" y="492"/>
                    <a:pt x="906" y="480"/>
                    <a:pt x="909" y="466"/>
                  </a:cubicBezTo>
                  <a:cubicBezTo>
                    <a:pt x="911" y="456"/>
                    <a:pt x="917" y="446"/>
                    <a:pt x="912" y="446"/>
                  </a:cubicBezTo>
                  <a:cubicBezTo>
                    <a:pt x="907" y="446"/>
                    <a:pt x="918" y="434"/>
                    <a:pt x="929" y="432"/>
                  </a:cubicBezTo>
                  <a:cubicBezTo>
                    <a:pt x="939" y="429"/>
                    <a:pt x="952" y="430"/>
                    <a:pt x="952" y="427"/>
                  </a:cubicBezTo>
                  <a:cubicBezTo>
                    <a:pt x="952" y="426"/>
                    <a:pt x="953" y="426"/>
                    <a:pt x="954" y="426"/>
                  </a:cubicBezTo>
                  <a:cubicBezTo>
                    <a:pt x="951" y="424"/>
                    <a:pt x="949" y="422"/>
                    <a:pt x="947" y="421"/>
                  </a:cubicBezTo>
                  <a:cubicBezTo>
                    <a:pt x="947" y="422"/>
                    <a:pt x="947" y="422"/>
                    <a:pt x="946" y="423"/>
                  </a:cubicBezTo>
                  <a:cubicBezTo>
                    <a:pt x="942" y="426"/>
                    <a:pt x="943" y="419"/>
                    <a:pt x="935" y="419"/>
                  </a:cubicBezTo>
                  <a:cubicBezTo>
                    <a:pt x="928" y="419"/>
                    <a:pt x="920" y="426"/>
                    <a:pt x="914" y="423"/>
                  </a:cubicBezTo>
                  <a:cubicBezTo>
                    <a:pt x="908" y="420"/>
                    <a:pt x="911" y="416"/>
                    <a:pt x="906" y="416"/>
                  </a:cubicBezTo>
                  <a:cubicBezTo>
                    <a:pt x="900" y="416"/>
                    <a:pt x="910" y="405"/>
                    <a:pt x="902" y="410"/>
                  </a:cubicBezTo>
                  <a:cubicBezTo>
                    <a:pt x="894" y="414"/>
                    <a:pt x="882" y="425"/>
                    <a:pt x="876" y="420"/>
                  </a:cubicBezTo>
                  <a:cubicBezTo>
                    <a:pt x="871" y="415"/>
                    <a:pt x="866" y="422"/>
                    <a:pt x="862" y="418"/>
                  </a:cubicBezTo>
                  <a:cubicBezTo>
                    <a:pt x="858" y="414"/>
                    <a:pt x="876" y="403"/>
                    <a:pt x="884" y="403"/>
                  </a:cubicBezTo>
                  <a:cubicBezTo>
                    <a:pt x="886" y="403"/>
                    <a:pt x="888" y="402"/>
                    <a:pt x="890" y="401"/>
                  </a:cubicBezTo>
                  <a:cubicBezTo>
                    <a:pt x="886" y="399"/>
                    <a:pt x="876" y="396"/>
                    <a:pt x="874" y="399"/>
                  </a:cubicBezTo>
                  <a:cubicBezTo>
                    <a:pt x="871" y="402"/>
                    <a:pt x="867" y="400"/>
                    <a:pt x="864" y="397"/>
                  </a:cubicBezTo>
                  <a:cubicBezTo>
                    <a:pt x="862" y="394"/>
                    <a:pt x="859" y="398"/>
                    <a:pt x="855" y="393"/>
                  </a:cubicBezTo>
                  <a:cubicBezTo>
                    <a:pt x="851" y="389"/>
                    <a:pt x="847" y="392"/>
                    <a:pt x="845" y="393"/>
                  </a:cubicBezTo>
                  <a:cubicBezTo>
                    <a:pt x="842" y="394"/>
                    <a:pt x="839" y="391"/>
                    <a:pt x="835" y="390"/>
                  </a:cubicBezTo>
                  <a:cubicBezTo>
                    <a:pt x="831" y="388"/>
                    <a:pt x="834" y="384"/>
                    <a:pt x="830" y="381"/>
                  </a:cubicBezTo>
                  <a:cubicBezTo>
                    <a:pt x="827" y="378"/>
                    <a:pt x="826" y="386"/>
                    <a:pt x="826" y="386"/>
                  </a:cubicBezTo>
                  <a:cubicBezTo>
                    <a:pt x="516" y="388"/>
                    <a:pt x="516" y="388"/>
                    <a:pt x="516" y="388"/>
                  </a:cubicBezTo>
                  <a:cubicBezTo>
                    <a:pt x="516" y="388"/>
                    <a:pt x="516" y="389"/>
                    <a:pt x="517" y="389"/>
                  </a:cubicBezTo>
                  <a:cubicBezTo>
                    <a:pt x="521" y="393"/>
                    <a:pt x="518" y="396"/>
                    <a:pt x="519" y="401"/>
                  </a:cubicBezTo>
                  <a:cubicBezTo>
                    <a:pt x="520" y="406"/>
                    <a:pt x="519" y="412"/>
                    <a:pt x="515" y="412"/>
                  </a:cubicBezTo>
                  <a:cubicBezTo>
                    <a:pt x="512" y="412"/>
                    <a:pt x="511" y="408"/>
                    <a:pt x="514" y="407"/>
                  </a:cubicBezTo>
                  <a:cubicBezTo>
                    <a:pt x="517" y="405"/>
                    <a:pt x="515" y="400"/>
                    <a:pt x="512" y="400"/>
                  </a:cubicBezTo>
                  <a:cubicBezTo>
                    <a:pt x="511" y="400"/>
                    <a:pt x="510" y="398"/>
                    <a:pt x="510" y="395"/>
                  </a:cubicBezTo>
                  <a:cubicBezTo>
                    <a:pt x="505" y="397"/>
                    <a:pt x="499" y="396"/>
                    <a:pt x="492" y="395"/>
                  </a:cubicBezTo>
                  <a:cubicBezTo>
                    <a:pt x="492" y="396"/>
                    <a:pt x="493" y="396"/>
                    <a:pt x="493" y="396"/>
                  </a:cubicBezTo>
                  <a:cubicBezTo>
                    <a:pt x="493" y="399"/>
                    <a:pt x="494" y="406"/>
                    <a:pt x="498" y="411"/>
                  </a:cubicBezTo>
                  <a:cubicBezTo>
                    <a:pt x="502" y="417"/>
                    <a:pt x="500" y="420"/>
                    <a:pt x="503" y="422"/>
                  </a:cubicBezTo>
                  <a:cubicBezTo>
                    <a:pt x="507" y="424"/>
                    <a:pt x="507" y="426"/>
                    <a:pt x="503" y="426"/>
                  </a:cubicBezTo>
                  <a:cubicBezTo>
                    <a:pt x="500" y="425"/>
                    <a:pt x="502" y="428"/>
                    <a:pt x="501" y="436"/>
                  </a:cubicBezTo>
                  <a:cubicBezTo>
                    <a:pt x="500" y="443"/>
                    <a:pt x="500" y="459"/>
                    <a:pt x="499" y="464"/>
                  </a:cubicBezTo>
                  <a:cubicBezTo>
                    <a:pt x="499" y="468"/>
                    <a:pt x="493" y="476"/>
                    <a:pt x="496" y="481"/>
                  </a:cubicBezTo>
                  <a:cubicBezTo>
                    <a:pt x="500" y="486"/>
                    <a:pt x="502" y="493"/>
                    <a:pt x="500" y="499"/>
                  </a:cubicBezTo>
                  <a:cubicBezTo>
                    <a:pt x="498" y="506"/>
                    <a:pt x="499" y="509"/>
                    <a:pt x="501" y="514"/>
                  </a:cubicBezTo>
                  <a:cubicBezTo>
                    <a:pt x="504" y="519"/>
                    <a:pt x="502" y="527"/>
                    <a:pt x="505" y="529"/>
                  </a:cubicBezTo>
                  <a:cubicBezTo>
                    <a:pt x="508" y="531"/>
                    <a:pt x="511" y="534"/>
                    <a:pt x="513" y="539"/>
                  </a:cubicBezTo>
                  <a:cubicBezTo>
                    <a:pt x="516" y="543"/>
                    <a:pt x="519" y="540"/>
                    <a:pt x="519" y="545"/>
                  </a:cubicBezTo>
                  <a:cubicBezTo>
                    <a:pt x="520" y="549"/>
                    <a:pt x="520" y="550"/>
                    <a:pt x="524" y="552"/>
                  </a:cubicBezTo>
                  <a:cubicBezTo>
                    <a:pt x="528" y="554"/>
                    <a:pt x="525" y="558"/>
                    <a:pt x="525" y="561"/>
                  </a:cubicBezTo>
                  <a:cubicBezTo>
                    <a:pt x="525" y="563"/>
                    <a:pt x="530" y="568"/>
                    <a:pt x="537" y="573"/>
                  </a:cubicBezTo>
                  <a:cubicBezTo>
                    <a:pt x="543" y="579"/>
                    <a:pt x="538" y="584"/>
                    <a:pt x="543" y="584"/>
                  </a:cubicBezTo>
                  <a:cubicBezTo>
                    <a:pt x="547" y="584"/>
                    <a:pt x="552" y="587"/>
                    <a:pt x="557" y="590"/>
                  </a:cubicBezTo>
                  <a:cubicBezTo>
                    <a:pt x="561" y="593"/>
                    <a:pt x="563" y="591"/>
                    <a:pt x="566" y="592"/>
                  </a:cubicBezTo>
                  <a:cubicBezTo>
                    <a:pt x="569" y="592"/>
                    <a:pt x="575" y="599"/>
                    <a:pt x="577" y="604"/>
                  </a:cubicBezTo>
                  <a:cubicBezTo>
                    <a:pt x="577" y="606"/>
                    <a:pt x="578" y="609"/>
                    <a:pt x="579" y="611"/>
                  </a:cubicBezTo>
                  <a:cubicBezTo>
                    <a:pt x="605" y="608"/>
                    <a:pt x="605" y="608"/>
                    <a:pt x="605" y="608"/>
                  </a:cubicBezTo>
                  <a:cubicBezTo>
                    <a:pt x="605" y="608"/>
                    <a:pt x="613" y="613"/>
                    <a:pt x="618" y="614"/>
                  </a:cubicBezTo>
                  <a:cubicBezTo>
                    <a:pt x="622" y="615"/>
                    <a:pt x="647" y="625"/>
                    <a:pt x="647" y="625"/>
                  </a:cubicBezTo>
                  <a:cubicBezTo>
                    <a:pt x="679" y="624"/>
                    <a:pt x="679" y="624"/>
                    <a:pt x="679" y="624"/>
                  </a:cubicBezTo>
                  <a:cubicBezTo>
                    <a:pt x="683" y="619"/>
                    <a:pt x="683" y="619"/>
                    <a:pt x="683" y="619"/>
                  </a:cubicBezTo>
                  <a:cubicBezTo>
                    <a:pt x="700" y="619"/>
                    <a:pt x="700" y="619"/>
                    <a:pt x="700" y="619"/>
                  </a:cubicBezTo>
                  <a:cubicBezTo>
                    <a:pt x="700" y="619"/>
                    <a:pt x="711" y="630"/>
                    <a:pt x="713" y="631"/>
                  </a:cubicBezTo>
                  <a:cubicBezTo>
                    <a:pt x="715" y="632"/>
                    <a:pt x="720" y="637"/>
                    <a:pt x="720" y="640"/>
                  </a:cubicBezTo>
                  <a:cubicBezTo>
                    <a:pt x="720" y="643"/>
                    <a:pt x="722" y="646"/>
                    <a:pt x="724" y="647"/>
                  </a:cubicBezTo>
                  <a:cubicBezTo>
                    <a:pt x="727" y="648"/>
                    <a:pt x="736" y="654"/>
                    <a:pt x="737" y="654"/>
                  </a:cubicBezTo>
                  <a:cubicBezTo>
                    <a:pt x="739" y="653"/>
                    <a:pt x="741" y="643"/>
                    <a:pt x="746" y="643"/>
                  </a:cubicBezTo>
                  <a:cubicBezTo>
                    <a:pt x="751" y="644"/>
                    <a:pt x="764" y="647"/>
                    <a:pt x="766" y="655"/>
                  </a:cubicBezTo>
                  <a:cubicBezTo>
                    <a:pt x="768" y="662"/>
                    <a:pt x="775" y="668"/>
                    <a:pt x="777" y="670"/>
                  </a:cubicBezTo>
                  <a:cubicBezTo>
                    <a:pt x="779" y="672"/>
                    <a:pt x="778" y="676"/>
                    <a:pt x="779" y="679"/>
                  </a:cubicBezTo>
                  <a:cubicBezTo>
                    <a:pt x="781" y="681"/>
                    <a:pt x="781" y="685"/>
                    <a:pt x="783" y="685"/>
                  </a:cubicBezTo>
                  <a:cubicBezTo>
                    <a:pt x="785" y="685"/>
                    <a:pt x="794" y="691"/>
                    <a:pt x="798" y="691"/>
                  </a:cubicBezTo>
                  <a:cubicBezTo>
                    <a:pt x="800" y="691"/>
                    <a:pt x="801" y="692"/>
                    <a:pt x="803" y="693"/>
                  </a:cubicBezTo>
                  <a:cubicBezTo>
                    <a:pt x="804" y="684"/>
                    <a:pt x="794" y="682"/>
                    <a:pt x="800" y="678"/>
                  </a:cubicBezTo>
                  <a:cubicBezTo>
                    <a:pt x="806" y="674"/>
                    <a:pt x="800" y="670"/>
                    <a:pt x="803" y="668"/>
                  </a:cubicBezTo>
                  <a:cubicBezTo>
                    <a:pt x="806" y="666"/>
                    <a:pt x="811" y="664"/>
                    <a:pt x="811" y="661"/>
                  </a:cubicBezTo>
                  <a:cubicBezTo>
                    <a:pt x="811" y="658"/>
                    <a:pt x="814" y="658"/>
                    <a:pt x="818" y="658"/>
                  </a:cubicBezTo>
                  <a:cubicBezTo>
                    <a:pt x="822" y="659"/>
                    <a:pt x="829" y="652"/>
                    <a:pt x="829" y="649"/>
                  </a:cubicBezTo>
                  <a:cubicBezTo>
                    <a:pt x="828" y="646"/>
                    <a:pt x="829" y="646"/>
                    <a:pt x="834" y="647"/>
                  </a:cubicBezTo>
                  <a:cubicBezTo>
                    <a:pt x="839" y="648"/>
                    <a:pt x="838" y="641"/>
                    <a:pt x="841" y="642"/>
                  </a:cubicBezTo>
                  <a:cubicBezTo>
                    <a:pt x="844" y="643"/>
                    <a:pt x="847" y="645"/>
                    <a:pt x="847" y="643"/>
                  </a:cubicBezTo>
                  <a:cubicBezTo>
                    <a:pt x="847" y="640"/>
                    <a:pt x="850" y="641"/>
                    <a:pt x="852" y="644"/>
                  </a:cubicBezTo>
                  <a:cubicBezTo>
                    <a:pt x="855" y="647"/>
                    <a:pt x="861" y="648"/>
                    <a:pt x="862" y="644"/>
                  </a:cubicBezTo>
                  <a:cubicBezTo>
                    <a:pt x="862" y="641"/>
                    <a:pt x="866" y="644"/>
                    <a:pt x="869" y="648"/>
                  </a:cubicBezTo>
                  <a:cubicBezTo>
                    <a:pt x="872" y="651"/>
                    <a:pt x="874" y="650"/>
                    <a:pt x="879" y="650"/>
                  </a:cubicBezTo>
                  <a:cubicBezTo>
                    <a:pt x="883" y="651"/>
                    <a:pt x="883" y="649"/>
                    <a:pt x="884" y="646"/>
                  </a:cubicBezTo>
                  <a:cubicBezTo>
                    <a:pt x="884" y="643"/>
                    <a:pt x="889" y="653"/>
                    <a:pt x="894" y="653"/>
                  </a:cubicBezTo>
                  <a:cubicBezTo>
                    <a:pt x="898" y="654"/>
                    <a:pt x="895" y="650"/>
                    <a:pt x="891" y="648"/>
                  </a:cubicBezTo>
                  <a:cubicBezTo>
                    <a:pt x="888" y="645"/>
                    <a:pt x="892" y="644"/>
                    <a:pt x="889" y="641"/>
                  </a:cubicBezTo>
                  <a:cubicBezTo>
                    <a:pt x="886" y="639"/>
                    <a:pt x="893" y="636"/>
                    <a:pt x="899" y="636"/>
                  </a:cubicBezTo>
                  <a:cubicBezTo>
                    <a:pt x="905" y="637"/>
                    <a:pt x="904" y="638"/>
                    <a:pt x="907" y="635"/>
                  </a:cubicBezTo>
                  <a:cubicBezTo>
                    <a:pt x="909" y="631"/>
                    <a:pt x="911" y="635"/>
                    <a:pt x="911" y="638"/>
                  </a:cubicBezTo>
                  <a:cubicBezTo>
                    <a:pt x="911" y="641"/>
                    <a:pt x="921" y="636"/>
                    <a:pt x="926" y="636"/>
                  </a:cubicBezTo>
                  <a:cubicBezTo>
                    <a:pt x="931" y="636"/>
                    <a:pt x="936" y="640"/>
                    <a:pt x="937" y="643"/>
                  </a:cubicBezTo>
                  <a:cubicBezTo>
                    <a:pt x="937" y="646"/>
                    <a:pt x="941" y="648"/>
                    <a:pt x="944" y="645"/>
                  </a:cubicBezTo>
                  <a:cubicBezTo>
                    <a:pt x="948" y="641"/>
                    <a:pt x="951" y="638"/>
                    <a:pt x="955" y="641"/>
                  </a:cubicBezTo>
                  <a:cubicBezTo>
                    <a:pt x="958" y="645"/>
                    <a:pt x="962" y="649"/>
                    <a:pt x="966" y="654"/>
                  </a:cubicBezTo>
                  <a:cubicBezTo>
                    <a:pt x="970" y="658"/>
                    <a:pt x="964" y="663"/>
                    <a:pt x="966" y="666"/>
                  </a:cubicBezTo>
                  <a:cubicBezTo>
                    <a:pt x="969" y="670"/>
                    <a:pt x="966" y="674"/>
                    <a:pt x="971" y="678"/>
                  </a:cubicBezTo>
                  <a:cubicBezTo>
                    <a:pt x="976" y="681"/>
                    <a:pt x="972" y="688"/>
                    <a:pt x="976" y="689"/>
                  </a:cubicBezTo>
                  <a:cubicBezTo>
                    <a:pt x="980" y="690"/>
                    <a:pt x="983" y="697"/>
                    <a:pt x="983" y="699"/>
                  </a:cubicBezTo>
                  <a:cubicBezTo>
                    <a:pt x="984" y="702"/>
                    <a:pt x="991" y="705"/>
                    <a:pt x="992" y="701"/>
                  </a:cubicBezTo>
                  <a:cubicBezTo>
                    <a:pt x="992" y="696"/>
                    <a:pt x="996" y="691"/>
                    <a:pt x="997" y="687"/>
                  </a:cubicBezTo>
                  <a:cubicBezTo>
                    <a:pt x="997" y="683"/>
                    <a:pt x="994" y="669"/>
                    <a:pt x="991" y="665"/>
                  </a:cubicBezTo>
                  <a:cubicBezTo>
                    <a:pt x="987" y="660"/>
                    <a:pt x="991" y="659"/>
                    <a:pt x="987" y="654"/>
                  </a:cubicBezTo>
                  <a:cubicBezTo>
                    <a:pt x="983" y="649"/>
                    <a:pt x="981" y="639"/>
                    <a:pt x="981" y="632"/>
                  </a:cubicBezTo>
                  <a:cubicBezTo>
                    <a:pt x="981" y="624"/>
                    <a:pt x="990" y="612"/>
                    <a:pt x="994" y="608"/>
                  </a:cubicBezTo>
                  <a:cubicBezTo>
                    <a:pt x="999" y="605"/>
                    <a:pt x="1003" y="607"/>
                    <a:pt x="1004" y="603"/>
                  </a:cubicBezTo>
                  <a:cubicBezTo>
                    <a:pt x="1005" y="599"/>
                    <a:pt x="1011" y="594"/>
                    <a:pt x="1014" y="594"/>
                  </a:cubicBezTo>
                  <a:cubicBezTo>
                    <a:pt x="1017" y="594"/>
                    <a:pt x="1020" y="594"/>
                    <a:pt x="1020" y="591"/>
                  </a:cubicBezTo>
                  <a:cubicBezTo>
                    <a:pt x="1021" y="588"/>
                    <a:pt x="1026" y="584"/>
                    <a:pt x="1032" y="583"/>
                  </a:cubicBezTo>
                  <a:cubicBezTo>
                    <a:pt x="1039" y="582"/>
                    <a:pt x="1035" y="578"/>
                    <a:pt x="1033" y="575"/>
                  </a:cubicBezTo>
                  <a:cubicBezTo>
                    <a:pt x="1032" y="572"/>
                    <a:pt x="1035" y="569"/>
                    <a:pt x="1036" y="571"/>
                  </a:cubicBezTo>
                  <a:cubicBezTo>
                    <a:pt x="1037" y="573"/>
                    <a:pt x="1041" y="574"/>
                    <a:pt x="1044" y="572"/>
                  </a:cubicBezTo>
                  <a:cubicBezTo>
                    <a:pt x="1046" y="570"/>
                    <a:pt x="1052" y="565"/>
                    <a:pt x="1047" y="565"/>
                  </a:cubicBezTo>
                  <a:cubicBezTo>
                    <a:pt x="1041" y="565"/>
                    <a:pt x="1040" y="563"/>
                    <a:pt x="1043" y="561"/>
                  </a:cubicBezTo>
                  <a:cubicBezTo>
                    <a:pt x="1046" y="560"/>
                    <a:pt x="1044" y="554"/>
                    <a:pt x="1039" y="554"/>
                  </a:cubicBezTo>
                  <a:cubicBezTo>
                    <a:pt x="1035" y="553"/>
                    <a:pt x="1036" y="551"/>
                    <a:pt x="1039" y="548"/>
                  </a:cubicBezTo>
                  <a:cubicBezTo>
                    <a:pt x="1042" y="545"/>
                    <a:pt x="1035" y="541"/>
                    <a:pt x="1032" y="539"/>
                  </a:cubicBezTo>
                  <a:cubicBezTo>
                    <a:pt x="1028" y="536"/>
                    <a:pt x="1034" y="535"/>
                    <a:pt x="1036" y="535"/>
                  </a:cubicBezTo>
                  <a:cubicBezTo>
                    <a:pt x="1039" y="534"/>
                    <a:pt x="1037" y="523"/>
                    <a:pt x="1038" y="520"/>
                  </a:cubicBezTo>
                  <a:cubicBezTo>
                    <a:pt x="1039" y="517"/>
                    <a:pt x="1043" y="517"/>
                    <a:pt x="1042" y="520"/>
                  </a:cubicBezTo>
                  <a:cubicBezTo>
                    <a:pt x="1040" y="523"/>
                    <a:pt x="1037" y="527"/>
                    <a:pt x="1041" y="531"/>
                  </a:cubicBezTo>
                  <a:cubicBezTo>
                    <a:pt x="1044" y="535"/>
                    <a:pt x="1045" y="539"/>
                    <a:pt x="1044" y="544"/>
                  </a:cubicBezTo>
                  <a:cubicBezTo>
                    <a:pt x="1042" y="550"/>
                    <a:pt x="1045" y="549"/>
                    <a:pt x="1049" y="541"/>
                  </a:cubicBezTo>
                  <a:cubicBezTo>
                    <a:pt x="1052" y="534"/>
                    <a:pt x="1053" y="527"/>
                    <a:pt x="1050" y="526"/>
                  </a:cubicBezTo>
                  <a:cubicBezTo>
                    <a:pt x="1048" y="526"/>
                    <a:pt x="1048" y="518"/>
                    <a:pt x="1051" y="522"/>
                  </a:cubicBezTo>
                  <a:cubicBezTo>
                    <a:pt x="1054" y="525"/>
                    <a:pt x="1055" y="526"/>
                    <a:pt x="1059" y="521"/>
                  </a:cubicBezTo>
                  <a:cubicBezTo>
                    <a:pt x="1063" y="517"/>
                    <a:pt x="1068" y="509"/>
                    <a:pt x="1065" y="507"/>
                  </a:cubicBezTo>
                  <a:cubicBezTo>
                    <a:pt x="1062" y="505"/>
                    <a:pt x="1066" y="504"/>
                    <a:pt x="1071" y="504"/>
                  </a:cubicBezTo>
                  <a:cubicBezTo>
                    <a:pt x="1076" y="504"/>
                    <a:pt x="1087" y="501"/>
                    <a:pt x="1088" y="499"/>
                  </a:cubicBezTo>
                  <a:cubicBezTo>
                    <a:pt x="1090" y="494"/>
                    <a:pt x="1070" y="502"/>
                    <a:pt x="1070" y="499"/>
                  </a:cubicBezTo>
                  <a:cubicBezTo>
                    <a:pt x="1070" y="496"/>
                    <a:pt x="1083" y="493"/>
                    <a:pt x="1089" y="493"/>
                  </a:cubicBezTo>
                  <a:cubicBezTo>
                    <a:pt x="1094" y="493"/>
                    <a:pt x="1092" y="485"/>
                    <a:pt x="1094" y="488"/>
                  </a:cubicBezTo>
                  <a:cubicBezTo>
                    <a:pt x="1097" y="492"/>
                    <a:pt x="1100" y="491"/>
                    <a:pt x="1104" y="489"/>
                  </a:cubicBezTo>
                  <a:cubicBezTo>
                    <a:pt x="1107" y="487"/>
                    <a:pt x="1104" y="481"/>
                    <a:pt x="1101" y="480"/>
                  </a:cubicBezTo>
                  <a:cubicBezTo>
                    <a:pt x="1097" y="479"/>
                    <a:pt x="1103" y="477"/>
                    <a:pt x="1102" y="475"/>
                  </a:cubicBezTo>
                  <a:cubicBezTo>
                    <a:pt x="1101" y="472"/>
                    <a:pt x="1105" y="463"/>
                    <a:pt x="1109" y="462"/>
                  </a:cubicBezTo>
                  <a:cubicBezTo>
                    <a:pt x="1114" y="461"/>
                    <a:pt x="1112" y="458"/>
                    <a:pt x="1116" y="458"/>
                  </a:cubicBezTo>
                  <a:cubicBezTo>
                    <a:pt x="1120" y="458"/>
                    <a:pt x="1121" y="454"/>
                    <a:pt x="1124" y="450"/>
                  </a:cubicBezTo>
                  <a:cubicBezTo>
                    <a:pt x="1128" y="447"/>
                    <a:pt x="1133" y="456"/>
                    <a:pt x="1138" y="451"/>
                  </a:cubicBezTo>
                  <a:cubicBezTo>
                    <a:pt x="1140" y="448"/>
                    <a:pt x="1143" y="446"/>
                    <a:pt x="1147" y="444"/>
                  </a:cubicBezTo>
                  <a:cubicBezTo>
                    <a:pt x="1134" y="427"/>
                    <a:pt x="1137" y="416"/>
                    <a:pt x="1137" y="413"/>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0" name="Freeform 126"/>
            <p:cNvSpPr>
              <a:spLocks noEditPoints="1" noChangeArrowheads="1"/>
            </p:cNvSpPr>
            <p:nvPr/>
          </p:nvSpPr>
          <p:spPr bwMode="auto">
            <a:xfrm>
              <a:off x="3444886" y="1455738"/>
              <a:ext cx="276226" cy="196851"/>
            </a:xfrm>
            <a:custGeom>
              <a:avLst/>
              <a:gdLst>
                <a:gd name="T0" fmla="*/ 143 w 145"/>
                <a:gd name="T1" fmla="*/ 18 h 103"/>
                <a:gd name="T2" fmla="*/ 132 w 145"/>
                <a:gd name="T3" fmla="*/ 18 h 103"/>
                <a:gd name="T4" fmla="*/ 118 w 145"/>
                <a:gd name="T5" fmla="*/ 15 h 103"/>
                <a:gd name="T6" fmla="*/ 113 w 145"/>
                <a:gd name="T7" fmla="*/ 13 h 103"/>
                <a:gd name="T8" fmla="*/ 104 w 145"/>
                <a:gd name="T9" fmla="*/ 14 h 103"/>
                <a:gd name="T10" fmla="*/ 93 w 145"/>
                <a:gd name="T11" fmla="*/ 9 h 103"/>
                <a:gd name="T12" fmla="*/ 87 w 145"/>
                <a:gd name="T13" fmla="*/ 6 h 103"/>
                <a:gd name="T14" fmla="*/ 67 w 145"/>
                <a:gd name="T15" fmla="*/ 4 h 103"/>
                <a:gd name="T16" fmla="*/ 30 w 145"/>
                <a:gd name="T17" fmla="*/ 3 h 103"/>
                <a:gd name="T18" fmla="*/ 16 w 145"/>
                <a:gd name="T19" fmla="*/ 0 h 103"/>
                <a:gd name="T20" fmla="*/ 7 w 145"/>
                <a:gd name="T21" fmla="*/ 6 h 103"/>
                <a:gd name="T22" fmla="*/ 5 w 145"/>
                <a:gd name="T23" fmla="*/ 14 h 103"/>
                <a:gd name="T24" fmla="*/ 7 w 145"/>
                <a:gd name="T25" fmla="*/ 25 h 103"/>
                <a:gd name="T26" fmla="*/ 10 w 145"/>
                <a:gd name="T27" fmla="*/ 23 h 103"/>
                <a:gd name="T28" fmla="*/ 14 w 145"/>
                <a:gd name="T29" fmla="*/ 24 h 103"/>
                <a:gd name="T30" fmla="*/ 21 w 145"/>
                <a:gd name="T31" fmla="*/ 25 h 103"/>
                <a:gd name="T32" fmla="*/ 25 w 145"/>
                <a:gd name="T33" fmla="*/ 25 h 103"/>
                <a:gd name="T34" fmla="*/ 32 w 145"/>
                <a:gd name="T35" fmla="*/ 27 h 103"/>
                <a:gd name="T36" fmla="*/ 35 w 145"/>
                <a:gd name="T37" fmla="*/ 31 h 103"/>
                <a:gd name="T38" fmla="*/ 27 w 145"/>
                <a:gd name="T39" fmla="*/ 38 h 103"/>
                <a:gd name="T40" fmla="*/ 28 w 145"/>
                <a:gd name="T41" fmla="*/ 48 h 103"/>
                <a:gd name="T42" fmla="*/ 26 w 145"/>
                <a:gd name="T43" fmla="*/ 56 h 103"/>
                <a:gd name="T44" fmla="*/ 23 w 145"/>
                <a:gd name="T45" fmla="*/ 60 h 103"/>
                <a:gd name="T46" fmla="*/ 27 w 145"/>
                <a:gd name="T47" fmla="*/ 66 h 103"/>
                <a:gd name="T48" fmla="*/ 24 w 145"/>
                <a:gd name="T49" fmla="*/ 73 h 103"/>
                <a:gd name="T50" fmla="*/ 26 w 145"/>
                <a:gd name="T51" fmla="*/ 78 h 103"/>
                <a:gd name="T52" fmla="*/ 22 w 145"/>
                <a:gd name="T53" fmla="*/ 85 h 103"/>
                <a:gd name="T54" fmla="*/ 23 w 145"/>
                <a:gd name="T55" fmla="*/ 89 h 103"/>
                <a:gd name="T56" fmla="*/ 29 w 145"/>
                <a:gd name="T57" fmla="*/ 89 h 103"/>
                <a:gd name="T58" fmla="*/ 43 w 145"/>
                <a:gd name="T59" fmla="*/ 102 h 103"/>
                <a:gd name="T60" fmla="*/ 46 w 145"/>
                <a:gd name="T61" fmla="*/ 99 h 103"/>
                <a:gd name="T62" fmla="*/ 52 w 145"/>
                <a:gd name="T63" fmla="*/ 98 h 103"/>
                <a:gd name="T64" fmla="*/ 63 w 145"/>
                <a:gd name="T65" fmla="*/ 94 h 103"/>
                <a:gd name="T66" fmla="*/ 77 w 145"/>
                <a:gd name="T67" fmla="*/ 94 h 103"/>
                <a:gd name="T68" fmla="*/ 85 w 145"/>
                <a:gd name="T69" fmla="*/ 90 h 103"/>
                <a:gd name="T70" fmla="*/ 94 w 145"/>
                <a:gd name="T71" fmla="*/ 84 h 103"/>
                <a:gd name="T72" fmla="*/ 98 w 145"/>
                <a:gd name="T73" fmla="*/ 76 h 103"/>
                <a:gd name="T74" fmla="*/ 106 w 145"/>
                <a:gd name="T75" fmla="*/ 67 h 103"/>
                <a:gd name="T76" fmla="*/ 107 w 145"/>
                <a:gd name="T77" fmla="*/ 51 h 103"/>
                <a:gd name="T78" fmla="*/ 116 w 145"/>
                <a:gd name="T79" fmla="*/ 40 h 103"/>
                <a:gd name="T80" fmla="*/ 126 w 145"/>
                <a:gd name="T81" fmla="*/ 34 h 103"/>
                <a:gd name="T82" fmla="*/ 139 w 145"/>
                <a:gd name="T83" fmla="*/ 28 h 103"/>
                <a:gd name="T84" fmla="*/ 143 w 145"/>
                <a:gd name="T85" fmla="*/ 18 h 103"/>
                <a:gd name="T86" fmla="*/ 144 w 145"/>
                <a:gd name="T87" fmla="*/ 55 h 103"/>
                <a:gd name="T88" fmla="*/ 134 w 145"/>
                <a:gd name="T89" fmla="*/ 58 h 103"/>
                <a:gd name="T90" fmla="*/ 144 w 145"/>
                <a:gd name="T91" fmla="*/ 55 h 10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45"/>
                <a:gd name="T139" fmla="*/ 0 h 103"/>
                <a:gd name="T140" fmla="*/ 145 w 145"/>
                <a:gd name="T141" fmla="*/ 103 h 10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45" h="103">
                  <a:moveTo>
                    <a:pt x="143" y="18"/>
                  </a:moveTo>
                  <a:cubicBezTo>
                    <a:pt x="139" y="18"/>
                    <a:pt x="135" y="18"/>
                    <a:pt x="132" y="18"/>
                  </a:cubicBezTo>
                  <a:cubicBezTo>
                    <a:pt x="128" y="17"/>
                    <a:pt x="120" y="17"/>
                    <a:pt x="118" y="15"/>
                  </a:cubicBezTo>
                  <a:cubicBezTo>
                    <a:pt x="116" y="12"/>
                    <a:pt x="113" y="11"/>
                    <a:pt x="113" y="13"/>
                  </a:cubicBezTo>
                  <a:cubicBezTo>
                    <a:pt x="113" y="16"/>
                    <a:pt x="107" y="16"/>
                    <a:pt x="104" y="14"/>
                  </a:cubicBezTo>
                  <a:cubicBezTo>
                    <a:pt x="101" y="12"/>
                    <a:pt x="96" y="10"/>
                    <a:pt x="93" y="9"/>
                  </a:cubicBezTo>
                  <a:cubicBezTo>
                    <a:pt x="92" y="8"/>
                    <a:pt x="89" y="7"/>
                    <a:pt x="87" y="6"/>
                  </a:cubicBezTo>
                  <a:cubicBezTo>
                    <a:pt x="83" y="6"/>
                    <a:pt x="74" y="3"/>
                    <a:pt x="67" y="4"/>
                  </a:cubicBezTo>
                  <a:cubicBezTo>
                    <a:pt x="60" y="4"/>
                    <a:pt x="39" y="3"/>
                    <a:pt x="30" y="3"/>
                  </a:cubicBezTo>
                  <a:cubicBezTo>
                    <a:pt x="22" y="4"/>
                    <a:pt x="21" y="0"/>
                    <a:pt x="16" y="0"/>
                  </a:cubicBezTo>
                  <a:cubicBezTo>
                    <a:pt x="12" y="0"/>
                    <a:pt x="14" y="5"/>
                    <a:pt x="7" y="6"/>
                  </a:cubicBezTo>
                  <a:cubicBezTo>
                    <a:pt x="0" y="6"/>
                    <a:pt x="0" y="10"/>
                    <a:pt x="5" y="14"/>
                  </a:cubicBezTo>
                  <a:cubicBezTo>
                    <a:pt x="7" y="16"/>
                    <a:pt x="7" y="20"/>
                    <a:pt x="7" y="25"/>
                  </a:cubicBezTo>
                  <a:cubicBezTo>
                    <a:pt x="8" y="25"/>
                    <a:pt x="9" y="24"/>
                    <a:pt x="10" y="23"/>
                  </a:cubicBezTo>
                  <a:cubicBezTo>
                    <a:pt x="12" y="21"/>
                    <a:pt x="14" y="21"/>
                    <a:pt x="14" y="24"/>
                  </a:cubicBezTo>
                  <a:cubicBezTo>
                    <a:pt x="14" y="26"/>
                    <a:pt x="18" y="25"/>
                    <a:pt x="21" y="25"/>
                  </a:cubicBezTo>
                  <a:cubicBezTo>
                    <a:pt x="23" y="25"/>
                    <a:pt x="22" y="27"/>
                    <a:pt x="25" y="25"/>
                  </a:cubicBezTo>
                  <a:cubicBezTo>
                    <a:pt x="28" y="23"/>
                    <a:pt x="32" y="24"/>
                    <a:pt x="32" y="27"/>
                  </a:cubicBezTo>
                  <a:cubicBezTo>
                    <a:pt x="32" y="29"/>
                    <a:pt x="38" y="28"/>
                    <a:pt x="35" y="31"/>
                  </a:cubicBezTo>
                  <a:cubicBezTo>
                    <a:pt x="31" y="34"/>
                    <a:pt x="27" y="35"/>
                    <a:pt x="27" y="38"/>
                  </a:cubicBezTo>
                  <a:cubicBezTo>
                    <a:pt x="27" y="40"/>
                    <a:pt x="31" y="45"/>
                    <a:pt x="28" y="48"/>
                  </a:cubicBezTo>
                  <a:cubicBezTo>
                    <a:pt x="25" y="51"/>
                    <a:pt x="29" y="56"/>
                    <a:pt x="26" y="56"/>
                  </a:cubicBezTo>
                  <a:cubicBezTo>
                    <a:pt x="23" y="56"/>
                    <a:pt x="20" y="57"/>
                    <a:pt x="23" y="60"/>
                  </a:cubicBezTo>
                  <a:cubicBezTo>
                    <a:pt x="27" y="64"/>
                    <a:pt x="29" y="66"/>
                    <a:pt x="27" y="66"/>
                  </a:cubicBezTo>
                  <a:cubicBezTo>
                    <a:pt x="24" y="66"/>
                    <a:pt x="23" y="71"/>
                    <a:pt x="24" y="73"/>
                  </a:cubicBezTo>
                  <a:cubicBezTo>
                    <a:pt x="25" y="74"/>
                    <a:pt x="31" y="77"/>
                    <a:pt x="26" y="78"/>
                  </a:cubicBezTo>
                  <a:cubicBezTo>
                    <a:pt x="22" y="79"/>
                    <a:pt x="22" y="83"/>
                    <a:pt x="22" y="85"/>
                  </a:cubicBezTo>
                  <a:cubicBezTo>
                    <a:pt x="22" y="86"/>
                    <a:pt x="22" y="87"/>
                    <a:pt x="23" y="89"/>
                  </a:cubicBezTo>
                  <a:cubicBezTo>
                    <a:pt x="25" y="88"/>
                    <a:pt x="27" y="88"/>
                    <a:pt x="29" y="89"/>
                  </a:cubicBezTo>
                  <a:cubicBezTo>
                    <a:pt x="34" y="91"/>
                    <a:pt x="37" y="103"/>
                    <a:pt x="43" y="102"/>
                  </a:cubicBezTo>
                  <a:cubicBezTo>
                    <a:pt x="46" y="102"/>
                    <a:pt x="44" y="100"/>
                    <a:pt x="46" y="99"/>
                  </a:cubicBezTo>
                  <a:cubicBezTo>
                    <a:pt x="47" y="97"/>
                    <a:pt x="50" y="98"/>
                    <a:pt x="52" y="98"/>
                  </a:cubicBezTo>
                  <a:cubicBezTo>
                    <a:pt x="55" y="98"/>
                    <a:pt x="56" y="94"/>
                    <a:pt x="63" y="94"/>
                  </a:cubicBezTo>
                  <a:cubicBezTo>
                    <a:pt x="69" y="94"/>
                    <a:pt x="73" y="94"/>
                    <a:pt x="77" y="94"/>
                  </a:cubicBezTo>
                  <a:cubicBezTo>
                    <a:pt x="81" y="94"/>
                    <a:pt x="84" y="93"/>
                    <a:pt x="85" y="90"/>
                  </a:cubicBezTo>
                  <a:cubicBezTo>
                    <a:pt x="86" y="87"/>
                    <a:pt x="89" y="84"/>
                    <a:pt x="94" y="84"/>
                  </a:cubicBezTo>
                  <a:cubicBezTo>
                    <a:pt x="98" y="83"/>
                    <a:pt x="98" y="78"/>
                    <a:pt x="98" y="76"/>
                  </a:cubicBezTo>
                  <a:cubicBezTo>
                    <a:pt x="98" y="73"/>
                    <a:pt x="106" y="69"/>
                    <a:pt x="106" y="67"/>
                  </a:cubicBezTo>
                  <a:cubicBezTo>
                    <a:pt x="107" y="65"/>
                    <a:pt x="102" y="57"/>
                    <a:pt x="107" y="51"/>
                  </a:cubicBezTo>
                  <a:cubicBezTo>
                    <a:pt x="111" y="44"/>
                    <a:pt x="116" y="43"/>
                    <a:pt x="116" y="40"/>
                  </a:cubicBezTo>
                  <a:cubicBezTo>
                    <a:pt x="116" y="36"/>
                    <a:pt x="121" y="35"/>
                    <a:pt x="126" y="34"/>
                  </a:cubicBezTo>
                  <a:cubicBezTo>
                    <a:pt x="132" y="33"/>
                    <a:pt x="134" y="30"/>
                    <a:pt x="139" y="28"/>
                  </a:cubicBezTo>
                  <a:cubicBezTo>
                    <a:pt x="143" y="26"/>
                    <a:pt x="144" y="23"/>
                    <a:pt x="143" y="18"/>
                  </a:cubicBezTo>
                  <a:close/>
                  <a:moveTo>
                    <a:pt x="144" y="55"/>
                  </a:moveTo>
                  <a:cubicBezTo>
                    <a:pt x="143" y="49"/>
                    <a:pt x="132" y="56"/>
                    <a:pt x="134" y="58"/>
                  </a:cubicBezTo>
                  <a:cubicBezTo>
                    <a:pt x="139" y="61"/>
                    <a:pt x="145" y="60"/>
                    <a:pt x="144" y="55"/>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1" name="Freeform 127"/>
            <p:cNvSpPr>
              <a:spLocks noEditPoints="1" noChangeArrowheads="1"/>
            </p:cNvSpPr>
            <p:nvPr/>
          </p:nvSpPr>
          <p:spPr bwMode="auto">
            <a:xfrm>
              <a:off x="4075127" y="1506539"/>
              <a:ext cx="136526" cy="169864"/>
            </a:xfrm>
            <a:custGeom>
              <a:avLst/>
              <a:gdLst>
                <a:gd name="T0" fmla="*/ 70 w 71"/>
                <a:gd name="T1" fmla="*/ 0 h 89"/>
                <a:gd name="T2" fmla="*/ 65 w 71"/>
                <a:gd name="T3" fmla="*/ 2 h 89"/>
                <a:gd name="T4" fmla="*/ 61 w 71"/>
                <a:gd name="T5" fmla="*/ 5 h 89"/>
                <a:gd name="T6" fmla="*/ 49 w 71"/>
                <a:gd name="T7" fmla="*/ 3 h 89"/>
                <a:gd name="T8" fmla="*/ 34 w 71"/>
                <a:gd name="T9" fmla="*/ 3 h 89"/>
                <a:gd name="T10" fmla="*/ 33 w 71"/>
                <a:gd name="T11" fmla="*/ 3 h 89"/>
                <a:gd name="T12" fmla="*/ 23 w 71"/>
                <a:gd name="T13" fmla="*/ 8 h 89"/>
                <a:gd name="T14" fmla="*/ 18 w 71"/>
                <a:gd name="T15" fmla="*/ 11 h 89"/>
                <a:gd name="T16" fmla="*/ 10 w 71"/>
                <a:gd name="T17" fmla="*/ 12 h 89"/>
                <a:gd name="T18" fmla="*/ 6 w 71"/>
                <a:gd name="T19" fmla="*/ 19 h 89"/>
                <a:gd name="T20" fmla="*/ 3 w 71"/>
                <a:gd name="T21" fmla="*/ 23 h 89"/>
                <a:gd name="T22" fmla="*/ 0 w 71"/>
                <a:gd name="T23" fmla="*/ 29 h 89"/>
                <a:gd name="T24" fmla="*/ 0 w 71"/>
                <a:gd name="T25" fmla="*/ 29 h 89"/>
                <a:gd name="T26" fmla="*/ 6 w 71"/>
                <a:gd name="T27" fmla="*/ 39 h 89"/>
                <a:gd name="T28" fmla="*/ 14 w 71"/>
                <a:gd name="T29" fmla="*/ 42 h 89"/>
                <a:gd name="T30" fmla="*/ 25 w 71"/>
                <a:gd name="T31" fmla="*/ 45 h 89"/>
                <a:gd name="T32" fmla="*/ 13 w 71"/>
                <a:gd name="T33" fmla="*/ 46 h 89"/>
                <a:gd name="T34" fmla="*/ 15 w 71"/>
                <a:gd name="T35" fmla="*/ 56 h 89"/>
                <a:gd name="T36" fmla="*/ 21 w 71"/>
                <a:gd name="T37" fmla="*/ 64 h 89"/>
                <a:gd name="T38" fmla="*/ 31 w 71"/>
                <a:gd name="T39" fmla="*/ 69 h 89"/>
                <a:gd name="T40" fmla="*/ 29 w 71"/>
                <a:gd name="T41" fmla="*/ 57 h 89"/>
                <a:gd name="T42" fmla="*/ 37 w 71"/>
                <a:gd name="T43" fmla="*/ 57 h 89"/>
                <a:gd name="T44" fmla="*/ 32 w 71"/>
                <a:gd name="T45" fmla="*/ 53 h 89"/>
                <a:gd name="T46" fmla="*/ 36 w 71"/>
                <a:gd name="T47" fmla="*/ 50 h 89"/>
                <a:gd name="T48" fmla="*/ 44 w 71"/>
                <a:gd name="T49" fmla="*/ 49 h 89"/>
                <a:gd name="T50" fmla="*/ 40 w 71"/>
                <a:gd name="T51" fmla="*/ 40 h 89"/>
                <a:gd name="T52" fmla="*/ 31 w 71"/>
                <a:gd name="T53" fmla="*/ 41 h 89"/>
                <a:gd name="T54" fmla="*/ 35 w 71"/>
                <a:gd name="T55" fmla="*/ 35 h 89"/>
                <a:gd name="T56" fmla="*/ 26 w 71"/>
                <a:gd name="T57" fmla="*/ 22 h 89"/>
                <a:gd name="T58" fmla="*/ 31 w 71"/>
                <a:gd name="T59" fmla="*/ 19 h 89"/>
                <a:gd name="T60" fmla="*/ 40 w 71"/>
                <a:gd name="T61" fmla="*/ 20 h 89"/>
                <a:gd name="T62" fmla="*/ 43 w 71"/>
                <a:gd name="T63" fmla="*/ 12 h 89"/>
                <a:gd name="T64" fmla="*/ 49 w 71"/>
                <a:gd name="T65" fmla="*/ 14 h 89"/>
                <a:gd name="T66" fmla="*/ 58 w 71"/>
                <a:gd name="T67" fmla="*/ 10 h 89"/>
                <a:gd name="T68" fmla="*/ 65 w 71"/>
                <a:gd name="T69" fmla="*/ 13 h 89"/>
                <a:gd name="T70" fmla="*/ 68 w 71"/>
                <a:gd name="T71" fmla="*/ 9 h 89"/>
                <a:gd name="T72" fmla="*/ 71 w 71"/>
                <a:gd name="T73" fmla="*/ 4 h 89"/>
                <a:gd name="T74" fmla="*/ 70 w 71"/>
                <a:gd name="T75" fmla="*/ 0 h 89"/>
                <a:gd name="T76" fmla="*/ 61 w 71"/>
                <a:gd name="T77" fmla="*/ 84 h 89"/>
                <a:gd name="T78" fmla="*/ 43 w 71"/>
                <a:gd name="T79" fmla="*/ 82 h 89"/>
                <a:gd name="T80" fmla="*/ 36 w 71"/>
                <a:gd name="T81" fmla="*/ 85 h 89"/>
                <a:gd name="T82" fmla="*/ 53 w 71"/>
                <a:gd name="T83" fmla="*/ 89 h 89"/>
                <a:gd name="T84" fmla="*/ 68 w 71"/>
                <a:gd name="T85" fmla="*/ 84 h 89"/>
                <a:gd name="T86" fmla="*/ 61 w 71"/>
                <a:gd name="T87" fmla="*/ 84 h 8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1"/>
                <a:gd name="T133" fmla="*/ 0 h 89"/>
                <a:gd name="T134" fmla="*/ 71 w 71"/>
                <a:gd name="T135" fmla="*/ 89 h 8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1" h="89">
                  <a:moveTo>
                    <a:pt x="70" y="0"/>
                  </a:moveTo>
                  <a:cubicBezTo>
                    <a:pt x="68" y="0"/>
                    <a:pt x="64" y="1"/>
                    <a:pt x="65" y="2"/>
                  </a:cubicBezTo>
                  <a:cubicBezTo>
                    <a:pt x="66" y="4"/>
                    <a:pt x="63" y="5"/>
                    <a:pt x="61" y="5"/>
                  </a:cubicBezTo>
                  <a:cubicBezTo>
                    <a:pt x="61" y="5"/>
                    <a:pt x="51" y="4"/>
                    <a:pt x="49" y="3"/>
                  </a:cubicBezTo>
                  <a:cubicBezTo>
                    <a:pt x="47" y="2"/>
                    <a:pt x="38" y="2"/>
                    <a:pt x="34" y="3"/>
                  </a:cubicBezTo>
                  <a:cubicBezTo>
                    <a:pt x="34" y="3"/>
                    <a:pt x="33" y="3"/>
                    <a:pt x="33" y="3"/>
                  </a:cubicBezTo>
                  <a:cubicBezTo>
                    <a:pt x="32" y="5"/>
                    <a:pt x="24" y="9"/>
                    <a:pt x="23" y="8"/>
                  </a:cubicBezTo>
                  <a:cubicBezTo>
                    <a:pt x="21" y="7"/>
                    <a:pt x="21" y="11"/>
                    <a:pt x="18" y="11"/>
                  </a:cubicBezTo>
                  <a:cubicBezTo>
                    <a:pt x="15" y="12"/>
                    <a:pt x="10" y="11"/>
                    <a:pt x="10" y="12"/>
                  </a:cubicBezTo>
                  <a:cubicBezTo>
                    <a:pt x="10" y="14"/>
                    <a:pt x="8" y="17"/>
                    <a:pt x="6" y="19"/>
                  </a:cubicBezTo>
                  <a:cubicBezTo>
                    <a:pt x="4" y="21"/>
                    <a:pt x="6" y="23"/>
                    <a:pt x="3" y="23"/>
                  </a:cubicBezTo>
                  <a:cubicBezTo>
                    <a:pt x="1" y="23"/>
                    <a:pt x="1" y="26"/>
                    <a:pt x="0" y="29"/>
                  </a:cubicBezTo>
                  <a:cubicBezTo>
                    <a:pt x="0" y="29"/>
                    <a:pt x="0" y="29"/>
                    <a:pt x="0" y="29"/>
                  </a:cubicBezTo>
                  <a:cubicBezTo>
                    <a:pt x="4" y="31"/>
                    <a:pt x="7" y="35"/>
                    <a:pt x="6" y="39"/>
                  </a:cubicBezTo>
                  <a:cubicBezTo>
                    <a:pt x="6" y="43"/>
                    <a:pt x="12" y="45"/>
                    <a:pt x="14" y="42"/>
                  </a:cubicBezTo>
                  <a:cubicBezTo>
                    <a:pt x="17" y="39"/>
                    <a:pt x="25" y="43"/>
                    <a:pt x="25" y="45"/>
                  </a:cubicBezTo>
                  <a:cubicBezTo>
                    <a:pt x="25" y="47"/>
                    <a:pt x="17" y="43"/>
                    <a:pt x="13" y="46"/>
                  </a:cubicBezTo>
                  <a:cubicBezTo>
                    <a:pt x="8" y="50"/>
                    <a:pt x="16" y="53"/>
                    <a:pt x="15" y="56"/>
                  </a:cubicBezTo>
                  <a:cubicBezTo>
                    <a:pt x="14" y="59"/>
                    <a:pt x="17" y="64"/>
                    <a:pt x="21" y="64"/>
                  </a:cubicBezTo>
                  <a:cubicBezTo>
                    <a:pt x="25" y="64"/>
                    <a:pt x="29" y="70"/>
                    <a:pt x="31" y="69"/>
                  </a:cubicBezTo>
                  <a:cubicBezTo>
                    <a:pt x="34" y="68"/>
                    <a:pt x="28" y="59"/>
                    <a:pt x="29" y="57"/>
                  </a:cubicBezTo>
                  <a:cubicBezTo>
                    <a:pt x="30" y="56"/>
                    <a:pt x="35" y="60"/>
                    <a:pt x="37" y="57"/>
                  </a:cubicBezTo>
                  <a:cubicBezTo>
                    <a:pt x="39" y="54"/>
                    <a:pt x="35" y="52"/>
                    <a:pt x="32" y="53"/>
                  </a:cubicBezTo>
                  <a:cubicBezTo>
                    <a:pt x="28" y="53"/>
                    <a:pt x="32" y="48"/>
                    <a:pt x="36" y="50"/>
                  </a:cubicBezTo>
                  <a:cubicBezTo>
                    <a:pt x="40" y="53"/>
                    <a:pt x="42" y="50"/>
                    <a:pt x="44" y="49"/>
                  </a:cubicBezTo>
                  <a:cubicBezTo>
                    <a:pt x="46" y="49"/>
                    <a:pt x="47" y="42"/>
                    <a:pt x="40" y="40"/>
                  </a:cubicBezTo>
                  <a:cubicBezTo>
                    <a:pt x="34" y="39"/>
                    <a:pt x="35" y="45"/>
                    <a:pt x="31" y="41"/>
                  </a:cubicBezTo>
                  <a:cubicBezTo>
                    <a:pt x="27" y="36"/>
                    <a:pt x="35" y="38"/>
                    <a:pt x="35" y="35"/>
                  </a:cubicBezTo>
                  <a:cubicBezTo>
                    <a:pt x="35" y="31"/>
                    <a:pt x="29" y="26"/>
                    <a:pt x="26" y="22"/>
                  </a:cubicBezTo>
                  <a:cubicBezTo>
                    <a:pt x="23" y="18"/>
                    <a:pt x="30" y="16"/>
                    <a:pt x="31" y="19"/>
                  </a:cubicBezTo>
                  <a:cubicBezTo>
                    <a:pt x="33" y="22"/>
                    <a:pt x="38" y="21"/>
                    <a:pt x="40" y="20"/>
                  </a:cubicBezTo>
                  <a:cubicBezTo>
                    <a:pt x="43" y="19"/>
                    <a:pt x="37" y="14"/>
                    <a:pt x="43" y="12"/>
                  </a:cubicBezTo>
                  <a:cubicBezTo>
                    <a:pt x="48" y="10"/>
                    <a:pt x="48" y="13"/>
                    <a:pt x="49" y="14"/>
                  </a:cubicBezTo>
                  <a:cubicBezTo>
                    <a:pt x="51" y="14"/>
                    <a:pt x="53" y="10"/>
                    <a:pt x="58" y="10"/>
                  </a:cubicBezTo>
                  <a:cubicBezTo>
                    <a:pt x="61" y="10"/>
                    <a:pt x="63" y="11"/>
                    <a:pt x="65" y="13"/>
                  </a:cubicBezTo>
                  <a:cubicBezTo>
                    <a:pt x="67" y="12"/>
                    <a:pt x="68" y="11"/>
                    <a:pt x="68" y="9"/>
                  </a:cubicBezTo>
                  <a:cubicBezTo>
                    <a:pt x="68" y="8"/>
                    <a:pt x="71" y="7"/>
                    <a:pt x="71" y="4"/>
                  </a:cubicBezTo>
                  <a:cubicBezTo>
                    <a:pt x="71" y="3"/>
                    <a:pt x="71" y="1"/>
                    <a:pt x="70" y="0"/>
                  </a:cubicBezTo>
                  <a:close/>
                  <a:moveTo>
                    <a:pt x="61" y="84"/>
                  </a:moveTo>
                  <a:cubicBezTo>
                    <a:pt x="58" y="82"/>
                    <a:pt x="46" y="85"/>
                    <a:pt x="43" y="82"/>
                  </a:cubicBezTo>
                  <a:cubicBezTo>
                    <a:pt x="40" y="79"/>
                    <a:pt x="34" y="84"/>
                    <a:pt x="36" y="85"/>
                  </a:cubicBezTo>
                  <a:cubicBezTo>
                    <a:pt x="40" y="85"/>
                    <a:pt x="46" y="89"/>
                    <a:pt x="53" y="89"/>
                  </a:cubicBezTo>
                  <a:cubicBezTo>
                    <a:pt x="59" y="89"/>
                    <a:pt x="68" y="86"/>
                    <a:pt x="68" y="84"/>
                  </a:cubicBezTo>
                  <a:cubicBezTo>
                    <a:pt x="68" y="83"/>
                    <a:pt x="64" y="85"/>
                    <a:pt x="61" y="84"/>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2" name="Freeform 128"/>
            <p:cNvSpPr>
              <a:spLocks noChangeArrowheads="1"/>
            </p:cNvSpPr>
            <p:nvPr/>
          </p:nvSpPr>
          <p:spPr bwMode="auto">
            <a:xfrm>
              <a:off x="4329128" y="1654176"/>
              <a:ext cx="55564" cy="34925"/>
            </a:xfrm>
            <a:custGeom>
              <a:avLst/>
              <a:gdLst>
                <a:gd name="T0" fmla="*/ 20 w 29"/>
                <a:gd name="T1" fmla="*/ 11 h 18"/>
                <a:gd name="T2" fmla="*/ 26 w 29"/>
                <a:gd name="T3" fmla="*/ 4 h 18"/>
                <a:gd name="T4" fmla="*/ 25 w 29"/>
                <a:gd name="T5" fmla="*/ 2 h 18"/>
                <a:gd name="T6" fmla="*/ 9 w 29"/>
                <a:gd name="T7" fmla="*/ 7 h 18"/>
                <a:gd name="T8" fmla="*/ 4 w 29"/>
                <a:gd name="T9" fmla="*/ 15 h 18"/>
                <a:gd name="T10" fmla="*/ 20 w 29"/>
                <a:gd name="T11" fmla="*/ 11 h 18"/>
                <a:gd name="T12" fmla="*/ 0 60000 65536"/>
                <a:gd name="T13" fmla="*/ 0 60000 65536"/>
                <a:gd name="T14" fmla="*/ 0 60000 65536"/>
                <a:gd name="T15" fmla="*/ 0 60000 65536"/>
                <a:gd name="T16" fmla="*/ 0 60000 65536"/>
                <a:gd name="T17" fmla="*/ 0 60000 65536"/>
                <a:gd name="T18" fmla="*/ 0 w 29"/>
                <a:gd name="T19" fmla="*/ 0 h 18"/>
                <a:gd name="T20" fmla="*/ 29 w 29"/>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29" h="18">
                  <a:moveTo>
                    <a:pt x="20" y="11"/>
                  </a:moveTo>
                  <a:cubicBezTo>
                    <a:pt x="19" y="10"/>
                    <a:pt x="22" y="6"/>
                    <a:pt x="26" y="4"/>
                  </a:cubicBezTo>
                  <a:cubicBezTo>
                    <a:pt x="29" y="3"/>
                    <a:pt x="28" y="0"/>
                    <a:pt x="25" y="2"/>
                  </a:cubicBezTo>
                  <a:cubicBezTo>
                    <a:pt x="23" y="4"/>
                    <a:pt x="17" y="7"/>
                    <a:pt x="9" y="7"/>
                  </a:cubicBezTo>
                  <a:cubicBezTo>
                    <a:pt x="2" y="7"/>
                    <a:pt x="0" y="12"/>
                    <a:pt x="4" y="15"/>
                  </a:cubicBezTo>
                  <a:cubicBezTo>
                    <a:pt x="10" y="18"/>
                    <a:pt x="20" y="13"/>
                    <a:pt x="20" y="11"/>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3" name="Freeform 129"/>
            <p:cNvSpPr>
              <a:spLocks noChangeArrowheads="1"/>
            </p:cNvSpPr>
            <p:nvPr/>
          </p:nvSpPr>
          <p:spPr bwMode="auto">
            <a:xfrm>
              <a:off x="3122624" y="754062"/>
              <a:ext cx="231776" cy="117475"/>
            </a:xfrm>
            <a:custGeom>
              <a:avLst/>
              <a:gdLst>
                <a:gd name="T0" fmla="*/ 102 w 121"/>
                <a:gd name="T1" fmla="*/ 44 h 61"/>
                <a:gd name="T2" fmla="*/ 111 w 121"/>
                <a:gd name="T3" fmla="*/ 36 h 61"/>
                <a:gd name="T4" fmla="*/ 120 w 121"/>
                <a:gd name="T5" fmla="*/ 28 h 61"/>
                <a:gd name="T6" fmla="*/ 114 w 121"/>
                <a:gd name="T7" fmla="*/ 19 h 61"/>
                <a:gd name="T8" fmla="*/ 108 w 121"/>
                <a:gd name="T9" fmla="*/ 13 h 61"/>
                <a:gd name="T10" fmla="*/ 106 w 121"/>
                <a:gd name="T11" fmla="*/ 6 h 61"/>
                <a:gd name="T12" fmla="*/ 98 w 121"/>
                <a:gd name="T13" fmla="*/ 7 h 61"/>
                <a:gd name="T14" fmla="*/ 87 w 121"/>
                <a:gd name="T15" fmla="*/ 2 h 61"/>
                <a:gd name="T16" fmla="*/ 86 w 121"/>
                <a:gd name="T17" fmla="*/ 8 h 61"/>
                <a:gd name="T18" fmla="*/ 79 w 121"/>
                <a:gd name="T19" fmla="*/ 9 h 61"/>
                <a:gd name="T20" fmla="*/ 75 w 121"/>
                <a:gd name="T21" fmla="*/ 9 h 61"/>
                <a:gd name="T22" fmla="*/ 68 w 121"/>
                <a:gd name="T23" fmla="*/ 10 h 61"/>
                <a:gd name="T24" fmla="*/ 62 w 121"/>
                <a:gd name="T25" fmla="*/ 8 h 61"/>
                <a:gd name="T26" fmla="*/ 55 w 121"/>
                <a:gd name="T27" fmla="*/ 13 h 61"/>
                <a:gd name="T28" fmla="*/ 50 w 121"/>
                <a:gd name="T29" fmla="*/ 11 h 61"/>
                <a:gd name="T30" fmla="*/ 45 w 121"/>
                <a:gd name="T31" fmla="*/ 14 h 61"/>
                <a:gd name="T32" fmla="*/ 44 w 121"/>
                <a:gd name="T33" fmla="*/ 20 h 61"/>
                <a:gd name="T34" fmla="*/ 36 w 121"/>
                <a:gd name="T35" fmla="*/ 23 h 61"/>
                <a:gd name="T36" fmla="*/ 33 w 121"/>
                <a:gd name="T37" fmla="*/ 14 h 61"/>
                <a:gd name="T38" fmla="*/ 16 w 121"/>
                <a:gd name="T39" fmla="*/ 3 h 61"/>
                <a:gd name="T40" fmla="*/ 18 w 121"/>
                <a:gd name="T41" fmla="*/ 9 h 61"/>
                <a:gd name="T42" fmla="*/ 14 w 121"/>
                <a:gd name="T43" fmla="*/ 9 h 61"/>
                <a:gd name="T44" fmla="*/ 6 w 121"/>
                <a:gd name="T45" fmla="*/ 11 h 61"/>
                <a:gd name="T46" fmla="*/ 1 w 121"/>
                <a:gd name="T47" fmla="*/ 19 h 61"/>
                <a:gd name="T48" fmla="*/ 12 w 121"/>
                <a:gd name="T49" fmla="*/ 22 h 61"/>
                <a:gd name="T50" fmla="*/ 25 w 121"/>
                <a:gd name="T51" fmla="*/ 22 h 61"/>
                <a:gd name="T52" fmla="*/ 23 w 121"/>
                <a:gd name="T53" fmla="*/ 27 h 61"/>
                <a:gd name="T54" fmla="*/ 17 w 121"/>
                <a:gd name="T55" fmla="*/ 30 h 61"/>
                <a:gd name="T56" fmla="*/ 4 w 121"/>
                <a:gd name="T57" fmla="*/ 34 h 61"/>
                <a:gd name="T58" fmla="*/ 21 w 121"/>
                <a:gd name="T59" fmla="*/ 34 h 61"/>
                <a:gd name="T60" fmla="*/ 25 w 121"/>
                <a:gd name="T61" fmla="*/ 38 h 61"/>
                <a:gd name="T62" fmla="*/ 28 w 121"/>
                <a:gd name="T63" fmla="*/ 42 h 61"/>
                <a:gd name="T64" fmla="*/ 24 w 121"/>
                <a:gd name="T65" fmla="*/ 47 h 61"/>
                <a:gd name="T66" fmla="*/ 19 w 121"/>
                <a:gd name="T67" fmla="*/ 51 h 61"/>
                <a:gd name="T68" fmla="*/ 33 w 121"/>
                <a:gd name="T69" fmla="*/ 50 h 61"/>
                <a:gd name="T70" fmla="*/ 53 w 121"/>
                <a:gd name="T71" fmla="*/ 59 h 61"/>
                <a:gd name="T72" fmla="*/ 73 w 121"/>
                <a:gd name="T73" fmla="*/ 54 h 61"/>
                <a:gd name="T74" fmla="*/ 87 w 121"/>
                <a:gd name="T75" fmla="*/ 49 h 61"/>
                <a:gd name="T76" fmla="*/ 102 w 121"/>
                <a:gd name="T77" fmla="*/ 44 h 6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
                <a:gd name="T118" fmla="*/ 0 h 61"/>
                <a:gd name="T119" fmla="*/ 121 w 121"/>
                <a:gd name="T120" fmla="*/ 61 h 6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 h="61">
                  <a:moveTo>
                    <a:pt x="102" y="44"/>
                  </a:moveTo>
                  <a:cubicBezTo>
                    <a:pt x="109" y="43"/>
                    <a:pt x="108" y="36"/>
                    <a:pt x="111" y="36"/>
                  </a:cubicBezTo>
                  <a:cubicBezTo>
                    <a:pt x="114" y="37"/>
                    <a:pt x="118" y="31"/>
                    <a:pt x="120" y="28"/>
                  </a:cubicBezTo>
                  <a:cubicBezTo>
                    <a:pt x="121" y="25"/>
                    <a:pt x="118" y="19"/>
                    <a:pt x="114" y="19"/>
                  </a:cubicBezTo>
                  <a:cubicBezTo>
                    <a:pt x="110" y="19"/>
                    <a:pt x="107" y="16"/>
                    <a:pt x="108" y="13"/>
                  </a:cubicBezTo>
                  <a:cubicBezTo>
                    <a:pt x="109" y="11"/>
                    <a:pt x="106" y="8"/>
                    <a:pt x="106" y="6"/>
                  </a:cubicBezTo>
                  <a:cubicBezTo>
                    <a:pt x="106" y="5"/>
                    <a:pt x="101" y="6"/>
                    <a:pt x="98" y="7"/>
                  </a:cubicBezTo>
                  <a:cubicBezTo>
                    <a:pt x="95" y="7"/>
                    <a:pt x="90" y="0"/>
                    <a:pt x="87" y="2"/>
                  </a:cubicBezTo>
                  <a:cubicBezTo>
                    <a:pt x="85" y="3"/>
                    <a:pt x="87" y="6"/>
                    <a:pt x="86" y="8"/>
                  </a:cubicBezTo>
                  <a:cubicBezTo>
                    <a:pt x="85" y="10"/>
                    <a:pt x="79" y="7"/>
                    <a:pt x="79" y="9"/>
                  </a:cubicBezTo>
                  <a:cubicBezTo>
                    <a:pt x="79" y="11"/>
                    <a:pt x="77" y="12"/>
                    <a:pt x="75" y="9"/>
                  </a:cubicBezTo>
                  <a:cubicBezTo>
                    <a:pt x="73" y="7"/>
                    <a:pt x="68" y="8"/>
                    <a:pt x="68" y="10"/>
                  </a:cubicBezTo>
                  <a:cubicBezTo>
                    <a:pt x="68" y="12"/>
                    <a:pt x="66" y="10"/>
                    <a:pt x="62" y="8"/>
                  </a:cubicBezTo>
                  <a:cubicBezTo>
                    <a:pt x="59" y="6"/>
                    <a:pt x="55" y="11"/>
                    <a:pt x="55" y="13"/>
                  </a:cubicBezTo>
                  <a:cubicBezTo>
                    <a:pt x="55" y="16"/>
                    <a:pt x="54" y="16"/>
                    <a:pt x="50" y="11"/>
                  </a:cubicBezTo>
                  <a:cubicBezTo>
                    <a:pt x="47" y="5"/>
                    <a:pt x="44" y="11"/>
                    <a:pt x="45" y="14"/>
                  </a:cubicBezTo>
                  <a:cubicBezTo>
                    <a:pt x="47" y="17"/>
                    <a:pt x="46" y="21"/>
                    <a:pt x="44" y="20"/>
                  </a:cubicBezTo>
                  <a:cubicBezTo>
                    <a:pt x="41" y="18"/>
                    <a:pt x="38" y="21"/>
                    <a:pt x="36" y="23"/>
                  </a:cubicBezTo>
                  <a:cubicBezTo>
                    <a:pt x="35" y="25"/>
                    <a:pt x="30" y="16"/>
                    <a:pt x="33" y="14"/>
                  </a:cubicBezTo>
                  <a:cubicBezTo>
                    <a:pt x="37" y="12"/>
                    <a:pt x="21" y="3"/>
                    <a:pt x="16" y="3"/>
                  </a:cubicBezTo>
                  <a:cubicBezTo>
                    <a:pt x="11" y="3"/>
                    <a:pt x="15" y="6"/>
                    <a:pt x="18" y="9"/>
                  </a:cubicBezTo>
                  <a:cubicBezTo>
                    <a:pt x="21" y="12"/>
                    <a:pt x="16" y="11"/>
                    <a:pt x="14" y="9"/>
                  </a:cubicBezTo>
                  <a:cubicBezTo>
                    <a:pt x="12" y="6"/>
                    <a:pt x="8" y="8"/>
                    <a:pt x="6" y="11"/>
                  </a:cubicBezTo>
                  <a:cubicBezTo>
                    <a:pt x="4" y="15"/>
                    <a:pt x="1" y="17"/>
                    <a:pt x="1" y="19"/>
                  </a:cubicBezTo>
                  <a:cubicBezTo>
                    <a:pt x="0" y="21"/>
                    <a:pt x="6" y="24"/>
                    <a:pt x="12" y="22"/>
                  </a:cubicBezTo>
                  <a:cubicBezTo>
                    <a:pt x="17" y="19"/>
                    <a:pt x="23" y="19"/>
                    <a:pt x="25" y="22"/>
                  </a:cubicBezTo>
                  <a:cubicBezTo>
                    <a:pt x="28" y="24"/>
                    <a:pt x="20" y="25"/>
                    <a:pt x="23" y="27"/>
                  </a:cubicBezTo>
                  <a:cubicBezTo>
                    <a:pt x="26" y="29"/>
                    <a:pt x="24" y="31"/>
                    <a:pt x="17" y="30"/>
                  </a:cubicBezTo>
                  <a:cubicBezTo>
                    <a:pt x="11" y="30"/>
                    <a:pt x="3" y="32"/>
                    <a:pt x="4" y="34"/>
                  </a:cubicBezTo>
                  <a:cubicBezTo>
                    <a:pt x="6" y="36"/>
                    <a:pt x="21" y="32"/>
                    <a:pt x="21" y="34"/>
                  </a:cubicBezTo>
                  <a:cubicBezTo>
                    <a:pt x="21" y="36"/>
                    <a:pt x="21" y="40"/>
                    <a:pt x="25" y="38"/>
                  </a:cubicBezTo>
                  <a:cubicBezTo>
                    <a:pt x="29" y="37"/>
                    <a:pt x="26" y="41"/>
                    <a:pt x="28" y="42"/>
                  </a:cubicBezTo>
                  <a:cubicBezTo>
                    <a:pt x="30" y="43"/>
                    <a:pt x="30" y="47"/>
                    <a:pt x="24" y="47"/>
                  </a:cubicBezTo>
                  <a:cubicBezTo>
                    <a:pt x="19" y="48"/>
                    <a:pt x="16" y="49"/>
                    <a:pt x="19" y="51"/>
                  </a:cubicBezTo>
                  <a:cubicBezTo>
                    <a:pt x="21" y="54"/>
                    <a:pt x="27" y="52"/>
                    <a:pt x="33" y="50"/>
                  </a:cubicBezTo>
                  <a:cubicBezTo>
                    <a:pt x="39" y="49"/>
                    <a:pt x="47" y="56"/>
                    <a:pt x="53" y="59"/>
                  </a:cubicBezTo>
                  <a:cubicBezTo>
                    <a:pt x="60" y="61"/>
                    <a:pt x="72" y="58"/>
                    <a:pt x="73" y="54"/>
                  </a:cubicBezTo>
                  <a:cubicBezTo>
                    <a:pt x="74" y="51"/>
                    <a:pt x="83" y="52"/>
                    <a:pt x="87" y="49"/>
                  </a:cubicBezTo>
                  <a:cubicBezTo>
                    <a:pt x="91" y="47"/>
                    <a:pt x="96" y="44"/>
                    <a:pt x="102" y="44"/>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4" name="Freeform 130"/>
            <p:cNvSpPr>
              <a:spLocks noChangeArrowheads="1"/>
            </p:cNvSpPr>
            <p:nvPr/>
          </p:nvSpPr>
          <p:spPr bwMode="auto">
            <a:xfrm>
              <a:off x="3421075" y="1131887"/>
              <a:ext cx="98426" cy="107950"/>
            </a:xfrm>
            <a:custGeom>
              <a:avLst/>
              <a:gdLst>
                <a:gd name="T0" fmla="*/ 45 w 51"/>
                <a:gd name="T1" fmla="*/ 17 h 56"/>
                <a:gd name="T2" fmla="*/ 42 w 51"/>
                <a:gd name="T3" fmla="*/ 14 h 56"/>
                <a:gd name="T4" fmla="*/ 35 w 51"/>
                <a:gd name="T5" fmla="*/ 16 h 56"/>
                <a:gd name="T6" fmla="*/ 28 w 51"/>
                <a:gd name="T7" fmla="*/ 15 h 56"/>
                <a:gd name="T8" fmla="*/ 31 w 51"/>
                <a:gd name="T9" fmla="*/ 8 h 56"/>
                <a:gd name="T10" fmla="*/ 34 w 51"/>
                <a:gd name="T11" fmla="*/ 2 h 56"/>
                <a:gd name="T12" fmla="*/ 32 w 51"/>
                <a:gd name="T13" fmla="*/ 1 h 56"/>
                <a:gd name="T14" fmla="*/ 21 w 51"/>
                <a:gd name="T15" fmla="*/ 4 h 56"/>
                <a:gd name="T16" fmla="*/ 26 w 51"/>
                <a:gd name="T17" fmla="*/ 9 h 56"/>
                <a:gd name="T18" fmla="*/ 17 w 51"/>
                <a:gd name="T19" fmla="*/ 14 h 56"/>
                <a:gd name="T20" fmla="*/ 5 w 51"/>
                <a:gd name="T21" fmla="*/ 14 h 56"/>
                <a:gd name="T22" fmla="*/ 6 w 51"/>
                <a:gd name="T23" fmla="*/ 22 h 56"/>
                <a:gd name="T24" fmla="*/ 12 w 51"/>
                <a:gd name="T25" fmla="*/ 30 h 56"/>
                <a:gd name="T26" fmla="*/ 9 w 51"/>
                <a:gd name="T27" fmla="*/ 40 h 56"/>
                <a:gd name="T28" fmla="*/ 1 w 51"/>
                <a:gd name="T29" fmla="*/ 47 h 56"/>
                <a:gd name="T30" fmla="*/ 12 w 51"/>
                <a:gd name="T31" fmla="*/ 56 h 56"/>
                <a:gd name="T32" fmla="*/ 32 w 51"/>
                <a:gd name="T33" fmla="*/ 48 h 56"/>
                <a:gd name="T34" fmla="*/ 46 w 51"/>
                <a:gd name="T35" fmla="*/ 45 h 56"/>
                <a:gd name="T36" fmla="*/ 46 w 51"/>
                <a:gd name="T37" fmla="*/ 19 h 56"/>
                <a:gd name="T38" fmla="*/ 45 w 51"/>
                <a:gd name="T39" fmla="*/ 17 h 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1"/>
                <a:gd name="T61" fmla="*/ 0 h 56"/>
                <a:gd name="T62" fmla="*/ 51 w 51"/>
                <a:gd name="T63" fmla="*/ 56 h 5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1" h="56">
                  <a:moveTo>
                    <a:pt x="45" y="17"/>
                  </a:moveTo>
                  <a:cubicBezTo>
                    <a:pt x="44" y="16"/>
                    <a:pt x="43" y="15"/>
                    <a:pt x="42" y="14"/>
                  </a:cubicBezTo>
                  <a:cubicBezTo>
                    <a:pt x="37" y="9"/>
                    <a:pt x="36" y="13"/>
                    <a:pt x="35" y="16"/>
                  </a:cubicBezTo>
                  <a:cubicBezTo>
                    <a:pt x="35" y="19"/>
                    <a:pt x="31" y="15"/>
                    <a:pt x="28" y="15"/>
                  </a:cubicBezTo>
                  <a:cubicBezTo>
                    <a:pt x="25" y="14"/>
                    <a:pt x="29" y="9"/>
                    <a:pt x="31" y="8"/>
                  </a:cubicBezTo>
                  <a:cubicBezTo>
                    <a:pt x="32" y="7"/>
                    <a:pt x="33" y="5"/>
                    <a:pt x="34" y="2"/>
                  </a:cubicBezTo>
                  <a:cubicBezTo>
                    <a:pt x="33" y="2"/>
                    <a:pt x="33" y="2"/>
                    <a:pt x="32" y="1"/>
                  </a:cubicBezTo>
                  <a:cubicBezTo>
                    <a:pt x="28" y="0"/>
                    <a:pt x="21" y="0"/>
                    <a:pt x="21" y="4"/>
                  </a:cubicBezTo>
                  <a:cubicBezTo>
                    <a:pt x="21" y="8"/>
                    <a:pt x="26" y="6"/>
                    <a:pt x="26" y="9"/>
                  </a:cubicBezTo>
                  <a:cubicBezTo>
                    <a:pt x="26" y="12"/>
                    <a:pt x="21" y="11"/>
                    <a:pt x="17" y="14"/>
                  </a:cubicBezTo>
                  <a:cubicBezTo>
                    <a:pt x="13" y="16"/>
                    <a:pt x="9" y="12"/>
                    <a:pt x="5" y="14"/>
                  </a:cubicBezTo>
                  <a:cubicBezTo>
                    <a:pt x="1" y="16"/>
                    <a:pt x="9" y="18"/>
                    <a:pt x="6" y="22"/>
                  </a:cubicBezTo>
                  <a:cubicBezTo>
                    <a:pt x="3" y="27"/>
                    <a:pt x="7" y="26"/>
                    <a:pt x="12" y="30"/>
                  </a:cubicBezTo>
                  <a:cubicBezTo>
                    <a:pt x="17" y="34"/>
                    <a:pt x="9" y="35"/>
                    <a:pt x="9" y="40"/>
                  </a:cubicBezTo>
                  <a:cubicBezTo>
                    <a:pt x="9" y="44"/>
                    <a:pt x="2" y="44"/>
                    <a:pt x="1" y="47"/>
                  </a:cubicBezTo>
                  <a:cubicBezTo>
                    <a:pt x="0" y="50"/>
                    <a:pt x="6" y="56"/>
                    <a:pt x="12" y="56"/>
                  </a:cubicBezTo>
                  <a:cubicBezTo>
                    <a:pt x="16" y="56"/>
                    <a:pt x="26" y="54"/>
                    <a:pt x="32" y="48"/>
                  </a:cubicBezTo>
                  <a:cubicBezTo>
                    <a:pt x="37" y="43"/>
                    <a:pt x="40" y="48"/>
                    <a:pt x="46" y="45"/>
                  </a:cubicBezTo>
                  <a:cubicBezTo>
                    <a:pt x="51" y="43"/>
                    <a:pt x="48" y="23"/>
                    <a:pt x="46" y="19"/>
                  </a:cubicBezTo>
                  <a:cubicBezTo>
                    <a:pt x="45" y="18"/>
                    <a:pt x="45" y="18"/>
                    <a:pt x="45" y="17"/>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5" name="Freeform 131"/>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9525">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6" name="Freeform 132"/>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7" name="Freeform 133"/>
            <p:cNvSpPr>
              <a:spLocks noEditPoints="1" noChangeArrowheads="1"/>
            </p:cNvSpPr>
            <p:nvPr/>
          </p:nvSpPr>
          <p:spPr bwMode="auto">
            <a:xfrm>
              <a:off x="3821126" y="1050926"/>
              <a:ext cx="103188" cy="98425"/>
            </a:xfrm>
            <a:custGeom>
              <a:avLst/>
              <a:gdLst>
                <a:gd name="T0" fmla="*/ 27 w 54"/>
                <a:gd name="T1" fmla="*/ 20 h 52"/>
                <a:gd name="T2" fmla="*/ 27 w 54"/>
                <a:gd name="T3" fmla="*/ 12 h 52"/>
                <a:gd name="T4" fmla="*/ 28 w 54"/>
                <a:gd name="T5" fmla="*/ 2 h 52"/>
                <a:gd name="T6" fmla="*/ 20 w 54"/>
                <a:gd name="T7" fmla="*/ 7 h 52"/>
                <a:gd name="T8" fmla="*/ 13 w 54"/>
                <a:gd name="T9" fmla="*/ 10 h 52"/>
                <a:gd name="T10" fmla="*/ 14 w 54"/>
                <a:gd name="T11" fmla="*/ 15 h 52"/>
                <a:gd name="T12" fmla="*/ 7 w 54"/>
                <a:gd name="T13" fmla="*/ 12 h 52"/>
                <a:gd name="T14" fmla="*/ 2 w 54"/>
                <a:gd name="T15" fmla="*/ 20 h 52"/>
                <a:gd name="T16" fmla="*/ 2 w 54"/>
                <a:gd name="T17" fmla="*/ 33 h 52"/>
                <a:gd name="T18" fmla="*/ 6 w 54"/>
                <a:gd name="T19" fmla="*/ 43 h 52"/>
                <a:gd name="T20" fmla="*/ 8 w 54"/>
                <a:gd name="T21" fmla="*/ 48 h 52"/>
                <a:gd name="T22" fmla="*/ 18 w 54"/>
                <a:gd name="T23" fmla="*/ 49 h 52"/>
                <a:gd name="T24" fmla="*/ 22 w 54"/>
                <a:gd name="T25" fmla="*/ 48 h 52"/>
                <a:gd name="T26" fmla="*/ 18 w 54"/>
                <a:gd name="T27" fmla="*/ 42 h 52"/>
                <a:gd name="T28" fmla="*/ 24 w 54"/>
                <a:gd name="T29" fmla="*/ 44 h 52"/>
                <a:gd name="T30" fmla="*/ 32 w 54"/>
                <a:gd name="T31" fmla="*/ 43 h 52"/>
                <a:gd name="T32" fmla="*/ 28 w 54"/>
                <a:gd name="T33" fmla="*/ 36 h 52"/>
                <a:gd name="T34" fmla="*/ 22 w 54"/>
                <a:gd name="T35" fmla="*/ 36 h 52"/>
                <a:gd name="T36" fmla="*/ 26 w 54"/>
                <a:gd name="T37" fmla="*/ 29 h 52"/>
                <a:gd name="T38" fmla="*/ 33 w 54"/>
                <a:gd name="T39" fmla="*/ 25 h 52"/>
                <a:gd name="T40" fmla="*/ 27 w 54"/>
                <a:gd name="T41" fmla="*/ 20 h 52"/>
                <a:gd name="T42" fmla="*/ 53 w 54"/>
                <a:gd name="T43" fmla="*/ 30 h 52"/>
                <a:gd name="T44" fmla="*/ 49 w 54"/>
                <a:gd name="T45" fmla="*/ 32 h 52"/>
                <a:gd name="T46" fmla="*/ 45 w 54"/>
                <a:gd name="T47" fmla="*/ 30 h 52"/>
                <a:gd name="T48" fmla="*/ 38 w 54"/>
                <a:gd name="T49" fmla="*/ 33 h 52"/>
                <a:gd name="T50" fmla="*/ 42 w 54"/>
                <a:gd name="T51" fmla="*/ 43 h 52"/>
                <a:gd name="T52" fmla="*/ 39 w 54"/>
                <a:gd name="T53" fmla="*/ 46 h 52"/>
                <a:gd name="T54" fmla="*/ 42 w 54"/>
                <a:gd name="T55" fmla="*/ 51 h 52"/>
                <a:gd name="T56" fmla="*/ 50 w 54"/>
                <a:gd name="T57" fmla="*/ 42 h 52"/>
                <a:gd name="T58" fmla="*/ 53 w 54"/>
                <a:gd name="T59" fmla="*/ 30 h 5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4"/>
                <a:gd name="T91" fmla="*/ 0 h 52"/>
                <a:gd name="T92" fmla="*/ 54 w 54"/>
                <a:gd name="T93" fmla="*/ 52 h 5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4" h="52">
                  <a:moveTo>
                    <a:pt x="27" y="20"/>
                  </a:moveTo>
                  <a:cubicBezTo>
                    <a:pt x="26" y="19"/>
                    <a:pt x="25" y="13"/>
                    <a:pt x="27" y="12"/>
                  </a:cubicBezTo>
                  <a:cubicBezTo>
                    <a:pt x="29" y="10"/>
                    <a:pt x="30" y="4"/>
                    <a:pt x="28" y="2"/>
                  </a:cubicBezTo>
                  <a:cubicBezTo>
                    <a:pt x="27" y="0"/>
                    <a:pt x="21" y="2"/>
                    <a:pt x="20" y="7"/>
                  </a:cubicBezTo>
                  <a:cubicBezTo>
                    <a:pt x="20" y="11"/>
                    <a:pt x="15" y="9"/>
                    <a:pt x="13" y="10"/>
                  </a:cubicBezTo>
                  <a:cubicBezTo>
                    <a:pt x="12" y="11"/>
                    <a:pt x="16" y="13"/>
                    <a:pt x="14" y="15"/>
                  </a:cubicBezTo>
                  <a:cubicBezTo>
                    <a:pt x="12" y="17"/>
                    <a:pt x="11" y="12"/>
                    <a:pt x="7" y="12"/>
                  </a:cubicBezTo>
                  <a:cubicBezTo>
                    <a:pt x="4" y="11"/>
                    <a:pt x="4" y="17"/>
                    <a:pt x="2" y="20"/>
                  </a:cubicBezTo>
                  <a:cubicBezTo>
                    <a:pt x="0" y="23"/>
                    <a:pt x="1" y="29"/>
                    <a:pt x="2" y="33"/>
                  </a:cubicBezTo>
                  <a:cubicBezTo>
                    <a:pt x="2" y="37"/>
                    <a:pt x="7" y="39"/>
                    <a:pt x="6" y="43"/>
                  </a:cubicBezTo>
                  <a:cubicBezTo>
                    <a:pt x="5" y="44"/>
                    <a:pt x="7" y="46"/>
                    <a:pt x="8" y="48"/>
                  </a:cubicBezTo>
                  <a:cubicBezTo>
                    <a:pt x="12" y="48"/>
                    <a:pt x="16" y="48"/>
                    <a:pt x="18" y="49"/>
                  </a:cubicBezTo>
                  <a:cubicBezTo>
                    <a:pt x="19" y="49"/>
                    <a:pt x="20" y="49"/>
                    <a:pt x="22" y="48"/>
                  </a:cubicBezTo>
                  <a:cubicBezTo>
                    <a:pt x="21" y="46"/>
                    <a:pt x="17" y="44"/>
                    <a:pt x="18" y="42"/>
                  </a:cubicBezTo>
                  <a:cubicBezTo>
                    <a:pt x="18" y="40"/>
                    <a:pt x="21" y="42"/>
                    <a:pt x="24" y="44"/>
                  </a:cubicBezTo>
                  <a:cubicBezTo>
                    <a:pt x="26" y="46"/>
                    <a:pt x="31" y="46"/>
                    <a:pt x="32" y="43"/>
                  </a:cubicBezTo>
                  <a:cubicBezTo>
                    <a:pt x="32" y="42"/>
                    <a:pt x="31" y="35"/>
                    <a:pt x="28" y="36"/>
                  </a:cubicBezTo>
                  <a:cubicBezTo>
                    <a:pt x="24" y="38"/>
                    <a:pt x="24" y="37"/>
                    <a:pt x="22" y="36"/>
                  </a:cubicBezTo>
                  <a:cubicBezTo>
                    <a:pt x="21" y="34"/>
                    <a:pt x="25" y="31"/>
                    <a:pt x="26" y="29"/>
                  </a:cubicBezTo>
                  <a:cubicBezTo>
                    <a:pt x="26" y="26"/>
                    <a:pt x="32" y="27"/>
                    <a:pt x="33" y="25"/>
                  </a:cubicBezTo>
                  <a:cubicBezTo>
                    <a:pt x="34" y="23"/>
                    <a:pt x="29" y="20"/>
                    <a:pt x="27" y="20"/>
                  </a:cubicBezTo>
                  <a:close/>
                  <a:moveTo>
                    <a:pt x="53" y="30"/>
                  </a:moveTo>
                  <a:cubicBezTo>
                    <a:pt x="51" y="29"/>
                    <a:pt x="50" y="32"/>
                    <a:pt x="49" y="32"/>
                  </a:cubicBezTo>
                  <a:cubicBezTo>
                    <a:pt x="47" y="33"/>
                    <a:pt x="46" y="26"/>
                    <a:pt x="45" y="30"/>
                  </a:cubicBezTo>
                  <a:cubicBezTo>
                    <a:pt x="44" y="33"/>
                    <a:pt x="41" y="28"/>
                    <a:pt x="38" y="33"/>
                  </a:cubicBezTo>
                  <a:cubicBezTo>
                    <a:pt x="34" y="38"/>
                    <a:pt x="40" y="42"/>
                    <a:pt x="42" y="43"/>
                  </a:cubicBezTo>
                  <a:cubicBezTo>
                    <a:pt x="44" y="45"/>
                    <a:pt x="42" y="47"/>
                    <a:pt x="39" y="46"/>
                  </a:cubicBezTo>
                  <a:cubicBezTo>
                    <a:pt x="36" y="46"/>
                    <a:pt x="38" y="51"/>
                    <a:pt x="42" y="51"/>
                  </a:cubicBezTo>
                  <a:cubicBezTo>
                    <a:pt x="46" y="52"/>
                    <a:pt x="50" y="44"/>
                    <a:pt x="50" y="42"/>
                  </a:cubicBezTo>
                  <a:cubicBezTo>
                    <a:pt x="49" y="40"/>
                    <a:pt x="54" y="31"/>
                    <a:pt x="53" y="30"/>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8" name="Freeform 134"/>
            <p:cNvSpPr>
              <a:spLocks noEditPoints="1" noChangeArrowheads="1"/>
            </p:cNvSpPr>
            <p:nvPr/>
          </p:nvSpPr>
          <p:spPr bwMode="auto">
            <a:xfrm>
              <a:off x="3892563" y="657225"/>
              <a:ext cx="266701" cy="471488"/>
            </a:xfrm>
            <a:custGeom>
              <a:avLst/>
              <a:gdLst>
                <a:gd name="T0" fmla="*/ 137 w 140"/>
                <a:gd name="T1" fmla="*/ 53 h 247"/>
                <a:gd name="T2" fmla="*/ 135 w 140"/>
                <a:gd name="T3" fmla="*/ 33 h 247"/>
                <a:gd name="T4" fmla="*/ 118 w 140"/>
                <a:gd name="T5" fmla="*/ 12 h 247"/>
                <a:gd name="T6" fmla="*/ 98 w 140"/>
                <a:gd name="T7" fmla="*/ 11 h 247"/>
                <a:gd name="T8" fmla="*/ 79 w 140"/>
                <a:gd name="T9" fmla="*/ 11 h 247"/>
                <a:gd name="T10" fmla="*/ 68 w 140"/>
                <a:gd name="T11" fmla="*/ 23 h 247"/>
                <a:gd name="T12" fmla="*/ 56 w 140"/>
                <a:gd name="T13" fmla="*/ 37 h 247"/>
                <a:gd name="T14" fmla="*/ 47 w 140"/>
                <a:gd name="T15" fmla="*/ 51 h 247"/>
                <a:gd name="T16" fmla="*/ 37 w 140"/>
                <a:gd name="T17" fmla="*/ 60 h 247"/>
                <a:gd name="T18" fmla="*/ 29 w 140"/>
                <a:gd name="T19" fmla="*/ 85 h 247"/>
                <a:gd name="T20" fmla="*/ 31 w 140"/>
                <a:gd name="T21" fmla="*/ 97 h 247"/>
                <a:gd name="T22" fmla="*/ 12 w 140"/>
                <a:gd name="T23" fmla="*/ 105 h 247"/>
                <a:gd name="T24" fmla="*/ 11 w 140"/>
                <a:gd name="T25" fmla="*/ 127 h 247"/>
                <a:gd name="T26" fmla="*/ 18 w 140"/>
                <a:gd name="T27" fmla="*/ 146 h 247"/>
                <a:gd name="T28" fmla="*/ 15 w 140"/>
                <a:gd name="T29" fmla="*/ 157 h 247"/>
                <a:gd name="T30" fmla="*/ 8 w 140"/>
                <a:gd name="T31" fmla="*/ 171 h 247"/>
                <a:gd name="T32" fmla="*/ 3 w 140"/>
                <a:gd name="T33" fmla="*/ 187 h 247"/>
                <a:gd name="T34" fmla="*/ 0 w 140"/>
                <a:gd name="T35" fmla="*/ 188 h 247"/>
                <a:gd name="T36" fmla="*/ 9 w 140"/>
                <a:gd name="T37" fmla="*/ 211 h 247"/>
                <a:gd name="T38" fmla="*/ 17 w 140"/>
                <a:gd name="T39" fmla="*/ 230 h 247"/>
                <a:gd name="T40" fmla="*/ 20 w 140"/>
                <a:gd name="T41" fmla="*/ 244 h 247"/>
                <a:gd name="T42" fmla="*/ 33 w 140"/>
                <a:gd name="T43" fmla="*/ 238 h 247"/>
                <a:gd name="T44" fmla="*/ 46 w 140"/>
                <a:gd name="T45" fmla="*/ 233 h 247"/>
                <a:gd name="T46" fmla="*/ 57 w 140"/>
                <a:gd name="T47" fmla="*/ 230 h 247"/>
                <a:gd name="T48" fmla="*/ 59 w 140"/>
                <a:gd name="T49" fmla="*/ 220 h 247"/>
                <a:gd name="T50" fmla="*/ 61 w 140"/>
                <a:gd name="T51" fmla="*/ 196 h 247"/>
                <a:gd name="T52" fmla="*/ 77 w 140"/>
                <a:gd name="T53" fmla="*/ 179 h 247"/>
                <a:gd name="T54" fmla="*/ 73 w 140"/>
                <a:gd name="T55" fmla="*/ 158 h 247"/>
                <a:gd name="T56" fmla="*/ 64 w 140"/>
                <a:gd name="T57" fmla="*/ 144 h 247"/>
                <a:gd name="T58" fmla="*/ 71 w 140"/>
                <a:gd name="T59" fmla="*/ 124 h 247"/>
                <a:gd name="T60" fmla="*/ 84 w 140"/>
                <a:gd name="T61" fmla="*/ 110 h 247"/>
                <a:gd name="T62" fmla="*/ 112 w 140"/>
                <a:gd name="T63" fmla="*/ 91 h 247"/>
                <a:gd name="T64" fmla="*/ 115 w 140"/>
                <a:gd name="T65" fmla="*/ 71 h 247"/>
                <a:gd name="T66" fmla="*/ 134 w 140"/>
                <a:gd name="T67" fmla="*/ 64 h 247"/>
                <a:gd name="T68" fmla="*/ 139 w 140"/>
                <a:gd name="T69" fmla="*/ 58 h 247"/>
                <a:gd name="T70" fmla="*/ 75 w 140"/>
                <a:gd name="T71" fmla="*/ 220 h 2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0"/>
                <a:gd name="T109" fmla="*/ 0 h 247"/>
                <a:gd name="T110" fmla="*/ 140 w 140"/>
                <a:gd name="T111" fmla="*/ 247 h 2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0" h="247">
                  <a:moveTo>
                    <a:pt x="139" y="58"/>
                  </a:moveTo>
                  <a:cubicBezTo>
                    <a:pt x="137" y="57"/>
                    <a:pt x="134" y="53"/>
                    <a:pt x="137" y="53"/>
                  </a:cubicBezTo>
                  <a:cubicBezTo>
                    <a:pt x="139" y="53"/>
                    <a:pt x="140" y="44"/>
                    <a:pt x="137" y="43"/>
                  </a:cubicBezTo>
                  <a:cubicBezTo>
                    <a:pt x="134" y="41"/>
                    <a:pt x="137" y="34"/>
                    <a:pt x="135" y="33"/>
                  </a:cubicBezTo>
                  <a:cubicBezTo>
                    <a:pt x="132" y="31"/>
                    <a:pt x="134" y="26"/>
                    <a:pt x="134" y="22"/>
                  </a:cubicBezTo>
                  <a:cubicBezTo>
                    <a:pt x="135" y="18"/>
                    <a:pt x="124" y="15"/>
                    <a:pt x="118" y="12"/>
                  </a:cubicBezTo>
                  <a:cubicBezTo>
                    <a:pt x="112" y="10"/>
                    <a:pt x="109" y="5"/>
                    <a:pt x="105" y="3"/>
                  </a:cubicBezTo>
                  <a:cubicBezTo>
                    <a:pt x="100" y="0"/>
                    <a:pt x="98" y="7"/>
                    <a:pt x="98" y="11"/>
                  </a:cubicBezTo>
                  <a:cubicBezTo>
                    <a:pt x="98" y="16"/>
                    <a:pt x="94" y="16"/>
                    <a:pt x="91" y="13"/>
                  </a:cubicBezTo>
                  <a:cubicBezTo>
                    <a:pt x="87" y="11"/>
                    <a:pt x="84" y="13"/>
                    <a:pt x="79" y="11"/>
                  </a:cubicBezTo>
                  <a:cubicBezTo>
                    <a:pt x="74" y="9"/>
                    <a:pt x="76" y="16"/>
                    <a:pt x="76" y="19"/>
                  </a:cubicBezTo>
                  <a:cubicBezTo>
                    <a:pt x="76" y="23"/>
                    <a:pt x="71" y="23"/>
                    <a:pt x="68" y="23"/>
                  </a:cubicBezTo>
                  <a:cubicBezTo>
                    <a:pt x="64" y="23"/>
                    <a:pt x="59" y="25"/>
                    <a:pt x="59" y="29"/>
                  </a:cubicBezTo>
                  <a:cubicBezTo>
                    <a:pt x="59" y="33"/>
                    <a:pt x="54" y="35"/>
                    <a:pt x="56" y="37"/>
                  </a:cubicBezTo>
                  <a:cubicBezTo>
                    <a:pt x="57" y="39"/>
                    <a:pt x="55" y="41"/>
                    <a:pt x="53" y="43"/>
                  </a:cubicBezTo>
                  <a:cubicBezTo>
                    <a:pt x="51" y="44"/>
                    <a:pt x="49" y="50"/>
                    <a:pt x="47" y="51"/>
                  </a:cubicBezTo>
                  <a:cubicBezTo>
                    <a:pt x="46" y="53"/>
                    <a:pt x="48" y="56"/>
                    <a:pt x="45" y="58"/>
                  </a:cubicBezTo>
                  <a:cubicBezTo>
                    <a:pt x="42" y="60"/>
                    <a:pt x="38" y="58"/>
                    <a:pt x="37" y="60"/>
                  </a:cubicBezTo>
                  <a:cubicBezTo>
                    <a:pt x="35" y="62"/>
                    <a:pt x="37" y="65"/>
                    <a:pt x="36" y="70"/>
                  </a:cubicBezTo>
                  <a:cubicBezTo>
                    <a:pt x="36" y="75"/>
                    <a:pt x="32" y="80"/>
                    <a:pt x="29" y="85"/>
                  </a:cubicBezTo>
                  <a:cubicBezTo>
                    <a:pt x="25" y="89"/>
                    <a:pt x="30" y="90"/>
                    <a:pt x="31" y="91"/>
                  </a:cubicBezTo>
                  <a:cubicBezTo>
                    <a:pt x="33" y="91"/>
                    <a:pt x="33" y="94"/>
                    <a:pt x="31" y="97"/>
                  </a:cubicBezTo>
                  <a:cubicBezTo>
                    <a:pt x="30" y="100"/>
                    <a:pt x="26" y="98"/>
                    <a:pt x="24" y="97"/>
                  </a:cubicBezTo>
                  <a:cubicBezTo>
                    <a:pt x="22" y="97"/>
                    <a:pt x="16" y="100"/>
                    <a:pt x="12" y="105"/>
                  </a:cubicBezTo>
                  <a:cubicBezTo>
                    <a:pt x="9" y="110"/>
                    <a:pt x="10" y="114"/>
                    <a:pt x="11" y="116"/>
                  </a:cubicBezTo>
                  <a:cubicBezTo>
                    <a:pt x="12" y="119"/>
                    <a:pt x="9" y="122"/>
                    <a:pt x="11" y="127"/>
                  </a:cubicBezTo>
                  <a:cubicBezTo>
                    <a:pt x="14" y="133"/>
                    <a:pt x="10" y="134"/>
                    <a:pt x="11" y="138"/>
                  </a:cubicBezTo>
                  <a:cubicBezTo>
                    <a:pt x="11" y="142"/>
                    <a:pt x="18" y="142"/>
                    <a:pt x="18" y="146"/>
                  </a:cubicBezTo>
                  <a:cubicBezTo>
                    <a:pt x="19" y="151"/>
                    <a:pt x="16" y="152"/>
                    <a:pt x="14" y="152"/>
                  </a:cubicBezTo>
                  <a:cubicBezTo>
                    <a:pt x="12" y="152"/>
                    <a:pt x="12" y="156"/>
                    <a:pt x="15" y="157"/>
                  </a:cubicBezTo>
                  <a:cubicBezTo>
                    <a:pt x="17" y="159"/>
                    <a:pt x="16" y="166"/>
                    <a:pt x="15" y="168"/>
                  </a:cubicBezTo>
                  <a:cubicBezTo>
                    <a:pt x="14" y="170"/>
                    <a:pt x="7" y="168"/>
                    <a:pt x="8" y="171"/>
                  </a:cubicBezTo>
                  <a:cubicBezTo>
                    <a:pt x="8" y="174"/>
                    <a:pt x="6" y="178"/>
                    <a:pt x="6" y="180"/>
                  </a:cubicBezTo>
                  <a:cubicBezTo>
                    <a:pt x="6" y="182"/>
                    <a:pt x="6" y="189"/>
                    <a:pt x="3" y="187"/>
                  </a:cubicBezTo>
                  <a:cubicBezTo>
                    <a:pt x="3" y="187"/>
                    <a:pt x="1" y="187"/>
                    <a:pt x="0" y="187"/>
                  </a:cubicBezTo>
                  <a:cubicBezTo>
                    <a:pt x="0" y="187"/>
                    <a:pt x="0" y="188"/>
                    <a:pt x="0" y="188"/>
                  </a:cubicBezTo>
                  <a:cubicBezTo>
                    <a:pt x="0" y="192"/>
                    <a:pt x="1" y="196"/>
                    <a:pt x="5" y="199"/>
                  </a:cubicBezTo>
                  <a:cubicBezTo>
                    <a:pt x="9" y="202"/>
                    <a:pt x="6" y="207"/>
                    <a:pt x="9" y="211"/>
                  </a:cubicBezTo>
                  <a:cubicBezTo>
                    <a:pt x="12" y="215"/>
                    <a:pt x="11" y="218"/>
                    <a:pt x="15" y="221"/>
                  </a:cubicBezTo>
                  <a:cubicBezTo>
                    <a:pt x="18" y="224"/>
                    <a:pt x="18" y="226"/>
                    <a:pt x="17" y="230"/>
                  </a:cubicBezTo>
                  <a:cubicBezTo>
                    <a:pt x="15" y="234"/>
                    <a:pt x="20" y="233"/>
                    <a:pt x="20" y="235"/>
                  </a:cubicBezTo>
                  <a:cubicBezTo>
                    <a:pt x="20" y="237"/>
                    <a:pt x="19" y="242"/>
                    <a:pt x="20" y="244"/>
                  </a:cubicBezTo>
                  <a:cubicBezTo>
                    <a:pt x="21" y="247"/>
                    <a:pt x="24" y="244"/>
                    <a:pt x="29" y="244"/>
                  </a:cubicBezTo>
                  <a:cubicBezTo>
                    <a:pt x="34" y="244"/>
                    <a:pt x="33" y="241"/>
                    <a:pt x="33" y="238"/>
                  </a:cubicBezTo>
                  <a:cubicBezTo>
                    <a:pt x="33" y="234"/>
                    <a:pt x="36" y="236"/>
                    <a:pt x="37" y="234"/>
                  </a:cubicBezTo>
                  <a:cubicBezTo>
                    <a:pt x="37" y="232"/>
                    <a:pt x="42" y="231"/>
                    <a:pt x="46" y="233"/>
                  </a:cubicBezTo>
                  <a:cubicBezTo>
                    <a:pt x="50" y="235"/>
                    <a:pt x="52" y="232"/>
                    <a:pt x="53" y="228"/>
                  </a:cubicBezTo>
                  <a:cubicBezTo>
                    <a:pt x="53" y="224"/>
                    <a:pt x="55" y="229"/>
                    <a:pt x="57" y="230"/>
                  </a:cubicBezTo>
                  <a:cubicBezTo>
                    <a:pt x="58" y="230"/>
                    <a:pt x="61" y="223"/>
                    <a:pt x="63" y="219"/>
                  </a:cubicBezTo>
                  <a:cubicBezTo>
                    <a:pt x="65" y="214"/>
                    <a:pt x="63" y="215"/>
                    <a:pt x="59" y="220"/>
                  </a:cubicBezTo>
                  <a:cubicBezTo>
                    <a:pt x="55" y="224"/>
                    <a:pt x="57" y="215"/>
                    <a:pt x="59" y="212"/>
                  </a:cubicBezTo>
                  <a:cubicBezTo>
                    <a:pt x="60" y="208"/>
                    <a:pt x="60" y="198"/>
                    <a:pt x="61" y="196"/>
                  </a:cubicBezTo>
                  <a:cubicBezTo>
                    <a:pt x="61" y="193"/>
                    <a:pt x="62" y="190"/>
                    <a:pt x="67" y="189"/>
                  </a:cubicBezTo>
                  <a:cubicBezTo>
                    <a:pt x="72" y="188"/>
                    <a:pt x="78" y="182"/>
                    <a:pt x="77" y="179"/>
                  </a:cubicBezTo>
                  <a:cubicBezTo>
                    <a:pt x="76" y="177"/>
                    <a:pt x="84" y="173"/>
                    <a:pt x="84" y="170"/>
                  </a:cubicBezTo>
                  <a:cubicBezTo>
                    <a:pt x="84" y="168"/>
                    <a:pt x="76" y="160"/>
                    <a:pt x="73" y="158"/>
                  </a:cubicBezTo>
                  <a:cubicBezTo>
                    <a:pt x="70" y="157"/>
                    <a:pt x="65" y="158"/>
                    <a:pt x="65" y="156"/>
                  </a:cubicBezTo>
                  <a:cubicBezTo>
                    <a:pt x="66" y="154"/>
                    <a:pt x="64" y="147"/>
                    <a:pt x="64" y="144"/>
                  </a:cubicBezTo>
                  <a:cubicBezTo>
                    <a:pt x="63" y="140"/>
                    <a:pt x="68" y="136"/>
                    <a:pt x="68" y="133"/>
                  </a:cubicBezTo>
                  <a:cubicBezTo>
                    <a:pt x="68" y="129"/>
                    <a:pt x="68" y="125"/>
                    <a:pt x="71" y="124"/>
                  </a:cubicBezTo>
                  <a:cubicBezTo>
                    <a:pt x="74" y="123"/>
                    <a:pt x="72" y="120"/>
                    <a:pt x="76" y="119"/>
                  </a:cubicBezTo>
                  <a:cubicBezTo>
                    <a:pt x="80" y="118"/>
                    <a:pt x="80" y="112"/>
                    <a:pt x="84" y="110"/>
                  </a:cubicBezTo>
                  <a:cubicBezTo>
                    <a:pt x="89" y="108"/>
                    <a:pt x="89" y="107"/>
                    <a:pt x="95" y="104"/>
                  </a:cubicBezTo>
                  <a:cubicBezTo>
                    <a:pt x="101" y="101"/>
                    <a:pt x="110" y="94"/>
                    <a:pt x="112" y="91"/>
                  </a:cubicBezTo>
                  <a:cubicBezTo>
                    <a:pt x="114" y="87"/>
                    <a:pt x="106" y="84"/>
                    <a:pt x="111" y="80"/>
                  </a:cubicBezTo>
                  <a:cubicBezTo>
                    <a:pt x="116" y="76"/>
                    <a:pt x="112" y="72"/>
                    <a:pt x="115" y="71"/>
                  </a:cubicBezTo>
                  <a:cubicBezTo>
                    <a:pt x="119" y="69"/>
                    <a:pt x="120" y="68"/>
                    <a:pt x="123" y="65"/>
                  </a:cubicBezTo>
                  <a:cubicBezTo>
                    <a:pt x="125" y="62"/>
                    <a:pt x="128" y="65"/>
                    <a:pt x="134" y="64"/>
                  </a:cubicBezTo>
                  <a:cubicBezTo>
                    <a:pt x="137" y="63"/>
                    <a:pt x="139" y="63"/>
                    <a:pt x="140" y="64"/>
                  </a:cubicBezTo>
                  <a:cubicBezTo>
                    <a:pt x="140" y="61"/>
                    <a:pt x="140" y="59"/>
                    <a:pt x="139" y="58"/>
                  </a:cubicBezTo>
                  <a:close/>
                  <a:moveTo>
                    <a:pt x="83" y="205"/>
                  </a:moveTo>
                  <a:cubicBezTo>
                    <a:pt x="76" y="205"/>
                    <a:pt x="73" y="218"/>
                    <a:pt x="75" y="220"/>
                  </a:cubicBezTo>
                  <a:cubicBezTo>
                    <a:pt x="76" y="221"/>
                    <a:pt x="89" y="205"/>
                    <a:pt x="83" y="205"/>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9" name="Freeform 135"/>
            <p:cNvSpPr>
              <a:spLocks noEditPoints="1" noChangeArrowheads="1"/>
            </p:cNvSpPr>
            <p:nvPr/>
          </p:nvSpPr>
          <p:spPr bwMode="auto">
            <a:xfrm>
              <a:off x="4111639" y="989012"/>
              <a:ext cx="136526" cy="66675"/>
            </a:xfrm>
            <a:custGeom>
              <a:avLst/>
              <a:gdLst>
                <a:gd name="T0" fmla="*/ 66 w 71"/>
                <a:gd name="T1" fmla="*/ 10 h 35"/>
                <a:gd name="T2" fmla="*/ 69 w 71"/>
                <a:gd name="T3" fmla="*/ 2 h 35"/>
                <a:gd name="T4" fmla="*/ 66 w 71"/>
                <a:gd name="T5" fmla="*/ 4 h 35"/>
                <a:gd name="T6" fmla="*/ 45 w 71"/>
                <a:gd name="T7" fmla="*/ 1 h 35"/>
                <a:gd name="T8" fmla="*/ 24 w 71"/>
                <a:gd name="T9" fmla="*/ 6 h 35"/>
                <a:gd name="T10" fmla="*/ 17 w 71"/>
                <a:gd name="T11" fmla="*/ 12 h 35"/>
                <a:gd name="T12" fmla="*/ 19 w 71"/>
                <a:gd name="T13" fmla="*/ 19 h 35"/>
                <a:gd name="T14" fmla="*/ 26 w 71"/>
                <a:gd name="T15" fmla="*/ 23 h 35"/>
                <a:gd name="T16" fmla="*/ 28 w 71"/>
                <a:gd name="T17" fmla="*/ 28 h 35"/>
                <a:gd name="T18" fmla="*/ 28 w 71"/>
                <a:gd name="T19" fmla="*/ 28 h 35"/>
                <a:gd name="T20" fmla="*/ 40 w 71"/>
                <a:gd name="T21" fmla="*/ 28 h 35"/>
                <a:gd name="T22" fmla="*/ 52 w 71"/>
                <a:gd name="T23" fmla="*/ 34 h 35"/>
                <a:gd name="T24" fmla="*/ 62 w 71"/>
                <a:gd name="T25" fmla="*/ 35 h 35"/>
                <a:gd name="T26" fmla="*/ 63 w 71"/>
                <a:gd name="T27" fmla="*/ 32 h 35"/>
                <a:gd name="T28" fmla="*/ 66 w 71"/>
                <a:gd name="T29" fmla="*/ 28 h 35"/>
                <a:gd name="T30" fmla="*/ 63 w 71"/>
                <a:gd name="T31" fmla="*/ 22 h 35"/>
                <a:gd name="T32" fmla="*/ 63 w 71"/>
                <a:gd name="T33" fmla="*/ 16 h 35"/>
                <a:gd name="T34" fmla="*/ 66 w 71"/>
                <a:gd name="T35" fmla="*/ 10 h 35"/>
                <a:gd name="T36" fmla="*/ 7 w 71"/>
                <a:gd name="T37" fmla="*/ 18 h 35"/>
                <a:gd name="T38" fmla="*/ 3 w 71"/>
                <a:gd name="T39" fmla="*/ 28 h 35"/>
                <a:gd name="T40" fmla="*/ 15 w 71"/>
                <a:gd name="T41" fmla="*/ 20 h 35"/>
                <a:gd name="T42" fmla="*/ 7 w 71"/>
                <a:gd name="T43" fmla="*/ 18 h 35"/>
                <a:gd name="T44" fmla="*/ 12 w 71"/>
                <a:gd name="T45" fmla="*/ 13 h 35"/>
                <a:gd name="T46" fmla="*/ 5 w 71"/>
                <a:gd name="T47" fmla="*/ 14 h 35"/>
                <a:gd name="T48" fmla="*/ 12 w 71"/>
                <a:gd name="T49" fmla="*/ 13 h 3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1"/>
                <a:gd name="T76" fmla="*/ 0 h 35"/>
                <a:gd name="T77" fmla="*/ 71 w 71"/>
                <a:gd name="T78" fmla="*/ 35 h 3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1" h="35">
                  <a:moveTo>
                    <a:pt x="66" y="10"/>
                  </a:moveTo>
                  <a:cubicBezTo>
                    <a:pt x="68" y="7"/>
                    <a:pt x="71" y="6"/>
                    <a:pt x="69" y="2"/>
                  </a:cubicBezTo>
                  <a:cubicBezTo>
                    <a:pt x="68" y="3"/>
                    <a:pt x="67" y="3"/>
                    <a:pt x="66" y="4"/>
                  </a:cubicBezTo>
                  <a:cubicBezTo>
                    <a:pt x="61" y="5"/>
                    <a:pt x="51" y="0"/>
                    <a:pt x="45" y="1"/>
                  </a:cubicBezTo>
                  <a:cubicBezTo>
                    <a:pt x="39" y="3"/>
                    <a:pt x="27" y="3"/>
                    <a:pt x="24" y="6"/>
                  </a:cubicBezTo>
                  <a:cubicBezTo>
                    <a:pt x="21" y="9"/>
                    <a:pt x="14" y="9"/>
                    <a:pt x="17" y="12"/>
                  </a:cubicBezTo>
                  <a:cubicBezTo>
                    <a:pt x="20" y="15"/>
                    <a:pt x="17" y="16"/>
                    <a:pt x="19" y="19"/>
                  </a:cubicBezTo>
                  <a:cubicBezTo>
                    <a:pt x="22" y="22"/>
                    <a:pt x="23" y="24"/>
                    <a:pt x="26" y="23"/>
                  </a:cubicBezTo>
                  <a:cubicBezTo>
                    <a:pt x="29" y="22"/>
                    <a:pt x="32" y="24"/>
                    <a:pt x="28" y="28"/>
                  </a:cubicBezTo>
                  <a:cubicBezTo>
                    <a:pt x="28" y="28"/>
                    <a:pt x="28" y="28"/>
                    <a:pt x="28" y="28"/>
                  </a:cubicBezTo>
                  <a:cubicBezTo>
                    <a:pt x="34" y="27"/>
                    <a:pt x="39" y="27"/>
                    <a:pt x="40" y="28"/>
                  </a:cubicBezTo>
                  <a:cubicBezTo>
                    <a:pt x="42" y="29"/>
                    <a:pt x="50" y="35"/>
                    <a:pt x="52" y="34"/>
                  </a:cubicBezTo>
                  <a:cubicBezTo>
                    <a:pt x="53" y="34"/>
                    <a:pt x="58" y="34"/>
                    <a:pt x="62" y="35"/>
                  </a:cubicBezTo>
                  <a:cubicBezTo>
                    <a:pt x="62" y="34"/>
                    <a:pt x="62" y="32"/>
                    <a:pt x="63" y="32"/>
                  </a:cubicBezTo>
                  <a:cubicBezTo>
                    <a:pt x="64" y="31"/>
                    <a:pt x="68" y="31"/>
                    <a:pt x="66" y="28"/>
                  </a:cubicBezTo>
                  <a:cubicBezTo>
                    <a:pt x="64" y="26"/>
                    <a:pt x="64" y="25"/>
                    <a:pt x="63" y="22"/>
                  </a:cubicBezTo>
                  <a:cubicBezTo>
                    <a:pt x="63" y="19"/>
                    <a:pt x="62" y="18"/>
                    <a:pt x="63" y="16"/>
                  </a:cubicBezTo>
                  <a:cubicBezTo>
                    <a:pt x="63" y="14"/>
                    <a:pt x="65" y="13"/>
                    <a:pt x="66" y="10"/>
                  </a:cubicBezTo>
                  <a:close/>
                  <a:moveTo>
                    <a:pt x="7" y="18"/>
                  </a:moveTo>
                  <a:cubicBezTo>
                    <a:pt x="1" y="20"/>
                    <a:pt x="0" y="28"/>
                    <a:pt x="3" y="28"/>
                  </a:cubicBezTo>
                  <a:cubicBezTo>
                    <a:pt x="6" y="28"/>
                    <a:pt x="13" y="22"/>
                    <a:pt x="15" y="20"/>
                  </a:cubicBezTo>
                  <a:cubicBezTo>
                    <a:pt x="16" y="18"/>
                    <a:pt x="13" y="16"/>
                    <a:pt x="7" y="18"/>
                  </a:cubicBezTo>
                  <a:close/>
                  <a:moveTo>
                    <a:pt x="12" y="13"/>
                  </a:moveTo>
                  <a:cubicBezTo>
                    <a:pt x="14" y="11"/>
                    <a:pt x="3" y="12"/>
                    <a:pt x="5" y="14"/>
                  </a:cubicBezTo>
                  <a:cubicBezTo>
                    <a:pt x="7" y="16"/>
                    <a:pt x="11" y="16"/>
                    <a:pt x="12" y="13"/>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0" name="Freeform 136"/>
            <p:cNvSpPr>
              <a:spLocks noChangeArrowheads="1"/>
            </p:cNvSpPr>
            <p:nvPr/>
          </p:nvSpPr>
          <p:spPr bwMode="auto">
            <a:xfrm>
              <a:off x="4362464" y="2362203"/>
              <a:ext cx="173039" cy="211138"/>
            </a:xfrm>
            <a:custGeom>
              <a:avLst/>
              <a:gdLst>
                <a:gd name="T0" fmla="*/ 80 w 91"/>
                <a:gd name="T1" fmla="*/ 25 h 110"/>
                <a:gd name="T2" fmla="*/ 85 w 91"/>
                <a:gd name="T3" fmla="*/ 17 h 110"/>
                <a:gd name="T4" fmla="*/ 91 w 91"/>
                <a:gd name="T5" fmla="*/ 9 h 110"/>
                <a:gd name="T6" fmla="*/ 85 w 91"/>
                <a:gd name="T7" fmla="*/ 11 h 110"/>
                <a:gd name="T8" fmla="*/ 80 w 91"/>
                <a:gd name="T9" fmla="*/ 8 h 110"/>
                <a:gd name="T10" fmla="*/ 70 w 91"/>
                <a:gd name="T11" fmla="*/ 10 h 110"/>
                <a:gd name="T12" fmla="*/ 62 w 91"/>
                <a:gd name="T13" fmla="*/ 16 h 110"/>
                <a:gd name="T14" fmla="*/ 49 w 91"/>
                <a:gd name="T15" fmla="*/ 14 h 110"/>
                <a:gd name="T16" fmla="*/ 36 w 91"/>
                <a:gd name="T17" fmla="*/ 7 h 110"/>
                <a:gd name="T18" fmla="*/ 25 w 91"/>
                <a:gd name="T19" fmla="*/ 4 h 110"/>
                <a:gd name="T20" fmla="*/ 18 w 91"/>
                <a:gd name="T21" fmla="*/ 1 h 110"/>
                <a:gd name="T22" fmla="*/ 12 w 91"/>
                <a:gd name="T23" fmla="*/ 0 h 110"/>
                <a:gd name="T24" fmla="*/ 3 w 91"/>
                <a:gd name="T25" fmla="*/ 6 h 110"/>
                <a:gd name="T26" fmla="*/ 1 w 91"/>
                <a:gd name="T27" fmla="*/ 8 h 110"/>
                <a:gd name="T28" fmla="*/ 6 w 91"/>
                <a:gd name="T29" fmla="*/ 13 h 110"/>
                <a:gd name="T30" fmla="*/ 7 w 91"/>
                <a:gd name="T31" fmla="*/ 21 h 110"/>
                <a:gd name="T32" fmla="*/ 12 w 91"/>
                <a:gd name="T33" fmla="*/ 25 h 110"/>
                <a:gd name="T34" fmla="*/ 11 w 91"/>
                <a:gd name="T35" fmla="*/ 34 h 110"/>
                <a:gd name="T36" fmla="*/ 4 w 91"/>
                <a:gd name="T37" fmla="*/ 47 h 110"/>
                <a:gd name="T38" fmla="*/ 1 w 91"/>
                <a:gd name="T39" fmla="*/ 54 h 110"/>
                <a:gd name="T40" fmla="*/ 8 w 91"/>
                <a:gd name="T41" fmla="*/ 59 h 110"/>
                <a:gd name="T42" fmla="*/ 0 w 91"/>
                <a:gd name="T43" fmla="*/ 66 h 110"/>
                <a:gd name="T44" fmla="*/ 0 w 91"/>
                <a:gd name="T45" fmla="*/ 67 h 110"/>
                <a:gd name="T46" fmla="*/ 43 w 91"/>
                <a:gd name="T47" fmla="*/ 90 h 110"/>
                <a:gd name="T48" fmla="*/ 42 w 91"/>
                <a:gd name="T49" fmla="*/ 96 h 110"/>
                <a:gd name="T50" fmla="*/ 61 w 91"/>
                <a:gd name="T51" fmla="*/ 110 h 110"/>
                <a:gd name="T52" fmla="*/ 72 w 91"/>
                <a:gd name="T53" fmla="*/ 85 h 110"/>
                <a:gd name="T54" fmla="*/ 79 w 91"/>
                <a:gd name="T55" fmla="*/ 80 h 110"/>
                <a:gd name="T56" fmla="*/ 85 w 91"/>
                <a:gd name="T57" fmla="*/ 76 h 110"/>
                <a:gd name="T58" fmla="*/ 86 w 91"/>
                <a:gd name="T59" fmla="*/ 74 h 110"/>
                <a:gd name="T60" fmla="*/ 81 w 91"/>
                <a:gd name="T61" fmla="*/ 65 h 110"/>
                <a:gd name="T62" fmla="*/ 80 w 91"/>
                <a:gd name="T63" fmla="*/ 25 h 11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1"/>
                <a:gd name="T97" fmla="*/ 0 h 110"/>
                <a:gd name="T98" fmla="*/ 91 w 91"/>
                <a:gd name="T99" fmla="*/ 110 h 11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1" h="110">
                  <a:moveTo>
                    <a:pt x="80" y="25"/>
                  </a:moveTo>
                  <a:cubicBezTo>
                    <a:pt x="85" y="17"/>
                    <a:pt x="85" y="17"/>
                    <a:pt x="85" y="17"/>
                  </a:cubicBezTo>
                  <a:cubicBezTo>
                    <a:pt x="91" y="9"/>
                    <a:pt x="91" y="9"/>
                    <a:pt x="91" y="9"/>
                  </a:cubicBezTo>
                  <a:cubicBezTo>
                    <a:pt x="88" y="10"/>
                    <a:pt x="86" y="10"/>
                    <a:pt x="85" y="11"/>
                  </a:cubicBezTo>
                  <a:cubicBezTo>
                    <a:pt x="83" y="12"/>
                    <a:pt x="80" y="10"/>
                    <a:pt x="80" y="8"/>
                  </a:cubicBezTo>
                  <a:cubicBezTo>
                    <a:pt x="79" y="7"/>
                    <a:pt x="74" y="8"/>
                    <a:pt x="70" y="10"/>
                  </a:cubicBezTo>
                  <a:cubicBezTo>
                    <a:pt x="66" y="13"/>
                    <a:pt x="64" y="17"/>
                    <a:pt x="62" y="16"/>
                  </a:cubicBezTo>
                  <a:cubicBezTo>
                    <a:pt x="61" y="15"/>
                    <a:pt x="52" y="14"/>
                    <a:pt x="49" y="14"/>
                  </a:cubicBezTo>
                  <a:cubicBezTo>
                    <a:pt x="47" y="14"/>
                    <a:pt x="39" y="9"/>
                    <a:pt x="36" y="7"/>
                  </a:cubicBezTo>
                  <a:cubicBezTo>
                    <a:pt x="34" y="4"/>
                    <a:pt x="27" y="5"/>
                    <a:pt x="25" y="4"/>
                  </a:cubicBezTo>
                  <a:cubicBezTo>
                    <a:pt x="23" y="3"/>
                    <a:pt x="20" y="3"/>
                    <a:pt x="18" y="1"/>
                  </a:cubicBezTo>
                  <a:cubicBezTo>
                    <a:pt x="17" y="0"/>
                    <a:pt x="14" y="0"/>
                    <a:pt x="12" y="0"/>
                  </a:cubicBezTo>
                  <a:cubicBezTo>
                    <a:pt x="9" y="1"/>
                    <a:pt x="3" y="4"/>
                    <a:pt x="3" y="6"/>
                  </a:cubicBezTo>
                  <a:cubicBezTo>
                    <a:pt x="2" y="7"/>
                    <a:pt x="2" y="8"/>
                    <a:pt x="1" y="8"/>
                  </a:cubicBezTo>
                  <a:cubicBezTo>
                    <a:pt x="6" y="13"/>
                    <a:pt x="6" y="13"/>
                    <a:pt x="6" y="13"/>
                  </a:cubicBezTo>
                  <a:cubicBezTo>
                    <a:pt x="7" y="21"/>
                    <a:pt x="7" y="21"/>
                    <a:pt x="7" y="21"/>
                  </a:cubicBezTo>
                  <a:cubicBezTo>
                    <a:pt x="12" y="25"/>
                    <a:pt x="12" y="25"/>
                    <a:pt x="12" y="25"/>
                  </a:cubicBezTo>
                  <a:cubicBezTo>
                    <a:pt x="12" y="25"/>
                    <a:pt x="12" y="30"/>
                    <a:pt x="11" y="34"/>
                  </a:cubicBezTo>
                  <a:cubicBezTo>
                    <a:pt x="11" y="39"/>
                    <a:pt x="7" y="45"/>
                    <a:pt x="4" y="47"/>
                  </a:cubicBezTo>
                  <a:cubicBezTo>
                    <a:pt x="3" y="48"/>
                    <a:pt x="2" y="51"/>
                    <a:pt x="1" y="54"/>
                  </a:cubicBezTo>
                  <a:cubicBezTo>
                    <a:pt x="5" y="56"/>
                    <a:pt x="8" y="57"/>
                    <a:pt x="8" y="59"/>
                  </a:cubicBezTo>
                  <a:cubicBezTo>
                    <a:pt x="8" y="61"/>
                    <a:pt x="0" y="60"/>
                    <a:pt x="0" y="66"/>
                  </a:cubicBezTo>
                  <a:cubicBezTo>
                    <a:pt x="0" y="66"/>
                    <a:pt x="0" y="67"/>
                    <a:pt x="0" y="67"/>
                  </a:cubicBezTo>
                  <a:cubicBezTo>
                    <a:pt x="43" y="90"/>
                    <a:pt x="43" y="90"/>
                    <a:pt x="43" y="90"/>
                  </a:cubicBezTo>
                  <a:cubicBezTo>
                    <a:pt x="42" y="96"/>
                    <a:pt x="42" y="96"/>
                    <a:pt x="42" y="96"/>
                  </a:cubicBezTo>
                  <a:cubicBezTo>
                    <a:pt x="42" y="96"/>
                    <a:pt x="52" y="103"/>
                    <a:pt x="61" y="110"/>
                  </a:cubicBezTo>
                  <a:cubicBezTo>
                    <a:pt x="65" y="99"/>
                    <a:pt x="71" y="88"/>
                    <a:pt x="72" y="85"/>
                  </a:cubicBezTo>
                  <a:cubicBezTo>
                    <a:pt x="75" y="82"/>
                    <a:pt x="77" y="82"/>
                    <a:pt x="79" y="80"/>
                  </a:cubicBezTo>
                  <a:cubicBezTo>
                    <a:pt x="81" y="77"/>
                    <a:pt x="82" y="81"/>
                    <a:pt x="85" y="76"/>
                  </a:cubicBezTo>
                  <a:cubicBezTo>
                    <a:pt x="86" y="75"/>
                    <a:pt x="86" y="75"/>
                    <a:pt x="86" y="74"/>
                  </a:cubicBezTo>
                  <a:cubicBezTo>
                    <a:pt x="81" y="65"/>
                    <a:pt x="81" y="65"/>
                    <a:pt x="81" y="65"/>
                  </a:cubicBezTo>
                  <a:lnTo>
                    <a:pt x="80" y="25"/>
                  </a:ln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1" name="Freeform 137"/>
            <p:cNvSpPr>
              <a:spLocks noChangeArrowheads="1"/>
            </p:cNvSpPr>
            <p:nvPr/>
          </p:nvSpPr>
          <p:spPr bwMode="auto">
            <a:xfrm>
              <a:off x="4267214" y="2378078"/>
              <a:ext cx="117475" cy="122238"/>
            </a:xfrm>
            <a:custGeom>
              <a:avLst/>
              <a:gdLst>
                <a:gd name="T0" fmla="*/ 57 w 62"/>
                <a:gd name="T1" fmla="*/ 13 h 64"/>
                <a:gd name="T2" fmla="*/ 56 w 62"/>
                <a:gd name="T3" fmla="*/ 5 h 64"/>
                <a:gd name="T4" fmla="*/ 51 w 62"/>
                <a:gd name="T5" fmla="*/ 0 h 64"/>
                <a:gd name="T6" fmla="*/ 47 w 62"/>
                <a:gd name="T7" fmla="*/ 4 h 64"/>
                <a:gd name="T8" fmla="*/ 40 w 62"/>
                <a:gd name="T9" fmla="*/ 4 h 64"/>
                <a:gd name="T10" fmla="*/ 32 w 62"/>
                <a:gd name="T11" fmla="*/ 7 h 64"/>
                <a:gd name="T12" fmla="*/ 25 w 62"/>
                <a:gd name="T13" fmla="*/ 5 h 64"/>
                <a:gd name="T14" fmla="*/ 17 w 62"/>
                <a:gd name="T15" fmla="*/ 7 h 64"/>
                <a:gd name="T16" fmla="*/ 16 w 62"/>
                <a:gd name="T17" fmla="*/ 17 h 64"/>
                <a:gd name="T18" fmla="*/ 19 w 62"/>
                <a:gd name="T19" fmla="*/ 22 h 64"/>
                <a:gd name="T20" fmla="*/ 16 w 62"/>
                <a:gd name="T21" fmla="*/ 28 h 64"/>
                <a:gd name="T22" fmla="*/ 11 w 62"/>
                <a:gd name="T23" fmla="*/ 31 h 64"/>
                <a:gd name="T24" fmla="*/ 7 w 62"/>
                <a:gd name="T25" fmla="*/ 38 h 64"/>
                <a:gd name="T26" fmla="*/ 4 w 62"/>
                <a:gd name="T27" fmla="*/ 46 h 64"/>
                <a:gd name="T28" fmla="*/ 2 w 62"/>
                <a:gd name="T29" fmla="*/ 55 h 64"/>
                <a:gd name="T30" fmla="*/ 0 w 62"/>
                <a:gd name="T31" fmla="*/ 63 h 64"/>
                <a:gd name="T32" fmla="*/ 6 w 62"/>
                <a:gd name="T33" fmla="*/ 62 h 64"/>
                <a:gd name="T34" fmla="*/ 18 w 62"/>
                <a:gd name="T35" fmla="*/ 59 h 64"/>
                <a:gd name="T36" fmla="*/ 27 w 62"/>
                <a:gd name="T37" fmla="*/ 58 h 64"/>
                <a:gd name="T38" fmla="*/ 36 w 62"/>
                <a:gd name="T39" fmla="*/ 46 h 64"/>
                <a:gd name="T40" fmla="*/ 51 w 62"/>
                <a:gd name="T41" fmla="*/ 46 h 64"/>
                <a:gd name="T42" fmla="*/ 54 w 62"/>
                <a:gd name="T43" fmla="*/ 39 h 64"/>
                <a:gd name="T44" fmla="*/ 61 w 62"/>
                <a:gd name="T45" fmla="*/ 26 h 64"/>
                <a:gd name="T46" fmla="*/ 62 w 62"/>
                <a:gd name="T47" fmla="*/ 17 h 64"/>
                <a:gd name="T48" fmla="*/ 57 w 62"/>
                <a:gd name="T49" fmla="*/ 13 h 6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2"/>
                <a:gd name="T76" fmla="*/ 0 h 64"/>
                <a:gd name="T77" fmla="*/ 62 w 62"/>
                <a:gd name="T78" fmla="*/ 64 h 6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2" h="64">
                  <a:moveTo>
                    <a:pt x="57" y="13"/>
                  </a:moveTo>
                  <a:cubicBezTo>
                    <a:pt x="56" y="5"/>
                    <a:pt x="56" y="5"/>
                    <a:pt x="56" y="5"/>
                  </a:cubicBezTo>
                  <a:cubicBezTo>
                    <a:pt x="51" y="0"/>
                    <a:pt x="51" y="0"/>
                    <a:pt x="51" y="0"/>
                  </a:cubicBezTo>
                  <a:cubicBezTo>
                    <a:pt x="50" y="1"/>
                    <a:pt x="48" y="3"/>
                    <a:pt x="47" y="4"/>
                  </a:cubicBezTo>
                  <a:cubicBezTo>
                    <a:pt x="47" y="6"/>
                    <a:pt x="42" y="5"/>
                    <a:pt x="40" y="4"/>
                  </a:cubicBezTo>
                  <a:cubicBezTo>
                    <a:pt x="38" y="3"/>
                    <a:pt x="33" y="6"/>
                    <a:pt x="32" y="7"/>
                  </a:cubicBezTo>
                  <a:cubicBezTo>
                    <a:pt x="31" y="9"/>
                    <a:pt x="28" y="4"/>
                    <a:pt x="25" y="5"/>
                  </a:cubicBezTo>
                  <a:cubicBezTo>
                    <a:pt x="23" y="5"/>
                    <a:pt x="17" y="7"/>
                    <a:pt x="17" y="7"/>
                  </a:cubicBezTo>
                  <a:cubicBezTo>
                    <a:pt x="17" y="7"/>
                    <a:pt x="16" y="14"/>
                    <a:pt x="16" y="17"/>
                  </a:cubicBezTo>
                  <a:cubicBezTo>
                    <a:pt x="16" y="20"/>
                    <a:pt x="19" y="20"/>
                    <a:pt x="19" y="22"/>
                  </a:cubicBezTo>
                  <a:cubicBezTo>
                    <a:pt x="19" y="25"/>
                    <a:pt x="16" y="27"/>
                    <a:pt x="16" y="28"/>
                  </a:cubicBezTo>
                  <a:cubicBezTo>
                    <a:pt x="16" y="30"/>
                    <a:pt x="14" y="31"/>
                    <a:pt x="11" y="31"/>
                  </a:cubicBezTo>
                  <a:cubicBezTo>
                    <a:pt x="9" y="32"/>
                    <a:pt x="9" y="36"/>
                    <a:pt x="7" y="38"/>
                  </a:cubicBezTo>
                  <a:cubicBezTo>
                    <a:pt x="5" y="39"/>
                    <a:pt x="6" y="43"/>
                    <a:pt x="4" y="46"/>
                  </a:cubicBezTo>
                  <a:cubicBezTo>
                    <a:pt x="3" y="48"/>
                    <a:pt x="2" y="52"/>
                    <a:pt x="2" y="55"/>
                  </a:cubicBezTo>
                  <a:cubicBezTo>
                    <a:pt x="2" y="58"/>
                    <a:pt x="2" y="62"/>
                    <a:pt x="0" y="63"/>
                  </a:cubicBezTo>
                  <a:cubicBezTo>
                    <a:pt x="4" y="64"/>
                    <a:pt x="5" y="63"/>
                    <a:pt x="6" y="62"/>
                  </a:cubicBezTo>
                  <a:cubicBezTo>
                    <a:pt x="8" y="61"/>
                    <a:pt x="18" y="59"/>
                    <a:pt x="18" y="59"/>
                  </a:cubicBezTo>
                  <a:cubicBezTo>
                    <a:pt x="27" y="58"/>
                    <a:pt x="27" y="58"/>
                    <a:pt x="27" y="58"/>
                  </a:cubicBezTo>
                  <a:cubicBezTo>
                    <a:pt x="29" y="52"/>
                    <a:pt x="32" y="47"/>
                    <a:pt x="36" y="46"/>
                  </a:cubicBezTo>
                  <a:cubicBezTo>
                    <a:pt x="40" y="45"/>
                    <a:pt x="46" y="45"/>
                    <a:pt x="51" y="46"/>
                  </a:cubicBezTo>
                  <a:cubicBezTo>
                    <a:pt x="52" y="43"/>
                    <a:pt x="53" y="40"/>
                    <a:pt x="54" y="39"/>
                  </a:cubicBezTo>
                  <a:cubicBezTo>
                    <a:pt x="57" y="37"/>
                    <a:pt x="61" y="31"/>
                    <a:pt x="61" y="26"/>
                  </a:cubicBezTo>
                  <a:cubicBezTo>
                    <a:pt x="62" y="22"/>
                    <a:pt x="62" y="17"/>
                    <a:pt x="62" y="17"/>
                  </a:cubicBezTo>
                  <a:lnTo>
                    <a:pt x="57" y="13"/>
                  </a:ln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2" name="Freeform 138"/>
            <p:cNvSpPr>
              <a:spLocks noChangeArrowheads="1"/>
            </p:cNvSpPr>
            <p:nvPr/>
          </p:nvSpPr>
          <p:spPr bwMode="auto">
            <a:xfrm>
              <a:off x="4848241" y="1408113"/>
              <a:ext cx="382589" cy="220663"/>
            </a:xfrm>
            <a:custGeom>
              <a:avLst/>
              <a:gdLst>
                <a:gd name="T0" fmla="*/ 194 w 200"/>
                <a:gd name="T1" fmla="*/ 65 h 116"/>
                <a:gd name="T2" fmla="*/ 179 w 200"/>
                <a:gd name="T3" fmla="*/ 58 h 116"/>
                <a:gd name="T4" fmla="*/ 170 w 200"/>
                <a:gd name="T5" fmla="*/ 59 h 116"/>
                <a:gd name="T6" fmla="*/ 159 w 200"/>
                <a:gd name="T7" fmla="*/ 55 h 116"/>
                <a:gd name="T8" fmla="*/ 148 w 200"/>
                <a:gd name="T9" fmla="*/ 64 h 116"/>
                <a:gd name="T10" fmla="*/ 142 w 200"/>
                <a:gd name="T11" fmla="*/ 66 h 116"/>
                <a:gd name="T12" fmla="*/ 133 w 200"/>
                <a:gd name="T13" fmla="*/ 60 h 116"/>
                <a:gd name="T14" fmla="*/ 123 w 200"/>
                <a:gd name="T15" fmla="*/ 58 h 116"/>
                <a:gd name="T16" fmla="*/ 117 w 200"/>
                <a:gd name="T17" fmla="*/ 46 h 116"/>
                <a:gd name="T18" fmla="*/ 114 w 200"/>
                <a:gd name="T19" fmla="*/ 35 h 116"/>
                <a:gd name="T20" fmla="*/ 105 w 200"/>
                <a:gd name="T21" fmla="*/ 29 h 116"/>
                <a:gd name="T22" fmla="*/ 83 w 200"/>
                <a:gd name="T23" fmla="*/ 28 h 116"/>
                <a:gd name="T24" fmla="*/ 68 w 200"/>
                <a:gd name="T25" fmla="*/ 29 h 116"/>
                <a:gd name="T26" fmla="*/ 55 w 200"/>
                <a:gd name="T27" fmla="*/ 14 h 116"/>
                <a:gd name="T28" fmla="*/ 51 w 200"/>
                <a:gd name="T29" fmla="*/ 19 h 116"/>
                <a:gd name="T30" fmla="*/ 38 w 200"/>
                <a:gd name="T31" fmla="*/ 17 h 116"/>
                <a:gd name="T32" fmla="*/ 36 w 200"/>
                <a:gd name="T33" fmla="*/ 1 h 116"/>
                <a:gd name="T34" fmla="*/ 32 w 200"/>
                <a:gd name="T35" fmla="*/ 17 h 116"/>
                <a:gd name="T36" fmla="*/ 30 w 200"/>
                <a:gd name="T37" fmla="*/ 0 h 116"/>
                <a:gd name="T38" fmla="*/ 2 w 200"/>
                <a:gd name="T39" fmla="*/ 7 h 116"/>
                <a:gd name="T40" fmla="*/ 0 w 200"/>
                <a:gd name="T41" fmla="*/ 57 h 116"/>
                <a:gd name="T42" fmla="*/ 0 w 200"/>
                <a:gd name="T43" fmla="*/ 57 h 116"/>
                <a:gd name="T44" fmla="*/ 8 w 200"/>
                <a:gd name="T45" fmla="*/ 59 h 116"/>
                <a:gd name="T46" fmla="*/ 12 w 200"/>
                <a:gd name="T47" fmla="*/ 54 h 116"/>
                <a:gd name="T48" fmla="*/ 20 w 200"/>
                <a:gd name="T49" fmla="*/ 48 h 116"/>
                <a:gd name="T50" fmla="*/ 24 w 200"/>
                <a:gd name="T51" fmla="*/ 44 h 116"/>
                <a:gd name="T52" fmla="*/ 29 w 200"/>
                <a:gd name="T53" fmla="*/ 41 h 116"/>
                <a:gd name="T54" fmla="*/ 37 w 200"/>
                <a:gd name="T55" fmla="*/ 43 h 116"/>
                <a:gd name="T56" fmla="*/ 45 w 200"/>
                <a:gd name="T57" fmla="*/ 46 h 116"/>
                <a:gd name="T58" fmla="*/ 49 w 200"/>
                <a:gd name="T59" fmla="*/ 58 h 116"/>
                <a:gd name="T60" fmla="*/ 66 w 200"/>
                <a:gd name="T61" fmla="*/ 60 h 116"/>
                <a:gd name="T62" fmla="*/ 71 w 200"/>
                <a:gd name="T63" fmla="*/ 68 h 116"/>
                <a:gd name="T64" fmla="*/ 76 w 200"/>
                <a:gd name="T65" fmla="*/ 77 h 116"/>
                <a:gd name="T66" fmla="*/ 87 w 200"/>
                <a:gd name="T67" fmla="*/ 85 h 116"/>
                <a:gd name="T68" fmla="*/ 100 w 200"/>
                <a:gd name="T69" fmla="*/ 93 h 116"/>
                <a:gd name="T70" fmla="*/ 112 w 200"/>
                <a:gd name="T71" fmla="*/ 101 h 116"/>
                <a:gd name="T72" fmla="*/ 122 w 200"/>
                <a:gd name="T73" fmla="*/ 104 h 116"/>
                <a:gd name="T74" fmla="*/ 123 w 200"/>
                <a:gd name="T75" fmla="*/ 111 h 116"/>
                <a:gd name="T76" fmla="*/ 124 w 200"/>
                <a:gd name="T77" fmla="*/ 111 h 116"/>
                <a:gd name="T78" fmla="*/ 133 w 200"/>
                <a:gd name="T79" fmla="*/ 114 h 116"/>
                <a:gd name="T80" fmla="*/ 137 w 200"/>
                <a:gd name="T81" fmla="*/ 116 h 116"/>
                <a:gd name="T82" fmla="*/ 142 w 200"/>
                <a:gd name="T83" fmla="*/ 105 h 116"/>
                <a:gd name="T84" fmla="*/ 141 w 200"/>
                <a:gd name="T85" fmla="*/ 95 h 116"/>
                <a:gd name="T86" fmla="*/ 134 w 200"/>
                <a:gd name="T87" fmla="*/ 86 h 116"/>
                <a:gd name="T88" fmla="*/ 144 w 200"/>
                <a:gd name="T89" fmla="*/ 82 h 116"/>
                <a:gd name="T90" fmla="*/ 148 w 200"/>
                <a:gd name="T91" fmla="*/ 76 h 116"/>
                <a:gd name="T92" fmla="*/ 153 w 200"/>
                <a:gd name="T93" fmla="*/ 70 h 116"/>
                <a:gd name="T94" fmla="*/ 162 w 200"/>
                <a:gd name="T95" fmla="*/ 68 h 116"/>
                <a:gd name="T96" fmla="*/ 170 w 200"/>
                <a:gd name="T97" fmla="*/ 66 h 116"/>
                <a:gd name="T98" fmla="*/ 166 w 200"/>
                <a:gd name="T99" fmla="*/ 75 h 116"/>
                <a:gd name="T100" fmla="*/ 179 w 200"/>
                <a:gd name="T101" fmla="*/ 73 h 116"/>
                <a:gd name="T102" fmla="*/ 189 w 200"/>
                <a:gd name="T103" fmla="*/ 71 h 116"/>
                <a:gd name="T104" fmla="*/ 194 w 200"/>
                <a:gd name="T105" fmla="*/ 65 h 1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00"/>
                <a:gd name="T160" fmla="*/ 0 h 116"/>
                <a:gd name="T161" fmla="*/ 200 w 200"/>
                <a:gd name="T162" fmla="*/ 116 h 1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00" h="116">
                  <a:moveTo>
                    <a:pt x="194" y="65"/>
                  </a:moveTo>
                  <a:cubicBezTo>
                    <a:pt x="189" y="61"/>
                    <a:pt x="180" y="55"/>
                    <a:pt x="179" y="58"/>
                  </a:cubicBezTo>
                  <a:cubicBezTo>
                    <a:pt x="178" y="61"/>
                    <a:pt x="172" y="61"/>
                    <a:pt x="170" y="59"/>
                  </a:cubicBezTo>
                  <a:cubicBezTo>
                    <a:pt x="168" y="56"/>
                    <a:pt x="166" y="53"/>
                    <a:pt x="159" y="55"/>
                  </a:cubicBezTo>
                  <a:cubicBezTo>
                    <a:pt x="152" y="58"/>
                    <a:pt x="148" y="62"/>
                    <a:pt x="148" y="64"/>
                  </a:cubicBezTo>
                  <a:cubicBezTo>
                    <a:pt x="147" y="67"/>
                    <a:pt x="143" y="70"/>
                    <a:pt x="142" y="66"/>
                  </a:cubicBezTo>
                  <a:cubicBezTo>
                    <a:pt x="142" y="63"/>
                    <a:pt x="136" y="61"/>
                    <a:pt x="133" y="60"/>
                  </a:cubicBezTo>
                  <a:cubicBezTo>
                    <a:pt x="129" y="59"/>
                    <a:pt x="124" y="61"/>
                    <a:pt x="123" y="58"/>
                  </a:cubicBezTo>
                  <a:cubicBezTo>
                    <a:pt x="123" y="54"/>
                    <a:pt x="117" y="50"/>
                    <a:pt x="117" y="46"/>
                  </a:cubicBezTo>
                  <a:cubicBezTo>
                    <a:pt x="116" y="42"/>
                    <a:pt x="118" y="36"/>
                    <a:pt x="114" y="35"/>
                  </a:cubicBezTo>
                  <a:cubicBezTo>
                    <a:pt x="111" y="35"/>
                    <a:pt x="108" y="29"/>
                    <a:pt x="105" y="29"/>
                  </a:cubicBezTo>
                  <a:cubicBezTo>
                    <a:pt x="102" y="29"/>
                    <a:pt x="85" y="29"/>
                    <a:pt x="83" y="28"/>
                  </a:cubicBezTo>
                  <a:cubicBezTo>
                    <a:pt x="80" y="27"/>
                    <a:pt x="69" y="31"/>
                    <a:pt x="68" y="29"/>
                  </a:cubicBezTo>
                  <a:cubicBezTo>
                    <a:pt x="67" y="27"/>
                    <a:pt x="59" y="18"/>
                    <a:pt x="55" y="14"/>
                  </a:cubicBezTo>
                  <a:cubicBezTo>
                    <a:pt x="54" y="16"/>
                    <a:pt x="53" y="18"/>
                    <a:pt x="51" y="19"/>
                  </a:cubicBezTo>
                  <a:cubicBezTo>
                    <a:pt x="43" y="25"/>
                    <a:pt x="35" y="24"/>
                    <a:pt x="38" y="17"/>
                  </a:cubicBezTo>
                  <a:cubicBezTo>
                    <a:pt x="40" y="10"/>
                    <a:pt x="41" y="1"/>
                    <a:pt x="36" y="1"/>
                  </a:cubicBezTo>
                  <a:cubicBezTo>
                    <a:pt x="32" y="1"/>
                    <a:pt x="35" y="16"/>
                    <a:pt x="32" y="17"/>
                  </a:cubicBezTo>
                  <a:cubicBezTo>
                    <a:pt x="29" y="18"/>
                    <a:pt x="28" y="6"/>
                    <a:pt x="30" y="0"/>
                  </a:cubicBezTo>
                  <a:cubicBezTo>
                    <a:pt x="2" y="7"/>
                    <a:pt x="2" y="7"/>
                    <a:pt x="2" y="7"/>
                  </a:cubicBezTo>
                  <a:cubicBezTo>
                    <a:pt x="0" y="57"/>
                    <a:pt x="0" y="57"/>
                    <a:pt x="0" y="57"/>
                  </a:cubicBezTo>
                  <a:cubicBezTo>
                    <a:pt x="0" y="57"/>
                    <a:pt x="0" y="57"/>
                    <a:pt x="0" y="57"/>
                  </a:cubicBezTo>
                  <a:cubicBezTo>
                    <a:pt x="3" y="59"/>
                    <a:pt x="6" y="59"/>
                    <a:pt x="8" y="59"/>
                  </a:cubicBezTo>
                  <a:cubicBezTo>
                    <a:pt x="12" y="60"/>
                    <a:pt x="12" y="56"/>
                    <a:pt x="12" y="54"/>
                  </a:cubicBezTo>
                  <a:cubicBezTo>
                    <a:pt x="12" y="52"/>
                    <a:pt x="17" y="48"/>
                    <a:pt x="20" y="48"/>
                  </a:cubicBezTo>
                  <a:cubicBezTo>
                    <a:pt x="23" y="48"/>
                    <a:pt x="23" y="44"/>
                    <a:pt x="24" y="44"/>
                  </a:cubicBezTo>
                  <a:cubicBezTo>
                    <a:pt x="25" y="44"/>
                    <a:pt x="28" y="43"/>
                    <a:pt x="29" y="41"/>
                  </a:cubicBezTo>
                  <a:cubicBezTo>
                    <a:pt x="30" y="40"/>
                    <a:pt x="35" y="42"/>
                    <a:pt x="37" y="43"/>
                  </a:cubicBezTo>
                  <a:cubicBezTo>
                    <a:pt x="38" y="45"/>
                    <a:pt x="42" y="46"/>
                    <a:pt x="45" y="46"/>
                  </a:cubicBezTo>
                  <a:cubicBezTo>
                    <a:pt x="48" y="47"/>
                    <a:pt x="49" y="56"/>
                    <a:pt x="49" y="58"/>
                  </a:cubicBezTo>
                  <a:cubicBezTo>
                    <a:pt x="49" y="60"/>
                    <a:pt x="64" y="60"/>
                    <a:pt x="66" y="60"/>
                  </a:cubicBezTo>
                  <a:cubicBezTo>
                    <a:pt x="68" y="61"/>
                    <a:pt x="68" y="65"/>
                    <a:pt x="71" y="68"/>
                  </a:cubicBezTo>
                  <a:cubicBezTo>
                    <a:pt x="73" y="71"/>
                    <a:pt x="75" y="75"/>
                    <a:pt x="76" y="77"/>
                  </a:cubicBezTo>
                  <a:cubicBezTo>
                    <a:pt x="77" y="79"/>
                    <a:pt x="85" y="82"/>
                    <a:pt x="87" y="85"/>
                  </a:cubicBezTo>
                  <a:cubicBezTo>
                    <a:pt x="89" y="88"/>
                    <a:pt x="95" y="91"/>
                    <a:pt x="100" y="93"/>
                  </a:cubicBezTo>
                  <a:cubicBezTo>
                    <a:pt x="105" y="95"/>
                    <a:pt x="109" y="101"/>
                    <a:pt x="112" y="101"/>
                  </a:cubicBezTo>
                  <a:cubicBezTo>
                    <a:pt x="114" y="100"/>
                    <a:pt x="122" y="104"/>
                    <a:pt x="122" y="104"/>
                  </a:cubicBezTo>
                  <a:cubicBezTo>
                    <a:pt x="123" y="111"/>
                    <a:pt x="123" y="111"/>
                    <a:pt x="123" y="111"/>
                  </a:cubicBezTo>
                  <a:cubicBezTo>
                    <a:pt x="123" y="111"/>
                    <a:pt x="123" y="111"/>
                    <a:pt x="124" y="111"/>
                  </a:cubicBezTo>
                  <a:cubicBezTo>
                    <a:pt x="128" y="110"/>
                    <a:pt x="130" y="114"/>
                    <a:pt x="133" y="114"/>
                  </a:cubicBezTo>
                  <a:cubicBezTo>
                    <a:pt x="134" y="114"/>
                    <a:pt x="136" y="115"/>
                    <a:pt x="137" y="116"/>
                  </a:cubicBezTo>
                  <a:cubicBezTo>
                    <a:pt x="137" y="110"/>
                    <a:pt x="139" y="107"/>
                    <a:pt x="142" y="105"/>
                  </a:cubicBezTo>
                  <a:cubicBezTo>
                    <a:pt x="145" y="102"/>
                    <a:pt x="140" y="98"/>
                    <a:pt x="141" y="95"/>
                  </a:cubicBezTo>
                  <a:cubicBezTo>
                    <a:pt x="141" y="91"/>
                    <a:pt x="133" y="89"/>
                    <a:pt x="134" y="86"/>
                  </a:cubicBezTo>
                  <a:cubicBezTo>
                    <a:pt x="134" y="83"/>
                    <a:pt x="141" y="83"/>
                    <a:pt x="144" y="82"/>
                  </a:cubicBezTo>
                  <a:cubicBezTo>
                    <a:pt x="147" y="81"/>
                    <a:pt x="145" y="76"/>
                    <a:pt x="148" y="76"/>
                  </a:cubicBezTo>
                  <a:cubicBezTo>
                    <a:pt x="151" y="76"/>
                    <a:pt x="152" y="73"/>
                    <a:pt x="153" y="70"/>
                  </a:cubicBezTo>
                  <a:cubicBezTo>
                    <a:pt x="154" y="67"/>
                    <a:pt x="159" y="70"/>
                    <a:pt x="162" y="68"/>
                  </a:cubicBezTo>
                  <a:cubicBezTo>
                    <a:pt x="165" y="66"/>
                    <a:pt x="169" y="64"/>
                    <a:pt x="170" y="66"/>
                  </a:cubicBezTo>
                  <a:cubicBezTo>
                    <a:pt x="170" y="67"/>
                    <a:pt x="167" y="73"/>
                    <a:pt x="166" y="75"/>
                  </a:cubicBezTo>
                  <a:cubicBezTo>
                    <a:pt x="170" y="75"/>
                    <a:pt x="177" y="74"/>
                    <a:pt x="179" y="73"/>
                  </a:cubicBezTo>
                  <a:cubicBezTo>
                    <a:pt x="180" y="71"/>
                    <a:pt x="187" y="75"/>
                    <a:pt x="189" y="71"/>
                  </a:cubicBezTo>
                  <a:cubicBezTo>
                    <a:pt x="192" y="67"/>
                    <a:pt x="200" y="70"/>
                    <a:pt x="194" y="65"/>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3" name="Freeform 139"/>
            <p:cNvSpPr>
              <a:spLocks noEditPoints="1" noChangeArrowheads="1"/>
            </p:cNvSpPr>
            <p:nvPr/>
          </p:nvSpPr>
          <p:spPr bwMode="auto">
            <a:xfrm>
              <a:off x="3754451" y="160336"/>
              <a:ext cx="558802" cy="882651"/>
            </a:xfrm>
            <a:custGeom>
              <a:avLst/>
              <a:gdLst>
                <a:gd name="T0" fmla="*/ 276 w 292"/>
                <a:gd name="T1" fmla="*/ 242 h 462"/>
                <a:gd name="T2" fmla="*/ 277 w 292"/>
                <a:gd name="T3" fmla="*/ 228 h 462"/>
                <a:gd name="T4" fmla="*/ 261 w 292"/>
                <a:gd name="T5" fmla="*/ 226 h 462"/>
                <a:gd name="T6" fmla="*/ 243 w 292"/>
                <a:gd name="T7" fmla="*/ 225 h 462"/>
                <a:gd name="T8" fmla="*/ 234 w 292"/>
                <a:gd name="T9" fmla="*/ 224 h 462"/>
                <a:gd name="T10" fmla="*/ 216 w 292"/>
                <a:gd name="T11" fmla="*/ 228 h 462"/>
                <a:gd name="T12" fmla="*/ 202 w 292"/>
                <a:gd name="T13" fmla="*/ 243 h 462"/>
                <a:gd name="T14" fmla="*/ 202 w 292"/>
                <a:gd name="T15" fmla="*/ 226 h 462"/>
                <a:gd name="T16" fmla="*/ 182 w 292"/>
                <a:gd name="T17" fmla="*/ 238 h 462"/>
                <a:gd name="T18" fmla="*/ 174 w 292"/>
                <a:gd name="T19" fmla="*/ 242 h 462"/>
                <a:gd name="T20" fmla="*/ 165 w 292"/>
                <a:gd name="T21" fmla="*/ 240 h 462"/>
                <a:gd name="T22" fmla="*/ 150 w 292"/>
                <a:gd name="T23" fmla="*/ 251 h 462"/>
                <a:gd name="T24" fmla="*/ 139 w 292"/>
                <a:gd name="T25" fmla="*/ 260 h 462"/>
                <a:gd name="T26" fmla="*/ 129 w 292"/>
                <a:gd name="T27" fmla="*/ 265 h 462"/>
                <a:gd name="T28" fmla="*/ 112 w 292"/>
                <a:gd name="T29" fmla="*/ 269 h 462"/>
                <a:gd name="T30" fmla="*/ 105 w 292"/>
                <a:gd name="T31" fmla="*/ 279 h 462"/>
                <a:gd name="T32" fmla="*/ 129 w 292"/>
                <a:gd name="T33" fmla="*/ 279 h 462"/>
                <a:gd name="T34" fmla="*/ 111 w 292"/>
                <a:gd name="T35" fmla="*/ 292 h 462"/>
                <a:gd name="T36" fmla="*/ 86 w 292"/>
                <a:gd name="T37" fmla="*/ 319 h 462"/>
                <a:gd name="T38" fmla="*/ 70 w 292"/>
                <a:gd name="T39" fmla="*/ 341 h 462"/>
                <a:gd name="T40" fmla="*/ 56 w 292"/>
                <a:gd name="T41" fmla="*/ 361 h 462"/>
                <a:gd name="T42" fmla="*/ 36 w 292"/>
                <a:gd name="T43" fmla="*/ 374 h 462"/>
                <a:gd name="T44" fmla="*/ 16 w 292"/>
                <a:gd name="T45" fmla="*/ 387 h 462"/>
                <a:gd name="T46" fmla="*/ 6 w 292"/>
                <a:gd name="T47" fmla="*/ 404 h 462"/>
                <a:gd name="T48" fmla="*/ 2 w 292"/>
                <a:gd name="T49" fmla="*/ 425 h 462"/>
                <a:gd name="T50" fmla="*/ 12 w 292"/>
                <a:gd name="T51" fmla="*/ 432 h 462"/>
                <a:gd name="T52" fmla="*/ 10 w 292"/>
                <a:gd name="T53" fmla="*/ 440 h 462"/>
                <a:gd name="T54" fmla="*/ 20 w 292"/>
                <a:gd name="T55" fmla="*/ 458 h 462"/>
                <a:gd name="T56" fmla="*/ 65 w 292"/>
                <a:gd name="T57" fmla="*/ 436 h 462"/>
                <a:gd name="T58" fmla="*/ 78 w 292"/>
                <a:gd name="T59" fmla="*/ 440 h 462"/>
                <a:gd name="T60" fmla="*/ 86 w 292"/>
                <a:gd name="T61" fmla="*/ 412 h 462"/>
                <a:gd name="T62" fmla="*/ 83 w 292"/>
                <a:gd name="T63" fmla="*/ 376 h 462"/>
                <a:gd name="T64" fmla="*/ 103 w 292"/>
                <a:gd name="T65" fmla="*/ 351 h 462"/>
                <a:gd name="T66" fmla="*/ 117 w 292"/>
                <a:gd name="T67" fmla="*/ 318 h 462"/>
                <a:gd name="T68" fmla="*/ 131 w 292"/>
                <a:gd name="T69" fmla="*/ 289 h 462"/>
                <a:gd name="T70" fmla="*/ 163 w 292"/>
                <a:gd name="T71" fmla="*/ 273 h 462"/>
                <a:gd name="T72" fmla="*/ 185 w 292"/>
                <a:gd name="T73" fmla="*/ 258 h 462"/>
                <a:gd name="T74" fmla="*/ 225 w 292"/>
                <a:gd name="T75" fmla="*/ 270 h 462"/>
                <a:gd name="T76" fmla="*/ 250 w 292"/>
                <a:gd name="T77" fmla="*/ 243 h 462"/>
                <a:gd name="T78" fmla="*/ 276 w 292"/>
                <a:gd name="T79" fmla="*/ 255 h 462"/>
                <a:gd name="T80" fmla="*/ 81 w 292"/>
                <a:gd name="T81" fmla="*/ 34 h 462"/>
                <a:gd name="T82" fmla="*/ 108 w 292"/>
                <a:gd name="T83" fmla="*/ 49 h 462"/>
                <a:gd name="T84" fmla="*/ 129 w 292"/>
                <a:gd name="T85" fmla="*/ 54 h 462"/>
                <a:gd name="T86" fmla="*/ 131 w 292"/>
                <a:gd name="T87" fmla="*/ 69 h 462"/>
                <a:gd name="T88" fmla="*/ 111 w 292"/>
                <a:gd name="T89" fmla="*/ 87 h 462"/>
                <a:gd name="T90" fmla="*/ 133 w 292"/>
                <a:gd name="T91" fmla="*/ 96 h 462"/>
                <a:gd name="T92" fmla="*/ 160 w 292"/>
                <a:gd name="T93" fmla="*/ 52 h 462"/>
                <a:gd name="T94" fmla="*/ 181 w 292"/>
                <a:gd name="T95" fmla="*/ 63 h 462"/>
                <a:gd name="T96" fmla="*/ 210 w 292"/>
                <a:gd name="T97" fmla="*/ 75 h 462"/>
                <a:gd name="T98" fmla="*/ 201 w 292"/>
                <a:gd name="T99" fmla="*/ 60 h 462"/>
                <a:gd name="T100" fmla="*/ 176 w 292"/>
                <a:gd name="T101" fmla="*/ 39 h 462"/>
                <a:gd name="T102" fmla="*/ 150 w 292"/>
                <a:gd name="T103" fmla="*/ 26 h 462"/>
                <a:gd name="T104" fmla="*/ 126 w 292"/>
                <a:gd name="T105" fmla="*/ 12 h 462"/>
                <a:gd name="T106" fmla="*/ 117 w 292"/>
                <a:gd name="T107" fmla="*/ 26 h 462"/>
                <a:gd name="T108" fmla="*/ 93 w 292"/>
                <a:gd name="T109" fmla="*/ 24 h 462"/>
                <a:gd name="T110" fmla="*/ 78 w 292"/>
                <a:gd name="T111" fmla="*/ 19 h 462"/>
                <a:gd name="T112" fmla="*/ 71 w 292"/>
                <a:gd name="T113" fmla="*/ 54 h 462"/>
                <a:gd name="T114" fmla="*/ 71 w 292"/>
                <a:gd name="T115" fmla="*/ 54 h 462"/>
                <a:gd name="T116" fmla="*/ 167 w 292"/>
                <a:gd name="T117" fmla="*/ 27 h 462"/>
                <a:gd name="T118" fmla="*/ 234 w 292"/>
                <a:gd name="T119" fmla="*/ 25 h 462"/>
                <a:gd name="T120" fmla="*/ 204 w 292"/>
                <a:gd name="T121" fmla="*/ 10 h 462"/>
                <a:gd name="T122" fmla="*/ 177 w 292"/>
                <a:gd name="T123" fmla="*/ 8 h 462"/>
                <a:gd name="T124" fmla="*/ 158 w 292"/>
                <a:gd name="T125" fmla="*/ 10 h 46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92"/>
                <a:gd name="T190" fmla="*/ 0 h 462"/>
                <a:gd name="T191" fmla="*/ 292 w 292"/>
                <a:gd name="T192" fmla="*/ 462 h 46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92" h="462">
                  <a:moveTo>
                    <a:pt x="283" y="247"/>
                  </a:moveTo>
                  <a:cubicBezTo>
                    <a:pt x="282" y="250"/>
                    <a:pt x="278" y="249"/>
                    <a:pt x="278" y="247"/>
                  </a:cubicBezTo>
                  <a:cubicBezTo>
                    <a:pt x="278" y="244"/>
                    <a:pt x="271" y="242"/>
                    <a:pt x="270" y="241"/>
                  </a:cubicBezTo>
                  <a:cubicBezTo>
                    <a:pt x="270" y="240"/>
                    <a:pt x="273" y="240"/>
                    <a:pt x="276" y="242"/>
                  </a:cubicBezTo>
                  <a:cubicBezTo>
                    <a:pt x="279" y="243"/>
                    <a:pt x="281" y="242"/>
                    <a:pt x="284" y="239"/>
                  </a:cubicBezTo>
                  <a:cubicBezTo>
                    <a:pt x="287" y="236"/>
                    <a:pt x="291" y="239"/>
                    <a:pt x="291" y="236"/>
                  </a:cubicBezTo>
                  <a:cubicBezTo>
                    <a:pt x="292" y="234"/>
                    <a:pt x="286" y="232"/>
                    <a:pt x="285" y="231"/>
                  </a:cubicBezTo>
                  <a:cubicBezTo>
                    <a:pt x="284" y="229"/>
                    <a:pt x="281" y="227"/>
                    <a:pt x="277" y="228"/>
                  </a:cubicBezTo>
                  <a:cubicBezTo>
                    <a:pt x="273" y="228"/>
                    <a:pt x="273" y="227"/>
                    <a:pt x="271" y="225"/>
                  </a:cubicBezTo>
                  <a:cubicBezTo>
                    <a:pt x="269" y="223"/>
                    <a:pt x="262" y="226"/>
                    <a:pt x="262" y="231"/>
                  </a:cubicBezTo>
                  <a:cubicBezTo>
                    <a:pt x="262" y="236"/>
                    <a:pt x="258" y="234"/>
                    <a:pt x="259" y="232"/>
                  </a:cubicBezTo>
                  <a:cubicBezTo>
                    <a:pt x="261" y="229"/>
                    <a:pt x="257" y="226"/>
                    <a:pt x="261" y="226"/>
                  </a:cubicBezTo>
                  <a:cubicBezTo>
                    <a:pt x="264" y="225"/>
                    <a:pt x="262" y="220"/>
                    <a:pt x="256" y="219"/>
                  </a:cubicBezTo>
                  <a:cubicBezTo>
                    <a:pt x="250" y="219"/>
                    <a:pt x="248" y="224"/>
                    <a:pt x="249" y="226"/>
                  </a:cubicBezTo>
                  <a:cubicBezTo>
                    <a:pt x="251" y="227"/>
                    <a:pt x="245" y="234"/>
                    <a:pt x="242" y="234"/>
                  </a:cubicBezTo>
                  <a:cubicBezTo>
                    <a:pt x="240" y="234"/>
                    <a:pt x="243" y="228"/>
                    <a:pt x="243" y="225"/>
                  </a:cubicBezTo>
                  <a:cubicBezTo>
                    <a:pt x="242" y="222"/>
                    <a:pt x="240" y="223"/>
                    <a:pt x="235" y="229"/>
                  </a:cubicBezTo>
                  <a:cubicBezTo>
                    <a:pt x="231" y="234"/>
                    <a:pt x="227" y="239"/>
                    <a:pt x="225" y="239"/>
                  </a:cubicBezTo>
                  <a:cubicBezTo>
                    <a:pt x="222" y="240"/>
                    <a:pt x="222" y="235"/>
                    <a:pt x="227" y="232"/>
                  </a:cubicBezTo>
                  <a:cubicBezTo>
                    <a:pt x="231" y="230"/>
                    <a:pt x="231" y="224"/>
                    <a:pt x="234" y="224"/>
                  </a:cubicBezTo>
                  <a:cubicBezTo>
                    <a:pt x="237" y="224"/>
                    <a:pt x="237" y="220"/>
                    <a:pt x="233" y="219"/>
                  </a:cubicBezTo>
                  <a:cubicBezTo>
                    <a:pt x="228" y="218"/>
                    <a:pt x="228" y="223"/>
                    <a:pt x="226" y="224"/>
                  </a:cubicBezTo>
                  <a:cubicBezTo>
                    <a:pt x="225" y="226"/>
                    <a:pt x="218" y="222"/>
                    <a:pt x="218" y="223"/>
                  </a:cubicBezTo>
                  <a:cubicBezTo>
                    <a:pt x="219" y="225"/>
                    <a:pt x="215" y="225"/>
                    <a:pt x="216" y="228"/>
                  </a:cubicBezTo>
                  <a:cubicBezTo>
                    <a:pt x="218" y="230"/>
                    <a:pt x="216" y="232"/>
                    <a:pt x="214" y="229"/>
                  </a:cubicBezTo>
                  <a:cubicBezTo>
                    <a:pt x="212" y="226"/>
                    <a:pt x="208" y="229"/>
                    <a:pt x="206" y="232"/>
                  </a:cubicBezTo>
                  <a:cubicBezTo>
                    <a:pt x="204" y="235"/>
                    <a:pt x="201" y="235"/>
                    <a:pt x="203" y="236"/>
                  </a:cubicBezTo>
                  <a:cubicBezTo>
                    <a:pt x="205" y="237"/>
                    <a:pt x="205" y="242"/>
                    <a:pt x="202" y="243"/>
                  </a:cubicBezTo>
                  <a:cubicBezTo>
                    <a:pt x="199" y="244"/>
                    <a:pt x="200" y="235"/>
                    <a:pt x="198" y="235"/>
                  </a:cubicBezTo>
                  <a:cubicBezTo>
                    <a:pt x="196" y="236"/>
                    <a:pt x="197" y="231"/>
                    <a:pt x="200" y="231"/>
                  </a:cubicBezTo>
                  <a:cubicBezTo>
                    <a:pt x="204" y="231"/>
                    <a:pt x="207" y="226"/>
                    <a:pt x="206" y="225"/>
                  </a:cubicBezTo>
                  <a:cubicBezTo>
                    <a:pt x="206" y="223"/>
                    <a:pt x="202" y="224"/>
                    <a:pt x="202" y="226"/>
                  </a:cubicBezTo>
                  <a:cubicBezTo>
                    <a:pt x="202" y="229"/>
                    <a:pt x="197" y="228"/>
                    <a:pt x="193" y="228"/>
                  </a:cubicBezTo>
                  <a:cubicBezTo>
                    <a:pt x="189" y="228"/>
                    <a:pt x="189" y="233"/>
                    <a:pt x="194" y="236"/>
                  </a:cubicBezTo>
                  <a:cubicBezTo>
                    <a:pt x="199" y="238"/>
                    <a:pt x="193" y="240"/>
                    <a:pt x="191" y="238"/>
                  </a:cubicBezTo>
                  <a:cubicBezTo>
                    <a:pt x="188" y="236"/>
                    <a:pt x="185" y="237"/>
                    <a:pt x="182" y="238"/>
                  </a:cubicBezTo>
                  <a:cubicBezTo>
                    <a:pt x="180" y="239"/>
                    <a:pt x="188" y="242"/>
                    <a:pt x="189" y="244"/>
                  </a:cubicBezTo>
                  <a:cubicBezTo>
                    <a:pt x="189" y="245"/>
                    <a:pt x="184" y="242"/>
                    <a:pt x="183" y="243"/>
                  </a:cubicBezTo>
                  <a:cubicBezTo>
                    <a:pt x="182" y="244"/>
                    <a:pt x="178" y="242"/>
                    <a:pt x="177" y="239"/>
                  </a:cubicBezTo>
                  <a:cubicBezTo>
                    <a:pt x="177" y="237"/>
                    <a:pt x="169" y="241"/>
                    <a:pt x="174" y="242"/>
                  </a:cubicBezTo>
                  <a:cubicBezTo>
                    <a:pt x="178" y="243"/>
                    <a:pt x="176" y="245"/>
                    <a:pt x="176" y="249"/>
                  </a:cubicBezTo>
                  <a:cubicBezTo>
                    <a:pt x="176" y="253"/>
                    <a:pt x="171" y="250"/>
                    <a:pt x="172" y="247"/>
                  </a:cubicBezTo>
                  <a:cubicBezTo>
                    <a:pt x="173" y="243"/>
                    <a:pt x="169" y="244"/>
                    <a:pt x="166" y="246"/>
                  </a:cubicBezTo>
                  <a:cubicBezTo>
                    <a:pt x="163" y="248"/>
                    <a:pt x="167" y="242"/>
                    <a:pt x="165" y="240"/>
                  </a:cubicBezTo>
                  <a:cubicBezTo>
                    <a:pt x="164" y="237"/>
                    <a:pt x="161" y="240"/>
                    <a:pt x="157" y="240"/>
                  </a:cubicBezTo>
                  <a:cubicBezTo>
                    <a:pt x="154" y="241"/>
                    <a:pt x="152" y="241"/>
                    <a:pt x="154" y="243"/>
                  </a:cubicBezTo>
                  <a:cubicBezTo>
                    <a:pt x="156" y="246"/>
                    <a:pt x="156" y="249"/>
                    <a:pt x="153" y="249"/>
                  </a:cubicBezTo>
                  <a:cubicBezTo>
                    <a:pt x="150" y="248"/>
                    <a:pt x="149" y="249"/>
                    <a:pt x="150" y="251"/>
                  </a:cubicBezTo>
                  <a:cubicBezTo>
                    <a:pt x="150" y="254"/>
                    <a:pt x="146" y="254"/>
                    <a:pt x="146" y="252"/>
                  </a:cubicBezTo>
                  <a:cubicBezTo>
                    <a:pt x="145" y="249"/>
                    <a:pt x="140" y="250"/>
                    <a:pt x="138" y="253"/>
                  </a:cubicBezTo>
                  <a:cubicBezTo>
                    <a:pt x="136" y="255"/>
                    <a:pt x="132" y="257"/>
                    <a:pt x="132" y="260"/>
                  </a:cubicBezTo>
                  <a:cubicBezTo>
                    <a:pt x="133" y="263"/>
                    <a:pt x="136" y="259"/>
                    <a:pt x="139" y="260"/>
                  </a:cubicBezTo>
                  <a:cubicBezTo>
                    <a:pt x="142" y="261"/>
                    <a:pt x="139" y="262"/>
                    <a:pt x="141" y="264"/>
                  </a:cubicBezTo>
                  <a:cubicBezTo>
                    <a:pt x="142" y="265"/>
                    <a:pt x="142" y="269"/>
                    <a:pt x="140" y="267"/>
                  </a:cubicBezTo>
                  <a:cubicBezTo>
                    <a:pt x="137" y="265"/>
                    <a:pt x="134" y="264"/>
                    <a:pt x="134" y="268"/>
                  </a:cubicBezTo>
                  <a:cubicBezTo>
                    <a:pt x="133" y="271"/>
                    <a:pt x="131" y="267"/>
                    <a:pt x="129" y="265"/>
                  </a:cubicBezTo>
                  <a:cubicBezTo>
                    <a:pt x="127" y="262"/>
                    <a:pt x="125" y="269"/>
                    <a:pt x="123" y="268"/>
                  </a:cubicBezTo>
                  <a:cubicBezTo>
                    <a:pt x="121" y="266"/>
                    <a:pt x="127" y="261"/>
                    <a:pt x="125" y="258"/>
                  </a:cubicBezTo>
                  <a:cubicBezTo>
                    <a:pt x="124" y="256"/>
                    <a:pt x="123" y="260"/>
                    <a:pt x="119" y="264"/>
                  </a:cubicBezTo>
                  <a:cubicBezTo>
                    <a:pt x="115" y="267"/>
                    <a:pt x="110" y="267"/>
                    <a:pt x="112" y="269"/>
                  </a:cubicBezTo>
                  <a:cubicBezTo>
                    <a:pt x="113" y="271"/>
                    <a:pt x="108" y="272"/>
                    <a:pt x="107" y="275"/>
                  </a:cubicBezTo>
                  <a:cubicBezTo>
                    <a:pt x="106" y="278"/>
                    <a:pt x="98" y="279"/>
                    <a:pt x="93" y="283"/>
                  </a:cubicBezTo>
                  <a:cubicBezTo>
                    <a:pt x="88" y="286"/>
                    <a:pt x="94" y="286"/>
                    <a:pt x="97" y="283"/>
                  </a:cubicBezTo>
                  <a:cubicBezTo>
                    <a:pt x="100" y="280"/>
                    <a:pt x="101" y="282"/>
                    <a:pt x="105" y="279"/>
                  </a:cubicBezTo>
                  <a:cubicBezTo>
                    <a:pt x="110" y="276"/>
                    <a:pt x="114" y="274"/>
                    <a:pt x="116" y="275"/>
                  </a:cubicBezTo>
                  <a:cubicBezTo>
                    <a:pt x="118" y="276"/>
                    <a:pt x="121" y="277"/>
                    <a:pt x="123" y="274"/>
                  </a:cubicBezTo>
                  <a:cubicBezTo>
                    <a:pt x="125" y="271"/>
                    <a:pt x="128" y="272"/>
                    <a:pt x="130" y="273"/>
                  </a:cubicBezTo>
                  <a:cubicBezTo>
                    <a:pt x="132" y="275"/>
                    <a:pt x="126" y="277"/>
                    <a:pt x="129" y="279"/>
                  </a:cubicBezTo>
                  <a:cubicBezTo>
                    <a:pt x="131" y="282"/>
                    <a:pt x="126" y="284"/>
                    <a:pt x="126" y="281"/>
                  </a:cubicBezTo>
                  <a:cubicBezTo>
                    <a:pt x="126" y="279"/>
                    <a:pt x="122" y="277"/>
                    <a:pt x="121" y="279"/>
                  </a:cubicBezTo>
                  <a:cubicBezTo>
                    <a:pt x="120" y="281"/>
                    <a:pt x="118" y="284"/>
                    <a:pt x="116" y="284"/>
                  </a:cubicBezTo>
                  <a:cubicBezTo>
                    <a:pt x="114" y="284"/>
                    <a:pt x="111" y="288"/>
                    <a:pt x="111" y="292"/>
                  </a:cubicBezTo>
                  <a:cubicBezTo>
                    <a:pt x="111" y="296"/>
                    <a:pt x="107" y="292"/>
                    <a:pt x="107" y="295"/>
                  </a:cubicBezTo>
                  <a:cubicBezTo>
                    <a:pt x="107" y="299"/>
                    <a:pt x="101" y="305"/>
                    <a:pt x="97" y="310"/>
                  </a:cubicBezTo>
                  <a:cubicBezTo>
                    <a:pt x="92" y="314"/>
                    <a:pt x="96" y="315"/>
                    <a:pt x="95" y="318"/>
                  </a:cubicBezTo>
                  <a:cubicBezTo>
                    <a:pt x="93" y="321"/>
                    <a:pt x="88" y="318"/>
                    <a:pt x="86" y="319"/>
                  </a:cubicBezTo>
                  <a:cubicBezTo>
                    <a:pt x="84" y="321"/>
                    <a:pt x="87" y="328"/>
                    <a:pt x="85" y="330"/>
                  </a:cubicBezTo>
                  <a:cubicBezTo>
                    <a:pt x="82" y="332"/>
                    <a:pt x="85" y="335"/>
                    <a:pt x="85" y="337"/>
                  </a:cubicBezTo>
                  <a:cubicBezTo>
                    <a:pt x="85" y="340"/>
                    <a:pt x="78" y="336"/>
                    <a:pt x="78" y="338"/>
                  </a:cubicBezTo>
                  <a:cubicBezTo>
                    <a:pt x="77" y="341"/>
                    <a:pt x="71" y="340"/>
                    <a:pt x="70" y="341"/>
                  </a:cubicBezTo>
                  <a:cubicBezTo>
                    <a:pt x="68" y="342"/>
                    <a:pt x="73" y="346"/>
                    <a:pt x="76" y="348"/>
                  </a:cubicBezTo>
                  <a:cubicBezTo>
                    <a:pt x="79" y="350"/>
                    <a:pt x="73" y="352"/>
                    <a:pt x="73" y="349"/>
                  </a:cubicBezTo>
                  <a:cubicBezTo>
                    <a:pt x="72" y="347"/>
                    <a:pt x="68" y="351"/>
                    <a:pt x="63" y="353"/>
                  </a:cubicBezTo>
                  <a:cubicBezTo>
                    <a:pt x="57" y="356"/>
                    <a:pt x="60" y="360"/>
                    <a:pt x="56" y="361"/>
                  </a:cubicBezTo>
                  <a:cubicBezTo>
                    <a:pt x="52" y="361"/>
                    <a:pt x="53" y="367"/>
                    <a:pt x="50" y="369"/>
                  </a:cubicBezTo>
                  <a:cubicBezTo>
                    <a:pt x="47" y="371"/>
                    <a:pt x="48" y="364"/>
                    <a:pt x="44" y="364"/>
                  </a:cubicBezTo>
                  <a:cubicBezTo>
                    <a:pt x="40" y="364"/>
                    <a:pt x="40" y="367"/>
                    <a:pt x="43" y="371"/>
                  </a:cubicBezTo>
                  <a:cubicBezTo>
                    <a:pt x="45" y="374"/>
                    <a:pt x="39" y="371"/>
                    <a:pt x="36" y="374"/>
                  </a:cubicBezTo>
                  <a:cubicBezTo>
                    <a:pt x="34" y="377"/>
                    <a:pt x="27" y="376"/>
                    <a:pt x="26" y="378"/>
                  </a:cubicBezTo>
                  <a:cubicBezTo>
                    <a:pt x="24" y="381"/>
                    <a:pt x="31" y="381"/>
                    <a:pt x="32" y="383"/>
                  </a:cubicBezTo>
                  <a:cubicBezTo>
                    <a:pt x="33" y="385"/>
                    <a:pt x="26" y="384"/>
                    <a:pt x="22" y="383"/>
                  </a:cubicBezTo>
                  <a:cubicBezTo>
                    <a:pt x="18" y="382"/>
                    <a:pt x="19" y="388"/>
                    <a:pt x="16" y="387"/>
                  </a:cubicBezTo>
                  <a:cubicBezTo>
                    <a:pt x="13" y="386"/>
                    <a:pt x="8" y="390"/>
                    <a:pt x="11" y="392"/>
                  </a:cubicBezTo>
                  <a:cubicBezTo>
                    <a:pt x="13" y="395"/>
                    <a:pt x="9" y="395"/>
                    <a:pt x="7" y="393"/>
                  </a:cubicBezTo>
                  <a:cubicBezTo>
                    <a:pt x="4" y="392"/>
                    <a:pt x="2" y="396"/>
                    <a:pt x="1" y="398"/>
                  </a:cubicBezTo>
                  <a:cubicBezTo>
                    <a:pt x="1" y="401"/>
                    <a:pt x="6" y="403"/>
                    <a:pt x="6" y="404"/>
                  </a:cubicBezTo>
                  <a:cubicBezTo>
                    <a:pt x="6" y="405"/>
                    <a:pt x="1" y="408"/>
                    <a:pt x="4" y="408"/>
                  </a:cubicBezTo>
                  <a:cubicBezTo>
                    <a:pt x="7" y="409"/>
                    <a:pt x="5" y="412"/>
                    <a:pt x="3" y="412"/>
                  </a:cubicBezTo>
                  <a:cubicBezTo>
                    <a:pt x="1" y="413"/>
                    <a:pt x="1" y="415"/>
                    <a:pt x="3" y="418"/>
                  </a:cubicBezTo>
                  <a:cubicBezTo>
                    <a:pt x="5" y="420"/>
                    <a:pt x="0" y="421"/>
                    <a:pt x="2" y="425"/>
                  </a:cubicBezTo>
                  <a:cubicBezTo>
                    <a:pt x="5" y="428"/>
                    <a:pt x="7" y="424"/>
                    <a:pt x="8" y="426"/>
                  </a:cubicBezTo>
                  <a:cubicBezTo>
                    <a:pt x="9" y="429"/>
                    <a:pt x="13" y="427"/>
                    <a:pt x="16" y="423"/>
                  </a:cubicBezTo>
                  <a:cubicBezTo>
                    <a:pt x="20" y="420"/>
                    <a:pt x="21" y="427"/>
                    <a:pt x="18" y="427"/>
                  </a:cubicBezTo>
                  <a:cubicBezTo>
                    <a:pt x="15" y="427"/>
                    <a:pt x="12" y="429"/>
                    <a:pt x="12" y="432"/>
                  </a:cubicBezTo>
                  <a:cubicBezTo>
                    <a:pt x="13" y="435"/>
                    <a:pt x="8" y="434"/>
                    <a:pt x="8" y="430"/>
                  </a:cubicBezTo>
                  <a:cubicBezTo>
                    <a:pt x="8" y="427"/>
                    <a:pt x="2" y="431"/>
                    <a:pt x="4" y="434"/>
                  </a:cubicBezTo>
                  <a:cubicBezTo>
                    <a:pt x="6" y="436"/>
                    <a:pt x="3" y="438"/>
                    <a:pt x="3" y="440"/>
                  </a:cubicBezTo>
                  <a:cubicBezTo>
                    <a:pt x="3" y="443"/>
                    <a:pt x="8" y="442"/>
                    <a:pt x="10" y="440"/>
                  </a:cubicBezTo>
                  <a:cubicBezTo>
                    <a:pt x="11" y="437"/>
                    <a:pt x="14" y="437"/>
                    <a:pt x="16" y="440"/>
                  </a:cubicBezTo>
                  <a:cubicBezTo>
                    <a:pt x="17" y="443"/>
                    <a:pt x="13" y="441"/>
                    <a:pt x="13" y="445"/>
                  </a:cubicBezTo>
                  <a:cubicBezTo>
                    <a:pt x="13" y="449"/>
                    <a:pt x="10" y="445"/>
                    <a:pt x="8" y="448"/>
                  </a:cubicBezTo>
                  <a:cubicBezTo>
                    <a:pt x="6" y="451"/>
                    <a:pt x="17" y="457"/>
                    <a:pt x="20" y="458"/>
                  </a:cubicBezTo>
                  <a:cubicBezTo>
                    <a:pt x="23" y="458"/>
                    <a:pt x="26" y="462"/>
                    <a:pt x="33" y="461"/>
                  </a:cubicBezTo>
                  <a:cubicBezTo>
                    <a:pt x="40" y="460"/>
                    <a:pt x="52" y="448"/>
                    <a:pt x="54" y="446"/>
                  </a:cubicBezTo>
                  <a:cubicBezTo>
                    <a:pt x="56" y="443"/>
                    <a:pt x="59" y="446"/>
                    <a:pt x="62" y="444"/>
                  </a:cubicBezTo>
                  <a:cubicBezTo>
                    <a:pt x="64" y="442"/>
                    <a:pt x="63" y="437"/>
                    <a:pt x="65" y="436"/>
                  </a:cubicBezTo>
                  <a:cubicBezTo>
                    <a:pt x="67" y="435"/>
                    <a:pt x="68" y="441"/>
                    <a:pt x="69" y="442"/>
                  </a:cubicBezTo>
                  <a:cubicBezTo>
                    <a:pt x="71" y="442"/>
                    <a:pt x="72" y="444"/>
                    <a:pt x="72" y="447"/>
                  </a:cubicBezTo>
                  <a:cubicBezTo>
                    <a:pt x="73" y="447"/>
                    <a:pt x="75" y="447"/>
                    <a:pt x="75" y="447"/>
                  </a:cubicBezTo>
                  <a:cubicBezTo>
                    <a:pt x="78" y="449"/>
                    <a:pt x="78" y="442"/>
                    <a:pt x="78" y="440"/>
                  </a:cubicBezTo>
                  <a:cubicBezTo>
                    <a:pt x="78" y="438"/>
                    <a:pt x="80" y="434"/>
                    <a:pt x="80" y="431"/>
                  </a:cubicBezTo>
                  <a:cubicBezTo>
                    <a:pt x="79" y="428"/>
                    <a:pt x="86" y="430"/>
                    <a:pt x="87" y="428"/>
                  </a:cubicBezTo>
                  <a:cubicBezTo>
                    <a:pt x="88" y="426"/>
                    <a:pt x="89" y="419"/>
                    <a:pt x="87" y="417"/>
                  </a:cubicBezTo>
                  <a:cubicBezTo>
                    <a:pt x="84" y="416"/>
                    <a:pt x="84" y="412"/>
                    <a:pt x="86" y="412"/>
                  </a:cubicBezTo>
                  <a:cubicBezTo>
                    <a:pt x="88" y="412"/>
                    <a:pt x="91" y="411"/>
                    <a:pt x="90" y="406"/>
                  </a:cubicBezTo>
                  <a:cubicBezTo>
                    <a:pt x="90" y="402"/>
                    <a:pt x="83" y="402"/>
                    <a:pt x="83" y="398"/>
                  </a:cubicBezTo>
                  <a:cubicBezTo>
                    <a:pt x="82" y="394"/>
                    <a:pt x="86" y="393"/>
                    <a:pt x="83" y="387"/>
                  </a:cubicBezTo>
                  <a:cubicBezTo>
                    <a:pt x="81" y="382"/>
                    <a:pt x="84" y="379"/>
                    <a:pt x="83" y="376"/>
                  </a:cubicBezTo>
                  <a:cubicBezTo>
                    <a:pt x="82" y="374"/>
                    <a:pt x="81" y="370"/>
                    <a:pt x="84" y="365"/>
                  </a:cubicBezTo>
                  <a:cubicBezTo>
                    <a:pt x="88" y="360"/>
                    <a:pt x="94" y="357"/>
                    <a:pt x="96" y="357"/>
                  </a:cubicBezTo>
                  <a:cubicBezTo>
                    <a:pt x="98" y="358"/>
                    <a:pt x="102" y="360"/>
                    <a:pt x="103" y="357"/>
                  </a:cubicBezTo>
                  <a:cubicBezTo>
                    <a:pt x="105" y="354"/>
                    <a:pt x="105" y="351"/>
                    <a:pt x="103" y="351"/>
                  </a:cubicBezTo>
                  <a:cubicBezTo>
                    <a:pt x="102" y="350"/>
                    <a:pt x="97" y="349"/>
                    <a:pt x="101" y="345"/>
                  </a:cubicBezTo>
                  <a:cubicBezTo>
                    <a:pt x="104" y="340"/>
                    <a:pt x="108" y="335"/>
                    <a:pt x="108" y="330"/>
                  </a:cubicBezTo>
                  <a:cubicBezTo>
                    <a:pt x="109" y="325"/>
                    <a:pt x="107" y="322"/>
                    <a:pt x="109" y="320"/>
                  </a:cubicBezTo>
                  <a:cubicBezTo>
                    <a:pt x="110" y="318"/>
                    <a:pt x="114" y="320"/>
                    <a:pt x="117" y="318"/>
                  </a:cubicBezTo>
                  <a:cubicBezTo>
                    <a:pt x="120" y="316"/>
                    <a:pt x="118" y="313"/>
                    <a:pt x="119" y="311"/>
                  </a:cubicBezTo>
                  <a:cubicBezTo>
                    <a:pt x="121" y="310"/>
                    <a:pt x="123" y="304"/>
                    <a:pt x="125" y="303"/>
                  </a:cubicBezTo>
                  <a:cubicBezTo>
                    <a:pt x="127" y="301"/>
                    <a:pt x="129" y="299"/>
                    <a:pt x="128" y="297"/>
                  </a:cubicBezTo>
                  <a:cubicBezTo>
                    <a:pt x="126" y="295"/>
                    <a:pt x="131" y="293"/>
                    <a:pt x="131" y="289"/>
                  </a:cubicBezTo>
                  <a:cubicBezTo>
                    <a:pt x="131" y="285"/>
                    <a:pt x="136" y="283"/>
                    <a:pt x="140" y="283"/>
                  </a:cubicBezTo>
                  <a:cubicBezTo>
                    <a:pt x="143" y="283"/>
                    <a:pt x="148" y="283"/>
                    <a:pt x="148" y="279"/>
                  </a:cubicBezTo>
                  <a:cubicBezTo>
                    <a:pt x="148" y="276"/>
                    <a:pt x="146" y="269"/>
                    <a:pt x="151" y="271"/>
                  </a:cubicBezTo>
                  <a:cubicBezTo>
                    <a:pt x="156" y="273"/>
                    <a:pt x="159" y="271"/>
                    <a:pt x="163" y="273"/>
                  </a:cubicBezTo>
                  <a:cubicBezTo>
                    <a:pt x="166" y="276"/>
                    <a:pt x="170" y="276"/>
                    <a:pt x="170" y="271"/>
                  </a:cubicBezTo>
                  <a:cubicBezTo>
                    <a:pt x="170" y="267"/>
                    <a:pt x="172" y="260"/>
                    <a:pt x="177" y="263"/>
                  </a:cubicBezTo>
                  <a:cubicBezTo>
                    <a:pt x="177" y="263"/>
                    <a:pt x="177" y="263"/>
                    <a:pt x="178" y="263"/>
                  </a:cubicBezTo>
                  <a:cubicBezTo>
                    <a:pt x="179" y="260"/>
                    <a:pt x="182" y="258"/>
                    <a:pt x="185" y="258"/>
                  </a:cubicBezTo>
                  <a:cubicBezTo>
                    <a:pt x="189" y="258"/>
                    <a:pt x="192" y="266"/>
                    <a:pt x="197" y="267"/>
                  </a:cubicBezTo>
                  <a:cubicBezTo>
                    <a:pt x="203" y="268"/>
                    <a:pt x="208" y="270"/>
                    <a:pt x="210" y="268"/>
                  </a:cubicBezTo>
                  <a:cubicBezTo>
                    <a:pt x="211" y="265"/>
                    <a:pt x="215" y="269"/>
                    <a:pt x="218" y="268"/>
                  </a:cubicBezTo>
                  <a:cubicBezTo>
                    <a:pt x="222" y="267"/>
                    <a:pt x="222" y="274"/>
                    <a:pt x="225" y="270"/>
                  </a:cubicBezTo>
                  <a:cubicBezTo>
                    <a:pt x="228" y="265"/>
                    <a:pt x="224" y="263"/>
                    <a:pt x="230" y="263"/>
                  </a:cubicBezTo>
                  <a:cubicBezTo>
                    <a:pt x="235" y="264"/>
                    <a:pt x="232" y="257"/>
                    <a:pt x="232" y="254"/>
                  </a:cubicBezTo>
                  <a:cubicBezTo>
                    <a:pt x="232" y="250"/>
                    <a:pt x="239" y="249"/>
                    <a:pt x="239" y="246"/>
                  </a:cubicBezTo>
                  <a:cubicBezTo>
                    <a:pt x="239" y="243"/>
                    <a:pt x="248" y="246"/>
                    <a:pt x="250" y="243"/>
                  </a:cubicBezTo>
                  <a:cubicBezTo>
                    <a:pt x="252" y="241"/>
                    <a:pt x="257" y="240"/>
                    <a:pt x="259" y="243"/>
                  </a:cubicBezTo>
                  <a:cubicBezTo>
                    <a:pt x="261" y="247"/>
                    <a:pt x="270" y="248"/>
                    <a:pt x="271" y="251"/>
                  </a:cubicBezTo>
                  <a:cubicBezTo>
                    <a:pt x="271" y="253"/>
                    <a:pt x="271" y="255"/>
                    <a:pt x="271" y="258"/>
                  </a:cubicBezTo>
                  <a:cubicBezTo>
                    <a:pt x="272" y="256"/>
                    <a:pt x="274" y="255"/>
                    <a:pt x="276" y="255"/>
                  </a:cubicBezTo>
                  <a:cubicBezTo>
                    <a:pt x="279" y="255"/>
                    <a:pt x="282" y="250"/>
                    <a:pt x="285" y="251"/>
                  </a:cubicBezTo>
                  <a:cubicBezTo>
                    <a:pt x="288" y="251"/>
                    <a:pt x="290" y="251"/>
                    <a:pt x="291" y="247"/>
                  </a:cubicBezTo>
                  <a:cubicBezTo>
                    <a:pt x="288" y="245"/>
                    <a:pt x="283" y="245"/>
                    <a:pt x="283" y="247"/>
                  </a:cubicBezTo>
                  <a:close/>
                  <a:moveTo>
                    <a:pt x="81" y="34"/>
                  </a:moveTo>
                  <a:cubicBezTo>
                    <a:pt x="86" y="35"/>
                    <a:pt x="76" y="40"/>
                    <a:pt x="75" y="45"/>
                  </a:cubicBezTo>
                  <a:cubicBezTo>
                    <a:pt x="73" y="49"/>
                    <a:pt x="82" y="54"/>
                    <a:pt x="86" y="57"/>
                  </a:cubicBezTo>
                  <a:cubicBezTo>
                    <a:pt x="90" y="61"/>
                    <a:pt x="99" y="60"/>
                    <a:pt x="102" y="58"/>
                  </a:cubicBezTo>
                  <a:cubicBezTo>
                    <a:pt x="105" y="56"/>
                    <a:pt x="104" y="49"/>
                    <a:pt x="108" y="49"/>
                  </a:cubicBezTo>
                  <a:cubicBezTo>
                    <a:pt x="113" y="50"/>
                    <a:pt x="110" y="46"/>
                    <a:pt x="114" y="44"/>
                  </a:cubicBezTo>
                  <a:cubicBezTo>
                    <a:pt x="117" y="43"/>
                    <a:pt x="118" y="48"/>
                    <a:pt x="115" y="51"/>
                  </a:cubicBezTo>
                  <a:cubicBezTo>
                    <a:pt x="112" y="55"/>
                    <a:pt x="120" y="54"/>
                    <a:pt x="125" y="50"/>
                  </a:cubicBezTo>
                  <a:cubicBezTo>
                    <a:pt x="129" y="46"/>
                    <a:pt x="130" y="50"/>
                    <a:pt x="129" y="54"/>
                  </a:cubicBezTo>
                  <a:cubicBezTo>
                    <a:pt x="128" y="58"/>
                    <a:pt x="119" y="56"/>
                    <a:pt x="116" y="60"/>
                  </a:cubicBezTo>
                  <a:cubicBezTo>
                    <a:pt x="112" y="65"/>
                    <a:pt x="102" y="61"/>
                    <a:pt x="98" y="66"/>
                  </a:cubicBezTo>
                  <a:cubicBezTo>
                    <a:pt x="93" y="71"/>
                    <a:pt x="102" y="71"/>
                    <a:pt x="108" y="70"/>
                  </a:cubicBezTo>
                  <a:cubicBezTo>
                    <a:pt x="114" y="69"/>
                    <a:pt x="126" y="68"/>
                    <a:pt x="131" y="69"/>
                  </a:cubicBezTo>
                  <a:cubicBezTo>
                    <a:pt x="135" y="70"/>
                    <a:pt x="128" y="72"/>
                    <a:pt x="120" y="72"/>
                  </a:cubicBezTo>
                  <a:cubicBezTo>
                    <a:pt x="113" y="72"/>
                    <a:pt x="110" y="74"/>
                    <a:pt x="111" y="76"/>
                  </a:cubicBezTo>
                  <a:cubicBezTo>
                    <a:pt x="111" y="78"/>
                    <a:pt x="100" y="74"/>
                    <a:pt x="100" y="78"/>
                  </a:cubicBezTo>
                  <a:cubicBezTo>
                    <a:pt x="99" y="83"/>
                    <a:pt x="110" y="84"/>
                    <a:pt x="111" y="87"/>
                  </a:cubicBezTo>
                  <a:cubicBezTo>
                    <a:pt x="112" y="90"/>
                    <a:pt x="119" y="87"/>
                    <a:pt x="122" y="88"/>
                  </a:cubicBezTo>
                  <a:cubicBezTo>
                    <a:pt x="125" y="89"/>
                    <a:pt x="117" y="91"/>
                    <a:pt x="116" y="93"/>
                  </a:cubicBezTo>
                  <a:cubicBezTo>
                    <a:pt x="115" y="94"/>
                    <a:pt x="124" y="96"/>
                    <a:pt x="126" y="98"/>
                  </a:cubicBezTo>
                  <a:cubicBezTo>
                    <a:pt x="127" y="101"/>
                    <a:pt x="133" y="99"/>
                    <a:pt x="133" y="96"/>
                  </a:cubicBezTo>
                  <a:cubicBezTo>
                    <a:pt x="133" y="91"/>
                    <a:pt x="139" y="78"/>
                    <a:pt x="146" y="76"/>
                  </a:cubicBezTo>
                  <a:cubicBezTo>
                    <a:pt x="154" y="73"/>
                    <a:pt x="149" y="70"/>
                    <a:pt x="150" y="66"/>
                  </a:cubicBezTo>
                  <a:cubicBezTo>
                    <a:pt x="151" y="62"/>
                    <a:pt x="157" y="65"/>
                    <a:pt x="156" y="62"/>
                  </a:cubicBezTo>
                  <a:cubicBezTo>
                    <a:pt x="154" y="58"/>
                    <a:pt x="155" y="57"/>
                    <a:pt x="160" y="52"/>
                  </a:cubicBezTo>
                  <a:cubicBezTo>
                    <a:pt x="164" y="48"/>
                    <a:pt x="167" y="51"/>
                    <a:pt x="173" y="48"/>
                  </a:cubicBezTo>
                  <a:cubicBezTo>
                    <a:pt x="179" y="46"/>
                    <a:pt x="182" y="50"/>
                    <a:pt x="175" y="51"/>
                  </a:cubicBezTo>
                  <a:cubicBezTo>
                    <a:pt x="170" y="51"/>
                    <a:pt x="173" y="58"/>
                    <a:pt x="177" y="59"/>
                  </a:cubicBezTo>
                  <a:cubicBezTo>
                    <a:pt x="182" y="61"/>
                    <a:pt x="178" y="63"/>
                    <a:pt x="181" y="63"/>
                  </a:cubicBezTo>
                  <a:cubicBezTo>
                    <a:pt x="185" y="64"/>
                    <a:pt x="184" y="69"/>
                    <a:pt x="179" y="74"/>
                  </a:cubicBezTo>
                  <a:cubicBezTo>
                    <a:pt x="175" y="79"/>
                    <a:pt x="180" y="80"/>
                    <a:pt x="190" y="76"/>
                  </a:cubicBezTo>
                  <a:cubicBezTo>
                    <a:pt x="199" y="73"/>
                    <a:pt x="193" y="79"/>
                    <a:pt x="196" y="82"/>
                  </a:cubicBezTo>
                  <a:cubicBezTo>
                    <a:pt x="199" y="85"/>
                    <a:pt x="206" y="80"/>
                    <a:pt x="210" y="75"/>
                  </a:cubicBezTo>
                  <a:cubicBezTo>
                    <a:pt x="214" y="71"/>
                    <a:pt x="220" y="71"/>
                    <a:pt x="220" y="69"/>
                  </a:cubicBezTo>
                  <a:cubicBezTo>
                    <a:pt x="220" y="66"/>
                    <a:pt x="216" y="65"/>
                    <a:pt x="212" y="67"/>
                  </a:cubicBezTo>
                  <a:cubicBezTo>
                    <a:pt x="209" y="68"/>
                    <a:pt x="200" y="67"/>
                    <a:pt x="203" y="65"/>
                  </a:cubicBezTo>
                  <a:cubicBezTo>
                    <a:pt x="206" y="62"/>
                    <a:pt x="205" y="60"/>
                    <a:pt x="201" y="60"/>
                  </a:cubicBezTo>
                  <a:cubicBezTo>
                    <a:pt x="196" y="61"/>
                    <a:pt x="188" y="58"/>
                    <a:pt x="192" y="57"/>
                  </a:cubicBezTo>
                  <a:cubicBezTo>
                    <a:pt x="196" y="55"/>
                    <a:pt x="189" y="50"/>
                    <a:pt x="186" y="51"/>
                  </a:cubicBezTo>
                  <a:cubicBezTo>
                    <a:pt x="182" y="51"/>
                    <a:pt x="183" y="47"/>
                    <a:pt x="184" y="44"/>
                  </a:cubicBezTo>
                  <a:cubicBezTo>
                    <a:pt x="184" y="41"/>
                    <a:pt x="174" y="40"/>
                    <a:pt x="176" y="39"/>
                  </a:cubicBezTo>
                  <a:cubicBezTo>
                    <a:pt x="178" y="38"/>
                    <a:pt x="171" y="36"/>
                    <a:pt x="170" y="38"/>
                  </a:cubicBezTo>
                  <a:cubicBezTo>
                    <a:pt x="168" y="40"/>
                    <a:pt x="165" y="39"/>
                    <a:pt x="165" y="36"/>
                  </a:cubicBezTo>
                  <a:cubicBezTo>
                    <a:pt x="165" y="33"/>
                    <a:pt x="158" y="34"/>
                    <a:pt x="155" y="34"/>
                  </a:cubicBezTo>
                  <a:cubicBezTo>
                    <a:pt x="152" y="35"/>
                    <a:pt x="153" y="28"/>
                    <a:pt x="150" y="26"/>
                  </a:cubicBezTo>
                  <a:cubicBezTo>
                    <a:pt x="147" y="23"/>
                    <a:pt x="143" y="30"/>
                    <a:pt x="141" y="30"/>
                  </a:cubicBezTo>
                  <a:cubicBezTo>
                    <a:pt x="139" y="29"/>
                    <a:pt x="143" y="25"/>
                    <a:pt x="144" y="22"/>
                  </a:cubicBezTo>
                  <a:cubicBezTo>
                    <a:pt x="145" y="19"/>
                    <a:pt x="134" y="15"/>
                    <a:pt x="132" y="18"/>
                  </a:cubicBezTo>
                  <a:cubicBezTo>
                    <a:pt x="131" y="21"/>
                    <a:pt x="129" y="13"/>
                    <a:pt x="126" y="12"/>
                  </a:cubicBezTo>
                  <a:cubicBezTo>
                    <a:pt x="124" y="12"/>
                    <a:pt x="126" y="17"/>
                    <a:pt x="124" y="18"/>
                  </a:cubicBezTo>
                  <a:cubicBezTo>
                    <a:pt x="121" y="18"/>
                    <a:pt x="118" y="21"/>
                    <a:pt x="122" y="23"/>
                  </a:cubicBezTo>
                  <a:cubicBezTo>
                    <a:pt x="126" y="26"/>
                    <a:pt x="130" y="38"/>
                    <a:pt x="129" y="40"/>
                  </a:cubicBezTo>
                  <a:cubicBezTo>
                    <a:pt x="129" y="42"/>
                    <a:pt x="117" y="31"/>
                    <a:pt x="117" y="26"/>
                  </a:cubicBezTo>
                  <a:cubicBezTo>
                    <a:pt x="116" y="21"/>
                    <a:pt x="110" y="16"/>
                    <a:pt x="109" y="20"/>
                  </a:cubicBezTo>
                  <a:cubicBezTo>
                    <a:pt x="107" y="24"/>
                    <a:pt x="103" y="25"/>
                    <a:pt x="104" y="29"/>
                  </a:cubicBezTo>
                  <a:cubicBezTo>
                    <a:pt x="106" y="33"/>
                    <a:pt x="101" y="34"/>
                    <a:pt x="101" y="31"/>
                  </a:cubicBezTo>
                  <a:cubicBezTo>
                    <a:pt x="101" y="28"/>
                    <a:pt x="95" y="25"/>
                    <a:pt x="93" y="24"/>
                  </a:cubicBezTo>
                  <a:cubicBezTo>
                    <a:pt x="91" y="24"/>
                    <a:pt x="99" y="23"/>
                    <a:pt x="102" y="21"/>
                  </a:cubicBezTo>
                  <a:cubicBezTo>
                    <a:pt x="106" y="19"/>
                    <a:pt x="99" y="17"/>
                    <a:pt x="96" y="19"/>
                  </a:cubicBezTo>
                  <a:cubicBezTo>
                    <a:pt x="93" y="21"/>
                    <a:pt x="88" y="17"/>
                    <a:pt x="86" y="20"/>
                  </a:cubicBezTo>
                  <a:cubicBezTo>
                    <a:pt x="84" y="23"/>
                    <a:pt x="82" y="20"/>
                    <a:pt x="78" y="19"/>
                  </a:cubicBezTo>
                  <a:cubicBezTo>
                    <a:pt x="75" y="19"/>
                    <a:pt x="72" y="24"/>
                    <a:pt x="69" y="23"/>
                  </a:cubicBezTo>
                  <a:cubicBezTo>
                    <a:pt x="67" y="22"/>
                    <a:pt x="65" y="28"/>
                    <a:pt x="69" y="35"/>
                  </a:cubicBezTo>
                  <a:cubicBezTo>
                    <a:pt x="73" y="41"/>
                    <a:pt x="76" y="33"/>
                    <a:pt x="81" y="34"/>
                  </a:cubicBezTo>
                  <a:close/>
                  <a:moveTo>
                    <a:pt x="71" y="54"/>
                  </a:moveTo>
                  <a:cubicBezTo>
                    <a:pt x="74" y="55"/>
                    <a:pt x="76" y="60"/>
                    <a:pt x="79" y="59"/>
                  </a:cubicBezTo>
                  <a:cubicBezTo>
                    <a:pt x="80" y="59"/>
                    <a:pt x="75" y="53"/>
                    <a:pt x="71" y="50"/>
                  </a:cubicBezTo>
                  <a:cubicBezTo>
                    <a:pt x="68" y="46"/>
                    <a:pt x="68" y="43"/>
                    <a:pt x="64" y="44"/>
                  </a:cubicBezTo>
                  <a:cubicBezTo>
                    <a:pt x="59" y="45"/>
                    <a:pt x="68" y="53"/>
                    <a:pt x="71" y="54"/>
                  </a:cubicBezTo>
                  <a:close/>
                  <a:moveTo>
                    <a:pt x="150" y="13"/>
                  </a:moveTo>
                  <a:cubicBezTo>
                    <a:pt x="153" y="15"/>
                    <a:pt x="147" y="15"/>
                    <a:pt x="149" y="18"/>
                  </a:cubicBezTo>
                  <a:cubicBezTo>
                    <a:pt x="157" y="25"/>
                    <a:pt x="186" y="17"/>
                    <a:pt x="190" y="19"/>
                  </a:cubicBezTo>
                  <a:cubicBezTo>
                    <a:pt x="194" y="21"/>
                    <a:pt x="165" y="24"/>
                    <a:pt x="167" y="27"/>
                  </a:cubicBezTo>
                  <a:cubicBezTo>
                    <a:pt x="168" y="30"/>
                    <a:pt x="191" y="32"/>
                    <a:pt x="193" y="30"/>
                  </a:cubicBezTo>
                  <a:cubicBezTo>
                    <a:pt x="195" y="28"/>
                    <a:pt x="199" y="34"/>
                    <a:pt x="207" y="35"/>
                  </a:cubicBezTo>
                  <a:cubicBezTo>
                    <a:pt x="214" y="35"/>
                    <a:pt x="214" y="32"/>
                    <a:pt x="219" y="32"/>
                  </a:cubicBezTo>
                  <a:cubicBezTo>
                    <a:pt x="225" y="31"/>
                    <a:pt x="234" y="29"/>
                    <a:pt x="234" y="25"/>
                  </a:cubicBezTo>
                  <a:cubicBezTo>
                    <a:pt x="234" y="22"/>
                    <a:pt x="251" y="18"/>
                    <a:pt x="249" y="13"/>
                  </a:cubicBezTo>
                  <a:cubicBezTo>
                    <a:pt x="248" y="7"/>
                    <a:pt x="232" y="11"/>
                    <a:pt x="227" y="9"/>
                  </a:cubicBezTo>
                  <a:cubicBezTo>
                    <a:pt x="223" y="6"/>
                    <a:pt x="212" y="3"/>
                    <a:pt x="210" y="7"/>
                  </a:cubicBezTo>
                  <a:cubicBezTo>
                    <a:pt x="209" y="10"/>
                    <a:pt x="206" y="11"/>
                    <a:pt x="204" y="10"/>
                  </a:cubicBezTo>
                  <a:cubicBezTo>
                    <a:pt x="203" y="8"/>
                    <a:pt x="205" y="0"/>
                    <a:pt x="198" y="3"/>
                  </a:cubicBezTo>
                  <a:cubicBezTo>
                    <a:pt x="190" y="5"/>
                    <a:pt x="197" y="13"/>
                    <a:pt x="196" y="14"/>
                  </a:cubicBezTo>
                  <a:cubicBezTo>
                    <a:pt x="194" y="15"/>
                    <a:pt x="187" y="12"/>
                    <a:pt x="187" y="9"/>
                  </a:cubicBezTo>
                  <a:cubicBezTo>
                    <a:pt x="186" y="5"/>
                    <a:pt x="178" y="12"/>
                    <a:pt x="177" y="8"/>
                  </a:cubicBezTo>
                  <a:cubicBezTo>
                    <a:pt x="176" y="4"/>
                    <a:pt x="167" y="1"/>
                    <a:pt x="165" y="1"/>
                  </a:cubicBezTo>
                  <a:cubicBezTo>
                    <a:pt x="163" y="1"/>
                    <a:pt x="167" y="4"/>
                    <a:pt x="166" y="6"/>
                  </a:cubicBezTo>
                  <a:cubicBezTo>
                    <a:pt x="165" y="8"/>
                    <a:pt x="160" y="4"/>
                    <a:pt x="158" y="4"/>
                  </a:cubicBezTo>
                  <a:cubicBezTo>
                    <a:pt x="156" y="4"/>
                    <a:pt x="159" y="8"/>
                    <a:pt x="158" y="10"/>
                  </a:cubicBezTo>
                  <a:cubicBezTo>
                    <a:pt x="157" y="12"/>
                    <a:pt x="153" y="4"/>
                    <a:pt x="149" y="4"/>
                  </a:cubicBezTo>
                  <a:cubicBezTo>
                    <a:pt x="146" y="4"/>
                    <a:pt x="147" y="8"/>
                    <a:pt x="145" y="8"/>
                  </a:cubicBezTo>
                  <a:cubicBezTo>
                    <a:pt x="142" y="9"/>
                    <a:pt x="148" y="12"/>
                    <a:pt x="150" y="13"/>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4" name="Freeform 140"/>
            <p:cNvSpPr>
              <a:spLocks noChangeArrowheads="1"/>
            </p:cNvSpPr>
            <p:nvPr/>
          </p:nvSpPr>
          <p:spPr bwMode="auto">
            <a:xfrm>
              <a:off x="7694639" y="865187"/>
              <a:ext cx="73025" cy="26988"/>
            </a:xfrm>
            <a:custGeom>
              <a:avLst/>
              <a:gdLst>
                <a:gd name="T0" fmla="*/ 17 w 38"/>
                <a:gd name="T1" fmla="*/ 2 h 14"/>
                <a:gd name="T2" fmla="*/ 3 w 38"/>
                <a:gd name="T3" fmla="*/ 6 h 14"/>
                <a:gd name="T4" fmla="*/ 24 w 38"/>
                <a:gd name="T5" fmla="*/ 11 h 14"/>
                <a:gd name="T6" fmla="*/ 38 w 38"/>
                <a:gd name="T7" fmla="*/ 9 h 14"/>
                <a:gd name="T8" fmla="*/ 17 w 38"/>
                <a:gd name="T9" fmla="*/ 2 h 14"/>
                <a:gd name="T10" fmla="*/ 0 60000 65536"/>
                <a:gd name="T11" fmla="*/ 0 60000 65536"/>
                <a:gd name="T12" fmla="*/ 0 60000 65536"/>
                <a:gd name="T13" fmla="*/ 0 60000 65536"/>
                <a:gd name="T14" fmla="*/ 0 60000 65536"/>
                <a:gd name="T15" fmla="*/ 0 w 38"/>
                <a:gd name="T16" fmla="*/ 0 h 14"/>
                <a:gd name="T17" fmla="*/ 38 w 38"/>
                <a:gd name="T18" fmla="*/ 14 h 14"/>
              </a:gdLst>
              <a:ahLst/>
              <a:cxnLst>
                <a:cxn ang="T10">
                  <a:pos x="T0" y="T1"/>
                </a:cxn>
                <a:cxn ang="T11">
                  <a:pos x="T2" y="T3"/>
                </a:cxn>
                <a:cxn ang="T12">
                  <a:pos x="T4" y="T5"/>
                </a:cxn>
                <a:cxn ang="T13">
                  <a:pos x="T6" y="T7"/>
                </a:cxn>
                <a:cxn ang="T14">
                  <a:pos x="T8" y="T9"/>
                </a:cxn>
              </a:cxnLst>
              <a:rect l="T15" t="T16" r="T17" b="T18"/>
              <a:pathLst>
                <a:path w="38" h="14">
                  <a:moveTo>
                    <a:pt x="17" y="2"/>
                  </a:moveTo>
                  <a:cubicBezTo>
                    <a:pt x="15" y="3"/>
                    <a:pt x="0" y="2"/>
                    <a:pt x="3" y="6"/>
                  </a:cubicBezTo>
                  <a:cubicBezTo>
                    <a:pt x="6" y="9"/>
                    <a:pt x="18" y="7"/>
                    <a:pt x="24" y="11"/>
                  </a:cubicBezTo>
                  <a:cubicBezTo>
                    <a:pt x="30" y="14"/>
                    <a:pt x="38" y="11"/>
                    <a:pt x="38" y="9"/>
                  </a:cubicBezTo>
                  <a:cubicBezTo>
                    <a:pt x="38" y="6"/>
                    <a:pt x="19" y="0"/>
                    <a:pt x="17" y="2"/>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5" name="Freeform 141"/>
            <p:cNvSpPr>
              <a:spLocks noEditPoints="1" noChangeArrowheads="1"/>
            </p:cNvSpPr>
            <p:nvPr/>
          </p:nvSpPr>
          <p:spPr bwMode="auto">
            <a:xfrm>
              <a:off x="6416696" y="1409701"/>
              <a:ext cx="369889" cy="368300"/>
            </a:xfrm>
            <a:custGeom>
              <a:avLst/>
              <a:gdLst>
                <a:gd name="T0" fmla="*/ 171 w 193"/>
                <a:gd name="T1" fmla="*/ 24 h 193"/>
                <a:gd name="T2" fmla="*/ 139 w 193"/>
                <a:gd name="T3" fmla="*/ 9 h 193"/>
                <a:gd name="T4" fmla="*/ 135 w 193"/>
                <a:gd name="T5" fmla="*/ 31 h 193"/>
                <a:gd name="T6" fmla="*/ 121 w 193"/>
                <a:gd name="T7" fmla="*/ 41 h 193"/>
                <a:gd name="T8" fmla="*/ 119 w 193"/>
                <a:gd name="T9" fmla="*/ 57 h 193"/>
                <a:gd name="T10" fmla="*/ 131 w 193"/>
                <a:gd name="T11" fmla="*/ 53 h 193"/>
                <a:gd name="T12" fmla="*/ 134 w 193"/>
                <a:gd name="T13" fmla="*/ 44 h 193"/>
                <a:gd name="T14" fmla="*/ 158 w 193"/>
                <a:gd name="T15" fmla="*/ 45 h 193"/>
                <a:gd name="T16" fmla="*/ 180 w 193"/>
                <a:gd name="T17" fmla="*/ 32 h 193"/>
                <a:gd name="T18" fmla="*/ 182 w 193"/>
                <a:gd name="T19" fmla="*/ 21 h 193"/>
                <a:gd name="T20" fmla="*/ 119 w 193"/>
                <a:gd name="T21" fmla="*/ 82 h 193"/>
                <a:gd name="T22" fmla="*/ 106 w 193"/>
                <a:gd name="T23" fmla="*/ 108 h 193"/>
                <a:gd name="T24" fmla="*/ 89 w 193"/>
                <a:gd name="T25" fmla="*/ 112 h 193"/>
                <a:gd name="T26" fmla="*/ 73 w 193"/>
                <a:gd name="T27" fmla="*/ 132 h 193"/>
                <a:gd name="T28" fmla="*/ 53 w 193"/>
                <a:gd name="T29" fmla="*/ 136 h 193"/>
                <a:gd name="T30" fmla="*/ 19 w 193"/>
                <a:gd name="T31" fmla="*/ 150 h 193"/>
                <a:gd name="T32" fmla="*/ 31 w 193"/>
                <a:gd name="T33" fmla="*/ 154 h 193"/>
                <a:gd name="T34" fmla="*/ 64 w 193"/>
                <a:gd name="T35" fmla="*/ 157 h 193"/>
                <a:gd name="T36" fmla="*/ 81 w 193"/>
                <a:gd name="T37" fmla="*/ 149 h 193"/>
                <a:gd name="T38" fmla="*/ 99 w 193"/>
                <a:gd name="T39" fmla="*/ 146 h 193"/>
                <a:gd name="T40" fmla="*/ 114 w 193"/>
                <a:gd name="T41" fmla="*/ 140 h 193"/>
                <a:gd name="T42" fmla="*/ 128 w 193"/>
                <a:gd name="T43" fmla="*/ 122 h 193"/>
                <a:gd name="T44" fmla="*/ 141 w 193"/>
                <a:gd name="T45" fmla="*/ 93 h 193"/>
                <a:gd name="T46" fmla="*/ 121 w 193"/>
                <a:gd name="T47" fmla="*/ 67 h 193"/>
                <a:gd name="T48" fmla="*/ 37 w 193"/>
                <a:gd name="T49" fmla="*/ 156 h 193"/>
                <a:gd name="T50" fmla="*/ 42 w 193"/>
                <a:gd name="T51" fmla="*/ 168 h 193"/>
                <a:gd name="T52" fmla="*/ 59 w 193"/>
                <a:gd name="T53" fmla="*/ 155 h 193"/>
                <a:gd name="T54" fmla="*/ 25 w 193"/>
                <a:gd name="T55" fmla="*/ 166 h 193"/>
                <a:gd name="T56" fmla="*/ 7 w 193"/>
                <a:gd name="T57" fmla="*/ 163 h 193"/>
                <a:gd name="T58" fmla="*/ 8 w 193"/>
                <a:gd name="T59" fmla="*/ 168 h 193"/>
                <a:gd name="T60" fmla="*/ 14 w 193"/>
                <a:gd name="T61" fmla="*/ 193 h 193"/>
                <a:gd name="T62" fmla="*/ 25 w 193"/>
                <a:gd name="T63" fmla="*/ 166 h 19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3"/>
                <a:gd name="T97" fmla="*/ 0 h 193"/>
                <a:gd name="T98" fmla="*/ 193 w 193"/>
                <a:gd name="T99" fmla="*/ 193 h 19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3" h="193">
                  <a:moveTo>
                    <a:pt x="182" y="21"/>
                  </a:moveTo>
                  <a:cubicBezTo>
                    <a:pt x="180" y="18"/>
                    <a:pt x="176" y="23"/>
                    <a:pt x="171" y="24"/>
                  </a:cubicBezTo>
                  <a:cubicBezTo>
                    <a:pt x="166" y="25"/>
                    <a:pt x="150" y="12"/>
                    <a:pt x="146" y="6"/>
                  </a:cubicBezTo>
                  <a:cubicBezTo>
                    <a:pt x="142" y="0"/>
                    <a:pt x="136" y="5"/>
                    <a:pt x="139" y="9"/>
                  </a:cubicBezTo>
                  <a:cubicBezTo>
                    <a:pt x="142" y="13"/>
                    <a:pt x="138" y="15"/>
                    <a:pt x="138" y="21"/>
                  </a:cubicBezTo>
                  <a:cubicBezTo>
                    <a:pt x="138" y="27"/>
                    <a:pt x="134" y="27"/>
                    <a:pt x="135" y="31"/>
                  </a:cubicBezTo>
                  <a:cubicBezTo>
                    <a:pt x="136" y="35"/>
                    <a:pt x="130" y="34"/>
                    <a:pt x="126" y="35"/>
                  </a:cubicBezTo>
                  <a:cubicBezTo>
                    <a:pt x="122" y="35"/>
                    <a:pt x="126" y="39"/>
                    <a:pt x="121" y="41"/>
                  </a:cubicBezTo>
                  <a:cubicBezTo>
                    <a:pt x="117" y="43"/>
                    <a:pt x="117" y="47"/>
                    <a:pt x="119" y="48"/>
                  </a:cubicBezTo>
                  <a:cubicBezTo>
                    <a:pt x="122" y="49"/>
                    <a:pt x="120" y="54"/>
                    <a:pt x="119" y="57"/>
                  </a:cubicBezTo>
                  <a:cubicBezTo>
                    <a:pt x="119" y="60"/>
                    <a:pt x="122" y="57"/>
                    <a:pt x="125" y="54"/>
                  </a:cubicBezTo>
                  <a:cubicBezTo>
                    <a:pt x="128" y="51"/>
                    <a:pt x="130" y="56"/>
                    <a:pt x="131" y="53"/>
                  </a:cubicBezTo>
                  <a:cubicBezTo>
                    <a:pt x="132" y="50"/>
                    <a:pt x="124" y="48"/>
                    <a:pt x="124" y="45"/>
                  </a:cubicBezTo>
                  <a:cubicBezTo>
                    <a:pt x="125" y="41"/>
                    <a:pt x="130" y="46"/>
                    <a:pt x="134" y="44"/>
                  </a:cubicBezTo>
                  <a:cubicBezTo>
                    <a:pt x="138" y="42"/>
                    <a:pt x="146" y="43"/>
                    <a:pt x="151" y="48"/>
                  </a:cubicBezTo>
                  <a:cubicBezTo>
                    <a:pt x="156" y="52"/>
                    <a:pt x="157" y="50"/>
                    <a:pt x="158" y="45"/>
                  </a:cubicBezTo>
                  <a:cubicBezTo>
                    <a:pt x="159" y="40"/>
                    <a:pt x="167" y="37"/>
                    <a:pt x="174" y="37"/>
                  </a:cubicBezTo>
                  <a:cubicBezTo>
                    <a:pt x="182" y="37"/>
                    <a:pt x="183" y="34"/>
                    <a:pt x="180" y="32"/>
                  </a:cubicBezTo>
                  <a:cubicBezTo>
                    <a:pt x="178" y="30"/>
                    <a:pt x="193" y="21"/>
                    <a:pt x="193" y="18"/>
                  </a:cubicBezTo>
                  <a:cubicBezTo>
                    <a:pt x="192" y="15"/>
                    <a:pt x="185" y="24"/>
                    <a:pt x="182" y="21"/>
                  </a:cubicBezTo>
                  <a:close/>
                  <a:moveTo>
                    <a:pt x="121" y="67"/>
                  </a:moveTo>
                  <a:cubicBezTo>
                    <a:pt x="118" y="68"/>
                    <a:pt x="115" y="79"/>
                    <a:pt x="119" y="82"/>
                  </a:cubicBezTo>
                  <a:cubicBezTo>
                    <a:pt x="123" y="85"/>
                    <a:pt x="113" y="90"/>
                    <a:pt x="113" y="97"/>
                  </a:cubicBezTo>
                  <a:cubicBezTo>
                    <a:pt x="114" y="103"/>
                    <a:pt x="107" y="103"/>
                    <a:pt x="106" y="108"/>
                  </a:cubicBezTo>
                  <a:cubicBezTo>
                    <a:pt x="105" y="112"/>
                    <a:pt x="102" y="111"/>
                    <a:pt x="96" y="116"/>
                  </a:cubicBezTo>
                  <a:cubicBezTo>
                    <a:pt x="90" y="120"/>
                    <a:pt x="87" y="115"/>
                    <a:pt x="89" y="112"/>
                  </a:cubicBezTo>
                  <a:cubicBezTo>
                    <a:pt x="90" y="109"/>
                    <a:pt x="80" y="114"/>
                    <a:pt x="80" y="121"/>
                  </a:cubicBezTo>
                  <a:cubicBezTo>
                    <a:pt x="81" y="128"/>
                    <a:pt x="71" y="129"/>
                    <a:pt x="73" y="132"/>
                  </a:cubicBezTo>
                  <a:cubicBezTo>
                    <a:pt x="76" y="136"/>
                    <a:pt x="66" y="138"/>
                    <a:pt x="66" y="135"/>
                  </a:cubicBezTo>
                  <a:cubicBezTo>
                    <a:pt x="67" y="132"/>
                    <a:pt x="60" y="133"/>
                    <a:pt x="53" y="136"/>
                  </a:cubicBezTo>
                  <a:cubicBezTo>
                    <a:pt x="45" y="139"/>
                    <a:pt x="40" y="133"/>
                    <a:pt x="36" y="137"/>
                  </a:cubicBezTo>
                  <a:cubicBezTo>
                    <a:pt x="32" y="142"/>
                    <a:pt x="24" y="149"/>
                    <a:pt x="19" y="150"/>
                  </a:cubicBezTo>
                  <a:cubicBezTo>
                    <a:pt x="13" y="151"/>
                    <a:pt x="16" y="158"/>
                    <a:pt x="19" y="157"/>
                  </a:cubicBezTo>
                  <a:cubicBezTo>
                    <a:pt x="23" y="155"/>
                    <a:pt x="29" y="157"/>
                    <a:pt x="31" y="154"/>
                  </a:cubicBezTo>
                  <a:cubicBezTo>
                    <a:pt x="33" y="151"/>
                    <a:pt x="49" y="147"/>
                    <a:pt x="59" y="147"/>
                  </a:cubicBezTo>
                  <a:cubicBezTo>
                    <a:pt x="69" y="147"/>
                    <a:pt x="63" y="152"/>
                    <a:pt x="64" y="157"/>
                  </a:cubicBezTo>
                  <a:cubicBezTo>
                    <a:pt x="65" y="162"/>
                    <a:pt x="73" y="161"/>
                    <a:pt x="77" y="156"/>
                  </a:cubicBezTo>
                  <a:cubicBezTo>
                    <a:pt x="82" y="151"/>
                    <a:pt x="85" y="152"/>
                    <a:pt x="81" y="149"/>
                  </a:cubicBezTo>
                  <a:cubicBezTo>
                    <a:pt x="78" y="146"/>
                    <a:pt x="82" y="143"/>
                    <a:pt x="85" y="147"/>
                  </a:cubicBezTo>
                  <a:cubicBezTo>
                    <a:pt x="87" y="151"/>
                    <a:pt x="96" y="151"/>
                    <a:pt x="99" y="146"/>
                  </a:cubicBezTo>
                  <a:cubicBezTo>
                    <a:pt x="102" y="141"/>
                    <a:pt x="103" y="147"/>
                    <a:pt x="107" y="147"/>
                  </a:cubicBezTo>
                  <a:cubicBezTo>
                    <a:pt x="111" y="146"/>
                    <a:pt x="114" y="136"/>
                    <a:pt x="114" y="140"/>
                  </a:cubicBezTo>
                  <a:cubicBezTo>
                    <a:pt x="114" y="144"/>
                    <a:pt x="121" y="143"/>
                    <a:pt x="125" y="138"/>
                  </a:cubicBezTo>
                  <a:cubicBezTo>
                    <a:pt x="129" y="134"/>
                    <a:pt x="125" y="126"/>
                    <a:pt x="128" y="122"/>
                  </a:cubicBezTo>
                  <a:cubicBezTo>
                    <a:pt x="130" y="118"/>
                    <a:pt x="133" y="110"/>
                    <a:pt x="130" y="105"/>
                  </a:cubicBezTo>
                  <a:cubicBezTo>
                    <a:pt x="128" y="100"/>
                    <a:pt x="136" y="97"/>
                    <a:pt x="141" y="93"/>
                  </a:cubicBezTo>
                  <a:cubicBezTo>
                    <a:pt x="145" y="89"/>
                    <a:pt x="136" y="69"/>
                    <a:pt x="135" y="63"/>
                  </a:cubicBezTo>
                  <a:cubicBezTo>
                    <a:pt x="135" y="57"/>
                    <a:pt x="124" y="65"/>
                    <a:pt x="121" y="67"/>
                  </a:cubicBezTo>
                  <a:close/>
                  <a:moveTo>
                    <a:pt x="48" y="153"/>
                  </a:moveTo>
                  <a:cubicBezTo>
                    <a:pt x="46" y="157"/>
                    <a:pt x="42" y="155"/>
                    <a:pt x="37" y="156"/>
                  </a:cubicBezTo>
                  <a:cubicBezTo>
                    <a:pt x="32" y="157"/>
                    <a:pt x="32" y="170"/>
                    <a:pt x="35" y="171"/>
                  </a:cubicBezTo>
                  <a:cubicBezTo>
                    <a:pt x="38" y="172"/>
                    <a:pt x="41" y="172"/>
                    <a:pt x="42" y="168"/>
                  </a:cubicBezTo>
                  <a:cubicBezTo>
                    <a:pt x="43" y="164"/>
                    <a:pt x="48" y="163"/>
                    <a:pt x="51" y="165"/>
                  </a:cubicBezTo>
                  <a:cubicBezTo>
                    <a:pt x="55" y="166"/>
                    <a:pt x="59" y="160"/>
                    <a:pt x="59" y="155"/>
                  </a:cubicBezTo>
                  <a:cubicBezTo>
                    <a:pt x="59" y="150"/>
                    <a:pt x="49" y="150"/>
                    <a:pt x="48" y="153"/>
                  </a:cubicBezTo>
                  <a:close/>
                  <a:moveTo>
                    <a:pt x="25" y="166"/>
                  </a:moveTo>
                  <a:cubicBezTo>
                    <a:pt x="25" y="163"/>
                    <a:pt x="17" y="164"/>
                    <a:pt x="17" y="161"/>
                  </a:cubicBezTo>
                  <a:cubicBezTo>
                    <a:pt x="17" y="158"/>
                    <a:pt x="12" y="159"/>
                    <a:pt x="7" y="163"/>
                  </a:cubicBezTo>
                  <a:cubicBezTo>
                    <a:pt x="2" y="167"/>
                    <a:pt x="0" y="167"/>
                    <a:pt x="2" y="171"/>
                  </a:cubicBezTo>
                  <a:cubicBezTo>
                    <a:pt x="4" y="175"/>
                    <a:pt x="7" y="171"/>
                    <a:pt x="8" y="168"/>
                  </a:cubicBezTo>
                  <a:cubicBezTo>
                    <a:pt x="10" y="164"/>
                    <a:pt x="13" y="173"/>
                    <a:pt x="10" y="179"/>
                  </a:cubicBezTo>
                  <a:cubicBezTo>
                    <a:pt x="7" y="185"/>
                    <a:pt x="10" y="193"/>
                    <a:pt x="14" y="193"/>
                  </a:cubicBezTo>
                  <a:cubicBezTo>
                    <a:pt x="18" y="192"/>
                    <a:pt x="22" y="180"/>
                    <a:pt x="27" y="174"/>
                  </a:cubicBezTo>
                  <a:cubicBezTo>
                    <a:pt x="32" y="167"/>
                    <a:pt x="25" y="170"/>
                    <a:pt x="25" y="166"/>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6" name="Freeform 142"/>
            <p:cNvSpPr>
              <a:spLocks noEditPoints="1" noChangeArrowheads="1"/>
            </p:cNvSpPr>
            <p:nvPr/>
          </p:nvSpPr>
          <p:spPr bwMode="auto">
            <a:xfrm>
              <a:off x="5240356" y="1185863"/>
              <a:ext cx="1293818" cy="896939"/>
            </a:xfrm>
            <a:custGeom>
              <a:avLst/>
              <a:gdLst>
                <a:gd name="T0" fmla="*/ 643 w 677"/>
                <a:gd name="T1" fmla="*/ 87 h 469"/>
                <a:gd name="T2" fmla="*/ 610 w 677"/>
                <a:gd name="T3" fmla="*/ 63 h 469"/>
                <a:gd name="T4" fmla="*/ 583 w 677"/>
                <a:gd name="T5" fmla="*/ 26 h 469"/>
                <a:gd name="T6" fmla="*/ 544 w 677"/>
                <a:gd name="T7" fmla="*/ 1 h 469"/>
                <a:gd name="T8" fmla="*/ 517 w 677"/>
                <a:gd name="T9" fmla="*/ 21 h 469"/>
                <a:gd name="T10" fmla="*/ 495 w 677"/>
                <a:gd name="T11" fmla="*/ 54 h 469"/>
                <a:gd name="T12" fmla="*/ 461 w 677"/>
                <a:gd name="T13" fmla="*/ 73 h 469"/>
                <a:gd name="T14" fmla="*/ 482 w 677"/>
                <a:gd name="T15" fmla="*/ 86 h 469"/>
                <a:gd name="T16" fmla="*/ 481 w 677"/>
                <a:gd name="T17" fmla="*/ 105 h 469"/>
                <a:gd name="T18" fmla="*/ 422 w 677"/>
                <a:gd name="T19" fmla="*/ 126 h 469"/>
                <a:gd name="T20" fmla="*/ 380 w 677"/>
                <a:gd name="T21" fmla="*/ 162 h 469"/>
                <a:gd name="T22" fmla="*/ 315 w 677"/>
                <a:gd name="T23" fmla="*/ 166 h 469"/>
                <a:gd name="T24" fmla="*/ 241 w 677"/>
                <a:gd name="T25" fmla="*/ 156 h 469"/>
                <a:gd name="T26" fmla="*/ 210 w 677"/>
                <a:gd name="T27" fmla="*/ 125 h 469"/>
                <a:gd name="T28" fmla="*/ 182 w 677"/>
                <a:gd name="T29" fmla="*/ 90 h 469"/>
                <a:gd name="T30" fmla="*/ 153 w 677"/>
                <a:gd name="T31" fmla="*/ 65 h 469"/>
                <a:gd name="T32" fmla="*/ 137 w 677"/>
                <a:gd name="T33" fmla="*/ 76 h 469"/>
                <a:gd name="T34" fmla="*/ 111 w 677"/>
                <a:gd name="T35" fmla="*/ 96 h 469"/>
                <a:gd name="T36" fmla="*/ 88 w 677"/>
                <a:gd name="T37" fmla="*/ 121 h 469"/>
                <a:gd name="T38" fmla="*/ 78 w 677"/>
                <a:gd name="T39" fmla="*/ 150 h 469"/>
                <a:gd name="T40" fmla="*/ 52 w 677"/>
                <a:gd name="T41" fmla="*/ 175 h 469"/>
                <a:gd name="T42" fmla="*/ 19 w 677"/>
                <a:gd name="T43" fmla="*/ 186 h 469"/>
                <a:gd name="T44" fmla="*/ 0 w 677"/>
                <a:gd name="T45" fmla="*/ 200 h 469"/>
                <a:gd name="T46" fmla="*/ 15 w 677"/>
                <a:gd name="T47" fmla="*/ 232 h 469"/>
                <a:gd name="T48" fmla="*/ 39 w 677"/>
                <a:gd name="T49" fmla="*/ 254 h 469"/>
                <a:gd name="T50" fmla="*/ 59 w 677"/>
                <a:gd name="T51" fmla="*/ 247 h 469"/>
                <a:gd name="T52" fmla="*/ 56 w 677"/>
                <a:gd name="T53" fmla="*/ 276 h 469"/>
                <a:gd name="T54" fmla="*/ 56 w 677"/>
                <a:gd name="T55" fmla="*/ 304 h 469"/>
                <a:gd name="T56" fmla="*/ 77 w 677"/>
                <a:gd name="T57" fmla="*/ 322 h 469"/>
                <a:gd name="T58" fmla="*/ 138 w 677"/>
                <a:gd name="T59" fmla="*/ 347 h 469"/>
                <a:gd name="T60" fmla="*/ 162 w 677"/>
                <a:gd name="T61" fmla="*/ 353 h 469"/>
                <a:gd name="T62" fmla="*/ 183 w 677"/>
                <a:gd name="T63" fmla="*/ 347 h 469"/>
                <a:gd name="T64" fmla="*/ 210 w 677"/>
                <a:gd name="T65" fmla="*/ 340 h 469"/>
                <a:gd name="T66" fmla="*/ 243 w 677"/>
                <a:gd name="T67" fmla="*/ 340 h 469"/>
                <a:gd name="T68" fmla="*/ 261 w 677"/>
                <a:gd name="T69" fmla="*/ 352 h 469"/>
                <a:gd name="T70" fmla="*/ 256 w 677"/>
                <a:gd name="T71" fmla="*/ 395 h 469"/>
                <a:gd name="T72" fmla="*/ 274 w 677"/>
                <a:gd name="T73" fmla="*/ 419 h 469"/>
                <a:gd name="T74" fmla="*/ 298 w 677"/>
                <a:gd name="T75" fmla="*/ 430 h 469"/>
                <a:gd name="T76" fmla="*/ 316 w 677"/>
                <a:gd name="T77" fmla="*/ 412 h 469"/>
                <a:gd name="T78" fmla="*/ 352 w 677"/>
                <a:gd name="T79" fmla="*/ 410 h 469"/>
                <a:gd name="T80" fmla="*/ 375 w 677"/>
                <a:gd name="T81" fmla="*/ 425 h 469"/>
                <a:gd name="T82" fmla="*/ 393 w 677"/>
                <a:gd name="T83" fmla="*/ 440 h 469"/>
                <a:gd name="T84" fmla="*/ 445 w 677"/>
                <a:gd name="T85" fmla="*/ 413 h 469"/>
                <a:gd name="T86" fmla="*/ 484 w 677"/>
                <a:gd name="T87" fmla="*/ 392 h 469"/>
                <a:gd name="T88" fmla="*/ 504 w 677"/>
                <a:gd name="T89" fmla="*/ 368 h 469"/>
                <a:gd name="T90" fmla="*/ 523 w 677"/>
                <a:gd name="T91" fmla="*/ 345 h 469"/>
                <a:gd name="T92" fmla="*/ 527 w 677"/>
                <a:gd name="T93" fmla="*/ 323 h 469"/>
                <a:gd name="T94" fmla="*/ 522 w 677"/>
                <a:gd name="T95" fmla="*/ 306 h 469"/>
                <a:gd name="T96" fmla="*/ 519 w 677"/>
                <a:gd name="T97" fmla="*/ 290 h 469"/>
                <a:gd name="T98" fmla="*/ 505 w 677"/>
                <a:gd name="T99" fmla="*/ 252 h 469"/>
                <a:gd name="T100" fmla="*/ 536 w 677"/>
                <a:gd name="T101" fmla="*/ 234 h 469"/>
                <a:gd name="T102" fmla="*/ 496 w 677"/>
                <a:gd name="T103" fmla="*/ 223 h 469"/>
                <a:gd name="T104" fmla="*/ 512 w 677"/>
                <a:gd name="T105" fmla="*/ 192 h 469"/>
                <a:gd name="T106" fmla="*/ 529 w 677"/>
                <a:gd name="T107" fmla="*/ 208 h 469"/>
                <a:gd name="T108" fmla="*/ 580 w 677"/>
                <a:gd name="T109" fmla="*/ 179 h 469"/>
                <a:gd name="T110" fmla="*/ 606 w 677"/>
                <a:gd name="T111" fmla="*/ 168 h 469"/>
                <a:gd name="T112" fmla="*/ 633 w 677"/>
                <a:gd name="T113" fmla="*/ 157 h 469"/>
                <a:gd name="T114" fmla="*/ 636 w 677"/>
                <a:gd name="T115" fmla="*/ 127 h 469"/>
                <a:gd name="T116" fmla="*/ 667 w 677"/>
                <a:gd name="T117" fmla="*/ 107 h 469"/>
                <a:gd name="T118" fmla="*/ 516 w 677"/>
                <a:gd name="T119" fmla="*/ 418 h 469"/>
                <a:gd name="T120" fmla="*/ 380 w 677"/>
                <a:gd name="T121" fmla="*/ 460 h 46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77"/>
                <a:gd name="T184" fmla="*/ 0 h 469"/>
                <a:gd name="T185" fmla="*/ 677 w 677"/>
                <a:gd name="T186" fmla="*/ 469 h 46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77" h="469">
                  <a:moveTo>
                    <a:pt x="673" y="83"/>
                  </a:moveTo>
                  <a:cubicBezTo>
                    <a:pt x="673" y="77"/>
                    <a:pt x="666" y="79"/>
                    <a:pt x="664" y="81"/>
                  </a:cubicBezTo>
                  <a:cubicBezTo>
                    <a:pt x="662" y="83"/>
                    <a:pt x="655" y="81"/>
                    <a:pt x="653" y="85"/>
                  </a:cubicBezTo>
                  <a:cubicBezTo>
                    <a:pt x="651" y="89"/>
                    <a:pt x="648" y="87"/>
                    <a:pt x="643" y="87"/>
                  </a:cubicBezTo>
                  <a:cubicBezTo>
                    <a:pt x="638" y="88"/>
                    <a:pt x="632" y="86"/>
                    <a:pt x="632" y="83"/>
                  </a:cubicBezTo>
                  <a:cubicBezTo>
                    <a:pt x="632" y="80"/>
                    <a:pt x="629" y="77"/>
                    <a:pt x="630" y="73"/>
                  </a:cubicBezTo>
                  <a:cubicBezTo>
                    <a:pt x="630" y="70"/>
                    <a:pt x="625" y="71"/>
                    <a:pt x="622" y="68"/>
                  </a:cubicBezTo>
                  <a:cubicBezTo>
                    <a:pt x="618" y="65"/>
                    <a:pt x="612" y="62"/>
                    <a:pt x="610" y="63"/>
                  </a:cubicBezTo>
                  <a:cubicBezTo>
                    <a:pt x="609" y="64"/>
                    <a:pt x="605" y="59"/>
                    <a:pt x="599" y="59"/>
                  </a:cubicBezTo>
                  <a:cubicBezTo>
                    <a:pt x="594" y="59"/>
                    <a:pt x="594" y="55"/>
                    <a:pt x="595" y="53"/>
                  </a:cubicBezTo>
                  <a:cubicBezTo>
                    <a:pt x="596" y="50"/>
                    <a:pt x="590" y="43"/>
                    <a:pt x="589" y="39"/>
                  </a:cubicBezTo>
                  <a:cubicBezTo>
                    <a:pt x="588" y="35"/>
                    <a:pt x="584" y="34"/>
                    <a:pt x="583" y="26"/>
                  </a:cubicBezTo>
                  <a:cubicBezTo>
                    <a:pt x="581" y="17"/>
                    <a:pt x="576" y="19"/>
                    <a:pt x="577" y="15"/>
                  </a:cubicBezTo>
                  <a:cubicBezTo>
                    <a:pt x="578" y="11"/>
                    <a:pt x="572" y="9"/>
                    <a:pt x="570" y="7"/>
                  </a:cubicBezTo>
                  <a:cubicBezTo>
                    <a:pt x="568" y="5"/>
                    <a:pt x="561" y="6"/>
                    <a:pt x="556" y="3"/>
                  </a:cubicBezTo>
                  <a:cubicBezTo>
                    <a:pt x="551" y="0"/>
                    <a:pt x="548" y="2"/>
                    <a:pt x="544" y="1"/>
                  </a:cubicBezTo>
                  <a:cubicBezTo>
                    <a:pt x="539" y="0"/>
                    <a:pt x="528" y="2"/>
                    <a:pt x="527" y="2"/>
                  </a:cubicBezTo>
                  <a:cubicBezTo>
                    <a:pt x="526" y="2"/>
                    <a:pt x="517" y="1"/>
                    <a:pt x="513" y="7"/>
                  </a:cubicBezTo>
                  <a:cubicBezTo>
                    <a:pt x="508" y="13"/>
                    <a:pt x="512" y="13"/>
                    <a:pt x="514" y="13"/>
                  </a:cubicBezTo>
                  <a:cubicBezTo>
                    <a:pt x="516" y="13"/>
                    <a:pt x="517" y="19"/>
                    <a:pt x="517" y="21"/>
                  </a:cubicBezTo>
                  <a:cubicBezTo>
                    <a:pt x="517" y="23"/>
                    <a:pt x="514" y="26"/>
                    <a:pt x="512" y="27"/>
                  </a:cubicBezTo>
                  <a:cubicBezTo>
                    <a:pt x="510" y="27"/>
                    <a:pt x="506" y="35"/>
                    <a:pt x="505" y="37"/>
                  </a:cubicBezTo>
                  <a:cubicBezTo>
                    <a:pt x="504" y="40"/>
                    <a:pt x="499" y="47"/>
                    <a:pt x="500" y="49"/>
                  </a:cubicBezTo>
                  <a:cubicBezTo>
                    <a:pt x="500" y="51"/>
                    <a:pt x="497" y="54"/>
                    <a:pt x="495" y="54"/>
                  </a:cubicBezTo>
                  <a:cubicBezTo>
                    <a:pt x="492" y="54"/>
                    <a:pt x="486" y="59"/>
                    <a:pt x="484" y="60"/>
                  </a:cubicBezTo>
                  <a:cubicBezTo>
                    <a:pt x="482" y="60"/>
                    <a:pt x="474" y="59"/>
                    <a:pt x="473" y="57"/>
                  </a:cubicBezTo>
                  <a:cubicBezTo>
                    <a:pt x="473" y="56"/>
                    <a:pt x="472" y="55"/>
                    <a:pt x="471" y="55"/>
                  </a:cubicBezTo>
                  <a:cubicBezTo>
                    <a:pt x="461" y="73"/>
                    <a:pt x="461" y="73"/>
                    <a:pt x="461" y="73"/>
                  </a:cubicBezTo>
                  <a:cubicBezTo>
                    <a:pt x="461" y="78"/>
                    <a:pt x="461" y="78"/>
                    <a:pt x="461" y="78"/>
                  </a:cubicBezTo>
                  <a:cubicBezTo>
                    <a:pt x="461" y="78"/>
                    <a:pt x="455" y="80"/>
                    <a:pt x="459" y="84"/>
                  </a:cubicBezTo>
                  <a:cubicBezTo>
                    <a:pt x="464" y="89"/>
                    <a:pt x="464" y="85"/>
                    <a:pt x="471" y="85"/>
                  </a:cubicBezTo>
                  <a:cubicBezTo>
                    <a:pt x="477" y="85"/>
                    <a:pt x="480" y="90"/>
                    <a:pt x="482" y="86"/>
                  </a:cubicBezTo>
                  <a:cubicBezTo>
                    <a:pt x="483" y="83"/>
                    <a:pt x="489" y="81"/>
                    <a:pt x="493" y="85"/>
                  </a:cubicBezTo>
                  <a:cubicBezTo>
                    <a:pt x="496" y="89"/>
                    <a:pt x="508" y="97"/>
                    <a:pt x="507" y="100"/>
                  </a:cubicBezTo>
                  <a:cubicBezTo>
                    <a:pt x="507" y="104"/>
                    <a:pt x="500" y="103"/>
                    <a:pt x="496" y="102"/>
                  </a:cubicBezTo>
                  <a:cubicBezTo>
                    <a:pt x="491" y="100"/>
                    <a:pt x="485" y="105"/>
                    <a:pt x="481" y="105"/>
                  </a:cubicBezTo>
                  <a:cubicBezTo>
                    <a:pt x="477" y="105"/>
                    <a:pt x="472" y="106"/>
                    <a:pt x="467" y="110"/>
                  </a:cubicBezTo>
                  <a:cubicBezTo>
                    <a:pt x="463" y="115"/>
                    <a:pt x="464" y="119"/>
                    <a:pt x="457" y="120"/>
                  </a:cubicBezTo>
                  <a:cubicBezTo>
                    <a:pt x="451" y="121"/>
                    <a:pt x="448" y="120"/>
                    <a:pt x="440" y="125"/>
                  </a:cubicBezTo>
                  <a:cubicBezTo>
                    <a:pt x="433" y="130"/>
                    <a:pt x="425" y="128"/>
                    <a:pt x="422" y="126"/>
                  </a:cubicBezTo>
                  <a:cubicBezTo>
                    <a:pt x="419" y="125"/>
                    <a:pt x="414" y="124"/>
                    <a:pt x="411" y="129"/>
                  </a:cubicBezTo>
                  <a:cubicBezTo>
                    <a:pt x="408" y="134"/>
                    <a:pt x="415" y="137"/>
                    <a:pt x="414" y="142"/>
                  </a:cubicBezTo>
                  <a:cubicBezTo>
                    <a:pt x="414" y="148"/>
                    <a:pt x="406" y="147"/>
                    <a:pt x="400" y="153"/>
                  </a:cubicBezTo>
                  <a:cubicBezTo>
                    <a:pt x="395" y="160"/>
                    <a:pt x="385" y="163"/>
                    <a:pt x="380" y="162"/>
                  </a:cubicBezTo>
                  <a:cubicBezTo>
                    <a:pt x="375" y="161"/>
                    <a:pt x="364" y="158"/>
                    <a:pt x="355" y="163"/>
                  </a:cubicBezTo>
                  <a:cubicBezTo>
                    <a:pt x="345" y="167"/>
                    <a:pt x="339" y="174"/>
                    <a:pt x="335" y="173"/>
                  </a:cubicBezTo>
                  <a:cubicBezTo>
                    <a:pt x="332" y="172"/>
                    <a:pt x="332" y="168"/>
                    <a:pt x="326" y="169"/>
                  </a:cubicBezTo>
                  <a:cubicBezTo>
                    <a:pt x="321" y="169"/>
                    <a:pt x="318" y="168"/>
                    <a:pt x="315" y="166"/>
                  </a:cubicBezTo>
                  <a:cubicBezTo>
                    <a:pt x="311" y="163"/>
                    <a:pt x="308" y="167"/>
                    <a:pt x="302" y="163"/>
                  </a:cubicBezTo>
                  <a:cubicBezTo>
                    <a:pt x="297" y="158"/>
                    <a:pt x="286" y="159"/>
                    <a:pt x="282" y="158"/>
                  </a:cubicBezTo>
                  <a:cubicBezTo>
                    <a:pt x="278" y="158"/>
                    <a:pt x="261" y="158"/>
                    <a:pt x="255" y="158"/>
                  </a:cubicBezTo>
                  <a:cubicBezTo>
                    <a:pt x="249" y="157"/>
                    <a:pt x="241" y="159"/>
                    <a:pt x="241" y="156"/>
                  </a:cubicBezTo>
                  <a:cubicBezTo>
                    <a:pt x="240" y="153"/>
                    <a:pt x="236" y="151"/>
                    <a:pt x="234" y="145"/>
                  </a:cubicBezTo>
                  <a:cubicBezTo>
                    <a:pt x="233" y="138"/>
                    <a:pt x="229" y="136"/>
                    <a:pt x="225" y="135"/>
                  </a:cubicBezTo>
                  <a:cubicBezTo>
                    <a:pt x="222" y="134"/>
                    <a:pt x="221" y="131"/>
                    <a:pt x="218" y="130"/>
                  </a:cubicBezTo>
                  <a:cubicBezTo>
                    <a:pt x="217" y="130"/>
                    <a:pt x="215" y="125"/>
                    <a:pt x="210" y="125"/>
                  </a:cubicBezTo>
                  <a:cubicBezTo>
                    <a:pt x="205" y="125"/>
                    <a:pt x="187" y="123"/>
                    <a:pt x="184" y="119"/>
                  </a:cubicBezTo>
                  <a:cubicBezTo>
                    <a:pt x="182" y="115"/>
                    <a:pt x="187" y="114"/>
                    <a:pt x="187" y="109"/>
                  </a:cubicBezTo>
                  <a:cubicBezTo>
                    <a:pt x="187" y="105"/>
                    <a:pt x="190" y="100"/>
                    <a:pt x="188" y="98"/>
                  </a:cubicBezTo>
                  <a:cubicBezTo>
                    <a:pt x="186" y="97"/>
                    <a:pt x="182" y="93"/>
                    <a:pt x="182" y="90"/>
                  </a:cubicBezTo>
                  <a:cubicBezTo>
                    <a:pt x="181" y="86"/>
                    <a:pt x="176" y="82"/>
                    <a:pt x="172" y="82"/>
                  </a:cubicBezTo>
                  <a:cubicBezTo>
                    <a:pt x="168" y="82"/>
                    <a:pt x="165" y="79"/>
                    <a:pt x="162" y="76"/>
                  </a:cubicBezTo>
                  <a:cubicBezTo>
                    <a:pt x="158" y="73"/>
                    <a:pt x="155" y="73"/>
                    <a:pt x="154" y="66"/>
                  </a:cubicBezTo>
                  <a:cubicBezTo>
                    <a:pt x="154" y="65"/>
                    <a:pt x="153" y="65"/>
                    <a:pt x="153" y="65"/>
                  </a:cubicBezTo>
                  <a:cubicBezTo>
                    <a:pt x="152" y="64"/>
                    <a:pt x="150" y="64"/>
                    <a:pt x="149" y="64"/>
                  </a:cubicBezTo>
                  <a:cubicBezTo>
                    <a:pt x="148" y="64"/>
                    <a:pt x="147" y="63"/>
                    <a:pt x="146" y="62"/>
                  </a:cubicBezTo>
                  <a:cubicBezTo>
                    <a:pt x="145" y="65"/>
                    <a:pt x="142" y="67"/>
                    <a:pt x="142" y="69"/>
                  </a:cubicBezTo>
                  <a:cubicBezTo>
                    <a:pt x="142" y="72"/>
                    <a:pt x="141" y="76"/>
                    <a:pt x="137" y="76"/>
                  </a:cubicBezTo>
                  <a:cubicBezTo>
                    <a:pt x="134" y="76"/>
                    <a:pt x="130" y="78"/>
                    <a:pt x="130" y="84"/>
                  </a:cubicBezTo>
                  <a:cubicBezTo>
                    <a:pt x="130" y="90"/>
                    <a:pt x="133" y="91"/>
                    <a:pt x="132" y="93"/>
                  </a:cubicBezTo>
                  <a:cubicBezTo>
                    <a:pt x="130" y="96"/>
                    <a:pt x="123" y="98"/>
                    <a:pt x="121" y="97"/>
                  </a:cubicBezTo>
                  <a:cubicBezTo>
                    <a:pt x="119" y="96"/>
                    <a:pt x="114" y="97"/>
                    <a:pt x="111" y="96"/>
                  </a:cubicBezTo>
                  <a:cubicBezTo>
                    <a:pt x="107" y="96"/>
                    <a:pt x="104" y="91"/>
                    <a:pt x="103" y="96"/>
                  </a:cubicBezTo>
                  <a:cubicBezTo>
                    <a:pt x="102" y="101"/>
                    <a:pt x="94" y="116"/>
                    <a:pt x="96" y="118"/>
                  </a:cubicBezTo>
                  <a:cubicBezTo>
                    <a:pt x="98" y="119"/>
                    <a:pt x="99" y="123"/>
                    <a:pt x="96" y="123"/>
                  </a:cubicBezTo>
                  <a:cubicBezTo>
                    <a:pt x="93" y="123"/>
                    <a:pt x="90" y="123"/>
                    <a:pt x="88" y="121"/>
                  </a:cubicBezTo>
                  <a:cubicBezTo>
                    <a:pt x="86" y="119"/>
                    <a:pt x="81" y="123"/>
                    <a:pt x="77" y="123"/>
                  </a:cubicBezTo>
                  <a:cubicBezTo>
                    <a:pt x="76" y="123"/>
                    <a:pt x="68" y="126"/>
                    <a:pt x="71" y="128"/>
                  </a:cubicBezTo>
                  <a:cubicBezTo>
                    <a:pt x="73" y="129"/>
                    <a:pt x="73" y="135"/>
                    <a:pt x="73" y="137"/>
                  </a:cubicBezTo>
                  <a:cubicBezTo>
                    <a:pt x="73" y="140"/>
                    <a:pt x="79" y="147"/>
                    <a:pt x="78" y="150"/>
                  </a:cubicBezTo>
                  <a:cubicBezTo>
                    <a:pt x="77" y="152"/>
                    <a:pt x="72" y="155"/>
                    <a:pt x="72" y="158"/>
                  </a:cubicBezTo>
                  <a:cubicBezTo>
                    <a:pt x="72" y="162"/>
                    <a:pt x="73" y="165"/>
                    <a:pt x="71" y="165"/>
                  </a:cubicBezTo>
                  <a:cubicBezTo>
                    <a:pt x="69" y="166"/>
                    <a:pt x="64" y="168"/>
                    <a:pt x="61" y="170"/>
                  </a:cubicBezTo>
                  <a:cubicBezTo>
                    <a:pt x="58" y="172"/>
                    <a:pt x="54" y="172"/>
                    <a:pt x="52" y="175"/>
                  </a:cubicBezTo>
                  <a:cubicBezTo>
                    <a:pt x="51" y="178"/>
                    <a:pt x="49" y="181"/>
                    <a:pt x="43" y="180"/>
                  </a:cubicBezTo>
                  <a:cubicBezTo>
                    <a:pt x="39" y="180"/>
                    <a:pt x="37" y="179"/>
                    <a:pt x="33" y="183"/>
                  </a:cubicBezTo>
                  <a:cubicBezTo>
                    <a:pt x="30" y="188"/>
                    <a:pt x="29" y="186"/>
                    <a:pt x="26" y="188"/>
                  </a:cubicBezTo>
                  <a:cubicBezTo>
                    <a:pt x="24" y="190"/>
                    <a:pt x="21" y="186"/>
                    <a:pt x="19" y="186"/>
                  </a:cubicBezTo>
                  <a:cubicBezTo>
                    <a:pt x="17" y="185"/>
                    <a:pt x="15" y="188"/>
                    <a:pt x="13" y="188"/>
                  </a:cubicBezTo>
                  <a:cubicBezTo>
                    <a:pt x="11" y="188"/>
                    <a:pt x="9" y="191"/>
                    <a:pt x="6" y="192"/>
                  </a:cubicBezTo>
                  <a:cubicBezTo>
                    <a:pt x="4" y="193"/>
                    <a:pt x="1" y="192"/>
                    <a:pt x="1" y="195"/>
                  </a:cubicBezTo>
                  <a:cubicBezTo>
                    <a:pt x="1" y="197"/>
                    <a:pt x="1" y="199"/>
                    <a:pt x="0" y="200"/>
                  </a:cubicBezTo>
                  <a:cubicBezTo>
                    <a:pt x="0" y="200"/>
                    <a:pt x="0" y="200"/>
                    <a:pt x="0" y="200"/>
                  </a:cubicBezTo>
                  <a:cubicBezTo>
                    <a:pt x="1" y="210"/>
                    <a:pt x="1" y="210"/>
                    <a:pt x="1" y="210"/>
                  </a:cubicBezTo>
                  <a:cubicBezTo>
                    <a:pt x="1" y="210"/>
                    <a:pt x="12" y="214"/>
                    <a:pt x="12" y="217"/>
                  </a:cubicBezTo>
                  <a:cubicBezTo>
                    <a:pt x="13" y="221"/>
                    <a:pt x="15" y="232"/>
                    <a:pt x="15" y="232"/>
                  </a:cubicBezTo>
                  <a:cubicBezTo>
                    <a:pt x="15" y="232"/>
                    <a:pt x="15" y="232"/>
                    <a:pt x="14" y="232"/>
                  </a:cubicBezTo>
                  <a:cubicBezTo>
                    <a:pt x="19" y="236"/>
                    <a:pt x="25" y="239"/>
                    <a:pt x="25" y="241"/>
                  </a:cubicBezTo>
                  <a:cubicBezTo>
                    <a:pt x="25" y="242"/>
                    <a:pt x="25" y="247"/>
                    <a:pt x="30" y="249"/>
                  </a:cubicBezTo>
                  <a:cubicBezTo>
                    <a:pt x="34" y="251"/>
                    <a:pt x="37" y="253"/>
                    <a:pt x="39" y="254"/>
                  </a:cubicBezTo>
                  <a:cubicBezTo>
                    <a:pt x="39" y="253"/>
                    <a:pt x="40" y="253"/>
                    <a:pt x="40" y="253"/>
                  </a:cubicBezTo>
                  <a:cubicBezTo>
                    <a:pt x="44" y="252"/>
                    <a:pt x="44" y="252"/>
                    <a:pt x="44" y="252"/>
                  </a:cubicBezTo>
                  <a:cubicBezTo>
                    <a:pt x="44" y="252"/>
                    <a:pt x="45" y="253"/>
                    <a:pt x="47" y="255"/>
                  </a:cubicBezTo>
                  <a:cubicBezTo>
                    <a:pt x="48" y="251"/>
                    <a:pt x="55" y="247"/>
                    <a:pt x="59" y="247"/>
                  </a:cubicBezTo>
                  <a:cubicBezTo>
                    <a:pt x="64" y="248"/>
                    <a:pt x="73" y="255"/>
                    <a:pt x="72" y="258"/>
                  </a:cubicBezTo>
                  <a:cubicBezTo>
                    <a:pt x="71" y="261"/>
                    <a:pt x="64" y="271"/>
                    <a:pt x="61" y="272"/>
                  </a:cubicBezTo>
                  <a:cubicBezTo>
                    <a:pt x="60" y="272"/>
                    <a:pt x="58" y="272"/>
                    <a:pt x="56" y="272"/>
                  </a:cubicBezTo>
                  <a:cubicBezTo>
                    <a:pt x="56" y="274"/>
                    <a:pt x="56" y="275"/>
                    <a:pt x="56" y="276"/>
                  </a:cubicBezTo>
                  <a:cubicBezTo>
                    <a:pt x="56" y="278"/>
                    <a:pt x="60" y="282"/>
                    <a:pt x="62" y="286"/>
                  </a:cubicBezTo>
                  <a:cubicBezTo>
                    <a:pt x="64" y="290"/>
                    <a:pt x="58" y="292"/>
                    <a:pt x="55" y="290"/>
                  </a:cubicBezTo>
                  <a:cubicBezTo>
                    <a:pt x="52" y="287"/>
                    <a:pt x="51" y="292"/>
                    <a:pt x="52" y="295"/>
                  </a:cubicBezTo>
                  <a:cubicBezTo>
                    <a:pt x="54" y="297"/>
                    <a:pt x="53" y="303"/>
                    <a:pt x="56" y="304"/>
                  </a:cubicBezTo>
                  <a:cubicBezTo>
                    <a:pt x="60" y="304"/>
                    <a:pt x="62" y="310"/>
                    <a:pt x="66" y="310"/>
                  </a:cubicBezTo>
                  <a:cubicBezTo>
                    <a:pt x="69" y="310"/>
                    <a:pt x="73" y="316"/>
                    <a:pt x="73" y="316"/>
                  </a:cubicBezTo>
                  <a:cubicBezTo>
                    <a:pt x="73" y="316"/>
                    <a:pt x="77" y="319"/>
                    <a:pt x="77" y="321"/>
                  </a:cubicBezTo>
                  <a:cubicBezTo>
                    <a:pt x="77" y="321"/>
                    <a:pt x="77" y="321"/>
                    <a:pt x="77" y="322"/>
                  </a:cubicBezTo>
                  <a:cubicBezTo>
                    <a:pt x="81" y="321"/>
                    <a:pt x="84" y="321"/>
                    <a:pt x="84" y="320"/>
                  </a:cubicBezTo>
                  <a:cubicBezTo>
                    <a:pt x="85" y="318"/>
                    <a:pt x="90" y="318"/>
                    <a:pt x="93" y="321"/>
                  </a:cubicBezTo>
                  <a:cubicBezTo>
                    <a:pt x="97" y="325"/>
                    <a:pt x="111" y="334"/>
                    <a:pt x="116" y="338"/>
                  </a:cubicBezTo>
                  <a:cubicBezTo>
                    <a:pt x="121" y="342"/>
                    <a:pt x="134" y="347"/>
                    <a:pt x="138" y="347"/>
                  </a:cubicBezTo>
                  <a:cubicBezTo>
                    <a:pt x="142" y="347"/>
                    <a:pt x="146" y="350"/>
                    <a:pt x="153" y="350"/>
                  </a:cubicBezTo>
                  <a:cubicBezTo>
                    <a:pt x="154" y="349"/>
                    <a:pt x="154" y="350"/>
                    <a:pt x="155" y="350"/>
                  </a:cubicBezTo>
                  <a:cubicBezTo>
                    <a:pt x="156" y="349"/>
                    <a:pt x="158" y="349"/>
                    <a:pt x="159" y="347"/>
                  </a:cubicBezTo>
                  <a:cubicBezTo>
                    <a:pt x="161" y="344"/>
                    <a:pt x="163" y="349"/>
                    <a:pt x="162" y="353"/>
                  </a:cubicBezTo>
                  <a:cubicBezTo>
                    <a:pt x="162" y="354"/>
                    <a:pt x="162" y="356"/>
                    <a:pt x="163" y="358"/>
                  </a:cubicBezTo>
                  <a:cubicBezTo>
                    <a:pt x="164" y="356"/>
                    <a:pt x="165" y="355"/>
                    <a:pt x="166" y="353"/>
                  </a:cubicBezTo>
                  <a:cubicBezTo>
                    <a:pt x="168" y="347"/>
                    <a:pt x="171" y="348"/>
                    <a:pt x="174" y="346"/>
                  </a:cubicBezTo>
                  <a:cubicBezTo>
                    <a:pt x="176" y="344"/>
                    <a:pt x="178" y="345"/>
                    <a:pt x="183" y="347"/>
                  </a:cubicBezTo>
                  <a:cubicBezTo>
                    <a:pt x="187" y="350"/>
                    <a:pt x="189" y="345"/>
                    <a:pt x="196" y="351"/>
                  </a:cubicBezTo>
                  <a:cubicBezTo>
                    <a:pt x="197" y="350"/>
                    <a:pt x="199" y="349"/>
                    <a:pt x="200" y="349"/>
                  </a:cubicBezTo>
                  <a:cubicBezTo>
                    <a:pt x="201" y="349"/>
                    <a:pt x="203" y="347"/>
                    <a:pt x="205" y="345"/>
                  </a:cubicBezTo>
                  <a:cubicBezTo>
                    <a:pt x="207" y="342"/>
                    <a:pt x="207" y="340"/>
                    <a:pt x="210" y="340"/>
                  </a:cubicBezTo>
                  <a:cubicBezTo>
                    <a:pt x="212" y="341"/>
                    <a:pt x="214" y="337"/>
                    <a:pt x="219" y="334"/>
                  </a:cubicBezTo>
                  <a:cubicBezTo>
                    <a:pt x="225" y="331"/>
                    <a:pt x="230" y="336"/>
                    <a:pt x="233" y="333"/>
                  </a:cubicBezTo>
                  <a:cubicBezTo>
                    <a:pt x="235" y="331"/>
                    <a:pt x="239" y="330"/>
                    <a:pt x="239" y="333"/>
                  </a:cubicBezTo>
                  <a:cubicBezTo>
                    <a:pt x="239" y="335"/>
                    <a:pt x="242" y="337"/>
                    <a:pt x="243" y="340"/>
                  </a:cubicBezTo>
                  <a:cubicBezTo>
                    <a:pt x="244" y="342"/>
                    <a:pt x="248" y="343"/>
                    <a:pt x="249" y="344"/>
                  </a:cubicBezTo>
                  <a:cubicBezTo>
                    <a:pt x="250" y="343"/>
                    <a:pt x="251" y="343"/>
                    <a:pt x="251" y="343"/>
                  </a:cubicBezTo>
                  <a:cubicBezTo>
                    <a:pt x="254" y="341"/>
                    <a:pt x="259" y="343"/>
                    <a:pt x="259" y="346"/>
                  </a:cubicBezTo>
                  <a:cubicBezTo>
                    <a:pt x="259" y="349"/>
                    <a:pt x="259" y="352"/>
                    <a:pt x="261" y="352"/>
                  </a:cubicBezTo>
                  <a:cubicBezTo>
                    <a:pt x="264" y="352"/>
                    <a:pt x="266" y="352"/>
                    <a:pt x="266" y="358"/>
                  </a:cubicBezTo>
                  <a:cubicBezTo>
                    <a:pt x="266" y="363"/>
                    <a:pt x="268" y="369"/>
                    <a:pt x="263" y="374"/>
                  </a:cubicBezTo>
                  <a:cubicBezTo>
                    <a:pt x="258" y="379"/>
                    <a:pt x="253" y="387"/>
                    <a:pt x="254" y="390"/>
                  </a:cubicBezTo>
                  <a:cubicBezTo>
                    <a:pt x="255" y="392"/>
                    <a:pt x="252" y="397"/>
                    <a:pt x="256" y="395"/>
                  </a:cubicBezTo>
                  <a:cubicBezTo>
                    <a:pt x="259" y="394"/>
                    <a:pt x="267" y="395"/>
                    <a:pt x="266" y="397"/>
                  </a:cubicBezTo>
                  <a:cubicBezTo>
                    <a:pt x="265" y="399"/>
                    <a:pt x="266" y="406"/>
                    <a:pt x="270" y="407"/>
                  </a:cubicBezTo>
                  <a:cubicBezTo>
                    <a:pt x="273" y="407"/>
                    <a:pt x="275" y="409"/>
                    <a:pt x="274" y="412"/>
                  </a:cubicBezTo>
                  <a:cubicBezTo>
                    <a:pt x="273" y="415"/>
                    <a:pt x="271" y="419"/>
                    <a:pt x="274" y="419"/>
                  </a:cubicBezTo>
                  <a:cubicBezTo>
                    <a:pt x="277" y="419"/>
                    <a:pt x="281" y="419"/>
                    <a:pt x="280" y="422"/>
                  </a:cubicBezTo>
                  <a:cubicBezTo>
                    <a:pt x="280" y="425"/>
                    <a:pt x="282" y="428"/>
                    <a:pt x="287" y="426"/>
                  </a:cubicBezTo>
                  <a:cubicBezTo>
                    <a:pt x="290" y="425"/>
                    <a:pt x="292" y="424"/>
                    <a:pt x="292" y="425"/>
                  </a:cubicBezTo>
                  <a:cubicBezTo>
                    <a:pt x="294" y="425"/>
                    <a:pt x="294" y="429"/>
                    <a:pt x="298" y="430"/>
                  </a:cubicBezTo>
                  <a:cubicBezTo>
                    <a:pt x="301" y="431"/>
                    <a:pt x="300" y="422"/>
                    <a:pt x="298" y="421"/>
                  </a:cubicBezTo>
                  <a:cubicBezTo>
                    <a:pt x="297" y="420"/>
                    <a:pt x="299" y="414"/>
                    <a:pt x="300" y="415"/>
                  </a:cubicBezTo>
                  <a:cubicBezTo>
                    <a:pt x="301" y="417"/>
                    <a:pt x="305" y="415"/>
                    <a:pt x="308" y="413"/>
                  </a:cubicBezTo>
                  <a:cubicBezTo>
                    <a:pt x="310" y="410"/>
                    <a:pt x="314" y="415"/>
                    <a:pt x="316" y="412"/>
                  </a:cubicBezTo>
                  <a:cubicBezTo>
                    <a:pt x="318" y="409"/>
                    <a:pt x="322" y="414"/>
                    <a:pt x="326" y="412"/>
                  </a:cubicBezTo>
                  <a:cubicBezTo>
                    <a:pt x="330" y="410"/>
                    <a:pt x="332" y="414"/>
                    <a:pt x="333" y="410"/>
                  </a:cubicBezTo>
                  <a:cubicBezTo>
                    <a:pt x="335" y="407"/>
                    <a:pt x="341" y="403"/>
                    <a:pt x="342" y="405"/>
                  </a:cubicBezTo>
                  <a:cubicBezTo>
                    <a:pt x="344" y="406"/>
                    <a:pt x="344" y="409"/>
                    <a:pt x="352" y="410"/>
                  </a:cubicBezTo>
                  <a:cubicBezTo>
                    <a:pt x="359" y="410"/>
                    <a:pt x="355" y="414"/>
                    <a:pt x="355" y="416"/>
                  </a:cubicBezTo>
                  <a:cubicBezTo>
                    <a:pt x="355" y="418"/>
                    <a:pt x="363" y="424"/>
                    <a:pt x="366" y="425"/>
                  </a:cubicBezTo>
                  <a:cubicBezTo>
                    <a:pt x="366" y="425"/>
                    <a:pt x="367" y="425"/>
                    <a:pt x="368" y="427"/>
                  </a:cubicBezTo>
                  <a:cubicBezTo>
                    <a:pt x="370" y="425"/>
                    <a:pt x="374" y="427"/>
                    <a:pt x="375" y="425"/>
                  </a:cubicBezTo>
                  <a:cubicBezTo>
                    <a:pt x="376" y="422"/>
                    <a:pt x="380" y="423"/>
                    <a:pt x="381" y="425"/>
                  </a:cubicBezTo>
                  <a:cubicBezTo>
                    <a:pt x="383" y="428"/>
                    <a:pt x="384" y="428"/>
                    <a:pt x="388" y="425"/>
                  </a:cubicBezTo>
                  <a:cubicBezTo>
                    <a:pt x="391" y="422"/>
                    <a:pt x="393" y="428"/>
                    <a:pt x="391" y="430"/>
                  </a:cubicBezTo>
                  <a:cubicBezTo>
                    <a:pt x="389" y="431"/>
                    <a:pt x="390" y="437"/>
                    <a:pt x="393" y="440"/>
                  </a:cubicBezTo>
                  <a:cubicBezTo>
                    <a:pt x="396" y="443"/>
                    <a:pt x="397" y="438"/>
                    <a:pt x="396" y="435"/>
                  </a:cubicBezTo>
                  <a:cubicBezTo>
                    <a:pt x="396" y="432"/>
                    <a:pt x="402" y="429"/>
                    <a:pt x="412" y="425"/>
                  </a:cubicBezTo>
                  <a:cubicBezTo>
                    <a:pt x="423" y="422"/>
                    <a:pt x="434" y="414"/>
                    <a:pt x="434" y="412"/>
                  </a:cubicBezTo>
                  <a:cubicBezTo>
                    <a:pt x="434" y="411"/>
                    <a:pt x="442" y="415"/>
                    <a:pt x="445" y="413"/>
                  </a:cubicBezTo>
                  <a:cubicBezTo>
                    <a:pt x="449" y="410"/>
                    <a:pt x="461" y="410"/>
                    <a:pt x="465" y="410"/>
                  </a:cubicBezTo>
                  <a:cubicBezTo>
                    <a:pt x="468" y="409"/>
                    <a:pt x="468" y="407"/>
                    <a:pt x="471" y="404"/>
                  </a:cubicBezTo>
                  <a:cubicBezTo>
                    <a:pt x="475" y="401"/>
                    <a:pt x="474" y="400"/>
                    <a:pt x="478" y="398"/>
                  </a:cubicBezTo>
                  <a:cubicBezTo>
                    <a:pt x="482" y="397"/>
                    <a:pt x="484" y="394"/>
                    <a:pt x="484" y="392"/>
                  </a:cubicBezTo>
                  <a:cubicBezTo>
                    <a:pt x="484" y="390"/>
                    <a:pt x="492" y="389"/>
                    <a:pt x="492" y="387"/>
                  </a:cubicBezTo>
                  <a:cubicBezTo>
                    <a:pt x="492" y="385"/>
                    <a:pt x="498" y="384"/>
                    <a:pt x="498" y="381"/>
                  </a:cubicBezTo>
                  <a:cubicBezTo>
                    <a:pt x="498" y="379"/>
                    <a:pt x="501" y="379"/>
                    <a:pt x="503" y="377"/>
                  </a:cubicBezTo>
                  <a:cubicBezTo>
                    <a:pt x="504" y="375"/>
                    <a:pt x="501" y="369"/>
                    <a:pt x="504" y="368"/>
                  </a:cubicBezTo>
                  <a:cubicBezTo>
                    <a:pt x="507" y="368"/>
                    <a:pt x="503" y="364"/>
                    <a:pt x="503" y="363"/>
                  </a:cubicBezTo>
                  <a:cubicBezTo>
                    <a:pt x="502" y="361"/>
                    <a:pt x="508" y="361"/>
                    <a:pt x="510" y="359"/>
                  </a:cubicBezTo>
                  <a:cubicBezTo>
                    <a:pt x="513" y="357"/>
                    <a:pt x="515" y="355"/>
                    <a:pt x="516" y="351"/>
                  </a:cubicBezTo>
                  <a:cubicBezTo>
                    <a:pt x="516" y="348"/>
                    <a:pt x="521" y="345"/>
                    <a:pt x="523" y="345"/>
                  </a:cubicBezTo>
                  <a:cubicBezTo>
                    <a:pt x="525" y="344"/>
                    <a:pt x="526" y="339"/>
                    <a:pt x="525" y="335"/>
                  </a:cubicBezTo>
                  <a:cubicBezTo>
                    <a:pt x="525" y="332"/>
                    <a:pt x="529" y="333"/>
                    <a:pt x="527" y="331"/>
                  </a:cubicBezTo>
                  <a:cubicBezTo>
                    <a:pt x="525" y="330"/>
                    <a:pt x="528" y="325"/>
                    <a:pt x="532" y="324"/>
                  </a:cubicBezTo>
                  <a:cubicBezTo>
                    <a:pt x="536" y="323"/>
                    <a:pt x="529" y="321"/>
                    <a:pt x="527" y="323"/>
                  </a:cubicBezTo>
                  <a:cubicBezTo>
                    <a:pt x="525" y="325"/>
                    <a:pt x="523" y="318"/>
                    <a:pt x="521" y="321"/>
                  </a:cubicBezTo>
                  <a:cubicBezTo>
                    <a:pt x="519" y="323"/>
                    <a:pt x="513" y="319"/>
                    <a:pt x="517" y="318"/>
                  </a:cubicBezTo>
                  <a:cubicBezTo>
                    <a:pt x="520" y="317"/>
                    <a:pt x="526" y="313"/>
                    <a:pt x="529" y="312"/>
                  </a:cubicBezTo>
                  <a:cubicBezTo>
                    <a:pt x="531" y="312"/>
                    <a:pt x="525" y="306"/>
                    <a:pt x="522" y="306"/>
                  </a:cubicBezTo>
                  <a:cubicBezTo>
                    <a:pt x="519" y="306"/>
                    <a:pt x="515" y="299"/>
                    <a:pt x="512" y="299"/>
                  </a:cubicBezTo>
                  <a:cubicBezTo>
                    <a:pt x="508" y="299"/>
                    <a:pt x="514" y="297"/>
                    <a:pt x="518" y="299"/>
                  </a:cubicBezTo>
                  <a:cubicBezTo>
                    <a:pt x="522" y="301"/>
                    <a:pt x="526" y="302"/>
                    <a:pt x="528" y="301"/>
                  </a:cubicBezTo>
                  <a:cubicBezTo>
                    <a:pt x="530" y="299"/>
                    <a:pt x="522" y="292"/>
                    <a:pt x="519" y="290"/>
                  </a:cubicBezTo>
                  <a:cubicBezTo>
                    <a:pt x="516" y="288"/>
                    <a:pt x="518" y="284"/>
                    <a:pt x="517" y="283"/>
                  </a:cubicBezTo>
                  <a:cubicBezTo>
                    <a:pt x="515" y="282"/>
                    <a:pt x="511" y="273"/>
                    <a:pt x="509" y="269"/>
                  </a:cubicBezTo>
                  <a:cubicBezTo>
                    <a:pt x="508" y="266"/>
                    <a:pt x="501" y="265"/>
                    <a:pt x="499" y="262"/>
                  </a:cubicBezTo>
                  <a:cubicBezTo>
                    <a:pt x="498" y="260"/>
                    <a:pt x="500" y="254"/>
                    <a:pt x="505" y="252"/>
                  </a:cubicBezTo>
                  <a:cubicBezTo>
                    <a:pt x="510" y="250"/>
                    <a:pt x="508" y="245"/>
                    <a:pt x="510" y="246"/>
                  </a:cubicBezTo>
                  <a:cubicBezTo>
                    <a:pt x="512" y="246"/>
                    <a:pt x="514" y="245"/>
                    <a:pt x="516" y="242"/>
                  </a:cubicBezTo>
                  <a:cubicBezTo>
                    <a:pt x="518" y="238"/>
                    <a:pt x="521" y="240"/>
                    <a:pt x="523" y="238"/>
                  </a:cubicBezTo>
                  <a:cubicBezTo>
                    <a:pt x="525" y="236"/>
                    <a:pt x="533" y="236"/>
                    <a:pt x="536" y="234"/>
                  </a:cubicBezTo>
                  <a:cubicBezTo>
                    <a:pt x="539" y="232"/>
                    <a:pt x="533" y="226"/>
                    <a:pt x="529" y="227"/>
                  </a:cubicBezTo>
                  <a:cubicBezTo>
                    <a:pt x="526" y="228"/>
                    <a:pt x="521" y="227"/>
                    <a:pt x="518" y="223"/>
                  </a:cubicBezTo>
                  <a:cubicBezTo>
                    <a:pt x="516" y="219"/>
                    <a:pt x="509" y="230"/>
                    <a:pt x="503" y="232"/>
                  </a:cubicBezTo>
                  <a:cubicBezTo>
                    <a:pt x="498" y="235"/>
                    <a:pt x="495" y="228"/>
                    <a:pt x="496" y="223"/>
                  </a:cubicBezTo>
                  <a:cubicBezTo>
                    <a:pt x="498" y="219"/>
                    <a:pt x="492" y="219"/>
                    <a:pt x="485" y="219"/>
                  </a:cubicBezTo>
                  <a:cubicBezTo>
                    <a:pt x="477" y="220"/>
                    <a:pt x="480" y="206"/>
                    <a:pt x="485" y="205"/>
                  </a:cubicBezTo>
                  <a:cubicBezTo>
                    <a:pt x="489" y="205"/>
                    <a:pt x="496" y="210"/>
                    <a:pt x="499" y="201"/>
                  </a:cubicBezTo>
                  <a:cubicBezTo>
                    <a:pt x="501" y="193"/>
                    <a:pt x="505" y="199"/>
                    <a:pt x="512" y="192"/>
                  </a:cubicBezTo>
                  <a:cubicBezTo>
                    <a:pt x="518" y="185"/>
                    <a:pt x="525" y="180"/>
                    <a:pt x="531" y="185"/>
                  </a:cubicBezTo>
                  <a:cubicBezTo>
                    <a:pt x="536" y="189"/>
                    <a:pt x="525" y="196"/>
                    <a:pt x="523" y="200"/>
                  </a:cubicBezTo>
                  <a:cubicBezTo>
                    <a:pt x="521" y="204"/>
                    <a:pt x="525" y="205"/>
                    <a:pt x="522" y="209"/>
                  </a:cubicBezTo>
                  <a:cubicBezTo>
                    <a:pt x="518" y="212"/>
                    <a:pt x="523" y="213"/>
                    <a:pt x="529" y="208"/>
                  </a:cubicBezTo>
                  <a:cubicBezTo>
                    <a:pt x="536" y="204"/>
                    <a:pt x="544" y="199"/>
                    <a:pt x="550" y="197"/>
                  </a:cubicBezTo>
                  <a:cubicBezTo>
                    <a:pt x="552" y="196"/>
                    <a:pt x="554" y="196"/>
                    <a:pt x="556" y="196"/>
                  </a:cubicBezTo>
                  <a:cubicBezTo>
                    <a:pt x="557" y="194"/>
                    <a:pt x="558" y="192"/>
                    <a:pt x="559" y="191"/>
                  </a:cubicBezTo>
                  <a:cubicBezTo>
                    <a:pt x="563" y="189"/>
                    <a:pt x="578" y="182"/>
                    <a:pt x="580" y="179"/>
                  </a:cubicBezTo>
                  <a:cubicBezTo>
                    <a:pt x="582" y="177"/>
                    <a:pt x="584" y="171"/>
                    <a:pt x="587" y="171"/>
                  </a:cubicBezTo>
                  <a:cubicBezTo>
                    <a:pt x="590" y="171"/>
                    <a:pt x="590" y="174"/>
                    <a:pt x="594" y="174"/>
                  </a:cubicBezTo>
                  <a:cubicBezTo>
                    <a:pt x="599" y="174"/>
                    <a:pt x="604" y="176"/>
                    <a:pt x="602" y="172"/>
                  </a:cubicBezTo>
                  <a:cubicBezTo>
                    <a:pt x="599" y="169"/>
                    <a:pt x="601" y="169"/>
                    <a:pt x="606" y="168"/>
                  </a:cubicBezTo>
                  <a:cubicBezTo>
                    <a:pt x="611" y="167"/>
                    <a:pt x="610" y="162"/>
                    <a:pt x="614" y="162"/>
                  </a:cubicBezTo>
                  <a:cubicBezTo>
                    <a:pt x="618" y="162"/>
                    <a:pt x="617" y="153"/>
                    <a:pt x="621" y="153"/>
                  </a:cubicBezTo>
                  <a:cubicBezTo>
                    <a:pt x="624" y="153"/>
                    <a:pt x="626" y="158"/>
                    <a:pt x="630" y="157"/>
                  </a:cubicBezTo>
                  <a:cubicBezTo>
                    <a:pt x="631" y="157"/>
                    <a:pt x="632" y="157"/>
                    <a:pt x="633" y="157"/>
                  </a:cubicBezTo>
                  <a:cubicBezTo>
                    <a:pt x="634" y="157"/>
                    <a:pt x="635" y="156"/>
                    <a:pt x="636" y="155"/>
                  </a:cubicBezTo>
                  <a:cubicBezTo>
                    <a:pt x="635" y="151"/>
                    <a:pt x="636" y="147"/>
                    <a:pt x="635" y="145"/>
                  </a:cubicBezTo>
                  <a:cubicBezTo>
                    <a:pt x="633" y="141"/>
                    <a:pt x="635" y="138"/>
                    <a:pt x="634" y="135"/>
                  </a:cubicBezTo>
                  <a:cubicBezTo>
                    <a:pt x="634" y="133"/>
                    <a:pt x="633" y="127"/>
                    <a:pt x="636" y="127"/>
                  </a:cubicBezTo>
                  <a:cubicBezTo>
                    <a:pt x="639" y="127"/>
                    <a:pt x="642" y="121"/>
                    <a:pt x="645" y="123"/>
                  </a:cubicBezTo>
                  <a:cubicBezTo>
                    <a:pt x="649" y="125"/>
                    <a:pt x="655" y="126"/>
                    <a:pt x="655" y="123"/>
                  </a:cubicBezTo>
                  <a:cubicBezTo>
                    <a:pt x="655" y="120"/>
                    <a:pt x="660" y="120"/>
                    <a:pt x="661" y="116"/>
                  </a:cubicBezTo>
                  <a:cubicBezTo>
                    <a:pt x="661" y="112"/>
                    <a:pt x="666" y="111"/>
                    <a:pt x="667" y="107"/>
                  </a:cubicBezTo>
                  <a:cubicBezTo>
                    <a:pt x="668" y="103"/>
                    <a:pt x="670" y="95"/>
                    <a:pt x="673" y="93"/>
                  </a:cubicBezTo>
                  <a:cubicBezTo>
                    <a:pt x="677" y="91"/>
                    <a:pt x="673" y="89"/>
                    <a:pt x="673" y="83"/>
                  </a:cubicBezTo>
                  <a:close/>
                  <a:moveTo>
                    <a:pt x="510" y="399"/>
                  </a:moveTo>
                  <a:cubicBezTo>
                    <a:pt x="506" y="412"/>
                    <a:pt x="515" y="419"/>
                    <a:pt x="516" y="418"/>
                  </a:cubicBezTo>
                  <a:cubicBezTo>
                    <a:pt x="519" y="416"/>
                    <a:pt x="533" y="387"/>
                    <a:pt x="530" y="383"/>
                  </a:cubicBezTo>
                  <a:cubicBezTo>
                    <a:pt x="527" y="379"/>
                    <a:pt x="513" y="386"/>
                    <a:pt x="510" y="399"/>
                  </a:cubicBezTo>
                  <a:close/>
                  <a:moveTo>
                    <a:pt x="391" y="444"/>
                  </a:moveTo>
                  <a:cubicBezTo>
                    <a:pt x="386" y="444"/>
                    <a:pt x="375" y="451"/>
                    <a:pt x="380" y="460"/>
                  </a:cubicBezTo>
                  <a:cubicBezTo>
                    <a:pt x="384" y="469"/>
                    <a:pt x="398" y="463"/>
                    <a:pt x="399" y="459"/>
                  </a:cubicBezTo>
                  <a:cubicBezTo>
                    <a:pt x="399" y="455"/>
                    <a:pt x="406" y="448"/>
                    <a:pt x="405" y="445"/>
                  </a:cubicBezTo>
                  <a:cubicBezTo>
                    <a:pt x="404" y="443"/>
                    <a:pt x="395" y="444"/>
                    <a:pt x="391" y="444"/>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7" name="Freeform 143"/>
            <p:cNvSpPr>
              <a:spLocks noEditPoints="1" noChangeArrowheads="1"/>
            </p:cNvSpPr>
            <p:nvPr/>
          </p:nvSpPr>
          <p:spPr bwMode="auto">
            <a:xfrm>
              <a:off x="6148409" y="2065339"/>
              <a:ext cx="207964" cy="292101"/>
            </a:xfrm>
            <a:custGeom>
              <a:avLst/>
              <a:gdLst>
                <a:gd name="T0" fmla="*/ 58 w 109"/>
                <a:gd name="T1" fmla="*/ 59 h 153"/>
                <a:gd name="T2" fmla="*/ 72 w 109"/>
                <a:gd name="T3" fmla="*/ 69 h 153"/>
                <a:gd name="T4" fmla="*/ 75 w 109"/>
                <a:gd name="T5" fmla="*/ 79 h 153"/>
                <a:gd name="T6" fmla="*/ 80 w 109"/>
                <a:gd name="T7" fmla="*/ 84 h 153"/>
                <a:gd name="T8" fmla="*/ 85 w 109"/>
                <a:gd name="T9" fmla="*/ 98 h 153"/>
                <a:gd name="T10" fmla="*/ 89 w 109"/>
                <a:gd name="T11" fmla="*/ 95 h 153"/>
                <a:gd name="T12" fmla="*/ 94 w 109"/>
                <a:gd name="T13" fmla="*/ 88 h 153"/>
                <a:gd name="T14" fmla="*/ 91 w 109"/>
                <a:gd name="T15" fmla="*/ 75 h 153"/>
                <a:gd name="T16" fmla="*/ 78 w 109"/>
                <a:gd name="T17" fmla="*/ 66 h 153"/>
                <a:gd name="T18" fmla="*/ 71 w 109"/>
                <a:gd name="T19" fmla="*/ 56 h 153"/>
                <a:gd name="T20" fmla="*/ 55 w 109"/>
                <a:gd name="T21" fmla="*/ 53 h 153"/>
                <a:gd name="T22" fmla="*/ 49 w 109"/>
                <a:gd name="T23" fmla="*/ 43 h 153"/>
                <a:gd name="T24" fmla="*/ 57 w 109"/>
                <a:gd name="T25" fmla="*/ 27 h 153"/>
                <a:gd name="T26" fmla="*/ 56 w 109"/>
                <a:gd name="T27" fmla="*/ 8 h 153"/>
                <a:gd name="T28" fmla="*/ 54 w 109"/>
                <a:gd name="T29" fmla="*/ 4 h 153"/>
                <a:gd name="T30" fmla="*/ 38 w 109"/>
                <a:gd name="T31" fmla="*/ 3 h 153"/>
                <a:gd name="T32" fmla="*/ 36 w 109"/>
                <a:gd name="T33" fmla="*/ 29 h 153"/>
                <a:gd name="T34" fmla="*/ 30 w 109"/>
                <a:gd name="T35" fmla="*/ 28 h 153"/>
                <a:gd name="T36" fmla="*/ 33 w 109"/>
                <a:gd name="T37" fmla="*/ 43 h 153"/>
                <a:gd name="T38" fmla="*/ 36 w 109"/>
                <a:gd name="T39" fmla="*/ 52 h 153"/>
                <a:gd name="T40" fmla="*/ 48 w 109"/>
                <a:gd name="T41" fmla="*/ 56 h 153"/>
                <a:gd name="T42" fmla="*/ 58 w 109"/>
                <a:gd name="T43" fmla="*/ 59 h 153"/>
                <a:gd name="T44" fmla="*/ 37 w 109"/>
                <a:gd name="T45" fmla="*/ 62 h 153"/>
                <a:gd name="T46" fmla="*/ 47 w 109"/>
                <a:gd name="T47" fmla="*/ 74 h 153"/>
                <a:gd name="T48" fmla="*/ 37 w 109"/>
                <a:gd name="T49" fmla="*/ 62 h 153"/>
                <a:gd name="T50" fmla="*/ 55 w 109"/>
                <a:gd name="T51" fmla="*/ 94 h 153"/>
                <a:gd name="T52" fmla="*/ 61 w 109"/>
                <a:gd name="T53" fmla="*/ 91 h 153"/>
                <a:gd name="T54" fmla="*/ 62 w 109"/>
                <a:gd name="T55" fmla="*/ 100 h 153"/>
                <a:gd name="T56" fmla="*/ 64 w 109"/>
                <a:gd name="T57" fmla="*/ 112 h 153"/>
                <a:gd name="T58" fmla="*/ 76 w 109"/>
                <a:gd name="T59" fmla="*/ 94 h 153"/>
                <a:gd name="T60" fmla="*/ 72 w 109"/>
                <a:gd name="T61" fmla="*/ 92 h 153"/>
                <a:gd name="T62" fmla="*/ 55 w 109"/>
                <a:gd name="T63" fmla="*/ 79 h 153"/>
                <a:gd name="T64" fmla="*/ 55 w 109"/>
                <a:gd name="T65" fmla="*/ 94 h 153"/>
                <a:gd name="T66" fmla="*/ 16 w 109"/>
                <a:gd name="T67" fmla="*/ 101 h 153"/>
                <a:gd name="T68" fmla="*/ 2 w 109"/>
                <a:gd name="T69" fmla="*/ 119 h 153"/>
                <a:gd name="T70" fmla="*/ 22 w 109"/>
                <a:gd name="T71" fmla="*/ 100 h 153"/>
                <a:gd name="T72" fmla="*/ 25 w 109"/>
                <a:gd name="T73" fmla="*/ 88 h 153"/>
                <a:gd name="T74" fmla="*/ 16 w 109"/>
                <a:gd name="T75" fmla="*/ 101 h 153"/>
                <a:gd name="T76" fmla="*/ 75 w 109"/>
                <a:gd name="T77" fmla="*/ 107 h 153"/>
                <a:gd name="T78" fmla="*/ 84 w 109"/>
                <a:gd name="T79" fmla="*/ 102 h 153"/>
                <a:gd name="T80" fmla="*/ 75 w 109"/>
                <a:gd name="T81" fmla="*/ 107 h 153"/>
                <a:gd name="T82" fmla="*/ 105 w 109"/>
                <a:gd name="T83" fmla="*/ 133 h 153"/>
                <a:gd name="T84" fmla="*/ 103 w 109"/>
                <a:gd name="T85" fmla="*/ 108 h 153"/>
                <a:gd name="T86" fmla="*/ 95 w 109"/>
                <a:gd name="T87" fmla="*/ 108 h 153"/>
                <a:gd name="T88" fmla="*/ 88 w 109"/>
                <a:gd name="T89" fmla="*/ 114 h 153"/>
                <a:gd name="T90" fmla="*/ 82 w 109"/>
                <a:gd name="T91" fmla="*/ 119 h 153"/>
                <a:gd name="T92" fmla="*/ 72 w 109"/>
                <a:gd name="T93" fmla="*/ 116 h 153"/>
                <a:gd name="T94" fmla="*/ 59 w 109"/>
                <a:gd name="T95" fmla="*/ 124 h 153"/>
                <a:gd name="T96" fmla="*/ 54 w 109"/>
                <a:gd name="T97" fmla="*/ 136 h 153"/>
                <a:gd name="T98" fmla="*/ 64 w 109"/>
                <a:gd name="T99" fmla="*/ 130 h 153"/>
                <a:gd name="T100" fmla="*/ 73 w 109"/>
                <a:gd name="T101" fmla="*/ 127 h 153"/>
                <a:gd name="T102" fmla="*/ 82 w 109"/>
                <a:gd name="T103" fmla="*/ 147 h 153"/>
                <a:gd name="T104" fmla="*/ 94 w 109"/>
                <a:gd name="T105" fmla="*/ 153 h 153"/>
                <a:gd name="T106" fmla="*/ 93 w 109"/>
                <a:gd name="T107" fmla="*/ 138 h 153"/>
                <a:gd name="T108" fmla="*/ 105 w 109"/>
                <a:gd name="T109" fmla="*/ 133 h 15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9"/>
                <a:gd name="T166" fmla="*/ 0 h 153"/>
                <a:gd name="T167" fmla="*/ 109 w 109"/>
                <a:gd name="T168" fmla="*/ 153 h 15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9" h="153">
                  <a:moveTo>
                    <a:pt x="58" y="59"/>
                  </a:moveTo>
                  <a:cubicBezTo>
                    <a:pt x="64" y="58"/>
                    <a:pt x="73" y="66"/>
                    <a:pt x="72" y="69"/>
                  </a:cubicBezTo>
                  <a:cubicBezTo>
                    <a:pt x="70" y="72"/>
                    <a:pt x="72" y="82"/>
                    <a:pt x="75" y="79"/>
                  </a:cubicBezTo>
                  <a:cubicBezTo>
                    <a:pt x="78" y="76"/>
                    <a:pt x="83" y="80"/>
                    <a:pt x="80" y="84"/>
                  </a:cubicBezTo>
                  <a:cubicBezTo>
                    <a:pt x="77" y="88"/>
                    <a:pt x="84" y="93"/>
                    <a:pt x="85" y="98"/>
                  </a:cubicBezTo>
                  <a:cubicBezTo>
                    <a:pt x="86" y="103"/>
                    <a:pt x="90" y="99"/>
                    <a:pt x="89" y="95"/>
                  </a:cubicBezTo>
                  <a:cubicBezTo>
                    <a:pt x="88" y="91"/>
                    <a:pt x="90" y="91"/>
                    <a:pt x="94" y="88"/>
                  </a:cubicBezTo>
                  <a:cubicBezTo>
                    <a:pt x="98" y="85"/>
                    <a:pt x="94" y="80"/>
                    <a:pt x="91" y="75"/>
                  </a:cubicBezTo>
                  <a:cubicBezTo>
                    <a:pt x="88" y="69"/>
                    <a:pt x="78" y="71"/>
                    <a:pt x="78" y="66"/>
                  </a:cubicBezTo>
                  <a:cubicBezTo>
                    <a:pt x="78" y="60"/>
                    <a:pt x="71" y="59"/>
                    <a:pt x="71" y="56"/>
                  </a:cubicBezTo>
                  <a:cubicBezTo>
                    <a:pt x="70" y="53"/>
                    <a:pt x="61" y="50"/>
                    <a:pt x="55" y="53"/>
                  </a:cubicBezTo>
                  <a:cubicBezTo>
                    <a:pt x="49" y="56"/>
                    <a:pt x="53" y="47"/>
                    <a:pt x="49" y="43"/>
                  </a:cubicBezTo>
                  <a:cubicBezTo>
                    <a:pt x="45" y="38"/>
                    <a:pt x="52" y="32"/>
                    <a:pt x="57" y="27"/>
                  </a:cubicBezTo>
                  <a:cubicBezTo>
                    <a:pt x="62" y="21"/>
                    <a:pt x="56" y="12"/>
                    <a:pt x="56" y="8"/>
                  </a:cubicBezTo>
                  <a:cubicBezTo>
                    <a:pt x="57" y="4"/>
                    <a:pt x="57" y="3"/>
                    <a:pt x="54" y="4"/>
                  </a:cubicBezTo>
                  <a:cubicBezTo>
                    <a:pt x="52" y="6"/>
                    <a:pt x="42" y="0"/>
                    <a:pt x="38" y="3"/>
                  </a:cubicBezTo>
                  <a:cubicBezTo>
                    <a:pt x="34" y="6"/>
                    <a:pt x="38" y="28"/>
                    <a:pt x="36" y="29"/>
                  </a:cubicBezTo>
                  <a:cubicBezTo>
                    <a:pt x="34" y="31"/>
                    <a:pt x="31" y="26"/>
                    <a:pt x="30" y="28"/>
                  </a:cubicBezTo>
                  <a:cubicBezTo>
                    <a:pt x="29" y="31"/>
                    <a:pt x="31" y="43"/>
                    <a:pt x="33" y="43"/>
                  </a:cubicBezTo>
                  <a:cubicBezTo>
                    <a:pt x="36" y="43"/>
                    <a:pt x="38" y="47"/>
                    <a:pt x="36" y="52"/>
                  </a:cubicBezTo>
                  <a:cubicBezTo>
                    <a:pt x="35" y="57"/>
                    <a:pt x="41" y="58"/>
                    <a:pt x="48" y="56"/>
                  </a:cubicBezTo>
                  <a:cubicBezTo>
                    <a:pt x="54" y="53"/>
                    <a:pt x="52" y="60"/>
                    <a:pt x="58" y="59"/>
                  </a:cubicBezTo>
                  <a:close/>
                  <a:moveTo>
                    <a:pt x="37" y="62"/>
                  </a:moveTo>
                  <a:cubicBezTo>
                    <a:pt x="38" y="67"/>
                    <a:pt x="40" y="76"/>
                    <a:pt x="47" y="74"/>
                  </a:cubicBezTo>
                  <a:cubicBezTo>
                    <a:pt x="55" y="72"/>
                    <a:pt x="36" y="58"/>
                    <a:pt x="37" y="62"/>
                  </a:cubicBezTo>
                  <a:close/>
                  <a:moveTo>
                    <a:pt x="55" y="94"/>
                  </a:moveTo>
                  <a:cubicBezTo>
                    <a:pt x="57" y="94"/>
                    <a:pt x="61" y="94"/>
                    <a:pt x="61" y="91"/>
                  </a:cubicBezTo>
                  <a:cubicBezTo>
                    <a:pt x="62" y="88"/>
                    <a:pt x="65" y="97"/>
                    <a:pt x="62" y="100"/>
                  </a:cubicBezTo>
                  <a:cubicBezTo>
                    <a:pt x="59" y="103"/>
                    <a:pt x="59" y="111"/>
                    <a:pt x="64" y="112"/>
                  </a:cubicBezTo>
                  <a:cubicBezTo>
                    <a:pt x="69" y="113"/>
                    <a:pt x="77" y="97"/>
                    <a:pt x="76" y="94"/>
                  </a:cubicBezTo>
                  <a:cubicBezTo>
                    <a:pt x="75" y="91"/>
                    <a:pt x="71" y="96"/>
                    <a:pt x="72" y="92"/>
                  </a:cubicBezTo>
                  <a:cubicBezTo>
                    <a:pt x="73" y="88"/>
                    <a:pt x="60" y="78"/>
                    <a:pt x="55" y="79"/>
                  </a:cubicBezTo>
                  <a:cubicBezTo>
                    <a:pt x="50" y="80"/>
                    <a:pt x="51" y="95"/>
                    <a:pt x="55" y="94"/>
                  </a:cubicBezTo>
                  <a:close/>
                  <a:moveTo>
                    <a:pt x="16" y="101"/>
                  </a:moveTo>
                  <a:cubicBezTo>
                    <a:pt x="11" y="107"/>
                    <a:pt x="0" y="116"/>
                    <a:pt x="2" y="119"/>
                  </a:cubicBezTo>
                  <a:cubicBezTo>
                    <a:pt x="4" y="123"/>
                    <a:pt x="16" y="105"/>
                    <a:pt x="22" y="100"/>
                  </a:cubicBezTo>
                  <a:cubicBezTo>
                    <a:pt x="28" y="96"/>
                    <a:pt x="27" y="92"/>
                    <a:pt x="25" y="88"/>
                  </a:cubicBezTo>
                  <a:cubicBezTo>
                    <a:pt x="23" y="84"/>
                    <a:pt x="21" y="95"/>
                    <a:pt x="16" y="101"/>
                  </a:cubicBezTo>
                  <a:close/>
                  <a:moveTo>
                    <a:pt x="75" y="107"/>
                  </a:moveTo>
                  <a:cubicBezTo>
                    <a:pt x="77" y="111"/>
                    <a:pt x="86" y="105"/>
                    <a:pt x="84" y="102"/>
                  </a:cubicBezTo>
                  <a:cubicBezTo>
                    <a:pt x="81" y="99"/>
                    <a:pt x="74" y="105"/>
                    <a:pt x="75" y="107"/>
                  </a:cubicBezTo>
                  <a:close/>
                  <a:moveTo>
                    <a:pt x="105" y="133"/>
                  </a:moveTo>
                  <a:cubicBezTo>
                    <a:pt x="109" y="129"/>
                    <a:pt x="103" y="116"/>
                    <a:pt x="103" y="108"/>
                  </a:cubicBezTo>
                  <a:cubicBezTo>
                    <a:pt x="103" y="100"/>
                    <a:pt x="92" y="103"/>
                    <a:pt x="95" y="108"/>
                  </a:cubicBezTo>
                  <a:cubicBezTo>
                    <a:pt x="98" y="113"/>
                    <a:pt x="89" y="109"/>
                    <a:pt x="88" y="114"/>
                  </a:cubicBezTo>
                  <a:cubicBezTo>
                    <a:pt x="88" y="119"/>
                    <a:pt x="81" y="115"/>
                    <a:pt x="82" y="119"/>
                  </a:cubicBezTo>
                  <a:cubicBezTo>
                    <a:pt x="82" y="123"/>
                    <a:pt x="75" y="119"/>
                    <a:pt x="72" y="116"/>
                  </a:cubicBezTo>
                  <a:cubicBezTo>
                    <a:pt x="68" y="114"/>
                    <a:pt x="64" y="123"/>
                    <a:pt x="59" y="124"/>
                  </a:cubicBezTo>
                  <a:cubicBezTo>
                    <a:pt x="54" y="125"/>
                    <a:pt x="51" y="136"/>
                    <a:pt x="54" y="136"/>
                  </a:cubicBezTo>
                  <a:cubicBezTo>
                    <a:pt x="58" y="135"/>
                    <a:pt x="60" y="130"/>
                    <a:pt x="64" y="130"/>
                  </a:cubicBezTo>
                  <a:cubicBezTo>
                    <a:pt x="68" y="131"/>
                    <a:pt x="67" y="126"/>
                    <a:pt x="73" y="127"/>
                  </a:cubicBezTo>
                  <a:cubicBezTo>
                    <a:pt x="78" y="128"/>
                    <a:pt x="74" y="145"/>
                    <a:pt x="82" y="147"/>
                  </a:cubicBezTo>
                  <a:cubicBezTo>
                    <a:pt x="90" y="148"/>
                    <a:pt x="90" y="153"/>
                    <a:pt x="94" y="153"/>
                  </a:cubicBezTo>
                  <a:cubicBezTo>
                    <a:pt x="97" y="153"/>
                    <a:pt x="93" y="142"/>
                    <a:pt x="93" y="138"/>
                  </a:cubicBezTo>
                  <a:cubicBezTo>
                    <a:pt x="94" y="135"/>
                    <a:pt x="101" y="138"/>
                    <a:pt x="105" y="133"/>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8" name="Freeform 144"/>
            <p:cNvSpPr>
              <a:spLocks noEditPoints="1" noChangeArrowheads="1"/>
            </p:cNvSpPr>
            <p:nvPr/>
          </p:nvSpPr>
          <p:spPr bwMode="auto">
            <a:xfrm>
              <a:off x="6664347" y="2535240"/>
              <a:ext cx="273051" cy="173039"/>
            </a:xfrm>
            <a:custGeom>
              <a:avLst/>
              <a:gdLst>
                <a:gd name="T0" fmla="*/ 102 w 143"/>
                <a:gd name="T1" fmla="*/ 84 h 91"/>
                <a:gd name="T2" fmla="*/ 94 w 143"/>
                <a:gd name="T3" fmla="*/ 76 h 91"/>
                <a:gd name="T4" fmla="*/ 83 w 143"/>
                <a:gd name="T5" fmla="*/ 71 h 91"/>
                <a:gd name="T6" fmla="*/ 75 w 143"/>
                <a:gd name="T7" fmla="*/ 56 h 91"/>
                <a:gd name="T8" fmla="*/ 72 w 143"/>
                <a:gd name="T9" fmla="*/ 47 h 91"/>
                <a:gd name="T10" fmla="*/ 75 w 143"/>
                <a:gd name="T11" fmla="*/ 39 h 91"/>
                <a:gd name="T12" fmla="*/ 52 w 143"/>
                <a:gd name="T13" fmla="*/ 27 h 91"/>
                <a:gd name="T14" fmla="*/ 8 w 143"/>
                <a:gd name="T15" fmla="*/ 3 h 91"/>
                <a:gd name="T16" fmla="*/ 0 w 143"/>
                <a:gd name="T17" fmla="*/ 0 h 91"/>
                <a:gd name="T18" fmla="*/ 0 w 143"/>
                <a:gd name="T19" fmla="*/ 71 h 91"/>
                <a:gd name="T20" fmla="*/ 12 w 143"/>
                <a:gd name="T21" fmla="*/ 75 h 91"/>
                <a:gd name="T22" fmla="*/ 25 w 143"/>
                <a:gd name="T23" fmla="*/ 68 h 91"/>
                <a:gd name="T24" fmla="*/ 32 w 143"/>
                <a:gd name="T25" fmla="*/ 59 h 91"/>
                <a:gd name="T26" fmla="*/ 56 w 143"/>
                <a:gd name="T27" fmla="*/ 65 h 91"/>
                <a:gd name="T28" fmla="*/ 80 w 143"/>
                <a:gd name="T29" fmla="*/ 87 h 91"/>
                <a:gd name="T30" fmla="*/ 104 w 143"/>
                <a:gd name="T31" fmla="*/ 91 h 91"/>
                <a:gd name="T32" fmla="*/ 102 w 143"/>
                <a:gd name="T33" fmla="*/ 84 h 91"/>
                <a:gd name="T34" fmla="*/ 121 w 143"/>
                <a:gd name="T35" fmla="*/ 25 h 91"/>
                <a:gd name="T36" fmla="*/ 108 w 143"/>
                <a:gd name="T37" fmla="*/ 33 h 91"/>
                <a:gd name="T38" fmla="*/ 84 w 143"/>
                <a:gd name="T39" fmla="*/ 34 h 91"/>
                <a:gd name="T40" fmla="*/ 102 w 143"/>
                <a:gd name="T41" fmla="*/ 42 h 91"/>
                <a:gd name="T42" fmla="*/ 125 w 143"/>
                <a:gd name="T43" fmla="*/ 30 h 91"/>
                <a:gd name="T44" fmla="*/ 129 w 143"/>
                <a:gd name="T45" fmla="*/ 20 h 91"/>
                <a:gd name="T46" fmla="*/ 121 w 143"/>
                <a:gd name="T47" fmla="*/ 25 h 91"/>
                <a:gd name="T48" fmla="*/ 133 w 143"/>
                <a:gd name="T49" fmla="*/ 12 h 91"/>
                <a:gd name="T50" fmla="*/ 129 w 143"/>
                <a:gd name="T51" fmla="*/ 13 h 91"/>
                <a:gd name="T52" fmla="*/ 136 w 143"/>
                <a:gd name="T53" fmla="*/ 23 h 91"/>
                <a:gd name="T54" fmla="*/ 133 w 143"/>
                <a:gd name="T55" fmla="*/ 12 h 9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43"/>
                <a:gd name="T85" fmla="*/ 0 h 91"/>
                <a:gd name="T86" fmla="*/ 143 w 143"/>
                <a:gd name="T87" fmla="*/ 91 h 9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43" h="91">
                  <a:moveTo>
                    <a:pt x="102" y="84"/>
                  </a:moveTo>
                  <a:cubicBezTo>
                    <a:pt x="100" y="83"/>
                    <a:pt x="94" y="79"/>
                    <a:pt x="94" y="76"/>
                  </a:cubicBezTo>
                  <a:cubicBezTo>
                    <a:pt x="95" y="74"/>
                    <a:pt x="88" y="74"/>
                    <a:pt x="83" y="71"/>
                  </a:cubicBezTo>
                  <a:cubicBezTo>
                    <a:pt x="78" y="68"/>
                    <a:pt x="80" y="58"/>
                    <a:pt x="75" y="56"/>
                  </a:cubicBezTo>
                  <a:cubicBezTo>
                    <a:pt x="70" y="54"/>
                    <a:pt x="66" y="46"/>
                    <a:pt x="72" y="47"/>
                  </a:cubicBezTo>
                  <a:cubicBezTo>
                    <a:pt x="78" y="47"/>
                    <a:pt x="79" y="44"/>
                    <a:pt x="75" y="39"/>
                  </a:cubicBezTo>
                  <a:cubicBezTo>
                    <a:pt x="70" y="35"/>
                    <a:pt x="53" y="33"/>
                    <a:pt x="52" y="27"/>
                  </a:cubicBezTo>
                  <a:cubicBezTo>
                    <a:pt x="52" y="21"/>
                    <a:pt x="21" y="6"/>
                    <a:pt x="8" y="3"/>
                  </a:cubicBezTo>
                  <a:cubicBezTo>
                    <a:pt x="6" y="2"/>
                    <a:pt x="3" y="1"/>
                    <a:pt x="0" y="0"/>
                  </a:cubicBezTo>
                  <a:cubicBezTo>
                    <a:pt x="0" y="71"/>
                    <a:pt x="0" y="71"/>
                    <a:pt x="0" y="71"/>
                  </a:cubicBezTo>
                  <a:cubicBezTo>
                    <a:pt x="3" y="73"/>
                    <a:pt x="7" y="75"/>
                    <a:pt x="12" y="75"/>
                  </a:cubicBezTo>
                  <a:cubicBezTo>
                    <a:pt x="26" y="76"/>
                    <a:pt x="23" y="68"/>
                    <a:pt x="25" y="68"/>
                  </a:cubicBezTo>
                  <a:cubicBezTo>
                    <a:pt x="28" y="68"/>
                    <a:pt x="29" y="63"/>
                    <a:pt x="32" y="59"/>
                  </a:cubicBezTo>
                  <a:cubicBezTo>
                    <a:pt x="35" y="56"/>
                    <a:pt x="48" y="59"/>
                    <a:pt x="56" y="65"/>
                  </a:cubicBezTo>
                  <a:cubicBezTo>
                    <a:pt x="63" y="71"/>
                    <a:pt x="72" y="88"/>
                    <a:pt x="80" y="87"/>
                  </a:cubicBezTo>
                  <a:cubicBezTo>
                    <a:pt x="88" y="85"/>
                    <a:pt x="97" y="91"/>
                    <a:pt x="104" y="91"/>
                  </a:cubicBezTo>
                  <a:cubicBezTo>
                    <a:pt x="111" y="91"/>
                    <a:pt x="105" y="85"/>
                    <a:pt x="102" y="84"/>
                  </a:cubicBezTo>
                  <a:close/>
                  <a:moveTo>
                    <a:pt x="121" y="25"/>
                  </a:moveTo>
                  <a:cubicBezTo>
                    <a:pt x="121" y="28"/>
                    <a:pt x="116" y="29"/>
                    <a:pt x="108" y="33"/>
                  </a:cubicBezTo>
                  <a:cubicBezTo>
                    <a:pt x="99" y="36"/>
                    <a:pt x="84" y="29"/>
                    <a:pt x="84" y="34"/>
                  </a:cubicBezTo>
                  <a:cubicBezTo>
                    <a:pt x="83" y="37"/>
                    <a:pt x="93" y="42"/>
                    <a:pt x="102" y="42"/>
                  </a:cubicBezTo>
                  <a:cubicBezTo>
                    <a:pt x="111" y="42"/>
                    <a:pt x="125" y="33"/>
                    <a:pt x="125" y="30"/>
                  </a:cubicBezTo>
                  <a:cubicBezTo>
                    <a:pt x="125" y="28"/>
                    <a:pt x="131" y="23"/>
                    <a:pt x="129" y="20"/>
                  </a:cubicBezTo>
                  <a:cubicBezTo>
                    <a:pt x="126" y="18"/>
                    <a:pt x="121" y="22"/>
                    <a:pt x="121" y="25"/>
                  </a:cubicBezTo>
                  <a:close/>
                  <a:moveTo>
                    <a:pt x="133" y="12"/>
                  </a:moveTo>
                  <a:cubicBezTo>
                    <a:pt x="127" y="9"/>
                    <a:pt x="123" y="6"/>
                    <a:pt x="129" y="13"/>
                  </a:cubicBezTo>
                  <a:cubicBezTo>
                    <a:pt x="136" y="19"/>
                    <a:pt x="132" y="24"/>
                    <a:pt x="136" y="23"/>
                  </a:cubicBezTo>
                  <a:cubicBezTo>
                    <a:pt x="143" y="22"/>
                    <a:pt x="138" y="15"/>
                    <a:pt x="133" y="12"/>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9" name="Freeform 145"/>
            <p:cNvSpPr>
              <a:spLocks noChangeArrowheads="1"/>
            </p:cNvSpPr>
            <p:nvPr/>
          </p:nvSpPr>
          <p:spPr bwMode="auto">
            <a:xfrm>
              <a:off x="5362593" y="2263778"/>
              <a:ext cx="46038" cy="88900"/>
            </a:xfrm>
            <a:custGeom>
              <a:avLst/>
              <a:gdLst>
                <a:gd name="T0" fmla="*/ 5 w 24"/>
                <a:gd name="T1" fmla="*/ 0 h 47"/>
                <a:gd name="T2" fmla="*/ 1 w 24"/>
                <a:gd name="T3" fmla="*/ 11 h 47"/>
                <a:gd name="T4" fmla="*/ 1 w 24"/>
                <a:gd name="T5" fmla="*/ 26 h 47"/>
                <a:gd name="T6" fmla="*/ 6 w 24"/>
                <a:gd name="T7" fmla="*/ 43 h 47"/>
                <a:gd name="T8" fmla="*/ 24 w 24"/>
                <a:gd name="T9" fmla="*/ 27 h 47"/>
                <a:gd name="T10" fmla="*/ 5 w 24"/>
                <a:gd name="T11" fmla="*/ 0 h 47"/>
                <a:gd name="T12" fmla="*/ 0 60000 65536"/>
                <a:gd name="T13" fmla="*/ 0 60000 65536"/>
                <a:gd name="T14" fmla="*/ 0 60000 65536"/>
                <a:gd name="T15" fmla="*/ 0 60000 65536"/>
                <a:gd name="T16" fmla="*/ 0 60000 65536"/>
                <a:gd name="T17" fmla="*/ 0 60000 65536"/>
                <a:gd name="T18" fmla="*/ 0 w 24"/>
                <a:gd name="T19" fmla="*/ 0 h 47"/>
                <a:gd name="T20" fmla="*/ 24 w 24"/>
                <a:gd name="T21" fmla="*/ 47 h 47"/>
              </a:gdLst>
              <a:ahLst/>
              <a:cxnLst>
                <a:cxn ang="T12">
                  <a:pos x="T0" y="T1"/>
                </a:cxn>
                <a:cxn ang="T13">
                  <a:pos x="T2" y="T3"/>
                </a:cxn>
                <a:cxn ang="T14">
                  <a:pos x="T4" y="T5"/>
                </a:cxn>
                <a:cxn ang="T15">
                  <a:pos x="T6" y="T7"/>
                </a:cxn>
                <a:cxn ang="T16">
                  <a:pos x="T8" y="T9"/>
                </a:cxn>
                <a:cxn ang="T17">
                  <a:pos x="T10" y="T11"/>
                </a:cxn>
              </a:cxnLst>
              <a:rect l="T18" t="T19" r="T20" b="T21"/>
              <a:pathLst>
                <a:path w="24" h="47">
                  <a:moveTo>
                    <a:pt x="5" y="0"/>
                  </a:moveTo>
                  <a:cubicBezTo>
                    <a:pt x="2" y="1"/>
                    <a:pt x="3" y="7"/>
                    <a:pt x="1" y="11"/>
                  </a:cubicBezTo>
                  <a:cubicBezTo>
                    <a:pt x="0" y="15"/>
                    <a:pt x="0" y="20"/>
                    <a:pt x="1" y="26"/>
                  </a:cubicBezTo>
                  <a:cubicBezTo>
                    <a:pt x="1" y="32"/>
                    <a:pt x="1" y="39"/>
                    <a:pt x="6" y="43"/>
                  </a:cubicBezTo>
                  <a:cubicBezTo>
                    <a:pt x="13" y="47"/>
                    <a:pt x="23" y="36"/>
                    <a:pt x="24" y="27"/>
                  </a:cubicBezTo>
                  <a:cubicBezTo>
                    <a:pt x="24" y="17"/>
                    <a:pt x="8" y="0"/>
                    <a:pt x="5" y="0"/>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0" name="Freeform 146"/>
            <p:cNvSpPr>
              <a:spLocks noChangeArrowheads="1"/>
            </p:cNvSpPr>
            <p:nvPr/>
          </p:nvSpPr>
          <p:spPr bwMode="auto">
            <a:xfrm>
              <a:off x="4559315" y="2724154"/>
              <a:ext cx="160339" cy="317501"/>
            </a:xfrm>
            <a:custGeom>
              <a:avLst/>
              <a:gdLst>
                <a:gd name="T0" fmla="*/ 71 w 84"/>
                <a:gd name="T1" fmla="*/ 5 h 166"/>
                <a:gd name="T2" fmla="*/ 67 w 84"/>
                <a:gd name="T3" fmla="*/ 9 h 166"/>
                <a:gd name="T4" fmla="*/ 65 w 84"/>
                <a:gd name="T5" fmla="*/ 17 h 166"/>
                <a:gd name="T6" fmla="*/ 59 w 84"/>
                <a:gd name="T7" fmla="*/ 22 h 166"/>
                <a:gd name="T8" fmla="*/ 53 w 84"/>
                <a:gd name="T9" fmla="*/ 27 h 166"/>
                <a:gd name="T10" fmla="*/ 53 w 84"/>
                <a:gd name="T11" fmla="*/ 33 h 166"/>
                <a:gd name="T12" fmla="*/ 44 w 84"/>
                <a:gd name="T13" fmla="*/ 40 h 166"/>
                <a:gd name="T14" fmla="*/ 29 w 84"/>
                <a:gd name="T15" fmla="*/ 48 h 166"/>
                <a:gd name="T16" fmla="*/ 14 w 84"/>
                <a:gd name="T17" fmla="*/ 50 h 166"/>
                <a:gd name="T18" fmla="*/ 10 w 84"/>
                <a:gd name="T19" fmla="*/ 65 h 166"/>
                <a:gd name="T20" fmla="*/ 11 w 84"/>
                <a:gd name="T21" fmla="*/ 86 h 166"/>
                <a:gd name="T22" fmla="*/ 8 w 84"/>
                <a:gd name="T23" fmla="*/ 109 h 166"/>
                <a:gd name="T24" fmla="*/ 4 w 84"/>
                <a:gd name="T25" fmla="*/ 136 h 166"/>
                <a:gd name="T26" fmla="*/ 11 w 84"/>
                <a:gd name="T27" fmla="*/ 157 h 166"/>
                <a:gd name="T28" fmla="*/ 31 w 84"/>
                <a:gd name="T29" fmla="*/ 162 h 166"/>
                <a:gd name="T30" fmla="*/ 43 w 84"/>
                <a:gd name="T31" fmla="*/ 158 h 166"/>
                <a:gd name="T32" fmla="*/ 59 w 84"/>
                <a:gd name="T33" fmla="*/ 110 h 166"/>
                <a:gd name="T34" fmla="*/ 72 w 84"/>
                <a:gd name="T35" fmla="*/ 66 h 166"/>
                <a:gd name="T36" fmla="*/ 74 w 84"/>
                <a:gd name="T37" fmla="*/ 54 h 166"/>
                <a:gd name="T38" fmla="*/ 77 w 84"/>
                <a:gd name="T39" fmla="*/ 47 h 166"/>
                <a:gd name="T40" fmla="*/ 83 w 84"/>
                <a:gd name="T41" fmla="*/ 45 h 166"/>
                <a:gd name="T42" fmla="*/ 79 w 84"/>
                <a:gd name="T43" fmla="*/ 24 h 166"/>
                <a:gd name="T44" fmla="*/ 71 w 84"/>
                <a:gd name="T45" fmla="*/ 5 h 1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66"/>
                <a:gd name="T71" fmla="*/ 84 w 84"/>
                <a:gd name="T72" fmla="*/ 166 h 16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66">
                  <a:moveTo>
                    <a:pt x="71" y="5"/>
                  </a:moveTo>
                  <a:cubicBezTo>
                    <a:pt x="70" y="0"/>
                    <a:pt x="68" y="7"/>
                    <a:pt x="67" y="9"/>
                  </a:cubicBezTo>
                  <a:cubicBezTo>
                    <a:pt x="66" y="10"/>
                    <a:pt x="65" y="14"/>
                    <a:pt x="65" y="17"/>
                  </a:cubicBezTo>
                  <a:cubicBezTo>
                    <a:pt x="66" y="19"/>
                    <a:pt x="61" y="22"/>
                    <a:pt x="59" y="22"/>
                  </a:cubicBezTo>
                  <a:cubicBezTo>
                    <a:pt x="56" y="21"/>
                    <a:pt x="52" y="23"/>
                    <a:pt x="53" y="27"/>
                  </a:cubicBezTo>
                  <a:cubicBezTo>
                    <a:pt x="54" y="30"/>
                    <a:pt x="51" y="30"/>
                    <a:pt x="53" y="33"/>
                  </a:cubicBezTo>
                  <a:cubicBezTo>
                    <a:pt x="54" y="36"/>
                    <a:pt x="49" y="39"/>
                    <a:pt x="44" y="40"/>
                  </a:cubicBezTo>
                  <a:cubicBezTo>
                    <a:pt x="40" y="40"/>
                    <a:pt x="34" y="48"/>
                    <a:pt x="29" y="48"/>
                  </a:cubicBezTo>
                  <a:cubicBezTo>
                    <a:pt x="24" y="47"/>
                    <a:pt x="19" y="51"/>
                    <a:pt x="14" y="50"/>
                  </a:cubicBezTo>
                  <a:cubicBezTo>
                    <a:pt x="10" y="50"/>
                    <a:pt x="13" y="59"/>
                    <a:pt x="10" y="65"/>
                  </a:cubicBezTo>
                  <a:cubicBezTo>
                    <a:pt x="6" y="71"/>
                    <a:pt x="8" y="78"/>
                    <a:pt x="11" y="86"/>
                  </a:cubicBezTo>
                  <a:cubicBezTo>
                    <a:pt x="14" y="93"/>
                    <a:pt x="16" y="99"/>
                    <a:pt x="8" y="109"/>
                  </a:cubicBezTo>
                  <a:cubicBezTo>
                    <a:pt x="0" y="118"/>
                    <a:pt x="1" y="129"/>
                    <a:pt x="4" y="136"/>
                  </a:cubicBezTo>
                  <a:cubicBezTo>
                    <a:pt x="7" y="142"/>
                    <a:pt x="7" y="152"/>
                    <a:pt x="11" y="157"/>
                  </a:cubicBezTo>
                  <a:cubicBezTo>
                    <a:pt x="16" y="162"/>
                    <a:pt x="28" y="166"/>
                    <a:pt x="31" y="162"/>
                  </a:cubicBezTo>
                  <a:cubicBezTo>
                    <a:pt x="35" y="158"/>
                    <a:pt x="39" y="162"/>
                    <a:pt x="43" y="158"/>
                  </a:cubicBezTo>
                  <a:cubicBezTo>
                    <a:pt x="47" y="153"/>
                    <a:pt x="54" y="127"/>
                    <a:pt x="59" y="110"/>
                  </a:cubicBezTo>
                  <a:cubicBezTo>
                    <a:pt x="65" y="93"/>
                    <a:pt x="72" y="71"/>
                    <a:pt x="72" y="66"/>
                  </a:cubicBezTo>
                  <a:cubicBezTo>
                    <a:pt x="71" y="62"/>
                    <a:pt x="76" y="59"/>
                    <a:pt x="74" y="54"/>
                  </a:cubicBezTo>
                  <a:cubicBezTo>
                    <a:pt x="72" y="49"/>
                    <a:pt x="74" y="43"/>
                    <a:pt x="77" y="47"/>
                  </a:cubicBezTo>
                  <a:cubicBezTo>
                    <a:pt x="79" y="51"/>
                    <a:pt x="82" y="51"/>
                    <a:pt x="83" y="45"/>
                  </a:cubicBezTo>
                  <a:cubicBezTo>
                    <a:pt x="84" y="40"/>
                    <a:pt x="79" y="32"/>
                    <a:pt x="79" y="24"/>
                  </a:cubicBezTo>
                  <a:cubicBezTo>
                    <a:pt x="79" y="16"/>
                    <a:pt x="72" y="9"/>
                    <a:pt x="71" y="5"/>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1" name="Freeform 147"/>
            <p:cNvSpPr>
              <a:spLocks noEditPoints="1" noChangeArrowheads="1"/>
            </p:cNvSpPr>
            <p:nvPr/>
          </p:nvSpPr>
          <p:spPr bwMode="auto">
            <a:xfrm>
              <a:off x="4552965" y="2052640"/>
              <a:ext cx="258764" cy="157163"/>
            </a:xfrm>
            <a:custGeom>
              <a:avLst/>
              <a:gdLst>
                <a:gd name="T0" fmla="*/ 95 w 135"/>
                <a:gd name="T1" fmla="*/ 3 h 82"/>
                <a:gd name="T2" fmla="*/ 73 w 135"/>
                <a:gd name="T3" fmla="*/ 4 h 82"/>
                <a:gd name="T4" fmla="*/ 56 w 135"/>
                <a:gd name="T5" fmla="*/ 19 h 82"/>
                <a:gd name="T6" fmla="*/ 48 w 135"/>
                <a:gd name="T7" fmla="*/ 22 h 82"/>
                <a:gd name="T8" fmla="*/ 32 w 135"/>
                <a:gd name="T9" fmla="*/ 20 h 82"/>
                <a:gd name="T10" fmla="*/ 18 w 135"/>
                <a:gd name="T11" fmla="*/ 19 h 82"/>
                <a:gd name="T12" fmla="*/ 10 w 135"/>
                <a:gd name="T13" fmla="*/ 17 h 82"/>
                <a:gd name="T14" fmla="*/ 5 w 135"/>
                <a:gd name="T15" fmla="*/ 21 h 82"/>
                <a:gd name="T16" fmla="*/ 6 w 135"/>
                <a:gd name="T17" fmla="*/ 28 h 82"/>
                <a:gd name="T18" fmla="*/ 0 w 135"/>
                <a:gd name="T19" fmla="*/ 30 h 82"/>
                <a:gd name="T20" fmla="*/ 1 w 135"/>
                <a:gd name="T21" fmla="*/ 37 h 82"/>
                <a:gd name="T22" fmla="*/ 5 w 135"/>
                <a:gd name="T23" fmla="*/ 55 h 82"/>
                <a:gd name="T24" fmla="*/ 9 w 135"/>
                <a:gd name="T25" fmla="*/ 72 h 82"/>
                <a:gd name="T26" fmla="*/ 29 w 135"/>
                <a:gd name="T27" fmla="*/ 70 h 82"/>
                <a:gd name="T28" fmla="*/ 44 w 135"/>
                <a:gd name="T29" fmla="*/ 65 h 82"/>
                <a:gd name="T30" fmla="*/ 56 w 135"/>
                <a:gd name="T31" fmla="*/ 59 h 82"/>
                <a:gd name="T32" fmla="*/ 67 w 135"/>
                <a:gd name="T33" fmla="*/ 57 h 82"/>
                <a:gd name="T34" fmla="*/ 76 w 135"/>
                <a:gd name="T35" fmla="*/ 51 h 82"/>
                <a:gd name="T36" fmla="*/ 100 w 135"/>
                <a:gd name="T37" fmla="*/ 43 h 82"/>
                <a:gd name="T38" fmla="*/ 111 w 135"/>
                <a:gd name="T39" fmla="*/ 32 h 82"/>
                <a:gd name="T40" fmla="*/ 120 w 135"/>
                <a:gd name="T41" fmla="*/ 28 h 82"/>
                <a:gd name="T42" fmla="*/ 106 w 135"/>
                <a:gd name="T43" fmla="*/ 0 h 82"/>
                <a:gd name="T44" fmla="*/ 95 w 135"/>
                <a:gd name="T45" fmla="*/ 3 h 82"/>
                <a:gd name="T46" fmla="*/ 123 w 135"/>
                <a:gd name="T47" fmla="*/ 78 h 82"/>
                <a:gd name="T48" fmla="*/ 134 w 135"/>
                <a:gd name="T49" fmla="*/ 76 h 82"/>
                <a:gd name="T50" fmla="*/ 123 w 135"/>
                <a:gd name="T51" fmla="*/ 78 h 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5"/>
                <a:gd name="T79" fmla="*/ 0 h 82"/>
                <a:gd name="T80" fmla="*/ 135 w 135"/>
                <a:gd name="T81" fmla="*/ 82 h 8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5" h="82">
                  <a:moveTo>
                    <a:pt x="95" y="3"/>
                  </a:moveTo>
                  <a:cubicBezTo>
                    <a:pt x="90" y="4"/>
                    <a:pt x="75" y="3"/>
                    <a:pt x="73" y="4"/>
                  </a:cubicBezTo>
                  <a:cubicBezTo>
                    <a:pt x="71" y="5"/>
                    <a:pt x="58" y="15"/>
                    <a:pt x="56" y="19"/>
                  </a:cubicBezTo>
                  <a:cubicBezTo>
                    <a:pt x="54" y="24"/>
                    <a:pt x="51" y="25"/>
                    <a:pt x="48" y="22"/>
                  </a:cubicBezTo>
                  <a:cubicBezTo>
                    <a:pt x="45" y="20"/>
                    <a:pt x="33" y="21"/>
                    <a:pt x="32" y="20"/>
                  </a:cubicBezTo>
                  <a:cubicBezTo>
                    <a:pt x="31" y="19"/>
                    <a:pt x="23" y="18"/>
                    <a:pt x="18" y="19"/>
                  </a:cubicBezTo>
                  <a:cubicBezTo>
                    <a:pt x="14" y="19"/>
                    <a:pt x="12" y="17"/>
                    <a:pt x="10" y="17"/>
                  </a:cubicBezTo>
                  <a:cubicBezTo>
                    <a:pt x="8" y="18"/>
                    <a:pt x="6" y="20"/>
                    <a:pt x="5" y="21"/>
                  </a:cubicBezTo>
                  <a:cubicBezTo>
                    <a:pt x="4" y="23"/>
                    <a:pt x="6" y="26"/>
                    <a:pt x="6" y="28"/>
                  </a:cubicBezTo>
                  <a:cubicBezTo>
                    <a:pt x="5" y="28"/>
                    <a:pt x="3" y="29"/>
                    <a:pt x="0" y="30"/>
                  </a:cubicBezTo>
                  <a:cubicBezTo>
                    <a:pt x="1" y="33"/>
                    <a:pt x="2" y="35"/>
                    <a:pt x="1" y="37"/>
                  </a:cubicBezTo>
                  <a:cubicBezTo>
                    <a:pt x="0" y="41"/>
                    <a:pt x="1" y="50"/>
                    <a:pt x="5" y="55"/>
                  </a:cubicBezTo>
                  <a:cubicBezTo>
                    <a:pt x="8" y="61"/>
                    <a:pt x="7" y="70"/>
                    <a:pt x="9" y="72"/>
                  </a:cubicBezTo>
                  <a:cubicBezTo>
                    <a:pt x="10" y="74"/>
                    <a:pt x="23" y="73"/>
                    <a:pt x="29" y="70"/>
                  </a:cubicBezTo>
                  <a:cubicBezTo>
                    <a:pt x="35" y="66"/>
                    <a:pt x="39" y="65"/>
                    <a:pt x="44" y="65"/>
                  </a:cubicBezTo>
                  <a:cubicBezTo>
                    <a:pt x="48" y="65"/>
                    <a:pt x="54" y="61"/>
                    <a:pt x="56" y="59"/>
                  </a:cubicBezTo>
                  <a:cubicBezTo>
                    <a:pt x="57" y="57"/>
                    <a:pt x="64" y="57"/>
                    <a:pt x="67" y="57"/>
                  </a:cubicBezTo>
                  <a:cubicBezTo>
                    <a:pt x="70" y="58"/>
                    <a:pt x="73" y="54"/>
                    <a:pt x="76" y="51"/>
                  </a:cubicBezTo>
                  <a:cubicBezTo>
                    <a:pt x="79" y="48"/>
                    <a:pt x="89" y="47"/>
                    <a:pt x="100" y="43"/>
                  </a:cubicBezTo>
                  <a:cubicBezTo>
                    <a:pt x="110" y="40"/>
                    <a:pt x="108" y="35"/>
                    <a:pt x="111" y="32"/>
                  </a:cubicBezTo>
                  <a:cubicBezTo>
                    <a:pt x="113" y="30"/>
                    <a:pt x="116" y="30"/>
                    <a:pt x="120" y="28"/>
                  </a:cubicBezTo>
                  <a:cubicBezTo>
                    <a:pt x="115" y="18"/>
                    <a:pt x="109" y="6"/>
                    <a:pt x="106" y="0"/>
                  </a:cubicBezTo>
                  <a:cubicBezTo>
                    <a:pt x="101" y="1"/>
                    <a:pt x="97" y="3"/>
                    <a:pt x="95" y="3"/>
                  </a:cubicBezTo>
                  <a:close/>
                  <a:moveTo>
                    <a:pt x="123" y="78"/>
                  </a:moveTo>
                  <a:cubicBezTo>
                    <a:pt x="127" y="82"/>
                    <a:pt x="134" y="77"/>
                    <a:pt x="134" y="76"/>
                  </a:cubicBezTo>
                  <a:cubicBezTo>
                    <a:pt x="135" y="74"/>
                    <a:pt x="119" y="73"/>
                    <a:pt x="123" y="78"/>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2" name="Freeform 148"/>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9525">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3" name="Freeform 149"/>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4" name="Freeform 150"/>
            <p:cNvSpPr>
              <a:spLocks noEditPoints="1" noChangeArrowheads="1"/>
            </p:cNvSpPr>
            <p:nvPr/>
          </p:nvSpPr>
          <p:spPr bwMode="auto">
            <a:xfrm>
              <a:off x="6054746" y="2706691"/>
              <a:ext cx="884241" cy="787401"/>
            </a:xfrm>
            <a:custGeom>
              <a:avLst/>
              <a:gdLst>
                <a:gd name="T0" fmla="*/ 457 w 463"/>
                <a:gd name="T1" fmla="*/ 180 h 412"/>
                <a:gd name="T2" fmla="*/ 438 w 463"/>
                <a:gd name="T3" fmla="*/ 160 h 412"/>
                <a:gd name="T4" fmla="*/ 424 w 463"/>
                <a:gd name="T5" fmla="*/ 139 h 412"/>
                <a:gd name="T6" fmla="*/ 410 w 463"/>
                <a:gd name="T7" fmla="*/ 124 h 412"/>
                <a:gd name="T8" fmla="*/ 378 w 463"/>
                <a:gd name="T9" fmla="*/ 93 h 412"/>
                <a:gd name="T10" fmla="*/ 367 w 463"/>
                <a:gd name="T11" fmla="*/ 53 h 412"/>
                <a:gd name="T12" fmla="*/ 347 w 463"/>
                <a:gd name="T13" fmla="*/ 33 h 412"/>
                <a:gd name="T14" fmla="*/ 329 w 463"/>
                <a:gd name="T15" fmla="*/ 10 h 412"/>
                <a:gd name="T16" fmla="*/ 324 w 463"/>
                <a:gd name="T17" fmla="*/ 51 h 412"/>
                <a:gd name="T18" fmla="*/ 297 w 463"/>
                <a:gd name="T19" fmla="*/ 76 h 412"/>
                <a:gd name="T20" fmla="*/ 265 w 463"/>
                <a:gd name="T21" fmla="*/ 59 h 412"/>
                <a:gd name="T22" fmla="*/ 259 w 463"/>
                <a:gd name="T23" fmla="*/ 35 h 412"/>
                <a:gd name="T24" fmla="*/ 268 w 463"/>
                <a:gd name="T25" fmla="*/ 17 h 412"/>
                <a:gd name="T26" fmla="*/ 251 w 463"/>
                <a:gd name="T27" fmla="*/ 19 h 412"/>
                <a:gd name="T28" fmla="*/ 222 w 463"/>
                <a:gd name="T29" fmla="*/ 13 h 412"/>
                <a:gd name="T30" fmla="*/ 194 w 463"/>
                <a:gd name="T31" fmla="*/ 32 h 412"/>
                <a:gd name="T32" fmla="*/ 184 w 463"/>
                <a:gd name="T33" fmla="*/ 51 h 412"/>
                <a:gd name="T34" fmla="*/ 167 w 463"/>
                <a:gd name="T35" fmla="*/ 44 h 412"/>
                <a:gd name="T36" fmla="*/ 147 w 463"/>
                <a:gd name="T37" fmla="*/ 46 h 412"/>
                <a:gd name="T38" fmla="*/ 131 w 463"/>
                <a:gd name="T39" fmla="*/ 55 h 412"/>
                <a:gd name="T40" fmla="*/ 123 w 463"/>
                <a:gd name="T41" fmla="*/ 73 h 412"/>
                <a:gd name="T42" fmla="*/ 106 w 463"/>
                <a:gd name="T43" fmla="*/ 75 h 412"/>
                <a:gd name="T44" fmla="*/ 69 w 463"/>
                <a:gd name="T45" fmla="*/ 110 h 412"/>
                <a:gd name="T46" fmla="*/ 34 w 463"/>
                <a:gd name="T47" fmla="*/ 121 h 412"/>
                <a:gd name="T48" fmla="*/ 13 w 463"/>
                <a:gd name="T49" fmla="*/ 130 h 412"/>
                <a:gd name="T50" fmla="*/ 6 w 463"/>
                <a:gd name="T51" fmla="*/ 169 h 412"/>
                <a:gd name="T52" fmla="*/ 9 w 463"/>
                <a:gd name="T53" fmla="*/ 187 h 412"/>
                <a:gd name="T54" fmla="*/ 22 w 463"/>
                <a:gd name="T55" fmla="*/ 227 h 412"/>
                <a:gd name="T56" fmla="*/ 23 w 463"/>
                <a:gd name="T57" fmla="*/ 277 h 412"/>
                <a:gd name="T58" fmla="*/ 56 w 463"/>
                <a:gd name="T59" fmla="*/ 294 h 412"/>
                <a:gd name="T60" fmla="*/ 104 w 463"/>
                <a:gd name="T61" fmla="*/ 280 h 412"/>
                <a:gd name="T62" fmla="*/ 157 w 463"/>
                <a:gd name="T63" fmla="*/ 260 h 412"/>
                <a:gd name="T64" fmla="*/ 219 w 463"/>
                <a:gd name="T65" fmla="*/ 256 h 412"/>
                <a:gd name="T66" fmla="*/ 240 w 463"/>
                <a:gd name="T67" fmla="*/ 268 h 412"/>
                <a:gd name="T68" fmla="*/ 262 w 463"/>
                <a:gd name="T69" fmla="*/ 287 h 412"/>
                <a:gd name="T70" fmla="*/ 278 w 463"/>
                <a:gd name="T71" fmla="*/ 285 h 412"/>
                <a:gd name="T72" fmla="*/ 288 w 463"/>
                <a:gd name="T73" fmla="*/ 289 h 412"/>
                <a:gd name="T74" fmla="*/ 304 w 463"/>
                <a:gd name="T75" fmla="*/ 317 h 412"/>
                <a:gd name="T76" fmla="*/ 344 w 463"/>
                <a:gd name="T77" fmla="*/ 344 h 412"/>
                <a:gd name="T78" fmla="*/ 365 w 463"/>
                <a:gd name="T79" fmla="*/ 341 h 412"/>
                <a:gd name="T80" fmla="*/ 379 w 463"/>
                <a:gd name="T81" fmla="*/ 348 h 412"/>
                <a:gd name="T82" fmla="*/ 419 w 463"/>
                <a:gd name="T83" fmla="*/ 330 h 412"/>
                <a:gd name="T84" fmla="*/ 443 w 463"/>
                <a:gd name="T85" fmla="*/ 266 h 412"/>
                <a:gd name="T86" fmla="*/ 458 w 463"/>
                <a:gd name="T87" fmla="*/ 228 h 412"/>
                <a:gd name="T88" fmla="*/ 210 w 463"/>
                <a:gd name="T89" fmla="*/ 11 h 412"/>
                <a:gd name="T90" fmla="*/ 266 w 463"/>
                <a:gd name="T91" fmla="*/ 307 h 412"/>
                <a:gd name="T92" fmla="*/ 379 w 463"/>
                <a:gd name="T93" fmla="*/ 376 h 412"/>
                <a:gd name="T94" fmla="*/ 380 w 463"/>
                <a:gd name="T95" fmla="*/ 411 h 412"/>
                <a:gd name="T96" fmla="*/ 395 w 463"/>
                <a:gd name="T97" fmla="*/ 402 h 412"/>
                <a:gd name="T98" fmla="*/ 379 w 463"/>
                <a:gd name="T99" fmla="*/ 376 h 41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63"/>
                <a:gd name="T151" fmla="*/ 0 h 412"/>
                <a:gd name="T152" fmla="*/ 463 w 463"/>
                <a:gd name="T153" fmla="*/ 412 h 41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63" h="412">
                  <a:moveTo>
                    <a:pt x="460" y="207"/>
                  </a:moveTo>
                  <a:cubicBezTo>
                    <a:pt x="462" y="205"/>
                    <a:pt x="459" y="197"/>
                    <a:pt x="457" y="198"/>
                  </a:cubicBezTo>
                  <a:cubicBezTo>
                    <a:pt x="456" y="200"/>
                    <a:pt x="456" y="186"/>
                    <a:pt x="457" y="180"/>
                  </a:cubicBezTo>
                  <a:cubicBezTo>
                    <a:pt x="458" y="173"/>
                    <a:pt x="457" y="174"/>
                    <a:pt x="454" y="177"/>
                  </a:cubicBezTo>
                  <a:cubicBezTo>
                    <a:pt x="451" y="181"/>
                    <a:pt x="447" y="171"/>
                    <a:pt x="447" y="169"/>
                  </a:cubicBezTo>
                  <a:cubicBezTo>
                    <a:pt x="446" y="166"/>
                    <a:pt x="442" y="159"/>
                    <a:pt x="438" y="160"/>
                  </a:cubicBezTo>
                  <a:cubicBezTo>
                    <a:pt x="434" y="161"/>
                    <a:pt x="436" y="154"/>
                    <a:pt x="432" y="155"/>
                  </a:cubicBezTo>
                  <a:cubicBezTo>
                    <a:pt x="428" y="156"/>
                    <a:pt x="428" y="149"/>
                    <a:pt x="428" y="143"/>
                  </a:cubicBezTo>
                  <a:cubicBezTo>
                    <a:pt x="429" y="137"/>
                    <a:pt x="426" y="142"/>
                    <a:pt x="424" y="139"/>
                  </a:cubicBezTo>
                  <a:cubicBezTo>
                    <a:pt x="422" y="137"/>
                    <a:pt x="420" y="139"/>
                    <a:pt x="417" y="140"/>
                  </a:cubicBezTo>
                  <a:cubicBezTo>
                    <a:pt x="415" y="141"/>
                    <a:pt x="414" y="135"/>
                    <a:pt x="415" y="132"/>
                  </a:cubicBezTo>
                  <a:cubicBezTo>
                    <a:pt x="415" y="130"/>
                    <a:pt x="414" y="127"/>
                    <a:pt x="410" y="124"/>
                  </a:cubicBezTo>
                  <a:cubicBezTo>
                    <a:pt x="407" y="121"/>
                    <a:pt x="406" y="119"/>
                    <a:pt x="407" y="116"/>
                  </a:cubicBezTo>
                  <a:cubicBezTo>
                    <a:pt x="407" y="112"/>
                    <a:pt x="385" y="101"/>
                    <a:pt x="381" y="100"/>
                  </a:cubicBezTo>
                  <a:cubicBezTo>
                    <a:pt x="376" y="99"/>
                    <a:pt x="380" y="94"/>
                    <a:pt x="378" y="93"/>
                  </a:cubicBezTo>
                  <a:cubicBezTo>
                    <a:pt x="376" y="91"/>
                    <a:pt x="375" y="84"/>
                    <a:pt x="375" y="79"/>
                  </a:cubicBezTo>
                  <a:cubicBezTo>
                    <a:pt x="375" y="73"/>
                    <a:pt x="368" y="72"/>
                    <a:pt x="368" y="67"/>
                  </a:cubicBezTo>
                  <a:cubicBezTo>
                    <a:pt x="369" y="63"/>
                    <a:pt x="366" y="58"/>
                    <a:pt x="367" y="53"/>
                  </a:cubicBezTo>
                  <a:cubicBezTo>
                    <a:pt x="367" y="48"/>
                    <a:pt x="360" y="47"/>
                    <a:pt x="359" y="44"/>
                  </a:cubicBezTo>
                  <a:cubicBezTo>
                    <a:pt x="359" y="42"/>
                    <a:pt x="355" y="44"/>
                    <a:pt x="351" y="45"/>
                  </a:cubicBezTo>
                  <a:cubicBezTo>
                    <a:pt x="346" y="45"/>
                    <a:pt x="347" y="39"/>
                    <a:pt x="347" y="33"/>
                  </a:cubicBezTo>
                  <a:cubicBezTo>
                    <a:pt x="348" y="28"/>
                    <a:pt x="345" y="18"/>
                    <a:pt x="342" y="15"/>
                  </a:cubicBezTo>
                  <a:cubicBezTo>
                    <a:pt x="338" y="13"/>
                    <a:pt x="338" y="3"/>
                    <a:pt x="336" y="2"/>
                  </a:cubicBezTo>
                  <a:cubicBezTo>
                    <a:pt x="335" y="0"/>
                    <a:pt x="329" y="7"/>
                    <a:pt x="329" y="10"/>
                  </a:cubicBezTo>
                  <a:cubicBezTo>
                    <a:pt x="329" y="13"/>
                    <a:pt x="329" y="17"/>
                    <a:pt x="326" y="19"/>
                  </a:cubicBezTo>
                  <a:cubicBezTo>
                    <a:pt x="324" y="21"/>
                    <a:pt x="328" y="29"/>
                    <a:pt x="325" y="31"/>
                  </a:cubicBezTo>
                  <a:cubicBezTo>
                    <a:pt x="322" y="34"/>
                    <a:pt x="325" y="45"/>
                    <a:pt x="324" y="51"/>
                  </a:cubicBezTo>
                  <a:cubicBezTo>
                    <a:pt x="323" y="58"/>
                    <a:pt x="323" y="64"/>
                    <a:pt x="320" y="69"/>
                  </a:cubicBezTo>
                  <a:cubicBezTo>
                    <a:pt x="317" y="73"/>
                    <a:pt x="317" y="80"/>
                    <a:pt x="311" y="82"/>
                  </a:cubicBezTo>
                  <a:cubicBezTo>
                    <a:pt x="305" y="84"/>
                    <a:pt x="297" y="79"/>
                    <a:pt x="297" y="76"/>
                  </a:cubicBezTo>
                  <a:cubicBezTo>
                    <a:pt x="297" y="73"/>
                    <a:pt x="291" y="71"/>
                    <a:pt x="287" y="71"/>
                  </a:cubicBezTo>
                  <a:cubicBezTo>
                    <a:pt x="284" y="72"/>
                    <a:pt x="282" y="67"/>
                    <a:pt x="276" y="63"/>
                  </a:cubicBezTo>
                  <a:cubicBezTo>
                    <a:pt x="271" y="58"/>
                    <a:pt x="266" y="64"/>
                    <a:pt x="265" y="59"/>
                  </a:cubicBezTo>
                  <a:cubicBezTo>
                    <a:pt x="263" y="54"/>
                    <a:pt x="261" y="53"/>
                    <a:pt x="257" y="50"/>
                  </a:cubicBezTo>
                  <a:cubicBezTo>
                    <a:pt x="253" y="47"/>
                    <a:pt x="254" y="47"/>
                    <a:pt x="258" y="45"/>
                  </a:cubicBezTo>
                  <a:cubicBezTo>
                    <a:pt x="262" y="42"/>
                    <a:pt x="261" y="38"/>
                    <a:pt x="259" y="35"/>
                  </a:cubicBezTo>
                  <a:cubicBezTo>
                    <a:pt x="257" y="32"/>
                    <a:pt x="261" y="33"/>
                    <a:pt x="266" y="30"/>
                  </a:cubicBezTo>
                  <a:cubicBezTo>
                    <a:pt x="271" y="27"/>
                    <a:pt x="266" y="24"/>
                    <a:pt x="270" y="22"/>
                  </a:cubicBezTo>
                  <a:cubicBezTo>
                    <a:pt x="274" y="21"/>
                    <a:pt x="272" y="18"/>
                    <a:pt x="268" y="17"/>
                  </a:cubicBezTo>
                  <a:cubicBezTo>
                    <a:pt x="264" y="16"/>
                    <a:pt x="265" y="21"/>
                    <a:pt x="263" y="21"/>
                  </a:cubicBezTo>
                  <a:cubicBezTo>
                    <a:pt x="262" y="22"/>
                    <a:pt x="260" y="15"/>
                    <a:pt x="259" y="15"/>
                  </a:cubicBezTo>
                  <a:cubicBezTo>
                    <a:pt x="258" y="16"/>
                    <a:pt x="253" y="22"/>
                    <a:pt x="251" y="19"/>
                  </a:cubicBezTo>
                  <a:cubicBezTo>
                    <a:pt x="248" y="16"/>
                    <a:pt x="234" y="13"/>
                    <a:pt x="229" y="12"/>
                  </a:cubicBezTo>
                  <a:cubicBezTo>
                    <a:pt x="223" y="11"/>
                    <a:pt x="221" y="4"/>
                    <a:pt x="218" y="6"/>
                  </a:cubicBezTo>
                  <a:cubicBezTo>
                    <a:pt x="215" y="7"/>
                    <a:pt x="219" y="9"/>
                    <a:pt x="222" y="13"/>
                  </a:cubicBezTo>
                  <a:cubicBezTo>
                    <a:pt x="226" y="17"/>
                    <a:pt x="210" y="20"/>
                    <a:pt x="205" y="18"/>
                  </a:cubicBezTo>
                  <a:cubicBezTo>
                    <a:pt x="200" y="17"/>
                    <a:pt x="206" y="22"/>
                    <a:pt x="202" y="22"/>
                  </a:cubicBezTo>
                  <a:cubicBezTo>
                    <a:pt x="198" y="21"/>
                    <a:pt x="197" y="28"/>
                    <a:pt x="194" y="32"/>
                  </a:cubicBezTo>
                  <a:cubicBezTo>
                    <a:pt x="191" y="35"/>
                    <a:pt x="193" y="38"/>
                    <a:pt x="189" y="40"/>
                  </a:cubicBezTo>
                  <a:cubicBezTo>
                    <a:pt x="186" y="42"/>
                    <a:pt x="186" y="45"/>
                    <a:pt x="190" y="50"/>
                  </a:cubicBezTo>
                  <a:cubicBezTo>
                    <a:pt x="194" y="54"/>
                    <a:pt x="188" y="55"/>
                    <a:pt x="184" y="51"/>
                  </a:cubicBezTo>
                  <a:cubicBezTo>
                    <a:pt x="180" y="47"/>
                    <a:pt x="177" y="47"/>
                    <a:pt x="177" y="51"/>
                  </a:cubicBezTo>
                  <a:cubicBezTo>
                    <a:pt x="177" y="56"/>
                    <a:pt x="172" y="54"/>
                    <a:pt x="173" y="49"/>
                  </a:cubicBezTo>
                  <a:cubicBezTo>
                    <a:pt x="174" y="44"/>
                    <a:pt x="168" y="46"/>
                    <a:pt x="167" y="44"/>
                  </a:cubicBezTo>
                  <a:cubicBezTo>
                    <a:pt x="166" y="41"/>
                    <a:pt x="161" y="36"/>
                    <a:pt x="157" y="37"/>
                  </a:cubicBezTo>
                  <a:cubicBezTo>
                    <a:pt x="154" y="37"/>
                    <a:pt x="154" y="40"/>
                    <a:pt x="151" y="40"/>
                  </a:cubicBezTo>
                  <a:cubicBezTo>
                    <a:pt x="148" y="40"/>
                    <a:pt x="147" y="42"/>
                    <a:pt x="147" y="46"/>
                  </a:cubicBezTo>
                  <a:cubicBezTo>
                    <a:pt x="148" y="49"/>
                    <a:pt x="142" y="45"/>
                    <a:pt x="139" y="46"/>
                  </a:cubicBezTo>
                  <a:cubicBezTo>
                    <a:pt x="135" y="46"/>
                    <a:pt x="139" y="51"/>
                    <a:pt x="137" y="51"/>
                  </a:cubicBezTo>
                  <a:cubicBezTo>
                    <a:pt x="135" y="51"/>
                    <a:pt x="135" y="55"/>
                    <a:pt x="131" y="55"/>
                  </a:cubicBezTo>
                  <a:cubicBezTo>
                    <a:pt x="128" y="55"/>
                    <a:pt x="129" y="62"/>
                    <a:pt x="129" y="66"/>
                  </a:cubicBezTo>
                  <a:cubicBezTo>
                    <a:pt x="130" y="69"/>
                    <a:pt x="124" y="64"/>
                    <a:pt x="121" y="65"/>
                  </a:cubicBezTo>
                  <a:cubicBezTo>
                    <a:pt x="118" y="66"/>
                    <a:pt x="122" y="69"/>
                    <a:pt x="123" y="73"/>
                  </a:cubicBezTo>
                  <a:cubicBezTo>
                    <a:pt x="124" y="78"/>
                    <a:pt x="121" y="77"/>
                    <a:pt x="119" y="79"/>
                  </a:cubicBezTo>
                  <a:cubicBezTo>
                    <a:pt x="117" y="81"/>
                    <a:pt x="115" y="74"/>
                    <a:pt x="115" y="71"/>
                  </a:cubicBezTo>
                  <a:cubicBezTo>
                    <a:pt x="115" y="67"/>
                    <a:pt x="110" y="70"/>
                    <a:pt x="106" y="75"/>
                  </a:cubicBezTo>
                  <a:cubicBezTo>
                    <a:pt x="101" y="80"/>
                    <a:pt x="107" y="87"/>
                    <a:pt x="105" y="88"/>
                  </a:cubicBezTo>
                  <a:cubicBezTo>
                    <a:pt x="103" y="90"/>
                    <a:pt x="94" y="98"/>
                    <a:pt x="89" y="104"/>
                  </a:cubicBezTo>
                  <a:cubicBezTo>
                    <a:pt x="84" y="111"/>
                    <a:pt x="73" y="107"/>
                    <a:pt x="69" y="110"/>
                  </a:cubicBezTo>
                  <a:cubicBezTo>
                    <a:pt x="66" y="113"/>
                    <a:pt x="62" y="111"/>
                    <a:pt x="58" y="113"/>
                  </a:cubicBezTo>
                  <a:cubicBezTo>
                    <a:pt x="55" y="116"/>
                    <a:pt x="48" y="121"/>
                    <a:pt x="48" y="118"/>
                  </a:cubicBezTo>
                  <a:cubicBezTo>
                    <a:pt x="47" y="115"/>
                    <a:pt x="38" y="117"/>
                    <a:pt x="34" y="121"/>
                  </a:cubicBezTo>
                  <a:cubicBezTo>
                    <a:pt x="30" y="125"/>
                    <a:pt x="24" y="129"/>
                    <a:pt x="20" y="129"/>
                  </a:cubicBezTo>
                  <a:cubicBezTo>
                    <a:pt x="16" y="129"/>
                    <a:pt x="16" y="136"/>
                    <a:pt x="14" y="137"/>
                  </a:cubicBezTo>
                  <a:cubicBezTo>
                    <a:pt x="12" y="139"/>
                    <a:pt x="13" y="132"/>
                    <a:pt x="13" y="130"/>
                  </a:cubicBezTo>
                  <a:cubicBezTo>
                    <a:pt x="13" y="129"/>
                    <a:pt x="9" y="133"/>
                    <a:pt x="7" y="139"/>
                  </a:cubicBezTo>
                  <a:cubicBezTo>
                    <a:pt x="5" y="144"/>
                    <a:pt x="11" y="146"/>
                    <a:pt x="8" y="151"/>
                  </a:cubicBezTo>
                  <a:cubicBezTo>
                    <a:pt x="4" y="157"/>
                    <a:pt x="0" y="162"/>
                    <a:pt x="6" y="169"/>
                  </a:cubicBezTo>
                  <a:cubicBezTo>
                    <a:pt x="11" y="176"/>
                    <a:pt x="14" y="181"/>
                    <a:pt x="12" y="184"/>
                  </a:cubicBezTo>
                  <a:cubicBezTo>
                    <a:pt x="10" y="188"/>
                    <a:pt x="7" y="177"/>
                    <a:pt x="5" y="179"/>
                  </a:cubicBezTo>
                  <a:cubicBezTo>
                    <a:pt x="4" y="180"/>
                    <a:pt x="10" y="184"/>
                    <a:pt x="9" y="187"/>
                  </a:cubicBezTo>
                  <a:cubicBezTo>
                    <a:pt x="7" y="189"/>
                    <a:pt x="2" y="178"/>
                    <a:pt x="1" y="181"/>
                  </a:cubicBezTo>
                  <a:cubicBezTo>
                    <a:pt x="0" y="183"/>
                    <a:pt x="12" y="200"/>
                    <a:pt x="12" y="206"/>
                  </a:cubicBezTo>
                  <a:cubicBezTo>
                    <a:pt x="12" y="212"/>
                    <a:pt x="22" y="218"/>
                    <a:pt x="22" y="227"/>
                  </a:cubicBezTo>
                  <a:cubicBezTo>
                    <a:pt x="21" y="236"/>
                    <a:pt x="30" y="251"/>
                    <a:pt x="32" y="253"/>
                  </a:cubicBezTo>
                  <a:cubicBezTo>
                    <a:pt x="33" y="255"/>
                    <a:pt x="28" y="261"/>
                    <a:pt x="29" y="268"/>
                  </a:cubicBezTo>
                  <a:cubicBezTo>
                    <a:pt x="30" y="275"/>
                    <a:pt x="27" y="277"/>
                    <a:pt x="23" y="277"/>
                  </a:cubicBezTo>
                  <a:cubicBezTo>
                    <a:pt x="18" y="277"/>
                    <a:pt x="21" y="284"/>
                    <a:pt x="26" y="285"/>
                  </a:cubicBezTo>
                  <a:cubicBezTo>
                    <a:pt x="30" y="285"/>
                    <a:pt x="29" y="289"/>
                    <a:pt x="34" y="292"/>
                  </a:cubicBezTo>
                  <a:cubicBezTo>
                    <a:pt x="39" y="296"/>
                    <a:pt x="52" y="294"/>
                    <a:pt x="56" y="294"/>
                  </a:cubicBezTo>
                  <a:cubicBezTo>
                    <a:pt x="60" y="294"/>
                    <a:pt x="61" y="288"/>
                    <a:pt x="67" y="288"/>
                  </a:cubicBezTo>
                  <a:cubicBezTo>
                    <a:pt x="73" y="287"/>
                    <a:pt x="72" y="286"/>
                    <a:pt x="75" y="282"/>
                  </a:cubicBezTo>
                  <a:cubicBezTo>
                    <a:pt x="78" y="279"/>
                    <a:pt x="91" y="280"/>
                    <a:pt x="104" y="280"/>
                  </a:cubicBezTo>
                  <a:cubicBezTo>
                    <a:pt x="117" y="281"/>
                    <a:pt x="123" y="277"/>
                    <a:pt x="125" y="272"/>
                  </a:cubicBezTo>
                  <a:cubicBezTo>
                    <a:pt x="127" y="267"/>
                    <a:pt x="136" y="267"/>
                    <a:pt x="140" y="263"/>
                  </a:cubicBezTo>
                  <a:cubicBezTo>
                    <a:pt x="144" y="260"/>
                    <a:pt x="147" y="259"/>
                    <a:pt x="157" y="260"/>
                  </a:cubicBezTo>
                  <a:cubicBezTo>
                    <a:pt x="167" y="260"/>
                    <a:pt x="176" y="255"/>
                    <a:pt x="182" y="253"/>
                  </a:cubicBezTo>
                  <a:cubicBezTo>
                    <a:pt x="188" y="250"/>
                    <a:pt x="200" y="251"/>
                    <a:pt x="206" y="250"/>
                  </a:cubicBezTo>
                  <a:cubicBezTo>
                    <a:pt x="212" y="248"/>
                    <a:pt x="213" y="257"/>
                    <a:pt x="219" y="256"/>
                  </a:cubicBezTo>
                  <a:cubicBezTo>
                    <a:pt x="226" y="256"/>
                    <a:pt x="229" y="258"/>
                    <a:pt x="233" y="258"/>
                  </a:cubicBezTo>
                  <a:cubicBezTo>
                    <a:pt x="236" y="258"/>
                    <a:pt x="236" y="261"/>
                    <a:pt x="239" y="261"/>
                  </a:cubicBezTo>
                  <a:cubicBezTo>
                    <a:pt x="243" y="262"/>
                    <a:pt x="242" y="265"/>
                    <a:pt x="240" y="268"/>
                  </a:cubicBezTo>
                  <a:cubicBezTo>
                    <a:pt x="238" y="272"/>
                    <a:pt x="245" y="271"/>
                    <a:pt x="250" y="278"/>
                  </a:cubicBezTo>
                  <a:cubicBezTo>
                    <a:pt x="255" y="284"/>
                    <a:pt x="250" y="285"/>
                    <a:pt x="253" y="290"/>
                  </a:cubicBezTo>
                  <a:cubicBezTo>
                    <a:pt x="255" y="295"/>
                    <a:pt x="257" y="294"/>
                    <a:pt x="262" y="287"/>
                  </a:cubicBezTo>
                  <a:cubicBezTo>
                    <a:pt x="267" y="280"/>
                    <a:pt x="272" y="285"/>
                    <a:pt x="273" y="279"/>
                  </a:cubicBezTo>
                  <a:cubicBezTo>
                    <a:pt x="274" y="273"/>
                    <a:pt x="279" y="266"/>
                    <a:pt x="283" y="269"/>
                  </a:cubicBezTo>
                  <a:cubicBezTo>
                    <a:pt x="286" y="272"/>
                    <a:pt x="280" y="273"/>
                    <a:pt x="278" y="285"/>
                  </a:cubicBezTo>
                  <a:cubicBezTo>
                    <a:pt x="276" y="296"/>
                    <a:pt x="272" y="290"/>
                    <a:pt x="271" y="293"/>
                  </a:cubicBezTo>
                  <a:cubicBezTo>
                    <a:pt x="270" y="297"/>
                    <a:pt x="281" y="298"/>
                    <a:pt x="281" y="292"/>
                  </a:cubicBezTo>
                  <a:cubicBezTo>
                    <a:pt x="281" y="286"/>
                    <a:pt x="283" y="284"/>
                    <a:pt x="288" y="289"/>
                  </a:cubicBezTo>
                  <a:cubicBezTo>
                    <a:pt x="292" y="295"/>
                    <a:pt x="285" y="299"/>
                    <a:pt x="286" y="302"/>
                  </a:cubicBezTo>
                  <a:cubicBezTo>
                    <a:pt x="287" y="304"/>
                    <a:pt x="292" y="301"/>
                    <a:pt x="294" y="301"/>
                  </a:cubicBezTo>
                  <a:cubicBezTo>
                    <a:pt x="299" y="301"/>
                    <a:pt x="305" y="311"/>
                    <a:pt x="304" y="317"/>
                  </a:cubicBezTo>
                  <a:cubicBezTo>
                    <a:pt x="303" y="322"/>
                    <a:pt x="301" y="327"/>
                    <a:pt x="310" y="331"/>
                  </a:cubicBezTo>
                  <a:cubicBezTo>
                    <a:pt x="318" y="335"/>
                    <a:pt x="315" y="336"/>
                    <a:pt x="321" y="336"/>
                  </a:cubicBezTo>
                  <a:cubicBezTo>
                    <a:pt x="328" y="336"/>
                    <a:pt x="341" y="341"/>
                    <a:pt x="344" y="344"/>
                  </a:cubicBezTo>
                  <a:cubicBezTo>
                    <a:pt x="348" y="347"/>
                    <a:pt x="357" y="342"/>
                    <a:pt x="358" y="336"/>
                  </a:cubicBezTo>
                  <a:cubicBezTo>
                    <a:pt x="360" y="330"/>
                    <a:pt x="367" y="336"/>
                    <a:pt x="363" y="338"/>
                  </a:cubicBezTo>
                  <a:cubicBezTo>
                    <a:pt x="360" y="340"/>
                    <a:pt x="365" y="344"/>
                    <a:pt x="365" y="341"/>
                  </a:cubicBezTo>
                  <a:cubicBezTo>
                    <a:pt x="365" y="338"/>
                    <a:pt x="367" y="335"/>
                    <a:pt x="368" y="339"/>
                  </a:cubicBezTo>
                  <a:cubicBezTo>
                    <a:pt x="369" y="343"/>
                    <a:pt x="374" y="343"/>
                    <a:pt x="376" y="346"/>
                  </a:cubicBezTo>
                  <a:cubicBezTo>
                    <a:pt x="377" y="349"/>
                    <a:pt x="379" y="351"/>
                    <a:pt x="379" y="348"/>
                  </a:cubicBezTo>
                  <a:cubicBezTo>
                    <a:pt x="379" y="346"/>
                    <a:pt x="380" y="344"/>
                    <a:pt x="384" y="342"/>
                  </a:cubicBezTo>
                  <a:cubicBezTo>
                    <a:pt x="388" y="341"/>
                    <a:pt x="391" y="338"/>
                    <a:pt x="395" y="334"/>
                  </a:cubicBezTo>
                  <a:cubicBezTo>
                    <a:pt x="399" y="331"/>
                    <a:pt x="417" y="330"/>
                    <a:pt x="419" y="330"/>
                  </a:cubicBezTo>
                  <a:cubicBezTo>
                    <a:pt x="420" y="330"/>
                    <a:pt x="421" y="315"/>
                    <a:pt x="422" y="307"/>
                  </a:cubicBezTo>
                  <a:cubicBezTo>
                    <a:pt x="423" y="300"/>
                    <a:pt x="430" y="298"/>
                    <a:pt x="431" y="290"/>
                  </a:cubicBezTo>
                  <a:cubicBezTo>
                    <a:pt x="432" y="282"/>
                    <a:pt x="441" y="267"/>
                    <a:pt x="443" y="266"/>
                  </a:cubicBezTo>
                  <a:cubicBezTo>
                    <a:pt x="445" y="265"/>
                    <a:pt x="449" y="263"/>
                    <a:pt x="450" y="258"/>
                  </a:cubicBezTo>
                  <a:cubicBezTo>
                    <a:pt x="450" y="253"/>
                    <a:pt x="456" y="248"/>
                    <a:pt x="456" y="242"/>
                  </a:cubicBezTo>
                  <a:cubicBezTo>
                    <a:pt x="456" y="237"/>
                    <a:pt x="459" y="230"/>
                    <a:pt x="458" y="228"/>
                  </a:cubicBezTo>
                  <a:cubicBezTo>
                    <a:pt x="458" y="226"/>
                    <a:pt x="456" y="221"/>
                    <a:pt x="460" y="217"/>
                  </a:cubicBezTo>
                  <a:cubicBezTo>
                    <a:pt x="463" y="213"/>
                    <a:pt x="458" y="208"/>
                    <a:pt x="460" y="207"/>
                  </a:cubicBezTo>
                  <a:close/>
                  <a:moveTo>
                    <a:pt x="210" y="11"/>
                  </a:moveTo>
                  <a:cubicBezTo>
                    <a:pt x="209" y="8"/>
                    <a:pt x="191" y="11"/>
                    <a:pt x="195" y="14"/>
                  </a:cubicBezTo>
                  <a:cubicBezTo>
                    <a:pt x="198" y="16"/>
                    <a:pt x="210" y="14"/>
                    <a:pt x="210" y="11"/>
                  </a:cubicBezTo>
                  <a:close/>
                  <a:moveTo>
                    <a:pt x="266" y="307"/>
                  </a:moveTo>
                  <a:cubicBezTo>
                    <a:pt x="269" y="309"/>
                    <a:pt x="278" y="309"/>
                    <a:pt x="279" y="305"/>
                  </a:cubicBezTo>
                  <a:cubicBezTo>
                    <a:pt x="281" y="302"/>
                    <a:pt x="263" y="305"/>
                    <a:pt x="266" y="307"/>
                  </a:cubicBezTo>
                  <a:close/>
                  <a:moveTo>
                    <a:pt x="379" y="376"/>
                  </a:moveTo>
                  <a:cubicBezTo>
                    <a:pt x="372" y="377"/>
                    <a:pt x="362" y="370"/>
                    <a:pt x="360" y="371"/>
                  </a:cubicBezTo>
                  <a:cubicBezTo>
                    <a:pt x="357" y="372"/>
                    <a:pt x="368" y="389"/>
                    <a:pt x="365" y="393"/>
                  </a:cubicBezTo>
                  <a:cubicBezTo>
                    <a:pt x="361" y="398"/>
                    <a:pt x="375" y="410"/>
                    <a:pt x="380" y="411"/>
                  </a:cubicBezTo>
                  <a:cubicBezTo>
                    <a:pt x="385" y="412"/>
                    <a:pt x="383" y="406"/>
                    <a:pt x="386" y="406"/>
                  </a:cubicBezTo>
                  <a:cubicBezTo>
                    <a:pt x="389" y="407"/>
                    <a:pt x="388" y="403"/>
                    <a:pt x="389" y="401"/>
                  </a:cubicBezTo>
                  <a:cubicBezTo>
                    <a:pt x="389" y="398"/>
                    <a:pt x="392" y="403"/>
                    <a:pt x="395" y="402"/>
                  </a:cubicBezTo>
                  <a:cubicBezTo>
                    <a:pt x="398" y="400"/>
                    <a:pt x="394" y="390"/>
                    <a:pt x="398" y="390"/>
                  </a:cubicBezTo>
                  <a:cubicBezTo>
                    <a:pt x="402" y="390"/>
                    <a:pt x="399" y="377"/>
                    <a:pt x="398" y="372"/>
                  </a:cubicBezTo>
                  <a:cubicBezTo>
                    <a:pt x="397" y="368"/>
                    <a:pt x="386" y="376"/>
                    <a:pt x="379" y="376"/>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5" name="Freeform 151"/>
            <p:cNvSpPr>
              <a:spLocks noEditPoints="1" noChangeArrowheads="1"/>
            </p:cNvSpPr>
            <p:nvPr/>
          </p:nvSpPr>
          <p:spPr bwMode="auto">
            <a:xfrm>
              <a:off x="7212037" y="3267080"/>
              <a:ext cx="269876" cy="320676"/>
            </a:xfrm>
            <a:custGeom>
              <a:avLst/>
              <a:gdLst>
                <a:gd name="T0" fmla="*/ 87 w 141"/>
                <a:gd name="T1" fmla="*/ 81 h 168"/>
                <a:gd name="T2" fmla="*/ 78 w 141"/>
                <a:gd name="T3" fmla="*/ 84 h 168"/>
                <a:gd name="T4" fmla="*/ 67 w 141"/>
                <a:gd name="T5" fmla="*/ 79 h 168"/>
                <a:gd name="T6" fmla="*/ 61 w 141"/>
                <a:gd name="T7" fmla="*/ 89 h 168"/>
                <a:gd name="T8" fmla="*/ 52 w 141"/>
                <a:gd name="T9" fmla="*/ 105 h 168"/>
                <a:gd name="T10" fmla="*/ 21 w 141"/>
                <a:gd name="T11" fmla="*/ 125 h 168"/>
                <a:gd name="T12" fmla="*/ 7 w 141"/>
                <a:gd name="T13" fmla="*/ 139 h 168"/>
                <a:gd name="T14" fmla="*/ 4 w 141"/>
                <a:gd name="T15" fmla="*/ 151 h 168"/>
                <a:gd name="T16" fmla="*/ 14 w 141"/>
                <a:gd name="T17" fmla="*/ 156 h 168"/>
                <a:gd name="T18" fmla="*/ 22 w 141"/>
                <a:gd name="T19" fmla="*/ 159 h 168"/>
                <a:gd name="T20" fmla="*/ 43 w 141"/>
                <a:gd name="T21" fmla="*/ 154 h 168"/>
                <a:gd name="T22" fmla="*/ 50 w 141"/>
                <a:gd name="T23" fmla="*/ 141 h 168"/>
                <a:gd name="T24" fmla="*/ 56 w 141"/>
                <a:gd name="T25" fmla="*/ 129 h 168"/>
                <a:gd name="T26" fmla="*/ 69 w 141"/>
                <a:gd name="T27" fmla="*/ 122 h 168"/>
                <a:gd name="T28" fmla="*/ 72 w 141"/>
                <a:gd name="T29" fmla="*/ 116 h 168"/>
                <a:gd name="T30" fmla="*/ 80 w 141"/>
                <a:gd name="T31" fmla="*/ 105 h 168"/>
                <a:gd name="T32" fmla="*/ 89 w 141"/>
                <a:gd name="T33" fmla="*/ 90 h 168"/>
                <a:gd name="T34" fmla="*/ 87 w 141"/>
                <a:gd name="T35" fmla="*/ 81 h 168"/>
                <a:gd name="T36" fmla="*/ 15 w 141"/>
                <a:gd name="T37" fmla="*/ 167 h 168"/>
                <a:gd name="T38" fmla="*/ 19 w 141"/>
                <a:gd name="T39" fmla="*/ 162 h 168"/>
                <a:gd name="T40" fmla="*/ 15 w 141"/>
                <a:gd name="T41" fmla="*/ 167 h 168"/>
                <a:gd name="T42" fmla="*/ 128 w 141"/>
                <a:gd name="T43" fmla="*/ 41 h 168"/>
                <a:gd name="T44" fmla="*/ 117 w 141"/>
                <a:gd name="T45" fmla="*/ 40 h 168"/>
                <a:gd name="T46" fmla="*/ 110 w 141"/>
                <a:gd name="T47" fmla="*/ 33 h 168"/>
                <a:gd name="T48" fmla="*/ 105 w 141"/>
                <a:gd name="T49" fmla="*/ 24 h 168"/>
                <a:gd name="T50" fmla="*/ 105 w 141"/>
                <a:gd name="T51" fmla="*/ 30 h 168"/>
                <a:gd name="T52" fmla="*/ 100 w 141"/>
                <a:gd name="T53" fmla="*/ 28 h 168"/>
                <a:gd name="T54" fmla="*/ 96 w 141"/>
                <a:gd name="T55" fmla="*/ 20 h 168"/>
                <a:gd name="T56" fmla="*/ 92 w 141"/>
                <a:gd name="T57" fmla="*/ 10 h 168"/>
                <a:gd name="T58" fmla="*/ 78 w 141"/>
                <a:gd name="T59" fmla="*/ 0 h 168"/>
                <a:gd name="T60" fmla="*/ 81 w 141"/>
                <a:gd name="T61" fmla="*/ 12 h 168"/>
                <a:gd name="T62" fmla="*/ 89 w 141"/>
                <a:gd name="T63" fmla="*/ 20 h 168"/>
                <a:gd name="T64" fmla="*/ 96 w 141"/>
                <a:gd name="T65" fmla="*/ 29 h 168"/>
                <a:gd name="T66" fmla="*/ 94 w 141"/>
                <a:gd name="T67" fmla="*/ 46 h 168"/>
                <a:gd name="T68" fmla="*/ 85 w 141"/>
                <a:gd name="T69" fmla="*/ 56 h 168"/>
                <a:gd name="T70" fmla="*/ 100 w 141"/>
                <a:gd name="T71" fmla="*/ 69 h 168"/>
                <a:gd name="T72" fmla="*/ 97 w 141"/>
                <a:gd name="T73" fmla="*/ 87 h 168"/>
                <a:gd name="T74" fmla="*/ 107 w 141"/>
                <a:gd name="T75" fmla="*/ 89 h 168"/>
                <a:gd name="T76" fmla="*/ 119 w 141"/>
                <a:gd name="T77" fmla="*/ 71 h 168"/>
                <a:gd name="T78" fmla="*/ 123 w 141"/>
                <a:gd name="T79" fmla="*/ 60 h 168"/>
                <a:gd name="T80" fmla="*/ 130 w 141"/>
                <a:gd name="T81" fmla="*/ 57 h 168"/>
                <a:gd name="T82" fmla="*/ 135 w 141"/>
                <a:gd name="T83" fmla="*/ 50 h 168"/>
                <a:gd name="T84" fmla="*/ 139 w 141"/>
                <a:gd name="T85" fmla="*/ 40 h 168"/>
                <a:gd name="T86" fmla="*/ 128 w 141"/>
                <a:gd name="T87" fmla="*/ 41 h 16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1"/>
                <a:gd name="T133" fmla="*/ 0 h 168"/>
                <a:gd name="T134" fmla="*/ 141 w 141"/>
                <a:gd name="T135" fmla="*/ 168 h 16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1" h="168">
                  <a:moveTo>
                    <a:pt x="87" y="81"/>
                  </a:moveTo>
                  <a:cubicBezTo>
                    <a:pt x="84" y="79"/>
                    <a:pt x="82" y="82"/>
                    <a:pt x="78" y="84"/>
                  </a:cubicBezTo>
                  <a:cubicBezTo>
                    <a:pt x="74" y="86"/>
                    <a:pt x="72" y="76"/>
                    <a:pt x="67" y="79"/>
                  </a:cubicBezTo>
                  <a:cubicBezTo>
                    <a:pt x="62" y="83"/>
                    <a:pt x="67" y="85"/>
                    <a:pt x="61" y="89"/>
                  </a:cubicBezTo>
                  <a:cubicBezTo>
                    <a:pt x="56" y="94"/>
                    <a:pt x="58" y="95"/>
                    <a:pt x="52" y="105"/>
                  </a:cubicBezTo>
                  <a:cubicBezTo>
                    <a:pt x="46" y="115"/>
                    <a:pt x="24" y="120"/>
                    <a:pt x="21" y="125"/>
                  </a:cubicBezTo>
                  <a:cubicBezTo>
                    <a:pt x="18" y="131"/>
                    <a:pt x="7" y="135"/>
                    <a:pt x="7" y="139"/>
                  </a:cubicBezTo>
                  <a:cubicBezTo>
                    <a:pt x="7" y="143"/>
                    <a:pt x="0" y="146"/>
                    <a:pt x="4" y="151"/>
                  </a:cubicBezTo>
                  <a:cubicBezTo>
                    <a:pt x="7" y="155"/>
                    <a:pt x="11" y="152"/>
                    <a:pt x="14" y="156"/>
                  </a:cubicBezTo>
                  <a:cubicBezTo>
                    <a:pt x="17" y="159"/>
                    <a:pt x="21" y="156"/>
                    <a:pt x="22" y="159"/>
                  </a:cubicBezTo>
                  <a:cubicBezTo>
                    <a:pt x="24" y="162"/>
                    <a:pt x="35" y="162"/>
                    <a:pt x="43" y="154"/>
                  </a:cubicBezTo>
                  <a:cubicBezTo>
                    <a:pt x="51" y="147"/>
                    <a:pt x="47" y="143"/>
                    <a:pt x="50" y="141"/>
                  </a:cubicBezTo>
                  <a:cubicBezTo>
                    <a:pt x="54" y="139"/>
                    <a:pt x="54" y="133"/>
                    <a:pt x="56" y="129"/>
                  </a:cubicBezTo>
                  <a:cubicBezTo>
                    <a:pt x="58" y="126"/>
                    <a:pt x="60" y="122"/>
                    <a:pt x="69" y="122"/>
                  </a:cubicBezTo>
                  <a:cubicBezTo>
                    <a:pt x="78" y="122"/>
                    <a:pt x="73" y="120"/>
                    <a:pt x="72" y="116"/>
                  </a:cubicBezTo>
                  <a:cubicBezTo>
                    <a:pt x="72" y="111"/>
                    <a:pt x="80" y="111"/>
                    <a:pt x="80" y="105"/>
                  </a:cubicBezTo>
                  <a:cubicBezTo>
                    <a:pt x="80" y="100"/>
                    <a:pt x="91" y="95"/>
                    <a:pt x="89" y="90"/>
                  </a:cubicBezTo>
                  <a:cubicBezTo>
                    <a:pt x="86" y="86"/>
                    <a:pt x="91" y="84"/>
                    <a:pt x="87" y="81"/>
                  </a:cubicBezTo>
                  <a:close/>
                  <a:moveTo>
                    <a:pt x="15" y="167"/>
                  </a:moveTo>
                  <a:cubicBezTo>
                    <a:pt x="17" y="168"/>
                    <a:pt x="22" y="166"/>
                    <a:pt x="19" y="162"/>
                  </a:cubicBezTo>
                  <a:cubicBezTo>
                    <a:pt x="16" y="158"/>
                    <a:pt x="11" y="166"/>
                    <a:pt x="15" y="167"/>
                  </a:cubicBezTo>
                  <a:close/>
                  <a:moveTo>
                    <a:pt x="128" y="41"/>
                  </a:moveTo>
                  <a:cubicBezTo>
                    <a:pt x="126" y="45"/>
                    <a:pt x="121" y="40"/>
                    <a:pt x="117" y="40"/>
                  </a:cubicBezTo>
                  <a:cubicBezTo>
                    <a:pt x="113" y="40"/>
                    <a:pt x="110" y="37"/>
                    <a:pt x="110" y="33"/>
                  </a:cubicBezTo>
                  <a:cubicBezTo>
                    <a:pt x="110" y="29"/>
                    <a:pt x="109" y="24"/>
                    <a:pt x="105" y="24"/>
                  </a:cubicBezTo>
                  <a:cubicBezTo>
                    <a:pt x="101" y="24"/>
                    <a:pt x="106" y="28"/>
                    <a:pt x="105" y="30"/>
                  </a:cubicBezTo>
                  <a:cubicBezTo>
                    <a:pt x="103" y="32"/>
                    <a:pt x="102" y="28"/>
                    <a:pt x="100" y="28"/>
                  </a:cubicBezTo>
                  <a:cubicBezTo>
                    <a:pt x="98" y="28"/>
                    <a:pt x="96" y="25"/>
                    <a:pt x="96" y="20"/>
                  </a:cubicBezTo>
                  <a:cubicBezTo>
                    <a:pt x="96" y="15"/>
                    <a:pt x="92" y="16"/>
                    <a:pt x="92" y="10"/>
                  </a:cubicBezTo>
                  <a:cubicBezTo>
                    <a:pt x="92" y="4"/>
                    <a:pt x="83" y="0"/>
                    <a:pt x="78" y="0"/>
                  </a:cubicBezTo>
                  <a:cubicBezTo>
                    <a:pt x="73" y="0"/>
                    <a:pt x="79" y="9"/>
                    <a:pt x="81" y="12"/>
                  </a:cubicBezTo>
                  <a:cubicBezTo>
                    <a:pt x="84" y="15"/>
                    <a:pt x="89" y="18"/>
                    <a:pt x="89" y="20"/>
                  </a:cubicBezTo>
                  <a:cubicBezTo>
                    <a:pt x="89" y="22"/>
                    <a:pt x="93" y="28"/>
                    <a:pt x="96" y="29"/>
                  </a:cubicBezTo>
                  <a:cubicBezTo>
                    <a:pt x="99" y="30"/>
                    <a:pt x="94" y="39"/>
                    <a:pt x="94" y="46"/>
                  </a:cubicBezTo>
                  <a:cubicBezTo>
                    <a:pt x="94" y="53"/>
                    <a:pt x="89" y="51"/>
                    <a:pt x="85" y="56"/>
                  </a:cubicBezTo>
                  <a:cubicBezTo>
                    <a:pt x="81" y="60"/>
                    <a:pt x="94" y="65"/>
                    <a:pt x="100" y="69"/>
                  </a:cubicBezTo>
                  <a:cubicBezTo>
                    <a:pt x="105" y="74"/>
                    <a:pt x="95" y="85"/>
                    <a:pt x="97" y="87"/>
                  </a:cubicBezTo>
                  <a:cubicBezTo>
                    <a:pt x="97" y="89"/>
                    <a:pt x="101" y="90"/>
                    <a:pt x="107" y="89"/>
                  </a:cubicBezTo>
                  <a:cubicBezTo>
                    <a:pt x="113" y="87"/>
                    <a:pt x="115" y="75"/>
                    <a:pt x="119" y="71"/>
                  </a:cubicBezTo>
                  <a:cubicBezTo>
                    <a:pt x="123" y="68"/>
                    <a:pt x="121" y="62"/>
                    <a:pt x="123" y="60"/>
                  </a:cubicBezTo>
                  <a:cubicBezTo>
                    <a:pt x="125" y="57"/>
                    <a:pt x="128" y="57"/>
                    <a:pt x="130" y="57"/>
                  </a:cubicBezTo>
                  <a:cubicBezTo>
                    <a:pt x="133" y="57"/>
                    <a:pt x="132" y="50"/>
                    <a:pt x="135" y="50"/>
                  </a:cubicBezTo>
                  <a:cubicBezTo>
                    <a:pt x="139" y="50"/>
                    <a:pt x="137" y="46"/>
                    <a:pt x="139" y="40"/>
                  </a:cubicBezTo>
                  <a:cubicBezTo>
                    <a:pt x="141" y="35"/>
                    <a:pt x="130" y="37"/>
                    <a:pt x="128" y="41"/>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6" name="Freeform 152"/>
            <p:cNvSpPr>
              <a:spLocks noEditPoints="1" noChangeArrowheads="1"/>
            </p:cNvSpPr>
            <p:nvPr/>
          </p:nvSpPr>
          <p:spPr bwMode="auto">
            <a:xfrm>
              <a:off x="7448575" y="2830516"/>
              <a:ext cx="58738" cy="53975"/>
            </a:xfrm>
            <a:custGeom>
              <a:avLst/>
              <a:gdLst>
                <a:gd name="T0" fmla="*/ 4 w 31"/>
                <a:gd name="T1" fmla="*/ 24 h 28"/>
                <a:gd name="T2" fmla="*/ 17 w 31"/>
                <a:gd name="T3" fmla="*/ 20 h 28"/>
                <a:gd name="T4" fmla="*/ 4 w 31"/>
                <a:gd name="T5" fmla="*/ 24 h 28"/>
                <a:gd name="T6" fmla="*/ 20 w 31"/>
                <a:gd name="T7" fmla="*/ 10 h 28"/>
                <a:gd name="T8" fmla="*/ 31 w 31"/>
                <a:gd name="T9" fmla="*/ 4 h 28"/>
                <a:gd name="T10" fmla="*/ 20 w 31"/>
                <a:gd name="T11" fmla="*/ 10 h 28"/>
                <a:gd name="T12" fmla="*/ 0 60000 65536"/>
                <a:gd name="T13" fmla="*/ 0 60000 65536"/>
                <a:gd name="T14" fmla="*/ 0 60000 65536"/>
                <a:gd name="T15" fmla="*/ 0 60000 65536"/>
                <a:gd name="T16" fmla="*/ 0 60000 65536"/>
                <a:gd name="T17" fmla="*/ 0 60000 65536"/>
                <a:gd name="T18" fmla="*/ 0 w 31"/>
                <a:gd name="T19" fmla="*/ 0 h 28"/>
                <a:gd name="T20" fmla="*/ 31 w 31"/>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31" h="28">
                  <a:moveTo>
                    <a:pt x="4" y="24"/>
                  </a:moveTo>
                  <a:cubicBezTo>
                    <a:pt x="8" y="28"/>
                    <a:pt x="17" y="27"/>
                    <a:pt x="17" y="20"/>
                  </a:cubicBezTo>
                  <a:cubicBezTo>
                    <a:pt x="17" y="13"/>
                    <a:pt x="0" y="20"/>
                    <a:pt x="4" y="24"/>
                  </a:cubicBezTo>
                  <a:close/>
                  <a:moveTo>
                    <a:pt x="20" y="10"/>
                  </a:moveTo>
                  <a:cubicBezTo>
                    <a:pt x="22" y="11"/>
                    <a:pt x="31" y="8"/>
                    <a:pt x="31" y="4"/>
                  </a:cubicBezTo>
                  <a:cubicBezTo>
                    <a:pt x="31" y="0"/>
                    <a:pt x="15" y="9"/>
                    <a:pt x="20" y="10"/>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7" name="Freeform 153"/>
            <p:cNvSpPr>
              <a:spLocks noChangeArrowheads="1"/>
            </p:cNvSpPr>
            <p:nvPr/>
          </p:nvSpPr>
          <p:spPr bwMode="auto">
            <a:xfrm>
              <a:off x="4773629" y="1484314"/>
              <a:ext cx="309564" cy="195264"/>
            </a:xfrm>
            <a:custGeom>
              <a:avLst/>
              <a:gdLst>
                <a:gd name="T0" fmla="*/ 161 w 162"/>
                <a:gd name="T1" fmla="*/ 64 h 102"/>
                <a:gd name="T2" fmla="*/ 151 w 162"/>
                <a:gd name="T3" fmla="*/ 61 h 102"/>
                <a:gd name="T4" fmla="*/ 139 w 162"/>
                <a:gd name="T5" fmla="*/ 53 h 102"/>
                <a:gd name="T6" fmla="*/ 126 w 162"/>
                <a:gd name="T7" fmla="*/ 45 h 102"/>
                <a:gd name="T8" fmla="*/ 115 w 162"/>
                <a:gd name="T9" fmla="*/ 37 h 102"/>
                <a:gd name="T10" fmla="*/ 110 w 162"/>
                <a:gd name="T11" fmla="*/ 28 h 102"/>
                <a:gd name="T12" fmla="*/ 105 w 162"/>
                <a:gd name="T13" fmla="*/ 20 h 102"/>
                <a:gd name="T14" fmla="*/ 88 w 162"/>
                <a:gd name="T15" fmla="*/ 18 h 102"/>
                <a:gd name="T16" fmla="*/ 84 w 162"/>
                <a:gd name="T17" fmla="*/ 6 h 102"/>
                <a:gd name="T18" fmla="*/ 76 w 162"/>
                <a:gd name="T19" fmla="*/ 3 h 102"/>
                <a:gd name="T20" fmla="*/ 68 w 162"/>
                <a:gd name="T21" fmla="*/ 1 h 102"/>
                <a:gd name="T22" fmla="*/ 63 w 162"/>
                <a:gd name="T23" fmla="*/ 4 h 102"/>
                <a:gd name="T24" fmla="*/ 59 w 162"/>
                <a:gd name="T25" fmla="*/ 8 h 102"/>
                <a:gd name="T26" fmla="*/ 51 w 162"/>
                <a:gd name="T27" fmla="*/ 14 h 102"/>
                <a:gd name="T28" fmla="*/ 47 w 162"/>
                <a:gd name="T29" fmla="*/ 19 h 102"/>
                <a:gd name="T30" fmla="*/ 39 w 162"/>
                <a:gd name="T31" fmla="*/ 17 h 102"/>
                <a:gd name="T32" fmla="*/ 31 w 162"/>
                <a:gd name="T33" fmla="*/ 15 h 102"/>
                <a:gd name="T34" fmla="*/ 17 w 162"/>
                <a:gd name="T35" fmla="*/ 5 h 102"/>
                <a:gd name="T36" fmla="*/ 6 w 162"/>
                <a:gd name="T37" fmla="*/ 11 h 102"/>
                <a:gd name="T38" fmla="*/ 11 w 162"/>
                <a:gd name="T39" fmla="*/ 9 h 102"/>
                <a:gd name="T40" fmla="*/ 20 w 162"/>
                <a:gd name="T41" fmla="*/ 19 h 102"/>
                <a:gd name="T42" fmla="*/ 25 w 162"/>
                <a:gd name="T43" fmla="*/ 26 h 102"/>
                <a:gd name="T44" fmla="*/ 14 w 162"/>
                <a:gd name="T45" fmla="*/ 28 h 102"/>
                <a:gd name="T46" fmla="*/ 3 w 162"/>
                <a:gd name="T47" fmla="*/ 28 h 102"/>
                <a:gd name="T48" fmla="*/ 6 w 162"/>
                <a:gd name="T49" fmla="*/ 38 h 102"/>
                <a:gd name="T50" fmla="*/ 6 w 162"/>
                <a:gd name="T51" fmla="*/ 45 h 102"/>
                <a:gd name="T52" fmla="*/ 13 w 162"/>
                <a:gd name="T53" fmla="*/ 47 h 102"/>
                <a:gd name="T54" fmla="*/ 15 w 162"/>
                <a:gd name="T55" fmla="*/ 56 h 102"/>
                <a:gd name="T56" fmla="*/ 15 w 162"/>
                <a:gd name="T57" fmla="*/ 71 h 102"/>
                <a:gd name="T58" fmla="*/ 24 w 162"/>
                <a:gd name="T59" fmla="*/ 70 h 102"/>
                <a:gd name="T60" fmla="*/ 34 w 162"/>
                <a:gd name="T61" fmla="*/ 63 h 102"/>
                <a:gd name="T62" fmla="*/ 42 w 162"/>
                <a:gd name="T63" fmla="*/ 62 h 102"/>
                <a:gd name="T64" fmla="*/ 55 w 162"/>
                <a:gd name="T65" fmla="*/ 62 h 102"/>
                <a:gd name="T66" fmla="*/ 64 w 162"/>
                <a:gd name="T67" fmla="*/ 66 h 102"/>
                <a:gd name="T68" fmla="*/ 69 w 162"/>
                <a:gd name="T69" fmla="*/ 68 h 102"/>
                <a:gd name="T70" fmla="*/ 79 w 162"/>
                <a:gd name="T71" fmla="*/ 71 h 102"/>
                <a:gd name="T72" fmla="*/ 84 w 162"/>
                <a:gd name="T73" fmla="*/ 75 h 102"/>
                <a:gd name="T74" fmla="*/ 91 w 162"/>
                <a:gd name="T75" fmla="*/ 82 h 102"/>
                <a:gd name="T76" fmla="*/ 99 w 162"/>
                <a:gd name="T77" fmla="*/ 83 h 102"/>
                <a:gd name="T78" fmla="*/ 101 w 162"/>
                <a:gd name="T79" fmla="*/ 97 h 102"/>
                <a:gd name="T80" fmla="*/ 104 w 162"/>
                <a:gd name="T81" fmla="*/ 96 h 102"/>
                <a:gd name="T82" fmla="*/ 112 w 162"/>
                <a:gd name="T83" fmla="*/ 99 h 102"/>
                <a:gd name="T84" fmla="*/ 122 w 162"/>
                <a:gd name="T85" fmla="*/ 95 h 102"/>
                <a:gd name="T86" fmla="*/ 138 w 162"/>
                <a:gd name="T87" fmla="*/ 86 h 102"/>
                <a:gd name="T88" fmla="*/ 144 w 162"/>
                <a:gd name="T89" fmla="*/ 75 h 102"/>
                <a:gd name="T90" fmla="*/ 153 w 162"/>
                <a:gd name="T91" fmla="*/ 69 h 102"/>
                <a:gd name="T92" fmla="*/ 162 w 162"/>
                <a:gd name="T93" fmla="*/ 71 h 102"/>
                <a:gd name="T94" fmla="*/ 161 w 162"/>
                <a:gd name="T95" fmla="*/ 64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62"/>
                <a:gd name="T145" fmla="*/ 0 h 102"/>
                <a:gd name="T146" fmla="*/ 162 w 162"/>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62" h="102">
                  <a:moveTo>
                    <a:pt x="161" y="64"/>
                  </a:moveTo>
                  <a:cubicBezTo>
                    <a:pt x="161" y="64"/>
                    <a:pt x="153" y="60"/>
                    <a:pt x="151" y="61"/>
                  </a:cubicBezTo>
                  <a:cubicBezTo>
                    <a:pt x="148" y="61"/>
                    <a:pt x="144" y="55"/>
                    <a:pt x="139" y="53"/>
                  </a:cubicBezTo>
                  <a:cubicBezTo>
                    <a:pt x="134" y="51"/>
                    <a:pt x="128" y="48"/>
                    <a:pt x="126" y="45"/>
                  </a:cubicBezTo>
                  <a:cubicBezTo>
                    <a:pt x="124" y="42"/>
                    <a:pt x="116" y="39"/>
                    <a:pt x="115" y="37"/>
                  </a:cubicBezTo>
                  <a:cubicBezTo>
                    <a:pt x="114" y="35"/>
                    <a:pt x="112" y="31"/>
                    <a:pt x="110" y="28"/>
                  </a:cubicBezTo>
                  <a:cubicBezTo>
                    <a:pt x="107" y="25"/>
                    <a:pt x="107" y="21"/>
                    <a:pt x="105" y="20"/>
                  </a:cubicBezTo>
                  <a:cubicBezTo>
                    <a:pt x="103" y="20"/>
                    <a:pt x="88" y="20"/>
                    <a:pt x="88" y="18"/>
                  </a:cubicBezTo>
                  <a:cubicBezTo>
                    <a:pt x="88" y="16"/>
                    <a:pt x="87" y="7"/>
                    <a:pt x="84" y="6"/>
                  </a:cubicBezTo>
                  <a:cubicBezTo>
                    <a:pt x="81" y="6"/>
                    <a:pt x="77" y="5"/>
                    <a:pt x="76" y="3"/>
                  </a:cubicBezTo>
                  <a:cubicBezTo>
                    <a:pt x="74" y="2"/>
                    <a:pt x="69" y="0"/>
                    <a:pt x="68" y="1"/>
                  </a:cubicBezTo>
                  <a:cubicBezTo>
                    <a:pt x="67" y="3"/>
                    <a:pt x="64" y="4"/>
                    <a:pt x="63" y="4"/>
                  </a:cubicBezTo>
                  <a:cubicBezTo>
                    <a:pt x="62" y="4"/>
                    <a:pt x="62" y="8"/>
                    <a:pt x="59" y="8"/>
                  </a:cubicBezTo>
                  <a:cubicBezTo>
                    <a:pt x="56" y="8"/>
                    <a:pt x="51" y="12"/>
                    <a:pt x="51" y="14"/>
                  </a:cubicBezTo>
                  <a:cubicBezTo>
                    <a:pt x="51" y="16"/>
                    <a:pt x="51" y="20"/>
                    <a:pt x="47" y="19"/>
                  </a:cubicBezTo>
                  <a:cubicBezTo>
                    <a:pt x="45" y="19"/>
                    <a:pt x="42" y="19"/>
                    <a:pt x="39" y="17"/>
                  </a:cubicBezTo>
                  <a:cubicBezTo>
                    <a:pt x="38" y="18"/>
                    <a:pt x="35" y="20"/>
                    <a:pt x="31" y="15"/>
                  </a:cubicBezTo>
                  <a:cubicBezTo>
                    <a:pt x="27" y="10"/>
                    <a:pt x="21" y="5"/>
                    <a:pt x="17" y="5"/>
                  </a:cubicBezTo>
                  <a:cubicBezTo>
                    <a:pt x="14" y="5"/>
                    <a:pt x="3" y="5"/>
                    <a:pt x="6" y="11"/>
                  </a:cubicBezTo>
                  <a:cubicBezTo>
                    <a:pt x="7" y="10"/>
                    <a:pt x="8" y="9"/>
                    <a:pt x="11" y="9"/>
                  </a:cubicBezTo>
                  <a:cubicBezTo>
                    <a:pt x="19" y="10"/>
                    <a:pt x="15" y="19"/>
                    <a:pt x="20" y="19"/>
                  </a:cubicBezTo>
                  <a:cubicBezTo>
                    <a:pt x="24" y="20"/>
                    <a:pt x="29" y="26"/>
                    <a:pt x="25" y="26"/>
                  </a:cubicBezTo>
                  <a:cubicBezTo>
                    <a:pt x="21" y="26"/>
                    <a:pt x="18" y="30"/>
                    <a:pt x="14" y="28"/>
                  </a:cubicBezTo>
                  <a:cubicBezTo>
                    <a:pt x="10" y="27"/>
                    <a:pt x="5" y="24"/>
                    <a:pt x="3" y="28"/>
                  </a:cubicBezTo>
                  <a:cubicBezTo>
                    <a:pt x="2" y="33"/>
                    <a:pt x="0" y="38"/>
                    <a:pt x="6" y="38"/>
                  </a:cubicBezTo>
                  <a:cubicBezTo>
                    <a:pt x="11" y="37"/>
                    <a:pt x="10" y="41"/>
                    <a:pt x="6" y="45"/>
                  </a:cubicBezTo>
                  <a:cubicBezTo>
                    <a:pt x="3" y="48"/>
                    <a:pt x="12" y="44"/>
                    <a:pt x="13" y="47"/>
                  </a:cubicBezTo>
                  <a:cubicBezTo>
                    <a:pt x="13" y="51"/>
                    <a:pt x="16" y="51"/>
                    <a:pt x="15" y="56"/>
                  </a:cubicBezTo>
                  <a:cubicBezTo>
                    <a:pt x="14" y="60"/>
                    <a:pt x="15" y="66"/>
                    <a:pt x="15" y="71"/>
                  </a:cubicBezTo>
                  <a:cubicBezTo>
                    <a:pt x="19" y="71"/>
                    <a:pt x="23" y="71"/>
                    <a:pt x="24" y="70"/>
                  </a:cubicBezTo>
                  <a:cubicBezTo>
                    <a:pt x="26" y="67"/>
                    <a:pt x="31" y="63"/>
                    <a:pt x="34" y="63"/>
                  </a:cubicBezTo>
                  <a:cubicBezTo>
                    <a:pt x="37" y="63"/>
                    <a:pt x="41" y="64"/>
                    <a:pt x="42" y="62"/>
                  </a:cubicBezTo>
                  <a:cubicBezTo>
                    <a:pt x="44" y="59"/>
                    <a:pt x="54" y="60"/>
                    <a:pt x="55" y="62"/>
                  </a:cubicBezTo>
                  <a:cubicBezTo>
                    <a:pt x="57" y="64"/>
                    <a:pt x="62" y="66"/>
                    <a:pt x="64" y="66"/>
                  </a:cubicBezTo>
                  <a:cubicBezTo>
                    <a:pt x="65" y="66"/>
                    <a:pt x="66" y="69"/>
                    <a:pt x="69" y="68"/>
                  </a:cubicBezTo>
                  <a:cubicBezTo>
                    <a:pt x="72" y="68"/>
                    <a:pt x="79" y="69"/>
                    <a:pt x="79" y="71"/>
                  </a:cubicBezTo>
                  <a:cubicBezTo>
                    <a:pt x="79" y="73"/>
                    <a:pt x="81" y="75"/>
                    <a:pt x="84" y="75"/>
                  </a:cubicBezTo>
                  <a:cubicBezTo>
                    <a:pt x="86" y="75"/>
                    <a:pt x="89" y="82"/>
                    <a:pt x="91" y="82"/>
                  </a:cubicBezTo>
                  <a:cubicBezTo>
                    <a:pt x="94" y="81"/>
                    <a:pt x="99" y="81"/>
                    <a:pt x="99" y="83"/>
                  </a:cubicBezTo>
                  <a:cubicBezTo>
                    <a:pt x="99" y="84"/>
                    <a:pt x="100" y="92"/>
                    <a:pt x="101" y="97"/>
                  </a:cubicBezTo>
                  <a:cubicBezTo>
                    <a:pt x="102" y="96"/>
                    <a:pt x="103" y="96"/>
                    <a:pt x="104" y="96"/>
                  </a:cubicBezTo>
                  <a:cubicBezTo>
                    <a:pt x="105" y="97"/>
                    <a:pt x="111" y="96"/>
                    <a:pt x="112" y="99"/>
                  </a:cubicBezTo>
                  <a:cubicBezTo>
                    <a:pt x="113" y="102"/>
                    <a:pt x="122" y="100"/>
                    <a:pt x="122" y="95"/>
                  </a:cubicBezTo>
                  <a:cubicBezTo>
                    <a:pt x="121" y="90"/>
                    <a:pt x="136" y="90"/>
                    <a:pt x="138" y="86"/>
                  </a:cubicBezTo>
                  <a:cubicBezTo>
                    <a:pt x="139" y="81"/>
                    <a:pt x="141" y="73"/>
                    <a:pt x="144" y="75"/>
                  </a:cubicBezTo>
                  <a:cubicBezTo>
                    <a:pt x="148" y="76"/>
                    <a:pt x="150" y="69"/>
                    <a:pt x="153" y="69"/>
                  </a:cubicBezTo>
                  <a:cubicBezTo>
                    <a:pt x="156" y="70"/>
                    <a:pt x="158" y="72"/>
                    <a:pt x="162" y="71"/>
                  </a:cubicBezTo>
                  <a:lnTo>
                    <a:pt x="161" y="64"/>
                  </a:ln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8" name="Freeform 154"/>
            <p:cNvSpPr>
              <a:spLocks noChangeArrowheads="1"/>
            </p:cNvSpPr>
            <p:nvPr/>
          </p:nvSpPr>
          <p:spPr bwMode="auto">
            <a:xfrm>
              <a:off x="4586303" y="1554163"/>
              <a:ext cx="425451" cy="360363"/>
            </a:xfrm>
            <a:custGeom>
              <a:avLst/>
              <a:gdLst>
                <a:gd name="T0" fmla="*/ 217 w 223"/>
                <a:gd name="T1" fmla="*/ 162 h 188"/>
                <a:gd name="T2" fmla="*/ 212 w 223"/>
                <a:gd name="T3" fmla="*/ 150 h 188"/>
                <a:gd name="T4" fmla="*/ 200 w 223"/>
                <a:gd name="T5" fmla="*/ 140 h 188"/>
                <a:gd name="T6" fmla="*/ 192 w 223"/>
                <a:gd name="T7" fmla="*/ 130 h 188"/>
                <a:gd name="T8" fmla="*/ 204 w 223"/>
                <a:gd name="T9" fmla="*/ 114 h 188"/>
                <a:gd name="T10" fmla="*/ 193 w 223"/>
                <a:gd name="T11" fmla="*/ 108 h 188"/>
                <a:gd name="T12" fmla="*/ 191 w 223"/>
                <a:gd name="T13" fmla="*/ 95 h 188"/>
                <a:gd name="T14" fmla="*/ 191 w 223"/>
                <a:gd name="T15" fmla="*/ 83 h 188"/>
                <a:gd name="T16" fmla="*/ 192 w 223"/>
                <a:gd name="T17" fmla="*/ 74 h 188"/>
                <a:gd name="T18" fmla="*/ 197 w 223"/>
                <a:gd name="T19" fmla="*/ 65 h 188"/>
                <a:gd name="T20" fmla="*/ 199 w 223"/>
                <a:gd name="T21" fmla="*/ 60 h 188"/>
                <a:gd name="T22" fmla="*/ 197 w 223"/>
                <a:gd name="T23" fmla="*/ 46 h 188"/>
                <a:gd name="T24" fmla="*/ 189 w 223"/>
                <a:gd name="T25" fmla="*/ 45 h 188"/>
                <a:gd name="T26" fmla="*/ 182 w 223"/>
                <a:gd name="T27" fmla="*/ 38 h 188"/>
                <a:gd name="T28" fmla="*/ 177 w 223"/>
                <a:gd name="T29" fmla="*/ 34 h 188"/>
                <a:gd name="T30" fmla="*/ 167 w 223"/>
                <a:gd name="T31" fmla="*/ 31 h 188"/>
                <a:gd name="T32" fmla="*/ 162 w 223"/>
                <a:gd name="T33" fmla="*/ 29 h 188"/>
                <a:gd name="T34" fmla="*/ 153 w 223"/>
                <a:gd name="T35" fmla="*/ 25 h 188"/>
                <a:gd name="T36" fmla="*/ 140 w 223"/>
                <a:gd name="T37" fmla="*/ 25 h 188"/>
                <a:gd name="T38" fmla="*/ 132 w 223"/>
                <a:gd name="T39" fmla="*/ 26 h 188"/>
                <a:gd name="T40" fmla="*/ 122 w 223"/>
                <a:gd name="T41" fmla="*/ 33 h 188"/>
                <a:gd name="T42" fmla="*/ 113 w 223"/>
                <a:gd name="T43" fmla="*/ 34 h 188"/>
                <a:gd name="T44" fmla="*/ 113 w 223"/>
                <a:gd name="T45" fmla="*/ 40 h 188"/>
                <a:gd name="T46" fmla="*/ 88 w 223"/>
                <a:gd name="T47" fmla="*/ 46 h 188"/>
                <a:gd name="T48" fmla="*/ 68 w 223"/>
                <a:gd name="T49" fmla="*/ 33 h 188"/>
                <a:gd name="T50" fmla="*/ 54 w 223"/>
                <a:gd name="T51" fmla="*/ 20 h 188"/>
                <a:gd name="T52" fmla="*/ 46 w 223"/>
                <a:gd name="T53" fmla="*/ 14 h 188"/>
                <a:gd name="T54" fmla="*/ 44 w 223"/>
                <a:gd name="T55" fmla="*/ 4 h 188"/>
                <a:gd name="T56" fmla="*/ 21 w 223"/>
                <a:gd name="T57" fmla="*/ 14 h 188"/>
                <a:gd name="T58" fmla="*/ 13 w 223"/>
                <a:gd name="T59" fmla="*/ 9 h 188"/>
                <a:gd name="T60" fmla="*/ 7 w 223"/>
                <a:gd name="T61" fmla="*/ 1 h 188"/>
                <a:gd name="T62" fmla="*/ 3 w 223"/>
                <a:gd name="T63" fmla="*/ 6 h 188"/>
                <a:gd name="T64" fmla="*/ 3 w 223"/>
                <a:gd name="T65" fmla="*/ 16 h 188"/>
                <a:gd name="T66" fmla="*/ 3 w 223"/>
                <a:gd name="T67" fmla="*/ 28 h 188"/>
                <a:gd name="T68" fmla="*/ 9 w 223"/>
                <a:gd name="T69" fmla="*/ 37 h 188"/>
                <a:gd name="T70" fmla="*/ 13 w 223"/>
                <a:gd name="T71" fmla="*/ 46 h 188"/>
                <a:gd name="T72" fmla="*/ 19 w 223"/>
                <a:gd name="T73" fmla="*/ 52 h 188"/>
                <a:gd name="T74" fmla="*/ 23 w 223"/>
                <a:gd name="T75" fmla="*/ 56 h 188"/>
                <a:gd name="T76" fmla="*/ 22 w 223"/>
                <a:gd name="T77" fmla="*/ 63 h 188"/>
                <a:gd name="T78" fmla="*/ 17 w 223"/>
                <a:gd name="T79" fmla="*/ 72 h 188"/>
                <a:gd name="T80" fmla="*/ 19 w 223"/>
                <a:gd name="T81" fmla="*/ 82 h 188"/>
                <a:gd name="T82" fmla="*/ 24 w 223"/>
                <a:gd name="T83" fmla="*/ 88 h 188"/>
                <a:gd name="T84" fmla="*/ 37 w 223"/>
                <a:gd name="T85" fmla="*/ 97 h 188"/>
                <a:gd name="T86" fmla="*/ 42 w 223"/>
                <a:gd name="T87" fmla="*/ 103 h 188"/>
                <a:gd name="T88" fmla="*/ 41 w 223"/>
                <a:gd name="T89" fmla="*/ 111 h 188"/>
                <a:gd name="T90" fmla="*/ 45 w 223"/>
                <a:gd name="T91" fmla="*/ 119 h 188"/>
                <a:gd name="T92" fmla="*/ 51 w 223"/>
                <a:gd name="T93" fmla="*/ 127 h 188"/>
                <a:gd name="T94" fmla="*/ 54 w 223"/>
                <a:gd name="T95" fmla="*/ 127 h 188"/>
                <a:gd name="T96" fmla="*/ 59 w 223"/>
                <a:gd name="T97" fmla="*/ 126 h 188"/>
                <a:gd name="T98" fmla="*/ 67 w 223"/>
                <a:gd name="T99" fmla="*/ 125 h 188"/>
                <a:gd name="T100" fmla="*/ 79 w 223"/>
                <a:gd name="T101" fmla="*/ 143 h 188"/>
                <a:gd name="T102" fmla="*/ 85 w 223"/>
                <a:gd name="T103" fmla="*/ 153 h 188"/>
                <a:gd name="T104" fmla="*/ 99 w 223"/>
                <a:gd name="T105" fmla="*/ 160 h 188"/>
                <a:gd name="T106" fmla="*/ 125 w 223"/>
                <a:gd name="T107" fmla="*/ 170 h 188"/>
                <a:gd name="T108" fmla="*/ 143 w 223"/>
                <a:gd name="T109" fmla="*/ 165 h 188"/>
                <a:gd name="T110" fmla="*/ 151 w 223"/>
                <a:gd name="T111" fmla="*/ 180 h 188"/>
                <a:gd name="T112" fmla="*/ 191 w 223"/>
                <a:gd name="T113" fmla="*/ 187 h 188"/>
                <a:gd name="T114" fmla="*/ 202 w 223"/>
                <a:gd name="T115" fmla="*/ 188 h 188"/>
                <a:gd name="T116" fmla="*/ 202 w 223"/>
                <a:gd name="T117" fmla="*/ 185 h 188"/>
                <a:gd name="T118" fmla="*/ 209 w 223"/>
                <a:gd name="T119" fmla="*/ 174 h 188"/>
                <a:gd name="T120" fmla="*/ 220 w 223"/>
                <a:gd name="T121" fmla="*/ 171 h 188"/>
                <a:gd name="T122" fmla="*/ 217 w 223"/>
                <a:gd name="T123" fmla="*/ 162 h 1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23"/>
                <a:gd name="T187" fmla="*/ 0 h 188"/>
                <a:gd name="T188" fmla="*/ 223 w 223"/>
                <a:gd name="T189" fmla="*/ 188 h 18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23" h="188">
                  <a:moveTo>
                    <a:pt x="217" y="162"/>
                  </a:moveTo>
                  <a:cubicBezTo>
                    <a:pt x="214" y="161"/>
                    <a:pt x="217" y="152"/>
                    <a:pt x="212" y="150"/>
                  </a:cubicBezTo>
                  <a:cubicBezTo>
                    <a:pt x="206" y="148"/>
                    <a:pt x="201" y="144"/>
                    <a:pt x="200" y="140"/>
                  </a:cubicBezTo>
                  <a:cubicBezTo>
                    <a:pt x="199" y="136"/>
                    <a:pt x="192" y="133"/>
                    <a:pt x="192" y="130"/>
                  </a:cubicBezTo>
                  <a:cubicBezTo>
                    <a:pt x="193" y="128"/>
                    <a:pt x="206" y="119"/>
                    <a:pt x="204" y="114"/>
                  </a:cubicBezTo>
                  <a:cubicBezTo>
                    <a:pt x="202" y="109"/>
                    <a:pt x="194" y="110"/>
                    <a:pt x="193" y="108"/>
                  </a:cubicBezTo>
                  <a:cubicBezTo>
                    <a:pt x="192" y="107"/>
                    <a:pt x="193" y="100"/>
                    <a:pt x="191" y="95"/>
                  </a:cubicBezTo>
                  <a:cubicBezTo>
                    <a:pt x="189" y="91"/>
                    <a:pt x="193" y="86"/>
                    <a:pt x="191" y="83"/>
                  </a:cubicBezTo>
                  <a:cubicBezTo>
                    <a:pt x="189" y="81"/>
                    <a:pt x="192" y="75"/>
                    <a:pt x="192" y="74"/>
                  </a:cubicBezTo>
                  <a:cubicBezTo>
                    <a:pt x="193" y="72"/>
                    <a:pt x="197" y="69"/>
                    <a:pt x="197" y="65"/>
                  </a:cubicBezTo>
                  <a:cubicBezTo>
                    <a:pt x="197" y="62"/>
                    <a:pt x="198" y="60"/>
                    <a:pt x="199" y="60"/>
                  </a:cubicBezTo>
                  <a:cubicBezTo>
                    <a:pt x="198" y="55"/>
                    <a:pt x="197" y="47"/>
                    <a:pt x="197" y="46"/>
                  </a:cubicBezTo>
                  <a:cubicBezTo>
                    <a:pt x="197" y="44"/>
                    <a:pt x="192" y="44"/>
                    <a:pt x="189" y="45"/>
                  </a:cubicBezTo>
                  <a:cubicBezTo>
                    <a:pt x="187" y="45"/>
                    <a:pt x="184" y="38"/>
                    <a:pt x="182" y="38"/>
                  </a:cubicBezTo>
                  <a:cubicBezTo>
                    <a:pt x="179" y="38"/>
                    <a:pt x="177" y="36"/>
                    <a:pt x="177" y="34"/>
                  </a:cubicBezTo>
                  <a:cubicBezTo>
                    <a:pt x="177" y="32"/>
                    <a:pt x="170" y="31"/>
                    <a:pt x="167" y="31"/>
                  </a:cubicBezTo>
                  <a:cubicBezTo>
                    <a:pt x="164" y="32"/>
                    <a:pt x="163" y="29"/>
                    <a:pt x="162" y="29"/>
                  </a:cubicBezTo>
                  <a:cubicBezTo>
                    <a:pt x="160" y="29"/>
                    <a:pt x="155" y="27"/>
                    <a:pt x="153" y="25"/>
                  </a:cubicBezTo>
                  <a:cubicBezTo>
                    <a:pt x="152" y="23"/>
                    <a:pt x="142" y="22"/>
                    <a:pt x="140" y="25"/>
                  </a:cubicBezTo>
                  <a:cubicBezTo>
                    <a:pt x="139" y="27"/>
                    <a:pt x="135" y="26"/>
                    <a:pt x="132" y="26"/>
                  </a:cubicBezTo>
                  <a:cubicBezTo>
                    <a:pt x="129" y="26"/>
                    <a:pt x="124" y="30"/>
                    <a:pt x="122" y="33"/>
                  </a:cubicBezTo>
                  <a:cubicBezTo>
                    <a:pt x="121" y="34"/>
                    <a:pt x="117" y="34"/>
                    <a:pt x="113" y="34"/>
                  </a:cubicBezTo>
                  <a:cubicBezTo>
                    <a:pt x="113" y="37"/>
                    <a:pt x="113" y="39"/>
                    <a:pt x="113" y="40"/>
                  </a:cubicBezTo>
                  <a:cubicBezTo>
                    <a:pt x="111" y="43"/>
                    <a:pt x="98" y="45"/>
                    <a:pt x="88" y="46"/>
                  </a:cubicBezTo>
                  <a:cubicBezTo>
                    <a:pt x="79" y="46"/>
                    <a:pt x="78" y="33"/>
                    <a:pt x="68" y="33"/>
                  </a:cubicBezTo>
                  <a:cubicBezTo>
                    <a:pt x="60" y="33"/>
                    <a:pt x="54" y="26"/>
                    <a:pt x="54" y="20"/>
                  </a:cubicBezTo>
                  <a:cubicBezTo>
                    <a:pt x="50" y="18"/>
                    <a:pt x="45" y="15"/>
                    <a:pt x="46" y="14"/>
                  </a:cubicBezTo>
                  <a:cubicBezTo>
                    <a:pt x="47" y="12"/>
                    <a:pt x="49" y="1"/>
                    <a:pt x="44" y="4"/>
                  </a:cubicBezTo>
                  <a:cubicBezTo>
                    <a:pt x="38" y="6"/>
                    <a:pt x="31" y="15"/>
                    <a:pt x="21" y="14"/>
                  </a:cubicBezTo>
                  <a:cubicBezTo>
                    <a:pt x="11" y="12"/>
                    <a:pt x="18" y="11"/>
                    <a:pt x="13" y="9"/>
                  </a:cubicBezTo>
                  <a:cubicBezTo>
                    <a:pt x="9" y="7"/>
                    <a:pt x="12" y="2"/>
                    <a:pt x="7" y="1"/>
                  </a:cubicBezTo>
                  <a:cubicBezTo>
                    <a:pt x="2" y="0"/>
                    <a:pt x="5" y="6"/>
                    <a:pt x="3" y="6"/>
                  </a:cubicBezTo>
                  <a:cubicBezTo>
                    <a:pt x="0" y="6"/>
                    <a:pt x="2" y="14"/>
                    <a:pt x="3" y="16"/>
                  </a:cubicBezTo>
                  <a:cubicBezTo>
                    <a:pt x="4" y="18"/>
                    <a:pt x="1" y="27"/>
                    <a:pt x="3" y="28"/>
                  </a:cubicBezTo>
                  <a:cubicBezTo>
                    <a:pt x="5" y="28"/>
                    <a:pt x="9" y="35"/>
                    <a:pt x="9" y="37"/>
                  </a:cubicBezTo>
                  <a:cubicBezTo>
                    <a:pt x="8" y="38"/>
                    <a:pt x="13" y="43"/>
                    <a:pt x="13" y="46"/>
                  </a:cubicBezTo>
                  <a:cubicBezTo>
                    <a:pt x="13" y="49"/>
                    <a:pt x="17" y="52"/>
                    <a:pt x="19" y="52"/>
                  </a:cubicBezTo>
                  <a:cubicBezTo>
                    <a:pt x="21" y="52"/>
                    <a:pt x="24" y="54"/>
                    <a:pt x="23" y="56"/>
                  </a:cubicBezTo>
                  <a:cubicBezTo>
                    <a:pt x="22" y="59"/>
                    <a:pt x="25" y="63"/>
                    <a:pt x="22" y="63"/>
                  </a:cubicBezTo>
                  <a:cubicBezTo>
                    <a:pt x="19" y="63"/>
                    <a:pt x="20" y="71"/>
                    <a:pt x="17" y="72"/>
                  </a:cubicBezTo>
                  <a:cubicBezTo>
                    <a:pt x="15" y="73"/>
                    <a:pt x="17" y="81"/>
                    <a:pt x="19" y="82"/>
                  </a:cubicBezTo>
                  <a:cubicBezTo>
                    <a:pt x="21" y="83"/>
                    <a:pt x="25" y="85"/>
                    <a:pt x="24" y="88"/>
                  </a:cubicBezTo>
                  <a:cubicBezTo>
                    <a:pt x="24" y="91"/>
                    <a:pt x="34" y="96"/>
                    <a:pt x="37" y="97"/>
                  </a:cubicBezTo>
                  <a:cubicBezTo>
                    <a:pt x="40" y="97"/>
                    <a:pt x="40" y="102"/>
                    <a:pt x="42" y="103"/>
                  </a:cubicBezTo>
                  <a:cubicBezTo>
                    <a:pt x="44" y="105"/>
                    <a:pt x="41" y="109"/>
                    <a:pt x="41" y="111"/>
                  </a:cubicBezTo>
                  <a:cubicBezTo>
                    <a:pt x="42" y="113"/>
                    <a:pt x="46" y="115"/>
                    <a:pt x="45" y="119"/>
                  </a:cubicBezTo>
                  <a:cubicBezTo>
                    <a:pt x="45" y="121"/>
                    <a:pt x="48" y="124"/>
                    <a:pt x="51" y="127"/>
                  </a:cubicBezTo>
                  <a:cubicBezTo>
                    <a:pt x="52" y="127"/>
                    <a:pt x="53" y="127"/>
                    <a:pt x="54" y="127"/>
                  </a:cubicBezTo>
                  <a:cubicBezTo>
                    <a:pt x="57" y="127"/>
                    <a:pt x="57" y="124"/>
                    <a:pt x="59" y="126"/>
                  </a:cubicBezTo>
                  <a:cubicBezTo>
                    <a:pt x="62" y="128"/>
                    <a:pt x="65" y="126"/>
                    <a:pt x="67" y="125"/>
                  </a:cubicBezTo>
                  <a:cubicBezTo>
                    <a:pt x="70" y="125"/>
                    <a:pt x="76" y="137"/>
                    <a:pt x="79" y="143"/>
                  </a:cubicBezTo>
                  <a:cubicBezTo>
                    <a:pt x="82" y="149"/>
                    <a:pt x="81" y="151"/>
                    <a:pt x="85" y="153"/>
                  </a:cubicBezTo>
                  <a:cubicBezTo>
                    <a:pt x="89" y="156"/>
                    <a:pt x="93" y="155"/>
                    <a:pt x="99" y="160"/>
                  </a:cubicBezTo>
                  <a:cubicBezTo>
                    <a:pt x="104" y="166"/>
                    <a:pt x="119" y="170"/>
                    <a:pt x="125" y="170"/>
                  </a:cubicBezTo>
                  <a:cubicBezTo>
                    <a:pt x="131" y="170"/>
                    <a:pt x="135" y="164"/>
                    <a:pt x="143" y="165"/>
                  </a:cubicBezTo>
                  <a:cubicBezTo>
                    <a:pt x="150" y="167"/>
                    <a:pt x="149" y="176"/>
                    <a:pt x="151" y="180"/>
                  </a:cubicBezTo>
                  <a:cubicBezTo>
                    <a:pt x="154" y="183"/>
                    <a:pt x="185" y="186"/>
                    <a:pt x="191" y="187"/>
                  </a:cubicBezTo>
                  <a:cubicBezTo>
                    <a:pt x="193" y="188"/>
                    <a:pt x="197" y="188"/>
                    <a:pt x="202" y="188"/>
                  </a:cubicBezTo>
                  <a:cubicBezTo>
                    <a:pt x="202" y="187"/>
                    <a:pt x="202" y="186"/>
                    <a:pt x="202" y="185"/>
                  </a:cubicBezTo>
                  <a:cubicBezTo>
                    <a:pt x="202" y="180"/>
                    <a:pt x="206" y="176"/>
                    <a:pt x="209" y="174"/>
                  </a:cubicBezTo>
                  <a:cubicBezTo>
                    <a:pt x="213" y="172"/>
                    <a:pt x="216" y="171"/>
                    <a:pt x="220" y="171"/>
                  </a:cubicBezTo>
                  <a:cubicBezTo>
                    <a:pt x="223" y="170"/>
                    <a:pt x="220" y="163"/>
                    <a:pt x="217" y="162"/>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9" name="Freeform 155"/>
            <p:cNvSpPr>
              <a:spLocks noEditPoints="1" noChangeArrowheads="1"/>
            </p:cNvSpPr>
            <p:nvPr/>
          </p:nvSpPr>
          <p:spPr bwMode="auto">
            <a:xfrm>
              <a:off x="4641866" y="1128712"/>
              <a:ext cx="876303" cy="412751"/>
            </a:xfrm>
            <a:custGeom>
              <a:avLst/>
              <a:gdLst>
                <a:gd name="T0" fmla="*/ 444 w 459"/>
                <a:gd name="T1" fmla="*/ 89 h 216"/>
                <a:gd name="T2" fmla="*/ 429 w 459"/>
                <a:gd name="T3" fmla="*/ 75 h 216"/>
                <a:gd name="T4" fmla="*/ 399 w 459"/>
                <a:gd name="T5" fmla="*/ 70 h 216"/>
                <a:gd name="T6" fmla="*/ 372 w 459"/>
                <a:gd name="T7" fmla="*/ 51 h 216"/>
                <a:gd name="T8" fmla="*/ 341 w 459"/>
                <a:gd name="T9" fmla="*/ 17 h 216"/>
                <a:gd name="T10" fmla="*/ 310 w 459"/>
                <a:gd name="T11" fmla="*/ 30 h 216"/>
                <a:gd name="T12" fmla="*/ 302 w 459"/>
                <a:gd name="T13" fmla="*/ 21 h 216"/>
                <a:gd name="T14" fmla="*/ 285 w 459"/>
                <a:gd name="T15" fmla="*/ 19 h 216"/>
                <a:gd name="T16" fmla="*/ 277 w 459"/>
                <a:gd name="T17" fmla="*/ 2 h 216"/>
                <a:gd name="T18" fmla="*/ 237 w 459"/>
                <a:gd name="T19" fmla="*/ 10 h 216"/>
                <a:gd name="T20" fmla="*/ 193 w 459"/>
                <a:gd name="T21" fmla="*/ 20 h 216"/>
                <a:gd name="T22" fmla="*/ 170 w 459"/>
                <a:gd name="T23" fmla="*/ 31 h 216"/>
                <a:gd name="T24" fmla="*/ 166 w 459"/>
                <a:gd name="T25" fmla="*/ 46 h 216"/>
                <a:gd name="T26" fmla="*/ 170 w 459"/>
                <a:gd name="T27" fmla="*/ 61 h 216"/>
                <a:gd name="T28" fmla="*/ 158 w 459"/>
                <a:gd name="T29" fmla="*/ 69 h 216"/>
                <a:gd name="T30" fmla="*/ 141 w 459"/>
                <a:gd name="T31" fmla="*/ 68 h 216"/>
                <a:gd name="T32" fmla="*/ 112 w 459"/>
                <a:gd name="T33" fmla="*/ 70 h 216"/>
                <a:gd name="T34" fmla="*/ 92 w 459"/>
                <a:gd name="T35" fmla="*/ 70 h 216"/>
                <a:gd name="T36" fmla="*/ 62 w 459"/>
                <a:gd name="T37" fmla="*/ 58 h 216"/>
                <a:gd name="T38" fmla="*/ 35 w 459"/>
                <a:gd name="T39" fmla="*/ 66 h 216"/>
                <a:gd name="T40" fmla="*/ 25 w 459"/>
                <a:gd name="T41" fmla="*/ 84 h 216"/>
                <a:gd name="T42" fmla="*/ 4 w 459"/>
                <a:gd name="T43" fmla="*/ 88 h 216"/>
                <a:gd name="T44" fmla="*/ 1 w 459"/>
                <a:gd name="T45" fmla="*/ 104 h 216"/>
                <a:gd name="T46" fmla="*/ 17 w 459"/>
                <a:gd name="T47" fmla="*/ 114 h 216"/>
                <a:gd name="T48" fmla="*/ 28 w 459"/>
                <a:gd name="T49" fmla="*/ 134 h 216"/>
                <a:gd name="T50" fmla="*/ 58 w 459"/>
                <a:gd name="T51" fmla="*/ 127 h 216"/>
                <a:gd name="T52" fmla="*/ 65 w 459"/>
                <a:gd name="T53" fmla="*/ 150 h 216"/>
                <a:gd name="T54" fmla="*/ 44 w 459"/>
                <a:gd name="T55" fmla="*/ 165 h 216"/>
                <a:gd name="T56" fmla="*/ 64 w 459"/>
                <a:gd name="T57" fmla="*/ 185 h 216"/>
                <a:gd name="T58" fmla="*/ 75 w 459"/>
                <a:gd name="T59" fmla="*/ 197 h 216"/>
                <a:gd name="T60" fmla="*/ 108 w 459"/>
                <a:gd name="T61" fmla="*/ 203 h 216"/>
                <a:gd name="T62" fmla="*/ 139 w 459"/>
                <a:gd name="T63" fmla="*/ 144 h 216"/>
                <a:gd name="T64" fmla="*/ 157 w 459"/>
                <a:gd name="T65" fmla="*/ 146 h 216"/>
                <a:gd name="T66" fmla="*/ 191 w 459"/>
                <a:gd name="T67" fmla="*/ 174 h 216"/>
                <a:gd name="T68" fmla="*/ 225 w 459"/>
                <a:gd name="T69" fmla="*/ 192 h 216"/>
                <a:gd name="T70" fmla="*/ 250 w 459"/>
                <a:gd name="T71" fmla="*/ 212 h 216"/>
                <a:gd name="T72" fmla="*/ 274 w 459"/>
                <a:gd name="T73" fmla="*/ 201 h 216"/>
                <a:gd name="T74" fmla="*/ 299 w 459"/>
                <a:gd name="T75" fmla="*/ 187 h 216"/>
                <a:gd name="T76" fmla="*/ 336 w 459"/>
                <a:gd name="T77" fmla="*/ 185 h 216"/>
                <a:gd name="T78" fmla="*/ 385 w 459"/>
                <a:gd name="T79" fmla="*/ 193 h 216"/>
                <a:gd name="T80" fmla="*/ 386 w 459"/>
                <a:gd name="T81" fmla="*/ 167 h 216"/>
                <a:gd name="T82" fmla="*/ 401 w 459"/>
                <a:gd name="T83" fmla="*/ 151 h 216"/>
                <a:gd name="T84" fmla="*/ 416 w 459"/>
                <a:gd name="T85" fmla="*/ 126 h 216"/>
                <a:gd name="T86" fmla="*/ 445 w 459"/>
                <a:gd name="T87" fmla="*/ 123 h 216"/>
                <a:gd name="T88" fmla="*/ 455 w 459"/>
                <a:gd name="T89" fmla="*/ 99 h 216"/>
                <a:gd name="T90" fmla="*/ 171 w 459"/>
                <a:gd name="T91" fmla="*/ 137 h 216"/>
                <a:gd name="T92" fmla="*/ 361 w 459"/>
                <a:gd name="T93" fmla="*/ 136 h 216"/>
                <a:gd name="T94" fmla="*/ 315 w 459"/>
                <a:gd name="T95" fmla="*/ 136 h 216"/>
                <a:gd name="T96" fmla="*/ 361 w 459"/>
                <a:gd name="T97" fmla="*/ 136 h 21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59"/>
                <a:gd name="T148" fmla="*/ 0 h 216"/>
                <a:gd name="T149" fmla="*/ 459 w 459"/>
                <a:gd name="T150" fmla="*/ 216 h 21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59" h="216">
                  <a:moveTo>
                    <a:pt x="457" y="88"/>
                  </a:moveTo>
                  <a:cubicBezTo>
                    <a:pt x="456" y="86"/>
                    <a:pt x="454" y="87"/>
                    <a:pt x="453" y="88"/>
                  </a:cubicBezTo>
                  <a:cubicBezTo>
                    <a:pt x="451" y="89"/>
                    <a:pt x="446" y="89"/>
                    <a:pt x="444" y="89"/>
                  </a:cubicBezTo>
                  <a:cubicBezTo>
                    <a:pt x="442" y="89"/>
                    <a:pt x="438" y="87"/>
                    <a:pt x="438" y="85"/>
                  </a:cubicBezTo>
                  <a:cubicBezTo>
                    <a:pt x="438" y="83"/>
                    <a:pt x="438" y="80"/>
                    <a:pt x="436" y="80"/>
                  </a:cubicBezTo>
                  <a:cubicBezTo>
                    <a:pt x="434" y="80"/>
                    <a:pt x="431" y="79"/>
                    <a:pt x="429" y="75"/>
                  </a:cubicBezTo>
                  <a:cubicBezTo>
                    <a:pt x="427" y="70"/>
                    <a:pt x="424" y="70"/>
                    <a:pt x="421" y="69"/>
                  </a:cubicBezTo>
                  <a:cubicBezTo>
                    <a:pt x="419" y="67"/>
                    <a:pt x="413" y="71"/>
                    <a:pt x="410" y="72"/>
                  </a:cubicBezTo>
                  <a:cubicBezTo>
                    <a:pt x="407" y="73"/>
                    <a:pt x="403" y="71"/>
                    <a:pt x="399" y="70"/>
                  </a:cubicBezTo>
                  <a:cubicBezTo>
                    <a:pt x="396" y="69"/>
                    <a:pt x="394" y="63"/>
                    <a:pt x="390" y="64"/>
                  </a:cubicBezTo>
                  <a:cubicBezTo>
                    <a:pt x="387" y="65"/>
                    <a:pt x="386" y="71"/>
                    <a:pt x="384" y="71"/>
                  </a:cubicBezTo>
                  <a:cubicBezTo>
                    <a:pt x="381" y="71"/>
                    <a:pt x="377" y="58"/>
                    <a:pt x="372" y="51"/>
                  </a:cubicBezTo>
                  <a:cubicBezTo>
                    <a:pt x="367" y="44"/>
                    <a:pt x="359" y="29"/>
                    <a:pt x="351" y="26"/>
                  </a:cubicBezTo>
                  <a:cubicBezTo>
                    <a:pt x="344" y="24"/>
                    <a:pt x="346" y="20"/>
                    <a:pt x="348" y="18"/>
                  </a:cubicBezTo>
                  <a:cubicBezTo>
                    <a:pt x="350" y="16"/>
                    <a:pt x="344" y="15"/>
                    <a:pt x="341" y="17"/>
                  </a:cubicBezTo>
                  <a:cubicBezTo>
                    <a:pt x="338" y="19"/>
                    <a:pt x="334" y="22"/>
                    <a:pt x="330" y="23"/>
                  </a:cubicBezTo>
                  <a:cubicBezTo>
                    <a:pt x="327" y="24"/>
                    <a:pt x="322" y="29"/>
                    <a:pt x="318" y="28"/>
                  </a:cubicBezTo>
                  <a:cubicBezTo>
                    <a:pt x="314" y="27"/>
                    <a:pt x="313" y="33"/>
                    <a:pt x="310" y="30"/>
                  </a:cubicBezTo>
                  <a:cubicBezTo>
                    <a:pt x="307" y="27"/>
                    <a:pt x="314" y="25"/>
                    <a:pt x="314" y="23"/>
                  </a:cubicBezTo>
                  <a:cubicBezTo>
                    <a:pt x="314" y="20"/>
                    <a:pt x="309" y="23"/>
                    <a:pt x="308" y="22"/>
                  </a:cubicBezTo>
                  <a:cubicBezTo>
                    <a:pt x="306" y="20"/>
                    <a:pt x="302" y="19"/>
                    <a:pt x="302" y="21"/>
                  </a:cubicBezTo>
                  <a:cubicBezTo>
                    <a:pt x="302" y="23"/>
                    <a:pt x="299" y="22"/>
                    <a:pt x="299" y="20"/>
                  </a:cubicBezTo>
                  <a:cubicBezTo>
                    <a:pt x="299" y="19"/>
                    <a:pt x="297" y="15"/>
                    <a:pt x="295" y="18"/>
                  </a:cubicBezTo>
                  <a:cubicBezTo>
                    <a:pt x="293" y="20"/>
                    <a:pt x="286" y="21"/>
                    <a:pt x="285" y="19"/>
                  </a:cubicBezTo>
                  <a:cubicBezTo>
                    <a:pt x="283" y="18"/>
                    <a:pt x="286" y="17"/>
                    <a:pt x="286" y="15"/>
                  </a:cubicBezTo>
                  <a:cubicBezTo>
                    <a:pt x="286" y="12"/>
                    <a:pt x="283" y="9"/>
                    <a:pt x="284" y="7"/>
                  </a:cubicBezTo>
                  <a:cubicBezTo>
                    <a:pt x="284" y="4"/>
                    <a:pt x="279" y="1"/>
                    <a:pt x="277" y="2"/>
                  </a:cubicBezTo>
                  <a:cubicBezTo>
                    <a:pt x="274" y="3"/>
                    <a:pt x="271" y="2"/>
                    <a:pt x="268" y="1"/>
                  </a:cubicBezTo>
                  <a:cubicBezTo>
                    <a:pt x="265" y="0"/>
                    <a:pt x="254" y="2"/>
                    <a:pt x="254" y="4"/>
                  </a:cubicBezTo>
                  <a:cubicBezTo>
                    <a:pt x="253" y="7"/>
                    <a:pt x="240" y="9"/>
                    <a:pt x="237" y="10"/>
                  </a:cubicBezTo>
                  <a:cubicBezTo>
                    <a:pt x="235" y="11"/>
                    <a:pt x="225" y="12"/>
                    <a:pt x="221" y="13"/>
                  </a:cubicBezTo>
                  <a:cubicBezTo>
                    <a:pt x="218" y="13"/>
                    <a:pt x="214" y="16"/>
                    <a:pt x="210" y="16"/>
                  </a:cubicBezTo>
                  <a:cubicBezTo>
                    <a:pt x="205" y="16"/>
                    <a:pt x="197" y="17"/>
                    <a:pt x="193" y="20"/>
                  </a:cubicBezTo>
                  <a:cubicBezTo>
                    <a:pt x="189" y="23"/>
                    <a:pt x="182" y="20"/>
                    <a:pt x="179" y="21"/>
                  </a:cubicBezTo>
                  <a:cubicBezTo>
                    <a:pt x="176" y="22"/>
                    <a:pt x="171" y="21"/>
                    <a:pt x="170" y="22"/>
                  </a:cubicBezTo>
                  <a:cubicBezTo>
                    <a:pt x="168" y="23"/>
                    <a:pt x="169" y="29"/>
                    <a:pt x="170" y="31"/>
                  </a:cubicBezTo>
                  <a:cubicBezTo>
                    <a:pt x="172" y="34"/>
                    <a:pt x="180" y="35"/>
                    <a:pt x="180" y="36"/>
                  </a:cubicBezTo>
                  <a:cubicBezTo>
                    <a:pt x="181" y="38"/>
                    <a:pt x="172" y="38"/>
                    <a:pt x="168" y="38"/>
                  </a:cubicBezTo>
                  <a:cubicBezTo>
                    <a:pt x="164" y="39"/>
                    <a:pt x="165" y="44"/>
                    <a:pt x="166" y="46"/>
                  </a:cubicBezTo>
                  <a:cubicBezTo>
                    <a:pt x="167" y="49"/>
                    <a:pt x="162" y="51"/>
                    <a:pt x="159" y="52"/>
                  </a:cubicBezTo>
                  <a:cubicBezTo>
                    <a:pt x="156" y="53"/>
                    <a:pt x="159" y="58"/>
                    <a:pt x="162" y="58"/>
                  </a:cubicBezTo>
                  <a:cubicBezTo>
                    <a:pt x="165" y="58"/>
                    <a:pt x="168" y="61"/>
                    <a:pt x="170" y="61"/>
                  </a:cubicBezTo>
                  <a:cubicBezTo>
                    <a:pt x="173" y="61"/>
                    <a:pt x="173" y="66"/>
                    <a:pt x="173" y="69"/>
                  </a:cubicBezTo>
                  <a:cubicBezTo>
                    <a:pt x="173" y="72"/>
                    <a:pt x="170" y="73"/>
                    <a:pt x="166" y="73"/>
                  </a:cubicBezTo>
                  <a:cubicBezTo>
                    <a:pt x="162" y="73"/>
                    <a:pt x="160" y="70"/>
                    <a:pt x="158" y="69"/>
                  </a:cubicBezTo>
                  <a:cubicBezTo>
                    <a:pt x="155" y="69"/>
                    <a:pt x="156" y="74"/>
                    <a:pt x="154" y="75"/>
                  </a:cubicBezTo>
                  <a:cubicBezTo>
                    <a:pt x="152" y="76"/>
                    <a:pt x="151" y="71"/>
                    <a:pt x="148" y="71"/>
                  </a:cubicBezTo>
                  <a:cubicBezTo>
                    <a:pt x="145" y="71"/>
                    <a:pt x="142" y="71"/>
                    <a:pt x="141" y="68"/>
                  </a:cubicBezTo>
                  <a:cubicBezTo>
                    <a:pt x="140" y="65"/>
                    <a:pt x="133" y="64"/>
                    <a:pt x="130" y="67"/>
                  </a:cubicBezTo>
                  <a:cubicBezTo>
                    <a:pt x="127" y="70"/>
                    <a:pt x="126" y="69"/>
                    <a:pt x="123" y="67"/>
                  </a:cubicBezTo>
                  <a:cubicBezTo>
                    <a:pt x="121" y="65"/>
                    <a:pt x="113" y="68"/>
                    <a:pt x="112" y="70"/>
                  </a:cubicBezTo>
                  <a:cubicBezTo>
                    <a:pt x="111" y="73"/>
                    <a:pt x="106" y="74"/>
                    <a:pt x="102" y="71"/>
                  </a:cubicBezTo>
                  <a:cubicBezTo>
                    <a:pt x="98" y="69"/>
                    <a:pt x="95" y="68"/>
                    <a:pt x="95" y="71"/>
                  </a:cubicBezTo>
                  <a:cubicBezTo>
                    <a:pt x="95" y="75"/>
                    <a:pt x="92" y="72"/>
                    <a:pt x="92" y="70"/>
                  </a:cubicBezTo>
                  <a:cubicBezTo>
                    <a:pt x="92" y="68"/>
                    <a:pt x="86" y="64"/>
                    <a:pt x="83" y="62"/>
                  </a:cubicBezTo>
                  <a:cubicBezTo>
                    <a:pt x="80" y="60"/>
                    <a:pt x="70" y="60"/>
                    <a:pt x="70" y="58"/>
                  </a:cubicBezTo>
                  <a:cubicBezTo>
                    <a:pt x="69" y="56"/>
                    <a:pt x="63" y="54"/>
                    <a:pt x="62" y="58"/>
                  </a:cubicBezTo>
                  <a:cubicBezTo>
                    <a:pt x="60" y="61"/>
                    <a:pt x="58" y="59"/>
                    <a:pt x="56" y="58"/>
                  </a:cubicBezTo>
                  <a:cubicBezTo>
                    <a:pt x="54" y="57"/>
                    <a:pt x="49" y="59"/>
                    <a:pt x="47" y="60"/>
                  </a:cubicBezTo>
                  <a:cubicBezTo>
                    <a:pt x="45" y="61"/>
                    <a:pt x="39" y="66"/>
                    <a:pt x="35" y="66"/>
                  </a:cubicBezTo>
                  <a:cubicBezTo>
                    <a:pt x="32" y="66"/>
                    <a:pt x="34" y="70"/>
                    <a:pt x="29" y="71"/>
                  </a:cubicBezTo>
                  <a:cubicBezTo>
                    <a:pt x="25" y="72"/>
                    <a:pt x="26" y="75"/>
                    <a:pt x="26" y="77"/>
                  </a:cubicBezTo>
                  <a:cubicBezTo>
                    <a:pt x="27" y="79"/>
                    <a:pt x="29" y="83"/>
                    <a:pt x="25" y="84"/>
                  </a:cubicBezTo>
                  <a:cubicBezTo>
                    <a:pt x="21" y="86"/>
                    <a:pt x="20" y="79"/>
                    <a:pt x="16" y="77"/>
                  </a:cubicBezTo>
                  <a:cubicBezTo>
                    <a:pt x="13" y="74"/>
                    <a:pt x="10" y="77"/>
                    <a:pt x="10" y="81"/>
                  </a:cubicBezTo>
                  <a:cubicBezTo>
                    <a:pt x="10" y="84"/>
                    <a:pt x="6" y="84"/>
                    <a:pt x="4" y="88"/>
                  </a:cubicBezTo>
                  <a:cubicBezTo>
                    <a:pt x="2" y="91"/>
                    <a:pt x="7" y="92"/>
                    <a:pt x="7" y="93"/>
                  </a:cubicBezTo>
                  <a:cubicBezTo>
                    <a:pt x="7" y="95"/>
                    <a:pt x="4" y="96"/>
                    <a:pt x="3" y="97"/>
                  </a:cubicBezTo>
                  <a:cubicBezTo>
                    <a:pt x="2" y="97"/>
                    <a:pt x="0" y="102"/>
                    <a:pt x="1" y="104"/>
                  </a:cubicBezTo>
                  <a:cubicBezTo>
                    <a:pt x="2" y="105"/>
                    <a:pt x="8" y="105"/>
                    <a:pt x="7" y="108"/>
                  </a:cubicBezTo>
                  <a:cubicBezTo>
                    <a:pt x="7" y="112"/>
                    <a:pt x="6" y="115"/>
                    <a:pt x="9" y="114"/>
                  </a:cubicBezTo>
                  <a:cubicBezTo>
                    <a:pt x="12" y="113"/>
                    <a:pt x="15" y="114"/>
                    <a:pt x="17" y="114"/>
                  </a:cubicBezTo>
                  <a:cubicBezTo>
                    <a:pt x="19" y="114"/>
                    <a:pt x="21" y="118"/>
                    <a:pt x="24" y="122"/>
                  </a:cubicBezTo>
                  <a:cubicBezTo>
                    <a:pt x="28" y="126"/>
                    <a:pt x="29" y="128"/>
                    <a:pt x="26" y="129"/>
                  </a:cubicBezTo>
                  <a:cubicBezTo>
                    <a:pt x="22" y="130"/>
                    <a:pt x="24" y="132"/>
                    <a:pt x="28" y="134"/>
                  </a:cubicBezTo>
                  <a:cubicBezTo>
                    <a:pt x="30" y="134"/>
                    <a:pt x="31" y="135"/>
                    <a:pt x="32" y="136"/>
                  </a:cubicBezTo>
                  <a:cubicBezTo>
                    <a:pt x="33" y="135"/>
                    <a:pt x="33" y="135"/>
                    <a:pt x="34" y="134"/>
                  </a:cubicBezTo>
                  <a:cubicBezTo>
                    <a:pt x="40" y="129"/>
                    <a:pt x="50" y="125"/>
                    <a:pt x="58" y="127"/>
                  </a:cubicBezTo>
                  <a:cubicBezTo>
                    <a:pt x="65" y="129"/>
                    <a:pt x="72" y="125"/>
                    <a:pt x="75" y="130"/>
                  </a:cubicBezTo>
                  <a:cubicBezTo>
                    <a:pt x="78" y="135"/>
                    <a:pt x="75" y="143"/>
                    <a:pt x="76" y="147"/>
                  </a:cubicBezTo>
                  <a:cubicBezTo>
                    <a:pt x="78" y="150"/>
                    <a:pt x="70" y="150"/>
                    <a:pt x="65" y="150"/>
                  </a:cubicBezTo>
                  <a:cubicBezTo>
                    <a:pt x="60" y="149"/>
                    <a:pt x="50" y="152"/>
                    <a:pt x="51" y="155"/>
                  </a:cubicBezTo>
                  <a:cubicBezTo>
                    <a:pt x="53" y="158"/>
                    <a:pt x="56" y="165"/>
                    <a:pt x="50" y="161"/>
                  </a:cubicBezTo>
                  <a:cubicBezTo>
                    <a:pt x="43" y="157"/>
                    <a:pt x="40" y="165"/>
                    <a:pt x="44" y="165"/>
                  </a:cubicBezTo>
                  <a:cubicBezTo>
                    <a:pt x="48" y="165"/>
                    <a:pt x="53" y="169"/>
                    <a:pt x="53" y="172"/>
                  </a:cubicBezTo>
                  <a:cubicBezTo>
                    <a:pt x="53" y="175"/>
                    <a:pt x="53" y="182"/>
                    <a:pt x="56" y="181"/>
                  </a:cubicBezTo>
                  <a:cubicBezTo>
                    <a:pt x="60" y="180"/>
                    <a:pt x="60" y="186"/>
                    <a:pt x="64" y="185"/>
                  </a:cubicBezTo>
                  <a:cubicBezTo>
                    <a:pt x="69" y="185"/>
                    <a:pt x="73" y="187"/>
                    <a:pt x="70" y="191"/>
                  </a:cubicBezTo>
                  <a:cubicBezTo>
                    <a:pt x="66" y="195"/>
                    <a:pt x="72" y="207"/>
                    <a:pt x="73" y="205"/>
                  </a:cubicBezTo>
                  <a:cubicBezTo>
                    <a:pt x="74" y="203"/>
                    <a:pt x="73" y="199"/>
                    <a:pt x="75" y="197"/>
                  </a:cubicBezTo>
                  <a:cubicBezTo>
                    <a:pt x="72" y="191"/>
                    <a:pt x="83" y="191"/>
                    <a:pt x="86" y="191"/>
                  </a:cubicBezTo>
                  <a:cubicBezTo>
                    <a:pt x="90" y="191"/>
                    <a:pt x="96" y="196"/>
                    <a:pt x="100" y="201"/>
                  </a:cubicBezTo>
                  <a:cubicBezTo>
                    <a:pt x="104" y="207"/>
                    <a:pt x="108" y="203"/>
                    <a:pt x="108" y="203"/>
                  </a:cubicBezTo>
                  <a:cubicBezTo>
                    <a:pt x="110" y="153"/>
                    <a:pt x="110" y="153"/>
                    <a:pt x="110" y="153"/>
                  </a:cubicBezTo>
                  <a:cubicBezTo>
                    <a:pt x="138" y="146"/>
                    <a:pt x="138" y="146"/>
                    <a:pt x="138" y="146"/>
                  </a:cubicBezTo>
                  <a:cubicBezTo>
                    <a:pt x="138" y="145"/>
                    <a:pt x="139" y="144"/>
                    <a:pt x="139" y="144"/>
                  </a:cubicBezTo>
                  <a:cubicBezTo>
                    <a:pt x="143" y="139"/>
                    <a:pt x="148" y="143"/>
                    <a:pt x="149" y="144"/>
                  </a:cubicBezTo>
                  <a:cubicBezTo>
                    <a:pt x="151" y="145"/>
                    <a:pt x="150" y="139"/>
                    <a:pt x="154" y="139"/>
                  </a:cubicBezTo>
                  <a:cubicBezTo>
                    <a:pt x="158" y="139"/>
                    <a:pt x="154" y="146"/>
                    <a:pt x="157" y="146"/>
                  </a:cubicBezTo>
                  <a:cubicBezTo>
                    <a:pt x="159" y="146"/>
                    <a:pt x="164" y="154"/>
                    <a:pt x="163" y="160"/>
                  </a:cubicBezTo>
                  <a:cubicBezTo>
                    <a:pt x="167" y="164"/>
                    <a:pt x="175" y="173"/>
                    <a:pt x="176" y="175"/>
                  </a:cubicBezTo>
                  <a:cubicBezTo>
                    <a:pt x="177" y="177"/>
                    <a:pt x="188" y="173"/>
                    <a:pt x="191" y="174"/>
                  </a:cubicBezTo>
                  <a:cubicBezTo>
                    <a:pt x="193" y="175"/>
                    <a:pt x="210" y="175"/>
                    <a:pt x="213" y="175"/>
                  </a:cubicBezTo>
                  <a:cubicBezTo>
                    <a:pt x="216" y="175"/>
                    <a:pt x="219" y="181"/>
                    <a:pt x="222" y="181"/>
                  </a:cubicBezTo>
                  <a:cubicBezTo>
                    <a:pt x="226" y="182"/>
                    <a:pt x="224" y="188"/>
                    <a:pt x="225" y="192"/>
                  </a:cubicBezTo>
                  <a:cubicBezTo>
                    <a:pt x="225" y="196"/>
                    <a:pt x="231" y="200"/>
                    <a:pt x="231" y="204"/>
                  </a:cubicBezTo>
                  <a:cubicBezTo>
                    <a:pt x="232" y="207"/>
                    <a:pt x="237" y="205"/>
                    <a:pt x="241" y="206"/>
                  </a:cubicBezTo>
                  <a:cubicBezTo>
                    <a:pt x="244" y="207"/>
                    <a:pt x="250" y="209"/>
                    <a:pt x="250" y="212"/>
                  </a:cubicBezTo>
                  <a:cubicBezTo>
                    <a:pt x="251" y="216"/>
                    <a:pt x="255" y="213"/>
                    <a:pt x="256" y="210"/>
                  </a:cubicBezTo>
                  <a:cubicBezTo>
                    <a:pt x="256" y="208"/>
                    <a:pt x="260" y="204"/>
                    <a:pt x="267" y="201"/>
                  </a:cubicBezTo>
                  <a:cubicBezTo>
                    <a:pt x="270" y="200"/>
                    <a:pt x="272" y="200"/>
                    <a:pt x="274" y="201"/>
                  </a:cubicBezTo>
                  <a:cubicBezTo>
                    <a:pt x="275" y="198"/>
                    <a:pt x="276" y="195"/>
                    <a:pt x="277" y="195"/>
                  </a:cubicBezTo>
                  <a:cubicBezTo>
                    <a:pt x="279" y="194"/>
                    <a:pt x="284" y="190"/>
                    <a:pt x="284" y="187"/>
                  </a:cubicBezTo>
                  <a:cubicBezTo>
                    <a:pt x="284" y="184"/>
                    <a:pt x="293" y="184"/>
                    <a:pt x="299" y="187"/>
                  </a:cubicBezTo>
                  <a:cubicBezTo>
                    <a:pt x="305" y="190"/>
                    <a:pt x="309" y="190"/>
                    <a:pt x="309" y="185"/>
                  </a:cubicBezTo>
                  <a:cubicBezTo>
                    <a:pt x="310" y="180"/>
                    <a:pt x="318" y="179"/>
                    <a:pt x="321" y="180"/>
                  </a:cubicBezTo>
                  <a:cubicBezTo>
                    <a:pt x="324" y="182"/>
                    <a:pt x="332" y="186"/>
                    <a:pt x="336" y="185"/>
                  </a:cubicBezTo>
                  <a:cubicBezTo>
                    <a:pt x="340" y="183"/>
                    <a:pt x="360" y="185"/>
                    <a:pt x="365" y="186"/>
                  </a:cubicBezTo>
                  <a:cubicBezTo>
                    <a:pt x="370" y="188"/>
                    <a:pt x="371" y="184"/>
                    <a:pt x="376" y="189"/>
                  </a:cubicBezTo>
                  <a:cubicBezTo>
                    <a:pt x="379" y="193"/>
                    <a:pt x="381" y="190"/>
                    <a:pt x="385" y="193"/>
                  </a:cubicBezTo>
                  <a:cubicBezTo>
                    <a:pt x="385" y="192"/>
                    <a:pt x="385" y="190"/>
                    <a:pt x="385" y="188"/>
                  </a:cubicBezTo>
                  <a:cubicBezTo>
                    <a:pt x="385" y="185"/>
                    <a:pt x="390" y="182"/>
                    <a:pt x="391" y="180"/>
                  </a:cubicBezTo>
                  <a:cubicBezTo>
                    <a:pt x="392" y="177"/>
                    <a:pt x="386" y="170"/>
                    <a:pt x="386" y="167"/>
                  </a:cubicBezTo>
                  <a:cubicBezTo>
                    <a:pt x="386" y="165"/>
                    <a:pt x="386" y="159"/>
                    <a:pt x="384" y="158"/>
                  </a:cubicBezTo>
                  <a:cubicBezTo>
                    <a:pt x="381" y="156"/>
                    <a:pt x="389" y="153"/>
                    <a:pt x="390" y="153"/>
                  </a:cubicBezTo>
                  <a:cubicBezTo>
                    <a:pt x="394" y="153"/>
                    <a:pt x="399" y="149"/>
                    <a:pt x="401" y="151"/>
                  </a:cubicBezTo>
                  <a:cubicBezTo>
                    <a:pt x="403" y="153"/>
                    <a:pt x="406" y="153"/>
                    <a:pt x="409" y="153"/>
                  </a:cubicBezTo>
                  <a:cubicBezTo>
                    <a:pt x="412" y="153"/>
                    <a:pt x="411" y="149"/>
                    <a:pt x="409" y="148"/>
                  </a:cubicBezTo>
                  <a:cubicBezTo>
                    <a:pt x="407" y="146"/>
                    <a:pt x="415" y="131"/>
                    <a:pt x="416" y="126"/>
                  </a:cubicBezTo>
                  <a:cubicBezTo>
                    <a:pt x="417" y="121"/>
                    <a:pt x="420" y="126"/>
                    <a:pt x="424" y="126"/>
                  </a:cubicBezTo>
                  <a:cubicBezTo>
                    <a:pt x="427" y="127"/>
                    <a:pt x="432" y="126"/>
                    <a:pt x="434" y="127"/>
                  </a:cubicBezTo>
                  <a:cubicBezTo>
                    <a:pt x="436" y="128"/>
                    <a:pt x="443" y="126"/>
                    <a:pt x="445" y="123"/>
                  </a:cubicBezTo>
                  <a:cubicBezTo>
                    <a:pt x="446" y="121"/>
                    <a:pt x="443" y="120"/>
                    <a:pt x="443" y="114"/>
                  </a:cubicBezTo>
                  <a:cubicBezTo>
                    <a:pt x="443" y="108"/>
                    <a:pt x="447" y="106"/>
                    <a:pt x="450" y="106"/>
                  </a:cubicBezTo>
                  <a:cubicBezTo>
                    <a:pt x="454" y="106"/>
                    <a:pt x="455" y="102"/>
                    <a:pt x="455" y="99"/>
                  </a:cubicBezTo>
                  <a:cubicBezTo>
                    <a:pt x="455" y="97"/>
                    <a:pt x="458" y="95"/>
                    <a:pt x="459" y="92"/>
                  </a:cubicBezTo>
                  <a:cubicBezTo>
                    <a:pt x="458" y="91"/>
                    <a:pt x="457" y="89"/>
                    <a:pt x="457" y="88"/>
                  </a:cubicBezTo>
                  <a:close/>
                  <a:moveTo>
                    <a:pt x="171" y="137"/>
                  </a:moveTo>
                  <a:cubicBezTo>
                    <a:pt x="170" y="139"/>
                    <a:pt x="157" y="135"/>
                    <a:pt x="156" y="132"/>
                  </a:cubicBezTo>
                  <a:cubicBezTo>
                    <a:pt x="155" y="130"/>
                    <a:pt x="174" y="133"/>
                    <a:pt x="171" y="137"/>
                  </a:cubicBezTo>
                  <a:close/>
                  <a:moveTo>
                    <a:pt x="361" y="136"/>
                  </a:moveTo>
                  <a:cubicBezTo>
                    <a:pt x="351" y="136"/>
                    <a:pt x="331" y="131"/>
                    <a:pt x="322" y="140"/>
                  </a:cubicBezTo>
                  <a:cubicBezTo>
                    <a:pt x="314" y="149"/>
                    <a:pt x="320" y="154"/>
                    <a:pt x="316" y="154"/>
                  </a:cubicBezTo>
                  <a:cubicBezTo>
                    <a:pt x="312" y="155"/>
                    <a:pt x="310" y="141"/>
                    <a:pt x="315" y="136"/>
                  </a:cubicBezTo>
                  <a:cubicBezTo>
                    <a:pt x="320" y="131"/>
                    <a:pt x="335" y="129"/>
                    <a:pt x="344" y="132"/>
                  </a:cubicBezTo>
                  <a:cubicBezTo>
                    <a:pt x="353" y="134"/>
                    <a:pt x="370" y="130"/>
                    <a:pt x="372" y="130"/>
                  </a:cubicBezTo>
                  <a:cubicBezTo>
                    <a:pt x="375" y="131"/>
                    <a:pt x="370" y="136"/>
                    <a:pt x="361" y="136"/>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0" name="Freeform 156"/>
            <p:cNvSpPr>
              <a:spLocks noEditPoints="1" noChangeArrowheads="1"/>
            </p:cNvSpPr>
            <p:nvPr/>
          </p:nvSpPr>
          <p:spPr bwMode="auto">
            <a:xfrm>
              <a:off x="4064013" y="112711"/>
              <a:ext cx="3681425" cy="1411290"/>
            </a:xfrm>
            <a:custGeom>
              <a:avLst/>
              <a:gdLst>
                <a:gd name="T0" fmla="*/ 814 w 1926"/>
                <a:gd name="T1" fmla="*/ 12 h 739"/>
                <a:gd name="T2" fmla="*/ 840 w 1926"/>
                <a:gd name="T3" fmla="*/ 45 h 739"/>
                <a:gd name="T4" fmla="*/ 912 w 1926"/>
                <a:gd name="T5" fmla="*/ 61 h 739"/>
                <a:gd name="T6" fmla="*/ 822 w 1926"/>
                <a:gd name="T7" fmla="*/ 28 h 739"/>
                <a:gd name="T8" fmla="*/ 1331 w 1926"/>
                <a:gd name="T9" fmla="*/ 168 h 739"/>
                <a:gd name="T10" fmla="*/ 1358 w 1926"/>
                <a:gd name="T11" fmla="*/ 198 h 739"/>
                <a:gd name="T12" fmla="*/ 1388 w 1926"/>
                <a:gd name="T13" fmla="*/ 664 h 739"/>
                <a:gd name="T14" fmla="*/ 355 w 1926"/>
                <a:gd name="T15" fmla="*/ 25 h 739"/>
                <a:gd name="T16" fmla="*/ 1886 w 1926"/>
                <a:gd name="T17" fmla="*/ 330 h 739"/>
                <a:gd name="T18" fmla="*/ 1698 w 1926"/>
                <a:gd name="T19" fmla="*/ 277 h 739"/>
                <a:gd name="T20" fmla="*/ 1580 w 1926"/>
                <a:gd name="T21" fmla="*/ 268 h 739"/>
                <a:gd name="T22" fmla="*/ 1412 w 1926"/>
                <a:gd name="T23" fmla="*/ 221 h 739"/>
                <a:gd name="T24" fmla="*/ 1319 w 1926"/>
                <a:gd name="T25" fmla="*/ 241 h 739"/>
                <a:gd name="T26" fmla="*/ 1224 w 1926"/>
                <a:gd name="T27" fmla="*/ 204 h 739"/>
                <a:gd name="T28" fmla="*/ 1101 w 1926"/>
                <a:gd name="T29" fmla="*/ 196 h 739"/>
                <a:gd name="T30" fmla="*/ 989 w 1926"/>
                <a:gd name="T31" fmla="*/ 193 h 739"/>
                <a:gd name="T32" fmla="*/ 1007 w 1926"/>
                <a:gd name="T33" fmla="*/ 122 h 739"/>
                <a:gd name="T34" fmla="*/ 909 w 1926"/>
                <a:gd name="T35" fmla="*/ 126 h 739"/>
                <a:gd name="T36" fmla="*/ 800 w 1926"/>
                <a:gd name="T37" fmla="*/ 148 h 739"/>
                <a:gd name="T38" fmla="*/ 764 w 1926"/>
                <a:gd name="T39" fmla="*/ 190 h 739"/>
                <a:gd name="T40" fmla="*/ 667 w 1926"/>
                <a:gd name="T41" fmla="*/ 228 h 739"/>
                <a:gd name="T42" fmla="*/ 623 w 1926"/>
                <a:gd name="T43" fmla="*/ 257 h 739"/>
                <a:gd name="T44" fmla="*/ 630 w 1926"/>
                <a:gd name="T45" fmla="*/ 312 h 739"/>
                <a:gd name="T46" fmla="*/ 603 w 1926"/>
                <a:gd name="T47" fmla="*/ 320 h 739"/>
                <a:gd name="T48" fmla="*/ 557 w 1926"/>
                <a:gd name="T49" fmla="*/ 231 h 739"/>
                <a:gd name="T50" fmla="*/ 468 w 1926"/>
                <a:gd name="T51" fmla="*/ 273 h 739"/>
                <a:gd name="T52" fmla="*/ 384 w 1926"/>
                <a:gd name="T53" fmla="*/ 305 h 739"/>
                <a:gd name="T54" fmla="*/ 307 w 1926"/>
                <a:gd name="T55" fmla="*/ 312 h 739"/>
                <a:gd name="T56" fmla="*/ 230 w 1926"/>
                <a:gd name="T57" fmla="*/ 353 h 739"/>
                <a:gd name="T58" fmla="*/ 170 w 1926"/>
                <a:gd name="T59" fmla="*/ 355 h 739"/>
                <a:gd name="T60" fmla="*/ 201 w 1926"/>
                <a:gd name="T61" fmla="*/ 292 h 739"/>
                <a:gd name="T62" fmla="*/ 100 w 1926"/>
                <a:gd name="T63" fmla="*/ 296 h 739"/>
                <a:gd name="T64" fmla="*/ 133 w 1926"/>
                <a:gd name="T65" fmla="*/ 407 h 739"/>
                <a:gd name="T66" fmla="*/ 89 w 1926"/>
                <a:gd name="T67" fmla="*/ 497 h 739"/>
                <a:gd name="T68" fmla="*/ 134 w 1926"/>
                <a:gd name="T69" fmla="*/ 574 h 739"/>
                <a:gd name="T70" fmla="*/ 223 w 1926"/>
                <a:gd name="T71" fmla="*/ 617 h 739"/>
                <a:gd name="T72" fmla="*/ 193 w 1926"/>
                <a:gd name="T73" fmla="*/ 682 h 739"/>
                <a:gd name="T74" fmla="*/ 326 w 1926"/>
                <a:gd name="T75" fmla="*/ 731 h 739"/>
                <a:gd name="T76" fmla="*/ 312 w 1926"/>
                <a:gd name="T77" fmla="*/ 613 h 739"/>
                <a:gd name="T78" fmla="*/ 425 w 1926"/>
                <a:gd name="T79" fmla="*/ 599 h 739"/>
                <a:gd name="T80" fmla="*/ 472 w 1926"/>
                <a:gd name="T81" fmla="*/ 554 h 739"/>
                <a:gd name="T82" fmla="*/ 610 w 1926"/>
                <a:gd name="T83" fmla="*/ 554 h 739"/>
                <a:gd name="T84" fmla="*/ 738 w 1926"/>
                <a:gd name="T85" fmla="*/ 612 h 739"/>
                <a:gd name="T86" fmla="*/ 849 w 1926"/>
                <a:gd name="T87" fmla="*/ 616 h 739"/>
                <a:gd name="T88" fmla="*/ 939 w 1926"/>
                <a:gd name="T89" fmla="*/ 614 h 739"/>
                <a:gd name="T90" fmla="*/ 1099 w 1926"/>
                <a:gd name="T91" fmla="*/ 622 h 739"/>
                <a:gd name="T92" fmla="*/ 1210 w 1926"/>
                <a:gd name="T93" fmla="*/ 615 h 739"/>
                <a:gd name="T94" fmla="*/ 1251 w 1926"/>
                <a:gd name="T95" fmla="*/ 689 h 739"/>
                <a:gd name="T96" fmla="*/ 1365 w 1926"/>
                <a:gd name="T97" fmla="*/ 573 h 739"/>
                <a:gd name="T98" fmla="*/ 1310 w 1926"/>
                <a:gd name="T99" fmla="*/ 530 h 739"/>
                <a:gd name="T100" fmla="*/ 1484 w 1926"/>
                <a:gd name="T101" fmla="*/ 473 h 739"/>
                <a:gd name="T102" fmla="*/ 1584 w 1926"/>
                <a:gd name="T103" fmla="*/ 440 h 739"/>
                <a:gd name="T104" fmla="*/ 1544 w 1926"/>
                <a:gd name="T105" fmla="*/ 494 h 739"/>
                <a:gd name="T106" fmla="*/ 1607 w 1926"/>
                <a:gd name="T107" fmla="*/ 521 h 739"/>
                <a:gd name="T108" fmla="*/ 1697 w 1926"/>
                <a:gd name="T109" fmla="*/ 458 h 739"/>
                <a:gd name="T110" fmla="*/ 1766 w 1926"/>
                <a:gd name="T111" fmla="*/ 373 h 739"/>
                <a:gd name="T112" fmla="*/ 1875 w 1926"/>
                <a:gd name="T113" fmla="*/ 379 h 739"/>
                <a:gd name="T114" fmla="*/ 993 w 1926"/>
                <a:gd name="T115" fmla="*/ 567 h 739"/>
                <a:gd name="T116" fmla="*/ 386 w 1926"/>
                <a:gd name="T117" fmla="*/ 247 h 739"/>
                <a:gd name="T118" fmla="*/ 485 w 1926"/>
                <a:gd name="T119" fmla="*/ 133 h 739"/>
                <a:gd name="T120" fmla="*/ 415 w 1926"/>
                <a:gd name="T121" fmla="*/ 39 h 739"/>
                <a:gd name="T122" fmla="*/ 464 w 1926"/>
                <a:gd name="T123" fmla="*/ 16 h 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926"/>
                <a:gd name="T187" fmla="*/ 0 h 739"/>
                <a:gd name="T188" fmla="*/ 1926 w 1926"/>
                <a:gd name="T189" fmla="*/ 739 h 7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926" h="739">
                  <a:moveTo>
                    <a:pt x="29" y="534"/>
                  </a:moveTo>
                  <a:cubicBezTo>
                    <a:pt x="28" y="535"/>
                    <a:pt x="24" y="534"/>
                    <a:pt x="23" y="532"/>
                  </a:cubicBezTo>
                  <a:cubicBezTo>
                    <a:pt x="22" y="530"/>
                    <a:pt x="18" y="531"/>
                    <a:pt x="16" y="531"/>
                  </a:cubicBezTo>
                  <a:cubicBezTo>
                    <a:pt x="16" y="532"/>
                    <a:pt x="17" y="532"/>
                    <a:pt x="18" y="533"/>
                  </a:cubicBezTo>
                  <a:cubicBezTo>
                    <a:pt x="19" y="536"/>
                    <a:pt x="12" y="536"/>
                    <a:pt x="14" y="539"/>
                  </a:cubicBezTo>
                  <a:cubicBezTo>
                    <a:pt x="16" y="542"/>
                    <a:pt x="9" y="542"/>
                    <a:pt x="9" y="539"/>
                  </a:cubicBezTo>
                  <a:cubicBezTo>
                    <a:pt x="9" y="536"/>
                    <a:pt x="1" y="537"/>
                    <a:pt x="1" y="540"/>
                  </a:cubicBezTo>
                  <a:cubicBezTo>
                    <a:pt x="1" y="540"/>
                    <a:pt x="1" y="541"/>
                    <a:pt x="0" y="542"/>
                  </a:cubicBezTo>
                  <a:cubicBezTo>
                    <a:pt x="2" y="543"/>
                    <a:pt x="5" y="544"/>
                    <a:pt x="6" y="544"/>
                  </a:cubicBezTo>
                  <a:cubicBezTo>
                    <a:pt x="7" y="545"/>
                    <a:pt x="27" y="547"/>
                    <a:pt x="35" y="545"/>
                  </a:cubicBezTo>
                  <a:cubicBezTo>
                    <a:pt x="35" y="544"/>
                    <a:pt x="36" y="540"/>
                    <a:pt x="36" y="538"/>
                  </a:cubicBezTo>
                  <a:cubicBezTo>
                    <a:pt x="36" y="536"/>
                    <a:pt x="31" y="534"/>
                    <a:pt x="29" y="534"/>
                  </a:cubicBezTo>
                  <a:close/>
                  <a:moveTo>
                    <a:pt x="814" y="12"/>
                  </a:moveTo>
                  <a:cubicBezTo>
                    <a:pt x="815" y="7"/>
                    <a:pt x="793" y="9"/>
                    <a:pt x="799" y="14"/>
                  </a:cubicBezTo>
                  <a:cubicBezTo>
                    <a:pt x="801" y="16"/>
                    <a:pt x="812" y="17"/>
                    <a:pt x="814" y="12"/>
                  </a:cubicBezTo>
                  <a:close/>
                  <a:moveTo>
                    <a:pt x="512" y="21"/>
                  </a:moveTo>
                  <a:cubicBezTo>
                    <a:pt x="524" y="20"/>
                    <a:pt x="524" y="13"/>
                    <a:pt x="517" y="11"/>
                  </a:cubicBezTo>
                  <a:cubicBezTo>
                    <a:pt x="511" y="10"/>
                    <a:pt x="510" y="15"/>
                    <a:pt x="506" y="15"/>
                  </a:cubicBezTo>
                  <a:cubicBezTo>
                    <a:pt x="503" y="15"/>
                    <a:pt x="490" y="17"/>
                    <a:pt x="493" y="20"/>
                  </a:cubicBezTo>
                  <a:cubicBezTo>
                    <a:pt x="496" y="23"/>
                    <a:pt x="505" y="22"/>
                    <a:pt x="512" y="21"/>
                  </a:cubicBezTo>
                  <a:close/>
                  <a:moveTo>
                    <a:pt x="840" y="45"/>
                  </a:moveTo>
                  <a:cubicBezTo>
                    <a:pt x="840" y="49"/>
                    <a:pt x="829" y="53"/>
                    <a:pt x="832" y="55"/>
                  </a:cubicBezTo>
                  <a:cubicBezTo>
                    <a:pt x="835" y="58"/>
                    <a:pt x="837" y="57"/>
                    <a:pt x="841" y="58"/>
                  </a:cubicBezTo>
                  <a:cubicBezTo>
                    <a:pt x="844" y="58"/>
                    <a:pt x="846" y="67"/>
                    <a:pt x="852" y="65"/>
                  </a:cubicBezTo>
                  <a:cubicBezTo>
                    <a:pt x="858" y="64"/>
                    <a:pt x="874" y="72"/>
                    <a:pt x="884" y="72"/>
                  </a:cubicBezTo>
                  <a:cubicBezTo>
                    <a:pt x="893" y="72"/>
                    <a:pt x="894" y="64"/>
                    <a:pt x="891" y="64"/>
                  </a:cubicBezTo>
                  <a:cubicBezTo>
                    <a:pt x="888" y="63"/>
                    <a:pt x="891" y="59"/>
                    <a:pt x="896" y="51"/>
                  </a:cubicBezTo>
                  <a:cubicBezTo>
                    <a:pt x="902" y="43"/>
                    <a:pt x="880" y="38"/>
                    <a:pt x="880" y="44"/>
                  </a:cubicBezTo>
                  <a:cubicBezTo>
                    <a:pt x="880" y="50"/>
                    <a:pt x="873" y="42"/>
                    <a:pt x="871" y="39"/>
                  </a:cubicBezTo>
                  <a:cubicBezTo>
                    <a:pt x="869" y="35"/>
                    <a:pt x="840" y="42"/>
                    <a:pt x="840" y="45"/>
                  </a:cubicBezTo>
                  <a:close/>
                  <a:moveTo>
                    <a:pt x="576" y="206"/>
                  </a:moveTo>
                  <a:cubicBezTo>
                    <a:pt x="580" y="207"/>
                    <a:pt x="592" y="205"/>
                    <a:pt x="593" y="202"/>
                  </a:cubicBezTo>
                  <a:cubicBezTo>
                    <a:pt x="595" y="200"/>
                    <a:pt x="589" y="197"/>
                    <a:pt x="581" y="197"/>
                  </a:cubicBezTo>
                  <a:cubicBezTo>
                    <a:pt x="573" y="197"/>
                    <a:pt x="572" y="206"/>
                    <a:pt x="576" y="206"/>
                  </a:cubicBezTo>
                  <a:close/>
                  <a:moveTo>
                    <a:pt x="673" y="211"/>
                  </a:moveTo>
                  <a:cubicBezTo>
                    <a:pt x="679" y="214"/>
                    <a:pt x="683" y="213"/>
                    <a:pt x="682" y="208"/>
                  </a:cubicBezTo>
                  <a:cubicBezTo>
                    <a:pt x="681" y="202"/>
                    <a:pt x="669" y="209"/>
                    <a:pt x="673" y="211"/>
                  </a:cubicBezTo>
                  <a:close/>
                  <a:moveTo>
                    <a:pt x="892" y="92"/>
                  </a:moveTo>
                  <a:cubicBezTo>
                    <a:pt x="896" y="95"/>
                    <a:pt x="911" y="89"/>
                    <a:pt x="921" y="89"/>
                  </a:cubicBezTo>
                  <a:cubicBezTo>
                    <a:pt x="931" y="90"/>
                    <a:pt x="959" y="82"/>
                    <a:pt x="960" y="76"/>
                  </a:cubicBezTo>
                  <a:cubicBezTo>
                    <a:pt x="961" y="71"/>
                    <a:pt x="950" y="71"/>
                    <a:pt x="946" y="67"/>
                  </a:cubicBezTo>
                  <a:cubicBezTo>
                    <a:pt x="941" y="62"/>
                    <a:pt x="932" y="66"/>
                    <a:pt x="929" y="70"/>
                  </a:cubicBezTo>
                  <a:cubicBezTo>
                    <a:pt x="927" y="74"/>
                    <a:pt x="924" y="70"/>
                    <a:pt x="931" y="64"/>
                  </a:cubicBezTo>
                  <a:cubicBezTo>
                    <a:pt x="937" y="58"/>
                    <a:pt x="924" y="53"/>
                    <a:pt x="924" y="57"/>
                  </a:cubicBezTo>
                  <a:cubicBezTo>
                    <a:pt x="924" y="61"/>
                    <a:pt x="912" y="57"/>
                    <a:pt x="912" y="61"/>
                  </a:cubicBezTo>
                  <a:cubicBezTo>
                    <a:pt x="912" y="65"/>
                    <a:pt x="908" y="66"/>
                    <a:pt x="908" y="70"/>
                  </a:cubicBezTo>
                  <a:cubicBezTo>
                    <a:pt x="908" y="74"/>
                    <a:pt x="900" y="68"/>
                    <a:pt x="900" y="76"/>
                  </a:cubicBezTo>
                  <a:cubicBezTo>
                    <a:pt x="899" y="85"/>
                    <a:pt x="887" y="89"/>
                    <a:pt x="892" y="92"/>
                  </a:cubicBezTo>
                  <a:close/>
                  <a:moveTo>
                    <a:pt x="822" y="36"/>
                  </a:moveTo>
                  <a:cubicBezTo>
                    <a:pt x="829" y="39"/>
                    <a:pt x="826" y="40"/>
                    <a:pt x="820" y="40"/>
                  </a:cubicBezTo>
                  <a:cubicBezTo>
                    <a:pt x="813" y="40"/>
                    <a:pt x="807" y="42"/>
                    <a:pt x="812" y="44"/>
                  </a:cubicBezTo>
                  <a:cubicBezTo>
                    <a:pt x="815" y="46"/>
                    <a:pt x="815" y="49"/>
                    <a:pt x="822" y="51"/>
                  </a:cubicBezTo>
                  <a:cubicBezTo>
                    <a:pt x="829" y="53"/>
                    <a:pt x="836" y="47"/>
                    <a:pt x="835" y="43"/>
                  </a:cubicBezTo>
                  <a:cubicBezTo>
                    <a:pt x="834" y="39"/>
                    <a:pt x="859" y="35"/>
                    <a:pt x="866" y="34"/>
                  </a:cubicBezTo>
                  <a:cubicBezTo>
                    <a:pt x="873" y="32"/>
                    <a:pt x="862" y="25"/>
                    <a:pt x="869" y="24"/>
                  </a:cubicBezTo>
                  <a:cubicBezTo>
                    <a:pt x="876" y="24"/>
                    <a:pt x="873" y="20"/>
                    <a:pt x="864" y="19"/>
                  </a:cubicBezTo>
                  <a:cubicBezTo>
                    <a:pt x="855" y="18"/>
                    <a:pt x="859" y="10"/>
                    <a:pt x="856" y="7"/>
                  </a:cubicBezTo>
                  <a:cubicBezTo>
                    <a:pt x="853" y="5"/>
                    <a:pt x="851" y="11"/>
                    <a:pt x="840" y="13"/>
                  </a:cubicBezTo>
                  <a:cubicBezTo>
                    <a:pt x="828" y="15"/>
                    <a:pt x="822" y="18"/>
                    <a:pt x="827" y="21"/>
                  </a:cubicBezTo>
                  <a:cubicBezTo>
                    <a:pt x="832" y="23"/>
                    <a:pt x="827" y="29"/>
                    <a:pt x="822" y="28"/>
                  </a:cubicBezTo>
                  <a:cubicBezTo>
                    <a:pt x="817" y="28"/>
                    <a:pt x="816" y="33"/>
                    <a:pt x="822" y="36"/>
                  </a:cubicBezTo>
                  <a:close/>
                  <a:moveTo>
                    <a:pt x="1423" y="161"/>
                  </a:moveTo>
                  <a:cubicBezTo>
                    <a:pt x="1431" y="161"/>
                    <a:pt x="1435" y="169"/>
                    <a:pt x="1450" y="170"/>
                  </a:cubicBezTo>
                  <a:cubicBezTo>
                    <a:pt x="1465" y="171"/>
                    <a:pt x="1477" y="168"/>
                    <a:pt x="1477" y="165"/>
                  </a:cubicBezTo>
                  <a:cubicBezTo>
                    <a:pt x="1477" y="161"/>
                    <a:pt x="1463" y="156"/>
                    <a:pt x="1459" y="159"/>
                  </a:cubicBezTo>
                  <a:cubicBezTo>
                    <a:pt x="1454" y="162"/>
                    <a:pt x="1451" y="155"/>
                    <a:pt x="1446" y="156"/>
                  </a:cubicBezTo>
                  <a:cubicBezTo>
                    <a:pt x="1440" y="158"/>
                    <a:pt x="1433" y="158"/>
                    <a:pt x="1430" y="153"/>
                  </a:cubicBezTo>
                  <a:cubicBezTo>
                    <a:pt x="1428" y="148"/>
                    <a:pt x="1419" y="160"/>
                    <a:pt x="1423" y="161"/>
                  </a:cubicBezTo>
                  <a:close/>
                  <a:moveTo>
                    <a:pt x="1795" y="254"/>
                  </a:moveTo>
                  <a:cubicBezTo>
                    <a:pt x="1801" y="257"/>
                    <a:pt x="1805" y="250"/>
                    <a:pt x="1811" y="254"/>
                  </a:cubicBezTo>
                  <a:cubicBezTo>
                    <a:pt x="1816" y="257"/>
                    <a:pt x="1829" y="252"/>
                    <a:pt x="1834" y="251"/>
                  </a:cubicBezTo>
                  <a:cubicBezTo>
                    <a:pt x="1840" y="250"/>
                    <a:pt x="1837" y="243"/>
                    <a:pt x="1822" y="241"/>
                  </a:cubicBezTo>
                  <a:cubicBezTo>
                    <a:pt x="1807" y="239"/>
                    <a:pt x="1788" y="250"/>
                    <a:pt x="1795" y="254"/>
                  </a:cubicBezTo>
                  <a:close/>
                  <a:moveTo>
                    <a:pt x="1322" y="161"/>
                  </a:moveTo>
                  <a:cubicBezTo>
                    <a:pt x="1326" y="163"/>
                    <a:pt x="1328" y="166"/>
                    <a:pt x="1331" y="168"/>
                  </a:cubicBezTo>
                  <a:cubicBezTo>
                    <a:pt x="1333" y="171"/>
                    <a:pt x="1343" y="167"/>
                    <a:pt x="1347" y="166"/>
                  </a:cubicBezTo>
                  <a:cubicBezTo>
                    <a:pt x="1351" y="164"/>
                    <a:pt x="1352" y="172"/>
                    <a:pt x="1358" y="168"/>
                  </a:cubicBezTo>
                  <a:cubicBezTo>
                    <a:pt x="1364" y="164"/>
                    <a:pt x="1371" y="166"/>
                    <a:pt x="1378" y="166"/>
                  </a:cubicBezTo>
                  <a:cubicBezTo>
                    <a:pt x="1385" y="166"/>
                    <a:pt x="1377" y="157"/>
                    <a:pt x="1377" y="153"/>
                  </a:cubicBezTo>
                  <a:cubicBezTo>
                    <a:pt x="1377" y="149"/>
                    <a:pt x="1386" y="151"/>
                    <a:pt x="1383" y="155"/>
                  </a:cubicBezTo>
                  <a:cubicBezTo>
                    <a:pt x="1380" y="158"/>
                    <a:pt x="1387" y="166"/>
                    <a:pt x="1398" y="165"/>
                  </a:cubicBezTo>
                  <a:cubicBezTo>
                    <a:pt x="1408" y="164"/>
                    <a:pt x="1400" y="158"/>
                    <a:pt x="1406" y="155"/>
                  </a:cubicBezTo>
                  <a:cubicBezTo>
                    <a:pt x="1411" y="153"/>
                    <a:pt x="1410" y="150"/>
                    <a:pt x="1403" y="146"/>
                  </a:cubicBezTo>
                  <a:cubicBezTo>
                    <a:pt x="1395" y="141"/>
                    <a:pt x="1385" y="144"/>
                    <a:pt x="1378" y="141"/>
                  </a:cubicBezTo>
                  <a:cubicBezTo>
                    <a:pt x="1371" y="138"/>
                    <a:pt x="1363" y="138"/>
                    <a:pt x="1362" y="145"/>
                  </a:cubicBezTo>
                  <a:cubicBezTo>
                    <a:pt x="1362" y="152"/>
                    <a:pt x="1348" y="137"/>
                    <a:pt x="1341" y="135"/>
                  </a:cubicBezTo>
                  <a:cubicBezTo>
                    <a:pt x="1333" y="132"/>
                    <a:pt x="1311" y="155"/>
                    <a:pt x="1322" y="161"/>
                  </a:cubicBezTo>
                  <a:close/>
                  <a:moveTo>
                    <a:pt x="1391" y="204"/>
                  </a:moveTo>
                  <a:cubicBezTo>
                    <a:pt x="1397" y="202"/>
                    <a:pt x="1387" y="191"/>
                    <a:pt x="1377" y="190"/>
                  </a:cubicBezTo>
                  <a:cubicBezTo>
                    <a:pt x="1366" y="188"/>
                    <a:pt x="1357" y="196"/>
                    <a:pt x="1358" y="198"/>
                  </a:cubicBezTo>
                  <a:cubicBezTo>
                    <a:pt x="1361" y="203"/>
                    <a:pt x="1385" y="205"/>
                    <a:pt x="1391" y="204"/>
                  </a:cubicBezTo>
                  <a:close/>
                  <a:moveTo>
                    <a:pt x="1365" y="182"/>
                  </a:moveTo>
                  <a:cubicBezTo>
                    <a:pt x="1365" y="177"/>
                    <a:pt x="1347" y="183"/>
                    <a:pt x="1354" y="186"/>
                  </a:cubicBezTo>
                  <a:cubicBezTo>
                    <a:pt x="1358" y="187"/>
                    <a:pt x="1365" y="187"/>
                    <a:pt x="1365" y="182"/>
                  </a:cubicBezTo>
                  <a:close/>
                  <a:moveTo>
                    <a:pt x="1389" y="589"/>
                  </a:moveTo>
                  <a:cubicBezTo>
                    <a:pt x="1385" y="579"/>
                    <a:pt x="1394" y="570"/>
                    <a:pt x="1387" y="565"/>
                  </a:cubicBezTo>
                  <a:cubicBezTo>
                    <a:pt x="1381" y="560"/>
                    <a:pt x="1383" y="549"/>
                    <a:pt x="1380" y="551"/>
                  </a:cubicBezTo>
                  <a:cubicBezTo>
                    <a:pt x="1377" y="553"/>
                    <a:pt x="1380" y="562"/>
                    <a:pt x="1375" y="563"/>
                  </a:cubicBezTo>
                  <a:cubicBezTo>
                    <a:pt x="1369" y="564"/>
                    <a:pt x="1374" y="569"/>
                    <a:pt x="1372" y="575"/>
                  </a:cubicBezTo>
                  <a:cubicBezTo>
                    <a:pt x="1370" y="582"/>
                    <a:pt x="1373" y="592"/>
                    <a:pt x="1376" y="598"/>
                  </a:cubicBezTo>
                  <a:cubicBezTo>
                    <a:pt x="1379" y="604"/>
                    <a:pt x="1372" y="636"/>
                    <a:pt x="1375" y="641"/>
                  </a:cubicBezTo>
                  <a:cubicBezTo>
                    <a:pt x="1378" y="646"/>
                    <a:pt x="1371" y="670"/>
                    <a:pt x="1373" y="673"/>
                  </a:cubicBezTo>
                  <a:cubicBezTo>
                    <a:pt x="1377" y="677"/>
                    <a:pt x="1374" y="666"/>
                    <a:pt x="1380" y="665"/>
                  </a:cubicBezTo>
                  <a:cubicBezTo>
                    <a:pt x="1386" y="664"/>
                    <a:pt x="1386" y="672"/>
                    <a:pt x="1390" y="674"/>
                  </a:cubicBezTo>
                  <a:cubicBezTo>
                    <a:pt x="1394" y="675"/>
                    <a:pt x="1391" y="663"/>
                    <a:pt x="1388" y="664"/>
                  </a:cubicBezTo>
                  <a:cubicBezTo>
                    <a:pt x="1385" y="664"/>
                    <a:pt x="1382" y="656"/>
                    <a:pt x="1380" y="650"/>
                  </a:cubicBezTo>
                  <a:cubicBezTo>
                    <a:pt x="1379" y="645"/>
                    <a:pt x="1384" y="639"/>
                    <a:pt x="1384" y="632"/>
                  </a:cubicBezTo>
                  <a:cubicBezTo>
                    <a:pt x="1384" y="625"/>
                    <a:pt x="1392" y="626"/>
                    <a:pt x="1397" y="631"/>
                  </a:cubicBezTo>
                  <a:cubicBezTo>
                    <a:pt x="1402" y="636"/>
                    <a:pt x="1403" y="632"/>
                    <a:pt x="1401" y="629"/>
                  </a:cubicBezTo>
                  <a:cubicBezTo>
                    <a:pt x="1399" y="625"/>
                    <a:pt x="1392" y="598"/>
                    <a:pt x="1389" y="589"/>
                  </a:cubicBezTo>
                  <a:close/>
                  <a:moveTo>
                    <a:pt x="326" y="292"/>
                  </a:moveTo>
                  <a:cubicBezTo>
                    <a:pt x="335" y="300"/>
                    <a:pt x="343" y="288"/>
                    <a:pt x="347" y="287"/>
                  </a:cubicBezTo>
                  <a:cubicBezTo>
                    <a:pt x="351" y="287"/>
                    <a:pt x="344" y="282"/>
                    <a:pt x="337" y="280"/>
                  </a:cubicBezTo>
                  <a:cubicBezTo>
                    <a:pt x="330" y="278"/>
                    <a:pt x="319" y="285"/>
                    <a:pt x="326" y="292"/>
                  </a:cubicBezTo>
                  <a:close/>
                  <a:moveTo>
                    <a:pt x="340" y="22"/>
                  </a:moveTo>
                  <a:cubicBezTo>
                    <a:pt x="345" y="26"/>
                    <a:pt x="327" y="25"/>
                    <a:pt x="325" y="28"/>
                  </a:cubicBezTo>
                  <a:cubicBezTo>
                    <a:pt x="323" y="31"/>
                    <a:pt x="312" y="30"/>
                    <a:pt x="314" y="34"/>
                  </a:cubicBezTo>
                  <a:cubicBezTo>
                    <a:pt x="316" y="38"/>
                    <a:pt x="333" y="38"/>
                    <a:pt x="333" y="35"/>
                  </a:cubicBezTo>
                  <a:cubicBezTo>
                    <a:pt x="333" y="32"/>
                    <a:pt x="342" y="35"/>
                    <a:pt x="342" y="32"/>
                  </a:cubicBezTo>
                  <a:cubicBezTo>
                    <a:pt x="342" y="29"/>
                    <a:pt x="346" y="25"/>
                    <a:pt x="355" y="25"/>
                  </a:cubicBezTo>
                  <a:cubicBezTo>
                    <a:pt x="365" y="24"/>
                    <a:pt x="365" y="21"/>
                    <a:pt x="356" y="17"/>
                  </a:cubicBezTo>
                  <a:cubicBezTo>
                    <a:pt x="347" y="13"/>
                    <a:pt x="336" y="19"/>
                    <a:pt x="340" y="22"/>
                  </a:cubicBezTo>
                  <a:close/>
                  <a:moveTo>
                    <a:pt x="309" y="25"/>
                  </a:moveTo>
                  <a:cubicBezTo>
                    <a:pt x="317" y="18"/>
                    <a:pt x="327" y="25"/>
                    <a:pt x="328" y="22"/>
                  </a:cubicBezTo>
                  <a:cubicBezTo>
                    <a:pt x="329" y="18"/>
                    <a:pt x="314" y="17"/>
                    <a:pt x="308" y="20"/>
                  </a:cubicBezTo>
                  <a:cubicBezTo>
                    <a:pt x="302" y="23"/>
                    <a:pt x="289" y="21"/>
                    <a:pt x="291" y="25"/>
                  </a:cubicBezTo>
                  <a:cubicBezTo>
                    <a:pt x="292" y="27"/>
                    <a:pt x="301" y="32"/>
                    <a:pt x="309" y="25"/>
                  </a:cubicBezTo>
                  <a:close/>
                  <a:moveTo>
                    <a:pt x="1036" y="176"/>
                  </a:moveTo>
                  <a:cubicBezTo>
                    <a:pt x="1034" y="178"/>
                    <a:pt x="1027" y="178"/>
                    <a:pt x="1029" y="181"/>
                  </a:cubicBezTo>
                  <a:cubicBezTo>
                    <a:pt x="1032" y="185"/>
                    <a:pt x="1049" y="183"/>
                    <a:pt x="1049" y="178"/>
                  </a:cubicBezTo>
                  <a:cubicBezTo>
                    <a:pt x="1050" y="172"/>
                    <a:pt x="1037" y="173"/>
                    <a:pt x="1036" y="176"/>
                  </a:cubicBezTo>
                  <a:close/>
                  <a:moveTo>
                    <a:pt x="1923" y="348"/>
                  </a:moveTo>
                  <a:cubicBezTo>
                    <a:pt x="1920" y="347"/>
                    <a:pt x="1909" y="340"/>
                    <a:pt x="1906" y="337"/>
                  </a:cubicBezTo>
                  <a:cubicBezTo>
                    <a:pt x="1904" y="333"/>
                    <a:pt x="1891" y="331"/>
                    <a:pt x="1891" y="333"/>
                  </a:cubicBezTo>
                  <a:cubicBezTo>
                    <a:pt x="1891" y="335"/>
                    <a:pt x="1887" y="332"/>
                    <a:pt x="1886" y="330"/>
                  </a:cubicBezTo>
                  <a:cubicBezTo>
                    <a:pt x="1885" y="328"/>
                    <a:pt x="1871" y="328"/>
                    <a:pt x="1871" y="330"/>
                  </a:cubicBezTo>
                  <a:cubicBezTo>
                    <a:pt x="1871" y="332"/>
                    <a:pt x="1874" y="333"/>
                    <a:pt x="1876" y="335"/>
                  </a:cubicBezTo>
                  <a:cubicBezTo>
                    <a:pt x="1878" y="338"/>
                    <a:pt x="1873" y="339"/>
                    <a:pt x="1874" y="342"/>
                  </a:cubicBezTo>
                  <a:cubicBezTo>
                    <a:pt x="1875" y="345"/>
                    <a:pt x="1869" y="341"/>
                    <a:pt x="1867" y="339"/>
                  </a:cubicBezTo>
                  <a:cubicBezTo>
                    <a:pt x="1865" y="338"/>
                    <a:pt x="1866" y="331"/>
                    <a:pt x="1867" y="328"/>
                  </a:cubicBezTo>
                  <a:cubicBezTo>
                    <a:pt x="1867" y="324"/>
                    <a:pt x="1863" y="325"/>
                    <a:pt x="1862" y="322"/>
                  </a:cubicBezTo>
                  <a:cubicBezTo>
                    <a:pt x="1862" y="318"/>
                    <a:pt x="1847" y="312"/>
                    <a:pt x="1841" y="309"/>
                  </a:cubicBezTo>
                  <a:cubicBezTo>
                    <a:pt x="1834" y="306"/>
                    <a:pt x="1826" y="304"/>
                    <a:pt x="1824" y="301"/>
                  </a:cubicBezTo>
                  <a:cubicBezTo>
                    <a:pt x="1822" y="297"/>
                    <a:pt x="1810" y="297"/>
                    <a:pt x="1806" y="292"/>
                  </a:cubicBezTo>
                  <a:cubicBezTo>
                    <a:pt x="1802" y="288"/>
                    <a:pt x="1783" y="280"/>
                    <a:pt x="1775" y="279"/>
                  </a:cubicBezTo>
                  <a:cubicBezTo>
                    <a:pt x="1766" y="279"/>
                    <a:pt x="1768" y="274"/>
                    <a:pt x="1764" y="275"/>
                  </a:cubicBezTo>
                  <a:cubicBezTo>
                    <a:pt x="1760" y="276"/>
                    <a:pt x="1743" y="275"/>
                    <a:pt x="1738" y="274"/>
                  </a:cubicBezTo>
                  <a:cubicBezTo>
                    <a:pt x="1732" y="273"/>
                    <a:pt x="1731" y="277"/>
                    <a:pt x="1727" y="276"/>
                  </a:cubicBezTo>
                  <a:cubicBezTo>
                    <a:pt x="1724" y="274"/>
                    <a:pt x="1704" y="267"/>
                    <a:pt x="1701" y="270"/>
                  </a:cubicBezTo>
                  <a:cubicBezTo>
                    <a:pt x="1699" y="272"/>
                    <a:pt x="1700" y="276"/>
                    <a:pt x="1698" y="277"/>
                  </a:cubicBezTo>
                  <a:cubicBezTo>
                    <a:pt x="1695" y="278"/>
                    <a:pt x="1698" y="281"/>
                    <a:pt x="1703" y="286"/>
                  </a:cubicBezTo>
                  <a:cubicBezTo>
                    <a:pt x="1709" y="291"/>
                    <a:pt x="1705" y="295"/>
                    <a:pt x="1700" y="297"/>
                  </a:cubicBezTo>
                  <a:cubicBezTo>
                    <a:pt x="1695" y="299"/>
                    <a:pt x="1687" y="295"/>
                    <a:pt x="1685" y="291"/>
                  </a:cubicBezTo>
                  <a:cubicBezTo>
                    <a:pt x="1682" y="287"/>
                    <a:pt x="1676" y="289"/>
                    <a:pt x="1674" y="284"/>
                  </a:cubicBezTo>
                  <a:cubicBezTo>
                    <a:pt x="1672" y="279"/>
                    <a:pt x="1676" y="278"/>
                    <a:pt x="1679" y="281"/>
                  </a:cubicBezTo>
                  <a:cubicBezTo>
                    <a:pt x="1683" y="284"/>
                    <a:pt x="1687" y="281"/>
                    <a:pt x="1688" y="278"/>
                  </a:cubicBezTo>
                  <a:cubicBezTo>
                    <a:pt x="1688" y="274"/>
                    <a:pt x="1679" y="272"/>
                    <a:pt x="1673" y="272"/>
                  </a:cubicBezTo>
                  <a:cubicBezTo>
                    <a:pt x="1668" y="272"/>
                    <a:pt x="1665" y="279"/>
                    <a:pt x="1660" y="282"/>
                  </a:cubicBezTo>
                  <a:cubicBezTo>
                    <a:pt x="1655" y="285"/>
                    <a:pt x="1634" y="281"/>
                    <a:pt x="1632" y="279"/>
                  </a:cubicBezTo>
                  <a:cubicBezTo>
                    <a:pt x="1630" y="277"/>
                    <a:pt x="1601" y="279"/>
                    <a:pt x="1598" y="281"/>
                  </a:cubicBezTo>
                  <a:cubicBezTo>
                    <a:pt x="1595" y="283"/>
                    <a:pt x="1597" y="291"/>
                    <a:pt x="1596" y="292"/>
                  </a:cubicBezTo>
                  <a:cubicBezTo>
                    <a:pt x="1594" y="292"/>
                    <a:pt x="1593" y="283"/>
                    <a:pt x="1593" y="281"/>
                  </a:cubicBezTo>
                  <a:cubicBezTo>
                    <a:pt x="1593" y="279"/>
                    <a:pt x="1589" y="278"/>
                    <a:pt x="1584" y="278"/>
                  </a:cubicBezTo>
                  <a:cubicBezTo>
                    <a:pt x="1579" y="278"/>
                    <a:pt x="1576" y="278"/>
                    <a:pt x="1578" y="275"/>
                  </a:cubicBezTo>
                  <a:cubicBezTo>
                    <a:pt x="1580" y="273"/>
                    <a:pt x="1576" y="271"/>
                    <a:pt x="1580" y="268"/>
                  </a:cubicBezTo>
                  <a:cubicBezTo>
                    <a:pt x="1584" y="265"/>
                    <a:pt x="1573" y="257"/>
                    <a:pt x="1562" y="252"/>
                  </a:cubicBezTo>
                  <a:cubicBezTo>
                    <a:pt x="1551" y="248"/>
                    <a:pt x="1526" y="250"/>
                    <a:pt x="1519" y="252"/>
                  </a:cubicBezTo>
                  <a:cubicBezTo>
                    <a:pt x="1512" y="254"/>
                    <a:pt x="1499" y="254"/>
                    <a:pt x="1493" y="254"/>
                  </a:cubicBezTo>
                  <a:cubicBezTo>
                    <a:pt x="1486" y="254"/>
                    <a:pt x="1491" y="251"/>
                    <a:pt x="1490" y="248"/>
                  </a:cubicBezTo>
                  <a:cubicBezTo>
                    <a:pt x="1488" y="245"/>
                    <a:pt x="1477" y="242"/>
                    <a:pt x="1475" y="244"/>
                  </a:cubicBezTo>
                  <a:cubicBezTo>
                    <a:pt x="1474" y="247"/>
                    <a:pt x="1471" y="244"/>
                    <a:pt x="1471" y="242"/>
                  </a:cubicBezTo>
                  <a:cubicBezTo>
                    <a:pt x="1471" y="241"/>
                    <a:pt x="1461" y="237"/>
                    <a:pt x="1457" y="238"/>
                  </a:cubicBezTo>
                  <a:cubicBezTo>
                    <a:pt x="1453" y="239"/>
                    <a:pt x="1451" y="234"/>
                    <a:pt x="1456" y="234"/>
                  </a:cubicBezTo>
                  <a:cubicBezTo>
                    <a:pt x="1460" y="234"/>
                    <a:pt x="1468" y="235"/>
                    <a:pt x="1465" y="230"/>
                  </a:cubicBezTo>
                  <a:cubicBezTo>
                    <a:pt x="1461" y="224"/>
                    <a:pt x="1431" y="223"/>
                    <a:pt x="1429" y="224"/>
                  </a:cubicBezTo>
                  <a:cubicBezTo>
                    <a:pt x="1426" y="225"/>
                    <a:pt x="1428" y="229"/>
                    <a:pt x="1422" y="235"/>
                  </a:cubicBezTo>
                  <a:cubicBezTo>
                    <a:pt x="1415" y="241"/>
                    <a:pt x="1409" y="237"/>
                    <a:pt x="1410" y="234"/>
                  </a:cubicBezTo>
                  <a:cubicBezTo>
                    <a:pt x="1411" y="231"/>
                    <a:pt x="1419" y="231"/>
                    <a:pt x="1419" y="228"/>
                  </a:cubicBezTo>
                  <a:cubicBezTo>
                    <a:pt x="1419" y="225"/>
                    <a:pt x="1408" y="227"/>
                    <a:pt x="1406" y="224"/>
                  </a:cubicBezTo>
                  <a:cubicBezTo>
                    <a:pt x="1404" y="222"/>
                    <a:pt x="1408" y="220"/>
                    <a:pt x="1412" y="221"/>
                  </a:cubicBezTo>
                  <a:cubicBezTo>
                    <a:pt x="1416" y="223"/>
                    <a:pt x="1423" y="223"/>
                    <a:pt x="1424" y="221"/>
                  </a:cubicBezTo>
                  <a:cubicBezTo>
                    <a:pt x="1424" y="220"/>
                    <a:pt x="1420" y="219"/>
                    <a:pt x="1413" y="218"/>
                  </a:cubicBezTo>
                  <a:cubicBezTo>
                    <a:pt x="1406" y="217"/>
                    <a:pt x="1390" y="213"/>
                    <a:pt x="1382" y="214"/>
                  </a:cubicBezTo>
                  <a:cubicBezTo>
                    <a:pt x="1373" y="215"/>
                    <a:pt x="1369" y="211"/>
                    <a:pt x="1365" y="210"/>
                  </a:cubicBezTo>
                  <a:cubicBezTo>
                    <a:pt x="1360" y="210"/>
                    <a:pt x="1360" y="213"/>
                    <a:pt x="1362" y="216"/>
                  </a:cubicBezTo>
                  <a:cubicBezTo>
                    <a:pt x="1364" y="218"/>
                    <a:pt x="1358" y="220"/>
                    <a:pt x="1352" y="219"/>
                  </a:cubicBezTo>
                  <a:cubicBezTo>
                    <a:pt x="1347" y="218"/>
                    <a:pt x="1339" y="222"/>
                    <a:pt x="1342" y="226"/>
                  </a:cubicBezTo>
                  <a:cubicBezTo>
                    <a:pt x="1345" y="230"/>
                    <a:pt x="1348" y="225"/>
                    <a:pt x="1351" y="226"/>
                  </a:cubicBezTo>
                  <a:cubicBezTo>
                    <a:pt x="1353" y="228"/>
                    <a:pt x="1344" y="230"/>
                    <a:pt x="1348" y="232"/>
                  </a:cubicBezTo>
                  <a:cubicBezTo>
                    <a:pt x="1352" y="234"/>
                    <a:pt x="1351" y="238"/>
                    <a:pt x="1351" y="240"/>
                  </a:cubicBezTo>
                  <a:cubicBezTo>
                    <a:pt x="1351" y="242"/>
                    <a:pt x="1345" y="243"/>
                    <a:pt x="1342" y="240"/>
                  </a:cubicBezTo>
                  <a:cubicBezTo>
                    <a:pt x="1340" y="237"/>
                    <a:pt x="1336" y="240"/>
                    <a:pt x="1331" y="239"/>
                  </a:cubicBezTo>
                  <a:cubicBezTo>
                    <a:pt x="1327" y="239"/>
                    <a:pt x="1323" y="241"/>
                    <a:pt x="1328" y="242"/>
                  </a:cubicBezTo>
                  <a:cubicBezTo>
                    <a:pt x="1333" y="242"/>
                    <a:pt x="1335" y="246"/>
                    <a:pt x="1328" y="246"/>
                  </a:cubicBezTo>
                  <a:cubicBezTo>
                    <a:pt x="1322" y="247"/>
                    <a:pt x="1323" y="240"/>
                    <a:pt x="1319" y="241"/>
                  </a:cubicBezTo>
                  <a:cubicBezTo>
                    <a:pt x="1315" y="242"/>
                    <a:pt x="1307" y="238"/>
                    <a:pt x="1302" y="238"/>
                  </a:cubicBezTo>
                  <a:cubicBezTo>
                    <a:pt x="1297" y="238"/>
                    <a:pt x="1295" y="242"/>
                    <a:pt x="1289" y="242"/>
                  </a:cubicBezTo>
                  <a:cubicBezTo>
                    <a:pt x="1283" y="243"/>
                    <a:pt x="1274" y="239"/>
                    <a:pt x="1272" y="236"/>
                  </a:cubicBezTo>
                  <a:cubicBezTo>
                    <a:pt x="1269" y="232"/>
                    <a:pt x="1269" y="231"/>
                    <a:pt x="1266" y="235"/>
                  </a:cubicBezTo>
                  <a:cubicBezTo>
                    <a:pt x="1263" y="239"/>
                    <a:pt x="1262" y="246"/>
                    <a:pt x="1259" y="247"/>
                  </a:cubicBezTo>
                  <a:cubicBezTo>
                    <a:pt x="1256" y="247"/>
                    <a:pt x="1255" y="254"/>
                    <a:pt x="1252" y="256"/>
                  </a:cubicBezTo>
                  <a:cubicBezTo>
                    <a:pt x="1249" y="257"/>
                    <a:pt x="1249" y="253"/>
                    <a:pt x="1245" y="253"/>
                  </a:cubicBezTo>
                  <a:cubicBezTo>
                    <a:pt x="1241" y="254"/>
                    <a:pt x="1229" y="242"/>
                    <a:pt x="1228" y="238"/>
                  </a:cubicBezTo>
                  <a:cubicBezTo>
                    <a:pt x="1228" y="235"/>
                    <a:pt x="1220" y="228"/>
                    <a:pt x="1218" y="227"/>
                  </a:cubicBezTo>
                  <a:cubicBezTo>
                    <a:pt x="1216" y="225"/>
                    <a:pt x="1220" y="225"/>
                    <a:pt x="1223" y="227"/>
                  </a:cubicBezTo>
                  <a:cubicBezTo>
                    <a:pt x="1225" y="229"/>
                    <a:pt x="1228" y="229"/>
                    <a:pt x="1231" y="228"/>
                  </a:cubicBezTo>
                  <a:cubicBezTo>
                    <a:pt x="1233" y="226"/>
                    <a:pt x="1233" y="220"/>
                    <a:pt x="1229" y="220"/>
                  </a:cubicBezTo>
                  <a:cubicBezTo>
                    <a:pt x="1224" y="220"/>
                    <a:pt x="1226" y="216"/>
                    <a:pt x="1228" y="216"/>
                  </a:cubicBezTo>
                  <a:cubicBezTo>
                    <a:pt x="1230" y="215"/>
                    <a:pt x="1223" y="208"/>
                    <a:pt x="1226" y="208"/>
                  </a:cubicBezTo>
                  <a:cubicBezTo>
                    <a:pt x="1228" y="207"/>
                    <a:pt x="1227" y="204"/>
                    <a:pt x="1224" y="204"/>
                  </a:cubicBezTo>
                  <a:cubicBezTo>
                    <a:pt x="1220" y="203"/>
                    <a:pt x="1216" y="200"/>
                    <a:pt x="1216" y="198"/>
                  </a:cubicBezTo>
                  <a:cubicBezTo>
                    <a:pt x="1216" y="197"/>
                    <a:pt x="1200" y="196"/>
                    <a:pt x="1201" y="199"/>
                  </a:cubicBezTo>
                  <a:cubicBezTo>
                    <a:pt x="1202" y="201"/>
                    <a:pt x="1196" y="200"/>
                    <a:pt x="1197" y="198"/>
                  </a:cubicBezTo>
                  <a:cubicBezTo>
                    <a:pt x="1198" y="196"/>
                    <a:pt x="1191" y="197"/>
                    <a:pt x="1184" y="195"/>
                  </a:cubicBezTo>
                  <a:cubicBezTo>
                    <a:pt x="1177" y="193"/>
                    <a:pt x="1176" y="188"/>
                    <a:pt x="1174" y="187"/>
                  </a:cubicBezTo>
                  <a:cubicBezTo>
                    <a:pt x="1171" y="187"/>
                    <a:pt x="1172" y="194"/>
                    <a:pt x="1169" y="193"/>
                  </a:cubicBezTo>
                  <a:cubicBezTo>
                    <a:pt x="1165" y="191"/>
                    <a:pt x="1161" y="194"/>
                    <a:pt x="1163" y="199"/>
                  </a:cubicBezTo>
                  <a:cubicBezTo>
                    <a:pt x="1165" y="203"/>
                    <a:pt x="1163" y="204"/>
                    <a:pt x="1163" y="207"/>
                  </a:cubicBezTo>
                  <a:cubicBezTo>
                    <a:pt x="1162" y="211"/>
                    <a:pt x="1160" y="209"/>
                    <a:pt x="1156" y="208"/>
                  </a:cubicBezTo>
                  <a:cubicBezTo>
                    <a:pt x="1152" y="206"/>
                    <a:pt x="1152" y="211"/>
                    <a:pt x="1142" y="209"/>
                  </a:cubicBezTo>
                  <a:cubicBezTo>
                    <a:pt x="1133" y="207"/>
                    <a:pt x="1129" y="209"/>
                    <a:pt x="1127" y="206"/>
                  </a:cubicBezTo>
                  <a:cubicBezTo>
                    <a:pt x="1126" y="203"/>
                    <a:pt x="1123" y="203"/>
                    <a:pt x="1122" y="205"/>
                  </a:cubicBezTo>
                  <a:cubicBezTo>
                    <a:pt x="1122" y="208"/>
                    <a:pt x="1108" y="207"/>
                    <a:pt x="1107" y="203"/>
                  </a:cubicBezTo>
                  <a:cubicBezTo>
                    <a:pt x="1105" y="199"/>
                    <a:pt x="1109" y="199"/>
                    <a:pt x="1111" y="198"/>
                  </a:cubicBezTo>
                  <a:cubicBezTo>
                    <a:pt x="1113" y="197"/>
                    <a:pt x="1109" y="195"/>
                    <a:pt x="1101" y="196"/>
                  </a:cubicBezTo>
                  <a:cubicBezTo>
                    <a:pt x="1093" y="196"/>
                    <a:pt x="1088" y="192"/>
                    <a:pt x="1080" y="193"/>
                  </a:cubicBezTo>
                  <a:cubicBezTo>
                    <a:pt x="1072" y="193"/>
                    <a:pt x="1054" y="195"/>
                    <a:pt x="1052" y="196"/>
                  </a:cubicBezTo>
                  <a:cubicBezTo>
                    <a:pt x="1049" y="197"/>
                    <a:pt x="1054" y="202"/>
                    <a:pt x="1050" y="202"/>
                  </a:cubicBezTo>
                  <a:cubicBezTo>
                    <a:pt x="1047" y="203"/>
                    <a:pt x="1049" y="195"/>
                    <a:pt x="1049" y="191"/>
                  </a:cubicBezTo>
                  <a:cubicBezTo>
                    <a:pt x="1048" y="188"/>
                    <a:pt x="1042" y="187"/>
                    <a:pt x="1043" y="190"/>
                  </a:cubicBezTo>
                  <a:cubicBezTo>
                    <a:pt x="1044" y="193"/>
                    <a:pt x="1034" y="194"/>
                    <a:pt x="1031" y="192"/>
                  </a:cubicBezTo>
                  <a:cubicBezTo>
                    <a:pt x="1029" y="189"/>
                    <a:pt x="1025" y="187"/>
                    <a:pt x="1018" y="185"/>
                  </a:cubicBezTo>
                  <a:cubicBezTo>
                    <a:pt x="1012" y="183"/>
                    <a:pt x="1004" y="190"/>
                    <a:pt x="1006" y="192"/>
                  </a:cubicBezTo>
                  <a:cubicBezTo>
                    <a:pt x="1007" y="194"/>
                    <a:pt x="1012" y="193"/>
                    <a:pt x="1012" y="194"/>
                  </a:cubicBezTo>
                  <a:cubicBezTo>
                    <a:pt x="1013" y="197"/>
                    <a:pt x="999" y="196"/>
                    <a:pt x="999" y="198"/>
                  </a:cubicBezTo>
                  <a:cubicBezTo>
                    <a:pt x="999" y="200"/>
                    <a:pt x="985" y="204"/>
                    <a:pt x="981" y="204"/>
                  </a:cubicBezTo>
                  <a:cubicBezTo>
                    <a:pt x="970" y="205"/>
                    <a:pt x="968" y="205"/>
                    <a:pt x="963" y="210"/>
                  </a:cubicBezTo>
                  <a:cubicBezTo>
                    <a:pt x="958" y="214"/>
                    <a:pt x="962" y="206"/>
                    <a:pt x="966" y="202"/>
                  </a:cubicBezTo>
                  <a:cubicBezTo>
                    <a:pt x="970" y="198"/>
                    <a:pt x="974" y="200"/>
                    <a:pt x="976" y="196"/>
                  </a:cubicBezTo>
                  <a:cubicBezTo>
                    <a:pt x="979" y="193"/>
                    <a:pt x="982" y="194"/>
                    <a:pt x="989" y="193"/>
                  </a:cubicBezTo>
                  <a:cubicBezTo>
                    <a:pt x="995" y="192"/>
                    <a:pt x="995" y="188"/>
                    <a:pt x="998" y="187"/>
                  </a:cubicBezTo>
                  <a:cubicBezTo>
                    <a:pt x="1001" y="185"/>
                    <a:pt x="1008" y="182"/>
                    <a:pt x="1009" y="179"/>
                  </a:cubicBezTo>
                  <a:cubicBezTo>
                    <a:pt x="1011" y="176"/>
                    <a:pt x="1026" y="171"/>
                    <a:pt x="1029" y="172"/>
                  </a:cubicBezTo>
                  <a:cubicBezTo>
                    <a:pt x="1032" y="172"/>
                    <a:pt x="1032" y="166"/>
                    <a:pt x="1034" y="166"/>
                  </a:cubicBezTo>
                  <a:cubicBezTo>
                    <a:pt x="1036" y="166"/>
                    <a:pt x="1044" y="162"/>
                    <a:pt x="1048" y="160"/>
                  </a:cubicBezTo>
                  <a:cubicBezTo>
                    <a:pt x="1051" y="159"/>
                    <a:pt x="1053" y="156"/>
                    <a:pt x="1053" y="153"/>
                  </a:cubicBezTo>
                  <a:cubicBezTo>
                    <a:pt x="1053" y="151"/>
                    <a:pt x="1048" y="152"/>
                    <a:pt x="1048" y="150"/>
                  </a:cubicBezTo>
                  <a:cubicBezTo>
                    <a:pt x="1047" y="148"/>
                    <a:pt x="1050" y="149"/>
                    <a:pt x="1053" y="148"/>
                  </a:cubicBezTo>
                  <a:cubicBezTo>
                    <a:pt x="1057" y="146"/>
                    <a:pt x="1053" y="142"/>
                    <a:pt x="1051" y="142"/>
                  </a:cubicBezTo>
                  <a:cubicBezTo>
                    <a:pt x="1048" y="143"/>
                    <a:pt x="1052" y="140"/>
                    <a:pt x="1050" y="137"/>
                  </a:cubicBezTo>
                  <a:cubicBezTo>
                    <a:pt x="1047" y="134"/>
                    <a:pt x="1042" y="139"/>
                    <a:pt x="1042" y="136"/>
                  </a:cubicBezTo>
                  <a:cubicBezTo>
                    <a:pt x="1042" y="132"/>
                    <a:pt x="1042" y="128"/>
                    <a:pt x="1040" y="126"/>
                  </a:cubicBezTo>
                  <a:cubicBezTo>
                    <a:pt x="1038" y="124"/>
                    <a:pt x="1034" y="130"/>
                    <a:pt x="1030" y="127"/>
                  </a:cubicBezTo>
                  <a:cubicBezTo>
                    <a:pt x="1026" y="124"/>
                    <a:pt x="1014" y="122"/>
                    <a:pt x="1014" y="123"/>
                  </a:cubicBezTo>
                  <a:cubicBezTo>
                    <a:pt x="1014" y="124"/>
                    <a:pt x="1008" y="121"/>
                    <a:pt x="1007" y="122"/>
                  </a:cubicBezTo>
                  <a:cubicBezTo>
                    <a:pt x="1006" y="124"/>
                    <a:pt x="996" y="123"/>
                    <a:pt x="993" y="123"/>
                  </a:cubicBezTo>
                  <a:cubicBezTo>
                    <a:pt x="990" y="122"/>
                    <a:pt x="986" y="124"/>
                    <a:pt x="986" y="127"/>
                  </a:cubicBezTo>
                  <a:cubicBezTo>
                    <a:pt x="985" y="130"/>
                    <a:pt x="974" y="129"/>
                    <a:pt x="971" y="128"/>
                  </a:cubicBezTo>
                  <a:cubicBezTo>
                    <a:pt x="969" y="128"/>
                    <a:pt x="980" y="119"/>
                    <a:pt x="980" y="118"/>
                  </a:cubicBezTo>
                  <a:cubicBezTo>
                    <a:pt x="980" y="116"/>
                    <a:pt x="962" y="118"/>
                    <a:pt x="961" y="116"/>
                  </a:cubicBezTo>
                  <a:cubicBezTo>
                    <a:pt x="960" y="115"/>
                    <a:pt x="952" y="114"/>
                    <a:pt x="948" y="114"/>
                  </a:cubicBezTo>
                  <a:cubicBezTo>
                    <a:pt x="944" y="114"/>
                    <a:pt x="948" y="113"/>
                    <a:pt x="951" y="113"/>
                  </a:cubicBezTo>
                  <a:cubicBezTo>
                    <a:pt x="955" y="113"/>
                    <a:pt x="958" y="110"/>
                    <a:pt x="962" y="109"/>
                  </a:cubicBezTo>
                  <a:cubicBezTo>
                    <a:pt x="965" y="108"/>
                    <a:pt x="965" y="107"/>
                    <a:pt x="963" y="105"/>
                  </a:cubicBezTo>
                  <a:cubicBezTo>
                    <a:pt x="961" y="102"/>
                    <a:pt x="957" y="103"/>
                    <a:pt x="953" y="102"/>
                  </a:cubicBezTo>
                  <a:cubicBezTo>
                    <a:pt x="950" y="101"/>
                    <a:pt x="945" y="99"/>
                    <a:pt x="942" y="99"/>
                  </a:cubicBezTo>
                  <a:cubicBezTo>
                    <a:pt x="938" y="99"/>
                    <a:pt x="935" y="101"/>
                    <a:pt x="927" y="102"/>
                  </a:cubicBezTo>
                  <a:cubicBezTo>
                    <a:pt x="919" y="104"/>
                    <a:pt x="918" y="110"/>
                    <a:pt x="914" y="112"/>
                  </a:cubicBezTo>
                  <a:cubicBezTo>
                    <a:pt x="910" y="114"/>
                    <a:pt x="903" y="121"/>
                    <a:pt x="907" y="122"/>
                  </a:cubicBezTo>
                  <a:cubicBezTo>
                    <a:pt x="910" y="122"/>
                    <a:pt x="908" y="124"/>
                    <a:pt x="909" y="126"/>
                  </a:cubicBezTo>
                  <a:cubicBezTo>
                    <a:pt x="909" y="129"/>
                    <a:pt x="906" y="129"/>
                    <a:pt x="902" y="128"/>
                  </a:cubicBezTo>
                  <a:cubicBezTo>
                    <a:pt x="899" y="128"/>
                    <a:pt x="885" y="128"/>
                    <a:pt x="885" y="131"/>
                  </a:cubicBezTo>
                  <a:cubicBezTo>
                    <a:pt x="885" y="134"/>
                    <a:pt x="893" y="135"/>
                    <a:pt x="893" y="136"/>
                  </a:cubicBezTo>
                  <a:cubicBezTo>
                    <a:pt x="892" y="138"/>
                    <a:pt x="887" y="136"/>
                    <a:pt x="884" y="135"/>
                  </a:cubicBezTo>
                  <a:cubicBezTo>
                    <a:pt x="881" y="133"/>
                    <a:pt x="875" y="134"/>
                    <a:pt x="874" y="137"/>
                  </a:cubicBezTo>
                  <a:cubicBezTo>
                    <a:pt x="873" y="140"/>
                    <a:pt x="868" y="139"/>
                    <a:pt x="867" y="138"/>
                  </a:cubicBezTo>
                  <a:cubicBezTo>
                    <a:pt x="865" y="138"/>
                    <a:pt x="862" y="140"/>
                    <a:pt x="860" y="139"/>
                  </a:cubicBezTo>
                  <a:cubicBezTo>
                    <a:pt x="857" y="138"/>
                    <a:pt x="865" y="134"/>
                    <a:pt x="863" y="133"/>
                  </a:cubicBezTo>
                  <a:cubicBezTo>
                    <a:pt x="861" y="131"/>
                    <a:pt x="853" y="132"/>
                    <a:pt x="852" y="135"/>
                  </a:cubicBezTo>
                  <a:cubicBezTo>
                    <a:pt x="851" y="138"/>
                    <a:pt x="846" y="133"/>
                    <a:pt x="845" y="134"/>
                  </a:cubicBezTo>
                  <a:cubicBezTo>
                    <a:pt x="843" y="135"/>
                    <a:pt x="841" y="136"/>
                    <a:pt x="837" y="138"/>
                  </a:cubicBezTo>
                  <a:cubicBezTo>
                    <a:pt x="834" y="139"/>
                    <a:pt x="828" y="136"/>
                    <a:pt x="826" y="139"/>
                  </a:cubicBezTo>
                  <a:cubicBezTo>
                    <a:pt x="825" y="142"/>
                    <a:pt x="833" y="142"/>
                    <a:pt x="833" y="144"/>
                  </a:cubicBezTo>
                  <a:cubicBezTo>
                    <a:pt x="833" y="145"/>
                    <a:pt x="815" y="145"/>
                    <a:pt x="815" y="146"/>
                  </a:cubicBezTo>
                  <a:cubicBezTo>
                    <a:pt x="814" y="148"/>
                    <a:pt x="808" y="148"/>
                    <a:pt x="800" y="148"/>
                  </a:cubicBezTo>
                  <a:cubicBezTo>
                    <a:pt x="793" y="149"/>
                    <a:pt x="796" y="152"/>
                    <a:pt x="790" y="153"/>
                  </a:cubicBezTo>
                  <a:cubicBezTo>
                    <a:pt x="784" y="155"/>
                    <a:pt x="781" y="155"/>
                    <a:pt x="779" y="158"/>
                  </a:cubicBezTo>
                  <a:cubicBezTo>
                    <a:pt x="777" y="161"/>
                    <a:pt x="773" y="161"/>
                    <a:pt x="771" y="159"/>
                  </a:cubicBezTo>
                  <a:cubicBezTo>
                    <a:pt x="769" y="157"/>
                    <a:pt x="763" y="160"/>
                    <a:pt x="766" y="160"/>
                  </a:cubicBezTo>
                  <a:cubicBezTo>
                    <a:pt x="769" y="161"/>
                    <a:pt x="766" y="164"/>
                    <a:pt x="764" y="163"/>
                  </a:cubicBezTo>
                  <a:cubicBezTo>
                    <a:pt x="763" y="162"/>
                    <a:pt x="757" y="166"/>
                    <a:pt x="760" y="166"/>
                  </a:cubicBezTo>
                  <a:cubicBezTo>
                    <a:pt x="763" y="166"/>
                    <a:pt x="765" y="168"/>
                    <a:pt x="763" y="170"/>
                  </a:cubicBezTo>
                  <a:cubicBezTo>
                    <a:pt x="762" y="172"/>
                    <a:pt x="755" y="168"/>
                    <a:pt x="754" y="169"/>
                  </a:cubicBezTo>
                  <a:cubicBezTo>
                    <a:pt x="752" y="171"/>
                    <a:pt x="757" y="173"/>
                    <a:pt x="760" y="173"/>
                  </a:cubicBezTo>
                  <a:cubicBezTo>
                    <a:pt x="763" y="173"/>
                    <a:pt x="764" y="175"/>
                    <a:pt x="765" y="177"/>
                  </a:cubicBezTo>
                  <a:cubicBezTo>
                    <a:pt x="765" y="179"/>
                    <a:pt x="758" y="175"/>
                    <a:pt x="756" y="177"/>
                  </a:cubicBezTo>
                  <a:cubicBezTo>
                    <a:pt x="755" y="179"/>
                    <a:pt x="757" y="180"/>
                    <a:pt x="761" y="180"/>
                  </a:cubicBezTo>
                  <a:cubicBezTo>
                    <a:pt x="764" y="181"/>
                    <a:pt x="761" y="182"/>
                    <a:pt x="764" y="184"/>
                  </a:cubicBezTo>
                  <a:cubicBezTo>
                    <a:pt x="764" y="184"/>
                    <a:pt x="765" y="185"/>
                    <a:pt x="765" y="185"/>
                  </a:cubicBezTo>
                  <a:cubicBezTo>
                    <a:pt x="766" y="187"/>
                    <a:pt x="763" y="188"/>
                    <a:pt x="764" y="190"/>
                  </a:cubicBezTo>
                  <a:cubicBezTo>
                    <a:pt x="764" y="192"/>
                    <a:pt x="760" y="193"/>
                    <a:pt x="760" y="191"/>
                  </a:cubicBezTo>
                  <a:cubicBezTo>
                    <a:pt x="760" y="189"/>
                    <a:pt x="752" y="188"/>
                    <a:pt x="750" y="190"/>
                  </a:cubicBezTo>
                  <a:cubicBezTo>
                    <a:pt x="748" y="192"/>
                    <a:pt x="747" y="194"/>
                    <a:pt x="744" y="192"/>
                  </a:cubicBezTo>
                  <a:cubicBezTo>
                    <a:pt x="742" y="190"/>
                    <a:pt x="736" y="192"/>
                    <a:pt x="728" y="193"/>
                  </a:cubicBezTo>
                  <a:cubicBezTo>
                    <a:pt x="720" y="193"/>
                    <a:pt x="703" y="194"/>
                    <a:pt x="699" y="195"/>
                  </a:cubicBezTo>
                  <a:cubicBezTo>
                    <a:pt x="694" y="197"/>
                    <a:pt x="691" y="203"/>
                    <a:pt x="695" y="206"/>
                  </a:cubicBezTo>
                  <a:cubicBezTo>
                    <a:pt x="699" y="210"/>
                    <a:pt x="695" y="212"/>
                    <a:pt x="695" y="214"/>
                  </a:cubicBezTo>
                  <a:cubicBezTo>
                    <a:pt x="695" y="217"/>
                    <a:pt x="705" y="222"/>
                    <a:pt x="710" y="223"/>
                  </a:cubicBezTo>
                  <a:cubicBezTo>
                    <a:pt x="716" y="223"/>
                    <a:pt x="720" y="230"/>
                    <a:pt x="717" y="234"/>
                  </a:cubicBezTo>
                  <a:cubicBezTo>
                    <a:pt x="714" y="238"/>
                    <a:pt x="704" y="232"/>
                    <a:pt x="698" y="227"/>
                  </a:cubicBezTo>
                  <a:cubicBezTo>
                    <a:pt x="691" y="222"/>
                    <a:pt x="677" y="220"/>
                    <a:pt x="672" y="221"/>
                  </a:cubicBezTo>
                  <a:cubicBezTo>
                    <a:pt x="667" y="221"/>
                    <a:pt x="670" y="216"/>
                    <a:pt x="664" y="217"/>
                  </a:cubicBezTo>
                  <a:cubicBezTo>
                    <a:pt x="657" y="217"/>
                    <a:pt x="652" y="222"/>
                    <a:pt x="656" y="222"/>
                  </a:cubicBezTo>
                  <a:cubicBezTo>
                    <a:pt x="661" y="222"/>
                    <a:pt x="663" y="222"/>
                    <a:pt x="661" y="224"/>
                  </a:cubicBezTo>
                  <a:cubicBezTo>
                    <a:pt x="659" y="226"/>
                    <a:pt x="662" y="225"/>
                    <a:pt x="667" y="228"/>
                  </a:cubicBezTo>
                  <a:cubicBezTo>
                    <a:pt x="672" y="230"/>
                    <a:pt x="663" y="233"/>
                    <a:pt x="658" y="229"/>
                  </a:cubicBezTo>
                  <a:cubicBezTo>
                    <a:pt x="653" y="226"/>
                    <a:pt x="647" y="229"/>
                    <a:pt x="646" y="232"/>
                  </a:cubicBezTo>
                  <a:cubicBezTo>
                    <a:pt x="644" y="234"/>
                    <a:pt x="652" y="242"/>
                    <a:pt x="661" y="243"/>
                  </a:cubicBezTo>
                  <a:cubicBezTo>
                    <a:pt x="670" y="245"/>
                    <a:pt x="667" y="248"/>
                    <a:pt x="671" y="249"/>
                  </a:cubicBezTo>
                  <a:cubicBezTo>
                    <a:pt x="675" y="251"/>
                    <a:pt x="672" y="252"/>
                    <a:pt x="669" y="252"/>
                  </a:cubicBezTo>
                  <a:cubicBezTo>
                    <a:pt x="666" y="253"/>
                    <a:pt x="661" y="248"/>
                    <a:pt x="656" y="246"/>
                  </a:cubicBezTo>
                  <a:cubicBezTo>
                    <a:pt x="652" y="243"/>
                    <a:pt x="640" y="247"/>
                    <a:pt x="637" y="244"/>
                  </a:cubicBezTo>
                  <a:cubicBezTo>
                    <a:pt x="635" y="241"/>
                    <a:pt x="639" y="239"/>
                    <a:pt x="636" y="237"/>
                  </a:cubicBezTo>
                  <a:cubicBezTo>
                    <a:pt x="634" y="235"/>
                    <a:pt x="636" y="230"/>
                    <a:pt x="639" y="226"/>
                  </a:cubicBezTo>
                  <a:cubicBezTo>
                    <a:pt x="642" y="221"/>
                    <a:pt x="639" y="213"/>
                    <a:pt x="634" y="212"/>
                  </a:cubicBezTo>
                  <a:cubicBezTo>
                    <a:pt x="630" y="210"/>
                    <a:pt x="630" y="215"/>
                    <a:pt x="631" y="216"/>
                  </a:cubicBezTo>
                  <a:cubicBezTo>
                    <a:pt x="632" y="217"/>
                    <a:pt x="632" y="224"/>
                    <a:pt x="628" y="228"/>
                  </a:cubicBezTo>
                  <a:cubicBezTo>
                    <a:pt x="625" y="232"/>
                    <a:pt x="615" y="232"/>
                    <a:pt x="615" y="235"/>
                  </a:cubicBezTo>
                  <a:cubicBezTo>
                    <a:pt x="615" y="238"/>
                    <a:pt x="608" y="240"/>
                    <a:pt x="610" y="242"/>
                  </a:cubicBezTo>
                  <a:cubicBezTo>
                    <a:pt x="613" y="244"/>
                    <a:pt x="622" y="254"/>
                    <a:pt x="623" y="257"/>
                  </a:cubicBezTo>
                  <a:cubicBezTo>
                    <a:pt x="625" y="261"/>
                    <a:pt x="615" y="271"/>
                    <a:pt x="617" y="276"/>
                  </a:cubicBezTo>
                  <a:cubicBezTo>
                    <a:pt x="618" y="282"/>
                    <a:pt x="615" y="285"/>
                    <a:pt x="617" y="288"/>
                  </a:cubicBezTo>
                  <a:cubicBezTo>
                    <a:pt x="619" y="291"/>
                    <a:pt x="623" y="288"/>
                    <a:pt x="626" y="289"/>
                  </a:cubicBezTo>
                  <a:cubicBezTo>
                    <a:pt x="628" y="290"/>
                    <a:pt x="633" y="288"/>
                    <a:pt x="639" y="286"/>
                  </a:cubicBezTo>
                  <a:cubicBezTo>
                    <a:pt x="645" y="285"/>
                    <a:pt x="656" y="292"/>
                    <a:pt x="661" y="294"/>
                  </a:cubicBezTo>
                  <a:cubicBezTo>
                    <a:pt x="665" y="296"/>
                    <a:pt x="663" y="299"/>
                    <a:pt x="665" y="302"/>
                  </a:cubicBezTo>
                  <a:cubicBezTo>
                    <a:pt x="667" y="306"/>
                    <a:pt x="660" y="306"/>
                    <a:pt x="660" y="311"/>
                  </a:cubicBezTo>
                  <a:cubicBezTo>
                    <a:pt x="659" y="316"/>
                    <a:pt x="672" y="318"/>
                    <a:pt x="673" y="319"/>
                  </a:cubicBezTo>
                  <a:cubicBezTo>
                    <a:pt x="673" y="321"/>
                    <a:pt x="664" y="320"/>
                    <a:pt x="660" y="318"/>
                  </a:cubicBezTo>
                  <a:cubicBezTo>
                    <a:pt x="656" y="317"/>
                    <a:pt x="656" y="312"/>
                    <a:pt x="655" y="311"/>
                  </a:cubicBezTo>
                  <a:cubicBezTo>
                    <a:pt x="654" y="310"/>
                    <a:pt x="657" y="306"/>
                    <a:pt x="658" y="303"/>
                  </a:cubicBezTo>
                  <a:cubicBezTo>
                    <a:pt x="658" y="300"/>
                    <a:pt x="653" y="298"/>
                    <a:pt x="652" y="296"/>
                  </a:cubicBezTo>
                  <a:cubicBezTo>
                    <a:pt x="650" y="294"/>
                    <a:pt x="648" y="291"/>
                    <a:pt x="645" y="291"/>
                  </a:cubicBezTo>
                  <a:cubicBezTo>
                    <a:pt x="642" y="292"/>
                    <a:pt x="631" y="293"/>
                    <a:pt x="627" y="296"/>
                  </a:cubicBezTo>
                  <a:cubicBezTo>
                    <a:pt x="624" y="299"/>
                    <a:pt x="628" y="307"/>
                    <a:pt x="630" y="312"/>
                  </a:cubicBezTo>
                  <a:cubicBezTo>
                    <a:pt x="632" y="316"/>
                    <a:pt x="620" y="322"/>
                    <a:pt x="620" y="325"/>
                  </a:cubicBezTo>
                  <a:cubicBezTo>
                    <a:pt x="621" y="328"/>
                    <a:pt x="617" y="330"/>
                    <a:pt x="612" y="332"/>
                  </a:cubicBezTo>
                  <a:cubicBezTo>
                    <a:pt x="607" y="335"/>
                    <a:pt x="601" y="337"/>
                    <a:pt x="602" y="341"/>
                  </a:cubicBezTo>
                  <a:cubicBezTo>
                    <a:pt x="602" y="346"/>
                    <a:pt x="595" y="343"/>
                    <a:pt x="591" y="341"/>
                  </a:cubicBezTo>
                  <a:cubicBezTo>
                    <a:pt x="588" y="339"/>
                    <a:pt x="583" y="343"/>
                    <a:pt x="578" y="342"/>
                  </a:cubicBezTo>
                  <a:cubicBezTo>
                    <a:pt x="573" y="342"/>
                    <a:pt x="573" y="338"/>
                    <a:pt x="569" y="340"/>
                  </a:cubicBezTo>
                  <a:cubicBezTo>
                    <a:pt x="565" y="341"/>
                    <a:pt x="563" y="338"/>
                    <a:pt x="564" y="335"/>
                  </a:cubicBezTo>
                  <a:cubicBezTo>
                    <a:pt x="565" y="332"/>
                    <a:pt x="570" y="334"/>
                    <a:pt x="570" y="336"/>
                  </a:cubicBezTo>
                  <a:cubicBezTo>
                    <a:pt x="570" y="338"/>
                    <a:pt x="573" y="337"/>
                    <a:pt x="576" y="336"/>
                  </a:cubicBezTo>
                  <a:cubicBezTo>
                    <a:pt x="580" y="334"/>
                    <a:pt x="578" y="338"/>
                    <a:pt x="583" y="338"/>
                  </a:cubicBezTo>
                  <a:cubicBezTo>
                    <a:pt x="588" y="339"/>
                    <a:pt x="585" y="336"/>
                    <a:pt x="589" y="336"/>
                  </a:cubicBezTo>
                  <a:cubicBezTo>
                    <a:pt x="592" y="336"/>
                    <a:pt x="593" y="335"/>
                    <a:pt x="591" y="333"/>
                  </a:cubicBezTo>
                  <a:cubicBezTo>
                    <a:pt x="590" y="332"/>
                    <a:pt x="594" y="330"/>
                    <a:pt x="596" y="329"/>
                  </a:cubicBezTo>
                  <a:cubicBezTo>
                    <a:pt x="599" y="328"/>
                    <a:pt x="598" y="324"/>
                    <a:pt x="600" y="323"/>
                  </a:cubicBezTo>
                  <a:cubicBezTo>
                    <a:pt x="602" y="322"/>
                    <a:pt x="601" y="320"/>
                    <a:pt x="603" y="320"/>
                  </a:cubicBezTo>
                  <a:cubicBezTo>
                    <a:pt x="605" y="319"/>
                    <a:pt x="606" y="316"/>
                    <a:pt x="608" y="316"/>
                  </a:cubicBezTo>
                  <a:cubicBezTo>
                    <a:pt x="611" y="316"/>
                    <a:pt x="612" y="312"/>
                    <a:pt x="610" y="311"/>
                  </a:cubicBezTo>
                  <a:cubicBezTo>
                    <a:pt x="609" y="309"/>
                    <a:pt x="611" y="304"/>
                    <a:pt x="613" y="303"/>
                  </a:cubicBezTo>
                  <a:cubicBezTo>
                    <a:pt x="616" y="302"/>
                    <a:pt x="616" y="300"/>
                    <a:pt x="614" y="299"/>
                  </a:cubicBezTo>
                  <a:cubicBezTo>
                    <a:pt x="612" y="297"/>
                    <a:pt x="604" y="292"/>
                    <a:pt x="605" y="289"/>
                  </a:cubicBezTo>
                  <a:cubicBezTo>
                    <a:pt x="605" y="286"/>
                    <a:pt x="604" y="280"/>
                    <a:pt x="605" y="278"/>
                  </a:cubicBezTo>
                  <a:cubicBezTo>
                    <a:pt x="606" y="275"/>
                    <a:pt x="605" y="270"/>
                    <a:pt x="604" y="267"/>
                  </a:cubicBezTo>
                  <a:cubicBezTo>
                    <a:pt x="604" y="264"/>
                    <a:pt x="606" y="261"/>
                    <a:pt x="607" y="255"/>
                  </a:cubicBezTo>
                  <a:cubicBezTo>
                    <a:pt x="608" y="250"/>
                    <a:pt x="601" y="244"/>
                    <a:pt x="598" y="242"/>
                  </a:cubicBezTo>
                  <a:cubicBezTo>
                    <a:pt x="595" y="241"/>
                    <a:pt x="597" y="238"/>
                    <a:pt x="602" y="234"/>
                  </a:cubicBezTo>
                  <a:cubicBezTo>
                    <a:pt x="607" y="230"/>
                    <a:pt x="607" y="217"/>
                    <a:pt x="607" y="215"/>
                  </a:cubicBezTo>
                  <a:cubicBezTo>
                    <a:pt x="606" y="212"/>
                    <a:pt x="596" y="210"/>
                    <a:pt x="593" y="210"/>
                  </a:cubicBezTo>
                  <a:cubicBezTo>
                    <a:pt x="589" y="210"/>
                    <a:pt x="575" y="210"/>
                    <a:pt x="571" y="209"/>
                  </a:cubicBezTo>
                  <a:cubicBezTo>
                    <a:pt x="568" y="208"/>
                    <a:pt x="566" y="212"/>
                    <a:pt x="565" y="215"/>
                  </a:cubicBezTo>
                  <a:cubicBezTo>
                    <a:pt x="563" y="219"/>
                    <a:pt x="559" y="224"/>
                    <a:pt x="557" y="231"/>
                  </a:cubicBezTo>
                  <a:cubicBezTo>
                    <a:pt x="555" y="239"/>
                    <a:pt x="546" y="241"/>
                    <a:pt x="542" y="243"/>
                  </a:cubicBezTo>
                  <a:cubicBezTo>
                    <a:pt x="538" y="245"/>
                    <a:pt x="536" y="250"/>
                    <a:pt x="538" y="253"/>
                  </a:cubicBezTo>
                  <a:cubicBezTo>
                    <a:pt x="539" y="255"/>
                    <a:pt x="542" y="253"/>
                    <a:pt x="544" y="254"/>
                  </a:cubicBezTo>
                  <a:cubicBezTo>
                    <a:pt x="546" y="255"/>
                    <a:pt x="544" y="262"/>
                    <a:pt x="543" y="263"/>
                  </a:cubicBezTo>
                  <a:cubicBezTo>
                    <a:pt x="541" y="264"/>
                    <a:pt x="545" y="267"/>
                    <a:pt x="542" y="269"/>
                  </a:cubicBezTo>
                  <a:cubicBezTo>
                    <a:pt x="539" y="270"/>
                    <a:pt x="536" y="274"/>
                    <a:pt x="538" y="276"/>
                  </a:cubicBezTo>
                  <a:cubicBezTo>
                    <a:pt x="540" y="278"/>
                    <a:pt x="548" y="279"/>
                    <a:pt x="551" y="281"/>
                  </a:cubicBezTo>
                  <a:cubicBezTo>
                    <a:pt x="555" y="283"/>
                    <a:pt x="554" y="287"/>
                    <a:pt x="556" y="290"/>
                  </a:cubicBezTo>
                  <a:cubicBezTo>
                    <a:pt x="559" y="294"/>
                    <a:pt x="562" y="292"/>
                    <a:pt x="563" y="294"/>
                  </a:cubicBezTo>
                  <a:cubicBezTo>
                    <a:pt x="564" y="296"/>
                    <a:pt x="558" y="305"/>
                    <a:pt x="556" y="305"/>
                  </a:cubicBezTo>
                  <a:cubicBezTo>
                    <a:pt x="554" y="305"/>
                    <a:pt x="545" y="296"/>
                    <a:pt x="542" y="294"/>
                  </a:cubicBezTo>
                  <a:cubicBezTo>
                    <a:pt x="540" y="292"/>
                    <a:pt x="529" y="289"/>
                    <a:pt x="524" y="286"/>
                  </a:cubicBezTo>
                  <a:cubicBezTo>
                    <a:pt x="519" y="284"/>
                    <a:pt x="515" y="284"/>
                    <a:pt x="509" y="280"/>
                  </a:cubicBezTo>
                  <a:cubicBezTo>
                    <a:pt x="504" y="276"/>
                    <a:pt x="499" y="275"/>
                    <a:pt x="488" y="275"/>
                  </a:cubicBezTo>
                  <a:cubicBezTo>
                    <a:pt x="478" y="275"/>
                    <a:pt x="471" y="272"/>
                    <a:pt x="468" y="273"/>
                  </a:cubicBezTo>
                  <a:cubicBezTo>
                    <a:pt x="464" y="273"/>
                    <a:pt x="466" y="269"/>
                    <a:pt x="460" y="267"/>
                  </a:cubicBezTo>
                  <a:cubicBezTo>
                    <a:pt x="453" y="264"/>
                    <a:pt x="449" y="260"/>
                    <a:pt x="446" y="262"/>
                  </a:cubicBezTo>
                  <a:cubicBezTo>
                    <a:pt x="442" y="264"/>
                    <a:pt x="444" y="271"/>
                    <a:pt x="449" y="272"/>
                  </a:cubicBezTo>
                  <a:cubicBezTo>
                    <a:pt x="454" y="272"/>
                    <a:pt x="452" y="275"/>
                    <a:pt x="457" y="275"/>
                  </a:cubicBezTo>
                  <a:cubicBezTo>
                    <a:pt x="463" y="275"/>
                    <a:pt x="465" y="277"/>
                    <a:pt x="465" y="280"/>
                  </a:cubicBezTo>
                  <a:cubicBezTo>
                    <a:pt x="464" y="284"/>
                    <a:pt x="467" y="287"/>
                    <a:pt x="470" y="289"/>
                  </a:cubicBezTo>
                  <a:cubicBezTo>
                    <a:pt x="472" y="292"/>
                    <a:pt x="471" y="296"/>
                    <a:pt x="466" y="296"/>
                  </a:cubicBezTo>
                  <a:cubicBezTo>
                    <a:pt x="462" y="296"/>
                    <a:pt x="457" y="296"/>
                    <a:pt x="459" y="299"/>
                  </a:cubicBezTo>
                  <a:cubicBezTo>
                    <a:pt x="461" y="303"/>
                    <a:pt x="457" y="303"/>
                    <a:pt x="453" y="302"/>
                  </a:cubicBezTo>
                  <a:cubicBezTo>
                    <a:pt x="448" y="300"/>
                    <a:pt x="451" y="297"/>
                    <a:pt x="453" y="295"/>
                  </a:cubicBezTo>
                  <a:cubicBezTo>
                    <a:pt x="455" y="293"/>
                    <a:pt x="449" y="291"/>
                    <a:pt x="446" y="290"/>
                  </a:cubicBezTo>
                  <a:cubicBezTo>
                    <a:pt x="443" y="289"/>
                    <a:pt x="432" y="297"/>
                    <a:pt x="429" y="299"/>
                  </a:cubicBezTo>
                  <a:cubicBezTo>
                    <a:pt x="425" y="300"/>
                    <a:pt x="418" y="297"/>
                    <a:pt x="410" y="299"/>
                  </a:cubicBezTo>
                  <a:cubicBezTo>
                    <a:pt x="402" y="301"/>
                    <a:pt x="402" y="307"/>
                    <a:pt x="399" y="306"/>
                  </a:cubicBezTo>
                  <a:cubicBezTo>
                    <a:pt x="396" y="306"/>
                    <a:pt x="387" y="307"/>
                    <a:pt x="384" y="305"/>
                  </a:cubicBezTo>
                  <a:cubicBezTo>
                    <a:pt x="381" y="303"/>
                    <a:pt x="383" y="302"/>
                    <a:pt x="387" y="302"/>
                  </a:cubicBezTo>
                  <a:cubicBezTo>
                    <a:pt x="390" y="302"/>
                    <a:pt x="391" y="301"/>
                    <a:pt x="389" y="299"/>
                  </a:cubicBezTo>
                  <a:cubicBezTo>
                    <a:pt x="387" y="296"/>
                    <a:pt x="392" y="293"/>
                    <a:pt x="392" y="291"/>
                  </a:cubicBezTo>
                  <a:cubicBezTo>
                    <a:pt x="392" y="289"/>
                    <a:pt x="379" y="294"/>
                    <a:pt x="377" y="296"/>
                  </a:cubicBezTo>
                  <a:cubicBezTo>
                    <a:pt x="374" y="297"/>
                    <a:pt x="377" y="301"/>
                    <a:pt x="374" y="302"/>
                  </a:cubicBezTo>
                  <a:cubicBezTo>
                    <a:pt x="372" y="303"/>
                    <a:pt x="372" y="300"/>
                    <a:pt x="369" y="299"/>
                  </a:cubicBezTo>
                  <a:cubicBezTo>
                    <a:pt x="367" y="298"/>
                    <a:pt x="347" y="302"/>
                    <a:pt x="344" y="307"/>
                  </a:cubicBezTo>
                  <a:cubicBezTo>
                    <a:pt x="340" y="311"/>
                    <a:pt x="333" y="311"/>
                    <a:pt x="333" y="313"/>
                  </a:cubicBezTo>
                  <a:cubicBezTo>
                    <a:pt x="333" y="316"/>
                    <a:pt x="324" y="315"/>
                    <a:pt x="320" y="317"/>
                  </a:cubicBezTo>
                  <a:cubicBezTo>
                    <a:pt x="317" y="319"/>
                    <a:pt x="319" y="326"/>
                    <a:pt x="318" y="329"/>
                  </a:cubicBezTo>
                  <a:cubicBezTo>
                    <a:pt x="317" y="332"/>
                    <a:pt x="303" y="331"/>
                    <a:pt x="299" y="331"/>
                  </a:cubicBezTo>
                  <a:cubicBezTo>
                    <a:pt x="295" y="332"/>
                    <a:pt x="293" y="323"/>
                    <a:pt x="290" y="323"/>
                  </a:cubicBezTo>
                  <a:cubicBezTo>
                    <a:pt x="286" y="322"/>
                    <a:pt x="288" y="318"/>
                    <a:pt x="289" y="316"/>
                  </a:cubicBezTo>
                  <a:cubicBezTo>
                    <a:pt x="290" y="314"/>
                    <a:pt x="293" y="315"/>
                    <a:pt x="297" y="313"/>
                  </a:cubicBezTo>
                  <a:cubicBezTo>
                    <a:pt x="301" y="310"/>
                    <a:pt x="306" y="314"/>
                    <a:pt x="307" y="312"/>
                  </a:cubicBezTo>
                  <a:cubicBezTo>
                    <a:pt x="309" y="310"/>
                    <a:pt x="301" y="306"/>
                    <a:pt x="300" y="301"/>
                  </a:cubicBezTo>
                  <a:cubicBezTo>
                    <a:pt x="300" y="297"/>
                    <a:pt x="291" y="296"/>
                    <a:pt x="286" y="297"/>
                  </a:cubicBezTo>
                  <a:cubicBezTo>
                    <a:pt x="281" y="299"/>
                    <a:pt x="276" y="298"/>
                    <a:pt x="272" y="296"/>
                  </a:cubicBezTo>
                  <a:cubicBezTo>
                    <a:pt x="269" y="294"/>
                    <a:pt x="269" y="299"/>
                    <a:pt x="274" y="300"/>
                  </a:cubicBezTo>
                  <a:cubicBezTo>
                    <a:pt x="279" y="302"/>
                    <a:pt x="277" y="306"/>
                    <a:pt x="277" y="308"/>
                  </a:cubicBezTo>
                  <a:cubicBezTo>
                    <a:pt x="278" y="311"/>
                    <a:pt x="276" y="316"/>
                    <a:pt x="273" y="321"/>
                  </a:cubicBezTo>
                  <a:cubicBezTo>
                    <a:pt x="270" y="325"/>
                    <a:pt x="272" y="325"/>
                    <a:pt x="277" y="325"/>
                  </a:cubicBezTo>
                  <a:cubicBezTo>
                    <a:pt x="281" y="324"/>
                    <a:pt x="281" y="330"/>
                    <a:pt x="281" y="335"/>
                  </a:cubicBezTo>
                  <a:cubicBezTo>
                    <a:pt x="281" y="339"/>
                    <a:pt x="277" y="340"/>
                    <a:pt x="277" y="343"/>
                  </a:cubicBezTo>
                  <a:cubicBezTo>
                    <a:pt x="277" y="346"/>
                    <a:pt x="274" y="342"/>
                    <a:pt x="273" y="343"/>
                  </a:cubicBezTo>
                  <a:cubicBezTo>
                    <a:pt x="271" y="344"/>
                    <a:pt x="270" y="342"/>
                    <a:pt x="269" y="340"/>
                  </a:cubicBezTo>
                  <a:cubicBezTo>
                    <a:pt x="269" y="337"/>
                    <a:pt x="262" y="339"/>
                    <a:pt x="258" y="338"/>
                  </a:cubicBezTo>
                  <a:cubicBezTo>
                    <a:pt x="254" y="337"/>
                    <a:pt x="253" y="338"/>
                    <a:pt x="251" y="341"/>
                  </a:cubicBezTo>
                  <a:cubicBezTo>
                    <a:pt x="249" y="344"/>
                    <a:pt x="244" y="345"/>
                    <a:pt x="241" y="345"/>
                  </a:cubicBezTo>
                  <a:cubicBezTo>
                    <a:pt x="238" y="346"/>
                    <a:pt x="233" y="351"/>
                    <a:pt x="230" y="353"/>
                  </a:cubicBezTo>
                  <a:cubicBezTo>
                    <a:pt x="227" y="355"/>
                    <a:pt x="226" y="359"/>
                    <a:pt x="231" y="363"/>
                  </a:cubicBezTo>
                  <a:cubicBezTo>
                    <a:pt x="235" y="367"/>
                    <a:pt x="236" y="370"/>
                    <a:pt x="235" y="372"/>
                  </a:cubicBezTo>
                  <a:cubicBezTo>
                    <a:pt x="235" y="374"/>
                    <a:pt x="224" y="373"/>
                    <a:pt x="222" y="371"/>
                  </a:cubicBezTo>
                  <a:cubicBezTo>
                    <a:pt x="220" y="369"/>
                    <a:pt x="213" y="368"/>
                    <a:pt x="210" y="368"/>
                  </a:cubicBezTo>
                  <a:cubicBezTo>
                    <a:pt x="208" y="369"/>
                    <a:pt x="201" y="361"/>
                    <a:pt x="197" y="361"/>
                  </a:cubicBezTo>
                  <a:cubicBezTo>
                    <a:pt x="194" y="361"/>
                    <a:pt x="192" y="365"/>
                    <a:pt x="190" y="367"/>
                  </a:cubicBezTo>
                  <a:cubicBezTo>
                    <a:pt x="189" y="369"/>
                    <a:pt x="192" y="370"/>
                    <a:pt x="194" y="374"/>
                  </a:cubicBezTo>
                  <a:cubicBezTo>
                    <a:pt x="195" y="377"/>
                    <a:pt x="202" y="377"/>
                    <a:pt x="205" y="377"/>
                  </a:cubicBezTo>
                  <a:cubicBezTo>
                    <a:pt x="208" y="377"/>
                    <a:pt x="207" y="382"/>
                    <a:pt x="206" y="384"/>
                  </a:cubicBezTo>
                  <a:cubicBezTo>
                    <a:pt x="205" y="386"/>
                    <a:pt x="199" y="388"/>
                    <a:pt x="197" y="386"/>
                  </a:cubicBezTo>
                  <a:cubicBezTo>
                    <a:pt x="196" y="383"/>
                    <a:pt x="189" y="386"/>
                    <a:pt x="188" y="383"/>
                  </a:cubicBezTo>
                  <a:cubicBezTo>
                    <a:pt x="188" y="380"/>
                    <a:pt x="183" y="376"/>
                    <a:pt x="178" y="377"/>
                  </a:cubicBezTo>
                  <a:cubicBezTo>
                    <a:pt x="173" y="378"/>
                    <a:pt x="172" y="375"/>
                    <a:pt x="172" y="371"/>
                  </a:cubicBezTo>
                  <a:cubicBezTo>
                    <a:pt x="173" y="367"/>
                    <a:pt x="169" y="364"/>
                    <a:pt x="170" y="362"/>
                  </a:cubicBezTo>
                  <a:cubicBezTo>
                    <a:pt x="170" y="361"/>
                    <a:pt x="167" y="357"/>
                    <a:pt x="170" y="355"/>
                  </a:cubicBezTo>
                  <a:cubicBezTo>
                    <a:pt x="173" y="353"/>
                    <a:pt x="171" y="350"/>
                    <a:pt x="171" y="348"/>
                  </a:cubicBezTo>
                  <a:cubicBezTo>
                    <a:pt x="171" y="345"/>
                    <a:pt x="166" y="342"/>
                    <a:pt x="162" y="342"/>
                  </a:cubicBezTo>
                  <a:cubicBezTo>
                    <a:pt x="158" y="342"/>
                    <a:pt x="159" y="337"/>
                    <a:pt x="155" y="337"/>
                  </a:cubicBezTo>
                  <a:cubicBezTo>
                    <a:pt x="152" y="336"/>
                    <a:pt x="145" y="330"/>
                    <a:pt x="144" y="327"/>
                  </a:cubicBezTo>
                  <a:cubicBezTo>
                    <a:pt x="144" y="325"/>
                    <a:pt x="138" y="325"/>
                    <a:pt x="140" y="324"/>
                  </a:cubicBezTo>
                  <a:cubicBezTo>
                    <a:pt x="142" y="323"/>
                    <a:pt x="146" y="324"/>
                    <a:pt x="149" y="327"/>
                  </a:cubicBezTo>
                  <a:cubicBezTo>
                    <a:pt x="152" y="330"/>
                    <a:pt x="157" y="333"/>
                    <a:pt x="165" y="334"/>
                  </a:cubicBezTo>
                  <a:cubicBezTo>
                    <a:pt x="173" y="335"/>
                    <a:pt x="176" y="338"/>
                    <a:pt x="185" y="340"/>
                  </a:cubicBezTo>
                  <a:cubicBezTo>
                    <a:pt x="193" y="341"/>
                    <a:pt x="198" y="342"/>
                    <a:pt x="211" y="344"/>
                  </a:cubicBezTo>
                  <a:cubicBezTo>
                    <a:pt x="223" y="346"/>
                    <a:pt x="240" y="333"/>
                    <a:pt x="244" y="330"/>
                  </a:cubicBezTo>
                  <a:cubicBezTo>
                    <a:pt x="247" y="326"/>
                    <a:pt x="243" y="319"/>
                    <a:pt x="243" y="317"/>
                  </a:cubicBezTo>
                  <a:cubicBezTo>
                    <a:pt x="243" y="314"/>
                    <a:pt x="237" y="314"/>
                    <a:pt x="236" y="312"/>
                  </a:cubicBezTo>
                  <a:cubicBezTo>
                    <a:pt x="235" y="310"/>
                    <a:pt x="232" y="306"/>
                    <a:pt x="227" y="306"/>
                  </a:cubicBezTo>
                  <a:cubicBezTo>
                    <a:pt x="222" y="306"/>
                    <a:pt x="221" y="300"/>
                    <a:pt x="217" y="301"/>
                  </a:cubicBezTo>
                  <a:cubicBezTo>
                    <a:pt x="214" y="301"/>
                    <a:pt x="211" y="299"/>
                    <a:pt x="201" y="292"/>
                  </a:cubicBezTo>
                  <a:cubicBezTo>
                    <a:pt x="191" y="286"/>
                    <a:pt x="177" y="281"/>
                    <a:pt x="175" y="282"/>
                  </a:cubicBezTo>
                  <a:cubicBezTo>
                    <a:pt x="172" y="283"/>
                    <a:pt x="170" y="284"/>
                    <a:pt x="169" y="281"/>
                  </a:cubicBezTo>
                  <a:cubicBezTo>
                    <a:pt x="167" y="279"/>
                    <a:pt x="163" y="279"/>
                    <a:pt x="161" y="281"/>
                  </a:cubicBezTo>
                  <a:cubicBezTo>
                    <a:pt x="158" y="283"/>
                    <a:pt x="155" y="279"/>
                    <a:pt x="150" y="281"/>
                  </a:cubicBezTo>
                  <a:cubicBezTo>
                    <a:pt x="145" y="282"/>
                    <a:pt x="143" y="278"/>
                    <a:pt x="144" y="277"/>
                  </a:cubicBezTo>
                  <a:cubicBezTo>
                    <a:pt x="145" y="275"/>
                    <a:pt x="153" y="277"/>
                    <a:pt x="152" y="274"/>
                  </a:cubicBezTo>
                  <a:cubicBezTo>
                    <a:pt x="152" y="272"/>
                    <a:pt x="149" y="274"/>
                    <a:pt x="145" y="271"/>
                  </a:cubicBezTo>
                  <a:cubicBezTo>
                    <a:pt x="140" y="268"/>
                    <a:pt x="138" y="270"/>
                    <a:pt x="137" y="273"/>
                  </a:cubicBezTo>
                  <a:cubicBezTo>
                    <a:pt x="136" y="275"/>
                    <a:pt x="132" y="275"/>
                    <a:pt x="130" y="272"/>
                  </a:cubicBezTo>
                  <a:cubicBezTo>
                    <a:pt x="130" y="272"/>
                    <a:pt x="129" y="272"/>
                    <a:pt x="129" y="272"/>
                  </a:cubicBezTo>
                  <a:cubicBezTo>
                    <a:pt x="128" y="276"/>
                    <a:pt x="126" y="276"/>
                    <a:pt x="123" y="276"/>
                  </a:cubicBezTo>
                  <a:cubicBezTo>
                    <a:pt x="120" y="275"/>
                    <a:pt x="117" y="280"/>
                    <a:pt x="114" y="280"/>
                  </a:cubicBezTo>
                  <a:cubicBezTo>
                    <a:pt x="111" y="280"/>
                    <a:pt x="107" y="284"/>
                    <a:pt x="106" y="287"/>
                  </a:cubicBezTo>
                  <a:cubicBezTo>
                    <a:pt x="106" y="290"/>
                    <a:pt x="102" y="288"/>
                    <a:pt x="102" y="290"/>
                  </a:cubicBezTo>
                  <a:cubicBezTo>
                    <a:pt x="102" y="292"/>
                    <a:pt x="102" y="294"/>
                    <a:pt x="100" y="296"/>
                  </a:cubicBezTo>
                  <a:cubicBezTo>
                    <a:pt x="99" y="298"/>
                    <a:pt x="100" y="299"/>
                    <a:pt x="102" y="303"/>
                  </a:cubicBezTo>
                  <a:cubicBezTo>
                    <a:pt x="104" y="306"/>
                    <a:pt x="107" y="306"/>
                    <a:pt x="109" y="307"/>
                  </a:cubicBezTo>
                  <a:cubicBezTo>
                    <a:pt x="111" y="308"/>
                    <a:pt x="117" y="313"/>
                    <a:pt x="117" y="315"/>
                  </a:cubicBezTo>
                  <a:cubicBezTo>
                    <a:pt x="117" y="317"/>
                    <a:pt x="112" y="322"/>
                    <a:pt x="110" y="323"/>
                  </a:cubicBezTo>
                  <a:cubicBezTo>
                    <a:pt x="108" y="325"/>
                    <a:pt x="105" y="328"/>
                    <a:pt x="107" y="330"/>
                  </a:cubicBezTo>
                  <a:cubicBezTo>
                    <a:pt x="108" y="332"/>
                    <a:pt x="114" y="340"/>
                    <a:pt x="117" y="347"/>
                  </a:cubicBezTo>
                  <a:cubicBezTo>
                    <a:pt x="121" y="354"/>
                    <a:pt x="116" y="351"/>
                    <a:pt x="114" y="354"/>
                  </a:cubicBezTo>
                  <a:cubicBezTo>
                    <a:pt x="111" y="357"/>
                    <a:pt x="115" y="360"/>
                    <a:pt x="115" y="362"/>
                  </a:cubicBezTo>
                  <a:cubicBezTo>
                    <a:pt x="116" y="364"/>
                    <a:pt x="112" y="364"/>
                    <a:pt x="113" y="366"/>
                  </a:cubicBezTo>
                  <a:cubicBezTo>
                    <a:pt x="113" y="367"/>
                    <a:pt x="118" y="368"/>
                    <a:pt x="118" y="369"/>
                  </a:cubicBezTo>
                  <a:cubicBezTo>
                    <a:pt x="119" y="371"/>
                    <a:pt x="115" y="372"/>
                    <a:pt x="117" y="375"/>
                  </a:cubicBezTo>
                  <a:cubicBezTo>
                    <a:pt x="118" y="378"/>
                    <a:pt x="122" y="378"/>
                    <a:pt x="123" y="381"/>
                  </a:cubicBezTo>
                  <a:cubicBezTo>
                    <a:pt x="123" y="384"/>
                    <a:pt x="115" y="385"/>
                    <a:pt x="116" y="387"/>
                  </a:cubicBezTo>
                  <a:cubicBezTo>
                    <a:pt x="116" y="390"/>
                    <a:pt x="126" y="393"/>
                    <a:pt x="130" y="398"/>
                  </a:cubicBezTo>
                  <a:cubicBezTo>
                    <a:pt x="134" y="403"/>
                    <a:pt x="134" y="405"/>
                    <a:pt x="133" y="407"/>
                  </a:cubicBezTo>
                  <a:cubicBezTo>
                    <a:pt x="131" y="413"/>
                    <a:pt x="119" y="417"/>
                    <a:pt x="116" y="423"/>
                  </a:cubicBezTo>
                  <a:cubicBezTo>
                    <a:pt x="114" y="429"/>
                    <a:pt x="104" y="433"/>
                    <a:pt x="99" y="437"/>
                  </a:cubicBezTo>
                  <a:cubicBezTo>
                    <a:pt x="97" y="439"/>
                    <a:pt x="95" y="442"/>
                    <a:pt x="94" y="444"/>
                  </a:cubicBezTo>
                  <a:cubicBezTo>
                    <a:pt x="96" y="444"/>
                    <a:pt x="97" y="443"/>
                    <a:pt x="98" y="442"/>
                  </a:cubicBezTo>
                  <a:cubicBezTo>
                    <a:pt x="101" y="441"/>
                    <a:pt x="103" y="448"/>
                    <a:pt x="106" y="450"/>
                  </a:cubicBezTo>
                  <a:cubicBezTo>
                    <a:pt x="108" y="452"/>
                    <a:pt x="114" y="450"/>
                    <a:pt x="115" y="452"/>
                  </a:cubicBezTo>
                  <a:cubicBezTo>
                    <a:pt x="117" y="454"/>
                    <a:pt x="114" y="454"/>
                    <a:pt x="110" y="453"/>
                  </a:cubicBezTo>
                  <a:cubicBezTo>
                    <a:pt x="106" y="453"/>
                    <a:pt x="105" y="455"/>
                    <a:pt x="99" y="457"/>
                  </a:cubicBezTo>
                  <a:cubicBezTo>
                    <a:pt x="95" y="459"/>
                    <a:pt x="95" y="460"/>
                    <a:pt x="94" y="461"/>
                  </a:cubicBezTo>
                  <a:cubicBezTo>
                    <a:pt x="96" y="465"/>
                    <a:pt x="93" y="466"/>
                    <a:pt x="91" y="469"/>
                  </a:cubicBezTo>
                  <a:cubicBezTo>
                    <a:pt x="90" y="472"/>
                    <a:pt x="88" y="473"/>
                    <a:pt x="88" y="475"/>
                  </a:cubicBezTo>
                  <a:cubicBezTo>
                    <a:pt x="87" y="477"/>
                    <a:pt x="88" y="478"/>
                    <a:pt x="88" y="481"/>
                  </a:cubicBezTo>
                  <a:cubicBezTo>
                    <a:pt x="89" y="484"/>
                    <a:pt x="89" y="485"/>
                    <a:pt x="91" y="487"/>
                  </a:cubicBezTo>
                  <a:cubicBezTo>
                    <a:pt x="93" y="490"/>
                    <a:pt x="89" y="490"/>
                    <a:pt x="88" y="491"/>
                  </a:cubicBezTo>
                  <a:cubicBezTo>
                    <a:pt x="86" y="492"/>
                    <a:pt x="87" y="495"/>
                    <a:pt x="89" y="497"/>
                  </a:cubicBezTo>
                  <a:cubicBezTo>
                    <a:pt x="91" y="499"/>
                    <a:pt x="91" y="501"/>
                    <a:pt x="91" y="503"/>
                  </a:cubicBezTo>
                  <a:cubicBezTo>
                    <a:pt x="90" y="505"/>
                    <a:pt x="92" y="508"/>
                    <a:pt x="94" y="510"/>
                  </a:cubicBezTo>
                  <a:cubicBezTo>
                    <a:pt x="96" y="511"/>
                    <a:pt x="96" y="516"/>
                    <a:pt x="97" y="517"/>
                  </a:cubicBezTo>
                  <a:cubicBezTo>
                    <a:pt x="99" y="519"/>
                    <a:pt x="100" y="520"/>
                    <a:pt x="103" y="519"/>
                  </a:cubicBezTo>
                  <a:cubicBezTo>
                    <a:pt x="106" y="518"/>
                    <a:pt x="108" y="520"/>
                    <a:pt x="109" y="522"/>
                  </a:cubicBezTo>
                  <a:cubicBezTo>
                    <a:pt x="110" y="524"/>
                    <a:pt x="112" y="523"/>
                    <a:pt x="115" y="522"/>
                  </a:cubicBezTo>
                  <a:cubicBezTo>
                    <a:pt x="118" y="521"/>
                    <a:pt x="124" y="524"/>
                    <a:pt x="125" y="525"/>
                  </a:cubicBezTo>
                  <a:cubicBezTo>
                    <a:pt x="127" y="526"/>
                    <a:pt x="126" y="530"/>
                    <a:pt x="126" y="533"/>
                  </a:cubicBezTo>
                  <a:cubicBezTo>
                    <a:pt x="127" y="535"/>
                    <a:pt x="125" y="539"/>
                    <a:pt x="128" y="541"/>
                  </a:cubicBezTo>
                  <a:cubicBezTo>
                    <a:pt x="130" y="542"/>
                    <a:pt x="130" y="546"/>
                    <a:pt x="133" y="548"/>
                  </a:cubicBezTo>
                  <a:cubicBezTo>
                    <a:pt x="136" y="549"/>
                    <a:pt x="137" y="553"/>
                    <a:pt x="139" y="554"/>
                  </a:cubicBezTo>
                  <a:cubicBezTo>
                    <a:pt x="141" y="554"/>
                    <a:pt x="145" y="557"/>
                    <a:pt x="146" y="560"/>
                  </a:cubicBezTo>
                  <a:cubicBezTo>
                    <a:pt x="146" y="562"/>
                    <a:pt x="142" y="564"/>
                    <a:pt x="140" y="565"/>
                  </a:cubicBezTo>
                  <a:cubicBezTo>
                    <a:pt x="138" y="566"/>
                    <a:pt x="133" y="562"/>
                    <a:pt x="132" y="564"/>
                  </a:cubicBezTo>
                  <a:cubicBezTo>
                    <a:pt x="130" y="565"/>
                    <a:pt x="132" y="569"/>
                    <a:pt x="134" y="574"/>
                  </a:cubicBezTo>
                  <a:cubicBezTo>
                    <a:pt x="135" y="580"/>
                    <a:pt x="136" y="580"/>
                    <a:pt x="138" y="580"/>
                  </a:cubicBezTo>
                  <a:cubicBezTo>
                    <a:pt x="141" y="580"/>
                    <a:pt x="142" y="578"/>
                    <a:pt x="144" y="577"/>
                  </a:cubicBezTo>
                  <a:cubicBezTo>
                    <a:pt x="145" y="576"/>
                    <a:pt x="149" y="578"/>
                    <a:pt x="151" y="577"/>
                  </a:cubicBezTo>
                  <a:cubicBezTo>
                    <a:pt x="153" y="576"/>
                    <a:pt x="159" y="576"/>
                    <a:pt x="160" y="578"/>
                  </a:cubicBezTo>
                  <a:cubicBezTo>
                    <a:pt x="162" y="580"/>
                    <a:pt x="163" y="585"/>
                    <a:pt x="162" y="587"/>
                  </a:cubicBezTo>
                  <a:cubicBezTo>
                    <a:pt x="161" y="588"/>
                    <a:pt x="163" y="590"/>
                    <a:pt x="164" y="593"/>
                  </a:cubicBezTo>
                  <a:cubicBezTo>
                    <a:pt x="166" y="595"/>
                    <a:pt x="171" y="594"/>
                    <a:pt x="173" y="595"/>
                  </a:cubicBezTo>
                  <a:cubicBezTo>
                    <a:pt x="174" y="596"/>
                    <a:pt x="178" y="601"/>
                    <a:pt x="178" y="604"/>
                  </a:cubicBezTo>
                  <a:cubicBezTo>
                    <a:pt x="177" y="606"/>
                    <a:pt x="180" y="607"/>
                    <a:pt x="182" y="606"/>
                  </a:cubicBezTo>
                  <a:cubicBezTo>
                    <a:pt x="184" y="605"/>
                    <a:pt x="185" y="607"/>
                    <a:pt x="187" y="608"/>
                  </a:cubicBezTo>
                  <a:cubicBezTo>
                    <a:pt x="189" y="610"/>
                    <a:pt x="191" y="609"/>
                    <a:pt x="193" y="608"/>
                  </a:cubicBezTo>
                  <a:cubicBezTo>
                    <a:pt x="195" y="607"/>
                    <a:pt x="198" y="606"/>
                    <a:pt x="199" y="607"/>
                  </a:cubicBezTo>
                  <a:cubicBezTo>
                    <a:pt x="200" y="609"/>
                    <a:pt x="204" y="612"/>
                    <a:pt x="204" y="613"/>
                  </a:cubicBezTo>
                  <a:cubicBezTo>
                    <a:pt x="204" y="614"/>
                    <a:pt x="211" y="613"/>
                    <a:pt x="214" y="615"/>
                  </a:cubicBezTo>
                  <a:cubicBezTo>
                    <a:pt x="217" y="616"/>
                    <a:pt x="220" y="616"/>
                    <a:pt x="223" y="617"/>
                  </a:cubicBezTo>
                  <a:cubicBezTo>
                    <a:pt x="226" y="619"/>
                    <a:pt x="229" y="619"/>
                    <a:pt x="230" y="621"/>
                  </a:cubicBezTo>
                  <a:cubicBezTo>
                    <a:pt x="230" y="623"/>
                    <a:pt x="226" y="625"/>
                    <a:pt x="226" y="626"/>
                  </a:cubicBezTo>
                  <a:cubicBezTo>
                    <a:pt x="226" y="627"/>
                    <a:pt x="229" y="628"/>
                    <a:pt x="229" y="629"/>
                  </a:cubicBezTo>
                  <a:cubicBezTo>
                    <a:pt x="229" y="631"/>
                    <a:pt x="226" y="631"/>
                    <a:pt x="225" y="632"/>
                  </a:cubicBezTo>
                  <a:cubicBezTo>
                    <a:pt x="225" y="633"/>
                    <a:pt x="227" y="635"/>
                    <a:pt x="228" y="636"/>
                  </a:cubicBezTo>
                  <a:cubicBezTo>
                    <a:pt x="228" y="638"/>
                    <a:pt x="226" y="642"/>
                    <a:pt x="226" y="643"/>
                  </a:cubicBezTo>
                  <a:cubicBezTo>
                    <a:pt x="226" y="644"/>
                    <a:pt x="218" y="643"/>
                    <a:pt x="216" y="643"/>
                  </a:cubicBezTo>
                  <a:cubicBezTo>
                    <a:pt x="215" y="643"/>
                    <a:pt x="209" y="649"/>
                    <a:pt x="208" y="649"/>
                  </a:cubicBezTo>
                  <a:cubicBezTo>
                    <a:pt x="206" y="649"/>
                    <a:pt x="207" y="652"/>
                    <a:pt x="207" y="654"/>
                  </a:cubicBezTo>
                  <a:cubicBezTo>
                    <a:pt x="213" y="653"/>
                    <a:pt x="218" y="653"/>
                    <a:pt x="219" y="654"/>
                  </a:cubicBezTo>
                  <a:cubicBezTo>
                    <a:pt x="220" y="656"/>
                    <a:pt x="207" y="661"/>
                    <a:pt x="205" y="662"/>
                  </a:cubicBezTo>
                  <a:cubicBezTo>
                    <a:pt x="203" y="663"/>
                    <a:pt x="209" y="666"/>
                    <a:pt x="209" y="668"/>
                  </a:cubicBezTo>
                  <a:cubicBezTo>
                    <a:pt x="209" y="670"/>
                    <a:pt x="202" y="671"/>
                    <a:pt x="203" y="675"/>
                  </a:cubicBezTo>
                  <a:cubicBezTo>
                    <a:pt x="203" y="679"/>
                    <a:pt x="200" y="680"/>
                    <a:pt x="196" y="680"/>
                  </a:cubicBezTo>
                  <a:cubicBezTo>
                    <a:pt x="193" y="680"/>
                    <a:pt x="192" y="682"/>
                    <a:pt x="193" y="682"/>
                  </a:cubicBezTo>
                  <a:cubicBezTo>
                    <a:pt x="195" y="683"/>
                    <a:pt x="195" y="688"/>
                    <a:pt x="202" y="690"/>
                  </a:cubicBezTo>
                  <a:cubicBezTo>
                    <a:pt x="209" y="691"/>
                    <a:pt x="217" y="698"/>
                    <a:pt x="223" y="705"/>
                  </a:cubicBezTo>
                  <a:cubicBezTo>
                    <a:pt x="224" y="706"/>
                    <a:pt x="225" y="706"/>
                    <a:pt x="226" y="707"/>
                  </a:cubicBezTo>
                  <a:cubicBezTo>
                    <a:pt x="228" y="706"/>
                    <a:pt x="229" y="705"/>
                    <a:pt x="230" y="705"/>
                  </a:cubicBezTo>
                  <a:cubicBezTo>
                    <a:pt x="234" y="705"/>
                    <a:pt x="240" y="707"/>
                    <a:pt x="244" y="709"/>
                  </a:cubicBezTo>
                  <a:cubicBezTo>
                    <a:pt x="247" y="712"/>
                    <a:pt x="260" y="709"/>
                    <a:pt x="261" y="711"/>
                  </a:cubicBezTo>
                  <a:cubicBezTo>
                    <a:pt x="263" y="713"/>
                    <a:pt x="266" y="715"/>
                    <a:pt x="268" y="715"/>
                  </a:cubicBezTo>
                  <a:cubicBezTo>
                    <a:pt x="271" y="715"/>
                    <a:pt x="273" y="720"/>
                    <a:pt x="275" y="719"/>
                  </a:cubicBezTo>
                  <a:cubicBezTo>
                    <a:pt x="277" y="717"/>
                    <a:pt x="285" y="717"/>
                    <a:pt x="287" y="717"/>
                  </a:cubicBezTo>
                  <a:cubicBezTo>
                    <a:pt x="289" y="717"/>
                    <a:pt x="289" y="719"/>
                    <a:pt x="291" y="719"/>
                  </a:cubicBezTo>
                  <a:cubicBezTo>
                    <a:pt x="293" y="719"/>
                    <a:pt x="293" y="726"/>
                    <a:pt x="294" y="726"/>
                  </a:cubicBezTo>
                  <a:cubicBezTo>
                    <a:pt x="296" y="725"/>
                    <a:pt x="301" y="730"/>
                    <a:pt x="305" y="731"/>
                  </a:cubicBezTo>
                  <a:cubicBezTo>
                    <a:pt x="308" y="731"/>
                    <a:pt x="312" y="737"/>
                    <a:pt x="313" y="737"/>
                  </a:cubicBezTo>
                  <a:cubicBezTo>
                    <a:pt x="315" y="736"/>
                    <a:pt x="317" y="739"/>
                    <a:pt x="318" y="737"/>
                  </a:cubicBezTo>
                  <a:cubicBezTo>
                    <a:pt x="319" y="734"/>
                    <a:pt x="324" y="735"/>
                    <a:pt x="326" y="731"/>
                  </a:cubicBezTo>
                  <a:cubicBezTo>
                    <a:pt x="319" y="723"/>
                    <a:pt x="312" y="715"/>
                    <a:pt x="313" y="712"/>
                  </a:cubicBezTo>
                  <a:cubicBezTo>
                    <a:pt x="313" y="706"/>
                    <a:pt x="315" y="702"/>
                    <a:pt x="308" y="696"/>
                  </a:cubicBezTo>
                  <a:cubicBezTo>
                    <a:pt x="301" y="690"/>
                    <a:pt x="309" y="686"/>
                    <a:pt x="314" y="680"/>
                  </a:cubicBezTo>
                  <a:cubicBezTo>
                    <a:pt x="318" y="674"/>
                    <a:pt x="328" y="672"/>
                    <a:pt x="334" y="668"/>
                  </a:cubicBezTo>
                  <a:cubicBezTo>
                    <a:pt x="333" y="667"/>
                    <a:pt x="332" y="666"/>
                    <a:pt x="330" y="666"/>
                  </a:cubicBezTo>
                  <a:cubicBezTo>
                    <a:pt x="326" y="664"/>
                    <a:pt x="324" y="662"/>
                    <a:pt x="328" y="661"/>
                  </a:cubicBezTo>
                  <a:cubicBezTo>
                    <a:pt x="331" y="660"/>
                    <a:pt x="330" y="658"/>
                    <a:pt x="326" y="654"/>
                  </a:cubicBezTo>
                  <a:cubicBezTo>
                    <a:pt x="323" y="650"/>
                    <a:pt x="321" y="646"/>
                    <a:pt x="319" y="646"/>
                  </a:cubicBezTo>
                  <a:cubicBezTo>
                    <a:pt x="317" y="646"/>
                    <a:pt x="314" y="645"/>
                    <a:pt x="311" y="646"/>
                  </a:cubicBezTo>
                  <a:cubicBezTo>
                    <a:pt x="308" y="647"/>
                    <a:pt x="309" y="644"/>
                    <a:pt x="309" y="640"/>
                  </a:cubicBezTo>
                  <a:cubicBezTo>
                    <a:pt x="310" y="637"/>
                    <a:pt x="304" y="637"/>
                    <a:pt x="303" y="636"/>
                  </a:cubicBezTo>
                  <a:cubicBezTo>
                    <a:pt x="302" y="634"/>
                    <a:pt x="304" y="629"/>
                    <a:pt x="305" y="629"/>
                  </a:cubicBezTo>
                  <a:cubicBezTo>
                    <a:pt x="306" y="628"/>
                    <a:pt x="309" y="627"/>
                    <a:pt x="309" y="625"/>
                  </a:cubicBezTo>
                  <a:cubicBezTo>
                    <a:pt x="309" y="624"/>
                    <a:pt x="304" y="623"/>
                    <a:pt x="306" y="620"/>
                  </a:cubicBezTo>
                  <a:cubicBezTo>
                    <a:pt x="308" y="616"/>
                    <a:pt x="312" y="616"/>
                    <a:pt x="312" y="613"/>
                  </a:cubicBezTo>
                  <a:cubicBezTo>
                    <a:pt x="312" y="609"/>
                    <a:pt x="315" y="606"/>
                    <a:pt x="318" y="609"/>
                  </a:cubicBezTo>
                  <a:cubicBezTo>
                    <a:pt x="322" y="611"/>
                    <a:pt x="323" y="618"/>
                    <a:pt x="327" y="616"/>
                  </a:cubicBezTo>
                  <a:cubicBezTo>
                    <a:pt x="331" y="615"/>
                    <a:pt x="329" y="611"/>
                    <a:pt x="328" y="609"/>
                  </a:cubicBezTo>
                  <a:cubicBezTo>
                    <a:pt x="328" y="607"/>
                    <a:pt x="327" y="604"/>
                    <a:pt x="331" y="603"/>
                  </a:cubicBezTo>
                  <a:cubicBezTo>
                    <a:pt x="336" y="602"/>
                    <a:pt x="334" y="598"/>
                    <a:pt x="337" y="598"/>
                  </a:cubicBezTo>
                  <a:cubicBezTo>
                    <a:pt x="341" y="598"/>
                    <a:pt x="347" y="593"/>
                    <a:pt x="349" y="592"/>
                  </a:cubicBezTo>
                  <a:cubicBezTo>
                    <a:pt x="351" y="591"/>
                    <a:pt x="356" y="589"/>
                    <a:pt x="358" y="590"/>
                  </a:cubicBezTo>
                  <a:cubicBezTo>
                    <a:pt x="360" y="591"/>
                    <a:pt x="362" y="593"/>
                    <a:pt x="364" y="590"/>
                  </a:cubicBezTo>
                  <a:cubicBezTo>
                    <a:pt x="365" y="586"/>
                    <a:pt x="371" y="588"/>
                    <a:pt x="372" y="590"/>
                  </a:cubicBezTo>
                  <a:cubicBezTo>
                    <a:pt x="372" y="592"/>
                    <a:pt x="382" y="592"/>
                    <a:pt x="385" y="594"/>
                  </a:cubicBezTo>
                  <a:cubicBezTo>
                    <a:pt x="388" y="596"/>
                    <a:pt x="394" y="600"/>
                    <a:pt x="394" y="602"/>
                  </a:cubicBezTo>
                  <a:cubicBezTo>
                    <a:pt x="394" y="604"/>
                    <a:pt x="397" y="607"/>
                    <a:pt x="397" y="603"/>
                  </a:cubicBezTo>
                  <a:cubicBezTo>
                    <a:pt x="397" y="600"/>
                    <a:pt x="400" y="601"/>
                    <a:pt x="404" y="603"/>
                  </a:cubicBezTo>
                  <a:cubicBezTo>
                    <a:pt x="408" y="606"/>
                    <a:pt x="413" y="605"/>
                    <a:pt x="414" y="602"/>
                  </a:cubicBezTo>
                  <a:cubicBezTo>
                    <a:pt x="415" y="600"/>
                    <a:pt x="423" y="597"/>
                    <a:pt x="425" y="599"/>
                  </a:cubicBezTo>
                  <a:cubicBezTo>
                    <a:pt x="428" y="601"/>
                    <a:pt x="429" y="602"/>
                    <a:pt x="432" y="599"/>
                  </a:cubicBezTo>
                  <a:cubicBezTo>
                    <a:pt x="435" y="596"/>
                    <a:pt x="442" y="597"/>
                    <a:pt x="443" y="600"/>
                  </a:cubicBezTo>
                  <a:cubicBezTo>
                    <a:pt x="444" y="603"/>
                    <a:pt x="447" y="603"/>
                    <a:pt x="450" y="603"/>
                  </a:cubicBezTo>
                  <a:cubicBezTo>
                    <a:pt x="453" y="603"/>
                    <a:pt x="454" y="608"/>
                    <a:pt x="456" y="607"/>
                  </a:cubicBezTo>
                  <a:cubicBezTo>
                    <a:pt x="458" y="606"/>
                    <a:pt x="457" y="601"/>
                    <a:pt x="460" y="601"/>
                  </a:cubicBezTo>
                  <a:cubicBezTo>
                    <a:pt x="462" y="602"/>
                    <a:pt x="464" y="605"/>
                    <a:pt x="468" y="605"/>
                  </a:cubicBezTo>
                  <a:cubicBezTo>
                    <a:pt x="472" y="605"/>
                    <a:pt x="475" y="604"/>
                    <a:pt x="475" y="601"/>
                  </a:cubicBezTo>
                  <a:cubicBezTo>
                    <a:pt x="475" y="598"/>
                    <a:pt x="475" y="593"/>
                    <a:pt x="472" y="593"/>
                  </a:cubicBezTo>
                  <a:cubicBezTo>
                    <a:pt x="470" y="593"/>
                    <a:pt x="467" y="590"/>
                    <a:pt x="464" y="590"/>
                  </a:cubicBezTo>
                  <a:cubicBezTo>
                    <a:pt x="461" y="590"/>
                    <a:pt x="458" y="585"/>
                    <a:pt x="461" y="584"/>
                  </a:cubicBezTo>
                  <a:cubicBezTo>
                    <a:pt x="464" y="583"/>
                    <a:pt x="469" y="581"/>
                    <a:pt x="468" y="578"/>
                  </a:cubicBezTo>
                  <a:cubicBezTo>
                    <a:pt x="467" y="576"/>
                    <a:pt x="466" y="571"/>
                    <a:pt x="470" y="570"/>
                  </a:cubicBezTo>
                  <a:cubicBezTo>
                    <a:pt x="474" y="570"/>
                    <a:pt x="483" y="570"/>
                    <a:pt x="482" y="568"/>
                  </a:cubicBezTo>
                  <a:cubicBezTo>
                    <a:pt x="482" y="567"/>
                    <a:pt x="474" y="566"/>
                    <a:pt x="472" y="563"/>
                  </a:cubicBezTo>
                  <a:cubicBezTo>
                    <a:pt x="471" y="561"/>
                    <a:pt x="470" y="555"/>
                    <a:pt x="472" y="554"/>
                  </a:cubicBezTo>
                  <a:cubicBezTo>
                    <a:pt x="473" y="553"/>
                    <a:pt x="478" y="554"/>
                    <a:pt x="481" y="553"/>
                  </a:cubicBezTo>
                  <a:cubicBezTo>
                    <a:pt x="484" y="552"/>
                    <a:pt x="491" y="555"/>
                    <a:pt x="495" y="552"/>
                  </a:cubicBezTo>
                  <a:cubicBezTo>
                    <a:pt x="499" y="549"/>
                    <a:pt x="507" y="548"/>
                    <a:pt x="512" y="548"/>
                  </a:cubicBezTo>
                  <a:cubicBezTo>
                    <a:pt x="516" y="548"/>
                    <a:pt x="520" y="545"/>
                    <a:pt x="523" y="545"/>
                  </a:cubicBezTo>
                  <a:cubicBezTo>
                    <a:pt x="527" y="544"/>
                    <a:pt x="537" y="543"/>
                    <a:pt x="539" y="542"/>
                  </a:cubicBezTo>
                  <a:cubicBezTo>
                    <a:pt x="542" y="541"/>
                    <a:pt x="555" y="539"/>
                    <a:pt x="556" y="536"/>
                  </a:cubicBezTo>
                  <a:cubicBezTo>
                    <a:pt x="556" y="534"/>
                    <a:pt x="567" y="532"/>
                    <a:pt x="570" y="533"/>
                  </a:cubicBezTo>
                  <a:cubicBezTo>
                    <a:pt x="573" y="534"/>
                    <a:pt x="576" y="535"/>
                    <a:pt x="579" y="534"/>
                  </a:cubicBezTo>
                  <a:cubicBezTo>
                    <a:pt x="581" y="533"/>
                    <a:pt x="586" y="536"/>
                    <a:pt x="586" y="539"/>
                  </a:cubicBezTo>
                  <a:cubicBezTo>
                    <a:pt x="585" y="541"/>
                    <a:pt x="588" y="544"/>
                    <a:pt x="588" y="547"/>
                  </a:cubicBezTo>
                  <a:cubicBezTo>
                    <a:pt x="588" y="549"/>
                    <a:pt x="585" y="550"/>
                    <a:pt x="587" y="551"/>
                  </a:cubicBezTo>
                  <a:cubicBezTo>
                    <a:pt x="588" y="553"/>
                    <a:pt x="595" y="552"/>
                    <a:pt x="597" y="550"/>
                  </a:cubicBezTo>
                  <a:cubicBezTo>
                    <a:pt x="599" y="547"/>
                    <a:pt x="601" y="551"/>
                    <a:pt x="601" y="552"/>
                  </a:cubicBezTo>
                  <a:cubicBezTo>
                    <a:pt x="601" y="554"/>
                    <a:pt x="604" y="555"/>
                    <a:pt x="604" y="553"/>
                  </a:cubicBezTo>
                  <a:cubicBezTo>
                    <a:pt x="604" y="551"/>
                    <a:pt x="608" y="552"/>
                    <a:pt x="610" y="554"/>
                  </a:cubicBezTo>
                  <a:cubicBezTo>
                    <a:pt x="611" y="555"/>
                    <a:pt x="616" y="552"/>
                    <a:pt x="616" y="555"/>
                  </a:cubicBezTo>
                  <a:cubicBezTo>
                    <a:pt x="616" y="557"/>
                    <a:pt x="609" y="559"/>
                    <a:pt x="612" y="562"/>
                  </a:cubicBezTo>
                  <a:cubicBezTo>
                    <a:pt x="615" y="565"/>
                    <a:pt x="616" y="559"/>
                    <a:pt x="620" y="560"/>
                  </a:cubicBezTo>
                  <a:cubicBezTo>
                    <a:pt x="624" y="561"/>
                    <a:pt x="629" y="556"/>
                    <a:pt x="632" y="555"/>
                  </a:cubicBezTo>
                  <a:cubicBezTo>
                    <a:pt x="636" y="554"/>
                    <a:pt x="640" y="551"/>
                    <a:pt x="643" y="549"/>
                  </a:cubicBezTo>
                  <a:cubicBezTo>
                    <a:pt x="646" y="547"/>
                    <a:pt x="652" y="548"/>
                    <a:pt x="650" y="550"/>
                  </a:cubicBezTo>
                  <a:cubicBezTo>
                    <a:pt x="648" y="552"/>
                    <a:pt x="646" y="556"/>
                    <a:pt x="653" y="558"/>
                  </a:cubicBezTo>
                  <a:cubicBezTo>
                    <a:pt x="661" y="561"/>
                    <a:pt x="669" y="576"/>
                    <a:pt x="674" y="583"/>
                  </a:cubicBezTo>
                  <a:cubicBezTo>
                    <a:pt x="679" y="590"/>
                    <a:pt x="683" y="603"/>
                    <a:pt x="686" y="603"/>
                  </a:cubicBezTo>
                  <a:cubicBezTo>
                    <a:pt x="688" y="603"/>
                    <a:pt x="689" y="597"/>
                    <a:pt x="692" y="596"/>
                  </a:cubicBezTo>
                  <a:cubicBezTo>
                    <a:pt x="696" y="595"/>
                    <a:pt x="698" y="601"/>
                    <a:pt x="701" y="602"/>
                  </a:cubicBezTo>
                  <a:cubicBezTo>
                    <a:pt x="705" y="603"/>
                    <a:pt x="709" y="605"/>
                    <a:pt x="712" y="604"/>
                  </a:cubicBezTo>
                  <a:cubicBezTo>
                    <a:pt x="715" y="603"/>
                    <a:pt x="721" y="599"/>
                    <a:pt x="723" y="601"/>
                  </a:cubicBezTo>
                  <a:cubicBezTo>
                    <a:pt x="726" y="602"/>
                    <a:pt x="729" y="602"/>
                    <a:pt x="731" y="607"/>
                  </a:cubicBezTo>
                  <a:cubicBezTo>
                    <a:pt x="733" y="611"/>
                    <a:pt x="736" y="612"/>
                    <a:pt x="738" y="612"/>
                  </a:cubicBezTo>
                  <a:cubicBezTo>
                    <a:pt x="740" y="612"/>
                    <a:pt x="740" y="615"/>
                    <a:pt x="740" y="617"/>
                  </a:cubicBezTo>
                  <a:cubicBezTo>
                    <a:pt x="740" y="619"/>
                    <a:pt x="744" y="621"/>
                    <a:pt x="746" y="621"/>
                  </a:cubicBezTo>
                  <a:cubicBezTo>
                    <a:pt x="748" y="621"/>
                    <a:pt x="753" y="621"/>
                    <a:pt x="755" y="620"/>
                  </a:cubicBezTo>
                  <a:cubicBezTo>
                    <a:pt x="756" y="619"/>
                    <a:pt x="758" y="618"/>
                    <a:pt x="759" y="620"/>
                  </a:cubicBezTo>
                  <a:cubicBezTo>
                    <a:pt x="759" y="622"/>
                    <a:pt x="762" y="626"/>
                    <a:pt x="764" y="626"/>
                  </a:cubicBezTo>
                  <a:cubicBezTo>
                    <a:pt x="766" y="626"/>
                    <a:pt x="770" y="628"/>
                    <a:pt x="770" y="626"/>
                  </a:cubicBezTo>
                  <a:cubicBezTo>
                    <a:pt x="771" y="624"/>
                    <a:pt x="776" y="623"/>
                    <a:pt x="778" y="623"/>
                  </a:cubicBezTo>
                  <a:cubicBezTo>
                    <a:pt x="780" y="623"/>
                    <a:pt x="787" y="621"/>
                    <a:pt x="788" y="618"/>
                  </a:cubicBezTo>
                  <a:cubicBezTo>
                    <a:pt x="790" y="615"/>
                    <a:pt x="795" y="615"/>
                    <a:pt x="797" y="613"/>
                  </a:cubicBezTo>
                  <a:cubicBezTo>
                    <a:pt x="799" y="611"/>
                    <a:pt x="803" y="610"/>
                    <a:pt x="804" y="608"/>
                  </a:cubicBezTo>
                  <a:cubicBezTo>
                    <a:pt x="805" y="606"/>
                    <a:pt x="811" y="607"/>
                    <a:pt x="812" y="605"/>
                  </a:cubicBezTo>
                  <a:cubicBezTo>
                    <a:pt x="813" y="603"/>
                    <a:pt x="818" y="603"/>
                    <a:pt x="820" y="604"/>
                  </a:cubicBezTo>
                  <a:cubicBezTo>
                    <a:pt x="822" y="604"/>
                    <a:pt x="834" y="607"/>
                    <a:pt x="836" y="606"/>
                  </a:cubicBezTo>
                  <a:cubicBezTo>
                    <a:pt x="837" y="606"/>
                    <a:pt x="838" y="612"/>
                    <a:pt x="839" y="613"/>
                  </a:cubicBezTo>
                  <a:cubicBezTo>
                    <a:pt x="841" y="613"/>
                    <a:pt x="847" y="618"/>
                    <a:pt x="849" y="616"/>
                  </a:cubicBezTo>
                  <a:cubicBezTo>
                    <a:pt x="850" y="615"/>
                    <a:pt x="854" y="614"/>
                    <a:pt x="858" y="616"/>
                  </a:cubicBezTo>
                  <a:cubicBezTo>
                    <a:pt x="861" y="618"/>
                    <a:pt x="864" y="620"/>
                    <a:pt x="866" y="618"/>
                  </a:cubicBezTo>
                  <a:cubicBezTo>
                    <a:pt x="867" y="616"/>
                    <a:pt x="874" y="615"/>
                    <a:pt x="875" y="613"/>
                  </a:cubicBezTo>
                  <a:cubicBezTo>
                    <a:pt x="876" y="612"/>
                    <a:pt x="877" y="608"/>
                    <a:pt x="875" y="607"/>
                  </a:cubicBezTo>
                  <a:cubicBezTo>
                    <a:pt x="874" y="605"/>
                    <a:pt x="872" y="600"/>
                    <a:pt x="871" y="597"/>
                  </a:cubicBezTo>
                  <a:cubicBezTo>
                    <a:pt x="871" y="595"/>
                    <a:pt x="875" y="594"/>
                    <a:pt x="876" y="592"/>
                  </a:cubicBezTo>
                  <a:cubicBezTo>
                    <a:pt x="877" y="589"/>
                    <a:pt x="881" y="589"/>
                    <a:pt x="882" y="588"/>
                  </a:cubicBezTo>
                  <a:cubicBezTo>
                    <a:pt x="883" y="586"/>
                    <a:pt x="884" y="583"/>
                    <a:pt x="886" y="584"/>
                  </a:cubicBezTo>
                  <a:cubicBezTo>
                    <a:pt x="888" y="585"/>
                    <a:pt x="893" y="586"/>
                    <a:pt x="894" y="587"/>
                  </a:cubicBezTo>
                  <a:cubicBezTo>
                    <a:pt x="895" y="588"/>
                    <a:pt x="899" y="589"/>
                    <a:pt x="901" y="589"/>
                  </a:cubicBezTo>
                  <a:cubicBezTo>
                    <a:pt x="904" y="589"/>
                    <a:pt x="907" y="591"/>
                    <a:pt x="910" y="592"/>
                  </a:cubicBezTo>
                  <a:cubicBezTo>
                    <a:pt x="912" y="594"/>
                    <a:pt x="919" y="594"/>
                    <a:pt x="921" y="596"/>
                  </a:cubicBezTo>
                  <a:cubicBezTo>
                    <a:pt x="922" y="598"/>
                    <a:pt x="920" y="603"/>
                    <a:pt x="922" y="605"/>
                  </a:cubicBezTo>
                  <a:cubicBezTo>
                    <a:pt x="924" y="607"/>
                    <a:pt x="928" y="612"/>
                    <a:pt x="929" y="611"/>
                  </a:cubicBezTo>
                  <a:cubicBezTo>
                    <a:pt x="930" y="610"/>
                    <a:pt x="937" y="614"/>
                    <a:pt x="939" y="614"/>
                  </a:cubicBezTo>
                  <a:cubicBezTo>
                    <a:pt x="941" y="613"/>
                    <a:pt x="945" y="610"/>
                    <a:pt x="947" y="610"/>
                  </a:cubicBezTo>
                  <a:cubicBezTo>
                    <a:pt x="949" y="610"/>
                    <a:pt x="955" y="608"/>
                    <a:pt x="957" y="608"/>
                  </a:cubicBezTo>
                  <a:cubicBezTo>
                    <a:pt x="959" y="609"/>
                    <a:pt x="967" y="611"/>
                    <a:pt x="968" y="611"/>
                  </a:cubicBezTo>
                  <a:cubicBezTo>
                    <a:pt x="969" y="610"/>
                    <a:pt x="975" y="611"/>
                    <a:pt x="976" y="613"/>
                  </a:cubicBezTo>
                  <a:cubicBezTo>
                    <a:pt x="977" y="615"/>
                    <a:pt x="986" y="615"/>
                    <a:pt x="986" y="617"/>
                  </a:cubicBezTo>
                  <a:cubicBezTo>
                    <a:pt x="986" y="620"/>
                    <a:pt x="990" y="621"/>
                    <a:pt x="992" y="624"/>
                  </a:cubicBezTo>
                  <a:cubicBezTo>
                    <a:pt x="993" y="626"/>
                    <a:pt x="1004" y="625"/>
                    <a:pt x="1006" y="626"/>
                  </a:cubicBezTo>
                  <a:cubicBezTo>
                    <a:pt x="1008" y="628"/>
                    <a:pt x="1021" y="628"/>
                    <a:pt x="1021" y="626"/>
                  </a:cubicBezTo>
                  <a:cubicBezTo>
                    <a:pt x="1021" y="625"/>
                    <a:pt x="1033" y="624"/>
                    <a:pt x="1036" y="623"/>
                  </a:cubicBezTo>
                  <a:cubicBezTo>
                    <a:pt x="1038" y="621"/>
                    <a:pt x="1044" y="622"/>
                    <a:pt x="1045" y="619"/>
                  </a:cubicBezTo>
                  <a:cubicBezTo>
                    <a:pt x="1045" y="617"/>
                    <a:pt x="1051" y="615"/>
                    <a:pt x="1054" y="613"/>
                  </a:cubicBezTo>
                  <a:cubicBezTo>
                    <a:pt x="1056" y="611"/>
                    <a:pt x="1067" y="612"/>
                    <a:pt x="1068" y="614"/>
                  </a:cubicBezTo>
                  <a:cubicBezTo>
                    <a:pt x="1068" y="616"/>
                    <a:pt x="1075" y="617"/>
                    <a:pt x="1077" y="616"/>
                  </a:cubicBezTo>
                  <a:cubicBezTo>
                    <a:pt x="1080" y="615"/>
                    <a:pt x="1087" y="616"/>
                    <a:pt x="1088" y="619"/>
                  </a:cubicBezTo>
                  <a:cubicBezTo>
                    <a:pt x="1089" y="621"/>
                    <a:pt x="1097" y="622"/>
                    <a:pt x="1099" y="622"/>
                  </a:cubicBezTo>
                  <a:cubicBezTo>
                    <a:pt x="1101" y="621"/>
                    <a:pt x="1107" y="616"/>
                    <a:pt x="1110" y="616"/>
                  </a:cubicBezTo>
                  <a:cubicBezTo>
                    <a:pt x="1112" y="616"/>
                    <a:pt x="1115" y="613"/>
                    <a:pt x="1115" y="611"/>
                  </a:cubicBezTo>
                  <a:cubicBezTo>
                    <a:pt x="1114" y="609"/>
                    <a:pt x="1119" y="602"/>
                    <a:pt x="1120" y="599"/>
                  </a:cubicBezTo>
                  <a:cubicBezTo>
                    <a:pt x="1121" y="597"/>
                    <a:pt x="1125" y="589"/>
                    <a:pt x="1127" y="589"/>
                  </a:cubicBezTo>
                  <a:cubicBezTo>
                    <a:pt x="1129" y="588"/>
                    <a:pt x="1132" y="585"/>
                    <a:pt x="1132" y="583"/>
                  </a:cubicBezTo>
                  <a:cubicBezTo>
                    <a:pt x="1132" y="581"/>
                    <a:pt x="1131" y="575"/>
                    <a:pt x="1129" y="575"/>
                  </a:cubicBezTo>
                  <a:cubicBezTo>
                    <a:pt x="1127" y="575"/>
                    <a:pt x="1123" y="575"/>
                    <a:pt x="1128" y="569"/>
                  </a:cubicBezTo>
                  <a:cubicBezTo>
                    <a:pt x="1132" y="563"/>
                    <a:pt x="1141" y="564"/>
                    <a:pt x="1142" y="564"/>
                  </a:cubicBezTo>
                  <a:cubicBezTo>
                    <a:pt x="1143" y="564"/>
                    <a:pt x="1154" y="562"/>
                    <a:pt x="1159" y="563"/>
                  </a:cubicBezTo>
                  <a:cubicBezTo>
                    <a:pt x="1163" y="564"/>
                    <a:pt x="1166" y="562"/>
                    <a:pt x="1171" y="565"/>
                  </a:cubicBezTo>
                  <a:cubicBezTo>
                    <a:pt x="1176" y="568"/>
                    <a:pt x="1183" y="567"/>
                    <a:pt x="1185" y="569"/>
                  </a:cubicBezTo>
                  <a:cubicBezTo>
                    <a:pt x="1187" y="571"/>
                    <a:pt x="1193" y="573"/>
                    <a:pt x="1192" y="577"/>
                  </a:cubicBezTo>
                  <a:cubicBezTo>
                    <a:pt x="1191" y="581"/>
                    <a:pt x="1196" y="579"/>
                    <a:pt x="1198" y="588"/>
                  </a:cubicBezTo>
                  <a:cubicBezTo>
                    <a:pt x="1199" y="596"/>
                    <a:pt x="1203" y="597"/>
                    <a:pt x="1204" y="601"/>
                  </a:cubicBezTo>
                  <a:cubicBezTo>
                    <a:pt x="1205" y="605"/>
                    <a:pt x="1211" y="612"/>
                    <a:pt x="1210" y="615"/>
                  </a:cubicBezTo>
                  <a:cubicBezTo>
                    <a:pt x="1209" y="617"/>
                    <a:pt x="1209" y="621"/>
                    <a:pt x="1214" y="621"/>
                  </a:cubicBezTo>
                  <a:cubicBezTo>
                    <a:pt x="1220" y="621"/>
                    <a:pt x="1224" y="626"/>
                    <a:pt x="1225" y="625"/>
                  </a:cubicBezTo>
                  <a:cubicBezTo>
                    <a:pt x="1227" y="624"/>
                    <a:pt x="1233" y="627"/>
                    <a:pt x="1237" y="630"/>
                  </a:cubicBezTo>
                  <a:cubicBezTo>
                    <a:pt x="1240" y="633"/>
                    <a:pt x="1245" y="632"/>
                    <a:pt x="1245" y="635"/>
                  </a:cubicBezTo>
                  <a:cubicBezTo>
                    <a:pt x="1244" y="639"/>
                    <a:pt x="1247" y="642"/>
                    <a:pt x="1247" y="645"/>
                  </a:cubicBezTo>
                  <a:cubicBezTo>
                    <a:pt x="1247" y="648"/>
                    <a:pt x="1253" y="650"/>
                    <a:pt x="1258" y="649"/>
                  </a:cubicBezTo>
                  <a:cubicBezTo>
                    <a:pt x="1263" y="649"/>
                    <a:pt x="1266" y="651"/>
                    <a:pt x="1268" y="647"/>
                  </a:cubicBezTo>
                  <a:cubicBezTo>
                    <a:pt x="1270" y="643"/>
                    <a:pt x="1277" y="645"/>
                    <a:pt x="1279" y="643"/>
                  </a:cubicBezTo>
                  <a:cubicBezTo>
                    <a:pt x="1281" y="641"/>
                    <a:pt x="1288" y="639"/>
                    <a:pt x="1288" y="645"/>
                  </a:cubicBezTo>
                  <a:cubicBezTo>
                    <a:pt x="1288" y="651"/>
                    <a:pt x="1292" y="653"/>
                    <a:pt x="1288" y="655"/>
                  </a:cubicBezTo>
                  <a:cubicBezTo>
                    <a:pt x="1285" y="657"/>
                    <a:pt x="1283" y="665"/>
                    <a:pt x="1282" y="669"/>
                  </a:cubicBezTo>
                  <a:cubicBezTo>
                    <a:pt x="1281" y="673"/>
                    <a:pt x="1276" y="674"/>
                    <a:pt x="1276" y="678"/>
                  </a:cubicBezTo>
                  <a:cubicBezTo>
                    <a:pt x="1275" y="682"/>
                    <a:pt x="1270" y="682"/>
                    <a:pt x="1270" y="685"/>
                  </a:cubicBezTo>
                  <a:cubicBezTo>
                    <a:pt x="1270" y="688"/>
                    <a:pt x="1264" y="687"/>
                    <a:pt x="1260" y="685"/>
                  </a:cubicBezTo>
                  <a:cubicBezTo>
                    <a:pt x="1257" y="683"/>
                    <a:pt x="1254" y="689"/>
                    <a:pt x="1251" y="689"/>
                  </a:cubicBezTo>
                  <a:cubicBezTo>
                    <a:pt x="1248" y="689"/>
                    <a:pt x="1249" y="695"/>
                    <a:pt x="1249" y="697"/>
                  </a:cubicBezTo>
                  <a:cubicBezTo>
                    <a:pt x="1250" y="700"/>
                    <a:pt x="1248" y="703"/>
                    <a:pt x="1250" y="707"/>
                  </a:cubicBezTo>
                  <a:cubicBezTo>
                    <a:pt x="1251" y="709"/>
                    <a:pt x="1250" y="713"/>
                    <a:pt x="1251" y="717"/>
                  </a:cubicBezTo>
                  <a:cubicBezTo>
                    <a:pt x="1255" y="714"/>
                    <a:pt x="1259" y="712"/>
                    <a:pt x="1260" y="712"/>
                  </a:cubicBezTo>
                  <a:cubicBezTo>
                    <a:pt x="1264" y="712"/>
                    <a:pt x="1269" y="719"/>
                    <a:pt x="1273" y="720"/>
                  </a:cubicBezTo>
                  <a:cubicBezTo>
                    <a:pt x="1278" y="720"/>
                    <a:pt x="1299" y="706"/>
                    <a:pt x="1299" y="703"/>
                  </a:cubicBezTo>
                  <a:cubicBezTo>
                    <a:pt x="1299" y="701"/>
                    <a:pt x="1312" y="689"/>
                    <a:pt x="1318" y="683"/>
                  </a:cubicBezTo>
                  <a:cubicBezTo>
                    <a:pt x="1323" y="677"/>
                    <a:pt x="1331" y="668"/>
                    <a:pt x="1334" y="661"/>
                  </a:cubicBezTo>
                  <a:cubicBezTo>
                    <a:pt x="1336" y="656"/>
                    <a:pt x="1344" y="648"/>
                    <a:pt x="1346" y="645"/>
                  </a:cubicBezTo>
                  <a:cubicBezTo>
                    <a:pt x="1348" y="641"/>
                    <a:pt x="1349" y="641"/>
                    <a:pt x="1353" y="633"/>
                  </a:cubicBezTo>
                  <a:cubicBezTo>
                    <a:pt x="1357" y="625"/>
                    <a:pt x="1357" y="605"/>
                    <a:pt x="1358" y="604"/>
                  </a:cubicBezTo>
                  <a:cubicBezTo>
                    <a:pt x="1359" y="602"/>
                    <a:pt x="1358" y="599"/>
                    <a:pt x="1360" y="597"/>
                  </a:cubicBezTo>
                  <a:cubicBezTo>
                    <a:pt x="1362" y="594"/>
                    <a:pt x="1361" y="591"/>
                    <a:pt x="1364" y="589"/>
                  </a:cubicBezTo>
                  <a:cubicBezTo>
                    <a:pt x="1368" y="586"/>
                    <a:pt x="1367" y="583"/>
                    <a:pt x="1366" y="581"/>
                  </a:cubicBezTo>
                  <a:cubicBezTo>
                    <a:pt x="1365" y="579"/>
                    <a:pt x="1366" y="574"/>
                    <a:pt x="1365" y="573"/>
                  </a:cubicBezTo>
                  <a:cubicBezTo>
                    <a:pt x="1365" y="571"/>
                    <a:pt x="1365" y="570"/>
                    <a:pt x="1367" y="569"/>
                  </a:cubicBezTo>
                  <a:cubicBezTo>
                    <a:pt x="1369" y="568"/>
                    <a:pt x="1365" y="565"/>
                    <a:pt x="1363" y="564"/>
                  </a:cubicBezTo>
                  <a:cubicBezTo>
                    <a:pt x="1360" y="562"/>
                    <a:pt x="1356" y="561"/>
                    <a:pt x="1356" y="558"/>
                  </a:cubicBezTo>
                  <a:cubicBezTo>
                    <a:pt x="1355" y="555"/>
                    <a:pt x="1351" y="551"/>
                    <a:pt x="1347" y="551"/>
                  </a:cubicBezTo>
                  <a:cubicBezTo>
                    <a:pt x="1343" y="552"/>
                    <a:pt x="1336" y="549"/>
                    <a:pt x="1337" y="552"/>
                  </a:cubicBezTo>
                  <a:cubicBezTo>
                    <a:pt x="1338" y="554"/>
                    <a:pt x="1337" y="556"/>
                    <a:pt x="1335" y="556"/>
                  </a:cubicBezTo>
                  <a:cubicBezTo>
                    <a:pt x="1333" y="555"/>
                    <a:pt x="1332" y="557"/>
                    <a:pt x="1330" y="560"/>
                  </a:cubicBezTo>
                  <a:cubicBezTo>
                    <a:pt x="1328" y="563"/>
                    <a:pt x="1320" y="564"/>
                    <a:pt x="1324" y="560"/>
                  </a:cubicBezTo>
                  <a:cubicBezTo>
                    <a:pt x="1327" y="557"/>
                    <a:pt x="1323" y="557"/>
                    <a:pt x="1323" y="554"/>
                  </a:cubicBezTo>
                  <a:cubicBezTo>
                    <a:pt x="1324" y="550"/>
                    <a:pt x="1327" y="547"/>
                    <a:pt x="1323" y="549"/>
                  </a:cubicBezTo>
                  <a:cubicBezTo>
                    <a:pt x="1319" y="551"/>
                    <a:pt x="1319" y="557"/>
                    <a:pt x="1316" y="557"/>
                  </a:cubicBezTo>
                  <a:cubicBezTo>
                    <a:pt x="1313" y="558"/>
                    <a:pt x="1314" y="548"/>
                    <a:pt x="1315" y="546"/>
                  </a:cubicBezTo>
                  <a:cubicBezTo>
                    <a:pt x="1316" y="543"/>
                    <a:pt x="1309" y="546"/>
                    <a:pt x="1302" y="545"/>
                  </a:cubicBezTo>
                  <a:cubicBezTo>
                    <a:pt x="1295" y="545"/>
                    <a:pt x="1297" y="540"/>
                    <a:pt x="1302" y="537"/>
                  </a:cubicBezTo>
                  <a:cubicBezTo>
                    <a:pt x="1308" y="534"/>
                    <a:pt x="1307" y="531"/>
                    <a:pt x="1310" y="530"/>
                  </a:cubicBezTo>
                  <a:cubicBezTo>
                    <a:pt x="1313" y="529"/>
                    <a:pt x="1320" y="524"/>
                    <a:pt x="1324" y="522"/>
                  </a:cubicBezTo>
                  <a:cubicBezTo>
                    <a:pt x="1329" y="519"/>
                    <a:pt x="1330" y="516"/>
                    <a:pt x="1331" y="513"/>
                  </a:cubicBezTo>
                  <a:cubicBezTo>
                    <a:pt x="1332" y="511"/>
                    <a:pt x="1340" y="507"/>
                    <a:pt x="1347" y="501"/>
                  </a:cubicBezTo>
                  <a:cubicBezTo>
                    <a:pt x="1354" y="495"/>
                    <a:pt x="1357" y="492"/>
                    <a:pt x="1359" y="489"/>
                  </a:cubicBezTo>
                  <a:cubicBezTo>
                    <a:pt x="1361" y="485"/>
                    <a:pt x="1371" y="481"/>
                    <a:pt x="1372" y="478"/>
                  </a:cubicBezTo>
                  <a:cubicBezTo>
                    <a:pt x="1372" y="475"/>
                    <a:pt x="1384" y="469"/>
                    <a:pt x="1393" y="467"/>
                  </a:cubicBezTo>
                  <a:cubicBezTo>
                    <a:pt x="1401" y="465"/>
                    <a:pt x="1415" y="468"/>
                    <a:pt x="1417" y="470"/>
                  </a:cubicBezTo>
                  <a:cubicBezTo>
                    <a:pt x="1420" y="473"/>
                    <a:pt x="1422" y="472"/>
                    <a:pt x="1423" y="470"/>
                  </a:cubicBezTo>
                  <a:cubicBezTo>
                    <a:pt x="1425" y="468"/>
                    <a:pt x="1428" y="469"/>
                    <a:pt x="1434" y="470"/>
                  </a:cubicBezTo>
                  <a:cubicBezTo>
                    <a:pt x="1439" y="470"/>
                    <a:pt x="1441" y="467"/>
                    <a:pt x="1444" y="468"/>
                  </a:cubicBezTo>
                  <a:cubicBezTo>
                    <a:pt x="1448" y="469"/>
                    <a:pt x="1451" y="470"/>
                    <a:pt x="1454" y="466"/>
                  </a:cubicBezTo>
                  <a:cubicBezTo>
                    <a:pt x="1456" y="461"/>
                    <a:pt x="1467" y="462"/>
                    <a:pt x="1470" y="464"/>
                  </a:cubicBezTo>
                  <a:cubicBezTo>
                    <a:pt x="1472" y="466"/>
                    <a:pt x="1474" y="468"/>
                    <a:pt x="1478" y="465"/>
                  </a:cubicBezTo>
                  <a:cubicBezTo>
                    <a:pt x="1482" y="463"/>
                    <a:pt x="1482" y="469"/>
                    <a:pt x="1486" y="469"/>
                  </a:cubicBezTo>
                  <a:cubicBezTo>
                    <a:pt x="1490" y="470"/>
                    <a:pt x="1487" y="473"/>
                    <a:pt x="1484" y="473"/>
                  </a:cubicBezTo>
                  <a:cubicBezTo>
                    <a:pt x="1481" y="473"/>
                    <a:pt x="1476" y="475"/>
                    <a:pt x="1480" y="477"/>
                  </a:cubicBezTo>
                  <a:cubicBezTo>
                    <a:pt x="1484" y="479"/>
                    <a:pt x="1489" y="475"/>
                    <a:pt x="1492" y="475"/>
                  </a:cubicBezTo>
                  <a:cubicBezTo>
                    <a:pt x="1495" y="475"/>
                    <a:pt x="1499" y="476"/>
                    <a:pt x="1503" y="473"/>
                  </a:cubicBezTo>
                  <a:cubicBezTo>
                    <a:pt x="1508" y="470"/>
                    <a:pt x="1509" y="475"/>
                    <a:pt x="1511" y="473"/>
                  </a:cubicBezTo>
                  <a:cubicBezTo>
                    <a:pt x="1514" y="471"/>
                    <a:pt x="1520" y="470"/>
                    <a:pt x="1523" y="470"/>
                  </a:cubicBezTo>
                  <a:cubicBezTo>
                    <a:pt x="1526" y="470"/>
                    <a:pt x="1524" y="467"/>
                    <a:pt x="1519" y="467"/>
                  </a:cubicBezTo>
                  <a:cubicBezTo>
                    <a:pt x="1514" y="467"/>
                    <a:pt x="1514" y="464"/>
                    <a:pt x="1518" y="457"/>
                  </a:cubicBezTo>
                  <a:cubicBezTo>
                    <a:pt x="1522" y="450"/>
                    <a:pt x="1529" y="447"/>
                    <a:pt x="1534" y="442"/>
                  </a:cubicBezTo>
                  <a:cubicBezTo>
                    <a:pt x="1539" y="438"/>
                    <a:pt x="1543" y="440"/>
                    <a:pt x="1543" y="438"/>
                  </a:cubicBezTo>
                  <a:cubicBezTo>
                    <a:pt x="1543" y="435"/>
                    <a:pt x="1545" y="427"/>
                    <a:pt x="1549" y="427"/>
                  </a:cubicBezTo>
                  <a:cubicBezTo>
                    <a:pt x="1552" y="427"/>
                    <a:pt x="1561" y="429"/>
                    <a:pt x="1567" y="426"/>
                  </a:cubicBezTo>
                  <a:cubicBezTo>
                    <a:pt x="1573" y="422"/>
                    <a:pt x="1572" y="428"/>
                    <a:pt x="1575" y="429"/>
                  </a:cubicBezTo>
                  <a:cubicBezTo>
                    <a:pt x="1577" y="430"/>
                    <a:pt x="1580" y="424"/>
                    <a:pt x="1583" y="426"/>
                  </a:cubicBezTo>
                  <a:cubicBezTo>
                    <a:pt x="1585" y="427"/>
                    <a:pt x="1579" y="431"/>
                    <a:pt x="1577" y="436"/>
                  </a:cubicBezTo>
                  <a:cubicBezTo>
                    <a:pt x="1576" y="441"/>
                    <a:pt x="1581" y="439"/>
                    <a:pt x="1584" y="440"/>
                  </a:cubicBezTo>
                  <a:cubicBezTo>
                    <a:pt x="1586" y="442"/>
                    <a:pt x="1580" y="444"/>
                    <a:pt x="1581" y="445"/>
                  </a:cubicBezTo>
                  <a:cubicBezTo>
                    <a:pt x="1581" y="446"/>
                    <a:pt x="1587" y="446"/>
                    <a:pt x="1594" y="439"/>
                  </a:cubicBezTo>
                  <a:cubicBezTo>
                    <a:pt x="1602" y="432"/>
                    <a:pt x="1608" y="430"/>
                    <a:pt x="1613" y="430"/>
                  </a:cubicBezTo>
                  <a:cubicBezTo>
                    <a:pt x="1618" y="431"/>
                    <a:pt x="1615" y="426"/>
                    <a:pt x="1615" y="419"/>
                  </a:cubicBezTo>
                  <a:cubicBezTo>
                    <a:pt x="1616" y="412"/>
                    <a:pt x="1630" y="410"/>
                    <a:pt x="1635" y="412"/>
                  </a:cubicBezTo>
                  <a:cubicBezTo>
                    <a:pt x="1639" y="414"/>
                    <a:pt x="1639" y="416"/>
                    <a:pt x="1634" y="415"/>
                  </a:cubicBezTo>
                  <a:cubicBezTo>
                    <a:pt x="1630" y="414"/>
                    <a:pt x="1626" y="418"/>
                    <a:pt x="1626" y="424"/>
                  </a:cubicBezTo>
                  <a:cubicBezTo>
                    <a:pt x="1626" y="429"/>
                    <a:pt x="1622" y="431"/>
                    <a:pt x="1624" y="433"/>
                  </a:cubicBezTo>
                  <a:cubicBezTo>
                    <a:pt x="1626" y="435"/>
                    <a:pt x="1621" y="436"/>
                    <a:pt x="1621" y="438"/>
                  </a:cubicBezTo>
                  <a:cubicBezTo>
                    <a:pt x="1621" y="441"/>
                    <a:pt x="1621" y="442"/>
                    <a:pt x="1617" y="443"/>
                  </a:cubicBezTo>
                  <a:cubicBezTo>
                    <a:pt x="1614" y="444"/>
                    <a:pt x="1603" y="446"/>
                    <a:pt x="1603" y="450"/>
                  </a:cubicBezTo>
                  <a:cubicBezTo>
                    <a:pt x="1602" y="454"/>
                    <a:pt x="1596" y="455"/>
                    <a:pt x="1593" y="460"/>
                  </a:cubicBezTo>
                  <a:cubicBezTo>
                    <a:pt x="1591" y="465"/>
                    <a:pt x="1580" y="469"/>
                    <a:pt x="1573" y="479"/>
                  </a:cubicBezTo>
                  <a:cubicBezTo>
                    <a:pt x="1565" y="490"/>
                    <a:pt x="1554" y="490"/>
                    <a:pt x="1554" y="492"/>
                  </a:cubicBezTo>
                  <a:cubicBezTo>
                    <a:pt x="1554" y="494"/>
                    <a:pt x="1546" y="494"/>
                    <a:pt x="1544" y="494"/>
                  </a:cubicBezTo>
                  <a:cubicBezTo>
                    <a:pt x="1541" y="494"/>
                    <a:pt x="1546" y="501"/>
                    <a:pt x="1540" y="508"/>
                  </a:cubicBezTo>
                  <a:cubicBezTo>
                    <a:pt x="1533" y="515"/>
                    <a:pt x="1529" y="524"/>
                    <a:pt x="1529" y="534"/>
                  </a:cubicBezTo>
                  <a:cubicBezTo>
                    <a:pt x="1530" y="543"/>
                    <a:pt x="1533" y="570"/>
                    <a:pt x="1536" y="575"/>
                  </a:cubicBezTo>
                  <a:cubicBezTo>
                    <a:pt x="1538" y="580"/>
                    <a:pt x="1537" y="592"/>
                    <a:pt x="1539" y="594"/>
                  </a:cubicBezTo>
                  <a:cubicBezTo>
                    <a:pt x="1541" y="597"/>
                    <a:pt x="1541" y="601"/>
                    <a:pt x="1542" y="603"/>
                  </a:cubicBezTo>
                  <a:cubicBezTo>
                    <a:pt x="1544" y="604"/>
                    <a:pt x="1550" y="596"/>
                    <a:pt x="1554" y="592"/>
                  </a:cubicBezTo>
                  <a:cubicBezTo>
                    <a:pt x="1558" y="589"/>
                    <a:pt x="1557" y="588"/>
                    <a:pt x="1560" y="586"/>
                  </a:cubicBezTo>
                  <a:cubicBezTo>
                    <a:pt x="1562" y="584"/>
                    <a:pt x="1561" y="576"/>
                    <a:pt x="1562" y="574"/>
                  </a:cubicBezTo>
                  <a:cubicBezTo>
                    <a:pt x="1563" y="572"/>
                    <a:pt x="1568" y="571"/>
                    <a:pt x="1570" y="569"/>
                  </a:cubicBezTo>
                  <a:cubicBezTo>
                    <a:pt x="1571" y="567"/>
                    <a:pt x="1576" y="568"/>
                    <a:pt x="1578" y="568"/>
                  </a:cubicBezTo>
                  <a:cubicBezTo>
                    <a:pt x="1580" y="567"/>
                    <a:pt x="1578" y="561"/>
                    <a:pt x="1577" y="558"/>
                  </a:cubicBezTo>
                  <a:cubicBezTo>
                    <a:pt x="1576" y="555"/>
                    <a:pt x="1584" y="551"/>
                    <a:pt x="1588" y="548"/>
                  </a:cubicBezTo>
                  <a:cubicBezTo>
                    <a:pt x="1592" y="545"/>
                    <a:pt x="1597" y="550"/>
                    <a:pt x="1601" y="545"/>
                  </a:cubicBezTo>
                  <a:cubicBezTo>
                    <a:pt x="1606" y="541"/>
                    <a:pt x="1601" y="536"/>
                    <a:pt x="1599" y="534"/>
                  </a:cubicBezTo>
                  <a:cubicBezTo>
                    <a:pt x="1598" y="532"/>
                    <a:pt x="1604" y="522"/>
                    <a:pt x="1607" y="521"/>
                  </a:cubicBezTo>
                  <a:cubicBezTo>
                    <a:pt x="1611" y="520"/>
                    <a:pt x="1613" y="523"/>
                    <a:pt x="1616" y="520"/>
                  </a:cubicBezTo>
                  <a:cubicBezTo>
                    <a:pt x="1619" y="517"/>
                    <a:pt x="1613" y="512"/>
                    <a:pt x="1611" y="513"/>
                  </a:cubicBezTo>
                  <a:cubicBezTo>
                    <a:pt x="1608" y="513"/>
                    <a:pt x="1608" y="504"/>
                    <a:pt x="1613" y="500"/>
                  </a:cubicBezTo>
                  <a:cubicBezTo>
                    <a:pt x="1619" y="496"/>
                    <a:pt x="1616" y="495"/>
                    <a:pt x="1613" y="494"/>
                  </a:cubicBezTo>
                  <a:cubicBezTo>
                    <a:pt x="1609" y="493"/>
                    <a:pt x="1608" y="494"/>
                    <a:pt x="1606" y="494"/>
                  </a:cubicBezTo>
                  <a:cubicBezTo>
                    <a:pt x="1603" y="495"/>
                    <a:pt x="1600" y="489"/>
                    <a:pt x="1604" y="483"/>
                  </a:cubicBezTo>
                  <a:cubicBezTo>
                    <a:pt x="1609" y="477"/>
                    <a:pt x="1613" y="478"/>
                    <a:pt x="1614" y="473"/>
                  </a:cubicBezTo>
                  <a:cubicBezTo>
                    <a:pt x="1615" y="468"/>
                    <a:pt x="1621" y="461"/>
                    <a:pt x="1622" y="459"/>
                  </a:cubicBezTo>
                  <a:cubicBezTo>
                    <a:pt x="1624" y="456"/>
                    <a:pt x="1630" y="459"/>
                    <a:pt x="1632" y="458"/>
                  </a:cubicBezTo>
                  <a:cubicBezTo>
                    <a:pt x="1634" y="458"/>
                    <a:pt x="1634" y="463"/>
                    <a:pt x="1636" y="460"/>
                  </a:cubicBezTo>
                  <a:cubicBezTo>
                    <a:pt x="1639" y="458"/>
                    <a:pt x="1644" y="449"/>
                    <a:pt x="1648" y="449"/>
                  </a:cubicBezTo>
                  <a:cubicBezTo>
                    <a:pt x="1652" y="449"/>
                    <a:pt x="1649" y="455"/>
                    <a:pt x="1650" y="459"/>
                  </a:cubicBezTo>
                  <a:cubicBezTo>
                    <a:pt x="1651" y="463"/>
                    <a:pt x="1653" y="458"/>
                    <a:pt x="1661" y="453"/>
                  </a:cubicBezTo>
                  <a:cubicBezTo>
                    <a:pt x="1668" y="448"/>
                    <a:pt x="1684" y="449"/>
                    <a:pt x="1689" y="451"/>
                  </a:cubicBezTo>
                  <a:cubicBezTo>
                    <a:pt x="1694" y="453"/>
                    <a:pt x="1694" y="459"/>
                    <a:pt x="1697" y="458"/>
                  </a:cubicBezTo>
                  <a:cubicBezTo>
                    <a:pt x="1701" y="457"/>
                    <a:pt x="1698" y="453"/>
                    <a:pt x="1702" y="451"/>
                  </a:cubicBezTo>
                  <a:cubicBezTo>
                    <a:pt x="1706" y="450"/>
                    <a:pt x="1713" y="446"/>
                    <a:pt x="1718" y="442"/>
                  </a:cubicBezTo>
                  <a:cubicBezTo>
                    <a:pt x="1723" y="438"/>
                    <a:pt x="1722" y="441"/>
                    <a:pt x="1725" y="438"/>
                  </a:cubicBezTo>
                  <a:cubicBezTo>
                    <a:pt x="1728" y="434"/>
                    <a:pt x="1730" y="436"/>
                    <a:pt x="1731" y="433"/>
                  </a:cubicBezTo>
                  <a:cubicBezTo>
                    <a:pt x="1732" y="431"/>
                    <a:pt x="1740" y="427"/>
                    <a:pt x="1750" y="425"/>
                  </a:cubicBezTo>
                  <a:cubicBezTo>
                    <a:pt x="1761" y="423"/>
                    <a:pt x="1774" y="416"/>
                    <a:pt x="1774" y="413"/>
                  </a:cubicBezTo>
                  <a:cubicBezTo>
                    <a:pt x="1773" y="411"/>
                    <a:pt x="1778" y="410"/>
                    <a:pt x="1778" y="412"/>
                  </a:cubicBezTo>
                  <a:cubicBezTo>
                    <a:pt x="1779" y="415"/>
                    <a:pt x="1783" y="414"/>
                    <a:pt x="1788" y="415"/>
                  </a:cubicBezTo>
                  <a:cubicBezTo>
                    <a:pt x="1794" y="416"/>
                    <a:pt x="1796" y="418"/>
                    <a:pt x="1801" y="414"/>
                  </a:cubicBezTo>
                  <a:cubicBezTo>
                    <a:pt x="1805" y="410"/>
                    <a:pt x="1800" y="408"/>
                    <a:pt x="1800" y="405"/>
                  </a:cubicBezTo>
                  <a:cubicBezTo>
                    <a:pt x="1800" y="401"/>
                    <a:pt x="1793" y="398"/>
                    <a:pt x="1794" y="394"/>
                  </a:cubicBezTo>
                  <a:cubicBezTo>
                    <a:pt x="1795" y="391"/>
                    <a:pt x="1788" y="382"/>
                    <a:pt x="1786" y="383"/>
                  </a:cubicBezTo>
                  <a:cubicBezTo>
                    <a:pt x="1784" y="385"/>
                    <a:pt x="1779" y="382"/>
                    <a:pt x="1779" y="379"/>
                  </a:cubicBezTo>
                  <a:cubicBezTo>
                    <a:pt x="1779" y="377"/>
                    <a:pt x="1779" y="373"/>
                    <a:pt x="1776" y="375"/>
                  </a:cubicBezTo>
                  <a:cubicBezTo>
                    <a:pt x="1773" y="377"/>
                    <a:pt x="1767" y="376"/>
                    <a:pt x="1766" y="373"/>
                  </a:cubicBezTo>
                  <a:cubicBezTo>
                    <a:pt x="1765" y="370"/>
                    <a:pt x="1773" y="368"/>
                    <a:pt x="1778" y="370"/>
                  </a:cubicBezTo>
                  <a:cubicBezTo>
                    <a:pt x="1783" y="372"/>
                    <a:pt x="1781" y="374"/>
                    <a:pt x="1784" y="376"/>
                  </a:cubicBezTo>
                  <a:cubicBezTo>
                    <a:pt x="1786" y="377"/>
                    <a:pt x="1793" y="377"/>
                    <a:pt x="1796" y="375"/>
                  </a:cubicBezTo>
                  <a:cubicBezTo>
                    <a:pt x="1800" y="373"/>
                    <a:pt x="1810" y="370"/>
                    <a:pt x="1811" y="367"/>
                  </a:cubicBezTo>
                  <a:cubicBezTo>
                    <a:pt x="1813" y="364"/>
                    <a:pt x="1811" y="363"/>
                    <a:pt x="1815" y="361"/>
                  </a:cubicBezTo>
                  <a:cubicBezTo>
                    <a:pt x="1818" y="360"/>
                    <a:pt x="1815" y="356"/>
                    <a:pt x="1813" y="355"/>
                  </a:cubicBezTo>
                  <a:cubicBezTo>
                    <a:pt x="1810" y="353"/>
                    <a:pt x="1810" y="349"/>
                    <a:pt x="1813" y="349"/>
                  </a:cubicBezTo>
                  <a:cubicBezTo>
                    <a:pt x="1816" y="349"/>
                    <a:pt x="1816" y="346"/>
                    <a:pt x="1818" y="346"/>
                  </a:cubicBezTo>
                  <a:cubicBezTo>
                    <a:pt x="1820" y="345"/>
                    <a:pt x="1820" y="347"/>
                    <a:pt x="1824" y="345"/>
                  </a:cubicBezTo>
                  <a:cubicBezTo>
                    <a:pt x="1827" y="343"/>
                    <a:pt x="1824" y="348"/>
                    <a:pt x="1822" y="351"/>
                  </a:cubicBezTo>
                  <a:cubicBezTo>
                    <a:pt x="1820" y="354"/>
                    <a:pt x="1826" y="357"/>
                    <a:pt x="1826" y="359"/>
                  </a:cubicBezTo>
                  <a:cubicBezTo>
                    <a:pt x="1827" y="361"/>
                    <a:pt x="1834" y="361"/>
                    <a:pt x="1838" y="359"/>
                  </a:cubicBezTo>
                  <a:cubicBezTo>
                    <a:pt x="1842" y="357"/>
                    <a:pt x="1855" y="362"/>
                    <a:pt x="1855" y="365"/>
                  </a:cubicBezTo>
                  <a:cubicBezTo>
                    <a:pt x="1856" y="368"/>
                    <a:pt x="1858" y="372"/>
                    <a:pt x="1863" y="375"/>
                  </a:cubicBezTo>
                  <a:cubicBezTo>
                    <a:pt x="1869" y="377"/>
                    <a:pt x="1874" y="376"/>
                    <a:pt x="1875" y="379"/>
                  </a:cubicBezTo>
                  <a:cubicBezTo>
                    <a:pt x="1876" y="381"/>
                    <a:pt x="1878" y="383"/>
                    <a:pt x="1881" y="382"/>
                  </a:cubicBezTo>
                  <a:cubicBezTo>
                    <a:pt x="1884" y="381"/>
                    <a:pt x="1885" y="385"/>
                    <a:pt x="1887" y="383"/>
                  </a:cubicBezTo>
                  <a:cubicBezTo>
                    <a:pt x="1890" y="381"/>
                    <a:pt x="1891" y="384"/>
                    <a:pt x="1894" y="381"/>
                  </a:cubicBezTo>
                  <a:cubicBezTo>
                    <a:pt x="1896" y="379"/>
                    <a:pt x="1887" y="377"/>
                    <a:pt x="1889" y="375"/>
                  </a:cubicBezTo>
                  <a:cubicBezTo>
                    <a:pt x="1890" y="373"/>
                    <a:pt x="1892" y="377"/>
                    <a:pt x="1894" y="376"/>
                  </a:cubicBezTo>
                  <a:cubicBezTo>
                    <a:pt x="1897" y="376"/>
                    <a:pt x="1893" y="371"/>
                    <a:pt x="1895" y="371"/>
                  </a:cubicBezTo>
                  <a:cubicBezTo>
                    <a:pt x="1897" y="370"/>
                    <a:pt x="1896" y="360"/>
                    <a:pt x="1894" y="360"/>
                  </a:cubicBezTo>
                  <a:cubicBezTo>
                    <a:pt x="1892" y="359"/>
                    <a:pt x="1893" y="356"/>
                    <a:pt x="1897" y="358"/>
                  </a:cubicBezTo>
                  <a:cubicBezTo>
                    <a:pt x="1901" y="361"/>
                    <a:pt x="1907" y="361"/>
                    <a:pt x="1910" y="361"/>
                  </a:cubicBezTo>
                  <a:cubicBezTo>
                    <a:pt x="1913" y="361"/>
                    <a:pt x="1910" y="358"/>
                    <a:pt x="1907" y="358"/>
                  </a:cubicBezTo>
                  <a:cubicBezTo>
                    <a:pt x="1904" y="357"/>
                    <a:pt x="1908" y="355"/>
                    <a:pt x="1910" y="357"/>
                  </a:cubicBezTo>
                  <a:cubicBezTo>
                    <a:pt x="1912" y="359"/>
                    <a:pt x="1915" y="360"/>
                    <a:pt x="1916" y="358"/>
                  </a:cubicBezTo>
                  <a:cubicBezTo>
                    <a:pt x="1916" y="356"/>
                    <a:pt x="1918" y="351"/>
                    <a:pt x="1922" y="351"/>
                  </a:cubicBezTo>
                  <a:cubicBezTo>
                    <a:pt x="1925" y="352"/>
                    <a:pt x="1926" y="350"/>
                    <a:pt x="1923" y="348"/>
                  </a:cubicBezTo>
                  <a:close/>
                  <a:moveTo>
                    <a:pt x="993" y="567"/>
                  </a:moveTo>
                  <a:cubicBezTo>
                    <a:pt x="984" y="576"/>
                    <a:pt x="965" y="578"/>
                    <a:pt x="965" y="585"/>
                  </a:cubicBezTo>
                  <a:cubicBezTo>
                    <a:pt x="965" y="592"/>
                    <a:pt x="942" y="595"/>
                    <a:pt x="940" y="592"/>
                  </a:cubicBezTo>
                  <a:cubicBezTo>
                    <a:pt x="938" y="589"/>
                    <a:pt x="957" y="589"/>
                    <a:pt x="961" y="579"/>
                  </a:cubicBezTo>
                  <a:cubicBezTo>
                    <a:pt x="966" y="569"/>
                    <a:pt x="983" y="563"/>
                    <a:pt x="991" y="550"/>
                  </a:cubicBezTo>
                  <a:cubicBezTo>
                    <a:pt x="997" y="541"/>
                    <a:pt x="1002" y="526"/>
                    <a:pt x="1006" y="527"/>
                  </a:cubicBezTo>
                  <a:cubicBezTo>
                    <a:pt x="1009" y="528"/>
                    <a:pt x="1003" y="559"/>
                    <a:pt x="993" y="567"/>
                  </a:cubicBezTo>
                  <a:close/>
                  <a:moveTo>
                    <a:pt x="385" y="202"/>
                  </a:moveTo>
                  <a:cubicBezTo>
                    <a:pt x="385" y="206"/>
                    <a:pt x="383" y="208"/>
                    <a:pt x="377" y="208"/>
                  </a:cubicBezTo>
                  <a:cubicBezTo>
                    <a:pt x="370" y="208"/>
                    <a:pt x="380" y="212"/>
                    <a:pt x="380" y="216"/>
                  </a:cubicBezTo>
                  <a:cubicBezTo>
                    <a:pt x="381" y="219"/>
                    <a:pt x="374" y="217"/>
                    <a:pt x="374" y="222"/>
                  </a:cubicBezTo>
                  <a:cubicBezTo>
                    <a:pt x="373" y="228"/>
                    <a:pt x="361" y="222"/>
                    <a:pt x="360" y="230"/>
                  </a:cubicBezTo>
                  <a:cubicBezTo>
                    <a:pt x="358" y="237"/>
                    <a:pt x="366" y="236"/>
                    <a:pt x="371" y="236"/>
                  </a:cubicBezTo>
                  <a:cubicBezTo>
                    <a:pt x="376" y="237"/>
                    <a:pt x="369" y="242"/>
                    <a:pt x="373" y="245"/>
                  </a:cubicBezTo>
                  <a:cubicBezTo>
                    <a:pt x="377" y="248"/>
                    <a:pt x="380" y="247"/>
                    <a:pt x="377" y="241"/>
                  </a:cubicBezTo>
                  <a:cubicBezTo>
                    <a:pt x="375" y="235"/>
                    <a:pt x="391" y="243"/>
                    <a:pt x="386" y="247"/>
                  </a:cubicBezTo>
                  <a:cubicBezTo>
                    <a:pt x="381" y="252"/>
                    <a:pt x="394" y="255"/>
                    <a:pt x="401" y="255"/>
                  </a:cubicBezTo>
                  <a:cubicBezTo>
                    <a:pt x="407" y="256"/>
                    <a:pt x="429" y="260"/>
                    <a:pt x="430" y="255"/>
                  </a:cubicBezTo>
                  <a:cubicBezTo>
                    <a:pt x="430" y="252"/>
                    <a:pt x="422" y="249"/>
                    <a:pt x="415" y="242"/>
                  </a:cubicBezTo>
                  <a:cubicBezTo>
                    <a:pt x="408" y="234"/>
                    <a:pt x="403" y="222"/>
                    <a:pt x="411" y="217"/>
                  </a:cubicBezTo>
                  <a:cubicBezTo>
                    <a:pt x="419" y="212"/>
                    <a:pt x="412" y="210"/>
                    <a:pt x="420" y="204"/>
                  </a:cubicBezTo>
                  <a:cubicBezTo>
                    <a:pt x="428" y="199"/>
                    <a:pt x="423" y="193"/>
                    <a:pt x="430" y="193"/>
                  </a:cubicBezTo>
                  <a:cubicBezTo>
                    <a:pt x="436" y="192"/>
                    <a:pt x="429" y="186"/>
                    <a:pt x="436" y="185"/>
                  </a:cubicBezTo>
                  <a:cubicBezTo>
                    <a:pt x="442" y="184"/>
                    <a:pt x="444" y="177"/>
                    <a:pt x="443" y="174"/>
                  </a:cubicBezTo>
                  <a:cubicBezTo>
                    <a:pt x="442" y="171"/>
                    <a:pt x="450" y="174"/>
                    <a:pt x="453" y="170"/>
                  </a:cubicBezTo>
                  <a:cubicBezTo>
                    <a:pt x="457" y="166"/>
                    <a:pt x="466" y="169"/>
                    <a:pt x="468" y="163"/>
                  </a:cubicBezTo>
                  <a:cubicBezTo>
                    <a:pt x="471" y="158"/>
                    <a:pt x="509" y="145"/>
                    <a:pt x="531" y="140"/>
                  </a:cubicBezTo>
                  <a:cubicBezTo>
                    <a:pt x="553" y="135"/>
                    <a:pt x="568" y="126"/>
                    <a:pt x="560" y="120"/>
                  </a:cubicBezTo>
                  <a:cubicBezTo>
                    <a:pt x="552" y="114"/>
                    <a:pt x="531" y="122"/>
                    <a:pt x="525" y="126"/>
                  </a:cubicBezTo>
                  <a:cubicBezTo>
                    <a:pt x="520" y="131"/>
                    <a:pt x="512" y="128"/>
                    <a:pt x="507" y="131"/>
                  </a:cubicBezTo>
                  <a:cubicBezTo>
                    <a:pt x="502" y="134"/>
                    <a:pt x="490" y="136"/>
                    <a:pt x="485" y="133"/>
                  </a:cubicBezTo>
                  <a:cubicBezTo>
                    <a:pt x="479" y="129"/>
                    <a:pt x="472" y="137"/>
                    <a:pt x="468" y="137"/>
                  </a:cubicBezTo>
                  <a:cubicBezTo>
                    <a:pt x="464" y="136"/>
                    <a:pt x="459" y="141"/>
                    <a:pt x="454" y="141"/>
                  </a:cubicBezTo>
                  <a:cubicBezTo>
                    <a:pt x="449" y="140"/>
                    <a:pt x="440" y="144"/>
                    <a:pt x="439" y="147"/>
                  </a:cubicBezTo>
                  <a:cubicBezTo>
                    <a:pt x="439" y="150"/>
                    <a:pt x="431" y="149"/>
                    <a:pt x="431" y="152"/>
                  </a:cubicBezTo>
                  <a:cubicBezTo>
                    <a:pt x="431" y="156"/>
                    <a:pt x="424" y="159"/>
                    <a:pt x="421" y="156"/>
                  </a:cubicBezTo>
                  <a:cubicBezTo>
                    <a:pt x="418" y="153"/>
                    <a:pt x="414" y="159"/>
                    <a:pt x="418" y="163"/>
                  </a:cubicBezTo>
                  <a:cubicBezTo>
                    <a:pt x="423" y="168"/>
                    <a:pt x="410" y="168"/>
                    <a:pt x="412" y="171"/>
                  </a:cubicBezTo>
                  <a:cubicBezTo>
                    <a:pt x="414" y="173"/>
                    <a:pt x="407" y="175"/>
                    <a:pt x="409" y="178"/>
                  </a:cubicBezTo>
                  <a:cubicBezTo>
                    <a:pt x="410" y="181"/>
                    <a:pt x="404" y="182"/>
                    <a:pt x="399" y="183"/>
                  </a:cubicBezTo>
                  <a:cubicBezTo>
                    <a:pt x="394" y="184"/>
                    <a:pt x="391" y="191"/>
                    <a:pt x="398" y="191"/>
                  </a:cubicBezTo>
                  <a:cubicBezTo>
                    <a:pt x="404" y="191"/>
                    <a:pt x="394" y="192"/>
                    <a:pt x="395" y="197"/>
                  </a:cubicBezTo>
                  <a:cubicBezTo>
                    <a:pt x="395" y="202"/>
                    <a:pt x="384" y="199"/>
                    <a:pt x="385" y="202"/>
                  </a:cubicBezTo>
                  <a:close/>
                  <a:moveTo>
                    <a:pt x="430" y="29"/>
                  </a:moveTo>
                  <a:cubicBezTo>
                    <a:pt x="431" y="32"/>
                    <a:pt x="429" y="32"/>
                    <a:pt x="422" y="32"/>
                  </a:cubicBezTo>
                  <a:cubicBezTo>
                    <a:pt x="415" y="32"/>
                    <a:pt x="412" y="36"/>
                    <a:pt x="415" y="39"/>
                  </a:cubicBezTo>
                  <a:cubicBezTo>
                    <a:pt x="419" y="42"/>
                    <a:pt x="437" y="41"/>
                    <a:pt x="440" y="37"/>
                  </a:cubicBezTo>
                  <a:cubicBezTo>
                    <a:pt x="443" y="33"/>
                    <a:pt x="451" y="36"/>
                    <a:pt x="452" y="32"/>
                  </a:cubicBezTo>
                  <a:cubicBezTo>
                    <a:pt x="453" y="28"/>
                    <a:pt x="429" y="26"/>
                    <a:pt x="430" y="29"/>
                  </a:cubicBezTo>
                  <a:close/>
                  <a:moveTo>
                    <a:pt x="387" y="33"/>
                  </a:moveTo>
                  <a:cubicBezTo>
                    <a:pt x="387" y="28"/>
                    <a:pt x="370" y="34"/>
                    <a:pt x="373" y="35"/>
                  </a:cubicBezTo>
                  <a:cubicBezTo>
                    <a:pt x="376" y="36"/>
                    <a:pt x="387" y="39"/>
                    <a:pt x="387" y="33"/>
                  </a:cubicBezTo>
                  <a:close/>
                  <a:moveTo>
                    <a:pt x="429" y="11"/>
                  </a:moveTo>
                  <a:cubicBezTo>
                    <a:pt x="437" y="11"/>
                    <a:pt x="434" y="6"/>
                    <a:pt x="440" y="7"/>
                  </a:cubicBezTo>
                  <a:cubicBezTo>
                    <a:pt x="445" y="7"/>
                    <a:pt x="452" y="7"/>
                    <a:pt x="449" y="4"/>
                  </a:cubicBezTo>
                  <a:cubicBezTo>
                    <a:pt x="447" y="0"/>
                    <a:pt x="427" y="2"/>
                    <a:pt x="429" y="4"/>
                  </a:cubicBezTo>
                  <a:cubicBezTo>
                    <a:pt x="431" y="7"/>
                    <a:pt x="414" y="6"/>
                    <a:pt x="414" y="7"/>
                  </a:cubicBezTo>
                  <a:cubicBezTo>
                    <a:pt x="415" y="9"/>
                    <a:pt x="421" y="11"/>
                    <a:pt x="429" y="11"/>
                  </a:cubicBezTo>
                  <a:close/>
                  <a:moveTo>
                    <a:pt x="487" y="23"/>
                  </a:moveTo>
                  <a:cubicBezTo>
                    <a:pt x="490" y="20"/>
                    <a:pt x="483" y="20"/>
                    <a:pt x="482" y="17"/>
                  </a:cubicBezTo>
                  <a:cubicBezTo>
                    <a:pt x="482" y="14"/>
                    <a:pt x="463" y="13"/>
                    <a:pt x="464" y="16"/>
                  </a:cubicBezTo>
                  <a:cubicBezTo>
                    <a:pt x="465" y="20"/>
                    <a:pt x="451" y="23"/>
                    <a:pt x="455" y="27"/>
                  </a:cubicBezTo>
                  <a:cubicBezTo>
                    <a:pt x="463" y="33"/>
                    <a:pt x="485" y="26"/>
                    <a:pt x="487" y="23"/>
                  </a:cubicBezTo>
                  <a:close/>
                  <a:moveTo>
                    <a:pt x="434" y="17"/>
                  </a:moveTo>
                  <a:cubicBezTo>
                    <a:pt x="435" y="10"/>
                    <a:pt x="424" y="16"/>
                    <a:pt x="415" y="12"/>
                  </a:cubicBezTo>
                  <a:cubicBezTo>
                    <a:pt x="406" y="9"/>
                    <a:pt x="401" y="9"/>
                    <a:pt x="407" y="14"/>
                  </a:cubicBezTo>
                  <a:cubicBezTo>
                    <a:pt x="410" y="16"/>
                    <a:pt x="392" y="18"/>
                    <a:pt x="395" y="21"/>
                  </a:cubicBezTo>
                  <a:cubicBezTo>
                    <a:pt x="401" y="27"/>
                    <a:pt x="433" y="24"/>
                    <a:pt x="434" y="17"/>
                  </a:cubicBezTo>
                  <a:close/>
                </a:path>
              </a:pathLst>
            </a:custGeom>
            <a:grpFill/>
            <a:ln w="9525">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1" name="Freeform 158"/>
            <p:cNvSpPr>
              <a:spLocks noChangeArrowheads="1"/>
            </p:cNvSpPr>
            <p:nvPr/>
          </p:nvSpPr>
          <p:spPr bwMode="auto">
            <a:xfrm>
              <a:off x="3908438" y="2347914"/>
              <a:ext cx="395289" cy="415926"/>
            </a:xfrm>
            <a:custGeom>
              <a:avLst/>
              <a:gdLst>
                <a:gd name="T0" fmla="*/ 184 w 206"/>
                <a:gd name="T1" fmla="*/ 102 h 218"/>
                <a:gd name="T2" fmla="*/ 184 w 206"/>
                <a:gd name="T3" fmla="*/ 95 h 218"/>
                <a:gd name="T4" fmla="*/ 181 w 206"/>
                <a:gd name="T5" fmla="*/ 91 h 218"/>
                <a:gd name="T6" fmla="*/ 186 w 206"/>
                <a:gd name="T7" fmla="*/ 81 h 218"/>
                <a:gd name="T8" fmla="*/ 189 w 206"/>
                <a:gd name="T9" fmla="*/ 71 h 218"/>
                <a:gd name="T10" fmla="*/ 194 w 206"/>
                <a:gd name="T11" fmla="*/ 54 h 218"/>
                <a:gd name="T12" fmla="*/ 203 w 206"/>
                <a:gd name="T13" fmla="*/ 44 h 218"/>
                <a:gd name="T14" fmla="*/ 203 w 206"/>
                <a:gd name="T15" fmla="*/ 33 h 218"/>
                <a:gd name="T16" fmla="*/ 204 w 206"/>
                <a:gd name="T17" fmla="*/ 23 h 218"/>
                <a:gd name="T18" fmla="*/ 185 w 206"/>
                <a:gd name="T19" fmla="*/ 13 h 218"/>
                <a:gd name="T20" fmla="*/ 172 w 206"/>
                <a:gd name="T21" fmla="*/ 13 h 218"/>
                <a:gd name="T22" fmla="*/ 164 w 206"/>
                <a:gd name="T23" fmla="*/ 4 h 218"/>
                <a:gd name="T24" fmla="*/ 156 w 206"/>
                <a:gd name="T25" fmla="*/ 6 h 218"/>
                <a:gd name="T26" fmla="*/ 134 w 206"/>
                <a:gd name="T27" fmla="*/ 6 h 218"/>
                <a:gd name="T28" fmla="*/ 114 w 206"/>
                <a:gd name="T29" fmla="*/ 9 h 218"/>
                <a:gd name="T30" fmla="*/ 89 w 206"/>
                <a:gd name="T31" fmla="*/ 13 h 218"/>
                <a:gd name="T32" fmla="*/ 68 w 206"/>
                <a:gd name="T33" fmla="*/ 16 h 218"/>
                <a:gd name="T34" fmla="*/ 66 w 206"/>
                <a:gd name="T35" fmla="*/ 35 h 218"/>
                <a:gd name="T36" fmla="*/ 53 w 206"/>
                <a:gd name="T37" fmla="*/ 71 h 218"/>
                <a:gd name="T38" fmla="*/ 43 w 206"/>
                <a:gd name="T39" fmla="*/ 102 h 218"/>
                <a:gd name="T40" fmla="*/ 32 w 206"/>
                <a:gd name="T41" fmla="*/ 117 h 218"/>
                <a:gd name="T42" fmla="*/ 18 w 206"/>
                <a:gd name="T43" fmla="*/ 117 h 218"/>
                <a:gd name="T44" fmla="*/ 0 w 206"/>
                <a:gd name="T45" fmla="*/ 121 h 218"/>
                <a:gd name="T46" fmla="*/ 4 w 206"/>
                <a:gd name="T47" fmla="*/ 135 h 218"/>
                <a:gd name="T48" fmla="*/ 47 w 206"/>
                <a:gd name="T49" fmla="*/ 132 h 218"/>
                <a:gd name="T50" fmla="*/ 53 w 206"/>
                <a:gd name="T51" fmla="*/ 150 h 218"/>
                <a:gd name="T52" fmla="*/ 76 w 206"/>
                <a:gd name="T53" fmla="*/ 155 h 218"/>
                <a:gd name="T54" fmla="*/ 89 w 206"/>
                <a:gd name="T55" fmla="*/ 145 h 218"/>
                <a:gd name="T56" fmla="*/ 102 w 206"/>
                <a:gd name="T57" fmla="*/ 149 h 218"/>
                <a:gd name="T58" fmla="*/ 103 w 206"/>
                <a:gd name="T59" fmla="*/ 174 h 218"/>
                <a:gd name="T60" fmla="*/ 108 w 206"/>
                <a:gd name="T61" fmla="*/ 192 h 218"/>
                <a:gd name="T62" fmla="*/ 124 w 206"/>
                <a:gd name="T63" fmla="*/ 188 h 218"/>
                <a:gd name="T64" fmla="*/ 130 w 206"/>
                <a:gd name="T65" fmla="*/ 191 h 218"/>
                <a:gd name="T66" fmla="*/ 140 w 206"/>
                <a:gd name="T67" fmla="*/ 193 h 218"/>
                <a:gd name="T68" fmla="*/ 153 w 206"/>
                <a:gd name="T69" fmla="*/ 201 h 218"/>
                <a:gd name="T70" fmla="*/ 162 w 206"/>
                <a:gd name="T71" fmla="*/ 198 h 218"/>
                <a:gd name="T72" fmla="*/ 177 w 206"/>
                <a:gd name="T73" fmla="*/ 206 h 218"/>
                <a:gd name="T74" fmla="*/ 189 w 206"/>
                <a:gd name="T75" fmla="*/ 216 h 218"/>
                <a:gd name="T76" fmla="*/ 190 w 206"/>
                <a:gd name="T77" fmla="*/ 203 h 218"/>
                <a:gd name="T78" fmla="*/ 175 w 206"/>
                <a:gd name="T79" fmla="*/ 196 h 218"/>
                <a:gd name="T80" fmla="*/ 178 w 206"/>
                <a:gd name="T81" fmla="*/ 173 h 218"/>
                <a:gd name="T82" fmla="*/ 182 w 206"/>
                <a:gd name="T83" fmla="*/ 160 h 218"/>
                <a:gd name="T84" fmla="*/ 196 w 206"/>
                <a:gd name="T85" fmla="*/ 157 h 218"/>
                <a:gd name="T86" fmla="*/ 189 w 206"/>
                <a:gd name="T87" fmla="*/ 144 h 21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6"/>
                <a:gd name="T133" fmla="*/ 0 h 218"/>
                <a:gd name="T134" fmla="*/ 206 w 206"/>
                <a:gd name="T135" fmla="*/ 218 h 21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6" h="218">
                  <a:moveTo>
                    <a:pt x="189" y="144"/>
                  </a:moveTo>
                  <a:cubicBezTo>
                    <a:pt x="183" y="141"/>
                    <a:pt x="181" y="103"/>
                    <a:pt x="184" y="102"/>
                  </a:cubicBezTo>
                  <a:cubicBezTo>
                    <a:pt x="184" y="102"/>
                    <a:pt x="185" y="102"/>
                    <a:pt x="185" y="103"/>
                  </a:cubicBezTo>
                  <a:cubicBezTo>
                    <a:pt x="184" y="95"/>
                    <a:pt x="184" y="95"/>
                    <a:pt x="184" y="95"/>
                  </a:cubicBezTo>
                  <a:cubicBezTo>
                    <a:pt x="184" y="95"/>
                    <a:pt x="184" y="94"/>
                    <a:pt x="184" y="94"/>
                  </a:cubicBezTo>
                  <a:cubicBezTo>
                    <a:pt x="183" y="94"/>
                    <a:pt x="181" y="93"/>
                    <a:pt x="181" y="91"/>
                  </a:cubicBezTo>
                  <a:cubicBezTo>
                    <a:pt x="181" y="88"/>
                    <a:pt x="184" y="88"/>
                    <a:pt x="184" y="88"/>
                  </a:cubicBezTo>
                  <a:cubicBezTo>
                    <a:pt x="184" y="88"/>
                    <a:pt x="183" y="82"/>
                    <a:pt x="186" y="81"/>
                  </a:cubicBezTo>
                  <a:cubicBezTo>
                    <a:pt x="187" y="80"/>
                    <a:pt x="187" y="80"/>
                    <a:pt x="187" y="79"/>
                  </a:cubicBezTo>
                  <a:cubicBezTo>
                    <a:pt x="189" y="78"/>
                    <a:pt x="189" y="74"/>
                    <a:pt x="189" y="71"/>
                  </a:cubicBezTo>
                  <a:cubicBezTo>
                    <a:pt x="189" y="68"/>
                    <a:pt x="190" y="64"/>
                    <a:pt x="191" y="62"/>
                  </a:cubicBezTo>
                  <a:cubicBezTo>
                    <a:pt x="193" y="59"/>
                    <a:pt x="192" y="55"/>
                    <a:pt x="194" y="54"/>
                  </a:cubicBezTo>
                  <a:cubicBezTo>
                    <a:pt x="196" y="52"/>
                    <a:pt x="196" y="48"/>
                    <a:pt x="198" y="47"/>
                  </a:cubicBezTo>
                  <a:cubicBezTo>
                    <a:pt x="201" y="47"/>
                    <a:pt x="203" y="46"/>
                    <a:pt x="203" y="44"/>
                  </a:cubicBezTo>
                  <a:cubicBezTo>
                    <a:pt x="203" y="43"/>
                    <a:pt x="206" y="41"/>
                    <a:pt x="206" y="38"/>
                  </a:cubicBezTo>
                  <a:cubicBezTo>
                    <a:pt x="206" y="36"/>
                    <a:pt x="203" y="36"/>
                    <a:pt x="203" y="33"/>
                  </a:cubicBezTo>
                  <a:cubicBezTo>
                    <a:pt x="203" y="30"/>
                    <a:pt x="204" y="23"/>
                    <a:pt x="204" y="23"/>
                  </a:cubicBezTo>
                  <a:cubicBezTo>
                    <a:pt x="204" y="23"/>
                    <a:pt x="204" y="23"/>
                    <a:pt x="204" y="23"/>
                  </a:cubicBezTo>
                  <a:cubicBezTo>
                    <a:pt x="198" y="18"/>
                    <a:pt x="192" y="13"/>
                    <a:pt x="191" y="12"/>
                  </a:cubicBezTo>
                  <a:cubicBezTo>
                    <a:pt x="189" y="11"/>
                    <a:pt x="185" y="13"/>
                    <a:pt x="185" y="13"/>
                  </a:cubicBezTo>
                  <a:cubicBezTo>
                    <a:pt x="185" y="13"/>
                    <a:pt x="182" y="10"/>
                    <a:pt x="179" y="13"/>
                  </a:cubicBezTo>
                  <a:cubicBezTo>
                    <a:pt x="176" y="15"/>
                    <a:pt x="172" y="13"/>
                    <a:pt x="172" y="13"/>
                  </a:cubicBezTo>
                  <a:cubicBezTo>
                    <a:pt x="172" y="13"/>
                    <a:pt x="168" y="11"/>
                    <a:pt x="167" y="7"/>
                  </a:cubicBezTo>
                  <a:cubicBezTo>
                    <a:pt x="166" y="6"/>
                    <a:pt x="165" y="5"/>
                    <a:pt x="164" y="4"/>
                  </a:cubicBezTo>
                  <a:cubicBezTo>
                    <a:pt x="164" y="5"/>
                    <a:pt x="164" y="5"/>
                    <a:pt x="164" y="5"/>
                  </a:cubicBezTo>
                  <a:cubicBezTo>
                    <a:pt x="156" y="6"/>
                    <a:pt x="156" y="6"/>
                    <a:pt x="156" y="6"/>
                  </a:cubicBezTo>
                  <a:cubicBezTo>
                    <a:pt x="156" y="6"/>
                    <a:pt x="146" y="0"/>
                    <a:pt x="143" y="5"/>
                  </a:cubicBezTo>
                  <a:cubicBezTo>
                    <a:pt x="141" y="9"/>
                    <a:pt x="139" y="6"/>
                    <a:pt x="134" y="6"/>
                  </a:cubicBezTo>
                  <a:cubicBezTo>
                    <a:pt x="130" y="6"/>
                    <a:pt x="125" y="8"/>
                    <a:pt x="123" y="9"/>
                  </a:cubicBezTo>
                  <a:cubicBezTo>
                    <a:pt x="120" y="11"/>
                    <a:pt x="116" y="8"/>
                    <a:pt x="114" y="9"/>
                  </a:cubicBezTo>
                  <a:cubicBezTo>
                    <a:pt x="111" y="11"/>
                    <a:pt x="110" y="17"/>
                    <a:pt x="110" y="17"/>
                  </a:cubicBezTo>
                  <a:cubicBezTo>
                    <a:pt x="89" y="13"/>
                    <a:pt x="89" y="13"/>
                    <a:pt x="89" y="13"/>
                  </a:cubicBezTo>
                  <a:cubicBezTo>
                    <a:pt x="89" y="13"/>
                    <a:pt x="84" y="7"/>
                    <a:pt x="79" y="7"/>
                  </a:cubicBezTo>
                  <a:cubicBezTo>
                    <a:pt x="75" y="7"/>
                    <a:pt x="68" y="16"/>
                    <a:pt x="68" y="16"/>
                  </a:cubicBezTo>
                  <a:cubicBezTo>
                    <a:pt x="68" y="23"/>
                    <a:pt x="68" y="23"/>
                    <a:pt x="68" y="23"/>
                  </a:cubicBezTo>
                  <a:cubicBezTo>
                    <a:pt x="69" y="28"/>
                    <a:pt x="67" y="33"/>
                    <a:pt x="66" y="35"/>
                  </a:cubicBezTo>
                  <a:cubicBezTo>
                    <a:pt x="64" y="38"/>
                    <a:pt x="62" y="40"/>
                    <a:pt x="62" y="47"/>
                  </a:cubicBezTo>
                  <a:cubicBezTo>
                    <a:pt x="62" y="54"/>
                    <a:pt x="53" y="65"/>
                    <a:pt x="53" y="71"/>
                  </a:cubicBezTo>
                  <a:cubicBezTo>
                    <a:pt x="53" y="76"/>
                    <a:pt x="44" y="80"/>
                    <a:pt x="44" y="83"/>
                  </a:cubicBezTo>
                  <a:cubicBezTo>
                    <a:pt x="44" y="87"/>
                    <a:pt x="43" y="94"/>
                    <a:pt x="43" y="102"/>
                  </a:cubicBezTo>
                  <a:cubicBezTo>
                    <a:pt x="43" y="110"/>
                    <a:pt x="39" y="103"/>
                    <a:pt x="39" y="110"/>
                  </a:cubicBezTo>
                  <a:cubicBezTo>
                    <a:pt x="39" y="117"/>
                    <a:pt x="35" y="113"/>
                    <a:pt x="32" y="117"/>
                  </a:cubicBezTo>
                  <a:cubicBezTo>
                    <a:pt x="28" y="120"/>
                    <a:pt x="27" y="121"/>
                    <a:pt x="27" y="117"/>
                  </a:cubicBezTo>
                  <a:cubicBezTo>
                    <a:pt x="27" y="114"/>
                    <a:pt x="22" y="113"/>
                    <a:pt x="18" y="117"/>
                  </a:cubicBezTo>
                  <a:cubicBezTo>
                    <a:pt x="14" y="120"/>
                    <a:pt x="12" y="117"/>
                    <a:pt x="10" y="116"/>
                  </a:cubicBezTo>
                  <a:cubicBezTo>
                    <a:pt x="9" y="115"/>
                    <a:pt x="4" y="118"/>
                    <a:pt x="0" y="121"/>
                  </a:cubicBezTo>
                  <a:cubicBezTo>
                    <a:pt x="2" y="126"/>
                    <a:pt x="3" y="130"/>
                    <a:pt x="4" y="134"/>
                  </a:cubicBezTo>
                  <a:cubicBezTo>
                    <a:pt x="4" y="134"/>
                    <a:pt x="4" y="135"/>
                    <a:pt x="4" y="135"/>
                  </a:cubicBezTo>
                  <a:cubicBezTo>
                    <a:pt x="6" y="133"/>
                    <a:pt x="9" y="132"/>
                    <a:pt x="10" y="132"/>
                  </a:cubicBezTo>
                  <a:cubicBezTo>
                    <a:pt x="14" y="131"/>
                    <a:pt x="47" y="132"/>
                    <a:pt x="47" y="132"/>
                  </a:cubicBezTo>
                  <a:cubicBezTo>
                    <a:pt x="47" y="132"/>
                    <a:pt x="50" y="137"/>
                    <a:pt x="49" y="141"/>
                  </a:cubicBezTo>
                  <a:cubicBezTo>
                    <a:pt x="48" y="146"/>
                    <a:pt x="51" y="144"/>
                    <a:pt x="53" y="150"/>
                  </a:cubicBezTo>
                  <a:cubicBezTo>
                    <a:pt x="56" y="156"/>
                    <a:pt x="58" y="158"/>
                    <a:pt x="63" y="157"/>
                  </a:cubicBezTo>
                  <a:cubicBezTo>
                    <a:pt x="68" y="155"/>
                    <a:pt x="74" y="154"/>
                    <a:pt x="76" y="155"/>
                  </a:cubicBezTo>
                  <a:cubicBezTo>
                    <a:pt x="78" y="155"/>
                    <a:pt x="77" y="146"/>
                    <a:pt x="80" y="145"/>
                  </a:cubicBezTo>
                  <a:cubicBezTo>
                    <a:pt x="83" y="143"/>
                    <a:pt x="89" y="145"/>
                    <a:pt x="89" y="145"/>
                  </a:cubicBezTo>
                  <a:cubicBezTo>
                    <a:pt x="89" y="145"/>
                    <a:pt x="90" y="147"/>
                    <a:pt x="95" y="147"/>
                  </a:cubicBezTo>
                  <a:cubicBezTo>
                    <a:pt x="100" y="147"/>
                    <a:pt x="102" y="145"/>
                    <a:pt x="102" y="149"/>
                  </a:cubicBezTo>
                  <a:cubicBezTo>
                    <a:pt x="102" y="152"/>
                    <a:pt x="103" y="156"/>
                    <a:pt x="104" y="158"/>
                  </a:cubicBezTo>
                  <a:cubicBezTo>
                    <a:pt x="106" y="159"/>
                    <a:pt x="100" y="172"/>
                    <a:pt x="103" y="174"/>
                  </a:cubicBezTo>
                  <a:cubicBezTo>
                    <a:pt x="105" y="176"/>
                    <a:pt x="109" y="180"/>
                    <a:pt x="108" y="183"/>
                  </a:cubicBezTo>
                  <a:cubicBezTo>
                    <a:pt x="108" y="185"/>
                    <a:pt x="106" y="191"/>
                    <a:pt x="108" y="192"/>
                  </a:cubicBezTo>
                  <a:cubicBezTo>
                    <a:pt x="110" y="192"/>
                    <a:pt x="111" y="189"/>
                    <a:pt x="114" y="189"/>
                  </a:cubicBezTo>
                  <a:cubicBezTo>
                    <a:pt x="118" y="189"/>
                    <a:pt x="121" y="189"/>
                    <a:pt x="124" y="188"/>
                  </a:cubicBezTo>
                  <a:cubicBezTo>
                    <a:pt x="126" y="187"/>
                    <a:pt x="127" y="187"/>
                    <a:pt x="127" y="188"/>
                  </a:cubicBezTo>
                  <a:cubicBezTo>
                    <a:pt x="129" y="189"/>
                    <a:pt x="130" y="191"/>
                    <a:pt x="130" y="191"/>
                  </a:cubicBezTo>
                  <a:cubicBezTo>
                    <a:pt x="130" y="191"/>
                    <a:pt x="131" y="194"/>
                    <a:pt x="133" y="193"/>
                  </a:cubicBezTo>
                  <a:cubicBezTo>
                    <a:pt x="135" y="192"/>
                    <a:pt x="141" y="191"/>
                    <a:pt x="140" y="193"/>
                  </a:cubicBezTo>
                  <a:cubicBezTo>
                    <a:pt x="140" y="195"/>
                    <a:pt x="142" y="199"/>
                    <a:pt x="144" y="198"/>
                  </a:cubicBezTo>
                  <a:cubicBezTo>
                    <a:pt x="146" y="197"/>
                    <a:pt x="151" y="201"/>
                    <a:pt x="153" y="201"/>
                  </a:cubicBezTo>
                  <a:cubicBezTo>
                    <a:pt x="156" y="201"/>
                    <a:pt x="158" y="201"/>
                    <a:pt x="158" y="200"/>
                  </a:cubicBezTo>
                  <a:cubicBezTo>
                    <a:pt x="158" y="198"/>
                    <a:pt x="161" y="196"/>
                    <a:pt x="162" y="198"/>
                  </a:cubicBezTo>
                  <a:cubicBezTo>
                    <a:pt x="163" y="200"/>
                    <a:pt x="166" y="204"/>
                    <a:pt x="168" y="204"/>
                  </a:cubicBezTo>
                  <a:cubicBezTo>
                    <a:pt x="171" y="204"/>
                    <a:pt x="177" y="204"/>
                    <a:pt x="177" y="206"/>
                  </a:cubicBezTo>
                  <a:cubicBezTo>
                    <a:pt x="177" y="208"/>
                    <a:pt x="179" y="214"/>
                    <a:pt x="181" y="216"/>
                  </a:cubicBezTo>
                  <a:cubicBezTo>
                    <a:pt x="184" y="218"/>
                    <a:pt x="189" y="216"/>
                    <a:pt x="189" y="216"/>
                  </a:cubicBezTo>
                  <a:cubicBezTo>
                    <a:pt x="189" y="216"/>
                    <a:pt x="191" y="214"/>
                    <a:pt x="191" y="211"/>
                  </a:cubicBezTo>
                  <a:cubicBezTo>
                    <a:pt x="191" y="207"/>
                    <a:pt x="191" y="203"/>
                    <a:pt x="190" y="203"/>
                  </a:cubicBezTo>
                  <a:cubicBezTo>
                    <a:pt x="188" y="203"/>
                    <a:pt x="186" y="206"/>
                    <a:pt x="182" y="205"/>
                  </a:cubicBezTo>
                  <a:cubicBezTo>
                    <a:pt x="179" y="204"/>
                    <a:pt x="176" y="197"/>
                    <a:pt x="175" y="196"/>
                  </a:cubicBezTo>
                  <a:cubicBezTo>
                    <a:pt x="173" y="195"/>
                    <a:pt x="177" y="189"/>
                    <a:pt x="177" y="186"/>
                  </a:cubicBezTo>
                  <a:cubicBezTo>
                    <a:pt x="177" y="183"/>
                    <a:pt x="180" y="174"/>
                    <a:pt x="178" y="173"/>
                  </a:cubicBezTo>
                  <a:cubicBezTo>
                    <a:pt x="176" y="172"/>
                    <a:pt x="177" y="169"/>
                    <a:pt x="179" y="167"/>
                  </a:cubicBezTo>
                  <a:cubicBezTo>
                    <a:pt x="182" y="165"/>
                    <a:pt x="178" y="160"/>
                    <a:pt x="182" y="160"/>
                  </a:cubicBezTo>
                  <a:cubicBezTo>
                    <a:pt x="186" y="160"/>
                    <a:pt x="194" y="160"/>
                    <a:pt x="196" y="157"/>
                  </a:cubicBezTo>
                  <a:cubicBezTo>
                    <a:pt x="196" y="157"/>
                    <a:pt x="196" y="157"/>
                    <a:pt x="196" y="157"/>
                  </a:cubicBezTo>
                  <a:cubicBezTo>
                    <a:pt x="197" y="156"/>
                    <a:pt x="197" y="156"/>
                    <a:pt x="197" y="155"/>
                  </a:cubicBezTo>
                  <a:cubicBezTo>
                    <a:pt x="195" y="151"/>
                    <a:pt x="192" y="145"/>
                    <a:pt x="189" y="144"/>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2" name="Freeform 159"/>
            <p:cNvSpPr>
              <a:spLocks noChangeArrowheads="1"/>
            </p:cNvSpPr>
            <p:nvPr/>
          </p:nvSpPr>
          <p:spPr bwMode="auto">
            <a:xfrm>
              <a:off x="4260864" y="2520953"/>
              <a:ext cx="34925" cy="46038"/>
            </a:xfrm>
            <a:custGeom>
              <a:avLst/>
              <a:gdLst>
                <a:gd name="T0" fmla="*/ 1 w 18"/>
                <a:gd name="T1" fmla="*/ 12 h 24"/>
                <a:gd name="T2" fmla="*/ 4 w 18"/>
                <a:gd name="T3" fmla="*/ 24 h 24"/>
                <a:gd name="T4" fmla="*/ 9 w 18"/>
                <a:gd name="T5" fmla="*/ 21 h 24"/>
                <a:gd name="T6" fmla="*/ 18 w 18"/>
                <a:gd name="T7" fmla="*/ 8 h 24"/>
                <a:gd name="T8" fmla="*/ 15 w 18"/>
                <a:gd name="T9" fmla="*/ 6 h 24"/>
                <a:gd name="T10" fmla="*/ 14 w 18"/>
                <a:gd name="T11" fmla="*/ 0 h 24"/>
                <a:gd name="T12" fmla="*/ 9 w 18"/>
                <a:gd name="T13" fmla="*/ 0 h 24"/>
                <a:gd name="T14" fmla="*/ 3 w 18"/>
                <a:gd name="T15" fmla="*/ 4 h 24"/>
                <a:gd name="T16" fmla="*/ 0 w 18"/>
                <a:gd name="T17" fmla="*/ 3 h 24"/>
                <a:gd name="T18" fmla="*/ 0 w 18"/>
                <a:gd name="T19" fmla="*/ 4 h 24"/>
                <a:gd name="T20" fmla="*/ 1 w 18"/>
                <a:gd name="T21" fmla="*/ 12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
                <a:gd name="T34" fmla="*/ 0 h 24"/>
                <a:gd name="T35" fmla="*/ 18 w 18"/>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 h="24">
                  <a:moveTo>
                    <a:pt x="1" y="12"/>
                  </a:moveTo>
                  <a:cubicBezTo>
                    <a:pt x="2" y="14"/>
                    <a:pt x="3" y="19"/>
                    <a:pt x="4" y="24"/>
                  </a:cubicBezTo>
                  <a:cubicBezTo>
                    <a:pt x="6" y="22"/>
                    <a:pt x="8" y="21"/>
                    <a:pt x="9" y="21"/>
                  </a:cubicBezTo>
                  <a:cubicBezTo>
                    <a:pt x="11" y="20"/>
                    <a:pt x="18" y="8"/>
                    <a:pt x="18" y="8"/>
                  </a:cubicBezTo>
                  <a:cubicBezTo>
                    <a:pt x="15" y="6"/>
                    <a:pt x="15" y="6"/>
                    <a:pt x="15" y="6"/>
                  </a:cubicBezTo>
                  <a:cubicBezTo>
                    <a:pt x="15" y="6"/>
                    <a:pt x="15" y="3"/>
                    <a:pt x="14" y="0"/>
                  </a:cubicBezTo>
                  <a:cubicBezTo>
                    <a:pt x="12" y="0"/>
                    <a:pt x="9" y="0"/>
                    <a:pt x="9" y="0"/>
                  </a:cubicBezTo>
                  <a:cubicBezTo>
                    <a:pt x="9" y="0"/>
                    <a:pt x="10" y="5"/>
                    <a:pt x="3" y="4"/>
                  </a:cubicBezTo>
                  <a:cubicBezTo>
                    <a:pt x="2" y="3"/>
                    <a:pt x="1" y="3"/>
                    <a:pt x="0" y="3"/>
                  </a:cubicBezTo>
                  <a:cubicBezTo>
                    <a:pt x="0" y="3"/>
                    <a:pt x="0" y="4"/>
                    <a:pt x="0" y="4"/>
                  </a:cubicBezTo>
                  <a:lnTo>
                    <a:pt x="1" y="12"/>
                  </a:ln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3" name="Freeform 160"/>
            <p:cNvSpPr>
              <a:spLocks noChangeArrowheads="1"/>
            </p:cNvSpPr>
            <p:nvPr/>
          </p:nvSpPr>
          <p:spPr bwMode="auto">
            <a:xfrm>
              <a:off x="4281502" y="2698754"/>
              <a:ext cx="230189" cy="368300"/>
            </a:xfrm>
            <a:custGeom>
              <a:avLst/>
              <a:gdLst>
                <a:gd name="T0" fmla="*/ 119 w 120"/>
                <a:gd name="T1" fmla="*/ 50 h 193"/>
                <a:gd name="T2" fmla="*/ 116 w 120"/>
                <a:gd name="T3" fmla="*/ 28 h 193"/>
                <a:gd name="T4" fmla="*/ 115 w 120"/>
                <a:gd name="T5" fmla="*/ 1 h 193"/>
                <a:gd name="T6" fmla="*/ 115 w 120"/>
                <a:gd name="T7" fmla="*/ 0 h 193"/>
                <a:gd name="T8" fmla="*/ 103 w 120"/>
                <a:gd name="T9" fmla="*/ 7 h 193"/>
                <a:gd name="T10" fmla="*/ 95 w 120"/>
                <a:gd name="T11" fmla="*/ 9 h 193"/>
                <a:gd name="T12" fmla="*/ 89 w 120"/>
                <a:gd name="T13" fmla="*/ 8 h 193"/>
                <a:gd name="T14" fmla="*/ 85 w 120"/>
                <a:gd name="T15" fmla="*/ 13 h 193"/>
                <a:gd name="T16" fmla="*/ 78 w 120"/>
                <a:gd name="T17" fmla="*/ 13 h 193"/>
                <a:gd name="T18" fmla="*/ 69 w 120"/>
                <a:gd name="T19" fmla="*/ 15 h 193"/>
                <a:gd name="T20" fmla="*/ 65 w 120"/>
                <a:gd name="T21" fmla="*/ 11 h 193"/>
                <a:gd name="T22" fmla="*/ 58 w 120"/>
                <a:gd name="T23" fmla="*/ 13 h 193"/>
                <a:gd name="T24" fmla="*/ 52 w 120"/>
                <a:gd name="T25" fmla="*/ 12 h 193"/>
                <a:gd name="T26" fmla="*/ 51 w 120"/>
                <a:gd name="T27" fmla="*/ 16 h 193"/>
                <a:gd name="T28" fmla="*/ 56 w 120"/>
                <a:gd name="T29" fmla="*/ 40 h 193"/>
                <a:gd name="T30" fmla="*/ 63 w 120"/>
                <a:gd name="T31" fmla="*/ 46 h 193"/>
                <a:gd name="T32" fmla="*/ 63 w 120"/>
                <a:gd name="T33" fmla="*/ 58 h 193"/>
                <a:gd name="T34" fmla="*/ 57 w 120"/>
                <a:gd name="T35" fmla="*/ 65 h 193"/>
                <a:gd name="T36" fmla="*/ 56 w 120"/>
                <a:gd name="T37" fmla="*/ 75 h 193"/>
                <a:gd name="T38" fmla="*/ 46 w 120"/>
                <a:gd name="T39" fmla="*/ 62 h 193"/>
                <a:gd name="T40" fmla="*/ 48 w 120"/>
                <a:gd name="T41" fmla="*/ 47 h 193"/>
                <a:gd name="T42" fmla="*/ 39 w 120"/>
                <a:gd name="T43" fmla="*/ 46 h 193"/>
                <a:gd name="T44" fmla="*/ 31 w 120"/>
                <a:gd name="T45" fmla="*/ 40 h 193"/>
                <a:gd name="T46" fmla="*/ 0 w 120"/>
                <a:gd name="T47" fmla="*/ 52 h 193"/>
                <a:gd name="T48" fmla="*/ 2 w 120"/>
                <a:gd name="T49" fmla="*/ 60 h 193"/>
                <a:gd name="T50" fmla="*/ 2 w 120"/>
                <a:gd name="T51" fmla="*/ 60 h 193"/>
                <a:gd name="T52" fmla="*/ 3 w 120"/>
                <a:gd name="T53" fmla="*/ 64 h 193"/>
                <a:gd name="T54" fmla="*/ 18 w 120"/>
                <a:gd name="T55" fmla="*/ 67 h 193"/>
                <a:gd name="T56" fmla="*/ 31 w 120"/>
                <a:gd name="T57" fmla="*/ 72 h 193"/>
                <a:gd name="T58" fmla="*/ 31 w 120"/>
                <a:gd name="T59" fmla="*/ 89 h 193"/>
                <a:gd name="T60" fmla="*/ 28 w 120"/>
                <a:gd name="T61" fmla="*/ 99 h 193"/>
                <a:gd name="T62" fmla="*/ 32 w 120"/>
                <a:gd name="T63" fmla="*/ 108 h 193"/>
                <a:gd name="T64" fmla="*/ 26 w 120"/>
                <a:gd name="T65" fmla="*/ 116 h 193"/>
                <a:gd name="T66" fmla="*/ 23 w 120"/>
                <a:gd name="T67" fmla="*/ 127 h 193"/>
                <a:gd name="T68" fmla="*/ 11 w 120"/>
                <a:gd name="T69" fmla="*/ 138 h 193"/>
                <a:gd name="T70" fmla="*/ 12 w 120"/>
                <a:gd name="T71" fmla="*/ 139 h 193"/>
                <a:gd name="T72" fmla="*/ 19 w 120"/>
                <a:gd name="T73" fmla="*/ 160 h 193"/>
                <a:gd name="T74" fmla="*/ 20 w 120"/>
                <a:gd name="T75" fmla="*/ 180 h 193"/>
                <a:gd name="T76" fmla="*/ 21 w 120"/>
                <a:gd name="T77" fmla="*/ 193 h 193"/>
                <a:gd name="T78" fmla="*/ 30 w 120"/>
                <a:gd name="T79" fmla="*/ 193 h 193"/>
                <a:gd name="T80" fmla="*/ 30 w 120"/>
                <a:gd name="T81" fmla="*/ 187 h 193"/>
                <a:gd name="T82" fmla="*/ 26 w 120"/>
                <a:gd name="T83" fmla="*/ 183 h 193"/>
                <a:gd name="T84" fmla="*/ 43 w 120"/>
                <a:gd name="T85" fmla="*/ 170 h 193"/>
                <a:gd name="T86" fmla="*/ 57 w 120"/>
                <a:gd name="T87" fmla="*/ 161 h 193"/>
                <a:gd name="T88" fmla="*/ 59 w 120"/>
                <a:gd name="T89" fmla="*/ 145 h 193"/>
                <a:gd name="T90" fmla="*/ 57 w 120"/>
                <a:gd name="T91" fmla="*/ 130 h 193"/>
                <a:gd name="T92" fmla="*/ 51 w 120"/>
                <a:gd name="T93" fmla="*/ 116 h 193"/>
                <a:gd name="T94" fmla="*/ 53 w 120"/>
                <a:gd name="T95" fmla="*/ 108 h 193"/>
                <a:gd name="T96" fmla="*/ 58 w 120"/>
                <a:gd name="T97" fmla="*/ 102 h 193"/>
                <a:gd name="T98" fmla="*/ 68 w 120"/>
                <a:gd name="T99" fmla="*/ 96 h 193"/>
                <a:gd name="T100" fmla="*/ 79 w 120"/>
                <a:gd name="T101" fmla="*/ 83 h 193"/>
                <a:gd name="T102" fmla="*/ 101 w 120"/>
                <a:gd name="T103" fmla="*/ 73 h 193"/>
                <a:gd name="T104" fmla="*/ 119 w 120"/>
                <a:gd name="T105" fmla="*/ 50 h 19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20"/>
                <a:gd name="T160" fmla="*/ 0 h 193"/>
                <a:gd name="T161" fmla="*/ 120 w 120"/>
                <a:gd name="T162" fmla="*/ 193 h 19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20" h="193">
                  <a:moveTo>
                    <a:pt x="119" y="50"/>
                  </a:moveTo>
                  <a:cubicBezTo>
                    <a:pt x="118" y="47"/>
                    <a:pt x="116" y="33"/>
                    <a:pt x="116" y="28"/>
                  </a:cubicBezTo>
                  <a:cubicBezTo>
                    <a:pt x="117" y="22"/>
                    <a:pt x="115" y="8"/>
                    <a:pt x="115" y="1"/>
                  </a:cubicBezTo>
                  <a:cubicBezTo>
                    <a:pt x="115" y="0"/>
                    <a:pt x="115" y="0"/>
                    <a:pt x="115" y="0"/>
                  </a:cubicBezTo>
                  <a:cubicBezTo>
                    <a:pt x="110" y="3"/>
                    <a:pt x="104" y="5"/>
                    <a:pt x="103" y="7"/>
                  </a:cubicBezTo>
                  <a:cubicBezTo>
                    <a:pt x="102" y="9"/>
                    <a:pt x="98" y="6"/>
                    <a:pt x="95" y="9"/>
                  </a:cubicBezTo>
                  <a:cubicBezTo>
                    <a:pt x="93" y="11"/>
                    <a:pt x="91" y="9"/>
                    <a:pt x="89" y="8"/>
                  </a:cubicBezTo>
                  <a:cubicBezTo>
                    <a:pt x="86" y="8"/>
                    <a:pt x="85" y="11"/>
                    <a:pt x="85" y="13"/>
                  </a:cubicBezTo>
                  <a:cubicBezTo>
                    <a:pt x="85" y="15"/>
                    <a:pt x="80" y="14"/>
                    <a:pt x="78" y="13"/>
                  </a:cubicBezTo>
                  <a:cubicBezTo>
                    <a:pt x="77" y="13"/>
                    <a:pt x="71" y="15"/>
                    <a:pt x="69" y="15"/>
                  </a:cubicBezTo>
                  <a:cubicBezTo>
                    <a:pt x="66" y="15"/>
                    <a:pt x="68" y="12"/>
                    <a:pt x="65" y="11"/>
                  </a:cubicBezTo>
                  <a:cubicBezTo>
                    <a:pt x="62" y="10"/>
                    <a:pt x="60" y="13"/>
                    <a:pt x="58" y="13"/>
                  </a:cubicBezTo>
                  <a:cubicBezTo>
                    <a:pt x="57" y="13"/>
                    <a:pt x="54" y="12"/>
                    <a:pt x="52" y="12"/>
                  </a:cubicBezTo>
                  <a:cubicBezTo>
                    <a:pt x="52" y="13"/>
                    <a:pt x="52" y="15"/>
                    <a:pt x="51" y="16"/>
                  </a:cubicBezTo>
                  <a:cubicBezTo>
                    <a:pt x="49" y="21"/>
                    <a:pt x="56" y="34"/>
                    <a:pt x="56" y="40"/>
                  </a:cubicBezTo>
                  <a:cubicBezTo>
                    <a:pt x="59" y="42"/>
                    <a:pt x="62" y="44"/>
                    <a:pt x="63" y="46"/>
                  </a:cubicBezTo>
                  <a:cubicBezTo>
                    <a:pt x="66" y="50"/>
                    <a:pt x="63" y="50"/>
                    <a:pt x="63" y="58"/>
                  </a:cubicBezTo>
                  <a:cubicBezTo>
                    <a:pt x="64" y="66"/>
                    <a:pt x="60" y="62"/>
                    <a:pt x="57" y="65"/>
                  </a:cubicBezTo>
                  <a:cubicBezTo>
                    <a:pt x="54" y="68"/>
                    <a:pt x="57" y="74"/>
                    <a:pt x="56" y="75"/>
                  </a:cubicBezTo>
                  <a:cubicBezTo>
                    <a:pt x="55" y="77"/>
                    <a:pt x="46" y="64"/>
                    <a:pt x="46" y="62"/>
                  </a:cubicBezTo>
                  <a:cubicBezTo>
                    <a:pt x="45" y="60"/>
                    <a:pt x="49" y="52"/>
                    <a:pt x="48" y="47"/>
                  </a:cubicBezTo>
                  <a:cubicBezTo>
                    <a:pt x="47" y="42"/>
                    <a:pt x="41" y="45"/>
                    <a:pt x="39" y="46"/>
                  </a:cubicBezTo>
                  <a:cubicBezTo>
                    <a:pt x="37" y="46"/>
                    <a:pt x="32" y="40"/>
                    <a:pt x="31" y="40"/>
                  </a:cubicBezTo>
                  <a:cubicBezTo>
                    <a:pt x="30" y="40"/>
                    <a:pt x="0" y="52"/>
                    <a:pt x="0" y="52"/>
                  </a:cubicBezTo>
                  <a:cubicBezTo>
                    <a:pt x="2" y="60"/>
                    <a:pt x="2" y="60"/>
                    <a:pt x="2" y="60"/>
                  </a:cubicBezTo>
                  <a:cubicBezTo>
                    <a:pt x="2" y="60"/>
                    <a:pt x="2" y="60"/>
                    <a:pt x="2" y="60"/>
                  </a:cubicBezTo>
                  <a:cubicBezTo>
                    <a:pt x="3" y="64"/>
                    <a:pt x="3" y="64"/>
                    <a:pt x="3" y="64"/>
                  </a:cubicBezTo>
                  <a:cubicBezTo>
                    <a:pt x="3" y="64"/>
                    <a:pt x="13" y="64"/>
                    <a:pt x="18" y="67"/>
                  </a:cubicBezTo>
                  <a:cubicBezTo>
                    <a:pt x="22" y="70"/>
                    <a:pt x="29" y="71"/>
                    <a:pt x="31" y="72"/>
                  </a:cubicBezTo>
                  <a:cubicBezTo>
                    <a:pt x="32" y="73"/>
                    <a:pt x="31" y="84"/>
                    <a:pt x="31" y="89"/>
                  </a:cubicBezTo>
                  <a:cubicBezTo>
                    <a:pt x="32" y="95"/>
                    <a:pt x="25" y="96"/>
                    <a:pt x="28" y="99"/>
                  </a:cubicBezTo>
                  <a:cubicBezTo>
                    <a:pt x="31" y="102"/>
                    <a:pt x="30" y="107"/>
                    <a:pt x="32" y="108"/>
                  </a:cubicBezTo>
                  <a:cubicBezTo>
                    <a:pt x="34" y="108"/>
                    <a:pt x="28" y="115"/>
                    <a:pt x="26" y="116"/>
                  </a:cubicBezTo>
                  <a:cubicBezTo>
                    <a:pt x="23" y="118"/>
                    <a:pt x="26" y="123"/>
                    <a:pt x="23" y="127"/>
                  </a:cubicBezTo>
                  <a:cubicBezTo>
                    <a:pt x="21" y="130"/>
                    <a:pt x="15" y="135"/>
                    <a:pt x="11" y="138"/>
                  </a:cubicBezTo>
                  <a:cubicBezTo>
                    <a:pt x="12" y="139"/>
                    <a:pt x="12" y="139"/>
                    <a:pt x="12" y="139"/>
                  </a:cubicBezTo>
                  <a:cubicBezTo>
                    <a:pt x="13" y="141"/>
                    <a:pt x="16" y="158"/>
                    <a:pt x="19" y="160"/>
                  </a:cubicBezTo>
                  <a:cubicBezTo>
                    <a:pt x="22" y="162"/>
                    <a:pt x="20" y="179"/>
                    <a:pt x="20" y="180"/>
                  </a:cubicBezTo>
                  <a:cubicBezTo>
                    <a:pt x="20" y="182"/>
                    <a:pt x="21" y="193"/>
                    <a:pt x="21" y="193"/>
                  </a:cubicBezTo>
                  <a:cubicBezTo>
                    <a:pt x="21" y="193"/>
                    <a:pt x="26" y="193"/>
                    <a:pt x="30" y="193"/>
                  </a:cubicBezTo>
                  <a:cubicBezTo>
                    <a:pt x="30" y="190"/>
                    <a:pt x="30" y="188"/>
                    <a:pt x="30" y="187"/>
                  </a:cubicBezTo>
                  <a:cubicBezTo>
                    <a:pt x="30" y="182"/>
                    <a:pt x="27" y="186"/>
                    <a:pt x="26" y="183"/>
                  </a:cubicBezTo>
                  <a:cubicBezTo>
                    <a:pt x="24" y="179"/>
                    <a:pt x="34" y="173"/>
                    <a:pt x="43" y="170"/>
                  </a:cubicBezTo>
                  <a:cubicBezTo>
                    <a:pt x="53" y="166"/>
                    <a:pt x="56" y="164"/>
                    <a:pt x="57" y="161"/>
                  </a:cubicBezTo>
                  <a:cubicBezTo>
                    <a:pt x="58" y="158"/>
                    <a:pt x="57" y="148"/>
                    <a:pt x="59" y="145"/>
                  </a:cubicBezTo>
                  <a:cubicBezTo>
                    <a:pt x="60" y="141"/>
                    <a:pt x="58" y="139"/>
                    <a:pt x="57" y="130"/>
                  </a:cubicBezTo>
                  <a:cubicBezTo>
                    <a:pt x="55" y="122"/>
                    <a:pt x="52" y="121"/>
                    <a:pt x="51" y="116"/>
                  </a:cubicBezTo>
                  <a:cubicBezTo>
                    <a:pt x="50" y="111"/>
                    <a:pt x="50" y="108"/>
                    <a:pt x="53" y="108"/>
                  </a:cubicBezTo>
                  <a:cubicBezTo>
                    <a:pt x="56" y="107"/>
                    <a:pt x="56" y="106"/>
                    <a:pt x="58" y="102"/>
                  </a:cubicBezTo>
                  <a:cubicBezTo>
                    <a:pt x="60" y="97"/>
                    <a:pt x="63" y="99"/>
                    <a:pt x="68" y="96"/>
                  </a:cubicBezTo>
                  <a:cubicBezTo>
                    <a:pt x="72" y="92"/>
                    <a:pt x="72" y="88"/>
                    <a:pt x="79" y="83"/>
                  </a:cubicBezTo>
                  <a:cubicBezTo>
                    <a:pt x="87" y="77"/>
                    <a:pt x="94" y="77"/>
                    <a:pt x="101" y="73"/>
                  </a:cubicBezTo>
                  <a:cubicBezTo>
                    <a:pt x="108" y="69"/>
                    <a:pt x="120" y="53"/>
                    <a:pt x="119" y="50"/>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4" name="Freeform 161"/>
            <p:cNvSpPr>
              <a:spLocks noChangeArrowheads="1"/>
            </p:cNvSpPr>
            <p:nvPr/>
          </p:nvSpPr>
          <p:spPr bwMode="auto">
            <a:xfrm>
              <a:off x="4268802" y="2489204"/>
              <a:ext cx="233364" cy="238125"/>
            </a:xfrm>
            <a:custGeom>
              <a:avLst/>
              <a:gdLst>
                <a:gd name="T0" fmla="*/ 114 w 122"/>
                <a:gd name="T1" fmla="*/ 100 h 125"/>
                <a:gd name="T2" fmla="*/ 110 w 122"/>
                <a:gd name="T3" fmla="*/ 88 h 125"/>
                <a:gd name="T4" fmla="*/ 109 w 122"/>
                <a:gd name="T5" fmla="*/ 79 h 125"/>
                <a:gd name="T6" fmla="*/ 111 w 122"/>
                <a:gd name="T7" fmla="*/ 71 h 125"/>
                <a:gd name="T8" fmla="*/ 105 w 122"/>
                <a:gd name="T9" fmla="*/ 61 h 125"/>
                <a:gd name="T10" fmla="*/ 110 w 122"/>
                <a:gd name="T11" fmla="*/ 44 h 125"/>
                <a:gd name="T12" fmla="*/ 91 w 122"/>
                <a:gd name="T13" fmla="*/ 30 h 125"/>
                <a:gd name="T14" fmla="*/ 92 w 122"/>
                <a:gd name="T15" fmla="*/ 24 h 125"/>
                <a:gd name="T16" fmla="*/ 49 w 122"/>
                <a:gd name="T17" fmla="*/ 1 h 125"/>
                <a:gd name="T18" fmla="*/ 44 w 122"/>
                <a:gd name="T19" fmla="*/ 12 h 125"/>
                <a:gd name="T20" fmla="*/ 44 w 122"/>
                <a:gd name="T21" fmla="*/ 19 h 125"/>
                <a:gd name="T22" fmla="*/ 26 w 122"/>
                <a:gd name="T23" fmla="*/ 18 h 125"/>
                <a:gd name="T24" fmla="*/ 26 w 122"/>
                <a:gd name="T25" fmla="*/ 0 h 125"/>
                <a:gd name="T26" fmla="*/ 17 w 122"/>
                <a:gd name="T27" fmla="*/ 1 h 125"/>
                <a:gd name="T28" fmla="*/ 11 w 122"/>
                <a:gd name="T29" fmla="*/ 2 h 125"/>
                <a:gd name="T30" fmla="*/ 13 w 122"/>
                <a:gd name="T31" fmla="*/ 7 h 125"/>
                <a:gd name="T32" fmla="*/ 15 w 122"/>
                <a:gd name="T33" fmla="*/ 15 h 125"/>
                <a:gd name="T34" fmla="*/ 10 w 122"/>
                <a:gd name="T35" fmla="*/ 17 h 125"/>
                <a:gd name="T36" fmla="*/ 11 w 122"/>
                <a:gd name="T37" fmla="*/ 23 h 125"/>
                <a:gd name="T38" fmla="*/ 14 w 122"/>
                <a:gd name="T39" fmla="*/ 25 h 125"/>
                <a:gd name="T40" fmla="*/ 5 w 122"/>
                <a:gd name="T41" fmla="*/ 38 h 125"/>
                <a:gd name="T42" fmla="*/ 0 w 122"/>
                <a:gd name="T43" fmla="*/ 41 h 125"/>
                <a:gd name="T44" fmla="*/ 7 w 122"/>
                <a:gd name="T45" fmla="*/ 62 h 125"/>
                <a:gd name="T46" fmla="*/ 13 w 122"/>
                <a:gd name="T47" fmla="*/ 77 h 125"/>
                <a:gd name="T48" fmla="*/ 15 w 122"/>
                <a:gd name="T49" fmla="*/ 86 h 125"/>
                <a:gd name="T50" fmla="*/ 9 w 122"/>
                <a:gd name="T51" fmla="*/ 81 h 125"/>
                <a:gd name="T52" fmla="*/ 8 w 122"/>
                <a:gd name="T53" fmla="*/ 83 h 125"/>
                <a:gd name="T54" fmla="*/ 8 w 122"/>
                <a:gd name="T55" fmla="*/ 83 h 125"/>
                <a:gd name="T56" fmla="*/ 16 w 122"/>
                <a:gd name="T57" fmla="*/ 88 h 125"/>
                <a:gd name="T58" fmla="*/ 26 w 122"/>
                <a:gd name="T59" fmla="*/ 92 h 125"/>
                <a:gd name="T60" fmla="*/ 41 w 122"/>
                <a:gd name="T61" fmla="*/ 99 h 125"/>
                <a:gd name="T62" fmla="*/ 42 w 122"/>
                <a:gd name="T63" fmla="*/ 100 h 125"/>
                <a:gd name="T64" fmla="*/ 49 w 122"/>
                <a:gd name="T65" fmla="*/ 100 h 125"/>
                <a:gd name="T66" fmla="*/ 51 w 122"/>
                <a:gd name="T67" fmla="*/ 99 h 125"/>
                <a:gd name="T68" fmla="*/ 59 w 122"/>
                <a:gd name="T69" fmla="*/ 122 h 125"/>
                <a:gd name="T70" fmla="*/ 65 w 122"/>
                <a:gd name="T71" fmla="*/ 123 h 125"/>
                <a:gd name="T72" fmla="*/ 72 w 122"/>
                <a:gd name="T73" fmla="*/ 121 h 125"/>
                <a:gd name="T74" fmla="*/ 76 w 122"/>
                <a:gd name="T75" fmla="*/ 125 h 125"/>
                <a:gd name="T76" fmla="*/ 85 w 122"/>
                <a:gd name="T77" fmla="*/ 123 h 125"/>
                <a:gd name="T78" fmla="*/ 92 w 122"/>
                <a:gd name="T79" fmla="*/ 123 h 125"/>
                <a:gd name="T80" fmla="*/ 96 w 122"/>
                <a:gd name="T81" fmla="*/ 118 h 125"/>
                <a:gd name="T82" fmla="*/ 102 w 122"/>
                <a:gd name="T83" fmla="*/ 119 h 125"/>
                <a:gd name="T84" fmla="*/ 110 w 122"/>
                <a:gd name="T85" fmla="*/ 117 h 125"/>
                <a:gd name="T86" fmla="*/ 122 w 122"/>
                <a:gd name="T87" fmla="*/ 110 h 125"/>
                <a:gd name="T88" fmla="*/ 114 w 122"/>
                <a:gd name="T89" fmla="*/ 100 h 12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22"/>
                <a:gd name="T136" fmla="*/ 0 h 125"/>
                <a:gd name="T137" fmla="*/ 122 w 122"/>
                <a:gd name="T138" fmla="*/ 125 h 12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22" h="125">
                  <a:moveTo>
                    <a:pt x="114" y="100"/>
                  </a:moveTo>
                  <a:cubicBezTo>
                    <a:pt x="114" y="93"/>
                    <a:pt x="110" y="93"/>
                    <a:pt x="110" y="88"/>
                  </a:cubicBezTo>
                  <a:cubicBezTo>
                    <a:pt x="110" y="84"/>
                    <a:pt x="111" y="80"/>
                    <a:pt x="109" y="79"/>
                  </a:cubicBezTo>
                  <a:cubicBezTo>
                    <a:pt x="107" y="79"/>
                    <a:pt x="108" y="75"/>
                    <a:pt x="111" y="71"/>
                  </a:cubicBezTo>
                  <a:cubicBezTo>
                    <a:pt x="114" y="67"/>
                    <a:pt x="106" y="66"/>
                    <a:pt x="105" y="61"/>
                  </a:cubicBezTo>
                  <a:cubicBezTo>
                    <a:pt x="105" y="59"/>
                    <a:pt x="107" y="52"/>
                    <a:pt x="110" y="44"/>
                  </a:cubicBezTo>
                  <a:cubicBezTo>
                    <a:pt x="101" y="37"/>
                    <a:pt x="91" y="30"/>
                    <a:pt x="91" y="30"/>
                  </a:cubicBezTo>
                  <a:cubicBezTo>
                    <a:pt x="92" y="24"/>
                    <a:pt x="92" y="24"/>
                    <a:pt x="92" y="24"/>
                  </a:cubicBezTo>
                  <a:cubicBezTo>
                    <a:pt x="49" y="1"/>
                    <a:pt x="49" y="1"/>
                    <a:pt x="49" y="1"/>
                  </a:cubicBezTo>
                  <a:cubicBezTo>
                    <a:pt x="49" y="6"/>
                    <a:pt x="47" y="10"/>
                    <a:pt x="44" y="12"/>
                  </a:cubicBezTo>
                  <a:cubicBezTo>
                    <a:pt x="40" y="13"/>
                    <a:pt x="48" y="18"/>
                    <a:pt x="44" y="19"/>
                  </a:cubicBezTo>
                  <a:cubicBezTo>
                    <a:pt x="41" y="19"/>
                    <a:pt x="32" y="15"/>
                    <a:pt x="26" y="18"/>
                  </a:cubicBezTo>
                  <a:cubicBezTo>
                    <a:pt x="22" y="19"/>
                    <a:pt x="23" y="9"/>
                    <a:pt x="26" y="0"/>
                  </a:cubicBezTo>
                  <a:cubicBezTo>
                    <a:pt x="17" y="1"/>
                    <a:pt x="17" y="1"/>
                    <a:pt x="17" y="1"/>
                  </a:cubicBezTo>
                  <a:cubicBezTo>
                    <a:pt x="17" y="1"/>
                    <a:pt x="14" y="2"/>
                    <a:pt x="11" y="2"/>
                  </a:cubicBezTo>
                  <a:cubicBezTo>
                    <a:pt x="13" y="7"/>
                    <a:pt x="13" y="7"/>
                    <a:pt x="13" y="7"/>
                  </a:cubicBezTo>
                  <a:cubicBezTo>
                    <a:pt x="13" y="7"/>
                    <a:pt x="15" y="12"/>
                    <a:pt x="15" y="15"/>
                  </a:cubicBezTo>
                  <a:cubicBezTo>
                    <a:pt x="15" y="16"/>
                    <a:pt x="13" y="17"/>
                    <a:pt x="10" y="17"/>
                  </a:cubicBezTo>
                  <a:cubicBezTo>
                    <a:pt x="11" y="20"/>
                    <a:pt x="11" y="23"/>
                    <a:pt x="11" y="23"/>
                  </a:cubicBezTo>
                  <a:cubicBezTo>
                    <a:pt x="14" y="25"/>
                    <a:pt x="14" y="25"/>
                    <a:pt x="14" y="25"/>
                  </a:cubicBezTo>
                  <a:cubicBezTo>
                    <a:pt x="14" y="25"/>
                    <a:pt x="7" y="37"/>
                    <a:pt x="5" y="38"/>
                  </a:cubicBezTo>
                  <a:cubicBezTo>
                    <a:pt x="4" y="38"/>
                    <a:pt x="2" y="39"/>
                    <a:pt x="0" y="41"/>
                  </a:cubicBezTo>
                  <a:cubicBezTo>
                    <a:pt x="1" y="49"/>
                    <a:pt x="3" y="59"/>
                    <a:pt x="7" y="62"/>
                  </a:cubicBezTo>
                  <a:cubicBezTo>
                    <a:pt x="12" y="68"/>
                    <a:pt x="11" y="74"/>
                    <a:pt x="13" y="77"/>
                  </a:cubicBezTo>
                  <a:cubicBezTo>
                    <a:pt x="14" y="81"/>
                    <a:pt x="19" y="85"/>
                    <a:pt x="15" y="86"/>
                  </a:cubicBezTo>
                  <a:cubicBezTo>
                    <a:pt x="13" y="87"/>
                    <a:pt x="11" y="85"/>
                    <a:pt x="9" y="81"/>
                  </a:cubicBezTo>
                  <a:cubicBezTo>
                    <a:pt x="9" y="82"/>
                    <a:pt x="9" y="82"/>
                    <a:pt x="8" y="83"/>
                  </a:cubicBezTo>
                  <a:cubicBezTo>
                    <a:pt x="8" y="83"/>
                    <a:pt x="8" y="83"/>
                    <a:pt x="8" y="83"/>
                  </a:cubicBezTo>
                  <a:cubicBezTo>
                    <a:pt x="11" y="86"/>
                    <a:pt x="15" y="88"/>
                    <a:pt x="16" y="88"/>
                  </a:cubicBezTo>
                  <a:cubicBezTo>
                    <a:pt x="19" y="88"/>
                    <a:pt x="24" y="92"/>
                    <a:pt x="26" y="92"/>
                  </a:cubicBezTo>
                  <a:cubicBezTo>
                    <a:pt x="29" y="93"/>
                    <a:pt x="40" y="97"/>
                    <a:pt x="41" y="99"/>
                  </a:cubicBezTo>
                  <a:cubicBezTo>
                    <a:pt x="41" y="99"/>
                    <a:pt x="41" y="99"/>
                    <a:pt x="42" y="100"/>
                  </a:cubicBezTo>
                  <a:cubicBezTo>
                    <a:pt x="44" y="100"/>
                    <a:pt x="47" y="99"/>
                    <a:pt x="49" y="100"/>
                  </a:cubicBezTo>
                  <a:cubicBezTo>
                    <a:pt x="50" y="99"/>
                    <a:pt x="50" y="99"/>
                    <a:pt x="51" y="99"/>
                  </a:cubicBezTo>
                  <a:cubicBezTo>
                    <a:pt x="55" y="99"/>
                    <a:pt x="59" y="113"/>
                    <a:pt x="59" y="122"/>
                  </a:cubicBezTo>
                  <a:cubicBezTo>
                    <a:pt x="61" y="122"/>
                    <a:pt x="64" y="123"/>
                    <a:pt x="65" y="123"/>
                  </a:cubicBezTo>
                  <a:cubicBezTo>
                    <a:pt x="67" y="123"/>
                    <a:pt x="69" y="120"/>
                    <a:pt x="72" y="121"/>
                  </a:cubicBezTo>
                  <a:cubicBezTo>
                    <a:pt x="75" y="122"/>
                    <a:pt x="73" y="125"/>
                    <a:pt x="76" y="125"/>
                  </a:cubicBezTo>
                  <a:cubicBezTo>
                    <a:pt x="78" y="125"/>
                    <a:pt x="84" y="123"/>
                    <a:pt x="85" y="123"/>
                  </a:cubicBezTo>
                  <a:cubicBezTo>
                    <a:pt x="87" y="124"/>
                    <a:pt x="92" y="125"/>
                    <a:pt x="92" y="123"/>
                  </a:cubicBezTo>
                  <a:cubicBezTo>
                    <a:pt x="92" y="121"/>
                    <a:pt x="93" y="118"/>
                    <a:pt x="96" y="118"/>
                  </a:cubicBezTo>
                  <a:cubicBezTo>
                    <a:pt x="98" y="119"/>
                    <a:pt x="100" y="121"/>
                    <a:pt x="102" y="119"/>
                  </a:cubicBezTo>
                  <a:cubicBezTo>
                    <a:pt x="105" y="116"/>
                    <a:pt x="109" y="119"/>
                    <a:pt x="110" y="117"/>
                  </a:cubicBezTo>
                  <a:cubicBezTo>
                    <a:pt x="111" y="115"/>
                    <a:pt x="117" y="113"/>
                    <a:pt x="122" y="110"/>
                  </a:cubicBezTo>
                  <a:cubicBezTo>
                    <a:pt x="122" y="104"/>
                    <a:pt x="115" y="107"/>
                    <a:pt x="114" y="100"/>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5" name="Freeform 162"/>
            <p:cNvSpPr>
              <a:spLocks noChangeArrowheads="1"/>
            </p:cNvSpPr>
            <p:nvPr/>
          </p:nvSpPr>
          <p:spPr bwMode="auto">
            <a:xfrm>
              <a:off x="4337065" y="2678115"/>
              <a:ext cx="71438" cy="168276"/>
            </a:xfrm>
            <a:custGeom>
              <a:avLst/>
              <a:gdLst>
                <a:gd name="T0" fmla="*/ 34 w 37"/>
                <a:gd name="T1" fmla="*/ 57 h 88"/>
                <a:gd name="T2" fmla="*/ 27 w 37"/>
                <a:gd name="T3" fmla="*/ 51 h 88"/>
                <a:gd name="T4" fmla="*/ 27 w 37"/>
                <a:gd name="T5" fmla="*/ 53 h 88"/>
                <a:gd name="T6" fmla="*/ 15 w 37"/>
                <a:gd name="T7" fmla="*/ 35 h 88"/>
                <a:gd name="T8" fmla="*/ 16 w 37"/>
                <a:gd name="T9" fmla="*/ 15 h 88"/>
                <a:gd name="T10" fmla="*/ 13 w 37"/>
                <a:gd name="T11" fmla="*/ 1 h 88"/>
                <a:gd name="T12" fmla="*/ 6 w 37"/>
                <a:gd name="T13" fmla="*/ 1 h 88"/>
                <a:gd name="T14" fmla="*/ 10 w 37"/>
                <a:gd name="T15" fmla="*/ 12 h 88"/>
                <a:gd name="T16" fmla="*/ 6 w 37"/>
                <a:gd name="T17" fmla="*/ 14 h 88"/>
                <a:gd name="T18" fmla="*/ 7 w 37"/>
                <a:gd name="T19" fmla="*/ 32 h 88"/>
                <a:gd name="T20" fmla="*/ 2 w 37"/>
                <a:gd name="T21" fmla="*/ 35 h 88"/>
                <a:gd name="T22" fmla="*/ 0 w 37"/>
                <a:gd name="T23" fmla="*/ 46 h 88"/>
                <a:gd name="T24" fmla="*/ 2 w 37"/>
                <a:gd name="T25" fmla="*/ 51 h 88"/>
                <a:gd name="T26" fmla="*/ 2 w 37"/>
                <a:gd name="T27" fmla="*/ 51 h 88"/>
                <a:gd name="T28" fmla="*/ 10 w 37"/>
                <a:gd name="T29" fmla="*/ 57 h 88"/>
                <a:gd name="T30" fmla="*/ 19 w 37"/>
                <a:gd name="T31" fmla="*/ 58 h 88"/>
                <a:gd name="T32" fmla="*/ 17 w 37"/>
                <a:gd name="T33" fmla="*/ 73 h 88"/>
                <a:gd name="T34" fmla="*/ 27 w 37"/>
                <a:gd name="T35" fmla="*/ 86 h 88"/>
                <a:gd name="T36" fmla="*/ 28 w 37"/>
                <a:gd name="T37" fmla="*/ 76 h 88"/>
                <a:gd name="T38" fmla="*/ 34 w 37"/>
                <a:gd name="T39" fmla="*/ 69 h 88"/>
                <a:gd name="T40" fmla="*/ 34 w 37"/>
                <a:gd name="T41" fmla="*/ 57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7"/>
                <a:gd name="T64" fmla="*/ 0 h 88"/>
                <a:gd name="T65" fmla="*/ 37 w 37"/>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7" h="88">
                  <a:moveTo>
                    <a:pt x="34" y="57"/>
                  </a:moveTo>
                  <a:cubicBezTo>
                    <a:pt x="33" y="55"/>
                    <a:pt x="30" y="53"/>
                    <a:pt x="27" y="51"/>
                  </a:cubicBezTo>
                  <a:cubicBezTo>
                    <a:pt x="27" y="51"/>
                    <a:pt x="27" y="52"/>
                    <a:pt x="27" y="53"/>
                  </a:cubicBezTo>
                  <a:cubicBezTo>
                    <a:pt x="24" y="57"/>
                    <a:pt x="16" y="44"/>
                    <a:pt x="15" y="35"/>
                  </a:cubicBezTo>
                  <a:cubicBezTo>
                    <a:pt x="14" y="27"/>
                    <a:pt x="19" y="23"/>
                    <a:pt x="16" y="15"/>
                  </a:cubicBezTo>
                  <a:cubicBezTo>
                    <a:pt x="13" y="9"/>
                    <a:pt x="11" y="3"/>
                    <a:pt x="13" y="1"/>
                  </a:cubicBezTo>
                  <a:cubicBezTo>
                    <a:pt x="11" y="0"/>
                    <a:pt x="8" y="1"/>
                    <a:pt x="6" y="1"/>
                  </a:cubicBezTo>
                  <a:cubicBezTo>
                    <a:pt x="7" y="4"/>
                    <a:pt x="10" y="10"/>
                    <a:pt x="10" y="12"/>
                  </a:cubicBezTo>
                  <a:cubicBezTo>
                    <a:pt x="10" y="14"/>
                    <a:pt x="7" y="11"/>
                    <a:pt x="6" y="14"/>
                  </a:cubicBezTo>
                  <a:cubicBezTo>
                    <a:pt x="5" y="17"/>
                    <a:pt x="4" y="30"/>
                    <a:pt x="7" y="32"/>
                  </a:cubicBezTo>
                  <a:cubicBezTo>
                    <a:pt x="9" y="35"/>
                    <a:pt x="2" y="33"/>
                    <a:pt x="2" y="35"/>
                  </a:cubicBezTo>
                  <a:cubicBezTo>
                    <a:pt x="2" y="38"/>
                    <a:pt x="1" y="46"/>
                    <a:pt x="0" y="46"/>
                  </a:cubicBezTo>
                  <a:cubicBezTo>
                    <a:pt x="0" y="47"/>
                    <a:pt x="1" y="49"/>
                    <a:pt x="2" y="51"/>
                  </a:cubicBezTo>
                  <a:cubicBezTo>
                    <a:pt x="2" y="51"/>
                    <a:pt x="2" y="51"/>
                    <a:pt x="2" y="51"/>
                  </a:cubicBezTo>
                  <a:cubicBezTo>
                    <a:pt x="3" y="51"/>
                    <a:pt x="8" y="57"/>
                    <a:pt x="10" y="57"/>
                  </a:cubicBezTo>
                  <a:cubicBezTo>
                    <a:pt x="12" y="56"/>
                    <a:pt x="18" y="53"/>
                    <a:pt x="19" y="58"/>
                  </a:cubicBezTo>
                  <a:cubicBezTo>
                    <a:pt x="20" y="63"/>
                    <a:pt x="16" y="71"/>
                    <a:pt x="17" y="73"/>
                  </a:cubicBezTo>
                  <a:cubicBezTo>
                    <a:pt x="17" y="75"/>
                    <a:pt x="26" y="88"/>
                    <a:pt x="27" y="86"/>
                  </a:cubicBezTo>
                  <a:cubicBezTo>
                    <a:pt x="28" y="85"/>
                    <a:pt x="25" y="79"/>
                    <a:pt x="28" y="76"/>
                  </a:cubicBezTo>
                  <a:cubicBezTo>
                    <a:pt x="31" y="73"/>
                    <a:pt x="35" y="77"/>
                    <a:pt x="34" y="69"/>
                  </a:cubicBezTo>
                  <a:cubicBezTo>
                    <a:pt x="34" y="61"/>
                    <a:pt x="37" y="61"/>
                    <a:pt x="34" y="57"/>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6" name="Freeform 163"/>
            <p:cNvSpPr>
              <a:spLocks noChangeArrowheads="1"/>
            </p:cNvSpPr>
            <p:nvPr/>
          </p:nvSpPr>
          <p:spPr bwMode="auto">
            <a:xfrm>
              <a:off x="7164412" y="2919416"/>
              <a:ext cx="73025" cy="57151"/>
            </a:xfrm>
            <a:custGeom>
              <a:avLst/>
              <a:gdLst>
                <a:gd name="T0" fmla="*/ 1 w 38"/>
                <a:gd name="T1" fmla="*/ 5 h 30"/>
                <a:gd name="T2" fmla="*/ 34 w 38"/>
                <a:gd name="T3" fmla="*/ 27 h 30"/>
                <a:gd name="T4" fmla="*/ 1 w 38"/>
                <a:gd name="T5" fmla="*/ 5 h 30"/>
                <a:gd name="T6" fmla="*/ 0 60000 65536"/>
                <a:gd name="T7" fmla="*/ 0 60000 65536"/>
                <a:gd name="T8" fmla="*/ 0 60000 65536"/>
                <a:gd name="T9" fmla="*/ 0 w 38"/>
                <a:gd name="T10" fmla="*/ 0 h 30"/>
                <a:gd name="T11" fmla="*/ 38 w 38"/>
                <a:gd name="T12" fmla="*/ 30 h 30"/>
              </a:gdLst>
              <a:ahLst/>
              <a:cxnLst>
                <a:cxn ang="T6">
                  <a:pos x="T0" y="T1"/>
                </a:cxn>
                <a:cxn ang="T7">
                  <a:pos x="T2" y="T3"/>
                </a:cxn>
                <a:cxn ang="T8">
                  <a:pos x="T4" y="T5"/>
                </a:cxn>
              </a:cxnLst>
              <a:rect l="T9" t="T10" r="T11" b="T12"/>
              <a:pathLst>
                <a:path w="38" h="30">
                  <a:moveTo>
                    <a:pt x="1" y="5"/>
                  </a:moveTo>
                  <a:cubicBezTo>
                    <a:pt x="0" y="0"/>
                    <a:pt x="38" y="25"/>
                    <a:pt x="34" y="27"/>
                  </a:cubicBezTo>
                  <a:cubicBezTo>
                    <a:pt x="30" y="30"/>
                    <a:pt x="2" y="9"/>
                    <a:pt x="1" y="5"/>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7" name="Freeform 164"/>
            <p:cNvSpPr>
              <a:spLocks noChangeArrowheads="1"/>
            </p:cNvSpPr>
            <p:nvPr/>
          </p:nvSpPr>
          <p:spPr bwMode="auto">
            <a:xfrm>
              <a:off x="5102242" y="1530352"/>
              <a:ext cx="166689" cy="111125"/>
            </a:xfrm>
            <a:custGeom>
              <a:avLst/>
              <a:gdLst>
                <a:gd name="T0" fmla="*/ 71 w 87"/>
                <a:gd name="T1" fmla="*/ 47 h 58"/>
                <a:gd name="T2" fmla="*/ 75 w 87"/>
                <a:gd name="T3" fmla="*/ 51 h 58"/>
                <a:gd name="T4" fmla="*/ 83 w 87"/>
                <a:gd name="T5" fmla="*/ 53 h 58"/>
                <a:gd name="T6" fmla="*/ 87 w 87"/>
                <a:gd name="T7" fmla="*/ 52 h 58"/>
                <a:gd name="T8" fmla="*/ 84 w 87"/>
                <a:gd name="T9" fmla="*/ 37 h 58"/>
                <a:gd name="T10" fmla="*/ 73 w 87"/>
                <a:gd name="T11" fmla="*/ 30 h 58"/>
                <a:gd name="T12" fmla="*/ 72 w 87"/>
                <a:gd name="T13" fmla="*/ 20 h 58"/>
                <a:gd name="T14" fmla="*/ 57 w 87"/>
                <a:gd name="T15" fmla="*/ 21 h 58"/>
                <a:gd name="T16" fmla="*/ 47 w 87"/>
                <a:gd name="T17" fmla="*/ 19 h 58"/>
                <a:gd name="T18" fmla="*/ 37 w 87"/>
                <a:gd name="T19" fmla="*/ 19 h 58"/>
                <a:gd name="T20" fmla="*/ 21 w 87"/>
                <a:gd name="T21" fmla="*/ 18 h 58"/>
                <a:gd name="T22" fmla="*/ 29 w 87"/>
                <a:gd name="T23" fmla="*/ 11 h 58"/>
                <a:gd name="T24" fmla="*/ 33 w 87"/>
                <a:gd name="T25" fmla="*/ 11 h 58"/>
                <a:gd name="T26" fmla="*/ 37 w 87"/>
                <a:gd name="T27" fmla="*/ 2 h 58"/>
                <a:gd name="T28" fmla="*/ 29 w 87"/>
                <a:gd name="T29" fmla="*/ 4 h 58"/>
                <a:gd name="T30" fmla="*/ 20 w 87"/>
                <a:gd name="T31" fmla="*/ 6 h 58"/>
                <a:gd name="T32" fmla="*/ 15 w 87"/>
                <a:gd name="T33" fmla="*/ 12 h 58"/>
                <a:gd name="T34" fmla="*/ 11 w 87"/>
                <a:gd name="T35" fmla="*/ 18 h 58"/>
                <a:gd name="T36" fmla="*/ 1 w 87"/>
                <a:gd name="T37" fmla="*/ 22 h 58"/>
                <a:gd name="T38" fmla="*/ 8 w 87"/>
                <a:gd name="T39" fmla="*/ 31 h 58"/>
                <a:gd name="T40" fmla="*/ 9 w 87"/>
                <a:gd name="T41" fmla="*/ 41 h 58"/>
                <a:gd name="T42" fmla="*/ 4 w 87"/>
                <a:gd name="T43" fmla="*/ 52 h 58"/>
                <a:gd name="T44" fmla="*/ 10 w 87"/>
                <a:gd name="T45" fmla="*/ 53 h 58"/>
                <a:gd name="T46" fmla="*/ 21 w 87"/>
                <a:gd name="T47" fmla="*/ 50 h 58"/>
                <a:gd name="T48" fmla="*/ 32 w 87"/>
                <a:gd name="T49" fmla="*/ 44 h 58"/>
                <a:gd name="T50" fmla="*/ 42 w 87"/>
                <a:gd name="T51" fmla="*/ 35 h 58"/>
                <a:gd name="T52" fmla="*/ 47 w 87"/>
                <a:gd name="T53" fmla="*/ 44 h 58"/>
                <a:gd name="T54" fmla="*/ 47 w 87"/>
                <a:gd name="T55" fmla="*/ 57 h 58"/>
                <a:gd name="T56" fmla="*/ 52 w 87"/>
                <a:gd name="T57" fmla="*/ 58 h 58"/>
                <a:gd name="T58" fmla="*/ 58 w 87"/>
                <a:gd name="T59" fmla="*/ 56 h 58"/>
                <a:gd name="T60" fmla="*/ 71 w 87"/>
                <a:gd name="T61" fmla="*/ 47 h 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7"/>
                <a:gd name="T94" fmla="*/ 0 h 58"/>
                <a:gd name="T95" fmla="*/ 87 w 87"/>
                <a:gd name="T96" fmla="*/ 58 h 5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7" h="58">
                  <a:moveTo>
                    <a:pt x="71" y="47"/>
                  </a:moveTo>
                  <a:cubicBezTo>
                    <a:pt x="73" y="49"/>
                    <a:pt x="73" y="51"/>
                    <a:pt x="75" y="51"/>
                  </a:cubicBezTo>
                  <a:cubicBezTo>
                    <a:pt x="77" y="50"/>
                    <a:pt x="81" y="51"/>
                    <a:pt x="83" y="53"/>
                  </a:cubicBezTo>
                  <a:cubicBezTo>
                    <a:pt x="85" y="53"/>
                    <a:pt x="87" y="52"/>
                    <a:pt x="87" y="52"/>
                  </a:cubicBezTo>
                  <a:cubicBezTo>
                    <a:pt x="87" y="52"/>
                    <a:pt x="85" y="41"/>
                    <a:pt x="84" y="37"/>
                  </a:cubicBezTo>
                  <a:cubicBezTo>
                    <a:pt x="84" y="34"/>
                    <a:pt x="73" y="30"/>
                    <a:pt x="73" y="30"/>
                  </a:cubicBezTo>
                  <a:cubicBezTo>
                    <a:pt x="72" y="20"/>
                    <a:pt x="72" y="20"/>
                    <a:pt x="72" y="20"/>
                  </a:cubicBezTo>
                  <a:cubicBezTo>
                    <a:pt x="72" y="20"/>
                    <a:pt x="59" y="22"/>
                    <a:pt x="57" y="21"/>
                  </a:cubicBezTo>
                  <a:cubicBezTo>
                    <a:pt x="55" y="20"/>
                    <a:pt x="50" y="23"/>
                    <a:pt x="47" y="19"/>
                  </a:cubicBezTo>
                  <a:cubicBezTo>
                    <a:pt x="45" y="16"/>
                    <a:pt x="41" y="22"/>
                    <a:pt x="37" y="19"/>
                  </a:cubicBezTo>
                  <a:cubicBezTo>
                    <a:pt x="33" y="16"/>
                    <a:pt x="22" y="20"/>
                    <a:pt x="21" y="18"/>
                  </a:cubicBezTo>
                  <a:cubicBezTo>
                    <a:pt x="21" y="15"/>
                    <a:pt x="26" y="11"/>
                    <a:pt x="29" y="11"/>
                  </a:cubicBezTo>
                  <a:cubicBezTo>
                    <a:pt x="30" y="11"/>
                    <a:pt x="31" y="11"/>
                    <a:pt x="33" y="11"/>
                  </a:cubicBezTo>
                  <a:cubicBezTo>
                    <a:pt x="34" y="9"/>
                    <a:pt x="37" y="3"/>
                    <a:pt x="37" y="2"/>
                  </a:cubicBezTo>
                  <a:cubicBezTo>
                    <a:pt x="36" y="0"/>
                    <a:pt x="32" y="2"/>
                    <a:pt x="29" y="4"/>
                  </a:cubicBezTo>
                  <a:cubicBezTo>
                    <a:pt x="26" y="6"/>
                    <a:pt x="21" y="3"/>
                    <a:pt x="20" y="6"/>
                  </a:cubicBezTo>
                  <a:cubicBezTo>
                    <a:pt x="19" y="9"/>
                    <a:pt x="18" y="12"/>
                    <a:pt x="15" y="12"/>
                  </a:cubicBezTo>
                  <a:cubicBezTo>
                    <a:pt x="12" y="12"/>
                    <a:pt x="14" y="17"/>
                    <a:pt x="11" y="18"/>
                  </a:cubicBezTo>
                  <a:cubicBezTo>
                    <a:pt x="8" y="19"/>
                    <a:pt x="1" y="19"/>
                    <a:pt x="1" y="22"/>
                  </a:cubicBezTo>
                  <a:cubicBezTo>
                    <a:pt x="0" y="25"/>
                    <a:pt x="8" y="27"/>
                    <a:pt x="8" y="31"/>
                  </a:cubicBezTo>
                  <a:cubicBezTo>
                    <a:pt x="7" y="34"/>
                    <a:pt x="12" y="38"/>
                    <a:pt x="9" y="41"/>
                  </a:cubicBezTo>
                  <a:cubicBezTo>
                    <a:pt x="6" y="43"/>
                    <a:pt x="4" y="46"/>
                    <a:pt x="4" y="52"/>
                  </a:cubicBezTo>
                  <a:cubicBezTo>
                    <a:pt x="7" y="54"/>
                    <a:pt x="9" y="55"/>
                    <a:pt x="10" y="53"/>
                  </a:cubicBezTo>
                  <a:cubicBezTo>
                    <a:pt x="11" y="49"/>
                    <a:pt x="21" y="53"/>
                    <a:pt x="21" y="50"/>
                  </a:cubicBezTo>
                  <a:cubicBezTo>
                    <a:pt x="21" y="47"/>
                    <a:pt x="32" y="48"/>
                    <a:pt x="32" y="44"/>
                  </a:cubicBezTo>
                  <a:cubicBezTo>
                    <a:pt x="32" y="41"/>
                    <a:pt x="38" y="34"/>
                    <a:pt x="42" y="35"/>
                  </a:cubicBezTo>
                  <a:cubicBezTo>
                    <a:pt x="46" y="35"/>
                    <a:pt x="42" y="42"/>
                    <a:pt x="47" y="44"/>
                  </a:cubicBezTo>
                  <a:cubicBezTo>
                    <a:pt x="51" y="46"/>
                    <a:pt x="44" y="54"/>
                    <a:pt x="47" y="57"/>
                  </a:cubicBezTo>
                  <a:cubicBezTo>
                    <a:pt x="48" y="58"/>
                    <a:pt x="50" y="58"/>
                    <a:pt x="52" y="58"/>
                  </a:cubicBezTo>
                  <a:cubicBezTo>
                    <a:pt x="54" y="57"/>
                    <a:pt x="56" y="56"/>
                    <a:pt x="58" y="56"/>
                  </a:cubicBezTo>
                  <a:cubicBezTo>
                    <a:pt x="63" y="52"/>
                    <a:pt x="69" y="46"/>
                    <a:pt x="71" y="47"/>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8" name="Freeform 165"/>
            <p:cNvSpPr>
              <a:spLocks noChangeArrowheads="1"/>
            </p:cNvSpPr>
            <p:nvPr/>
          </p:nvSpPr>
          <p:spPr bwMode="auto">
            <a:xfrm>
              <a:off x="1943107" y="1908177"/>
              <a:ext cx="19050" cy="39688"/>
            </a:xfrm>
            <a:custGeom>
              <a:avLst/>
              <a:gdLst>
                <a:gd name="T0" fmla="*/ 8 w 10"/>
                <a:gd name="T1" fmla="*/ 19 h 21"/>
                <a:gd name="T2" fmla="*/ 4 w 10"/>
                <a:gd name="T3" fmla="*/ 15 h 21"/>
                <a:gd name="T4" fmla="*/ 0 w 10"/>
                <a:gd name="T5" fmla="*/ 7 h 21"/>
                <a:gd name="T6" fmla="*/ 4 w 10"/>
                <a:gd name="T7" fmla="*/ 4 h 21"/>
                <a:gd name="T8" fmla="*/ 5 w 10"/>
                <a:gd name="T9" fmla="*/ 12 h 21"/>
                <a:gd name="T10" fmla="*/ 8 w 10"/>
                <a:gd name="T11" fmla="*/ 19 h 21"/>
                <a:gd name="T12" fmla="*/ 0 60000 65536"/>
                <a:gd name="T13" fmla="*/ 0 60000 65536"/>
                <a:gd name="T14" fmla="*/ 0 60000 65536"/>
                <a:gd name="T15" fmla="*/ 0 60000 65536"/>
                <a:gd name="T16" fmla="*/ 0 60000 65536"/>
                <a:gd name="T17" fmla="*/ 0 60000 65536"/>
                <a:gd name="T18" fmla="*/ 0 w 10"/>
                <a:gd name="T19" fmla="*/ 0 h 21"/>
                <a:gd name="T20" fmla="*/ 10 w 10"/>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0" h="21">
                  <a:moveTo>
                    <a:pt x="8" y="19"/>
                  </a:moveTo>
                  <a:cubicBezTo>
                    <a:pt x="8" y="21"/>
                    <a:pt x="4" y="17"/>
                    <a:pt x="4" y="15"/>
                  </a:cubicBezTo>
                  <a:cubicBezTo>
                    <a:pt x="4" y="12"/>
                    <a:pt x="0" y="12"/>
                    <a:pt x="0" y="7"/>
                  </a:cubicBezTo>
                  <a:cubicBezTo>
                    <a:pt x="0" y="3"/>
                    <a:pt x="2" y="0"/>
                    <a:pt x="4" y="4"/>
                  </a:cubicBezTo>
                  <a:cubicBezTo>
                    <a:pt x="7" y="8"/>
                    <a:pt x="5" y="10"/>
                    <a:pt x="5" y="12"/>
                  </a:cubicBezTo>
                  <a:cubicBezTo>
                    <a:pt x="6" y="14"/>
                    <a:pt x="10" y="17"/>
                    <a:pt x="8" y="19"/>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9" name="Freeform 166"/>
            <p:cNvSpPr>
              <a:spLocks noChangeArrowheads="1"/>
            </p:cNvSpPr>
            <p:nvPr/>
          </p:nvSpPr>
          <p:spPr bwMode="auto">
            <a:xfrm>
              <a:off x="2298707" y="2235202"/>
              <a:ext cx="25400" cy="20638"/>
            </a:xfrm>
            <a:custGeom>
              <a:avLst/>
              <a:gdLst>
                <a:gd name="T0" fmla="*/ 3 w 13"/>
                <a:gd name="T1" fmla="*/ 10 h 11"/>
                <a:gd name="T2" fmla="*/ 2 w 13"/>
                <a:gd name="T3" fmla="*/ 4 h 11"/>
                <a:gd name="T4" fmla="*/ 11 w 13"/>
                <a:gd name="T5" fmla="*/ 2 h 11"/>
                <a:gd name="T6" fmla="*/ 11 w 13"/>
                <a:gd name="T7" fmla="*/ 8 h 11"/>
                <a:gd name="T8" fmla="*/ 3 w 13"/>
                <a:gd name="T9" fmla="*/ 10 h 11"/>
                <a:gd name="T10" fmla="*/ 0 60000 65536"/>
                <a:gd name="T11" fmla="*/ 0 60000 65536"/>
                <a:gd name="T12" fmla="*/ 0 60000 65536"/>
                <a:gd name="T13" fmla="*/ 0 60000 65536"/>
                <a:gd name="T14" fmla="*/ 0 60000 65536"/>
                <a:gd name="T15" fmla="*/ 0 w 13"/>
                <a:gd name="T16" fmla="*/ 0 h 11"/>
                <a:gd name="T17" fmla="*/ 13 w 13"/>
                <a:gd name="T18" fmla="*/ 11 h 11"/>
              </a:gdLst>
              <a:ahLst/>
              <a:cxnLst>
                <a:cxn ang="T10">
                  <a:pos x="T0" y="T1"/>
                </a:cxn>
                <a:cxn ang="T11">
                  <a:pos x="T2" y="T3"/>
                </a:cxn>
                <a:cxn ang="T12">
                  <a:pos x="T4" y="T5"/>
                </a:cxn>
                <a:cxn ang="T13">
                  <a:pos x="T6" y="T7"/>
                </a:cxn>
                <a:cxn ang="T14">
                  <a:pos x="T8" y="T9"/>
                </a:cxn>
              </a:cxnLst>
              <a:rect l="T15" t="T16" r="T17" b="T18"/>
              <a:pathLst>
                <a:path w="13" h="11">
                  <a:moveTo>
                    <a:pt x="3" y="10"/>
                  </a:moveTo>
                  <a:cubicBezTo>
                    <a:pt x="1" y="8"/>
                    <a:pt x="5" y="5"/>
                    <a:pt x="2" y="4"/>
                  </a:cubicBezTo>
                  <a:cubicBezTo>
                    <a:pt x="0" y="3"/>
                    <a:pt x="8" y="0"/>
                    <a:pt x="11" y="2"/>
                  </a:cubicBezTo>
                  <a:cubicBezTo>
                    <a:pt x="13" y="4"/>
                    <a:pt x="13" y="7"/>
                    <a:pt x="11" y="8"/>
                  </a:cubicBezTo>
                  <a:cubicBezTo>
                    <a:pt x="9" y="9"/>
                    <a:pt x="4" y="11"/>
                    <a:pt x="3" y="10"/>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0" name="Freeform 167"/>
            <p:cNvSpPr>
              <a:spLocks noChangeArrowheads="1"/>
            </p:cNvSpPr>
            <p:nvPr/>
          </p:nvSpPr>
          <p:spPr bwMode="auto">
            <a:xfrm>
              <a:off x="4572014" y="1519239"/>
              <a:ext cx="71438" cy="61913"/>
            </a:xfrm>
            <a:custGeom>
              <a:avLst/>
              <a:gdLst>
                <a:gd name="T0" fmla="*/ 35 w 37"/>
                <a:gd name="T1" fmla="*/ 26 h 33"/>
                <a:gd name="T2" fmla="*/ 28 w 37"/>
                <a:gd name="T3" fmla="*/ 17 h 33"/>
                <a:gd name="T4" fmla="*/ 24 w 37"/>
                <a:gd name="T5" fmla="*/ 8 h 33"/>
                <a:gd name="T6" fmla="*/ 21 w 37"/>
                <a:gd name="T7" fmla="*/ 2 h 33"/>
                <a:gd name="T8" fmla="*/ 11 w 37"/>
                <a:gd name="T9" fmla="*/ 1 h 33"/>
                <a:gd name="T10" fmla="*/ 0 w 37"/>
                <a:gd name="T11" fmla="*/ 3 h 33"/>
                <a:gd name="T12" fmla="*/ 2 w 37"/>
                <a:gd name="T13" fmla="*/ 12 h 33"/>
                <a:gd name="T14" fmla="*/ 11 w 37"/>
                <a:gd name="T15" fmla="*/ 16 h 33"/>
                <a:gd name="T16" fmla="*/ 13 w 37"/>
                <a:gd name="T17" fmla="*/ 20 h 33"/>
                <a:gd name="T18" fmla="*/ 14 w 37"/>
                <a:gd name="T19" fmla="*/ 20 h 33"/>
                <a:gd name="T20" fmla="*/ 17 w 37"/>
                <a:gd name="T21" fmla="*/ 22 h 33"/>
                <a:gd name="T22" fmla="*/ 22 w 37"/>
                <a:gd name="T23" fmla="*/ 25 h 33"/>
                <a:gd name="T24" fmla="*/ 28 w 37"/>
                <a:gd name="T25" fmla="*/ 27 h 33"/>
                <a:gd name="T26" fmla="*/ 30 w 37"/>
                <a:gd name="T27" fmla="*/ 33 h 33"/>
                <a:gd name="T28" fmla="*/ 37 w 37"/>
                <a:gd name="T29" fmla="*/ 31 h 33"/>
                <a:gd name="T30" fmla="*/ 35 w 37"/>
                <a:gd name="T31" fmla="*/ 26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7"/>
                <a:gd name="T49" fmla="*/ 0 h 33"/>
                <a:gd name="T50" fmla="*/ 37 w 37"/>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7" h="33">
                  <a:moveTo>
                    <a:pt x="35" y="26"/>
                  </a:moveTo>
                  <a:cubicBezTo>
                    <a:pt x="35" y="23"/>
                    <a:pt x="28" y="21"/>
                    <a:pt x="28" y="17"/>
                  </a:cubicBezTo>
                  <a:cubicBezTo>
                    <a:pt x="28" y="14"/>
                    <a:pt x="23" y="11"/>
                    <a:pt x="24" y="8"/>
                  </a:cubicBezTo>
                  <a:cubicBezTo>
                    <a:pt x="24" y="6"/>
                    <a:pt x="22" y="4"/>
                    <a:pt x="21" y="2"/>
                  </a:cubicBezTo>
                  <a:cubicBezTo>
                    <a:pt x="18" y="1"/>
                    <a:pt x="14" y="0"/>
                    <a:pt x="11" y="1"/>
                  </a:cubicBezTo>
                  <a:cubicBezTo>
                    <a:pt x="7" y="1"/>
                    <a:pt x="4" y="2"/>
                    <a:pt x="0" y="3"/>
                  </a:cubicBezTo>
                  <a:cubicBezTo>
                    <a:pt x="2" y="6"/>
                    <a:pt x="0" y="7"/>
                    <a:pt x="2" y="12"/>
                  </a:cubicBezTo>
                  <a:cubicBezTo>
                    <a:pt x="4" y="17"/>
                    <a:pt x="9" y="14"/>
                    <a:pt x="11" y="16"/>
                  </a:cubicBezTo>
                  <a:cubicBezTo>
                    <a:pt x="11" y="16"/>
                    <a:pt x="12" y="18"/>
                    <a:pt x="13" y="20"/>
                  </a:cubicBezTo>
                  <a:cubicBezTo>
                    <a:pt x="13" y="20"/>
                    <a:pt x="13" y="20"/>
                    <a:pt x="14" y="20"/>
                  </a:cubicBezTo>
                  <a:cubicBezTo>
                    <a:pt x="16" y="20"/>
                    <a:pt x="16" y="21"/>
                    <a:pt x="17" y="22"/>
                  </a:cubicBezTo>
                  <a:cubicBezTo>
                    <a:pt x="19" y="23"/>
                    <a:pt x="21" y="24"/>
                    <a:pt x="22" y="25"/>
                  </a:cubicBezTo>
                  <a:cubicBezTo>
                    <a:pt x="24" y="25"/>
                    <a:pt x="25" y="23"/>
                    <a:pt x="28" y="27"/>
                  </a:cubicBezTo>
                  <a:cubicBezTo>
                    <a:pt x="30" y="29"/>
                    <a:pt x="30" y="30"/>
                    <a:pt x="30" y="33"/>
                  </a:cubicBezTo>
                  <a:cubicBezTo>
                    <a:pt x="33" y="33"/>
                    <a:pt x="35" y="32"/>
                    <a:pt x="37" y="31"/>
                  </a:cubicBezTo>
                  <a:cubicBezTo>
                    <a:pt x="36" y="29"/>
                    <a:pt x="35" y="27"/>
                    <a:pt x="35" y="26"/>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1" name="Freeform 168"/>
            <p:cNvSpPr>
              <a:spLocks noEditPoints="1" noChangeArrowheads="1"/>
            </p:cNvSpPr>
            <p:nvPr/>
          </p:nvSpPr>
          <p:spPr bwMode="auto">
            <a:xfrm>
              <a:off x="4605353" y="1504952"/>
              <a:ext cx="106364" cy="87313"/>
            </a:xfrm>
            <a:custGeom>
              <a:avLst/>
              <a:gdLst>
                <a:gd name="T0" fmla="*/ 53 w 56"/>
                <a:gd name="T1" fmla="*/ 15 h 46"/>
                <a:gd name="T2" fmla="*/ 43 w 56"/>
                <a:gd name="T3" fmla="*/ 2 h 46"/>
                <a:gd name="T4" fmla="*/ 35 w 56"/>
                <a:gd name="T5" fmla="*/ 8 h 46"/>
                <a:gd name="T6" fmla="*/ 30 w 56"/>
                <a:gd name="T7" fmla="*/ 8 h 46"/>
                <a:gd name="T8" fmla="*/ 22 w 56"/>
                <a:gd name="T9" fmla="*/ 2 h 46"/>
                <a:gd name="T10" fmla="*/ 18 w 56"/>
                <a:gd name="T11" fmla="*/ 0 h 46"/>
                <a:gd name="T12" fmla="*/ 16 w 56"/>
                <a:gd name="T13" fmla="*/ 4 h 46"/>
                <a:gd name="T14" fmla="*/ 20 w 56"/>
                <a:gd name="T15" fmla="*/ 9 h 46"/>
                <a:gd name="T16" fmla="*/ 11 w 56"/>
                <a:gd name="T17" fmla="*/ 9 h 46"/>
                <a:gd name="T18" fmla="*/ 3 w 56"/>
                <a:gd name="T19" fmla="*/ 6 h 46"/>
                <a:gd name="T20" fmla="*/ 7 w 56"/>
                <a:gd name="T21" fmla="*/ 15 h 46"/>
                <a:gd name="T22" fmla="*/ 11 w 56"/>
                <a:gd name="T23" fmla="*/ 24 h 46"/>
                <a:gd name="T24" fmla="*/ 18 w 56"/>
                <a:gd name="T25" fmla="*/ 33 h 46"/>
                <a:gd name="T26" fmla="*/ 20 w 56"/>
                <a:gd name="T27" fmla="*/ 38 h 46"/>
                <a:gd name="T28" fmla="*/ 34 w 56"/>
                <a:gd name="T29" fmla="*/ 30 h 46"/>
                <a:gd name="T30" fmla="*/ 36 w 56"/>
                <a:gd name="T31" fmla="*/ 40 h 46"/>
                <a:gd name="T32" fmla="*/ 44 w 56"/>
                <a:gd name="T33" fmla="*/ 46 h 46"/>
                <a:gd name="T34" fmla="*/ 46 w 56"/>
                <a:gd name="T35" fmla="*/ 39 h 46"/>
                <a:gd name="T36" fmla="*/ 53 w 56"/>
                <a:gd name="T37" fmla="*/ 15 h 46"/>
                <a:gd name="T38" fmla="*/ 5 w 56"/>
                <a:gd name="T39" fmla="*/ 32 h 46"/>
                <a:gd name="T40" fmla="*/ 0 w 56"/>
                <a:gd name="T41" fmla="*/ 29 h 46"/>
                <a:gd name="T42" fmla="*/ 3 w 56"/>
                <a:gd name="T43" fmla="*/ 35 h 46"/>
                <a:gd name="T44" fmla="*/ 11 w 56"/>
                <a:gd name="T45" fmla="*/ 40 h 46"/>
                <a:gd name="T46" fmla="*/ 13 w 56"/>
                <a:gd name="T47" fmla="*/ 40 h 46"/>
                <a:gd name="T48" fmla="*/ 11 w 56"/>
                <a:gd name="T49" fmla="*/ 34 h 46"/>
                <a:gd name="T50" fmla="*/ 5 w 56"/>
                <a:gd name="T51" fmla="*/ 32 h 4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6"/>
                <a:gd name="T79" fmla="*/ 0 h 46"/>
                <a:gd name="T80" fmla="*/ 56 w 56"/>
                <a:gd name="T81" fmla="*/ 46 h 4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6" h="46">
                  <a:moveTo>
                    <a:pt x="53" y="15"/>
                  </a:moveTo>
                  <a:cubicBezTo>
                    <a:pt x="51" y="13"/>
                    <a:pt x="47" y="8"/>
                    <a:pt x="43" y="2"/>
                  </a:cubicBezTo>
                  <a:cubicBezTo>
                    <a:pt x="41" y="6"/>
                    <a:pt x="36" y="5"/>
                    <a:pt x="35" y="8"/>
                  </a:cubicBezTo>
                  <a:cubicBezTo>
                    <a:pt x="34" y="10"/>
                    <a:pt x="32" y="7"/>
                    <a:pt x="30" y="8"/>
                  </a:cubicBezTo>
                  <a:cubicBezTo>
                    <a:pt x="29" y="8"/>
                    <a:pt x="25" y="2"/>
                    <a:pt x="22" y="2"/>
                  </a:cubicBezTo>
                  <a:cubicBezTo>
                    <a:pt x="21" y="1"/>
                    <a:pt x="20" y="1"/>
                    <a:pt x="18" y="0"/>
                  </a:cubicBezTo>
                  <a:cubicBezTo>
                    <a:pt x="17" y="2"/>
                    <a:pt x="16" y="3"/>
                    <a:pt x="16" y="4"/>
                  </a:cubicBezTo>
                  <a:cubicBezTo>
                    <a:pt x="17" y="6"/>
                    <a:pt x="21" y="8"/>
                    <a:pt x="20" y="9"/>
                  </a:cubicBezTo>
                  <a:cubicBezTo>
                    <a:pt x="18" y="11"/>
                    <a:pt x="13" y="10"/>
                    <a:pt x="11" y="9"/>
                  </a:cubicBezTo>
                  <a:cubicBezTo>
                    <a:pt x="9" y="7"/>
                    <a:pt x="4" y="4"/>
                    <a:pt x="3" y="6"/>
                  </a:cubicBezTo>
                  <a:cubicBezTo>
                    <a:pt x="2" y="8"/>
                    <a:pt x="8" y="13"/>
                    <a:pt x="7" y="15"/>
                  </a:cubicBezTo>
                  <a:cubicBezTo>
                    <a:pt x="6" y="18"/>
                    <a:pt x="11" y="21"/>
                    <a:pt x="11" y="24"/>
                  </a:cubicBezTo>
                  <a:cubicBezTo>
                    <a:pt x="11" y="28"/>
                    <a:pt x="18" y="30"/>
                    <a:pt x="18" y="33"/>
                  </a:cubicBezTo>
                  <a:cubicBezTo>
                    <a:pt x="18" y="34"/>
                    <a:pt x="19" y="36"/>
                    <a:pt x="20" y="38"/>
                  </a:cubicBezTo>
                  <a:cubicBezTo>
                    <a:pt x="26" y="36"/>
                    <a:pt x="30" y="32"/>
                    <a:pt x="34" y="30"/>
                  </a:cubicBezTo>
                  <a:cubicBezTo>
                    <a:pt x="39" y="27"/>
                    <a:pt x="37" y="38"/>
                    <a:pt x="36" y="40"/>
                  </a:cubicBezTo>
                  <a:cubicBezTo>
                    <a:pt x="35" y="41"/>
                    <a:pt x="40" y="44"/>
                    <a:pt x="44" y="46"/>
                  </a:cubicBezTo>
                  <a:cubicBezTo>
                    <a:pt x="44" y="43"/>
                    <a:pt x="44" y="41"/>
                    <a:pt x="46" y="39"/>
                  </a:cubicBezTo>
                  <a:cubicBezTo>
                    <a:pt x="52" y="32"/>
                    <a:pt x="56" y="21"/>
                    <a:pt x="53" y="15"/>
                  </a:cubicBezTo>
                  <a:close/>
                  <a:moveTo>
                    <a:pt x="5" y="32"/>
                  </a:moveTo>
                  <a:cubicBezTo>
                    <a:pt x="4" y="31"/>
                    <a:pt x="2" y="30"/>
                    <a:pt x="0" y="29"/>
                  </a:cubicBezTo>
                  <a:cubicBezTo>
                    <a:pt x="0" y="31"/>
                    <a:pt x="0" y="34"/>
                    <a:pt x="3" y="35"/>
                  </a:cubicBezTo>
                  <a:cubicBezTo>
                    <a:pt x="8" y="37"/>
                    <a:pt x="1" y="38"/>
                    <a:pt x="11" y="40"/>
                  </a:cubicBezTo>
                  <a:cubicBezTo>
                    <a:pt x="12" y="40"/>
                    <a:pt x="12" y="40"/>
                    <a:pt x="13" y="40"/>
                  </a:cubicBezTo>
                  <a:cubicBezTo>
                    <a:pt x="13" y="37"/>
                    <a:pt x="13" y="36"/>
                    <a:pt x="11" y="34"/>
                  </a:cubicBezTo>
                  <a:cubicBezTo>
                    <a:pt x="8" y="30"/>
                    <a:pt x="7" y="32"/>
                    <a:pt x="5" y="32"/>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2" name="Freeform 169"/>
            <p:cNvSpPr>
              <a:spLocks noChangeArrowheads="1"/>
            </p:cNvSpPr>
            <p:nvPr/>
          </p:nvSpPr>
          <p:spPr bwMode="auto">
            <a:xfrm>
              <a:off x="4946665" y="1595439"/>
              <a:ext cx="309564" cy="220663"/>
            </a:xfrm>
            <a:custGeom>
              <a:avLst/>
              <a:gdLst>
                <a:gd name="T0" fmla="*/ 156 w 162"/>
                <a:gd name="T1" fmla="*/ 17 h 116"/>
                <a:gd name="T2" fmla="*/ 152 w 162"/>
                <a:gd name="T3" fmla="*/ 13 h 116"/>
                <a:gd name="T4" fmla="*/ 139 w 162"/>
                <a:gd name="T5" fmla="*/ 22 h 116"/>
                <a:gd name="T6" fmla="*/ 134 w 162"/>
                <a:gd name="T7" fmla="*/ 24 h 116"/>
                <a:gd name="T8" fmla="*/ 128 w 162"/>
                <a:gd name="T9" fmla="*/ 23 h 116"/>
                <a:gd name="T10" fmla="*/ 128 w 162"/>
                <a:gd name="T11" fmla="*/ 10 h 116"/>
                <a:gd name="T12" fmla="*/ 123 w 162"/>
                <a:gd name="T13" fmla="*/ 1 h 116"/>
                <a:gd name="T14" fmla="*/ 113 w 162"/>
                <a:gd name="T15" fmla="*/ 10 h 116"/>
                <a:gd name="T16" fmla="*/ 102 w 162"/>
                <a:gd name="T17" fmla="*/ 16 h 116"/>
                <a:gd name="T18" fmla="*/ 91 w 162"/>
                <a:gd name="T19" fmla="*/ 19 h 116"/>
                <a:gd name="T20" fmla="*/ 81 w 162"/>
                <a:gd name="T21" fmla="*/ 16 h 116"/>
                <a:gd name="T22" fmla="*/ 72 w 162"/>
                <a:gd name="T23" fmla="*/ 13 h 116"/>
                <a:gd name="T24" fmla="*/ 62 w 162"/>
                <a:gd name="T25" fmla="*/ 11 h 116"/>
                <a:gd name="T26" fmla="*/ 53 w 162"/>
                <a:gd name="T27" fmla="*/ 17 h 116"/>
                <a:gd name="T28" fmla="*/ 47 w 162"/>
                <a:gd name="T29" fmla="*/ 28 h 116"/>
                <a:gd name="T30" fmla="*/ 31 w 162"/>
                <a:gd name="T31" fmla="*/ 37 h 116"/>
                <a:gd name="T32" fmla="*/ 21 w 162"/>
                <a:gd name="T33" fmla="*/ 41 h 116"/>
                <a:gd name="T34" fmla="*/ 13 w 162"/>
                <a:gd name="T35" fmla="*/ 38 h 116"/>
                <a:gd name="T36" fmla="*/ 8 w 162"/>
                <a:gd name="T37" fmla="*/ 44 h 116"/>
                <a:gd name="T38" fmla="*/ 3 w 162"/>
                <a:gd name="T39" fmla="*/ 53 h 116"/>
                <a:gd name="T40" fmla="*/ 2 w 162"/>
                <a:gd name="T41" fmla="*/ 62 h 116"/>
                <a:gd name="T42" fmla="*/ 2 w 162"/>
                <a:gd name="T43" fmla="*/ 74 h 116"/>
                <a:gd name="T44" fmla="*/ 4 w 162"/>
                <a:gd name="T45" fmla="*/ 87 h 116"/>
                <a:gd name="T46" fmla="*/ 15 w 162"/>
                <a:gd name="T47" fmla="*/ 93 h 116"/>
                <a:gd name="T48" fmla="*/ 3 w 162"/>
                <a:gd name="T49" fmla="*/ 109 h 116"/>
                <a:gd name="T50" fmla="*/ 6 w 162"/>
                <a:gd name="T51" fmla="*/ 113 h 116"/>
                <a:gd name="T52" fmla="*/ 23 w 162"/>
                <a:gd name="T53" fmla="*/ 115 h 116"/>
                <a:gd name="T54" fmla="*/ 68 w 162"/>
                <a:gd name="T55" fmla="*/ 109 h 116"/>
                <a:gd name="T56" fmla="*/ 67 w 162"/>
                <a:gd name="T57" fmla="*/ 98 h 116"/>
                <a:gd name="T58" fmla="*/ 76 w 162"/>
                <a:gd name="T59" fmla="*/ 93 h 116"/>
                <a:gd name="T60" fmla="*/ 84 w 162"/>
                <a:gd name="T61" fmla="*/ 91 h 116"/>
                <a:gd name="T62" fmla="*/ 96 w 162"/>
                <a:gd name="T63" fmla="*/ 87 h 116"/>
                <a:gd name="T64" fmla="*/ 101 w 162"/>
                <a:gd name="T65" fmla="*/ 82 h 116"/>
                <a:gd name="T66" fmla="*/ 105 w 162"/>
                <a:gd name="T67" fmla="*/ 70 h 116"/>
                <a:gd name="T68" fmla="*/ 113 w 162"/>
                <a:gd name="T69" fmla="*/ 65 h 116"/>
                <a:gd name="T70" fmla="*/ 109 w 162"/>
                <a:gd name="T71" fmla="*/ 58 h 116"/>
                <a:gd name="T72" fmla="*/ 122 w 162"/>
                <a:gd name="T73" fmla="*/ 58 h 116"/>
                <a:gd name="T74" fmla="*/ 123 w 162"/>
                <a:gd name="T75" fmla="*/ 49 h 116"/>
                <a:gd name="T76" fmla="*/ 128 w 162"/>
                <a:gd name="T77" fmla="*/ 41 h 116"/>
                <a:gd name="T78" fmla="*/ 126 w 162"/>
                <a:gd name="T79" fmla="*/ 34 h 116"/>
                <a:gd name="T80" fmla="*/ 128 w 162"/>
                <a:gd name="T81" fmla="*/ 29 h 116"/>
                <a:gd name="T82" fmla="*/ 129 w 162"/>
                <a:gd name="T83" fmla="*/ 28 h 116"/>
                <a:gd name="T84" fmla="*/ 135 w 162"/>
                <a:gd name="T85" fmla="*/ 26 h 116"/>
                <a:gd name="T86" fmla="*/ 150 w 162"/>
                <a:gd name="T87" fmla="*/ 21 h 116"/>
                <a:gd name="T88" fmla="*/ 162 w 162"/>
                <a:gd name="T89" fmla="*/ 18 h 116"/>
                <a:gd name="T90" fmla="*/ 156 w 162"/>
                <a:gd name="T91" fmla="*/ 17 h 11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62"/>
                <a:gd name="T139" fmla="*/ 0 h 116"/>
                <a:gd name="T140" fmla="*/ 162 w 162"/>
                <a:gd name="T141" fmla="*/ 116 h 11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62" h="116">
                  <a:moveTo>
                    <a:pt x="156" y="17"/>
                  </a:moveTo>
                  <a:cubicBezTo>
                    <a:pt x="154" y="17"/>
                    <a:pt x="154" y="15"/>
                    <a:pt x="152" y="13"/>
                  </a:cubicBezTo>
                  <a:cubicBezTo>
                    <a:pt x="150" y="12"/>
                    <a:pt x="144" y="18"/>
                    <a:pt x="139" y="22"/>
                  </a:cubicBezTo>
                  <a:cubicBezTo>
                    <a:pt x="137" y="22"/>
                    <a:pt x="135" y="23"/>
                    <a:pt x="134" y="24"/>
                  </a:cubicBezTo>
                  <a:cubicBezTo>
                    <a:pt x="131" y="24"/>
                    <a:pt x="129" y="24"/>
                    <a:pt x="128" y="23"/>
                  </a:cubicBezTo>
                  <a:cubicBezTo>
                    <a:pt x="125" y="20"/>
                    <a:pt x="132" y="12"/>
                    <a:pt x="128" y="10"/>
                  </a:cubicBezTo>
                  <a:cubicBezTo>
                    <a:pt x="123" y="8"/>
                    <a:pt x="127" y="1"/>
                    <a:pt x="123" y="1"/>
                  </a:cubicBezTo>
                  <a:cubicBezTo>
                    <a:pt x="119" y="0"/>
                    <a:pt x="113" y="7"/>
                    <a:pt x="113" y="10"/>
                  </a:cubicBezTo>
                  <a:cubicBezTo>
                    <a:pt x="113" y="14"/>
                    <a:pt x="102" y="13"/>
                    <a:pt x="102" y="16"/>
                  </a:cubicBezTo>
                  <a:cubicBezTo>
                    <a:pt x="102" y="19"/>
                    <a:pt x="92" y="15"/>
                    <a:pt x="91" y="19"/>
                  </a:cubicBezTo>
                  <a:cubicBezTo>
                    <a:pt x="89" y="22"/>
                    <a:pt x="84" y="16"/>
                    <a:pt x="81" y="16"/>
                  </a:cubicBezTo>
                  <a:cubicBezTo>
                    <a:pt x="78" y="16"/>
                    <a:pt x="76" y="12"/>
                    <a:pt x="72" y="13"/>
                  </a:cubicBezTo>
                  <a:cubicBezTo>
                    <a:pt x="68" y="14"/>
                    <a:pt x="65" y="12"/>
                    <a:pt x="62" y="11"/>
                  </a:cubicBezTo>
                  <a:cubicBezTo>
                    <a:pt x="59" y="11"/>
                    <a:pt x="57" y="18"/>
                    <a:pt x="53" y="17"/>
                  </a:cubicBezTo>
                  <a:cubicBezTo>
                    <a:pt x="50" y="15"/>
                    <a:pt x="48" y="23"/>
                    <a:pt x="47" y="28"/>
                  </a:cubicBezTo>
                  <a:cubicBezTo>
                    <a:pt x="45" y="32"/>
                    <a:pt x="30" y="32"/>
                    <a:pt x="31" y="37"/>
                  </a:cubicBezTo>
                  <a:cubicBezTo>
                    <a:pt x="31" y="42"/>
                    <a:pt x="22" y="44"/>
                    <a:pt x="21" y="41"/>
                  </a:cubicBezTo>
                  <a:cubicBezTo>
                    <a:pt x="20" y="38"/>
                    <a:pt x="14" y="39"/>
                    <a:pt x="13" y="38"/>
                  </a:cubicBezTo>
                  <a:cubicBezTo>
                    <a:pt x="11" y="38"/>
                    <a:pt x="7" y="39"/>
                    <a:pt x="8" y="44"/>
                  </a:cubicBezTo>
                  <a:cubicBezTo>
                    <a:pt x="8" y="48"/>
                    <a:pt x="4" y="51"/>
                    <a:pt x="3" y="53"/>
                  </a:cubicBezTo>
                  <a:cubicBezTo>
                    <a:pt x="3" y="54"/>
                    <a:pt x="0" y="60"/>
                    <a:pt x="2" y="62"/>
                  </a:cubicBezTo>
                  <a:cubicBezTo>
                    <a:pt x="4" y="65"/>
                    <a:pt x="0" y="70"/>
                    <a:pt x="2" y="74"/>
                  </a:cubicBezTo>
                  <a:cubicBezTo>
                    <a:pt x="4" y="79"/>
                    <a:pt x="3" y="86"/>
                    <a:pt x="4" y="87"/>
                  </a:cubicBezTo>
                  <a:cubicBezTo>
                    <a:pt x="5" y="89"/>
                    <a:pt x="13" y="88"/>
                    <a:pt x="15" y="93"/>
                  </a:cubicBezTo>
                  <a:cubicBezTo>
                    <a:pt x="17" y="98"/>
                    <a:pt x="4" y="107"/>
                    <a:pt x="3" y="109"/>
                  </a:cubicBezTo>
                  <a:cubicBezTo>
                    <a:pt x="3" y="110"/>
                    <a:pt x="4" y="112"/>
                    <a:pt x="6" y="113"/>
                  </a:cubicBezTo>
                  <a:cubicBezTo>
                    <a:pt x="11" y="113"/>
                    <a:pt x="17" y="114"/>
                    <a:pt x="23" y="115"/>
                  </a:cubicBezTo>
                  <a:cubicBezTo>
                    <a:pt x="30" y="116"/>
                    <a:pt x="68" y="111"/>
                    <a:pt x="68" y="109"/>
                  </a:cubicBezTo>
                  <a:cubicBezTo>
                    <a:pt x="69" y="108"/>
                    <a:pt x="67" y="100"/>
                    <a:pt x="67" y="98"/>
                  </a:cubicBezTo>
                  <a:cubicBezTo>
                    <a:pt x="68" y="96"/>
                    <a:pt x="72" y="92"/>
                    <a:pt x="76" y="93"/>
                  </a:cubicBezTo>
                  <a:cubicBezTo>
                    <a:pt x="80" y="93"/>
                    <a:pt x="84" y="94"/>
                    <a:pt x="84" y="91"/>
                  </a:cubicBezTo>
                  <a:cubicBezTo>
                    <a:pt x="84" y="88"/>
                    <a:pt x="95" y="84"/>
                    <a:pt x="96" y="87"/>
                  </a:cubicBezTo>
                  <a:cubicBezTo>
                    <a:pt x="97" y="89"/>
                    <a:pt x="101" y="88"/>
                    <a:pt x="101" y="82"/>
                  </a:cubicBezTo>
                  <a:cubicBezTo>
                    <a:pt x="102" y="75"/>
                    <a:pt x="101" y="70"/>
                    <a:pt x="105" y="70"/>
                  </a:cubicBezTo>
                  <a:cubicBezTo>
                    <a:pt x="109" y="69"/>
                    <a:pt x="113" y="67"/>
                    <a:pt x="113" y="65"/>
                  </a:cubicBezTo>
                  <a:cubicBezTo>
                    <a:pt x="112" y="63"/>
                    <a:pt x="108" y="59"/>
                    <a:pt x="109" y="58"/>
                  </a:cubicBezTo>
                  <a:cubicBezTo>
                    <a:pt x="110" y="56"/>
                    <a:pt x="120" y="61"/>
                    <a:pt x="122" y="58"/>
                  </a:cubicBezTo>
                  <a:cubicBezTo>
                    <a:pt x="123" y="55"/>
                    <a:pt x="121" y="52"/>
                    <a:pt x="123" y="49"/>
                  </a:cubicBezTo>
                  <a:cubicBezTo>
                    <a:pt x="124" y="46"/>
                    <a:pt x="128" y="44"/>
                    <a:pt x="128" y="41"/>
                  </a:cubicBezTo>
                  <a:cubicBezTo>
                    <a:pt x="128" y="38"/>
                    <a:pt x="128" y="37"/>
                    <a:pt x="126" y="34"/>
                  </a:cubicBezTo>
                  <a:cubicBezTo>
                    <a:pt x="124" y="32"/>
                    <a:pt x="125" y="29"/>
                    <a:pt x="128" y="29"/>
                  </a:cubicBezTo>
                  <a:cubicBezTo>
                    <a:pt x="128" y="28"/>
                    <a:pt x="129" y="28"/>
                    <a:pt x="129" y="28"/>
                  </a:cubicBezTo>
                  <a:cubicBezTo>
                    <a:pt x="132" y="27"/>
                    <a:pt x="134" y="27"/>
                    <a:pt x="135" y="26"/>
                  </a:cubicBezTo>
                  <a:cubicBezTo>
                    <a:pt x="139" y="23"/>
                    <a:pt x="147" y="20"/>
                    <a:pt x="150" y="21"/>
                  </a:cubicBezTo>
                  <a:cubicBezTo>
                    <a:pt x="153" y="22"/>
                    <a:pt x="158" y="21"/>
                    <a:pt x="162" y="18"/>
                  </a:cubicBezTo>
                  <a:cubicBezTo>
                    <a:pt x="160" y="17"/>
                    <a:pt x="157" y="16"/>
                    <a:pt x="156" y="17"/>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3" name="Freeform 170"/>
            <p:cNvSpPr>
              <a:spLocks noChangeArrowheads="1"/>
            </p:cNvSpPr>
            <p:nvPr/>
          </p:nvSpPr>
          <p:spPr bwMode="auto">
            <a:xfrm>
              <a:off x="4959365" y="1628777"/>
              <a:ext cx="355601" cy="320676"/>
            </a:xfrm>
            <a:custGeom>
              <a:avLst/>
              <a:gdLst>
                <a:gd name="T0" fmla="*/ 172 w 186"/>
                <a:gd name="T1" fmla="*/ 9 h 168"/>
                <a:gd name="T2" fmla="*/ 158 w 186"/>
                <a:gd name="T3" fmla="*/ 1 h 168"/>
                <a:gd name="T4" fmla="*/ 144 w 186"/>
                <a:gd name="T5" fmla="*/ 3 h 168"/>
                <a:gd name="T6" fmla="*/ 123 w 186"/>
                <a:gd name="T7" fmla="*/ 10 h 168"/>
                <a:gd name="T8" fmla="*/ 120 w 186"/>
                <a:gd name="T9" fmla="*/ 16 h 168"/>
                <a:gd name="T10" fmla="*/ 117 w 186"/>
                <a:gd name="T11" fmla="*/ 31 h 168"/>
                <a:gd name="T12" fmla="*/ 103 w 186"/>
                <a:gd name="T13" fmla="*/ 40 h 168"/>
                <a:gd name="T14" fmla="*/ 99 w 186"/>
                <a:gd name="T15" fmla="*/ 52 h 168"/>
                <a:gd name="T16" fmla="*/ 90 w 186"/>
                <a:gd name="T17" fmla="*/ 69 h 168"/>
                <a:gd name="T18" fmla="*/ 70 w 186"/>
                <a:gd name="T19" fmla="*/ 75 h 168"/>
                <a:gd name="T20" fmla="*/ 62 w 186"/>
                <a:gd name="T21" fmla="*/ 91 h 168"/>
                <a:gd name="T22" fmla="*/ 0 w 186"/>
                <a:gd name="T23" fmla="*/ 95 h 168"/>
                <a:gd name="T24" fmla="*/ 17 w 186"/>
                <a:gd name="T25" fmla="*/ 111 h 168"/>
                <a:gd name="T26" fmla="*/ 25 w 186"/>
                <a:gd name="T27" fmla="*/ 132 h 168"/>
                <a:gd name="T28" fmla="*/ 7 w 186"/>
                <a:gd name="T29" fmla="*/ 146 h 168"/>
                <a:gd name="T30" fmla="*/ 29 w 186"/>
                <a:gd name="T31" fmla="*/ 148 h 168"/>
                <a:gd name="T32" fmla="*/ 55 w 186"/>
                <a:gd name="T33" fmla="*/ 146 h 168"/>
                <a:gd name="T34" fmla="*/ 70 w 186"/>
                <a:gd name="T35" fmla="*/ 155 h 168"/>
                <a:gd name="T36" fmla="*/ 82 w 186"/>
                <a:gd name="T37" fmla="*/ 167 h 168"/>
                <a:gd name="T38" fmla="*/ 84 w 186"/>
                <a:gd name="T39" fmla="*/ 167 h 168"/>
                <a:gd name="T40" fmla="*/ 105 w 186"/>
                <a:gd name="T41" fmla="*/ 160 h 168"/>
                <a:gd name="T42" fmla="*/ 110 w 186"/>
                <a:gd name="T43" fmla="*/ 147 h 168"/>
                <a:gd name="T44" fmla="*/ 98 w 186"/>
                <a:gd name="T45" fmla="*/ 128 h 168"/>
                <a:gd name="T46" fmla="*/ 114 w 186"/>
                <a:gd name="T47" fmla="*/ 118 h 168"/>
                <a:gd name="T48" fmla="*/ 128 w 186"/>
                <a:gd name="T49" fmla="*/ 109 h 168"/>
                <a:gd name="T50" fmla="*/ 142 w 186"/>
                <a:gd name="T51" fmla="*/ 91 h 168"/>
                <a:gd name="T52" fmla="*/ 154 w 186"/>
                <a:gd name="T53" fmla="*/ 80 h 168"/>
                <a:gd name="T54" fmla="*/ 162 w 186"/>
                <a:gd name="T55" fmla="*/ 63 h 168"/>
                <a:gd name="T56" fmla="*/ 150 w 186"/>
                <a:gd name="T57" fmla="*/ 47 h 168"/>
                <a:gd name="T58" fmla="*/ 154 w 186"/>
                <a:gd name="T59" fmla="*/ 30 h 168"/>
                <a:gd name="T60" fmla="*/ 182 w 186"/>
                <a:gd name="T61" fmla="*/ 29 h 168"/>
                <a:gd name="T62" fmla="*/ 177 w 186"/>
                <a:gd name="T63" fmla="*/ 17 h 16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6"/>
                <a:gd name="T97" fmla="*/ 0 h 168"/>
                <a:gd name="T98" fmla="*/ 186 w 186"/>
                <a:gd name="T99" fmla="*/ 168 h 16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6" h="168">
                  <a:moveTo>
                    <a:pt x="177" y="17"/>
                  </a:moveTo>
                  <a:cubicBezTo>
                    <a:pt x="172" y="15"/>
                    <a:pt x="172" y="10"/>
                    <a:pt x="172" y="9"/>
                  </a:cubicBezTo>
                  <a:cubicBezTo>
                    <a:pt x="172" y="7"/>
                    <a:pt x="166" y="4"/>
                    <a:pt x="161" y="0"/>
                  </a:cubicBezTo>
                  <a:cubicBezTo>
                    <a:pt x="161" y="1"/>
                    <a:pt x="159" y="1"/>
                    <a:pt x="158" y="1"/>
                  </a:cubicBezTo>
                  <a:cubicBezTo>
                    <a:pt x="157" y="1"/>
                    <a:pt x="157" y="0"/>
                    <a:pt x="156" y="0"/>
                  </a:cubicBezTo>
                  <a:cubicBezTo>
                    <a:pt x="152" y="3"/>
                    <a:pt x="147" y="4"/>
                    <a:pt x="144" y="3"/>
                  </a:cubicBezTo>
                  <a:cubicBezTo>
                    <a:pt x="141" y="2"/>
                    <a:pt x="133" y="5"/>
                    <a:pt x="129" y="8"/>
                  </a:cubicBezTo>
                  <a:cubicBezTo>
                    <a:pt x="128" y="9"/>
                    <a:pt x="126" y="9"/>
                    <a:pt x="123" y="10"/>
                  </a:cubicBezTo>
                  <a:cubicBezTo>
                    <a:pt x="123" y="10"/>
                    <a:pt x="122" y="10"/>
                    <a:pt x="122" y="11"/>
                  </a:cubicBezTo>
                  <a:cubicBezTo>
                    <a:pt x="119" y="11"/>
                    <a:pt x="118" y="14"/>
                    <a:pt x="120" y="16"/>
                  </a:cubicBezTo>
                  <a:cubicBezTo>
                    <a:pt x="122" y="19"/>
                    <a:pt x="122" y="20"/>
                    <a:pt x="122" y="23"/>
                  </a:cubicBezTo>
                  <a:cubicBezTo>
                    <a:pt x="122" y="26"/>
                    <a:pt x="118" y="28"/>
                    <a:pt x="117" y="31"/>
                  </a:cubicBezTo>
                  <a:cubicBezTo>
                    <a:pt x="115" y="34"/>
                    <a:pt x="117" y="37"/>
                    <a:pt x="116" y="40"/>
                  </a:cubicBezTo>
                  <a:cubicBezTo>
                    <a:pt x="114" y="43"/>
                    <a:pt x="104" y="38"/>
                    <a:pt x="103" y="40"/>
                  </a:cubicBezTo>
                  <a:cubicBezTo>
                    <a:pt x="102" y="41"/>
                    <a:pt x="106" y="45"/>
                    <a:pt x="107" y="47"/>
                  </a:cubicBezTo>
                  <a:cubicBezTo>
                    <a:pt x="107" y="49"/>
                    <a:pt x="103" y="51"/>
                    <a:pt x="99" y="52"/>
                  </a:cubicBezTo>
                  <a:cubicBezTo>
                    <a:pt x="95" y="52"/>
                    <a:pt x="96" y="57"/>
                    <a:pt x="95" y="64"/>
                  </a:cubicBezTo>
                  <a:cubicBezTo>
                    <a:pt x="95" y="70"/>
                    <a:pt x="91" y="71"/>
                    <a:pt x="90" y="69"/>
                  </a:cubicBezTo>
                  <a:cubicBezTo>
                    <a:pt x="89" y="66"/>
                    <a:pt x="78" y="70"/>
                    <a:pt x="78" y="73"/>
                  </a:cubicBezTo>
                  <a:cubicBezTo>
                    <a:pt x="78" y="76"/>
                    <a:pt x="74" y="75"/>
                    <a:pt x="70" y="75"/>
                  </a:cubicBezTo>
                  <a:cubicBezTo>
                    <a:pt x="66" y="74"/>
                    <a:pt x="62" y="78"/>
                    <a:pt x="61" y="80"/>
                  </a:cubicBezTo>
                  <a:cubicBezTo>
                    <a:pt x="61" y="82"/>
                    <a:pt x="63" y="90"/>
                    <a:pt x="62" y="91"/>
                  </a:cubicBezTo>
                  <a:cubicBezTo>
                    <a:pt x="62" y="93"/>
                    <a:pt x="24" y="98"/>
                    <a:pt x="17" y="97"/>
                  </a:cubicBezTo>
                  <a:cubicBezTo>
                    <a:pt x="11" y="96"/>
                    <a:pt x="5" y="95"/>
                    <a:pt x="0" y="95"/>
                  </a:cubicBezTo>
                  <a:cubicBezTo>
                    <a:pt x="2" y="97"/>
                    <a:pt x="4" y="99"/>
                    <a:pt x="5" y="101"/>
                  </a:cubicBezTo>
                  <a:cubicBezTo>
                    <a:pt x="6" y="105"/>
                    <a:pt x="11" y="109"/>
                    <a:pt x="17" y="111"/>
                  </a:cubicBezTo>
                  <a:cubicBezTo>
                    <a:pt x="22" y="113"/>
                    <a:pt x="19" y="122"/>
                    <a:pt x="22" y="123"/>
                  </a:cubicBezTo>
                  <a:cubicBezTo>
                    <a:pt x="25" y="124"/>
                    <a:pt x="28" y="131"/>
                    <a:pt x="25" y="132"/>
                  </a:cubicBezTo>
                  <a:cubicBezTo>
                    <a:pt x="21" y="132"/>
                    <a:pt x="18" y="133"/>
                    <a:pt x="14" y="135"/>
                  </a:cubicBezTo>
                  <a:cubicBezTo>
                    <a:pt x="11" y="137"/>
                    <a:pt x="7" y="141"/>
                    <a:pt x="7" y="146"/>
                  </a:cubicBezTo>
                  <a:cubicBezTo>
                    <a:pt x="7" y="147"/>
                    <a:pt x="7" y="148"/>
                    <a:pt x="7" y="149"/>
                  </a:cubicBezTo>
                  <a:cubicBezTo>
                    <a:pt x="17" y="149"/>
                    <a:pt x="27" y="149"/>
                    <a:pt x="29" y="148"/>
                  </a:cubicBezTo>
                  <a:cubicBezTo>
                    <a:pt x="30" y="146"/>
                    <a:pt x="35" y="145"/>
                    <a:pt x="37" y="146"/>
                  </a:cubicBezTo>
                  <a:cubicBezTo>
                    <a:pt x="40" y="148"/>
                    <a:pt x="51" y="149"/>
                    <a:pt x="55" y="146"/>
                  </a:cubicBezTo>
                  <a:cubicBezTo>
                    <a:pt x="61" y="143"/>
                    <a:pt x="64" y="146"/>
                    <a:pt x="64" y="149"/>
                  </a:cubicBezTo>
                  <a:cubicBezTo>
                    <a:pt x="65" y="152"/>
                    <a:pt x="67" y="153"/>
                    <a:pt x="70" y="155"/>
                  </a:cubicBezTo>
                  <a:cubicBezTo>
                    <a:pt x="72" y="157"/>
                    <a:pt x="70" y="160"/>
                    <a:pt x="72" y="163"/>
                  </a:cubicBezTo>
                  <a:cubicBezTo>
                    <a:pt x="74" y="165"/>
                    <a:pt x="77" y="165"/>
                    <a:pt x="82" y="167"/>
                  </a:cubicBezTo>
                  <a:cubicBezTo>
                    <a:pt x="82" y="167"/>
                    <a:pt x="83" y="168"/>
                    <a:pt x="83" y="168"/>
                  </a:cubicBezTo>
                  <a:cubicBezTo>
                    <a:pt x="84" y="168"/>
                    <a:pt x="84" y="168"/>
                    <a:pt x="84" y="167"/>
                  </a:cubicBezTo>
                  <a:cubicBezTo>
                    <a:pt x="87" y="164"/>
                    <a:pt x="87" y="159"/>
                    <a:pt x="94" y="160"/>
                  </a:cubicBezTo>
                  <a:cubicBezTo>
                    <a:pt x="102" y="162"/>
                    <a:pt x="101" y="159"/>
                    <a:pt x="105" y="160"/>
                  </a:cubicBezTo>
                  <a:cubicBezTo>
                    <a:pt x="109" y="161"/>
                    <a:pt x="112" y="160"/>
                    <a:pt x="114" y="158"/>
                  </a:cubicBezTo>
                  <a:cubicBezTo>
                    <a:pt x="115" y="155"/>
                    <a:pt x="112" y="150"/>
                    <a:pt x="110" y="147"/>
                  </a:cubicBezTo>
                  <a:cubicBezTo>
                    <a:pt x="107" y="145"/>
                    <a:pt x="104" y="140"/>
                    <a:pt x="105" y="136"/>
                  </a:cubicBezTo>
                  <a:cubicBezTo>
                    <a:pt x="105" y="131"/>
                    <a:pt x="98" y="131"/>
                    <a:pt x="98" y="128"/>
                  </a:cubicBezTo>
                  <a:cubicBezTo>
                    <a:pt x="98" y="124"/>
                    <a:pt x="105" y="118"/>
                    <a:pt x="106" y="117"/>
                  </a:cubicBezTo>
                  <a:cubicBezTo>
                    <a:pt x="107" y="116"/>
                    <a:pt x="113" y="121"/>
                    <a:pt x="114" y="118"/>
                  </a:cubicBezTo>
                  <a:cubicBezTo>
                    <a:pt x="116" y="115"/>
                    <a:pt x="120" y="117"/>
                    <a:pt x="122" y="117"/>
                  </a:cubicBezTo>
                  <a:cubicBezTo>
                    <a:pt x="124" y="118"/>
                    <a:pt x="128" y="113"/>
                    <a:pt x="128" y="109"/>
                  </a:cubicBezTo>
                  <a:cubicBezTo>
                    <a:pt x="129" y="105"/>
                    <a:pt x="136" y="105"/>
                    <a:pt x="138" y="103"/>
                  </a:cubicBezTo>
                  <a:cubicBezTo>
                    <a:pt x="139" y="102"/>
                    <a:pt x="141" y="93"/>
                    <a:pt x="142" y="91"/>
                  </a:cubicBezTo>
                  <a:cubicBezTo>
                    <a:pt x="143" y="89"/>
                    <a:pt x="149" y="91"/>
                    <a:pt x="149" y="86"/>
                  </a:cubicBezTo>
                  <a:cubicBezTo>
                    <a:pt x="149" y="81"/>
                    <a:pt x="151" y="80"/>
                    <a:pt x="154" y="80"/>
                  </a:cubicBezTo>
                  <a:cubicBezTo>
                    <a:pt x="157" y="79"/>
                    <a:pt x="156" y="75"/>
                    <a:pt x="156" y="71"/>
                  </a:cubicBezTo>
                  <a:cubicBezTo>
                    <a:pt x="157" y="68"/>
                    <a:pt x="159" y="64"/>
                    <a:pt x="162" y="63"/>
                  </a:cubicBezTo>
                  <a:cubicBezTo>
                    <a:pt x="166" y="62"/>
                    <a:pt x="161" y="57"/>
                    <a:pt x="157" y="58"/>
                  </a:cubicBezTo>
                  <a:cubicBezTo>
                    <a:pt x="153" y="59"/>
                    <a:pt x="150" y="47"/>
                    <a:pt x="150" y="47"/>
                  </a:cubicBezTo>
                  <a:cubicBezTo>
                    <a:pt x="150" y="47"/>
                    <a:pt x="151" y="38"/>
                    <a:pt x="148" y="36"/>
                  </a:cubicBezTo>
                  <a:cubicBezTo>
                    <a:pt x="146" y="35"/>
                    <a:pt x="149" y="30"/>
                    <a:pt x="154" y="30"/>
                  </a:cubicBezTo>
                  <a:cubicBezTo>
                    <a:pt x="159" y="30"/>
                    <a:pt x="168" y="36"/>
                    <a:pt x="171" y="33"/>
                  </a:cubicBezTo>
                  <a:cubicBezTo>
                    <a:pt x="174" y="31"/>
                    <a:pt x="180" y="30"/>
                    <a:pt x="182" y="29"/>
                  </a:cubicBezTo>
                  <a:cubicBezTo>
                    <a:pt x="183" y="28"/>
                    <a:pt x="185" y="24"/>
                    <a:pt x="186" y="22"/>
                  </a:cubicBezTo>
                  <a:cubicBezTo>
                    <a:pt x="184" y="21"/>
                    <a:pt x="181" y="19"/>
                    <a:pt x="177" y="17"/>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4" name="Freeform 171"/>
            <p:cNvSpPr>
              <a:spLocks noEditPoints="1" noChangeArrowheads="1"/>
            </p:cNvSpPr>
            <p:nvPr/>
          </p:nvSpPr>
          <p:spPr bwMode="auto">
            <a:xfrm>
              <a:off x="5672155" y="2346328"/>
              <a:ext cx="992191" cy="360363"/>
            </a:xfrm>
            <a:custGeom>
              <a:avLst/>
              <a:gdLst>
                <a:gd name="T0" fmla="*/ 38 w 519"/>
                <a:gd name="T1" fmla="*/ 80 h 189"/>
                <a:gd name="T2" fmla="*/ 147 w 519"/>
                <a:gd name="T3" fmla="*/ 101 h 189"/>
                <a:gd name="T4" fmla="*/ 22 w 519"/>
                <a:gd name="T5" fmla="*/ 52 h 189"/>
                <a:gd name="T6" fmla="*/ 278 w 519"/>
                <a:gd name="T7" fmla="*/ 134 h 189"/>
                <a:gd name="T8" fmla="*/ 290 w 519"/>
                <a:gd name="T9" fmla="*/ 107 h 189"/>
                <a:gd name="T10" fmla="*/ 306 w 519"/>
                <a:gd name="T11" fmla="*/ 111 h 189"/>
                <a:gd name="T12" fmla="*/ 317 w 519"/>
                <a:gd name="T13" fmla="*/ 76 h 189"/>
                <a:gd name="T14" fmla="*/ 318 w 519"/>
                <a:gd name="T15" fmla="*/ 63 h 189"/>
                <a:gd name="T16" fmla="*/ 297 w 519"/>
                <a:gd name="T17" fmla="*/ 53 h 189"/>
                <a:gd name="T18" fmla="*/ 266 w 519"/>
                <a:gd name="T19" fmla="*/ 97 h 189"/>
                <a:gd name="T20" fmla="*/ 123 w 519"/>
                <a:gd name="T21" fmla="*/ 106 h 189"/>
                <a:gd name="T22" fmla="*/ 118 w 519"/>
                <a:gd name="T23" fmla="*/ 87 h 189"/>
                <a:gd name="T24" fmla="*/ 114 w 519"/>
                <a:gd name="T25" fmla="*/ 95 h 189"/>
                <a:gd name="T26" fmla="*/ 95 w 519"/>
                <a:gd name="T27" fmla="*/ 71 h 189"/>
                <a:gd name="T28" fmla="*/ 78 w 519"/>
                <a:gd name="T29" fmla="*/ 50 h 189"/>
                <a:gd name="T30" fmla="*/ 52 w 519"/>
                <a:gd name="T31" fmla="*/ 34 h 189"/>
                <a:gd name="T32" fmla="*/ 2 w 519"/>
                <a:gd name="T33" fmla="*/ 5 h 189"/>
                <a:gd name="T34" fmla="*/ 45 w 519"/>
                <a:gd name="T35" fmla="*/ 65 h 189"/>
                <a:gd name="T36" fmla="*/ 99 w 519"/>
                <a:gd name="T37" fmla="*/ 128 h 189"/>
                <a:gd name="T38" fmla="*/ 121 w 519"/>
                <a:gd name="T39" fmla="*/ 117 h 189"/>
                <a:gd name="T40" fmla="*/ 373 w 519"/>
                <a:gd name="T41" fmla="*/ 53 h 189"/>
                <a:gd name="T42" fmla="*/ 376 w 519"/>
                <a:gd name="T43" fmla="*/ 64 h 189"/>
                <a:gd name="T44" fmla="*/ 348 w 519"/>
                <a:gd name="T45" fmla="*/ 106 h 189"/>
                <a:gd name="T46" fmla="*/ 277 w 519"/>
                <a:gd name="T47" fmla="*/ 167 h 189"/>
                <a:gd name="T48" fmla="*/ 322 w 519"/>
                <a:gd name="T49" fmla="*/ 162 h 189"/>
                <a:gd name="T50" fmla="*/ 387 w 519"/>
                <a:gd name="T51" fmla="*/ 107 h 189"/>
                <a:gd name="T52" fmla="*/ 218 w 519"/>
                <a:gd name="T53" fmla="*/ 158 h 189"/>
                <a:gd name="T54" fmla="*/ 196 w 519"/>
                <a:gd name="T55" fmla="*/ 147 h 189"/>
                <a:gd name="T56" fmla="*/ 122 w 519"/>
                <a:gd name="T57" fmla="*/ 138 h 189"/>
                <a:gd name="T58" fmla="*/ 131 w 519"/>
                <a:gd name="T59" fmla="*/ 153 h 189"/>
                <a:gd name="T60" fmla="*/ 201 w 519"/>
                <a:gd name="T61" fmla="*/ 164 h 189"/>
                <a:gd name="T62" fmla="*/ 218 w 519"/>
                <a:gd name="T63" fmla="*/ 158 h 189"/>
                <a:gd name="T64" fmla="*/ 452 w 519"/>
                <a:gd name="T65" fmla="*/ 106 h 189"/>
                <a:gd name="T66" fmla="*/ 404 w 519"/>
                <a:gd name="T67" fmla="*/ 82 h 189"/>
                <a:gd name="T68" fmla="*/ 435 w 519"/>
                <a:gd name="T69" fmla="*/ 94 h 189"/>
                <a:gd name="T70" fmla="*/ 417 w 519"/>
                <a:gd name="T71" fmla="*/ 101 h 189"/>
                <a:gd name="T72" fmla="*/ 444 w 519"/>
                <a:gd name="T73" fmla="*/ 114 h 189"/>
                <a:gd name="T74" fmla="*/ 492 w 519"/>
                <a:gd name="T75" fmla="*/ 143 h 189"/>
                <a:gd name="T76" fmla="*/ 507 w 519"/>
                <a:gd name="T77" fmla="*/ 161 h 189"/>
                <a:gd name="T78" fmla="*/ 480 w 519"/>
                <a:gd name="T79" fmla="*/ 86 h 189"/>
                <a:gd name="T80" fmla="*/ 330 w 519"/>
                <a:gd name="T81" fmla="*/ 175 h 189"/>
                <a:gd name="T82" fmla="*/ 336 w 519"/>
                <a:gd name="T83" fmla="*/ 177 h 189"/>
                <a:gd name="T84" fmla="*/ 339 w 519"/>
                <a:gd name="T85" fmla="*/ 174 h 189"/>
                <a:gd name="T86" fmla="*/ 250 w 519"/>
                <a:gd name="T87" fmla="*/ 67 h 189"/>
                <a:gd name="T88" fmla="*/ 255 w 519"/>
                <a:gd name="T89" fmla="*/ 39 h 189"/>
                <a:gd name="T90" fmla="*/ 254 w 519"/>
                <a:gd name="T91" fmla="*/ 20 h 189"/>
                <a:gd name="T92" fmla="*/ 225 w 519"/>
                <a:gd name="T93" fmla="*/ 36 h 189"/>
                <a:gd name="T94" fmla="*/ 201 w 519"/>
                <a:gd name="T95" fmla="*/ 51 h 189"/>
                <a:gd name="T96" fmla="*/ 165 w 519"/>
                <a:gd name="T97" fmla="*/ 52 h 189"/>
                <a:gd name="T98" fmla="*/ 153 w 519"/>
                <a:gd name="T99" fmla="*/ 61 h 189"/>
                <a:gd name="T100" fmla="*/ 180 w 519"/>
                <a:gd name="T101" fmla="*/ 103 h 189"/>
                <a:gd name="T102" fmla="*/ 218 w 519"/>
                <a:gd name="T103" fmla="*/ 112 h 189"/>
                <a:gd name="T104" fmla="*/ 268 w 519"/>
                <a:gd name="T105" fmla="*/ 178 h 189"/>
                <a:gd name="T106" fmla="*/ 268 w 519"/>
                <a:gd name="T107" fmla="*/ 178 h 189"/>
                <a:gd name="T108" fmla="*/ 236 w 519"/>
                <a:gd name="T109" fmla="*/ 169 h 189"/>
                <a:gd name="T110" fmla="*/ 251 w 519"/>
                <a:gd name="T111" fmla="*/ 161 h 18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19"/>
                <a:gd name="T169" fmla="*/ 0 h 189"/>
                <a:gd name="T170" fmla="*/ 519 w 519"/>
                <a:gd name="T171" fmla="*/ 189 h 18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19" h="189">
                  <a:moveTo>
                    <a:pt x="38" y="80"/>
                  </a:moveTo>
                  <a:cubicBezTo>
                    <a:pt x="37" y="82"/>
                    <a:pt x="41" y="89"/>
                    <a:pt x="43" y="87"/>
                  </a:cubicBezTo>
                  <a:cubicBezTo>
                    <a:pt x="46" y="85"/>
                    <a:pt x="40" y="75"/>
                    <a:pt x="38" y="80"/>
                  </a:cubicBezTo>
                  <a:close/>
                  <a:moveTo>
                    <a:pt x="147" y="101"/>
                  </a:moveTo>
                  <a:cubicBezTo>
                    <a:pt x="147" y="98"/>
                    <a:pt x="138" y="99"/>
                    <a:pt x="141" y="103"/>
                  </a:cubicBezTo>
                  <a:cubicBezTo>
                    <a:pt x="144" y="108"/>
                    <a:pt x="147" y="104"/>
                    <a:pt x="147" y="101"/>
                  </a:cubicBezTo>
                  <a:close/>
                  <a:moveTo>
                    <a:pt x="22" y="52"/>
                  </a:moveTo>
                  <a:cubicBezTo>
                    <a:pt x="21" y="55"/>
                    <a:pt x="25" y="65"/>
                    <a:pt x="29" y="61"/>
                  </a:cubicBezTo>
                  <a:cubicBezTo>
                    <a:pt x="33" y="57"/>
                    <a:pt x="22" y="48"/>
                    <a:pt x="22" y="52"/>
                  </a:cubicBezTo>
                  <a:close/>
                  <a:moveTo>
                    <a:pt x="273" y="109"/>
                  </a:moveTo>
                  <a:cubicBezTo>
                    <a:pt x="278" y="109"/>
                    <a:pt x="278" y="116"/>
                    <a:pt x="277" y="121"/>
                  </a:cubicBezTo>
                  <a:cubicBezTo>
                    <a:pt x="276" y="125"/>
                    <a:pt x="274" y="135"/>
                    <a:pt x="278" y="134"/>
                  </a:cubicBezTo>
                  <a:cubicBezTo>
                    <a:pt x="283" y="132"/>
                    <a:pt x="287" y="125"/>
                    <a:pt x="284" y="123"/>
                  </a:cubicBezTo>
                  <a:cubicBezTo>
                    <a:pt x="281" y="120"/>
                    <a:pt x="281" y="106"/>
                    <a:pt x="282" y="102"/>
                  </a:cubicBezTo>
                  <a:cubicBezTo>
                    <a:pt x="284" y="98"/>
                    <a:pt x="293" y="101"/>
                    <a:pt x="290" y="107"/>
                  </a:cubicBezTo>
                  <a:cubicBezTo>
                    <a:pt x="287" y="112"/>
                    <a:pt x="295" y="112"/>
                    <a:pt x="295" y="118"/>
                  </a:cubicBezTo>
                  <a:cubicBezTo>
                    <a:pt x="295" y="124"/>
                    <a:pt x="300" y="121"/>
                    <a:pt x="306" y="119"/>
                  </a:cubicBezTo>
                  <a:cubicBezTo>
                    <a:pt x="311" y="118"/>
                    <a:pt x="310" y="115"/>
                    <a:pt x="306" y="111"/>
                  </a:cubicBezTo>
                  <a:cubicBezTo>
                    <a:pt x="303" y="107"/>
                    <a:pt x="309" y="101"/>
                    <a:pt x="304" y="98"/>
                  </a:cubicBezTo>
                  <a:cubicBezTo>
                    <a:pt x="299" y="94"/>
                    <a:pt x="296" y="89"/>
                    <a:pt x="300" y="88"/>
                  </a:cubicBezTo>
                  <a:cubicBezTo>
                    <a:pt x="305" y="87"/>
                    <a:pt x="319" y="79"/>
                    <a:pt x="317" y="76"/>
                  </a:cubicBezTo>
                  <a:cubicBezTo>
                    <a:pt x="316" y="73"/>
                    <a:pt x="296" y="77"/>
                    <a:pt x="294" y="83"/>
                  </a:cubicBezTo>
                  <a:cubicBezTo>
                    <a:pt x="293" y="89"/>
                    <a:pt x="279" y="82"/>
                    <a:pt x="280" y="72"/>
                  </a:cubicBezTo>
                  <a:cubicBezTo>
                    <a:pt x="282" y="61"/>
                    <a:pt x="310" y="60"/>
                    <a:pt x="318" y="63"/>
                  </a:cubicBezTo>
                  <a:cubicBezTo>
                    <a:pt x="326" y="67"/>
                    <a:pt x="334" y="57"/>
                    <a:pt x="337" y="52"/>
                  </a:cubicBezTo>
                  <a:cubicBezTo>
                    <a:pt x="340" y="46"/>
                    <a:pt x="331" y="53"/>
                    <a:pt x="325" y="56"/>
                  </a:cubicBezTo>
                  <a:cubicBezTo>
                    <a:pt x="320" y="60"/>
                    <a:pt x="305" y="56"/>
                    <a:pt x="297" y="53"/>
                  </a:cubicBezTo>
                  <a:cubicBezTo>
                    <a:pt x="289" y="51"/>
                    <a:pt x="290" y="58"/>
                    <a:pt x="283" y="59"/>
                  </a:cubicBezTo>
                  <a:cubicBezTo>
                    <a:pt x="277" y="60"/>
                    <a:pt x="278" y="74"/>
                    <a:pt x="275" y="76"/>
                  </a:cubicBezTo>
                  <a:cubicBezTo>
                    <a:pt x="272" y="77"/>
                    <a:pt x="272" y="88"/>
                    <a:pt x="266" y="97"/>
                  </a:cubicBezTo>
                  <a:cubicBezTo>
                    <a:pt x="260" y="107"/>
                    <a:pt x="268" y="108"/>
                    <a:pt x="273" y="109"/>
                  </a:cubicBezTo>
                  <a:close/>
                  <a:moveTo>
                    <a:pt x="121" y="117"/>
                  </a:moveTo>
                  <a:cubicBezTo>
                    <a:pt x="121" y="113"/>
                    <a:pt x="123" y="108"/>
                    <a:pt x="123" y="106"/>
                  </a:cubicBezTo>
                  <a:cubicBezTo>
                    <a:pt x="123" y="103"/>
                    <a:pt x="124" y="102"/>
                    <a:pt x="127" y="103"/>
                  </a:cubicBezTo>
                  <a:cubicBezTo>
                    <a:pt x="130" y="104"/>
                    <a:pt x="130" y="97"/>
                    <a:pt x="128" y="96"/>
                  </a:cubicBezTo>
                  <a:cubicBezTo>
                    <a:pt x="125" y="95"/>
                    <a:pt x="124" y="87"/>
                    <a:pt x="118" y="87"/>
                  </a:cubicBezTo>
                  <a:cubicBezTo>
                    <a:pt x="113" y="87"/>
                    <a:pt x="114" y="92"/>
                    <a:pt x="117" y="92"/>
                  </a:cubicBezTo>
                  <a:cubicBezTo>
                    <a:pt x="120" y="92"/>
                    <a:pt x="122" y="95"/>
                    <a:pt x="121" y="97"/>
                  </a:cubicBezTo>
                  <a:cubicBezTo>
                    <a:pt x="120" y="100"/>
                    <a:pt x="119" y="95"/>
                    <a:pt x="114" y="95"/>
                  </a:cubicBezTo>
                  <a:cubicBezTo>
                    <a:pt x="110" y="96"/>
                    <a:pt x="113" y="90"/>
                    <a:pt x="107" y="89"/>
                  </a:cubicBezTo>
                  <a:cubicBezTo>
                    <a:pt x="102" y="89"/>
                    <a:pt x="103" y="79"/>
                    <a:pt x="97" y="79"/>
                  </a:cubicBezTo>
                  <a:cubicBezTo>
                    <a:pt x="92" y="79"/>
                    <a:pt x="91" y="75"/>
                    <a:pt x="95" y="71"/>
                  </a:cubicBezTo>
                  <a:cubicBezTo>
                    <a:pt x="99" y="68"/>
                    <a:pt x="89" y="65"/>
                    <a:pt x="89" y="61"/>
                  </a:cubicBezTo>
                  <a:cubicBezTo>
                    <a:pt x="89" y="57"/>
                    <a:pt x="83" y="59"/>
                    <a:pt x="83" y="56"/>
                  </a:cubicBezTo>
                  <a:cubicBezTo>
                    <a:pt x="83" y="53"/>
                    <a:pt x="81" y="54"/>
                    <a:pt x="78" y="50"/>
                  </a:cubicBezTo>
                  <a:cubicBezTo>
                    <a:pt x="75" y="46"/>
                    <a:pt x="73" y="50"/>
                    <a:pt x="71" y="47"/>
                  </a:cubicBezTo>
                  <a:cubicBezTo>
                    <a:pt x="68" y="44"/>
                    <a:pt x="64" y="42"/>
                    <a:pt x="62" y="43"/>
                  </a:cubicBezTo>
                  <a:cubicBezTo>
                    <a:pt x="60" y="44"/>
                    <a:pt x="54" y="39"/>
                    <a:pt x="52" y="34"/>
                  </a:cubicBezTo>
                  <a:cubicBezTo>
                    <a:pt x="51" y="29"/>
                    <a:pt x="35" y="22"/>
                    <a:pt x="33" y="17"/>
                  </a:cubicBezTo>
                  <a:cubicBezTo>
                    <a:pt x="31" y="11"/>
                    <a:pt x="26" y="9"/>
                    <a:pt x="17" y="9"/>
                  </a:cubicBezTo>
                  <a:cubicBezTo>
                    <a:pt x="8" y="9"/>
                    <a:pt x="4" y="0"/>
                    <a:pt x="2" y="5"/>
                  </a:cubicBezTo>
                  <a:cubicBezTo>
                    <a:pt x="0" y="10"/>
                    <a:pt x="12" y="23"/>
                    <a:pt x="18" y="26"/>
                  </a:cubicBezTo>
                  <a:cubicBezTo>
                    <a:pt x="23" y="30"/>
                    <a:pt x="26" y="42"/>
                    <a:pt x="33" y="42"/>
                  </a:cubicBezTo>
                  <a:cubicBezTo>
                    <a:pt x="40" y="43"/>
                    <a:pt x="40" y="64"/>
                    <a:pt x="45" y="65"/>
                  </a:cubicBezTo>
                  <a:cubicBezTo>
                    <a:pt x="50" y="66"/>
                    <a:pt x="61" y="82"/>
                    <a:pt x="63" y="91"/>
                  </a:cubicBezTo>
                  <a:cubicBezTo>
                    <a:pt x="64" y="100"/>
                    <a:pt x="75" y="104"/>
                    <a:pt x="79" y="110"/>
                  </a:cubicBezTo>
                  <a:cubicBezTo>
                    <a:pt x="83" y="117"/>
                    <a:pt x="97" y="125"/>
                    <a:pt x="99" y="128"/>
                  </a:cubicBezTo>
                  <a:cubicBezTo>
                    <a:pt x="101" y="131"/>
                    <a:pt x="103" y="137"/>
                    <a:pt x="105" y="134"/>
                  </a:cubicBezTo>
                  <a:cubicBezTo>
                    <a:pt x="107" y="131"/>
                    <a:pt x="114" y="134"/>
                    <a:pt x="117" y="134"/>
                  </a:cubicBezTo>
                  <a:cubicBezTo>
                    <a:pt x="120" y="134"/>
                    <a:pt x="121" y="122"/>
                    <a:pt x="121" y="117"/>
                  </a:cubicBezTo>
                  <a:close/>
                  <a:moveTo>
                    <a:pt x="376" y="64"/>
                  </a:moveTo>
                  <a:cubicBezTo>
                    <a:pt x="383" y="65"/>
                    <a:pt x="380" y="60"/>
                    <a:pt x="380" y="56"/>
                  </a:cubicBezTo>
                  <a:cubicBezTo>
                    <a:pt x="380" y="51"/>
                    <a:pt x="373" y="55"/>
                    <a:pt x="373" y="53"/>
                  </a:cubicBezTo>
                  <a:cubicBezTo>
                    <a:pt x="373" y="50"/>
                    <a:pt x="371" y="41"/>
                    <a:pt x="365" y="48"/>
                  </a:cubicBezTo>
                  <a:cubicBezTo>
                    <a:pt x="360" y="56"/>
                    <a:pt x="367" y="74"/>
                    <a:pt x="371" y="73"/>
                  </a:cubicBezTo>
                  <a:cubicBezTo>
                    <a:pt x="375" y="72"/>
                    <a:pt x="368" y="63"/>
                    <a:pt x="376" y="64"/>
                  </a:cubicBezTo>
                  <a:close/>
                  <a:moveTo>
                    <a:pt x="348" y="106"/>
                  </a:moveTo>
                  <a:cubicBezTo>
                    <a:pt x="350" y="111"/>
                    <a:pt x="359" y="114"/>
                    <a:pt x="362" y="109"/>
                  </a:cubicBezTo>
                  <a:cubicBezTo>
                    <a:pt x="365" y="105"/>
                    <a:pt x="347" y="99"/>
                    <a:pt x="348" y="106"/>
                  </a:cubicBezTo>
                  <a:close/>
                  <a:moveTo>
                    <a:pt x="322" y="162"/>
                  </a:moveTo>
                  <a:cubicBezTo>
                    <a:pt x="313" y="161"/>
                    <a:pt x="307" y="167"/>
                    <a:pt x="298" y="164"/>
                  </a:cubicBezTo>
                  <a:cubicBezTo>
                    <a:pt x="289" y="161"/>
                    <a:pt x="276" y="164"/>
                    <a:pt x="277" y="167"/>
                  </a:cubicBezTo>
                  <a:cubicBezTo>
                    <a:pt x="278" y="170"/>
                    <a:pt x="286" y="170"/>
                    <a:pt x="295" y="170"/>
                  </a:cubicBezTo>
                  <a:cubicBezTo>
                    <a:pt x="304" y="171"/>
                    <a:pt x="312" y="166"/>
                    <a:pt x="318" y="165"/>
                  </a:cubicBezTo>
                  <a:cubicBezTo>
                    <a:pt x="324" y="165"/>
                    <a:pt x="331" y="163"/>
                    <a:pt x="322" y="162"/>
                  </a:cubicBezTo>
                  <a:close/>
                  <a:moveTo>
                    <a:pt x="393" y="101"/>
                  </a:moveTo>
                  <a:cubicBezTo>
                    <a:pt x="385" y="98"/>
                    <a:pt x="370" y="100"/>
                    <a:pt x="371" y="105"/>
                  </a:cubicBezTo>
                  <a:cubicBezTo>
                    <a:pt x="373" y="109"/>
                    <a:pt x="380" y="107"/>
                    <a:pt x="387" y="107"/>
                  </a:cubicBezTo>
                  <a:cubicBezTo>
                    <a:pt x="394" y="107"/>
                    <a:pt x="397" y="112"/>
                    <a:pt x="401" y="112"/>
                  </a:cubicBezTo>
                  <a:cubicBezTo>
                    <a:pt x="405" y="112"/>
                    <a:pt x="402" y="104"/>
                    <a:pt x="393" y="101"/>
                  </a:cubicBezTo>
                  <a:close/>
                  <a:moveTo>
                    <a:pt x="218" y="158"/>
                  </a:moveTo>
                  <a:cubicBezTo>
                    <a:pt x="217" y="154"/>
                    <a:pt x="204" y="158"/>
                    <a:pt x="198" y="155"/>
                  </a:cubicBezTo>
                  <a:cubicBezTo>
                    <a:pt x="192" y="153"/>
                    <a:pt x="205" y="150"/>
                    <a:pt x="209" y="148"/>
                  </a:cubicBezTo>
                  <a:cubicBezTo>
                    <a:pt x="214" y="145"/>
                    <a:pt x="207" y="144"/>
                    <a:pt x="196" y="147"/>
                  </a:cubicBezTo>
                  <a:cubicBezTo>
                    <a:pt x="185" y="151"/>
                    <a:pt x="173" y="140"/>
                    <a:pt x="173" y="145"/>
                  </a:cubicBezTo>
                  <a:cubicBezTo>
                    <a:pt x="172" y="149"/>
                    <a:pt x="153" y="143"/>
                    <a:pt x="149" y="139"/>
                  </a:cubicBezTo>
                  <a:cubicBezTo>
                    <a:pt x="144" y="136"/>
                    <a:pt x="126" y="132"/>
                    <a:pt x="122" y="138"/>
                  </a:cubicBezTo>
                  <a:cubicBezTo>
                    <a:pt x="119" y="144"/>
                    <a:pt x="116" y="139"/>
                    <a:pt x="117" y="145"/>
                  </a:cubicBezTo>
                  <a:cubicBezTo>
                    <a:pt x="118" y="149"/>
                    <a:pt x="122" y="146"/>
                    <a:pt x="125" y="146"/>
                  </a:cubicBezTo>
                  <a:cubicBezTo>
                    <a:pt x="128" y="146"/>
                    <a:pt x="127" y="152"/>
                    <a:pt x="131" y="153"/>
                  </a:cubicBezTo>
                  <a:cubicBezTo>
                    <a:pt x="136" y="153"/>
                    <a:pt x="150" y="157"/>
                    <a:pt x="151" y="154"/>
                  </a:cubicBezTo>
                  <a:cubicBezTo>
                    <a:pt x="153" y="151"/>
                    <a:pt x="166" y="154"/>
                    <a:pt x="173" y="160"/>
                  </a:cubicBezTo>
                  <a:cubicBezTo>
                    <a:pt x="179" y="165"/>
                    <a:pt x="195" y="165"/>
                    <a:pt x="201" y="164"/>
                  </a:cubicBezTo>
                  <a:cubicBezTo>
                    <a:pt x="207" y="163"/>
                    <a:pt x="213" y="168"/>
                    <a:pt x="216" y="165"/>
                  </a:cubicBezTo>
                  <a:cubicBezTo>
                    <a:pt x="218" y="162"/>
                    <a:pt x="222" y="170"/>
                    <a:pt x="229" y="165"/>
                  </a:cubicBezTo>
                  <a:cubicBezTo>
                    <a:pt x="236" y="160"/>
                    <a:pt x="218" y="162"/>
                    <a:pt x="218" y="158"/>
                  </a:cubicBezTo>
                  <a:close/>
                  <a:moveTo>
                    <a:pt x="480" y="86"/>
                  </a:moveTo>
                  <a:cubicBezTo>
                    <a:pt x="475" y="86"/>
                    <a:pt x="474" y="95"/>
                    <a:pt x="470" y="95"/>
                  </a:cubicBezTo>
                  <a:cubicBezTo>
                    <a:pt x="466" y="95"/>
                    <a:pt x="460" y="104"/>
                    <a:pt x="452" y="106"/>
                  </a:cubicBezTo>
                  <a:cubicBezTo>
                    <a:pt x="444" y="109"/>
                    <a:pt x="443" y="83"/>
                    <a:pt x="440" y="78"/>
                  </a:cubicBezTo>
                  <a:cubicBezTo>
                    <a:pt x="436" y="73"/>
                    <a:pt x="416" y="69"/>
                    <a:pt x="414" y="75"/>
                  </a:cubicBezTo>
                  <a:cubicBezTo>
                    <a:pt x="412" y="81"/>
                    <a:pt x="405" y="78"/>
                    <a:pt x="404" y="82"/>
                  </a:cubicBezTo>
                  <a:cubicBezTo>
                    <a:pt x="404" y="87"/>
                    <a:pt x="406" y="85"/>
                    <a:pt x="410" y="85"/>
                  </a:cubicBezTo>
                  <a:cubicBezTo>
                    <a:pt x="415" y="85"/>
                    <a:pt x="415" y="89"/>
                    <a:pt x="417" y="93"/>
                  </a:cubicBezTo>
                  <a:cubicBezTo>
                    <a:pt x="419" y="97"/>
                    <a:pt x="431" y="94"/>
                    <a:pt x="435" y="94"/>
                  </a:cubicBezTo>
                  <a:cubicBezTo>
                    <a:pt x="439" y="94"/>
                    <a:pt x="439" y="99"/>
                    <a:pt x="434" y="97"/>
                  </a:cubicBezTo>
                  <a:cubicBezTo>
                    <a:pt x="428" y="95"/>
                    <a:pt x="428" y="100"/>
                    <a:pt x="424" y="99"/>
                  </a:cubicBezTo>
                  <a:cubicBezTo>
                    <a:pt x="420" y="98"/>
                    <a:pt x="415" y="98"/>
                    <a:pt x="417" y="101"/>
                  </a:cubicBezTo>
                  <a:cubicBezTo>
                    <a:pt x="420" y="103"/>
                    <a:pt x="424" y="105"/>
                    <a:pt x="424" y="111"/>
                  </a:cubicBezTo>
                  <a:cubicBezTo>
                    <a:pt x="424" y="116"/>
                    <a:pt x="432" y="115"/>
                    <a:pt x="432" y="111"/>
                  </a:cubicBezTo>
                  <a:cubicBezTo>
                    <a:pt x="432" y="106"/>
                    <a:pt x="436" y="112"/>
                    <a:pt x="444" y="114"/>
                  </a:cubicBezTo>
                  <a:cubicBezTo>
                    <a:pt x="451" y="116"/>
                    <a:pt x="446" y="119"/>
                    <a:pt x="454" y="119"/>
                  </a:cubicBezTo>
                  <a:cubicBezTo>
                    <a:pt x="461" y="120"/>
                    <a:pt x="479" y="125"/>
                    <a:pt x="485" y="130"/>
                  </a:cubicBezTo>
                  <a:cubicBezTo>
                    <a:pt x="492" y="135"/>
                    <a:pt x="487" y="139"/>
                    <a:pt x="492" y="143"/>
                  </a:cubicBezTo>
                  <a:cubicBezTo>
                    <a:pt x="496" y="148"/>
                    <a:pt x="497" y="153"/>
                    <a:pt x="491" y="153"/>
                  </a:cubicBezTo>
                  <a:cubicBezTo>
                    <a:pt x="485" y="153"/>
                    <a:pt x="479" y="159"/>
                    <a:pt x="481" y="162"/>
                  </a:cubicBezTo>
                  <a:cubicBezTo>
                    <a:pt x="482" y="165"/>
                    <a:pt x="502" y="161"/>
                    <a:pt x="507" y="161"/>
                  </a:cubicBezTo>
                  <a:cubicBezTo>
                    <a:pt x="510" y="161"/>
                    <a:pt x="513" y="166"/>
                    <a:pt x="519" y="170"/>
                  </a:cubicBezTo>
                  <a:cubicBezTo>
                    <a:pt x="519" y="99"/>
                    <a:pt x="519" y="99"/>
                    <a:pt x="519" y="99"/>
                  </a:cubicBezTo>
                  <a:cubicBezTo>
                    <a:pt x="504" y="94"/>
                    <a:pt x="484" y="85"/>
                    <a:pt x="480" y="86"/>
                  </a:cubicBezTo>
                  <a:close/>
                  <a:moveTo>
                    <a:pt x="336" y="170"/>
                  </a:moveTo>
                  <a:cubicBezTo>
                    <a:pt x="335" y="171"/>
                    <a:pt x="334" y="171"/>
                    <a:pt x="332" y="172"/>
                  </a:cubicBezTo>
                  <a:cubicBezTo>
                    <a:pt x="332" y="173"/>
                    <a:pt x="331" y="174"/>
                    <a:pt x="330" y="175"/>
                  </a:cubicBezTo>
                  <a:cubicBezTo>
                    <a:pt x="329" y="176"/>
                    <a:pt x="328" y="174"/>
                    <a:pt x="327" y="173"/>
                  </a:cubicBezTo>
                  <a:cubicBezTo>
                    <a:pt x="320" y="175"/>
                    <a:pt x="317" y="183"/>
                    <a:pt x="321" y="186"/>
                  </a:cubicBezTo>
                  <a:cubicBezTo>
                    <a:pt x="326" y="188"/>
                    <a:pt x="332" y="182"/>
                    <a:pt x="336" y="177"/>
                  </a:cubicBezTo>
                  <a:cubicBezTo>
                    <a:pt x="336" y="177"/>
                    <a:pt x="337" y="176"/>
                    <a:pt x="337" y="176"/>
                  </a:cubicBezTo>
                  <a:cubicBezTo>
                    <a:pt x="337" y="175"/>
                    <a:pt x="338" y="175"/>
                    <a:pt x="338" y="174"/>
                  </a:cubicBezTo>
                  <a:cubicBezTo>
                    <a:pt x="338" y="174"/>
                    <a:pt x="339" y="174"/>
                    <a:pt x="339" y="174"/>
                  </a:cubicBezTo>
                  <a:cubicBezTo>
                    <a:pt x="338" y="172"/>
                    <a:pt x="337" y="171"/>
                    <a:pt x="336" y="170"/>
                  </a:cubicBezTo>
                  <a:close/>
                  <a:moveTo>
                    <a:pt x="243" y="84"/>
                  </a:moveTo>
                  <a:cubicBezTo>
                    <a:pt x="249" y="81"/>
                    <a:pt x="250" y="74"/>
                    <a:pt x="250" y="67"/>
                  </a:cubicBezTo>
                  <a:cubicBezTo>
                    <a:pt x="249" y="60"/>
                    <a:pt x="264" y="60"/>
                    <a:pt x="267" y="57"/>
                  </a:cubicBezTo>
                  <a:cubicBezTo>
                    <a:pt x="269" y="55"/>
                    <a:pt x="263" y="50"/>
                    <a:pt x="259" y="48"/>
                  </a:cubicBezTo>
                  <a:cubicBezTo>
                    <a:pt x="255" y="46"/>
                    <a:pt x="258" y="42"/>
                    <a:pt x="255" y="39"/>
                  </a:cubicBezTo>
                  <a:cubicBezTo>
                    <a:pt x="252" y="37"/>
                    <a:pt x="247" y="30"/>
                    <a:pt x="252" y="29"/>
                  </a:cubicBezTo>
                  <a:cubicBezTo>
                    <a:pt x="256" y="29"/>
                    <a:pt x="249" y="23"/>
                    <a:pt x="252" y="21"/>
                  </a:cubicBezTo>
                  <a:cubicBezTo>
                    <a:pt x="253" y="21"/>
                    <a:pt x="253" y="20"/>
                    <a:pt x="254" y="20"/>
                  </a:cubicBezTo>
                  <a:cubicBezTo>
                    <a:pt x="252" y="19"/>
                    <a:pt x="250" y="18"/>
                    <a:pt x="249" y="18"/>
                  </a:cubicBezTo>
                  <a:cubicBezTo>
                    <a:pt x="243" y="18"/>
                    <a:pt x="231" y="17"/>
                    <a:pt x="231" y="26"/>
                  </a:cubicBezTo>
                  <a:cubicBezTo>
                    <a:pt x="232" y="34"/>
                    <a:pt x="224" y="31"/>
                    <a:pt x="225" y="36"/>
                  </a:cubicBezTo>
                  <a:cubicBezTo>
                    <a:pt x="225" y="40"/>
                    <a:pt x="221" y="40"/>
                    <a:pt x="221" y="46"/>
                  </a:cubicBezTo>
                  <a:cubicBezTo>
                    <a:pt x="222" y="52"/>
                    <a:pt x="218" y="50"/>
                    <a:pt x="211" y="53"/>
                  </a:cubicBezTo>
                  <a:cubicBezTo>
                    <a:pt x="205" y="56"/>
                    <a:pt x="207" y="51"/>
                    <a:pt x="201" y="51"/>
                  </a:cubicBezTo>
                  <a:cubicBezTo>
                    <a:pt x="194" y="51"/>
                    <a:pt x="193" y="54"/>
                    <a:pt x="189" y="56"/>
                  </a:cubicBezTo>
                  <a:cubicBezTo>
                    <a:pt x="185" y="57"/>
                    <a:pt x="177" y="55"/>
                    <a:pt x="175" y="57"/>
                  </a:cubicBezTo>
                  <a:cubicBezTo>
                    <a:pt x="172" y="59"/>
                    <a:pt x="168" y="52"/>
                    <a:pt x="165" y="52"/>
                  </a:cubicBezTo>
                  <a:cubicBezTo>
                    <a:pt x="164" y="52"/>
                    <a:pt x="163" y="49"/>
                    <a:pt x="162" y="45"/>
                  </a:cubicBezTo>
                  <a:cubicBezTo>
                    <a:pt x="162" y="45"/>
                    <a:pt x="161" y="45"/>
                    <a:pt x="161" y="45"/>
                  </a:cubicBezTo>
                  <a:cubicBezTo>
                    <a:pt x="156" y="45"/>
                    <a:pt x="149" y="57"/>
                    <a:pt x="153" y="61"/>
                  </a:cubicBezTo>
                  <a:cubicBezTo>
                    <a:pt x="158" y="65"/>
                    <a:pt x="157" y="73"/>
                    <a:pt x="159" y="76"/>
                  </a:cubicBezTo>
                  <a:cubicBezTo>
                    <a:pt x="162" y="80"/>
                    <a:pt x="169" y="81"/>
                    <a:pt x="169" y="88"/>
                  </a:cubicBezTo>
                  <a:cubicBezTo>
                    <a:pt x="169" y="95"/>
                    <a:pt x="175" y="106"/>
                    <a:pt x="180" y="103"/>
                  </a:cubicBezTo>
                  <a:cubicBezTo>
                    <a:pt x="184" y="100"/>
                    <a:pt x="187" y="104"/>
                    <a:pt x="189" y="107"/>
                  </a:cubicBezTo>
                  <a:cubicBezTo>
                    <a:pt x="190" y="110"/>
                    <a:pt x="200" y="105"/>
                    <a:pt x="204" y="105"/>
                  </a:cubicBezTo>
                  <a:cubicBezTo>
                    <a:pt x="207" y="106"/>
                    <a:pt x="217" y="108"/>
                    <a:pt x="218" y="112"/>
                  </a:cubicBezTo>
                  <a:cubicBezTo>
                    <a:pt x="219" y="116"/>
                    <a:pt x="228" y="112"/>
                    <a:pt x="234" y="109"/>
                  </a:cubicBezTo>
                  <a:cubicBezTo>
                    <a:pt x="241" y="107"/>
                    <a:pt x="237" y="88"/>
                    <a:pt x="243" y="84"/>
                  </a:cubicBezTo>
                  <a:close/>
                  <a:moveTo>
                    <a:pt x="268" y="178"/>
                  </a:moveTo>
                  <a:cubicBezTo>
                    <a:pt x="270" y="181"/>
                    <a:pt x="276" y="181"/>
                    <a:pt x="278" y="183"/>
                  </a:cubicBezTo>
                  <a:cubicBezTo>
                    <a:pt x="280" y="185"/>
                    <a:pt x="289" y="189"/>
                    <a:pt x="289" y="183"/>
                  </a:cubicBezTo>
                  <a:cubicBezTo>
                    <a:pt x="289" y="178"/>
                    <a:pt x="266" y="174"/>
                    <a:pt x="268" y="178"/>
                  </a:cubicBezTo>
                  <a:close/>
                  <a:moveTo>
                    <a:pt x="251" y="161"/>
                  </a:moveTo>
                  <a:cubicBezTo>
                    <a:pt x="250" y="164"/>
                    <a:pt x="244" y="165"/>
                    <a:pt x="241" y="163"/>
                  </a:cubicBezTo>
                  <a:cubicBezTo>
                    <a:pt x="238" y="160"/>
                    <a:pt x="234" y="166"/>
                    <a:pt x="236" y="169"/>
                  </a:cubicBezTo>
                  <a:cubicBezTo>
                    <a:pt x="237" y="170"/>
                    <a:pt x="244" y="175"/>
                    <a:pt x="252" y="171"/>
                  </a:cubicBezTo>
                  <a:cubicBezTo>
                    <a:pt x="260" y="167"/>
                    <a:pt x="266" y="171"/>
                    <a:pt x="268" y="167"/>
                  </a:cubicBezTo>
                  <a:cubicBezTo>
                    <a:pt x="270" y="162"/>
                    <a:pt x="253" y="158"/>
                    <a:pt x="251" y="161"/>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5" name="Freeform 172"/>
            <p:cNvSpPr>
              <a:spLocks noEditPoints="1" noChangeArrowheads="1"/>
            </p:cNvSpPr>
            <p:nvPr/>
          </p:nvSpPr>
          <p:spPr bwMode="auto">
            <a:xfrm>
              <a:off x="6297630" y="2651128"/>
              <a:ext cx="69851" cy="30163"/>
            </a:xfrm>
            <a:custGeom>
              <a:avLst/>
              <a:gdLst>
                <a:gd name="T0" fmla="*/ 3 w 37"/>
                <a:gd name="T1" fmla="*/ 12 h 16"/>
                <a:gd name="T2" fmla="*/ 0 w 37"/>
                <a:gd name="T3" fmla="*/ 13 h 16"/>
                <a:gd name="T4" fmla="*/ 3 w 37"/>
                <a:gd name="T5" fmla="*/ 15 h 16"/>
                <a:gd name="T6" fmla="*/ 5 w 37"/>
                <a:gd name="T7" fmla="*/ 12 h 16"/>
                <a:gd name="T8" fmla="*/ 4 w 37"/>
                <a:gd name="T9" fmla="*/ 12 h 16"/>
                <a:gd name="T10" fmla="*/ 3 w 37"/>
                <a:gd name="T11" fmla="*/ 12 h 16"/>
                <a:gd name="T12" fmla="*/ 19 w 37"/>
                <a:gd name="T13" fmla="*/ 3 h 16"/>
                <a:gd name="T14" fmla="*/ 10 w 37"/>
                <a:gd name="T15" fmla="*/ 9 h 16"/>
                <a:gd name="T16" fmla="*/ 9 w 37"/>
                <a:gd name="T17" fmla="*/ 10 h 16"/>
                <a:gd name="T18" fmla="*/ 12 w 37"/>
                <a:gd name="T19" fmla="*/ 14 h 16"/>
                <a:gd name="T20" fmla="*/ 36 w 37"/>
                <a:gd name="T21" fmla="*/ 3 h 16"/>
                <a:gd name="T22" fmla="*/ 19 w 37"/>
                <a:gd name="T23" fmla="*/ 3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
                <a:gd name="T37" fmla="*/ 0 h 16"/>
                <a:gd name="T38" fmla="*/ 37 w 37"/>
                <a:gd name="T39" fmla="*/ 16 h 1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 h="16">
                  <a:moveTo>
                    <a:pt x="3" y="12"/>
                  </a:moveTo>
                  <a:cubicBezTo>
                    <a:pt x="2" y="12"/>
                    <a:pt x="1" y="12"/>
                    <a:pt x="0" y="13"/>
                  </a:cubicBezTo>
                  <a:cubicBezTo>
                    <a:pt x="1" y="14"/>
                    <a:pt x="2" y="16"/>
                    <a:pt x="3" y="15"/>
                  </a:cubicBezTo>
                  <a:cubicBezTo>
                    <a:pt x="4" y="14"/>
                    <a:pt x="5" y="13"/>
                    <a:pt x="5" y="12"/>
                  </a:cubicBezTo>
                  <a:cubicBezTo>
                    <a:pt x="5" y="12"/>
                    <a:pt x="4" y="12"/>
                    <a:pt x="4" y="12"/>
                  </a:cubicBezTo>
                  <a:cubicBezTo>
                    <a:pt x="3" y="12"/>
                    <a:pt x="3" y="12"/>
                    <a:pt x="3" y="12"/>
                  </a:cubicBezTo>
                  <a:close/>
                  <a:moveTo>
                    <a:pt x="19" y="3"/>
                  </a:moveTo>
                  <a:cubicBezTo>
                    <a:pt x="15" y="3"/>
                    <a:pt x="13" y="7"/>
                    <a:pt x="10" y="9"/>
                  </a:cubicBezTo>
                  <a:cubicBezTo>
                    <a:pt x="9" y="10"/>
                    <a:pt x="9" y="10"/>
                    <a:pt x="9" y="10"/>
                  </a:cubicBezTo>
                  <a:cubicBezTo>
                    <a:pt x="10" y="11"/>
                    <a:pt x="11" y="12"/>
                    <a:pt x="12" y="14"/>
                  </a:cubicBezTo>
                  <a:cubicBezTo>
                    <a:pt x="19" y="10"/>
                    <a:pt x="35" y="5"/>
                    <a:pt x="36" y="3"/>
                  </a:cubicBezTo>
                  <a:cubicBezTo>
                    <a:pt x="37" y="0"/>
                    <a:pt x="26" y="4"/>
                    <a:pt x="19" y="3"/>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6" name="Freeform 173"/>
            <p:cNvSpPr>
              <a:spLocks noChangeArrowheads="1"/>
            </p:cNvSpPr>
            <p:nvPr/>
          </p:nvSpPr>
          <p:spPr bwMode="auto">
            <a:xfrm>
              <a:off x="3925899" y="1370013"/>
              <a:ext cx="73025" cy="39688"/>
            </a:xfrm>
            <a:custGeom>
              <a:avLst/>
              <a:gdLst>
                <a:gd name="T0" fmla="*/ 0 w 38"/>
                <a:gd name="T1" fmla="*/ 19 h 21"/>
                <a:gd name="T2" fmla="*/ 7 w 38"/>
                <a:gd name="T3" fmla="*/ 18 h 21"/>
                <a:gd name="T4" fmla="*/ 9 w 38"/>
                <a:gd name="T5" fmla="*/ 21 h 21"/>
                <a:gd name="T6" fmla="*/ 17 w 38"/>
                <a:gd name="T7" fmla="*/ 20 h 21"/>
                <a:gd name="T8" fmla="*/ 24 w 38"/>
                <a:gd name="T9" fmla="*/ 20 h 21"/>
                <a:gd name="T10" fmla="*/ 28 w 38"/>
                <a:gd name="T11" fmla="*/ 15 h 21"/>
                <a:gd name="T12" fmla="*/ 31 w 38"/>
                <a:gd name="T13" fmla="*/ 9 h 21"/>
                <a:gd name="T14" fmla="*/ 38 w 38"/>
                <a:gd name="T15" fmla="*/ 5 h 21"/>
                <a:gd name="T16" fmla="*/ 35 w 38"/>
                <a:gd name="T17" fmla="*/ 0 h 21"/>
                <a:gd name="T18" fmla="*/ 27 w 38"/>
                <a:gd name="T19" fmla="*/ 3 h 21"/>
                <a:gd name="T20" fmla="*/ 18 w 38"/>
                <a:gd name="T21" fmla="*/ 6 h 21"/>
                <a:gd name="T22" fmla="*/ 5 w 38"/>
                <a:gd name="T23" fmla="*/ 4 h 21"/>
                <a:gd name="T24" fmla="*/ 1 w 38"/>
                <a:gd name="T25" fmla="*/ 4 h 21"/>
                <a:gd name="T26" fmla="*/ 0 w 38"/>
                <a:gd name="T27" fmla="*/ 19 h 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21"/>
                <a:gd name="T44" fmla="*/ 38 w 38"/>
                <a:gd name="T45" fmla="*/ 21 h 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21">
                  <a:moveTo>
                    <a:pt x="0" y="19"/>
                  </a:moveTo>
                  <a:cubicBezTo>
                    <a:pt x="3" y="18"/>
                    <a:pt x="6" y="17"/>
                    <a:pt x="7" y="18"/>
                  </a:cubicBezTo>
                  <a:cubicBezTo>
                    <a:pt x="8" y="18"/>
                    <a:pt x="9" y="20"/>
                    <a:pt x="9" y="21"/>
                  </a:cubicBezTo>
                  <a:cubicBezTo>
                    <a:pt x="11" y="21"/>
                    <a:pt x="16" y="20"/>
                    <a:pt x="17" y="20"/>
                  </a:cubicBezTo>
                  <a:cubicBezTo>
                    <a:pt x="19" y="19"/>
                    <a:pt x="24" y="21"/>
                    <a:pt x="24" y="20"/>
                  </a:cubicBezTo>
                  <a:cubicBezTo>
                    <a:pt x="25" y="18"/>
                    <a:pt x="26" y="15"/>
                    <a:pt x="28" y="15"/>
                  </a:cubicBezTo>
                  <a:cubicBezTo>
                    <a:pt x="30" y="15"/>
                    <a:pt x="29" y="10"/>
                    <a:pt x="31" y="9"/>
                  </a:cubicBezTo>
                  <a:cubicBezTo>
                    <a:pt x="33" y="9"/>
                    <a:pt x="38" y="5"/>
                    <a:pt x="38" y="5"/>
                  </a:cubicBezTo>
                  <a:cubicBezTo>
                    <a:pt x="38" y="5"/>
                    <a:pt x="36" y="1"/>
                    <a:pt x="35" y="0"/>
                  </a:cubicBezTo>
                  <a:cubicBezTo>
                    <a:pt x="34" y="0"/>
                    <a:pt x="32" y="3"/>
                    <a:pt x="27" y="3"/>
                  </a:cubicBezTo>
                  <a:cubicBezTo>
                    <a:pt x="23" y="3"/>
                    <a:pt x="20" y="6"/>
                    <a:pt x="18" y="6"/>
                  </a:cubicBezTo>
                  <a:cubicBezTo>
                    <a:pt x="16" y="6"/>
                    <a:pt x="9" y="4"/>
                    <a:pt x="5" y="4"/>
                  </a:cubicBezTo>
                  <a:cubicBezTo>
                    <a:pt x="4" y="4"/>
                    <a:pt x="2" y="4"/>
                    <a:pt x="1" y="4"/>
                  </a:cubicBezTo>
                  <a:cubicBezTo>
                    <a:pt x="0" y="7"/>
                    <a:pt x="0" y="13"/>
                    <a:pt x="0" y="19"/>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7" name="Freeform 174"/>
            <p:cNvSpPr>
              <a:spLocks noEditPoints="1" noChangeArrowheads="1"/>
            </p:cNvSpPr>
            <p:nvPr/>
          </p:nvSpPr>
          <p:spPr bwMode="auto">
            <a:xfrm>
              <a:off x="3790962" y="1365248"/>
              <a:ext cx="247651" cy="269874"/>
            </a:xfrm>
            <a:custGeom>
              <a:avLst/>
              <a:gdLst>
                <a:gd name="T0" fmla="*/ 90 w 130"/>
                <a:gd name="T1" fmla="*/ 122 h 141"/>
                <a:gd name="T2" fmla="*/ 77 w 130"/>
                <a:gd name="T3" fmla="*/ 122 h 141"/>
                <a:gd name="T4" fmla="*/ 67 w 130"/>
                <a:gd name="T5" fmla="*/ 127 h 141"/>
                <a:gd name="T6" fmla="*/ 79 w 130"/>
                <a:gd name="T7" fmla="*/ 133 h 141"/>
                <a:gd name="T8" fmla="*/ 92 w 130"/>
                <a:gd name="T9" fmla="*/ 141 h 141"/>
                <a:gd name="T10" fmla="*/ 95 w 130"/>
                <a:gd name="T11" fmla="*/ 134 h 141"/>
                <a:gd name="T12" fmla="*/ 99 w 130"/>
                <a:gd name="T13" fmla="*/ 123 h 141"/>
                <a:gd name="T14" fmla="*/ 90 w 130"/>
                <a:gd name="T15" fmla="*/ 122 h 141"/>
                <a:gd name="T16" fmla="*/ 26 w 130"/>
                <a:gd name="T17" fmla="*/ 85 h 141"/>
                <a:gd name="T18" fmla="*/ 18 w 130"/>
                <a:gd name="T19" fmla="*/ 87 h 141"/>
                <a:gd name="T20" fmla="*/ 22 w 130"/>
                <a:gd name="T21" fmla="*/ 101 h 141"/>
                <a:gd name="T22" fmla="*/ 27 w 130"/>
                <a:gd name="T23" fmla="*/ 112 h 141"/>
                <a:gd name="T24" fmla="*/ 34 w 130"/>
                <a:gd name="T25" fmla="*/ 107 h 141"/>
                <a:gd name="T26" fmla="*/ 36 w 130"/>
                <a:gd name="T27" fmla="*/ 89 h 141"/>
                <a:gd name="T28" fmla="*/ 26 w 130"/>
                <a:gd name="T29" fmla="*/ 85 h 141"/>
                <a:gd name="T30" fmla="*/ 108 w 130"/>
                <a:gd name="T31" fmla="*/ 79 h 141"/>
                <a:gd name="T32" fmla="*/ 99 w 130"/>
                <a:gd name="T33" fmla="*/ 73 h 141"/>
                <a:gd name="T34" fmla="*/ 82 w 130"/>
                <a:gd name="T35" fmla="*/ 55 h 141"/>
                <a:gd name="T36" fmla="*/ 66 w 130"/>
                <a:gd name="T37" fmla="*/ 38 h 141"/>
                <a:gd name="T38" fmla="*/ 66 w 130"/>
                <a:gd name="T39" fmla="*/ 27 h 141"/>
                <a:gd name="T40" fmla="*/ 71 w 130"/>
                <a:gd name="T41" fmla="*/ 21 h 141"/>
                <a:gd name="T42" fmla="*/ 72 w 130"/>
                <a:gd name="T43" fmla="*/ 6 h 141"/>
                <a:gd name="T44" fmla="*/ 66 w 130"/>
                <a:gd name="T45" fmla="*/ 5 h 141"/>
                <a:gd name="T46" fmla="*/ 64 w 130"/>
                <a:gd name="T47" fmla="*/ 0 h 141"/>
                <a:gd name="T48" fmla="*/ 55 w 130"/>
                <a:gd name="T49" fmla="*/ 1 h 141"/>
                <a:gd name="T50" fmla="*/ 48 w 130"/>
                <a:gd name="T51" fmla="*/ 3 h 141"/>
                <a:gd name="T52" fmla="*/ 46 w 130"/>
                <a:gd name="T53" fmla="*/ 2 h 141"/>
                <a:gd name="T54" fmla="*/ 44 w 130"/>
                <a:gd name="T55" fmla="*/ 5 h 141"/>
                <a:gd name="T56" fmla="*/ 42 w 130"/>
                <a:gd name="T57" fmla="*/ 7 h 141"/>
                <a:gd name="T58" fmla="*/ 39 w 130"/>
                <a:gd name="T59" fmla="*/ 9 h 141"/>
                <a:gd name="T60" fmla="*/ 34 w 130"/>
                <a:gd name="T61" fmla="*/ 10 h 141"/>
                <a:gd name="T62" fmla="*/ 30 w 130"/>
                <a:gd name="T63" fmla="*/ 12 h 141"/>
                <a:gd name="T64" fmla="*/ 27 w 130"/>
                <a:gd name="T65" fmla="*/ 16 h 141"/>
                <a:gd name="T66" fmla="*/ 20 w 130"/>
                <a:gd name="T67" fmla="*/ 9 h 141"/>
                <a:gd name="T68" fmla="*/ 15 w 130"/>
                <a:gd name="T69" fmla="*/ 17 h 141"/>
                <a:gd name="T70" fmla="*/ 5 w 130"/>
                <a:gd name="T71" fmla="*/ 17 h 141"/>
                <a:gd name="T72" fmla="*/ 6 w 130"/>
                <a:gd name="T73" fmla="*/ 23 h 141"/>
                <a:gd name="T74" fmla="*/ 4 w 130"/>
                <a:gd name="T75" fmla="*/ 27 h 141"/>
                <a:gd name="T76" fmla="*/ 2 w 130"/>
                <a:gd name="T77" fmla="*/ 30 h 141"/>
                <a:gd name="T78" fmla="*/ 5 w 130"/>
                <a:gd name="T79" fmla="*/ 36 h 141"/>
                <a:gd name="T80" fmla="*/ 8 w 130"/>
                <a:gd name="T81" fmla="*/ 41 h 141"/>
                <a:gd name="T82" fmla="*/ 13 w 130"/>
                <a:gd name="T83" fmla="*/ 43 h 141"/>
                <a:gd name="T84" fmla="*/ 12 w 130"/>
                <a:gd name="T85" fmla="*/ 47 h 141"/>
                <a:gd name="T86" fmla="*/ 17 w 130"/>
                <a:gd name="T87" fmla="*/ 45 h 141"/>
                <a:gd name="T88" fmla="*/ 25 w 130"/>
                <a:gd name="T89" fmla="*/ 38 h 141"/>
                <a:gd name="T90" fmla="*/ 41 w 130"/>
                <a:gd name="T91" fmla="*/ 45 h 141"/>
                <a:gd name="T92" fmla="*/ 44 w 130"/>
                <a:gd name="T93" fmla="*/ 52 h 141"/>
                <a:gd name="T94" fmla="*/ 55 w 130"/>
                <a:gd name="T95" fmla="*/ 65 h 141"/>
                <a:gd name="T96" fmla="*/ 70 w 130"/>
                <a:gd name="T97" fmla="*/ 79 h 141"/>
                <a:gd name="T98" fmla="*/ 81 w 130"/>
                <a:gd name="T99" fmla="*/ 83 h 141"/>
                <a:gd name="T100" fmla="*/ 91 w 130"/>
                <a:gd name="T101" fmla="*/ 90 h 141"/>
                <a:gd name="T102" fmla="*/ 99 w 130"/>
                <a:gd name="T103" fmla="*/ 96 h 141"/>
                <a:gd name="T104" fmla="*/ 103 w 130"/>
                <a:gd name="T105" fmla="*/ 103 h 141"/>
                <a:gd name="T106" fmla="*/ 103 w 130"/>
                <a:gd name="T107" fmla="*/ 115 h 141"/>
                <a:gd name="T108" fmla="*/ 104 w 130"/>
                <a:gd name="T109" fmla="*/ 124 h 141"/>
                <a:gd name="T110" fmla="*/ 109 w 130"/>
                <a:gd name="T111" fmla="*/ 115 h 141"/>
                <a:gd name="T112" fmla="*/ 116 w 130"/>
                <a:gd name="T113" fmla="*/ 108 h 141"/>
                <a:gd name="T114" fmla="*/ 111 w 130"/>
                <a:gd name="T115" fmla="*/ 99 h 141"/>
                <a:gd name="T116" fmla="*/ 121 w 130"/>
                <a:gd name="T117" fmla="*/ 95 h 141"/>
                <a:gd name="T118" fmla="*/ 130 w 130"/>
                <a:gd name="T119" fmla="*/ 95 h 141"/>
                <a:gd name="T120" fmla="*/ 108 w 130"/>
                <a:gd name="T121" fmla="*/ 79 h 14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30"/>
                <a:gd name="T184" fmla="*/ 0 h 141"/>
                <a:gd name="T185" fmla="*/ 130 w 130"/>
                <a:gd name="T186" fmla="*/ 141 h 14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30" h="141">
                  <a:moveTo>
                    <a:pt x="90" y="122"/>
                  </a:moveTo>
                  <a:cubicBezTo>
                    <a:pt x="84" y="124"/>
                    <a:pt x="81" y="124"/>
                    <a:pt x="77" y="122"/>
                  </a:cubicBezTo>
                  <a:cubicBezTo>
                    <a:pt x="73" y="120"/>
                    <a:pt x="66" y="124"/>
                    <a:pt x="67" y="127"/>
                  </a:cubicBezTo>
                  <a:cubicBezTo>
                    <a:pt x="68" y="129"/>
                    <a:pt x="71" y="131"/>
                    <a:pt x="79" y="133"/>
                  </a:cubicBezTo>
                  <a:cubicBezTo>
                    <a:pt x="87" y="135"/>
                    <a:pt x="88" y="141"/>
                    <a:pt x="92" y="141"/>
                  </a:cubicBezTo>
                  <a:cubicBezTo>
                    <a:pt x="95" y="141"/>
                    <a:pt x="96" y="138"/>
                    <a:pt x="95" y="134"/>
                  </a:cubicBezTo>
                  <a:cubicBezTo>
                    <a:pt x="94" y="129"/>
                    <a:pt x="99" y="124"/>
                    <a:pt x="99" y="123"/>
                  </a:cubicBezTo>
                  <a:cubicBezTo>
                    <a:pt x="100" y="122"/>
                    <a:pt x="97" y="121"/>
                    <a:pt x="90" y="122"/>
                  </a:cubicBezTo>
                  <a:close/>
                  <a:moveTo>
                    <a:pt x="26" y="85"/>
                  </a:moveTo>
                  <a:cubicBezTo>
                    <a:pt x="22" y="88"/>
                    <a:pt x="19" y="84"/>
                    <a:pt x="18" y="87"/>
                  </a:cubicBezTo>
                  <a:cubicBezTo>
                    <a:pt x="16" y="90"/>
                    <a:pt x="23" y="95"/>
                    <a:pt x="22" y="101"/>
                  </a:cubicBezTo>
                  <a:cubicBezTo>
                    <a:pt x="20" y="108"/>
                    <a:pt x="23" y="116"/>
                    <a:pt x="27" y="112"/>
                  </a:cubicBezTo>
                  <a:cubicBezTo>
                    <a:pt x="30" y="108"/>
                    <a:pt x="32" y="110"/>
                    <a:pt x="34" y="107"/>
                  </a:cubicBezTo>
                  <a:cubicBezTo>
                    <a:pt x="37" y="104"/>
                    <a:pt x="35" y="94"/>
                    <a:pt x="36" y="89"/>
                  </a:cubicBezTo>
                  <a:cubicBezTo>
                    <a:pt x="38" y="84"/>
                    <a:pt x="30" y="81"/>
                    <a:pt x="26" y="85"/>
                  </a:cubicBezTo>
                  <a:close/>
                  <a:moveTo>
                    <a:pt x="108" y="79"/>
                  </a:moveTo>
                  <a:cubicBezTo>
                    <a:pt x="103" y="77"/>
                    <a:pt x="106" y="72"/>
                    <a:pt x="99" y="73"/>
                  </a:cubicBezTo>
                  <a:cubicBezTo>
                    <a:pt x="92" y="73"/>
                    <a:pt x="84" y="64"/>
                    <a:pt x="82" y="55"/>
                  </a:cubicBezTo>
                  <a:cubicBezTo>
                    <a:pt x="79" y="45"/>
                    <a:pt x="69" y="44"/>
                    <a:pt x="66" y="38"/>
                  </a:cubicBezTo>
                  <a:cubicBezTo>
                    <a:pt x="63" y="33"/>
                    <a:pt x="68" y="32"/>
                    <a:pt x="66" y="27"/>
                  </a:cubicBezTo>
                  <a:cubicBezTo>
                    <a:pt x="65" y="24"/>
                    <a:pt x="68" y="22"/>
                    <a:pt x="71" y="21"/>
                  </a:cubicBezTo>
                  <a:cubicBezTo>
                    <a:pt x="71" y="15"/>
                    <a:pt x="71" y="9"/>
                    <a:pt x="72" y="6"/>
                  </a:cubicBezTo>
                  <a:cubicBezTo>
                    <a:pt x="69" y="5"/>
                    <a:pt x="67" y="5"/>
                    <a:pt x="66" y="5"/>
                  </a:cubicBezTo>
                  <a:cubicBezTo>
                    <a:pt x="65" y="4"/>
                    <a:pt x="64" y="0"/>
                    <a:pt x="64" y="0"/>
                  </a:cubicBezTo>
                  <a:cubicBezTo>
                    <a:pt x="63" y="0"/>
                    <a:pt x="56" y="0"/>
                    <a:pt x="55" y="1"/>
                  </a:cubicBezTo>
                  <a:cubicBezTo>
                    <a:pt x="53" y="2"/>
                    <a:pt x="50" y="5"/>
                    <a:pt x="48" y="3"/>
                  </a:cubicBezTo>
                  <a:cubicBezTo>
                    <a:pt x="47" y="3"/>
                    <a:pt x="47" y="3"/>
                    <a:pt x="46" y="2"/>
                  </a:cubicBezTo>
                  <a:cubicBezTo>
                    <a:pt x="44" y="5"/>
                    <a:pt x="44" y="5"/>
                    <a:pt x="44" y="5"/>
                  </a:cubicBezTo>
                  <a:cubicBezTo>
                    <a:pt x="44" y="5"/>
                    <a:pt x="44" y="7"/>
                    <a:pt x="42" y="7"/>
                  </a:cubicBezTo>
                  <a:cubicBezTo>
                    <a:pt x="41" y="7"/>
                    <a:pt x="39" y="6"/>
                    <a:pt x="39" y="9"/>
                  </a:cubicBezTo>
                  <a:cubicBezTo>
                    <a:pt x="39" y="11"/>
                    <a:pt x="35" y="10"/>
                    <a:pt x="34" y="10"/>
                  </a:cubicBezTo>
                  <a:cubicBezTo>
                    <a:pt x="32" y="10"/>
                    <a:pt x="30" y="10"/>
                    <a:pt x="30" y="12"/>
                  </a:cubicBezTo>
                  <a:cubicBezTo>
                    <a:pt x="30" y="14"/>
                    <a:pt x="29" y="19"/>
                    <a:pt x="27" y="16"/>
                  </a:cubicBezTo>
                  <a:cubicBezTo>
                    <a:pt x="24" y="14"/>
                    <a:pt x="21" y="8"/>
                    <a:pt x="20" y="9"/>
                  </a:cubicBezTo>
                  <a:cubicBezTo>
                    <a:pt x="19" y="9"/>
                    <a:pt x="17" y="17"/>
                    <a:pt x="15" y="17"/>
                  </a:cubicBezTo>
                  <a:cubicBezTo>
                    <a:pt x="13" y="17"/>
                    <a:pt x="8" y="17"/>
                    <a:pt x="5" y="17"/>
                  </a:cubicBezTo>
                  <a:cubicBezTo>
                    <a:pt x="4" y="20"/>
                    <a:pt x="5" y="22"/>
                    <a:pt x="6" y="23"/>
                  </a:cubicBezTo>
                  <a:cubicBezTo>
                    <a:pt x="8" y="23"/>
                    <a:pt x="6" y="26"/>
                    <a:pt x="4" y="27"/>
                  </a:cubicBezTo>
                  <a:cubicBezTo>
                    <a:pt x="3" y="28"/>
                    <a:pt x="0" y="27"/>
                    <a:pt x="2" y="30"/>
                  </a:cubicBezTo>
                  <a:cubicBezTo>
                    <a:pt x="4" y="33"/>
                    <a:pt x="7" y="33"/>
                    <a:pt x="5" y="36"/>
                  </a:cubicBezTo>
                  <a:cubicBezTo>
                    <a:pt x="3" y="38"/>
                    <a:pt x="5" y="41"/>
                    <a:pt x="8" y="41"/>
                  </a:cubicBezTo>
                  <a:cubicBezTo>
                    <a:pt x="10" y="41"/>
                    <a:pt x="14" y="41"/>
                    <a:pt x="13" y="43"/>
                  </a:cubicBezTo>
                  <a:cubicBezTo>
                    <a:pt x="12" y="44"/>
                    <a:pt x="12" y="45"/>
                    <a:pt x="12" y="47"/>
                  </a:cubicBezTo>
                  <a:cubicBezTo>
                    <a:pt x="14" y="46"/>
                    <a:pt x="15" y="46"/>
                    <a:pt x="17" y="45"/>
                  </a:cubicBezTo>
                  <a:cubicBezTo>
                    <a:pt x="21" y="43"/>
                    <a:pt x="19" y="40"/>
                    <a:pt x="25" y="38"/>
                  </a:cubicBezTo>
                  <a:cubicBezTo>
                    <a:pt x="31" y="37"/>
                    <a:pt x="38" y="42"/>
                    <a:pt x="41" y="45"/>
                  </a:cubicBezTo>
                  <a:cubicBezTo>
                    <a:pt x="43" y="49"/>
                    <a:pt x="44" y="49"/>
                    <a:pt x="44" y="52"/>
                  </a:cubicBezTo>
                  <a:cubicBezTo>
                    <a:pt x="45" y="55"/>
                    <a:pt x="47" y="60"/>
                    <a:pt x="55" y="65"/>
                  </a:cubicBezTo>
                  <a:cubicBezTo>
                    <a:pt x="63" y="71"/>
                    <a:pt x="66" y="76"/>
                    <a:pt x="70" y="79"/>
                  </a:cubicBezTo>
                  <a:cubicBezTo>
                    <a:pt x="74" y="81"/>
                    <a:pt x="79" y="80"/>
                    <a:pt x="81" y="83"/>
                  </a:cubicBezTo>
                  <a:cubicBezTo>
                    <a:pt x="84" y="86"/>
                    <a:pt x="87" y="88"/>
                    <a:pt x="91" y="90"/>
                  </a:cubicBezTo>
                  <a:cubicBezTo>
                    <a:pt x="95" y="92"/>
                    <a:pt x="95" y="96"/>
                    <a:pt x="99" y="96"/>
                  </a:cubicBezTo>
                  <a:cubicBezTo>
                    <a:pt x="103" y="97"/>
                    <a:pt x="100" y="100"/>
                    <a:pt x="103" y="103"/>
                  </a:cubicBezTo>
                  <a:cubicBezTo>
                    <a:pt x="105" y="106"/>
                    <a:pt x="106" y="112"/>
                    <a:pt x="103" y="115"/>
                  </a:cubicBezTo>
                  <a:cubicBezTo>
                    <a:pt x="101" y="119"/>
                    <a:pt x="102" y="124"/>
                    <a:pt x="104" y="124"/>
                  </a:cubicBezTo>
                  <a:cubicBezTo>
                    <a:pt x="105" y="124"/>
                    <a:pt x="109" y="118"/>
                    <a:pt x="109" y="115"/>
                  </a:cubicBezTo>
                  <a:cubicBezTo>
                    <a:pt x="110" y="112"/>
                    <a:pt x="113" y="112"/>
                    <a:pt x="116" y="108"/>
                  </a:cubicBezTo>
                  <a:cubicBezTo>
                    <a:pt x="118" y="105"/>
                    <a:pt x="112" y="104"/>
                    <a:pt x="111" y="99"/>
                  </a:cubicBezTo>
                  <a:cubicBezTo>
                    <a:pt x="109" y="95"/>
                    <a:pt x="116" y="91"/>
                    <a:pt x="121" y="95"/>
                  </a:cubicBezTo>
                  <a:cubicBezTo>
                    <a:pt x="127" y="98"/>
                    <a:pt x="130" y="101"/>
                    <a:pt x="130" y="95"/>
                  </a:cubicBezTo>
                  <a:cubicBezTo>
                    <a:pt x="130" y="89"/>
                    <a:pt x="112" y="82"/>
                    <a:pt x="108" y="79"/>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8" name="Freeform 175"/>
            <p:cNvSpPr>
              <a:spLocks noChangeArrowheads="1"/>
            </p:cNvSpPr>
            <p:nvPr/>
          </p:nvSpPr>
          <p:spPr bwMode="auto">
            <a:xfrm>
              <a:off x="4038596" y="1465261"/>
              <a:ext cx="26988" cy="33338"/>
            </a:xfrm>
            <a:custGeom>
              <a:avLst/>
              <a:gdLst>
                <a:gd name="T0" fmla="*/ 5 w 14"/>
                <a:gd name="T1" fmla="*/ 0 h 18"/>
                <a:gd name="T2" fmla="*/ 1 w 14"/>
                <a:gd name="T3" fmla="*/ 8 h 18"/>
                <a:gd name="T4" fmla="*/ 0 w 14"/>
                <a:gd name="T5" fmla="*/ 12 h 18"/>
                <a:gd name="T6" fmla="*/ 8 w 14"/>
                <a:gd name="T7" fmla="*/ 18 h 18"/>
                <a:gd name="T8" fmla="*/ 9 w 14"/>
                <a:gd name="T9" fmla="*/ 18 h 18"/>
                <a:gd name="T10" fmla="*/ 14 w 14"/>
                <a:gd name="T11" fmla="*/ 10 h 18"/>
                <a:gd name="T12" fmla="*/ 5 w 14"/>
                <a:gd name="T13" fmla="*/ 0 h 18"/>
                <a:gd name="T14" fmla="*/ 0 60000 65536"/>
                <a:gd name="T15" fmla="*/ 0 60000 65536"/>
                <a:gd name="T16" fmla="*/ 0 60000 65536"/>
                <a:gd name="T17" fmla="*/ 0 60000 65536"/>
                <a:gd name="T18" fmla="*/ 0 60000 65536"/>
                <a:gd name="T19" fmla="*/ 0 60000 65536"/>
                <a:gd name="T20" fmla="*/ 0 60000 65536"/>
                <a:gd name="T21" fmla="*/ 0 w 14"/>
                <a:gd name="T22" fmla="*/ 0 h 18"/>
                <a:gd name="T23" fmla="*/ 14 w 14"/>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8">
                  <a:moveTo>
                    <a:pt x="5" y="0"/>
                  </a:moveTo>
                  <a:cubicBezTo>
                    <a:pt x="3" y="3"/>
                    <a:pt x="0" y="7"/>
                    <a:pt x="1" y="8"/>
                  </a:cubicBezTo>
                  <a:cubicBezTo>
                    <a:pt x="1" y="9"/>
                    <a:pt x="0" y="10"/>
                    <a:pt x="0" y="12"/>
                  </a:cubicBezTo>
                  <a:cubicBezTo>
                    <a:pt x="3" y="14"/>
                    <a:pt x="6" y="16"/>
                    <a:pt x="8" y="18"/>
                  </a:cubicBezTo>
                  <a:cubicBezTo>
                    <a:pt x="8" y="18"/>
                    <a:pt x="8" y="18"/>
                    <a:pt x="9" y="18"/>
                  </a:cubicBezTo>
                  <a:cubicBezTo>
                    <a:pt x="9" y="14"/>
                    <a:pt x="12" y="10"/>
                    <a:pt x="14" y="10"/>
                  </a:cubicBezTo>
                  <a:cubicBezTo>
                    <a:pt x="11" y="7"/>
                    <a:pt x="7" y="2"/>
                    <a:pt x="5" y="0"/>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9" name="Freeform 176"/>
            <p:cNvSpPr>
              <a:spLocks noChangeArrowheads="1"/>
            </p:cNvSpPr>
            <p:nvPr/>
          </p:nvSpPr>
          <p:spPr bwMode="auto">
            <a:xfrm>
              <a:off x="4044950" y="1389062"/>
              <a:ext cx="90488" cy="106363"/>
            </a:xfrm>
            <a:custGeom>
              <a:avLst/>
              <a:gdLst>
                <a:gd name="T0" fmla="*/ 41 w 47"/>
                <a:gd name="T1" fmla="*/ 37 h 56"/>
                <a:gd name="T2" fmla="*/ 41 w 47"/>
                <a:gd name="T3" fmla="*/ 29 h 56"/>
                <a:gd name="T4" fmla="*/ 42 w 47"/>
                <a:gd name="T5" fmla="*/ 23 h 56"/>
                <a:gd name="T6" fmla="*/ 29 w 47"/>
                <a:gd name="T7" fmla="*/ 20 h 56"/>
                <a:gd name="T8" fmla="*/ 28 w 47"/>
                <a:gd name="T9" fmla="*/ 13 h 56"/>
                <a:gd name="T10" fmla="*/ 24 w 47"/>
                <a:gd name="T11" fmla="*/ 9 h 56"/>
                <a:gd name="T12" fmla="*/ 20 w 47"/>
                <a:gd name="T13" fmla="*/ 2 h 56"/>
                <a:gd name="T14" fmla="*/ 20 w 47"/>
                <a:gd name="T15" fmla="*/ 2 h 56"/>
                <a:gd name="T16" fmla="*/ 17 w 47"/>
                <a:gd name="T17" fmla="*/ 1 h 56"/>
                <a:gd name="T18" fmla="*/ 12 w 47"/>
                <a:gd name="T19" fmla="*/ 0 h 56"/>
                <a:gd name="T20" fmla="*/ 0 w 47"/>
                <a:gd name="T21" fmla="*/ 3 h 56"/>
                <a:gd name="T22" fmla="*/ 3 w 47"/>
                <a:gd name="T23" fmla="*/ 10 h 56"/>
                <a:gd name="T24" fmla="*/ 7 w 47"/>
                <a:gd name="T25" fmla="*/ 18 h 56"/>
                <a:gd name="T26" fmla="*/ 6 w 47"/>
                <a:gd name="T27" fmla="*/ 36 h 56"/>
                <a:gd name="T28" fmla="*/ 2 w 47"/>
                <a:gd name="T29" fmla="*/ 40 h 56"/>
                <a:gd name="T30" fmla="*/ 11 w 47"/>
                <a:gd name="T31" fmla="*/ 50 h 56"/>
                <a:gd name="T32" fmla="*/ 11 w 47"/>
                <a:gd name="T33" fmla="*/ 50 h 56"/>
                <a:gd name="T34" fmla="*/ 21 w 47"/>
                <a:gd name="T35" fmla="*/ 56 h 56"/>
                <a:gd name="T36" fmla="*/ 41 w 47"/>
                <a:gd name="T37" fmla="*/ 52 h 56"/>
                <a:gd name="T38" fmla="*/ 41 w 47"/>
                <a:gd name="T39" fmla="*/ 49 h 56"/>
                <a:gd name="T40" fmla="*/ 45 w 47"/>
                <a:gd name="T41" fmla="*/ 44 h 56"/>
                <a:gd name="T42" fmla="*/ 41 w 47"/>
                <a:gd name="T43" fmla="*/ 37 h 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
                <a:gd name="T67" fmla="*/ 0 h 56"/>
                <a:gd name="T68" fmla="*/ 47 w 47"/>
                <a:gd name="T69" fmla="*/ 56 h 5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 h="56">
                  <a:moveTo>
                    <a:pt x="41" y="37"/>
                  </a:moveTo>
                  <a:cubicBezTo>
                    <a:pt x="39" y="35"/>
                    <a:pt x="39" y="31"/>
                    <a:pt x="41" y="29"/>
                  </a:cubicBezTo>
                  <a:cubicBezTo>
                    <a:pt x="44" y="28"/>
                    <a:pt x="42" y="26"/>
                    <a:pt x="42" y="23"/>
                  </a:cubicBezTo>
                  <a:cubicBezTo>
                    <a:pt x="42" y="21"/>
                    <a:pt x="31" y="20"/>
                    <a:pt x="29" y="20"/>
                  </a:cubicBezTo>
                  <a:cubicBezTo>
                    <a:pt x="27" y="19"/>
                    <a:pt x="30" y="13"/>
                    <a:pt x="28" y="13"/>
                  </a:cubicBezTo>
                  <a:cubicBezTo>
                    <a:pt x="25" y="13"/>
                    <a:pt x="24" y="11"/>
                    <a:pt x="24" y="9"/>
                  </a:cubicBezTo>
                  <a:cubicBezTo>
                    <a:pt x="24" y="7"/>
                    <a:pt x="20" y="3"/>
                    <a:pt x="20" y="2"/>
                  </a:cubicBezTo>
                  <a:cubicBezTo>
                    <a:pt x="20" y="2"/>
                    <a:pt x="20" y="2"/>
                    <a:pt x="20" y="2"/>
                  </a:cubicBezTo>
                  <a:cubicBezTo>
                    <a:pt x="19" y="1"/>
                    <a:pt x="17" y="1"/>
                    <a:pt x="17" y="1"/>
                  </a:cubicBezTo>
                  <a:cubicBezTo>
                    <a:pt x="15" y="1"/>
                    <a:pt x="12" y="0"/>
                    <a:pt x="12" y="0"/>
                  </a:cubicBezTo>
                  <a:cubicBezTo>
                    <a:pt x="12" y="0"/>
                    <a:pt x="5" y="2"/>
                    <a:pt x="0" y="3"/>
                  </a:cubicBezTo>
                  <a:cubicBezTo>
                    <a:pt x="1" y="6"/>
                    <a:pt x="2" y="9"/>
                    <a:pt x="3" y="10"/>
                  </a:cubicBezTo>
                  <a:cubicBezTo>
                    <a:pt x="7" y="11"/>
                    <a:pt x="6" y="15"/>
                    <a:pt x="7" y="18"/>
                  </a:cubicBezTo>
                  <a:cubicBezTo>
                    <a:pt x="8" y="21"/>
                    <a:pt x="8" y="36"/>
                    <a:pt x="6" y="36"/>
                  </a:cubicBezTo>
                  <a:cubicBezTo>
                    <a:pt x="5" y="36"/>
                    <a:pt x="4" y="37"/>
                    <a:pt x="2" y="40"/>
                  </a:cubicBezTo>
                  <a:cubicBezTo>
                    <a:pt x="4" y="42"/>
                    <a:pt x="8" y="47"/>
                    <a:pt x="11" y="50"/>
                  </a:cubicBezTo>
                  <a:cubicBezTo>
                    <a:pt x="11" y="50"/>
                    <a:pt x="11" y="50"/>
                    <a:pt x="11" y="50"/>
                  </a:cubicBezTo>
                  <a:cubicBezTo>
                    <a:pt x="13" y="50"/>
                    <a:pt x="21" y="56"/>
                    <a:pt x="21" y="56"/>
                  </a:cubicBezTo>
                  <a:cubicBezTo>
                    <a:pt x="21" y="56"/>
                    <a:pt x="33" y="53"/>
                    <a:pt x="41" y="52"/>
                  </a:cubicBezTo>
                  <a:cubicBezTo>
                    <a:pt x="41" y="51"/>
                    <a:pt x="41" y="50"/>
                    <a:pt x="41" y="49"/>
                  </a:cubicBezTo>
                  <a:cubicBezTo>
                    <a:pt x="41" y="47"/>
                    <a:pt x="43" y="44"/>
                    <a:pt x="45" y="44"/>
                  </a:cubicBezTo>
                  <a:cubicBezTo>
                    <a:pt x="47" y="44"/>
                    <a:pt x="44" y="39"/>
                    <a:pt x="41" y="37"/>
                  </a:cubicBezTo>
                  <a:close/>
                </a:path>
              </a:pathLst>
            </a:custGeom>
            <a:grpFill/>
            <a:ln w="1" cap="flat" cmpd="sng">
              <a:noFill/>
              <a:miter lim="800000"/>
            </a:ln>
          </p:spPr>
          <p:txBody>
            <a:bodyPr/>
            <a:lstStyle/>
            <a:p>
              <a:pPr marL="0" marR="0" lvl="0" indent="0" algn="l" defTabSz="913765"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23" name="文本框 22"/>
          <p:cNvSpPr txBox="1"/>
          <p:nvPr/>
        </p:nvSpPr>
        <p:spPr>
          <a:xfrm>
            <a:off x="1" y="2947584"/>
            <a:ext cx="7066899" cy="922020"/>
          </a:xfrm>
          <a:prstGeom prst="rect">
            <a:avLst/>
          </a:prstGeom>
          <a:noFill/>
        </p:spPr>
        <p:txBody>
          <a:bodyPr wrap="square" rtlCol="0">
            <a:spAutoFit/>
          </a:bodyPr>
          <a:lstStyle/>
          <a:p>
            <a:pPr lvl="0" algn="ctr" defTabSz="685165" eaLnBrk="0" fontAlgn="base" hangingPunct="0">
              <a:spcBef>
                <a:spcPct val="0"/>
              </a:spcBef>
              <a:spcAft>
                <a:spcPts val="0"/>
              </a:spcAft>
            </a:pPr>
            <a:r>
              <a:rPr kumimoji="1" lang="zh-CN" altLang="en-US" sz="54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随机试验</a:t>
            </a:r>
            <a:endParaRPr kumimoji="1" lang="zh-CN" altLang="en-US" sz="54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1" name="矩形 370"/>
          <p:cNvSpPr/>
          <p:nvPr/>
        </p:nvSpPr>
        <p:spPr>
          <a:xfrm>
            <a:off x="998964" y="3934298"/>
            <a:ext cx="5009470" cy="737235"/>
          </a:xfrm>
          <a:prstGeom prst="rect">
            <a:avLst/>
          </a:prstGeom>
        </p:spPr>
        <p:txBody>
          <a:bodyPr wrap="square">
            <a:spAutoFit/>
          </a:bodyPr>
          <a:lstStyle/>
          <a:p>
            <a:pPr marL="0" marR="0" lvl="0" indent="0" algn="ctr" defTabSz="914400" rtl="0" eaLnBrk="0" fontAlgn="base" latinLnBrk="0" hangingPunct="0">
              <a:lnSpc>
                <a:spcPct val="150000"/>
              </a:lnSpc>
              <a:spcBef>
                <a:spcPct val="0"/>
              </a:spcBef>
              <a:spcAft>
                <a:spcPts val="0"/>
              </a:spcAft>
              <a:buClrTx/>
              <a:buSzTx/>
              <a:buFontTx/>
              <a:buNone/>
              <a:defRPr/>
            </a:pPr>
            <a:r>
              <a:rPr kumimoji="1" lang="zh-CN" altLang="en-US" sz="28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主讲人：曾华琳</a:t>
            </a:r>
            <a:endParaRPr kumimoji="1" lang="zh-CN" altLang="en-US" sz="28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4" name="组合 3"/>
          <p:cNvGrpSpPr/>
          <p:nvPr/>
        </p:nvGrpSpPr>
        <p:grpSpPr>
          <a:xfrm>
            <a:off x="8513955" y="1701941"/>
            <a:ext cx="2838630" cy="3433977"/>
            <a:chOff x="8820374" y="1728368"/>
            <a:chExt cx="2838630" cy="3433977"/>
          </a:xfrm>
        </p:grpSpPr>
        <p:pic>
          <p:nvPicPr>
            <p:cNvPr id="187" name="图片 186"/>
            <p:cNvPicPr>
              <a:picLocks noChangeAspect="1"/>
            </p:cNvPicPr>
            <p:nvPr/>
          </p:nvPicPr>
          <p:blipFill>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884928" y="1728368"/>
              <a:ext cx="2561629" cy="2561629"/>
            </a:xfrm>
            <a:prstGeom prst="rect">
              <a:avLst/>
            </a:prstGeom>
          </p:spPr>
        </p:pic>
        <p:sp>
          <p:nvSpPr>
            <p:cNvPr id="188" name="文本框 187"/>
            <p:cNvSpPr txBox="1"/>
            <p:nvPr/>
          </p:nvSpPr>
          <p:spPr>
            <a:xfrm>
              <a:off x="8820374" y="4578780"/>
              <a:ext cx="2838630" cy="583565"/>
            </a:xfrm>
            <a:prstGeom prst="rect">
              <a:avLst/>
            </a:prstGeom>
            <a:noFill/>
            <a:effectLst/>
          </p:spPr>
          <p:txBody>
            <a:bodyPr wrap="square" rtlCol="0">
              <a:spAutoFit/>
            </a:bodyPr>
            <a:lstStyle/>
            <a:p>
              <a:pPr marL="0" marR="0" lvl="0" indent="0" algn="dist" defTabSz="914400" rtl="0" eaLnBrk="0" fontAlgn="base" latinLnBrk="0" hangingPunct="0">
                <a:lnSpc>
                  <a:spcPct val="100000"/>
                </a:lnSpc>
                <a:spcBef>
                  <a:spcPct val="0"/>
                </a:spcBef>
                <a:spcAft>
                  <a:spcPts val="0"/>
                </a:spcAft>
                <a:buClrTx/>
                <a:buSzTx/>
                <a:buFontTx/>
                <a:buNone/>
                <a:defRPr/>
              </a:pPr>
              <a:r>
                <a:rPr kumimoji="1" lang="zh-CN" altLang="en-US" sz="32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信息学院</a:t>
              </a:r>
              <a:endParaRPr kumimoji="1" lang="zh-CN" altLang="en-US" sz="32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83" name="文本框 182"/>
          <p:cNvSpPr txBox="1"/>
          <p:nvPr/>
        </p:nvSpPr>
        <p:spPr>
          <a:xfrm>
            <a:off x="1127448" y="2073508"/>
            <a:ext cx="5423316" cy="829945"/>
          </a:xfrm>
          <a:prstGeom prst="rect">
            <a:avLst/>
          </a:prstGeom>
          <a:noFill/>
          <a:effectLst/>
        </p:spPr>
        <p:txBody>
          <a:bodyPr wrap="square" rtlCol="0">
            <a:spAutoFit/>
          </a:bodyPr>
          <a:lstStyle/>
          <a:p>
            <a:pPr lvl="0" algn="dist" defTabSz="914400" eaLnBrk="0" fontAlgn="base" hangingPunct="0">
              <a:spcBef>
                <a:spcPct val="0"/>
              </a:spcBef>
              <a:spcAft>
                <a:spcPts val="0"/>
              </a:spcAft>
              <a:defRPr/>
            </a:pPr>
            <a:r>
              <a:rPr kumimoji="1" lang="zh-CN" altLang="en-US" sz="4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概率论与数理统计</a:t>
            </a:r>
            <a:endParaRPr kumimoji="1" lang="zh-CN" altLang="en-US" sz="48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transition spd="slow" advClick="0" advTm="8285">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3" name="矩形 12"/>
          <p:cNvSpPr>
            <a:spLocks noChangeArrowheads="1"/>
          </p:cNvSpPr>
          <p:nvPr/>
        </p:nvSpPr>
        <p:spPr bwMode="auto">
          <a:xfrm>
            <a:off x="1406163" y="255069"/>
            <a:ext cx="92837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3765">
              <a:spcBef>
                <a:spcPct val="0"/>
              </a:spcBef>
              <a:spcAft>
                <a:spcPts val="0"/>
              </a:spcAft>
              <a:buNone/>
            </a:pPr>
            <a:r>
              <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rPr>
              <a:t>引言</a:t>
            </a:r>
            <a:endParaRPr lang="zh-CN" altLang="en-US" sz="2935" b="1" dirty="0">
              <a:solidFill>
                <a:srgbClr val="C00000"/>
              </a:solidFill>
              <a:latin typeface="Arial" panose="020B0604020202020204" pitchFamily="34" charset="0"/>
              <a:cs typeface="Arial" panose="020B0604020202020204" pitchFamily="34" charset="0"/>
              <a:sym typeface="Impact" panose="020B0806030902050204" pitchFamily="34" charset="0"/>
            </a:endParaRPr>
          </a:p>
        </p:txBody>
      </p:sp>
      <p:grpSp>
        <p:nvGrpSpPr>
          <p:cNvPr id="14" name="组合 13"/>
          <p:cNvGrpSpPr/>
          <p:nvPr/>
        </p:nvGrpSpPr>
        <p:grpSpPr>
          <a:xfrm>
            <a:off x="851761" y="364781"/>
            <a:ext cx="263341" cy="395013"/>
            <a:chOff x="5284519" y="1508166"/>
            <a:chExt cx="213756" cy="427512"/>
          </a:xfrm>
        </p:grpSpPr>
        <p:cxnSp>
          <p:nvCxnSpPr>
            <p:cNvPr id="15" name="直接连接符 14"/>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6" name="直接连接符 15"/>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8" name="矩形 3"/>
          <p:cNvSpPr>
            <a:spLocks noChangeArrowheads="1"/>
          </p:cNvSpPr>
          <p:nvPr/>
        </p:nvSpPr>
        <p:spPr bwMode="auto">
          <a:xfrm>
            <a:off x="2171745" y="1556792"/>
            <a:ext cx="267081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3765">
              <a:spcBef>
                <a:spcPct val="0"/>
              </a:spcBef>
              <a:spcAft>
                <a:spcPts val="0"/>
              </a:spcAft>
              <a:buNone/>
            </a:pPr>
            <a:r>
              <a:rPr lang="zh-CN" altLang="en-US" sz="2800"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从观察试验开始</a:t>
            </a:r>
            <a:endParaRPr lang="zh-CN" altLang="en-US" sz="2800"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2" name="组合 1"/>
          <p:cNvGrpSpPr/>
          <p:nvPr/>
        </p:nvGrpSpPr>
        <p:grpSpPr>
          <a:xfrm>
            <a:off x="1386469" y="1470830"/>
            <a:ext cx="695136" cy="695136"/>
            <a:chOff x="1386469" y="1470830"/>
            <a:chExt cx="695136" cy="695136"/>
          </a:xfrm>
        </p:grpSpPr>
        <p:sp>
          <p:nvSpPr>
            <p:cNvPr id="9" name="椭圆 8"/>
            <p:cNvSpPr/>
            <p:nvPr/>
          </p:nvSpPr>
          <p:spPr>
            <a:xfrm>
              <a:off x="1386469" y="1470830"/>
              <a:ext cx="695136" cy="695136"/>
            </a:xfrm>
            <a:prstGeom prst="ellipse">
              <a:avLst/>
            </a:prstGeom>
            <a:solidFill>
              <a:srgbClr val="C00000"/>
            </a:solidFill>
            <a:ln w="25400">
              <a:noFill/>
            </a:ln>
            <a:effectLst>
              <a:outerShdw blurRad="1778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4400">
                <a:solidFill>
                  <a:srgbClr val="FEFABC"/>
                </a:solidFill>
                <a:latin typeface="Times New Roman" panose="02020603050405020304" pitchFamily="18" charset="0"/>
                <a:ea typeface="微软雅黑" panose="020B0503020204020204" pitchFamily="34" charset="-122"/>
                <a:sym typeface="Times New Roman" panose="02020603050405020304" pitchFamily="18" charset="0"/>
              </a:endParaRPr>
            </a:p>
          </p:txBody>
        </p:sp>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428270" y="1638535"/>
              <a:ext cx="611533" cy="359725"/>
            </a:xfrm>
            <a:prstGeom prst="rect">
              <a:avLst/>
            </a:prstGeom>
          </p:spPr>
        </p:pic>
      </p:grpSp>
      <p:sp>
        <p:nvSpPr>
          <p:cNvPr id="17" name="Rectangle 4"/>
          <p:cNvSpPr>
            <a:spLocks noChangeArrowheads="1"/>
          </p:cNvSpPr>
          <p:nvPr/>
        </p:nvSpPr>
        <p:spPr bwMode="auto">
          <a:xfrm>
            <a:off x="2171745" y="2070569"/>
            <a:ext cx="8820799"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200000"/>
              </a:lnSpc>
              <a:spcAft>
                <a:spcPts val="0"/>
              </a:spcAft>
            </a:pP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研究随机现象，首先要对研究对象进行观察试验。这里的试验是一个含义广泛的术语。它包括各种各样的科学试验，甚至对某一事物的某一特征的观察也认为是一种试验。</a:t>
            </a:r>
            <a:endParaRPr lang="en-US" altLang="zh-CN" b="1" dirty="0">
              <a:solidFill>
                <a:schemeClr val="tx1">
                  <a:lumMod val="75000"/>
                  <a:lumOff val="25000"/>
                </a:schemeClr>
              </a:solidFill>
              <a:ea typeface="微软雅黑" panose="020B0503020204020204" pitchFamily="3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22" presetClass="entr" presetSubtype="4"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down)">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2135560" y="1529249"/>
            <a:ext cx="4167903"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spcAft>
                <a:spcPts val="0"/>
              </a:spcAft>
            </a:pP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rPr>
              <a:t>下面列举实验的例子</a:t>
            </a:r>
            <a:endPar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1115102" y="1677648"/>
            <a:ext cx="695243" cy="699232"/>
            <a:chOff x="983432" y="5081315"/>
            <a:chExt cx="1041032" cy="1047005"/>
          </a:xfrm>
        </p:grpSpPr>
        <p:sp>
          <p:nvSpPr>
            <p:cNvPr id="5" name="Oval 4"/>
            <p:cNvSpPr/>
            <p:nvPr/>
          </p:nvSpPr>
          <p:spPr>
            <a:xfrm>
              <a:off x="983432" y="5081315"/>
              <a:ext cx="1041032" cy="1047005"/>
            </a:xfrm>
            <a:prstGeom prst="ellipse">
              <a:avLst/>
            </a:prstGeom>
            <a:solidFill>
              <a:srgbClr val="C00000"/>
            </a:soli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3765" eaLnBrk="1" fontAlgn="auto" latinLnBrk="0" hangingPunct="1">
                <a:lnSpc>
                  <a:spcPct val="100000"/>
                </a:lnSpc>
                <a:spcBef>
                  <a:spcPts val="0"/>
                </a:spcBef>
                <a:spcAft>
                  <a:spcPts val="0"/>
                </a:spcAft>
                <a:buClrTx/>
                <a:buSzTx/>
                <a:buFontTx/>
                <a:buNone/>
                <a:defRPr/>
              </a:pPr>
              <a:endParaRPr kumimoji="0" lang="en-US" sz="11735"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6" name="Group 32"/>
            <p:cNvGrpSpPr/>
            <p:nvPr/>
          </p:nvGrpSpPr>
          <p:grpSpPr>
            <a:xfrm>
              <a:off x="1196786" y="5302530"/>
              <a:ext cx="614325" cy="604575"/>
              <a:chOff x="1587575" y="2265358"/>
              <a:chExt cx="314468" cy="309477"/>
            </a:xfrm>
            <a:solidFill>
              <a:sysClr val="window" lastClr="FFFFFF"/>
            </a:solidFill>
          </p:grpSpPr>
          <p:sp>
            <p:nvSpPr>
              <p:cNvPr id="7" name="Freeform 59"/>
              <p:cNvSpPr>
                <a:spLocks noEditPoints="1"/>
              </p:cNvSpPr>
              <p:nvPr/>
            </p:nvSpPr>
            <p:spPr bwMode="auto">
              <a:xfrm>
                <a:off x="1587575" y="2265358"/>
                <a:ext cx="314468" cy="309477"/>
              </a:xfrm>
              <a:custGeom>
                <a:avLst/>
                <a:gdLst>
                  <a:gd name="T0" fmla="*/ 82 w 95"/>
                  <a:gd name="T1" fmla="*/ 57 h 93"/>
                  <a:gd name="T2" fmla="*/ 95 w 95"/>
                  <a:gd name="T3" fmla="*/ 51 h 93"/>
                  <a:gd name="T4" fmla="*/ 95 w 95"/>
                  <a:gd name="T5" fmla="*/ 41 h 93"/>
                  <a:gd name="T6" fmla="*/ 82 w 95"/>
                  <a:gd name="T7" fmla="*/ 36 h 93"/>
                  <a:gd name="T8" fmla="*/ 80 w 95"/>
                  <a:gd name="T9" fmla="*/ 30 h 93"/>
                  <a:gd name="T10" fmla="*/ 85 w 95"/>
                  <a:gd name="T11" fmla="*/ 17 h 93"/>
                  <a:gd name="T12" fmla="*/ 77 w 95"/>
                  <a:gd name="T13" fmla="*/ 10 h 93"/>
                  <a:gd name="T14" fmla="*/ 64 w 95"/>
                  <a:gd name="T15" fmla="*/ 15 h 93"/>
                  <a:gd name="T16" fmla="*/ 59 w 95"/>
                  <a:gd name="T17" fmla="*/ 13 h 93"/>
                  <a:gd name="T18" fmla="*/ 53 w 95"/>
                  <a:gd name="T19" fmla="*/ 0 h 93"/>
                  <a:gd name="T20" fmla="*/ 42 w 95"/>
                  <a:gd name="T21" fmla="*/ 0 h 93"/>
                  <a:gd name="T22" fmla="*/ 37 w 95"/>
                  <a:gd name="T23" fmla="*/ 13 h 93"/>
                  <a:gd name="T24" fmla="*/ 31 w 95"/>
                  <a:gd name="T25" fmla="*/ 15 h 93"/>
                  <a:gd name="T26" fmla="*/ 18 w 95"/>
                  <a:gd name="T27" fmla="*/ 10 h 93"/>
                  <a:gd name="T28" fmla="*/ 10 w 95"/>
                  <a:gd name="T29" fmla="*/ 17 h 93"/>
                  <a:gd name="T30" fmla="*/ 16 w 95"/>
                  <a:gd name="T31" fmla="*/ 30 h 93"/>
                  <a:gd name="T32" fmla="*/ 13 w 95"/>
                  <a:gd name="T33" fmla="*/ 36 h 93"/>
                  <a:gd name="T34" fmla="*/ 0 w 95"/>
                  <a:gd name="T35" fmla="*/ 41 h 93"/>
                  <a:gd name="T36" fmla="*/ 0 w 95"/>
                  <a:gd name="T37" fmla="*/ 52 h 93"/>
                  <a:gd name="T38" fmla="*/ 13 w 95"/>
                  <a:gd name="T39" fmla="*/ 57 h 93"/>
                  <a:gd name="T40" fmla="*/ 16 w 95"/>
                  <a:gd name="T41" fmla="*/ 63 h 93"/>
                  <a:gd name="T42" fmla="*/ 11 w 95"/>
                  <a:gd name="T43" fmla="*/ 76 h 93"/>
                  <a:gd name="T44" fmla="*/ 18 w 95"/>
                  <a:gd name="T45" fmla="*/ 83 h 93"/>
                  <a:gd name="T46" fmla="*/ 31 w 95"/>
                  <a:gd name="T47" fmla="*/ 78 h 93"/>
                  <a:gd name="T48" fmla="*/ 37 w 95"/>
                  <a:gd name="T49" fmla="*/ 80 h 93"/>
                  <a:gd name="T50" fmla="*/ 43 w 95"/>
                  <a:gd name="T51" fmla="*/ 93 h 93"/>
                  <a:gd name="T52" fmla="*/ 53 w 95"/>
                  <a:gd name="T53" fmla="*/ 93 h 93"/>
                  <a:gd name="T54" fmla="*/ 59 w 95"/>
                  <a:gd name="T55" fmla="*/ 80 h 93"/>
                  <a:gd name="T56" fmla="*/ 64 w 95"/>
                  <a:gd name="T57" fmla="*/ 78 h 93"/>
                  <a:gd name="T58" fmla="*/ 78 w 95"/>
                  <a:gd name="T59" fmla="*/ 83 h 93"/>
                  <a:gd name="T60" fmla="*/ 85 w 95"/>
                  <a:gd name="T61" fmla="*/ 75 h 93"/>
                  <a:gd name="T62" fmla="*/ 80 w 95"/>
                  <a:gd name="T63" fmla="*/ 63 h 93"/>
                  <a:gd name="T64" fmla="*/ 82 w 95"/>
                  <a:gd name="T65" fmla="*/ 57 h 93"/>
                  <a:gd name="T66" fmla="*/ 48 w 95"/>
                  <a:gd name="T67" fmla="*/ 61 h 93"/>
                  <a:gd name="T68" fmla="*/ 33 w 95"/>
                  <a:gd name="T69" fmla="*/ 46 h 93"/>
                  <a:gd name="T70" fmla="*/ 48 w 95"/>
                  <a:gd name="T71" fmla="*/ 32 h 93"/>
                  <a:gd name="T72" fmla="*/ 63 w 95"/>
                  <a:gd name="T73" fmla="*/ 46 h 93"/>
                  <a:gd name="T74" fmla="*/ 48 w 95"/>
                  <a:gd name="T75" fmla="*/ 61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5" h="93">
                    <a:moveTo>
                      <a:pt x="82" y="57"/>
                    </a:moveTo>
                    <a:cubicBezTo>
                      <a:pt x="82" y="57"/>
                      <a:pt x="95" y="52"/>
                      <a:pt x="95" y="51"/>
                    </a:cubicBezTo>
                    <a:cubicBezTo>
                      <a:pt x="95" y="41"/>
                      <a:pt x="95" y="41"/>
                      <a:pt x="95" y="41"/>
                    </a:cubicBezTo>
                    <a:cubicBezTo>
                      <a:pt x="95" y="40"/>
                      <a:pt x="82" y="36"/>
                      <a:pt x="82" y="36"/>
                    </a:cubicBezTo>
                    <a:cubicBezTo>
                      <a:pt x="80" y="30"/>
                      <a:pt x="80" y="30"/>
                      <a:pt x="80" y="30"/>
                    </a:cubicBezTo>
                    <a:cubicBezTo>
                      <a:pt x="80" y="30"/>
                      <a:pt x="85" y="17"/>
                      <a:pt x="85" y="17"/>
                    </a:cubicBezTo>
                    <a:cubicBezTo>
                      <a:pt x="77" y="10"/>
                      <a:pt x="77" y="10"/>
                      <a:pt x="77" y="10"/>
                    </a:cubicBezTo>
                    <a:cubicBezTo>
                      <a:pt x="77" y="9"/>
                      <a:pt x="64" y="15"/>
                      <a:pt x="64" y="15"/>
                    </a:cubicBezTo>
                    <a:cubicBezTo>
                      <a:pt x="59" y="13"/>
                      <a:pt x="59" y="13"/>
                      <a:pt x="59" y="13"/>
                    </a:cubicBezTo>
                    <a:cubicBezTo>
                      <a:pt x="59" y="13"/>
                      <a:pt x="53" y="0"/>
                      <a:pt x="53" y="0"/>
                    </a:cubicBezTo>
                    <a:cubicBezTo>
                      <a:pt x="42" y="0"/>
                      <a:pt x="42" y="0"/>
                      <a:pt x="42" y="0"/>
                    </a:cubicBezTo>
                    <a:cubicBezTo>
                      <a:pt x="42" y="0"/>
                      <a:pt x="37" y="13"/>
                      <a:pt x="37" y="13"/>
                    </a:cubicBezTo>
                    <a:cubicBezTo>
                      <a:pt x="31" y="15"/>
                      <a:pt x="31" y="15"/>
                      <a:pt x="31" y="15"/>
                    </a:cubicBezTo>
                    <a:cubicBezTo>
                      <a:pt x="31" y="15"/>
                      <a:pt x="18" y="10"/>
                      <a:pt x="18" y="10"/>
                    </a:cubicBezTo>
                    <a:cubicBezTo>
                      <a:pt x="10" y="17"/>
                      <a:pt x="10" y="17"/>
                      <a:pt x="10" y="17"/>
                    </a:cubicBezTo>
                    <a:cubicBezTo>
                      <a:pt x="10" y="18"/>
                      <a:pt x="16" y="30"/>
                      <a:pt x="16" y="30"/>
                    </a:cubicBezTo>
                    <a:cubicBezTo>
                      <a:pt x="13" y="36"/>
                      <a:pt x="13" y="36"/>
                      <a:pt x="13" y="36"/>
                    </a:cubicBezTo>
                    <a:cubicBezTo>
                      <a:pt x="13" y="36"/>
                      <a:pt x="0" y="41"/>
                      <a:pt x="0" y="41"/>
                    </a:cubicBezTo>
                    <a:cubicBezTo>
                      <a:pt x="0" y="52"/>
                      <a:pt x="0" y="52"/>
                      <a:pt x="0" y="52"/>
                    </a:cubicBezTo>
                    <a:cubicBezTo>
                      <a:pt x="0" y="52"/>
                      <a:pt x="13" y="57"/>
                      <a:pt x="13" y="57"/>
                    </a:cubicBezTo>
                    <a:cubicBezTo>
                      <a:pt x="16" y="63"/>
                      <a:pt x="16" y="63"/>
                      <a:pt x="16" y="63"/>
                    </a:cubicBezTo>
                    <a:cubicBezTo>
                      <a:pt x="16" y="63"/>
                      <a:pt x="10" y="75"/>
                      <a:pt x="11" y="76"/>
                    </a:cubicBezTo>
                    <a:cubicBezTo>
                      <a:pt x="18" y="83"/>
                      <a:pt x="18" y="83"/>
                      <a:pt x="18" y="83"/>
                    </a:cubicBezTo>
                    <a:cubicBezTo>
                      <a:pt x="19" y="84"/>
                      <a:pt x="31" y="78"/>
                      <a:pt x="31" y="78"/>
                    </a:cubicBezTo>
                    <a:cubicBezTo>
                      <a:pt x="37" y="80"/>
                      <a:pt x="37" y="80"/>
                      <a:pt x="37" y="80"/>
                    </a:cubicBezTo>
                    <a:cubicBezTo>
                      <a:pt x="37" y="80"/>
                      <a:pt x="42" y="93"/>
                      <a:pt x="43" y="93"/>
                    </a:cubicBezTo>
                    <a:cubicBezTo>
                      <a:pt x="53" y="93"/>
                      <a:pt x="53" y="93"/>
                      <a:pt x="53" y="93"/>
                    </a:cubicBezTo>
                    <a:cubicBezTo>
                      <a:pt x="54" y="93"/>
                      <a:pt x="59" y="80"/>
                      <a:pt x="59" y="80"/>
                    </a:cubicBezTo>
                    <a:cubicBezTo>
                      <a:pt x="64" y="78"/>
                      <a:pt x="64" y="78"/>
                      <a:pt x="64" y="78"/>
                    </a:cubicBezTo>
                    <a:cubicBezTo>
                      <a:pt x="64" y="78"/>
                      <a:pt x="77" y="83"/>
                      <a:pt x="78" y="83"/>
                    </a:cubicBezTo>
                    <a:cubicBezTo>
                      <a:pt x="85" y="75"/>
                      <a:pt x="85" y="75"/>
                      <a:pt x="85" y="75"/>
                    </a:cubicBezTo>
                    <a:cubicBezTo>
                      <a:pt x="86" y="75"/>
                      <a:pt x="80" y="63"/>
                      <a:pt x="80" y="63"/>
                    </a:cubicBezTo>
                    <a:lnTo>
                      <a:pt x="82" y="57"/>
                    </a:lnTo>
                    <a:close/>
                    <a:moveTo>
                      <a:pt x="48" y="61"/>
                    </a:moveTo>
                    <a:cubicBezTo>
                      <a:pt x="39" y="61"/>
                      <a:pt x="33" y="55"/>
                      <a:pt x="33" y="46"/>
                    </a:cubicBezTo>
                    <a:cubicBezTo>
                      <a:pt x="33" y="38"/>
                      <a:pt x="39" y="32"/>
                      <a:pt x="48" y="32"/>
                    </a:cubicBezTo>
                    <a:cubicBezTo>
                      <a:pt x="56" y="32"/>
                      <a:pt x="63" y="38"/>
                      <a:pt x="63" y="46"/>
                    </a:cubicBezTo>
                    <a:cubicBezTo>
                      <a:pt x="63" y="55"/>
                      <a:pt x="56" y="61"/>
                      <a:pt x="48"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defTabSz="913765" eaLnBrk="1" fontAlgn="auto" latinLnBrk="0" hangingPunct="1">
                  <a:lnSpc>
                    <a:spcPct val="100000"/>
                  </a:lnSpc>
                  <a:spcBef>
                    <a:spcPts val="0"/>
                  </a:spcBef>
                  <a:spcAft>
                    <a:spcPts val="0"/>
                  </a:spcAft>
                  <a:buClrTx/>
                  <a:buSzTx/>
                  <a:buFontTx/>
                  <a:buNone/>
                  <a:defRPr/>
                </a:pPr>
                <a:endParaRPr kumimoji="0" lang="en-US" sz="1865" b="0" i="0" u="none" strike="noStrike" kern="0" cap="none" spc="0" normalizeH="0" baseline="0" noProof="0">
                  <a:ln>
                    <a:noFill/>
                  </a:ln>
                  <a:solidFill>
                    <a:prstClr val="black"/>
                  </a:solidFill>
                  <a:effectLst/>
                  <a:uLnTx/>
                  <a:uFillTx/>
                  <a:latin typeface="Calibri" panose="020F0502020204030204"/>
                  <a:ea typeface="+mn-ea"/>
                </a:endParaRPr>
              </a:p>
            </p:txBody>
          </p:sp>
          <p:sp>
            <p:nvSpPr>
              <p:cNvPr id="8" name="Oval 60"/>
              <p:cNvSpPr>
                <a:spLocks noChangeArrowheads="1"/>
              </p:cNvSpPr>
              <p:nvPr/>
            </p:nvSpPr>
            <p:spPr bwMode="auto">
              <a:xfrm>
                <a:off x="1712364" y="2387652"/>
                <a:ext cx="64890" cy="6239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defTabSz="913765" eaLnBrk="1" fontAlgn="auto" latinLnBrk="0" hangingPunct="1">
                  <a:lnSpc>
                    <a:spcPct val="100000"/>
                  </a:lnSpc>
                  <a:spcBef>
                    <a:spcPts val="0"/>
                  </a:spcBef>
                  <a:spcAft>
                    <a:spcPts val="0"/>
                  </a:spcAft>
                  <a:buClrTx/>
                  <a:buSzTx/>
                  <a:buFontTx/>
                  <a:buNone/>
                  <a:defRPr/>
                </a:pPr>
                <a:endParaRPr kumimoji="0" lang="en-US" sz="1865" b="0" i="0" u="none" strike="noStrike" kern="0" cap="none" spc="0" normalizeH="0" baseline="0" noProof="0">
                  <a:ln>
                    <a:noFill/>
                  </a:ln>
                  <a:solidFill>
                    <a:prstClr val="black"/>
                  </a:solidFill>
                  <a:effectLst/>
                  <a:uLnTx/>
                  <a:uFillTx/>
                  <a:latin typeface="Calibri" panose="020F0502020204030204"/>
                  <a:ea typeface="+mn-ea"/>
                </a:endParaRPr>
              </a:p>
            </p:txBody>
          </p:sp>
        </p:grpSp>
      </p:grpSp>
      <p:sp>
        <p:nvSpPr>
          <p:cNvPr id="9" name="矩形 8"/>
          <p:cNvSpPr>
            <a:spLocks noChangeArrowheads="1"/>
          </p:cNvSpPr>
          <p:nvPr/>
        </p:nvSpPr>
        <p:spPr bwMode="auto">
          <a:xfrm>
            <a:off x="1406163" y="255069"/>
            <a:ext cx="242189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3765">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二、随机试验</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cxnSp>
        <p:nvCxnSpPr>
          <p:cNvPr id="10" name="直接连接符 9"/>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5" name="Rectangle 96"/>
          <p:cNvSpPr>
            <a:spLocks noChangeArrowheads="1"/>
          </p:cNvSpPr>
          <p:nvPr/>
        </p:nvSpPr>
        <p:spPr bwMode="auto">
          <a:xfrm>
            <a:off x="1828800" y="2498725"/>
            <a:ext cx="8022590"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indent="-457200">
              <a:lnSpc>
                <a:spcPct val="150000"/>
              </a:lnSpc>
              <a:spcAft>
                <a:spcPts val="0"/>
              </a:spcAft>
              <a:buFont typeface="Arial" panose="020B0604020202020204" pitchFamily="34" charset="0"/>
              <a:buChar char="•"/>
            </a:pPr>
            <a:r>
              <a:rPr lang="en-US" altLang="zh-CN" b="1" i="1" dirty="0">
                <a:solidFill>
                  <a:schemeClr val="tx1">
                    <a:lumMod val="75000"/>
                    <a:lumOff val="25000"/>
                  </a:schemeClr>
                </a:solidFill>
                <a:ea typeface="微软雅黑" panose="020B0503020204020204" pitchFamily="34" charset="-122"/>
                <a:sym typeface="Times New Roman" panose="02020603050405020304" pitchFamily="18" charset="0"/>
              </a:rPr>
              <a:t>E</a:t>
            </a:r>
            <a:r>
              <a:rPr lang="en-US" altLang="zh-CN" b="1" i="1" baseline="-25000" dirty="0">
                <a:solidFill>
                  <a:schemeClr val="tx1">
                    <a:lumMod val="75000"/>
                    <a:lumOff val="25000"/>
                  </a:schemeClr>
                </a:solidFill>
                <a:ea typeface="微软雅黑" panose="020B0503020204020204" pitchFamily="34" charset="-122"/>
                <a:sym typeface="Times New Roman" panose="02020603050405020304" pitchFamily="18" charset="0"/>
              </a:rPr>
              <a:t> 1</a:t>
            </a: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：抛一枚硬币，观察正面</a:t>
            </a:r>
            <a:r>
              <a:rPr lang="en-US" altLang="zh-CN" b="1" i="1" dirty="0">
                <a:solidFill>
                  <a:schemeClr val="tx1">
                    <a:lumMod val="75000"/>
                    <a:lumOff val="25000"/>
                  </a:schemeClr>
                </a:solidFill>
                <a:ea typeface="微软雅黑" panose="020B0503020204020204" pitchFamily="34" charset="-122"/>
                <a:sym typeface="Times New Roman" panose="02020603050405020304" pitchFamily="18" charset="0"/>
              </a:rPr>
              <a:t>H</a:t>
            </a: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和反面</a:t>
            </a:r>
            <a:r>
              <a:rPr lang="en-US" altLang="zh-CN" b="1" i="1" dirty="0">
                <a:solidFill>
                  <a:schemeClr val="tx1">
                    <a:lumMod val="75000"/>
                    <a:lumOff val="25000"/>
                  </a:schemeClr>
                </a:solidFill>
                <a:ea typeface="微软雅黑" panose="020B0503020204020204" pitchFamily="34" charset="-122"/>
                <a:sym typeface="Times New Roman" panose="02020603050405020304" pitchFamily="18" charset="0"/>
              </a:rPr>
              <a:t>T</a:t>
            </a: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出现的情况。</a:t>
            </a:r>
            <a:endParaRPr lang="en-US" altLang="zh-CN" b="1" dirty="0">
              <a:solidFill>
                <a:schemeClr val="tx1">
                  <a:lumMod val="75000"/>
                  <a:lumOff val="25000"/>
                </a:schemeClr>
              </a:solidFill>
              <a:ea typeface="微软雅黑" panose="020B0503020204020204" pitchFamily="34" charset="-122"/>
              <a:sym typeface="Times New Roman" panose="02020603050405020304" pitchFamily="18" charset="0"/>
            </a:endParaRPr>
          </a:p>
        </p:txBody>
      </p:sp>
      <p:pic>
        <p:nvPicPr>
          <p:cNvPr id="16" name="图片 15"/>
          <p:cNvPicPr>
            <a:picLocks noChangeAspect="1"/>
          </p:cNvPicPr>
          <p:nvPr/>
        </p:nvPicPr>
        <p:blipFill rotWithShape="1">
          <a:blip r:embed="rId1" cstate="print">
            <a:extLst>
              <a:ext uri="{BEBA8EAE-BF5A-486C-A8C5-ECC9F3942E4B}">
                <a14:imgProps xmlns:a14="http://schemas.microsoft.com/office/drawing/2010/main">
                  <a14:imgLayer r:embed="rId2">
                    <a14:imgEffect>
                      <a14:backgroundRemoval t="833" b="100000" l="844" r="48945"/>
                    </a14:imgEffect>
                  </a14:imgLayer>
                </a14:imgProps>
              </a:ext>
              <a:ext uri="{28A0092B-C50C-407E-A947-70E740481C1C}">
                <a14:useLocalDpi xmlns:a14="http://schemas.microsoft.com/office/drawing/2010/main" val="0"/>
              </a:ext>
            </a:extLst>
          </a:blip>
          <a:srcRect r="50161"/>
          <a:stretch>
            <a:fillRect/>
          </a:stretch>
        </p:blipFill>
        <p:spPr>
          <a:xfrm>
            <a:off x="2480589" y="3898301"/>
            <a:ext cx="911192" cy="925711"/>
          </a:xfrm>
          <a:prstGeom prst="rect">
            <a:avLst/>
          </a:prstGeom>
        </p:spPr>
      </p:pic>
      <p:pic>
        <p:nvPicPr>
          <p:cNvPr id="17" name="图片 16"/>
          <p:cNvPicPr>
            <a:picLocks noChangeAspect="1"/>
          </p:cNvPicPr>
          <p:nvPr/>
        </p:nvPicPr>
        <p:blipFill rotWithShape="1">
          <a:blip r:embed="rId3" cstate="print">
            <a:extLst>
              <a:ext uri="{BEBA8EAE-BF5A-486C-A8C5-ECC9F3942E4B}">
                <a14:imgProps xmlns:a14="http://schemas.microsoft.com/office/drawing/2010/main">
                  <a14:imgLayer r:embed="rId2">
                    <a14:imgEffect>
                      <a14:backgroundRemoval t="0" b="98750" l="49367" r="100000"/>
                    </a14:imgEffect>
                  </a14:imgLayer>
                </a14:imgProps>
              </a:ext>
              <a:ext uri="{28A0092B-C50C-407E-A947-70E740481C1C}">
                <a14:useLocalDpi xmlns:a14="http://schemas.microsoft.com/office/drawing/2010/main" val="0"/>
              </a:ext>
            </a:extLst>
          </a:blip>
          <a:srcRect l="49841"/>
          <a:stretch>
            <a:fillRect/>
          </a:stretch>
        </p:blipFill>
        <p:spPr>
          <a:xfrm>
            <a:off x="4001397" y="3898301"/>
            <a:ext cx="917046" cy="925711"/>
          </a:xfrm>
          <a:prstGeom prst="rect">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35" presetClass="path" presetSubtype="0" decel="40000" fill="hold" nodeType="withEffect">
                                  <p:stCondLst>
                                    <p:cond delay="0"/>
                                  </p:stCondLst>
                                  <p:childTnLst>
                                    <p:animMotion origin="layout" path="M 0.03073 4.07407E-6 L -0.08906 4.07407E-6 " pathEditMode="relative" rAng="0" ptsTypes="AA">
                                      <p:cBhvr>
                                        <p:cTn id="9" dur="1000" spd="-100000" fill="hold"/>
                                        <p:tgtEl>
                                          <p:spTgt spid="4"/>
                                        </p:tgtEl>
                                        <p:attrNameLst>
                                          <p:attrName>ppt_x</p:attrName>
                                          <p:attrName>ppt_y</p:attrName>
                                        </p:attrNameLst>
                                      </p:cBhvr>
                                      <p:rCtr x="-5990" y="0"/>
                                    </p:animMotion>
                                  </p:childTnLst>
                                </p:cTn>
                              </p:par>
                              <p:par>
                                <p:cTn id="10" presetID="35" presetClass="path" presetSubtype="0" accel="40000" decel="40000" fill="hold" nodeType="withEffect">
                                  <p:stCondLst>
                                    <p:cond delay="1000"/>
                                  </p:stCondLst>
                                  <p:childTnLst>
                                    <p:animMotion origin="layout" path="M 0.03073 4.07407E-6 L -3.75E-6 4.07407E-6 " pathEditMode="relative" rAng="0" ptsTypes="AA">
                                      <p:cBhvr>
                                        <p:cTn id="11" dur="750" fill="hold"/>
                                        <p:tgtEl>
                                          <p:spTgt spid="4"/>
                                        </p:tgtEl>
                                        <p:attrNameLst>
                                          <p:attrName>ppt_x</p:attrName>
                                          <p:attrName>ppt_y</p:attrName>
                                        </p:attrNameLst>
                                      </p:cBhvr>
                                      <p:rCtr x="-1536" y="0"/>
                                    </p:animMotion>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p:cTn id="16" dur="500" fill="hold"/>
                                        <p:tgtEl>
                                          <p:spTgt spid="3"/>
                                        </p:tgtEl>
                                        <p:attrNameLst>
                                          <p:attrName>ppt_w</p:attrName>
                                        </p:attrNameLst>
                                      </p:cBhvr>
                                      <p:tavLst>
                                        <p:tav tm="0">
                                          <p:val>
                                            <p:fltVal val="0"/>
                                          </p:val>
                                        </p:tav>
                                        <p:tav tm="100000">
                                          <p:val>
                                            <p:strVal val="#ppt_w"/>
                                          </p:val>
                                        </p:tav>
                                      </p:tavLst>
                                    </p:anim>
                                    <p:anim calcmode="lin" valueType="num">
                                      <p:cBhvr>
                                        <p:cTn id="17" dur="500" fill="hold"/>
                                        <p:tgtEl>
                                          <p:spTgt spid="3"/>
                                        </p:tgtEl>
                                        <p:attrNameLst>
                                          <p:attrName>ppt_h</p:attrName>
                                        </p:attrNameLst>
                                      </p:cBhvr>
                                      <p:tavLst>
                                        <p:tav tm="0">
                                          <p:val>
                                            <p:fltVal val="0"/>
                                          </p:val>
                                        </p:tav>
                                        <p:tav tm="100000">
                                          <p:val>
                                            <p:strVal val="#ppt_h"/>
                                          </p:val>
                                        </p:tav>
                                      </p:tavLst>
                                    </p:anim>
                                    <p:animEffect transition="in" filter="fade">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p:cTn id="28" dur="500" fill="hold"/>
                                        <p:tgtEl>
                                          <p:spTgt spid="16"/>
                                        </p:tgtEl>
                                        <p:attrNameLst>
                                          <p:attrName>ppt_w</p:attrName>
                                        </p:attrNameLst>
                                      </p:cBhvr>
                                      <p:tavLst>
                                        <p:tav tm="0">
                                          <p:val>
                                            <p:fltVal val="0"/>
                                          </p:val>
                                        </p:tav>
                                        <p:tav tm="100000">
                                          <p:val>
                                            <p:strVal val="#ppt_w"/>
                                          </p:val>
                                        </p:tav>
                                      </p:tavLst>
                                    </p:anim>
                                    <p:anim calcmode="lin" valueType="num">
                                      <p:cBhvr>
                                        <p:cTn id="29" dur="500" fill="hold"/>
                                        <p:tgtEl>
                                          <p:spTgt spid="16"/>
                                        </p:tgtEl>
                                        <p:attrNameLst>
                                          <p:attrName>ppt_h</p:attrName>
                                        </p:attrNameLst>
                                      </p:cBhvr>
                                      <p:tavLst>
                                        <p:tav tm="0">
                                          <p:val>
                                            <p:fltVal val="0"/>
                                          </p:val>
                                        </p:tav>
                                        <p:tav tm="100000">
                                          <p:val>
                                            <p:strVal val="#ppt_h"/>
                                          </p:val>
                                        </p:tav>
                                      </p:tavLst>
                                    </p:anim>
                                    <p:animEffect transition="in" filter="fade">
                                      <p:cBhvr>
                                        <p:cTn id="30" dur="500"/>
                                        <p:tgtEl>
                                          <p:spTgt spid="16"/>
                                        </p:tgtEl>
                                      </p:cBhvr>
                                    </p:animEffect>
                                  </p:childTnLst>
                                </p:cTn>
                              </p:par>
                              <p:par>
                                <p:cTn id="31" presetID="53" presetClass="entr" presetSubtype="16" fill="hold" nodeType="withEffect">
                                  <p:stCondLst>
                                    <p:cond delay="200"/>
                                  </p:stCondLst>
                                  <p:childTnLst>
                                    <p:set>
                                      <p:cBhvr>
                                        <p:cTn id="32" dur="1" fill="hold">
                                          <p:stCondLst>
                                            <p:cond delay="0"/>
                                          </p:stCondLst>
                                        </p:cTn>
                                        <p:tgtEl>
                                          <p:spTgt spid="17"/>
                                        </p:tgtEl>
                                        <p:attrNameLst>
                                          <p:attrName>style.visibility</p:attrName>
                                        </p:attrNameLst>
                                      </p:cBhvr>
                                      <p:to>
                                        <p:strVal val="visible"/>
                                      </p:to>
                                    </p:set>
                                    <p:anim calcmode="lin" valueType="num">
                                      <p:cBhvr>
                                        <p:cTn id="33" dur="500" fill="hold"/>
                                        <p:tgtEl>
                                          <p:spTgt spid="17"/>
                                        </p:tgtEl>
                                        <p:attrNameLst>
                                          <p:attrName>ppt_w</p:attrName>
                                        </p:attrNameLst>
                                      </p:cBhvr>
                                      <p:tavLst>
                                        <p:tav tm="0">
                                          <p:val>
                                            <p:fltVal val="0"/>
                                          </p:val>
                                        </p:tav>
                                        <p:tav tm="100000">
                                          <p:val>
                                            <p:strVal val="#ppt_w"/>
                                          </p:val>
                                        </p:tav>
                                      </p:tavLst>
                                    </p:anim>
                                    <p:anim calcmode="lin" valueType="num">
                                      <p:cBhvr>
                                        <p:cTn id="34" dur="500" fill="hold"/>
                                        <p:tgtEl>
                                          <p:spTgt spid="17"/>
                                        </p:tgtEl>
                                        <p:attrNameLst>
                                          <p:attrName>ppt_h</p:attrName>
                                        </p:attrNameLst>
                                      </p:cBhvr>
                                      <p:tavLst>
                                        <p:tav tm="0">
                                          <p:val>
                                            <p:fltVal val="0"/>
                                          </p:val>
                                        </p:tav>
                                        <p:tav tm="100000">
                                          <p:val>
                                            <p:strVal val="#ppt_h"/>
                                          </p:val>
                                        </p:tav>
                                      </p:tavLst>
                                    </p:anim>
                                    <p:animEffect transition="in" filter="fade">
                                      <p:cBhvr>
                                        <p:cTn id="3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2135560" y="1529249"/>
            <a:ext cx="4167903"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spcAft>
                <a:spcPts val="0"/>
              </a:spcAft>
            </a:pP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rPr>
              <a:t>下面列举实验的例子</a:t>
            </a:r>
            <a:endPar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1115102" y="1677648"/>
            <a:ext cx="695243" cy="699232"/>
            <a:chOff x="983432" y="5081315"/>
            <a:chExt cx="1041032" cy="1047005"/>
          </a:xfrm>
        </p:grpSpPr>
        <p:sp>
          <p:nvSpPr>
            <p:cNvPr id="5" name="Oval 4"/>
            <p:cNvSpPr/>
            <p:nvPr/>
          </p:nvSpPr>
          <p:spPr>
            <a:xfrm>
              <a:off x="983432" y="5081315"/>
              <a:ext cx="1041032" cy="1047005"/>
            </a:xfrm>
            <a:prstGeom prst="ellipse">
              <a:avLst/>
            </a:prstGeom>
            <a:solidFill>
              <a:srgbClr val="C00000"/>
            </a:soli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3765" eaLnBrk="1" fontAlgn="auto" latinLnBrk="0" hangingPunct="1">
                <a:lnSpc>
                  <a:spcPct val="100000"/>
                </a:lnSpc>
                <a:spcBef>
                  <a:spcPts val="0"/>
                </a:spcBef>
                <a:spcAft>
                  <a:spcPts val="0"/>
                </a:spcAft>
                <a:buClrTx/>
                <a:buSzTx/>
                <a:buFontTx/>
                <a:buNone/>
                <a:defRPr/>
              </a:pPr>
              <a:endParaRPr kumimoji="0" lang="en-US" sz="11735"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6" name="Group 32"/>
            <p:cNvGrpSpPr/>
            <p:nvPr/>
          </p:nvGrpSpPr>
          <p:grpSpPr>
            <a:xfrm>
              <a:off x="1196786" y="5302530"/>
              <a:ext cx="614325" cy="604575"/>
              <a:chOff x="1587575" y="2265358"/>
              <a:chExt cx="314468" cy="309477"/>
            </a:xfrm>
            <a:solidFill>
              <a:sysClr val="window" lastClr="FFFFFF"/>
            </a:solidFill>
          </p:grpSpPr>
          <p:sp>
            <p:nvSpPr>
              <p:cNvPr id="7" name="Freeform 59"/>
              <p:cNvSpPr>
                <a:spLocks noEditPoints="1"/>
              </p:cNvSpPr>
              <p:nvPr/>
            </p:nvSpPr>
            <p:spPr bwMode="auto">
              <a:xfrm>
                <a:off x="1587575" y="2265358"/>
                <a:ext cx="314468" cy="309477"/>
              </a:xfrm>
              <a:custGeom>
                <a:avLst/>
                <a:gdLst>
                  <a:gd name="T0" fmla="*/ 82 w 95"/>
                  <a:gd name="T1" fmla="*/ 57 h 93"/>
                  <a:gd name="T2" fmla="*/ 95 w 95"/>
                  <a:gd name="T3" fmla="*/ 51 h 93"/>
                  <a:gd name="T4" fmla="*/ 95 w 95"/>
                  <a:gd name="T5" fmla="*/ 41 h 93"/>
                  <a:gd name="T6" fmla="*/ 82 w 95"/>
                  <a:gd name="T7" fmla="*/ 36 h 93"/>
                  <a:gd name="T8" fmla="*/ 80 w 95"/>
                  <a:gd name="T9" fmla="*/ 30 h 93"/>
                  <a:gd name="T10" fmla="*/ 85 w 95"/>
                  <a:gd name="T11" fmla="*/ 17 h 93"/>
                  <a:gd name="T12" fmla="*/ 77 w 95"/>
                  <a:gd name="T13" fmla="*/ 10 h 93"/>
                  <a:gd name="T14" fmla="*/ 64 w 95"/>
                  <a:gd name="T15" fmla="*/ 15 h 93"/>
                  <a:gd name="T16" fmla="*/ 59 w 95"/>
                  <a:gd name="T17" fmla="*/ 13 h 93"/>
                  <a:gd name="T18" fmla="*/ 53 w 95"/>
                  <a:gd name="T19" fmla="*/ 0 h 93"/>
                  <a:gd name="T20" fmla="*/ 42 w 95"/>
                  <a:gd name="T21" fmla="*/ 0 h 93"/>
                  <a:gd name="T22" fmla="*/ 37 w 95"/>
                  <a:gd name="T23" fmla="*/ 13 h 93"/>
                  <a:gd name="T24" fmla="*/ 31 w 95"/>
                  <a:gd name="T25" fmla="*/ 15 h 93"/>
                  <a:gd name="T26" fmla="*/ 18 w 95"/>
                  <a:gd name="T27" fmla="*/ 10 h 93"/>
                  <a:gd name="T28" fmla="*/ 10 w 95"/>
                  <a:gd name="T29" fmla="*/ 17 h 93"/>
                  <a:gd name="T30" fmla="*/ 16 w 95"/>
                  <a:gd name="T31" fmla="*/ 30 h 93"/>
                  <a:gd name="T32" fmla="*/ 13 w 95"/>
                  <a:gd name="T33" fmla="*/ 36 h 93"/>
                  <a:gd name="T34" fmla="*/ 0 w 95"/>
                  <a:gd name="T35" fmla="*/ 41 h 93"/>
                  <a:gd name="T36" fmla="*/ 0 w 95"/>
                  <a:gd name="T37" fmla="*/ 52 h 93"/>
                  <a:gd name="T38" fmla="*/ 13 w 95"/>
                  <a:gd name="T39" fmla="*/ 57 h 93"/>
                  <a:gd name="T40" fmla="*/ 16 w 95"/>
                  <a:gd name="T41" fmla="*/ 63 h 93"/>
                  <a:gd name="T42" fmla="*/ 11 w 95"/>
                  <a:gd name="T43" fmla="*/ 76 h 93"/>
                  <a:gd name="T44" fmla="*/ 18 w 95"/>
                  <a:gd name="T45" fmla="*/ 83 h 93"/>
                  <a:gd name="T46" fmla="*/ 31 w 95"/>
                  <a:gd name="T47" fmla="*/ 78 h 93"/>
                  <a:gd name="T48" fmla="*/ 37 w 95"/>
                  <a:gd name="T49" fmla="*/ 80 h 93"/>
                  <a:gd name="T50" fmla="*/ 43 w 95"/>
                  <a:gd name="T51" fmla="*/ 93 h 93"/>
                  <a:gd name="T52" fmla="*/ 53 w 95"/>
                  <a:gd name="T53" fmla="*/ 93 h 93"/>
                  <a:gd name="T54" fmla="*/ 59 w 95"/>
                  <a:gd name="T55" fmla="*/ 80 h 93"/>
                  <a:gd name="T56" fmla="*/ 64 w 95"/>
                  <a:gd name="T57" fmla="*/ 78 h 93"/>
                  <a:gd name="T58" fmla="*/ 78 w 95"/>
                  <a:gd name="T59" fmla="*/ 83 h 93"/>
                  <a:gd name="T60" fmla="*/ 85 w 95"/>
                  <a:gd name="T61" fmla="*/ 75 h 93"/>
                  <a:gd name="T62" fmla="*/ 80 w 95"/>
                  <a:gd name="T63" fmla="*/ 63 h 93"/>
                  <a:gd name="T64" fmla="*/ 82 w 95"/>
                  <a:gd name="T65" fmla="*/ 57 h 93"/>
                  <a:gd name="T66" fmla="*/ 48 w 95"/>
                  <a:gd name="T67" fmla="*/ 61 h 93"/>
                  <a:gd name="T68" fmla="*/ 33 w 95"/>
                  <a:gd name="T69" fmla="*/ 46 h 93"/>
                  <a:gd name="T70" fmla="*/ 48 w 95"/>
                  <a:gd name="T71" fmla="*/ 32 h 93"/>
                  <a:gd name="T72" fmla="*/ 63 w 95"/>
                  <a:gd name="T73" fmla="*/ 46 h 93"/>
                  <a:gd name="T74" fmla="*/ 48 w 95"/>
                  <a:gd name="T75" fmla="*/ 61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5" h="93">
                    <a:moveTo>
                      <a:pt x="82" y="57"/>
                    </a:moveTo>
                    <a:cubicBezTo>
                      <a:pt x="82" y="57"/>
                      <a:pt x="95" y="52"/>
                      <a:pt x="95" y="51"/>
                    </a:cubicBezTo>
                    <a:cubicBezTo>
                      <a:pt x="95" y="41"/>
                      <a:pt x="95" y="41"/>
                      <a:pt x="95" y="41"/>
                    </a:cubicBezTo>
                    <a:cubicBezTo>
                      <a:pt x="95" y="40"/>
                      <a:pt x="82" y="36"/>
                      <a:pt x="82" y="36"/>
                    </a:cubicBezTo>
                    <a:cubicBezTo>
                      <a:pt x="80" y="30"/>
                      <a:pt x="80" y="30"/>
                      <a:pt x="80" y="30"/>
                    </a:cubicBezTo>
                    <a:cubicBezTo>
                      <a:pt x="80" y="30"/>
                      <a:pt x="85" y="17"/>
                      <a:pt x="85" y="17"/>
                    </a:cubicBezTo>
                    <a:cubicBezTo>
                      <a:pt x="77" y="10"/>
                      <a:pt x="77" y="10"/>
                      <a:pt x="77" y="10"/>
                    </a:cubicBezTo>
                    <a:cubicBezTo>
                      <a:pt x="77" y="9"/>
                      <a:pt x="64" y="15"/>
                      <a:pt x="64" y="15"/>
                    </a:cubicBezTo>
                    <a:cubicBezTo>
                      <a:pt x="59" y="13"/>
                      <a:pt x="59" y="13"/>
                      <a:pt x="59" y="13"/>
                    </a:cubicBezTo>
                    <a:cubicBezTo>
                      <a:pt x="59" y="13"/>
                      <a:pt x="53" y="0"/>
                      <a:pt x="53" y="0"/>
                    </a:cubicBezTo>
                    <a:cubicBezTo>
                      <a:pt x="42" y="0"/>
                      <a:pt x="42" y="0"/>
                      <a:pt x="42" y="0"/>
                    </a:cubicBezTo>
                    <a:cubicBezTo>
                      <a:pt x="42" y="0"/>
                      <a:pt x="37" y="13"/>
                      <a:pt x="37" y="13"/>
                    </a:cubicBezTo>
                    <a:cubicBezTo>
                      <a:pt x="31" y="15"/>
                      <a:pt x="31" y="15"/>
                      <a:pt x="31" y="15"/>
                    </a:cubicBezTo>
                    <a:cubicBezTo>
                      <a:pt x="31" y="15"/>
                      <a:pt x="18" y="10"/>
                      <a:pt x="18" y="10"/>
                    </a:cubicBezTo>
                    <a:cubicBezTo>
                      <a:pt x="10" y="17"/>
                      <a:pt x="10" y="17"/>
                      <a:pt x="10" y="17"/>
                    </a:cubicBezTo>
                    <a:cubicBezTo>
                      <a:pt x="10" y="18"/>
                      <a:pt x="16" y="30"/>
                      <a:pt x="16" y="30"/>
                    </a:cubicBezTo>
                    <a:cubicBezTo>
                      <a:pt x="13" y="36"/>
                      <a:pt x="13" y="36"/>
                      <a:pt x="13" y="36"/>
                    </a:cubicBezTo>
                    <a:cubicBezTo>
                      <a:pt x="13" y="36"/>
                      <a:pt x="0" y="41"/>
                      <a:pt x="0" y="41"/>
                    </a:cubicBezTo>
                    <a:cubicBezTo>
                      <a:pt x="0" y="52"/>
                      <a:pt x="0" y="52"/>
                      <a:pt x="0" y="52"/>
                    </a:cubicBezTo>
                    <a:cubicBezTo>
                      <a:pt x="0" y="52"/>
                      <a:pt x="13" y="57"/>
                      <a:pt x="13" y="57"/>
                    </a:cubicBezTo>
                    <a:cubicBezTo>
                      <a:pt x="16" y="63"/>
                      <a:pt x="16" y="63"/>
                      <a:pt x="16" y="63"/>
                    </a:cubicBezTo>
                    <a:cubicBezTo>
                      <a:pt x="16" y="63"/>
                      <a:pt x="10" y="75"/>
                      <a:pt x="11" y="76"/>
                    </a:cubicBezTo>
                    <a:cubicBezTo>
                      <a:pt x="18" y="83"/>
                      <a:pt x="18" y="83"/>
                      <a:pt x="18" y="83"/>
                    </a:cubicBezTo>
                    <a:cubicBezTo>
                      <a:pt x="19" y="84"/>
                      <a:pt x="31" y="78"/>
                      <a:pt x="31" y="78"/>
                    </a:cubicBezTo>
                    <a:cubicBezTo>
                      <a:pt x="37" y="80"/>
                      <a:pt x="37" y="80"/>
                      <a:pt x="37" y="80"/>
                    </a:cubicBezTo>
                    <a:cubicBezTo>
                      <a:pt x="37" y="80"/>
                      <a:pt x="42" y="93"/>
                      <a:pt x="43" y="93"/>
                    </a:cubicBezTo>
                    <a:cubicBezTo>
                      <a:pt x="53" y="93"/>
                      <a:pt x="53" y="93"/>
                      <a:pt x="53" y="93"/>
                    </a:cubicBezTo>
                    <a:cubicBezTo>
                      <a:pt x="54" y="93"/>
                      <a:pt x="59" y="80"/>
                      <a:pt x="59" y="80"/>
                    </a:cubicBezTo>
                    <a:cubicBezTo>
                      <a:pt x="64" y="78"/>
                      <a:pt x="64" y="78"/>
                      <a:pt x="64" y="78"/>
                    </a:cubicBezTo>
                    <a:cubicBezTo>
                      <a:pt x="64" y="78"/>
                      <a:pt x="77" y="83"/>
                      <a:pt x="78" y="83"/>
                    </a:cubicBezTo>
                    <a:cubicBezTo>
                      <a:pt x="85" y="75"/>
                      <a:pt x="85" y="75"/>
                      <a:pt x="85" y="75"/>
                    </a:cubicBezTo>
                    <a:cubicBezTo>
                      <a:pt x="86" y="75"/>
                      <a:pt x="80" y="63"/>
                      <a:pt x="80" y="63"/>
                    </a:cubicBezTo>
                    <a:lnTo>
                      <a:pt x="82" y="57"/>
                    </a:lnTo>
                    <a:close/>
                    <a:moveTo>
                      <a:pt x="48" y="61"/>
                    </a:moveTo>
                    <a:cubicBezTo>
                      <a:pt x="39" y="61"/>
                      <a:pt x="33" y="55"/>
                      <a:pt x="33" y="46"/>
                    </a:cubicBezTo>
                    <a:cubicBezTo>
                      <a:pt x="33" y="38"/>
                      <a:pt x="39" y="32"/>
                      <a:pt x="48" y="32"/>
                    </a:cubicBezTo>
                    <a:cubicBezTo>
                      <a:pt x="56" y="32"/>
                      <a:pt x="63" y="38"/>
                      <a:pt x="63" y="46"/>
                    </a:cubicBezTo>
                    <a:cubicBezTo>
                      <a:pt x="63" y="55"/>
                      <a:pt x="56" y="61"/>
                      <a:pt x="48"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defTabSz="913765" eaLnBrk="1" fontAlgn="auto" latinLnBrk="0" hangingPunct="1">
                  <a:lnSpc>
                    <a:spcPct val="100000"/>
                  </a:lnSpc>
                  <a:spcBef>
                    <a:spcPts val="0"/>
                  </a:spcBef>
                  <a:spcAft>
                    <a:spcPts val="0"/>
                  </a:spcAft>
                  <a:buClrTx/>
                  <a:buSzTx/>
                  <a:buFontTx/>
                  <a:buNone/>
                  <a:defRPr/>
                </a:pPr>
                <a:endParaRPr kumimoji="0" lang="en-US" sz="1865" b="0" i="0" u="none" strike="noStrike" kern="0" cap="none" spc="0" normalizeH="0" baseline="0" noProof="0">
                  <a:ln>
                    <a:noFill/>
                  </a:ln>
                  <a:solidFill>
                    <a:prstClr val="black"/>
                  </a:solidFill>
                  <a:effectLst/>
                  <a:uLnTx/>
                  <a:uFillTx/>
                  <a:latin typeface="Calibri" panose="020F0502020204030204"/>
                  <a:ea typeface="+mn-ea"/>
                </a:endParaRPr>
              </a:p>
            </p:txBody>
          </p:sp>
          <p:sp>
            <p:nvSpPr>
              <p:cNvPr id="8" name="Oval 60"/>
              <p:cNvSpPr>
                <a:spLocks noChangeArrowheads="1"/>
              </p:cNvSpPr>
              <p:nvPr/>
            </p:nvSpPr>
            <p:spPr bwMode="auto">
              <a:xfrm>
                <a:off x="1712364" y="2387652"/>
                <a:ext cx="64890" cy="6239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defTabSz="913765" eaLnBrk="1" fontAlgn="auto" latinLnBrk="0" hangingPunct="1">
                  <a:lnSpc>
                    <a:spcPct val="100000"/>
                  </a:lnSpc>
                  <a:spcBef>
                    <a:spcPts val="0"/>
                  </a:spcBef>
                  <a:spcAft>
                    <a:spcPts val="0"/>
                  </a:spcAft>
                  <a:buClrTx/>
                  <a:buSzTx/>
                  <a:buFontTx/>
                  <a:buNone/>
                  <a:defRPr/>
                </a:pPr>
                <a:endParaRPr kumimoji="0" lang="en-US" sz="1865" b="0" i="0" u="none" strike="noStrike" kern="0" cap="none" spc="0" normalizeH="0" baseline="0" noProof="0">
                  <a:ln>
                    <a:noFill/>
                  </a:ln>
                  <a:solidFill>
                    <a:prstClr val="black"/>
                  </a:solidFill>
                  <a:effectLst/>
                  <a:uLnTx/>
                  <a:uFillTx/>
                  <a:latin typeface="Calibri" panose="020F0502020204030204"/>
                  <a:ea typeface="+mn-ea"/>
                </a:endParaRPr>
              </a:p>
            </p:txBody>
          </p:sp>
        </p:grpSp>
      </p:grpSp>
      <p:sp>
        <p:nvSpPr>
          <p:cNvPr id="9" name="矩形 8"/>
          <p:cNvSpPr>
            <a:spLocks noChangeArrowheads="1"/>
          </p:cNvSpPr>
          <p:nvPr/>
        </p:nvSpPr>
        <p:spPr bwMode="auto">
          <a:xfrm>
            <a:off x="1406163" y="255069"/>
            <a:ext cx="242189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3765">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二、随机试验</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cxnSp>
        <p:nvCxnSpPr>
          <p:cNvPr id="10" name="直接连接符 9"/>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5" name="Rectangle 96"/>
          <p:cNvSpPr>
            <a:spLocks noChangeArrowheads="1"/>
          </p:cNvSpPr>
          <p:nvPr/>
        </p:nvSpPr>
        <p:spPr bwMode="auto">
          <a:xfrm>
            <a:off x="1828800" y="2498725"/>
            <a:ext cx="8157845"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indent="-457200">
              <a:lnSpc>
                <a:spcPct val="150000"/>
              </a:lnSpc>
              <a:spcAft>
                <a:spcPts val="0"/>
              </a:spcAft>
              <a:buFont typeface="Arial" panose="020B0604020202020204" pitchFamily="34" charset="0"/>
              <a:buChar char="•"/>
            </a:pPr>
            <a:r>
              <a:rPr lang="en-US" altLang="zh-CN" b="1" i="1" dirty="0">
                <a:solidFill>
                  <a:schemeClr val="tx1">
                    <a:lumMod val="75000"/>
                    <a:lumOff val="25000"/>
                  </a:schemeClr>
                </a:solidFill>
                <a:ea typeface="微软雅黑" panose="020B0503020204020204" pitchFamily="34" charset="-122"/>
                <a:sym typeface="Times New Roman" panose="02020603050405020304" pitchFamily="18" charset="0"/>
              </a:rPr>
              <a:t>E</a:t>
            </a:r>
            <a:r>
              <a:rPr lang="en-US" altLang="zh-CN" b="1" i="1" baseline="-25000" dirty="0">
                <a:solidFill>
                  <a:schemeClr val="tx1">
                    <a:lumMod val="75000"/>
                    <a:lumOff val="25000"/>
                  </a:schemeClr>
                </a:solidFill>
                <a:ea typeface="微软雅黑" panose="020B0503020204020204" pitchFamily="34" charset="-122"/>
                <a:sym typeface="Times New Roman" panose="02020603050405020304" pitchFamily="18" charset="0"/>
              </a:rPr>
              <a:t> 2</a:t>
            </a: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：将一枚硬币抛三次，观察正面</a:t>
            </a:r>
            <a:r>
              <a:rPr lang="en-US" altLang="zh-CN" b="1" i="1" dirty="0">
                <a:solidFill>
                  <a:schemeClr val="tx1">
                    <a:lumMod val="75000"/>
                    <a:lumOff val="25000"/>
                  </a:schemeClr>
                </a:solidFill>
                <a:ea typeface="微软雅黑" panose="020B0503020204020204" pitchFamily="34" charset="-122"/>
                <a:sym typeface="Times New Roman" panose="02020603050405020304" pitchFamily="18" charset="0"/>
              </a:rPr>
              <a:t>H</a:t>
            </a: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和反面</a:t>
            </a:r>
            <a:r>
              <a:rPr lang="en-US" altLang="zh-CN" b="1" i="1" dirty="0">
                <a:solidFill>
                  <a:schemeClr val="tx1">
                    <a:lumMod val="75000"/>
                    <a:lumOff val="25000"/>
                  </a:schemeClr>
                </a:solidFill>
                <a:ea typeface="微软雅黑" panose="020B0503020204020204" pitchFamily="34" charset="-122"/>
                <a:sym typeface="Times New Roman" panose="02020603050405020304" pitchFamily="18" charset="0"/>
              </a:rPr>
              <a:t>T</a:t>
            </a: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出现的情况。</a:t>
            </a:r>
            <a:endParaRPr lang="en-US" altLang="zh-CN" dirty="0">
              <a:solidFill>
                <a:schemeClr val="tx1">
                  <a:lumMod val="75000"/>
                  <a:lumOff val="25000"/>
                </a:schemeClr>
              </a:solidFill>
              <a:ea typeface="微软雅黑" panose="020B0503020204020204" pitchFamily="34" charset="-122"/>
              <a:sym typeface="Times New Roman" panose="02020603050405020304" pitchFamily="18" charset="0"/>
            </a:endParaRPr>
          </a:p>
        </p:txBody>
      </p:sp>
      <p:grpSp>
        <p:nvGrpSpPr>
          <p:cNvPr id="2" name="组合 1"/>
          <p:cNvGrpSpPr/>
          <p:nvPr/>
        </p:nvGrpSpPr>
        <p:grpSpPr>
          <a:xfrm>
            <a:off x="1661993" y="3882019"/>
            <a:ext cx="1813795" cy="570775"/>
            <a:chOff x="1879527" y="3811163"/>
            <a:chExt cx="2401290" cy="755651"/>
          </a:xfrm>
        </p:grpSpPr>
        <p:pic>
          <p:nvPicPr>
            <p:cNvPr id="16" name="图片 15"/>
            <p:cNvPicPr>
              <a:picLocks noChangeAspect="1"/>
            </p:cNvPicPr>
            <p:nvPr/>
          </p:nvPicPr>
          <p:blipFill rotWithShape="1">
            <a:blip r:embed="rId1" cstate="print">
              <a:extLst>
                <a:ext uri="{BEBA8EAE-BF5A-486C-A8C5-ECC9F3942E4B}">
                  <a14:imgProps xmlns:a14="http://schemas.microsoft.com/office/drawing/2010/main">
                    <a14:imgLayer r:embed="rId2">
                      <a14:imgEffect>
                        <a14:backgroundRemoval t="833" b="100000" l="844" r="48945"/>
                      </a14:imgEffect>
                    </a14:imgLayer>
                  </a14:imgProps>
                </a:ext>
                <a:ext uri="{28A0092B-C50C-407E-A947-70E740481C1C}">
                  <a14:useLocalDpi xmlns:a14="http://schemas.microsoft.com/office/drawing/2010/main" val="0"/>
                </a:ext>
              </a:extLst>
            </a:blip>
            <a:srcRect r="50161"/>
            <a:stretch>
              <a:fillRect/>
            </a:stretch>
          </p:blipFill>
          <p:spPr>
            <a:xfrm>
              <a:off x="1879527" y="3811164"/>
              <a:ext cx="743798" cy="755650"/>
            </a:xfrm>
            <a:prstGeom prst="rect">
              <a:avLst/>
            </a:prstGeom>
          </p:spPr>
        </p:pic>
        <p:pic>
          <p:nvPicPr>
            <p:cNvPr id="17" name="图片 16"/>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0" b="98750" l="49367" r="100000"/>
                      </a14:imgEffect>
                    </a14:imgLayer>
                  </a14:imgProps>
                </a:ext>
                <a:ext uri="{28A0092B-C50C-407E-A947-70E740481C1C}">
                  <a14:useLocalDpi xmlns:a14="http://schemas.microsoft.com/office/drawing/2010/main" val="0"/>
                </a:ext>
              </a:extLst>
            </a:blip>
            <a:srcRect l="49841"/>
            <a:stretch>
              <a:fillRect/>
            </a:stretch>
          </p:blipFill>
          <p:spPr>
            <a:xfrm>
              <a:off x="2712225" y="3811163"/>
              <a:ext cx="748577" cy="755650"/>
            </a:xfrm>
            <a:prstGeom prst="rect">
              <a:avLst/>
            </a:prstGeom>
          </p:spPr>
        </p:pic>
        <p:pic>
          <p:nvPicPr>
            <p:cNvPr id="46" name="图片 45"/>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0" b="98750" l="49367" r="100000"/>
                      </a14:imgEffect>
                    </a14:imgLayer>
                  </a14:imgProps>
                </a:ext>
                <a:ext uri="{28A0092B-C50C-407E-A947-70E740481C1C}">
                  <a14:useLocalDpi xmlns:a14="http://schemas.microsoft.com/office/drawing/2010/main" val="0"/>
                </a:ext>
              </a:extLst>
            </a:blip>
            <a:srcRect l="49841"/>
            <a:stretch>
              <a:fillRect/>
            </a:stretch>
          </p:blipFill>
          <p:spPr>
            <a:xfrm>
              <a:off x="3532240" y="3811163"/>
              <a:ext cx="748577" cy="755650"/>
            </a:xfrm>
            <a:prstGeom prst="rect">
              <a:avLst/>
            </a:prstGeom>
          </p:spPr>
        </p:pic>
      </p:grpSp>
      <p:grpSp>
        <p:nvGrpSpPr>
          <p:cNvPr id="86" name="组合 85"/>
          <p:cNvGrpSpPr/>
          <p:nvPr/>
        </p:nvGrpSpPr>
        <p:grpSpPr>
          <a:xfrm>
            <a:off x="3678841" y="3876346"/>
            <a:ext cx="1839557" cy="593062"/>
            <a:chOff x="3427615" y="3899464"/>
            <a:chExt cx="2083743" cy="671786"/>
          </a:xfrm>
        </p:grpSpPr>
        <p:pic>
          <p:nvPicPr>
            <p:cNvPr id="56" name="图片 55"/>
            <p:cNvPicPr>
              <a:picLocks noChangeAspect="1"/>
            </p:cNvPicPr>
            <p:nvPr/>
          </p:nvPicPr>
          <p:blipFill rotWithShape="1">
            <a:blip r:embed="rId1" cstate="print">
              <a:extLst>
                <a:ext uri="{BEBA8EAE-BF5A-486C-A8C5-ECC9F3942E4B}">
                  <a14:imgProps xmlns:a14="http://schemas.microsoft.com/office/drawing/2010/main">
                    <a14:imgLayer r:embed="rId2">
                      <a14:imgEffect>
                        <a14:backgroundRemoval t="833" b="100000" l="844" r="48945"/>
                      </a14:imgEffect>
                    </a14:imgLayer>
                  </a14:imgProps>
                </a:ext>
                <a:ext uri="{28A0092B-C50C-407E-A947-70E740481C1C}">
                  <a14:useLocalDpi xmlns:a14="http://schemas.microsoft.com/office/drawing/2010/main" val="0"/>
                </a:ext>
              </a:extLst>
            </a:blip>
            <a:srcRect r="50161"/>
            <a:stretch>
              <a:fillRect/>
            </a:stretch>
          </p:blipFill>
          <p:spPr>
            <a:xfrm>
              <a:off x="4144166" y="3914053"/>
              <a:ext cx="636398" cy="646539"/>
            </a:xfrm>
            <a:prstGeom prst="rect">
              <a:avLst/>
            </a:prstGeom>
          </p:spPr>
        </p:pic>
        <p:pic>
          <p:nvPicPr>
            <p:cNvPr id="57" name="图片 56"/>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0" b="98750" l="49367" r="100000"/>
                      </a14:imgEffect>
                    </a14:imgLayer>
                  </a14:imgProps>
                </a:ext>
                <a:ext uri="{28A0092B-C50C-407E-A947-70E740481C1C}">
                  <a14:useLocalDpi xmlns:a14="http://schemas.microsoft.com/office/drawing/2010/main" val="0"/>
                </a:ext>
              </a:extLst>
            </a:blip>
            <a:srcRect l="49841"/>
            <a:stretch>
              <a:fillRect/>
            </a:stretch>
          </p:blipFill>
          <p:spPr>
            <a:xfrm>
              <a:off x="3427615" y="3924711"/>
              <a:ext cx="640487" cy="646539"/>
            </a:xfrm>
            <a:prstGeom prst="rect">
              <a:avLst/>
            </a:prstGeom>
          </p:spPr>
        </p:pic>
        <p:pic>
          <p:nvPicPr>
            <p:cNvPr id="58" name="图片 57"/>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0" b="98750" l="49367" r="100000"/>
                      </a14:imgEffect>
                    </a14:imgLayer>
                  </a14:imgProps>
                </a:ext>
                <a:ext uri="{28A0092B-C50C-407E-A947-70E740481C1C}">
                  <a14:useLocalDpi xmlns:a14="http://schemas.microsoft.com/office/drawing/2010/main" val="0"/>
                </a:ext>
              </a:extLst>
            </a:blip>
            <a:srcRect l="49841"/>
            <a:stretch>
              <a:fillRect/>
            </a:stretch>
          </p:blipFill>
          <p:spPr>
            <a:xfrm>
              <a:off x="4870871" y="3899464"/>
              <a:ext cx="640487" cy="646539"/>
            </a:xfrm>
            <a:prstGeom prst="rect">
              <a:avLst/>
            </a:prstGeom>
          </p:spPr>
        </p:pic>
      </p:grpSp>
      <p:grpSp>
        <p:nvGrpSpPr>
          <p:cNvPr id="92" name="组合 91"/>
          <p:cNvGrpSpPr/>
          <p:nvPr/>
        </p:nvGrpSpPr>
        <p:grpSpPr>
          <a:xfrm>
            <a:off x="3700521" y="5306703"/>
            <a:ext cx="1846891" cy="582531"/>
            <a:chOff x="3419309" y="5654781"/>
            <a:chExt cx="2092050" cy="659857"/>
          </a:xfrm>
        </p:grpSpPr>
        <p:pic>
          <p:nvPicPr>
            <p:cNvPr id="65" name="图片 64"/>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0" b="98750" l="49367" r="100000"/>
                      </a14:imgEffect>
                    </a14:imgLayer>
                  </a14:imgProps>
                </a:ext>
                <a:ext uri="{28A0092B-C50C-407E-A947-70E740481C1C}">
                  <a14:useLocalDpi xmlns:a14="http://schemas.microsoft.com/office/drawing/2010/main" val="0"/>
                </a:ext>
              </a:extLst>
            </a:blip>
            <a:srcRect l="49841"/>
            <a:stretch>
              <a:fillRect/>
            </a:stretch>
          </p:blipFill>
          <p:spPr>
            <a:xfrm>
              <a:off x="4139453" y="5654783"/>
              <a:ext cx="640487" cy="646539"/>
            </a:xfrm>
            <a:prstGeom prst="rect">
              <a:avLst/>
            </a:prstGeom>
          </p:spPr>
        </p:pic>
        <p:pic>
          <p:nvPicPr>
            <p:cNvPr id="66" name="图片 65"/>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0" b="98750" l="49367" r="100000"/>
                      </a14:imgEffect>
                    </a14:imgLayer>
                  </a14:imgProps>
                </a:ext>
                <a:ext uri="{28A0092B-C50C-407E-A947-70E740481C1C}">
                  <a14:useLocalDpi xmlns:a14="http://schemas.microsoft.com/office/drawing/2010/main" val="0"/>
                </a:ext>
              </a:extLst>
            </a:blip>
            <a:srcRect l="49841"/>
            <a:stretch>
              <a:fillRect/>
            </a:stretch>
          </p:blipFill>
          <p:spPr>
            <a:xfrm>
              <a:off x="4870872" y="5668099"/>
              <a:ext cx="640487" cy="646539"/>
            </a:xfrm>
            <a:prstGeom prst="rect">
              <a:avLst/>
            </a:prstGeom>
          </p:spPr>
        </p:pic>
        <p:pic>
          <p:nvPicPr>
            <p:cNvPr id="77" name="图片 76"/>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0" b="98750" l="49367" r="100000"/>
                      </a14:imgEffect>
                    </a14:imgLayer>
                  </a14:imgProps>
                </a:ext>
                <a:ext uri="{28A0092B-C50C-407E-A947-70E740481C1C}">
                  <a14:useLocalDpi xmlns:a14="http://schemas.microsoft.com/office/drawing/2010/main" val="0"/>
                </a:ext>
              </a:extLst>
            </a:blip>
            <a:srcRect l="49841"/>
            <a:stretch>
              <a:fillRect/>
            </a:stretch>
          </p:blipFill>
          <p:spPr>
            <a:xfrm>
              <a:off x="3419309" y="5654781"/>
              <a:ext cx="640487" cy="646539"/>
            </a:xfrm>
            <a:prstGeom prst="rect">
              <a:avLst/>
            </a:prstGeom>
          </p:spPr>
        </p:pic>
      </p:grpSp>
      <p:grpSp>
        <p:nvGrpSpPr>
          <p:cNvPr id="87" name="组合 86"/>
          <p:cNvGrpSpPr/>
          <p:nvPr/>
        </p:nvGrpSpPr>
        <p:grpSpPr>
          <a:xfrm>
            <a:off x="5699298" y="3864434"/>
            <a:ext cx="1815597" cy="594598"/>
            <a:chOff x="5700758" y="3853119"/>
            <a:chExt cx="2056603" cy="673526"/>
          </a:xfrm>
        </p:grpSpPr>
        <p:pic>
          <p:nvPicPr>
            <p:cNvPr id="69" name="图片 68"/>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0" b="98750" l="49367" r="100000"/>
                      </a14:imgEffect>
                    </a14:imgLayer>
                  </a14:imgProps>
                </a:ext>
                <a:ext uri="{28A0092B-C50C-407E-A947-70E740481C1C}">
                  <a14:useLocalDpi xmlns:a14="http://schemas.microsoft.com/office/drawing/2010/main" val="0"/>
                </a:ext>
              </a:extLst>
            </a:blip>
            <a:srcRect l="49841"/>
            <a:stretch>
              <a:fillRect/>
            </a:stretch>
          </p:blipFill>
          <p:spPr>
            <a:xfrm>
              <a:off x="6417309" y="3880106"/>
              <a:ext cx="640487" cy="646539"/>
            </a:xfrm>
            <a:prstGeom prst="rect">
              <a:avLst/>
            </a:prstGeom>
          </p:spPr>
        </p:pic>
        <p:pic>
          <p:nvPicPr>
            <p:cNvPr id="70" name="图片 69"/>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0" b="98750" l="49367" r="100000"/>
                      </a14:imgEffect>
                    </a14:imgLayer>
                  </a14:imgProps>
                </a:ext>
                <a:ext uri="{28A0092B-C50C-407E-A947-70E740481C1C}">
                  <a14:useLocalDpi xmlns:a14="http://schemas.microsoft.com/office/drawing/2010/main" val="0"/>
                </a:ext>
              </a:extLst>
            </a:blip>
            <a:srcRect l="49841"/>
            <a:stretch>
              <a:fillRect/>
            </a:stretch>
          </p:blipFill>
          <p:spPr>
            <a:xfrm>
              <a:off x="5700758" y="3880106"/>
              <a:ext cx="640487" cy="646539"/>
            </a:xfrm>
            <a:prstGeom prst="rect">
              <a:avLst/>
            </a:prstGeom>
          </p:spPr>
        </p:pic>
        <p:pic>
          <p:nvPicPr>
            <p:cNvPr id="79" name="图片 78"/>
            <p:cNvPicPr>
              <a:picLocks noChangeAspect="1"/>
            </p:cNvPicPr>
            <p:nvPr/>
          </p:nvPicPr>
          <p:blipFill rotWithShape="1">
            <a:blip r:embed="rId1" cstate="print">
              <a:extLst>
                <a:ext uri="{BEBA8EAE-BF5A-486C-A8C5-ECC9F3942E4B}">
                  <a14:imgProps xmlns:a14="http://schemas.microsoft.com/office/drawing/2010/main">
                    <a14:imgLayer r:embed="rId2">
                      <a14:imgEffect>
                        <a14:backgroundRemoval t="833" b="100000" l="844" r="48945"/>
                      </a14:imgEffect>
                    </a14:imgLayer>
                  </a14:imgProps>
                </a:ext>
                <a:ext uri="{28A0092B-C50C-407E-A947-70E740481C1C}">
                  <a14:useLocalDpi xmlns:a14="http://schemas.microsoft.com/office/drawing/2010/main" val="0"/>
                </a:ext>
              </a:extLst>
            </a:blip>
            <a:srcRect r="50161"/>
            <a:stretch>
              <a:fillRect/>
            </a:stretch>
          </p:blipFill>
          <p:spPr>
            <a:xfrm>
              <a:off x="7120963" y="3853119"/>
              <a:ext cx="636398" cy="646539"/>
            </a:xfrm>
            <a:prstGeom prst="rect">
              <a:avLst/>
            </a:prstGeom>
          </p:spPr>
        </p:pic>
      </p:grpSp>
      <p:grpSp>
        <p:nvGrpSpPr>
          <p:cNvPr id="88" name="组合 87"/>
          <p:cNvGrpSpPr/>
          <p:nvPr/>
        </p:nvGrpSpPr>
        <p:grpSpPr>
          <a:xfrm>
            <a:off x="5708100" y="4590530"/>
            <a:ext cx="1814712" cy="582531"/>
            <a:chOff x="5709560" y="4789744"/>
            <a:chExt cx="2055600" cy="659857"/>
          </a:xfrm>
        </p:grpSpPr>
        <p:pic>
          <p:nvPicPr>
            <p:cNvPr id="73" name="图片 72"/>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0" b="98750" l="49367" r="100000"/>
                      </a14:imgEffect>
                    </a14:imgLayer>
                  </a14:imgProps>
                </a:ext>
                <a:ext uri="{28A0092B-C50C-407E-A947-70E740481C1C}">
                  <a14:useLocalDpi xmlns:a14="http://schemas.microsoft.com/office/drawing/2010/main" val="0"/>
                </a:ext>
              </a:extLst>
            </a:blip>
            <a:srcRect l="49841"/>
            <a:stretch>
              <a:fillRect/>
            </a:stretch>
          </p:blipFill>
          <p:spPr>
            <a:xfrm>
              <a:off x="5709560" y="4789744"/>
              <a:ext cx="640487" cy="646539"/>
            </a:xfrm>
            <a:prstGeom prst="rect">
              <a:avLst/>
            </a:prstGeom>
          </p:spPr>
        </p:pic>
        <p:pic>
          <p:nvPicPr>
            <p:cNvPr id="80" name="图片 79"/>
            <p:cNvPicPr>
              <a:picLocks noChangeAspect="1"/>
            </p:cNvPicPr>
            <p:nvPr/>
          </p:nvPicPr>
          <p:blipFill rotWithShape="1">
            <a:blip r:embed="rId1" cstate="print">
              <a:extLst>
                <a:ext uri="{BEBA8EAE-BF5A-486C-A8C5-ECC9F3942E4B}">
                  <a14:imgProps xmlns:a14="http://schemas.microsoft.com/office/drawing/2010/main">
                    <a14:imgLayer r:embed="rId2">
                      <a14:imgEffect>
                        <a14:backgroundRemoval t="833" b="100000" l="844" r="48945"/>
                      </a14:imgEffect>
                    </a14:imgLayer>
                  </a14:imgProps>
                </a:ext>
                <a:ext uri="{28A0092B-C50C-407E-A947-70E740481C1C}">
                  <a14:useLocalDpi xmlns:a14="http://schemas.microsoft.com/office/drawing/2010/main" val="0"/>
                </a:ext>
              </a:extLst>
            </a:blip>
            <a:srcRect r="50161"/>
            <a:stretch>
              <a:fillRect/>
            </a:stretch>
          </p:blipFill>
          <p:spPr>
            <a:xfrm>
              <a:off x="7128762" y="4803062"/>
              <a:ext cx="636398" cy="646539"/>
            </a:xfrm>
            <a:prstGeom prst="rect">
              <a:avLst/>
            </a:prstGeom>
          </p:spPr>
        </p:pic>
        <p:pic>
          <p:nvPicPr>
            <p:cNvPr id="81" name="图片 80"/>
            <p:cNvPicPr>
              <a:picLocks noChangeAspect="1"/>
            </p:cNvPicPr>
            <p:nvPr/>
          </p:nvPicPr>
          <p:blipFill rotWithShape="1">
            <a:blip r:embed="rId1" cstate="print">
              <a:extLst>
                <a:ext uri="{BEBA8EAE-BF5A-486C-A8C5-ECC9F3942E4B}">
                  <a14:imgProps xmlns:a14="http://schemas.microsoft.com/office/drawing/2010/main">
                    <a14:imgLayer r:embed="rId2">
                      <a14:imgEffect>
                        <a14:backgroundRemoval t="833" b="100000" l="844" r="48945"/>
                      </a14:imgEffect>
                    </a14:imgLayer>
                  </a14:imgProps>
                </a:ext>
                <a:ext uri="{28A0092B-C50C-407E-A947-70E740481C1C}">
                  <a14:useLocalDpi xmlns:a14="http://schemas.microsoft.com/office/drawing/2010/main" val="0"/>
                </a:ext>
              </a:extLst>
            </a:blip>
            <a:srcRect r="50161"/>
            <a:stretch>
              <a:fillRect/>
            </a:stretch>
          </p:blipFill>
          <p:spPr>
            <a:xfrm>
              <a:off x="6425923" y="4789744"/>
              <a:ext cx="636398" cy="646539"/>
            </a:xfrm>
            <a:prstGeom prst="rect">
              <a:avLst/>
            </a:prstGeom>
          </p:spPr>
        </p:pic>
      </p:grpSp>
      <p:grpSp>
        <p:nvGrpSpPr>
          <p:cNvPr id="90" name="组合 89"/>
          <p:cNvGrpSpPr/>
          <p:nvPr/>
        </p:nvGrpSpPr>
        <p:grpSpPr>
          <a:xfrm>
            <a:off x="1661993" y="4581128"/>
            <a:ext cx="1813795" cy="570775"/>
            <a:chOff x="1153848" y="4803062"/>
            <a:chExt cx="2054559" cy="646540"/>
          </a:xfrm>
        </p:grpSpPr>
        <p:pic>
          <p:nvPicPr>
            <p:cNvPr id="48" name="图片 47"/>
            <p:cNvPicPr>
              <a:picLocks noChangeAspect="1"/>
            </p:cNvPicPr>
            <p:nvPr/>
          </p:nvPicPr>
          <p:blipFill rotWithShape="1">
            <a:blip r:embed="rId1" cstate="print">
              <a:extLst>
                <a:ext uri="{BEBA8EAE-BF5A-486C-A8C5-ECC9F3942E4B}">
                  <a14:imgProps xmlns:a14="http://schemas.microsoft.com/office/drawing/2010/main">
                    <a14:imgLayer r:embed="rId2">
                      <a14:imgEffect>
                        <a14:backgroundRemoval t="833" b="100000" l="844" r="48945"/>
                      </a14:imgEffect>
                    </a14:imgLayer>
                  </a14:imgProps>
                </a:ext>
                <a:ext uri="{28A0092B-C50C-407E-A947-70E740481C1C}">
                  <a14:useLocalDpi xmlns:a14="http://schemas.microsoft.com/office/drawing/2010/main" val="0"/>
                </a:ext>
              </a:extLst>
            </a:blip>
            <a:srcRect r="50161"/>
            <a:stretch>
              <a:fillRect/>
            </a:stretch>
          </p:blipFill>
          <p:spPr>
            <a:xfrm>
              <a:off x="1153848" y="4803063"/>
              <a:ext cx="636398" cy="646539"/>
            </a:xfrm>
            <a:prstGeom prst="rect">
              <a:avLst/>
            </a:prstGeom>
          </p:spPr>
        </p:pic>
        <p:pic>
          <p:nvPicPr>
            <p:cNvPr id="50" name="图片 49"/>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0" b="98750" l="49367" r="100000"/>
                      </a14:imgEffect>
                    </a14:imgLayer>
                  </a14:imgProps>
                </a:ext>
                <a:ext uri="{28A0092B-C50C-407E-A947-70E740481C1C}">
                  <a14:useLocalDpi xmlns:a14="http://schemas.microsoft.com/office/drawing/2010/main" val="0"/>
                </a:ext>
              </a:extLst>
            </a:blip>
            <a:srcRect l="49841"/>
            <a:stretch>
              <a:fillRect/>
            </a:stretch>
          </p:blipFill>
          <p:spPr>
            <a:xfrm>
              <a:off x="2567920" y="4803062"/>
              <a:ext cx="640487" cy="646539"/>
            </a:xfrm>
            <a:prstGeom prst="rect">
              <a:avLst/>
            </a:prstGeom>
          </p:spPr>
        </p:pic>
        <p:pic>
          <p:nvPicPr>
            <p:cNvPr id="82" name="图片 81"/>
            <p:cNvPicPr>
              <a:picLocks noChangeAspect="1"/>
            </p:cNvPicPr>
            <p:nvPr/>
          </p:nvPicPr>
          <p:blipFill rotWithShape="1">
            <a:blip r:embed="rId1" cstate="print">
              <a:extLst>
                <a:ext uri="{BEBA8EAE-BF5A-486C-A8C5-ECC9F3942E4B}">
                  <a14:imgProps xmlns:a14="http://schemas.microsoft.com/office/drawing/2010/main">
                    <a14:imgLayer r:embed="rId2">
                      <a14:imgEffect>
                        <a14:backgroundRemoval t="833" b="100000" l="844" r="48945"/>
                      </a14:imgEffect>
                    </a14:imgLayer>
                  </a14:imgProps>
                </a:ext>
                <a:ext uri="{28A0092B-C50C-407E-A947-70E740481C1C}">
                  <a14:useLocalDpi xmlns:a14="http://schemas.microsoft.com/office/drawing/2010/main" val="0"/>
                </a:ext>
              </a:extLst>
            </a:blip>
            <a:srcRect r="50161"/>
            <a:stretch>
              <a:fillRect/>
            </a:stretch>
          </p:blipFill>
          <p:spPr>
            <a:xfrm>
              <a:off x="1860364" y="4803062"/>
              <a:ext cx="636398" cy="646539"/>
            </a:xfrm>
            <a:prstGeom prst="rect">
              <a:avLst/>
            </a:prstGeom>
          </p:spPr>
        </p:pic>
      </p:grpSp>
      <p:grpSp>
        <p:nvGrpSpPr>
          <p:cNvPr id="89" name="组合 88"/>
          <p:cNvGrpSpPr/>
          <p:nvPr/>
        </p:nvGrpSpPr>
        <p:grpSpPr>
          <a:xfrm>
            <a:off x="3683536" y="4581128"/>
            <a:ext cx="1846774" cy="586077"/>
            <a:chOff x="3399144" y="4789745"/>
            <a:chExt cx="2091918" cy="663874"/>
          </a:xfrm>
        </p:grpSpPr>
        <p:pic>
          <p:nvPicPr>
            <p:cNvPr id="60" name="图片 59"/>
            <p:cNvPicPr>
              <a:picLocks noChangeAspect="1"/>
            </p:cNvPicPr>
            <p:nvPr/>
          </p:nvPicPr>
          <p:blipFill rotWithShape="1">
            <a:blip r:embed="rId1" cstate="print">
              <a:extLst>
                <a:ext uri="{BEBA8EAE-BF5A-486C-A8C5-ECC9F3942E4B}">
                  <a14:imgProps xmlns:a14="http://schemas.microsoft.com/office/drawing/2010/main">
                    <a14:imgLayer r:embed="rId2">
                      <a14:imgEffect>
                        <a14:backgroundRemoval t="833" b="100000" l="844" r="48945"/>
                      </a14:imgEffect>
                    </a14:imgLayer>
                  </a14:imgProps>
                </a:ext>
                <a:ext uri="{28A0092B-C50C-407E-A947-70E740481C1C}">
                  <a14:useLocalDpi xmlns:a14="http://schemas.microsoft.com/office/drawing/2010/main" val="0"/>
                </a:ext>
              </a:extLst>
            </a:blip>
            <a:srcRect r="50161"/>
            <a:stretch>
              <a:fillRect/>
            </a:stretch>
          </p:blipFill>
          <p:spPr>
            <a:xfrm>
              <a:off x="3399144" y="4803061"/>
              <a:ext cx="636398" cy="646539"/>
            </a:xfrm>
            <a:prstGeom prst="rect">
              <a:avLst/>
            </a:prstGeom>
          </p:spPr>
        </p:pic>
        <p:pic>
          <p:nvPicPr>
            <p:cNvPr id="61" name="图片 60"/>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0" b="98750" l="49367" r="100000"/>
                      </a14:imgEffect>
                    </a14:imgLayer>
                  </a14:imgProps>
                </a:ext>
                <a:ext uri="{28A0092B-C50C-407E-A947-70E740481C1C}">
                  <a14:useLocalDpi xmlns:a14="http://schemas.microsoft.com/office/drawing/2010/main" val="0"/>
                </a:ext>
              </a:extLst>
            </a:blip>
            <a:srcRect l="49841"/>
            <a:stretch>
              <a:fillRect/>
            </a:stretch>
          </p:blipFill>
          <p:spPr>
            <a:xfrm>
              <a:off x="4144166" y="4789745"/>
              <a:ext cx="640487" cy="646539"/>
            </a:xfrm>
            <a:prstGeom prst="rect">
              <a:avLst/>
            </a:prstGeom>
          </p:spPr>
        </p:pic>
        <p:pic>
          <p:nvPicPr>
            <p:cNvPr id="83" name="图片 82"/>
            <p:cNvPicPr>
              <a:picLocks noChangeAspect="1"/>
            </p:cNvPicPr>
            <p:nvPr/>
          </p:nvPicPr>
          <p:blipFill rotWithShape="1">
            <a:blip r:embed="rId1" cstate="print">
              <a:extLst>
                <a:ext uri="{BEBA8EAE-BF5A-486C-A8C5-ECC9F3942E4B}">
                  <a14:imgProps xmlns:a14="http://schemas.microsoft.com/office/drawing/2010/main">
                    <a14:imgLayer r:embed="rId2">
                      <a14:imgEffect>
                        <a14:backgroundRemoval t="833" b="100000" l="844" r="48945"/>
                      </a14:imgEffect>
                    </a14:imgLayer>
                  </a14:imgProps>
                </a:ext>
                <a:ext uri="{28A0092B-C50C-407E-A947-70E740481C1C}">
                  <a14:useLocalDpi xmlns:a14="http://schemas.microsoft.com/office/drawing/2010/main" val="0"/>
                </a:ext>
              </a:extLst>
            </a:blip>
            <a:srcRect r="50161"/>
            <a:stretch>
              <a:fillRect/>
            </a:stretch>
          </p:blipFill>
          <p:spPr>
            <a:xfrm>
              <a:off x="4854664" y="4807080"/>
              <a:ext cx="636398" cy="646539"/>
            </a:xfrm>
            <a:prstGeom prst="rect">
              <a:avLst/>
            </a:prstGeom>
          </p:spPr>
        </p:pic>
      </p:grpSp>
      <p:grpSp>
        <p:nvGrpSpPr>
          <p:cNvPr id="91" name="组合 90"/>
          <p:cNvGrpSpPr/>
          <p:nvPr/>
        </p:nvGrpSpPr>
        <p:grpSpPr>
          <a:xfrm>
            <a:off x="1657280" y="5318460"/>
            <a:ext cx="1813427" cy="572249"/>
            <a:chOff x="1149135" y="5666430"/>
            <a:chExt cx="2054143" cy="648210"/>
          </a:xfrm>
        </p:grpSpPr>
        <p:pic>
          <p:nvPicPr>
            <p:cNvPr id="52" name="图片 51"/>
            <p:cNvPicPr>
              <a:picLocks noChangeAspect="1"/>
            </p:cNvPicPr>
            <p:nvPr/>
          </p:nvPicPr>
          <p:blipFill rotWithShape="1">
            <a:blip r:embed="rId1" cstate="print">
              <a:extLst>
                <a:ext uri="{BEBA8EAE-BF5A-486C-A8C5-ECC9F3942E4B}">
                  <a14:imgProps xmlns:a14="http://schemas.microsoft.com/office/drawing/2010/main">
                    <a14:imgLayer r:embed="rId2">
                      <a14:imgEffect>
                        <a14:backgroundRemoval t="833" b="100000" l="844" r="48945"/>
                      </a14:imgEffect>
                    </a14:imgLayer>
                  </a14:imgProps>
                </a:ext>
                <a:ext uri="{28A0092B-C50C-407E-A947-70E740481C1C}">
                  <a14:useLocalDpi xmlns:a14="http://schemas.microsoft.com/office/drawing/2010/main" val="0"/>
                </a:ext>
              </a:extLst>
            </a:blip>
            <a:srcRect r="50161"/>
            <a:stretch>
              <a:fillRect/>
            </a:stretch>
          </p:blipFill>
          <p:spPr>
            <a:xfrm>
              <a:off x="1149135" y="5668101"/>
              <a:ext cx="636398" cy="646539"/>
            </a:xfrm>
            <a:prstGeom prst="rect">
              <a:avLst/>
            </a:prstGeom>
          </p:spPr>
        </p:pic>
        <p:pic>
          <p:nvPicPr>
            <p:cNvPr id="84" name="图片 83"/>
            <p:cNvPicPr>
              <a:picLocks noChangeAspect="1"/>
            </p:cNvPicPr>
            <p:nvPr/>
          </p:nvPicPr>
          <p:blipFill rotWithShape="1">
            <a:blip r:embed="rId1" cstate="print">
              <a:extLst>
                <a:ext uri="{BEBA8EAE-BF5A-486C-A8C5-ECC9F3942E4B}">
                  <a14:imgProps xmlns:a14="http://schemas.microsoft.com/office/drawing/2010/main">
                    <a14:imgLayer r:embed="rId2">
                      <a14:imgEffect>
                        <a14:backgroundRemoval t="833" b="100000" l="844" r="48945"/>
                      </a14:imgEffect>
                    </a14:imgLayer>
                  </a14:imgProps>
                </a:ext>
                <a:ext uri="{28A0092B-C50C-407E-A947-70E740481C1C}">
                  <a14:useLocalDpi xmlns:a14="http://schemas.microsoft.com/office/drawing/2010/main" val="0"/>
                </a:ext>
              </a:extLst>
            </a:blip>
            <a:srcRect r="50161"/>
            <a:stretch>
              <a:fillRect/>
            </a:stretch>
          </p:blipFill>
          <p:spPr>
            <a:xfrm>
              <a:off x="1860364" y="5666431"/>
              <a:ext cx="636398" cy="646539"/>
            </a:xfrm>
            <a:prstGeom prst="rect">
              <a:avLst/>
            </a:prstGeom>
          </p:spPr>
        </p:pic>
        <p:pic>
          <p:nvPicPr>
            <p:cNvPr id="85" name="图片 84"/>
            <p:cNvPicPr>
              <a:picLocks noChangeAspect="1"/>
            </p:cNvPicPr>
            <p:nvPr/>
          </p:nvPicPr>
          <p:blipFill rotWithShape="1">
            <a:blip r:embed="rId1" cstate="print">
              <a:extLst>
                <a:ext uri="{BEBA8EAE-BF5A-486C-A8C5-ECC9F3942E4B}">
                  <a14:imgProps xmlns:a14="http://schemas.microsoft.com/office/drawing/2010/main">
                    <a14:imgLayer r:embed="rId2">
                      <a14:imgEffect>
                        <a14:backgroundRemoval t="833" b="100000" l="844" r="48945"/>
                      </a14:imgEffect>
                    </a14:imgLayer>
                  </a14:imgProps>
                </a:ext>
                <a:ext uri="{28A0092B-C50C-407E-A947-70E740481C1C}">
                  <a14:useLocalDpi xmlns:a14="http://schemas.microsoft.com/office/drawing/2010/main" val="0"/>
                </a:ext>
              </a:extLst>
            </a:blip>
            <a:srcRect r="50161"/>
            <a:stretch>
              <a:fillRect/>
            </a:stretch>
          </p:blipFill>
          <p:spPr>
            <a:xfrm>
              <a:off x="2566880" y="5666430"/>
              <a:ext cx="636398" cy="646539"/>
            </a:xfrm>
            <a:prstGeom prst="rect">
              <a:avLst/>
            </a:prstGeom>
          </p:spPr>
        </p:pic>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nodeType="withEffect">
                                  <p:stCondLst>
                                    <p:cond delay="200"/>
                                  </p:stCondLst>
                                  <p:childTnLst>
                                    <p:set>
                                      <p:cBhvr>
                                        <p:cTn id="16" dur="1" fill="hold">
                                          <p:stCondLst>
                                            <p:cond delay="0"/>
                                          </p:stCondLst>
                                        </p:cTn>
                                        <p:tgtEl>
                                          <p:spTgt spid="86"/>
                                        </p:tgtEl>
                                        <p:attrNameLst>
                                          <p:attrName>style.visibility</p:attrName>
                                        </p:attrNameLst>
                                      </p:cBhvr>
                                      <p:to>
                                        <p:strVal val="visible"/>
                                      </p:to>
                                    </p:set>
                                    <p:anim calcmode="lin" valueType="num">
                                      <p:cBhvr>
                                        <p:cTn id="17" dur="500" fill="hold"/>
                                        <p:tgtEl>
                                          <p:spTgt spid="86"/>
                                        </p:tgtEl>
                                        <p:attrNameLst>
                                          <p:attrName>ppt_w</p:attrName>
                                        </p:attrNameLst>
                                      </p:cBhvr>
                                      <p:tavLst>
                                        <p:tav tm="0">
                                          <p:val>
                                            <p:fltVal val="0"/>
                                          </p:val>
                                        </p:tav>
                                        <p:tav tm="100000">
                                          <p:val>
                                            <p:strVal val="#ppt_w"/>
                                          </p:val>
                                        </p:tav>
                                      </p:tavLst>
                                    </p:anim>
                                    <p:anim calcmode="lin" valueType="num">
                                      <p:cBhvr>
                                        <p:cTn id="18" dur="500" fill="hold"/>
                                        <p:tgtEl>
                                          <p:spTgt spid="86"/>
                                        </p:tgtEl>
                                        <p:attrNameLst>
                                          <p:attrName>ppt_h</p:attrName>
                                        </p:attrNameLst>
                                      </p:cBhvr>
                                      <p:tavLst>
                                        <p:tav tm="0">
                                          <p:val>
                                            <p:fltVal val="0"/>
                                          </p:val>
                                        </p:tav>
                                        <p:tav tm="100000">
                                          <p:val>
                                            <p:strVal val="#ppt_h"/>
                                          </p:val>
                                        </p:tav>
                                      </p:tavLst>
                                    </p:anim>
                                    <p:animEffect transition="in" filter="fade">
                                      <p:cBhvr>
                                        <p:cTn id="19" dur="500"/>
                                        <p:tgtEl>
                                          <p:spTgt spid="86"/>
                                        </p:tgtEl>
                                      </p:cBhvr>
                                    </p:animEffect>
                                  </p:childTnLst>
                                </p:cTn>
                              </p:par>
                              <p:par>
                                <p:cTn id="20" presetID="53" presetClass="entr" presetSubtype="16" fill="hold" nodeType="withEffect">
                                  <p:stCondLst>
                                    <p:cond delay="300"/>
                                  </p:stCondLst>
                                  <p:childTnLst>
                                    <p:set>
                                      <p:cBhvr>
                                        <p:cTn id="21" dur="1" fill="hold">
                                          <p:stCondLst>
                                            <p:cond delay="0"/>
                                          </p:stCondLst>
                                        </p:cTn>
                                        <p:tgtEl>
                                          <p:spTgt spid="87"/>
                                        </p:tgtEl>
                                        <p:attrNameLst>
                                          <p:attrName>style.visibility</p:attrName>
                                        </p:attrNameLst>
                                      </p:cBhvr>
                                      <p:to>
                                        <p:strVal val="visible"/>
                                      </p:to>
                                    </p:set>
                                    <p:anim calcmode="lin" valueType="num">
                                      <p:cBhvr>
                                        <p:cTn id="22" dur="500" fill="hold"/>
                                        <p:tgtEl>
                                          <p:spTgt spid="87"/>
                                        </p:tgtEl>
                                        <p:attrNameLst>
                                          <p:attrName>ppt_w</p:attrName>
                                        </p:attrNameLst>
                                      </p:cBhvr>
                                      <p:tavLst>
                                        <p:tav tm="0">
                                          <p:val>
                                            <p:fltVal val="0"/>
                                          </p:val>
                                        </p:tav>
                                        <p:tav tm="100000">
                                          <p:val>
                                            <p:strVal val="#ppt_w"/>
                                          </p:val>
                                        </p:tav>
                                      </p:tavLst>
                                    </p:anim>
                                    <p:anim calcmode="lin" valueType="num">
                                      <p:cBhvr>
                                        <p:cTn id="23" dur="500" fill="hold"/>
                                        <p:tgtEl>
                                          <p:spTgt spid="87"/>
                                        </p:tgtEl>
                                        <p:attrNameLst>
                                          <p:attrName>ppt_h</p:attrName>
                                        </p:attrNameLst>
                                      </p:cBhvr>
                                      <p:tavLst>
                                        <p:tav tm="0">
                                          <p:val>
                                            <p:fltVal val="0"/>
                                          </p:val>
                                        </p:tav>
                                        <p:tav tm="100000">
                                          <p:val>
                                            <p:strVal val="#ppt_h"/>
                                          </p:val>
                                        </p:tav>
                                      </p:tavLst>
                                    </p:anim>
                                    <p:animEffect transition="in" filter="fade">
                                      <p:cBhvr>
                                        <p:cTn id="24" dur="500"/>
                                        <p:tgtEl>
                                          <p:spTgt spid="87"/>
                                        </p:tgtEl>
                                      </p:cBhvr>
                                    </p:animEffect>
                                  </p:childTnLst>
                                </p:cTn>
                              </p:par>
                              <p:par>
                                <p:cTn id="25" presetID="53" presetClass="entr" presetSubtype="16" fill="hold" nodeType="withEffect">
                                  <p:stCondLst>
                                    <p:cond delay="100"/>
                                  </p:stCondLst>
                                  <p:childTnLst>
                                    <p:set>
                                      <p:cBhvr>
                                        <p:cTn id="26" dur="1" fill="hold">
                                          <p:stCondLst>
                                            <p:cond delay="0"/>
                                          </p:stCondLst>
                                        </p:cTn>
                                        <p:tgtEl>
                                          <p:spTgt spid="90"/>
                                        </p:tgtEl>
                                        <p:attrNameLst>
                                          <p:attrName>style.visibility</p:attrName>
                                        </p:attrNameLst>
                                      </p:cBhvr>
                                      <p:to>
                                        <p:strVal val="visible"/>
                                      </p:to>
                                    </p:set>
                                    <p:anim calcmode="lin" valueType="num">
                                      <p:cBhvr>
                                        <p:cTn id="27" dur="500" fill="hold"/>
                                        <p:tgtEl>
                                          <p:spTgt spid="90"/>
                                        </p:tgtEl>
                                        <p:attrNameLst>
                                          <p:attrName>ppt_w</p:attrName>
                                        </p:attrNameLst>
                                      </p:cBhvr>
                                      <p:tavLst>
                                        <p:tav tm="0">
                                          <p:val>
                                            <p:fltVal val="0"/>
                                          </p:val>
                                        </p:tav>
                                        <p:tav tm="100000">
                                          <p:val>
                                            <p:strVal val="#ppt_w"/>
                                          </p:val>
                                        </p:tav>
                                      </p:tavLst>
                                    </p:anim>
                                    <p:anim calcmode="lin" valueType="num">
                                      <p:cBhvr>
                                        <p:cTn id="28" dur="500" fill="hold"/>
                                        <p:tgtEl>
                                          <p:spTgt spid="90"/>
                                        </p:tgtEl>
                                        <p:attrNameLst>
                                          <p:attrName>ppt_h</p:attrName>
                                        </p:attrNameLst>
                                      </p:cBhvr>
                                      <p:tavLst>
                                        <p:tav tm="0">
                                          <p:val>
                                            <p:fltVal val="0"/>
                                          </p:val>
                                        </p:tav>
                                        <p:tav tm="100000">
                                          <p:val>
                                            <p:strVal val="#ppt_h"/>
                                          </p:val>
                                        </p:tav>
                                      </p:tavLst>
                                    </p:anim>
                                    <p:animEffect transition="in" filter="fade">
                                      <p:cBhvr>
                                        <p:cTn id="29" dur="500"/>
                                        <p:tgtEl>
                                          <p:spTgt spid="90"/>
                                        </p:tgtEl>
                                      </p:cBhvr>
                                    </p:animEffect>
                                  </p:childTnLst>
                                </p:cTn>
                              </p:par>
                              <p:par>
                                <p:cTn id="30" presetID="53" presetClass="entr" presetSubtype="16" fill="hold" nodeType="withEffect">
                                  <p:stCondLst>
                                    <p:cond delay="300"/>
                                  </p:stCondLst>
                                  <p:childTnLst>
                                    <p:set>
                                      <p:cBhvr>
                                        <p:cTn id="31" dur="1" fill="hold">
                                          <p:stCondLst>
                                            <p:cond delay="0"/>
                                          </p:stCondLst>
                                        </p:cTn>
                                        <p:tgtEl>
                                          <p:spTgt spid="89"/>
                                        </p:tgtEl>
                                        <p:attrNameLst>
                                          <p:attrName>style.visibility</p:attrName>
                                        </p:attrNameLst>
                                      </p:cBhvr>
                                      <p:to>
                                        <p:strVal val="visible"/>
                                      </p:to>
                                    </p:set>
                                    <p:anim calcmode="lin" valueType="num">
                                      <p:cBhvr>
                                        <p:cTn id="32" dur="500" fill="hold"/>
                                        <p:tgtEl>
                                          <p:spTgt spid="89"/>
                                        </p:tgtEl>
                                        <p:attrNameLst>
                                          <p:attrName>ppt_w</p:attrName>
                                        </p:attrNameLst>
                                      </p:cBhvr>
                                      <p:tavLst>
                                        <p:tav tm="0">
                                          <p:val>
                                            <p:fltVal val="0"/>
                                          </p:val>
                                        </p:tav>
                                        <p:tav tm="100000">
                                          <p:val>
                                            <p:strVal val="#ppt_w"/>
                                          </p:val>
                                        </p:tav>
                                      </p:tavLst>
                                    </p:anim>
                                    <p:anim calcmode="lin" valueType="num">
                                      <p:cBhvr>
                                        <p:cTn id="33" dur="500" fill="hold"/>
                                        <p:tgtEl>
                                          <p:spTgt spid="89"/>
                                        </p:tgtEl>
                                        <p:attrNameLst>
                                          <p:attrName>ppt_h</p:attrName>
                                        </p:attrNameLst>
                                      </p:cBhvr>
                                      <p:tavLst>
                                        <p:tav tm="0">
                                          <p:val>
                                            <p:fltVal val="0"/>
                                          </p:val>
                                        </p:tav>
                                        <p:tav tm="100000">
                                          <p:val>
                                            <p:strVal val="#ppt_h"/>
                                          </p:val>
                                        </p:tav>
                                      </p:tavLst>
                                    </p:anim>
                                    <p:animEffect transition="in" filter="fade">
                                      <p:cBhvr>
                                        <p:cTn id="34" dur="500"/>
                                        <p:tgtEl>
                                          <p:spTgt spid="89"/>
                                        </p:tgtEl>
                                      </p:cBhvr>
                                    </p:animEffect>
                                  </p:childTnLst>
                                </p:cTn>
                              </p:par>
                              <p:par>
                                <p:cTn id="35" presetID="53" presetClass="entr" presetSubtype="16" fill="hold" nodeType="withEffect">
                                  <p:stCondLst>
                                    <p:cond delay="200"/>
                                  </p:stCondLst>
                                  <p:childTnLst>
                                    <p:set>
                                      <p:cBhvr>
                                        <p:cTn id="36" dur="1" fill="hold">
                                          <p:stCondLst>
                                            <p:cond delay="0"/>
                                          </p:stCondLst>
                                        </p:cTn>
                                        <p:tgtEl>
                                          <p:spTgt spid="88"/>
                                        </p:tgtEl>
                                        <p:attrNameLst>
                                          <p:attrName>style.visibility</p:attrName>
                                        </p:attrNameLst>
                                      </p:cBhvr>
                                      <p:to>
                                        <p:strVal val="visible"/>
                                      </p:to>
                                    </p:set>
                                    <p:anim calcmode="lin" valueType="num">
                                      <p:cBhvr>
                                        <p:cTn id="37" dur="500" fill="hold"/>
                                        <p:tgtEl>
                                          <p:spTgt spid="88"/>
                                        </p:tgtEl>
                                        <p:attrNameLst>
                                          <p:attrName>ppt_w</p:attrName>
                                        </p:attrNameLst>
                                      </p:cBhvr>
                                      <p:tavLst>
                                        <p:tav tm="0">
                                          <p:val>
                                            <p:fltVal val="0"/>
                                          </p:val>
                                        </p:tav>
                                        <p:tav tm="100000">
                                          <p:val>
                                            <p:strVal val="#ppt_w"/>
                                          </p:val>
                                        </p:tav>
                                      </p:tavLst>
                                    </p:anim>
                                    <p:anim calcmode="lin" valueType="num">
                                      <p:cBhvr>
                                        <p:cTn id="38" dur="500" fill="hold"/>
                                        <p:tgtEl>
                                          <p:spTgt spid="88"/>
                                        </p:tgtEl>
                                        <p:attrNameLst>
                                          <p:attrName>ppt_h</p:attrName>
                                        </p:attrNameLst>
                                      </p:cBhvr>
                                      <p:tavLst>
                                        <p:tav tm="0">
                                          <p:val>
                                            <p:fltVal val="0"/>
                                          </p:val>
                                        </p:tav>
                                        <p:tav tm="100000">
                                          <p:val>
                                            <p:strVal val="#ppt_h"/>
                                          </p:val>
                                        </p:tav>
                                      </p:tavLst>
                                    </p:anim>
                                    <p:animEffect transition="in" filter="fade">
                                      <p:cBhvr>
                                        <p:cTn id="39" dur="500"/>
                                        <p:tgtEl>
                                          <p:spTgt spid="88"/>
                                        </p:tgtEl>
                                      </p:cBhvr>
                                    </p:animEffect>
                                  </p:childTnLst>
                                </p:cTn>
                              </p:par>
                              <p:par>
                                <p:cTn id="40" presetID="53" presetClass="entr" presetSubtype="16" fill="hold" nodeType="withEffect">
                                  <p:stCondLst>
                                    <p:cond delay="300"/>
                                  </p:stCondLst>
                                  <p:childTnLst>
                                    <p:set>
                                      <p:cBhvr>
                                        <p:cTn id="41" dur="1" fill="hold">
                                          <p:stCondLst>
                                            <p:cond delay="0"/>
                                          </p:stCondLst>
                                        </p:cTn>
                                        <p:tgtEl>
                                          <p:spTgt spid="91"/>
                                        </p:tgtEl>
                                        <p:attrNameLst>
                                          <p:attrName>style.visibility</p:attrName>
                                        </p:attrNameLst>
                                      </p:cBhvr>
                                      <p:to>
                                        <p:strVal val="visible"/>
                                      </p:to>
                                    </p:set>
                                    <p:anim calcmode="lin" valueType="num">
                                      <p:cBhvr>
                                        <p:cTn id="42" dur="500" fill="hold"/>
                                        <p:tgtEl>
                                          <p:spTgt spid="91"/>
                                        </p:tgtEl>
                                        <p:attrNameLst>
                                          <p:attrName>ppt_w</p:attrName>
                                        </p:attrNameLst>
                                      </p:cBhvr>
                                      <p:tavLst>
                                        <p:tav tm="0">
                                          <p:val>
                                            <p:fltVal val="0"/>
                                          </p:val>
                                        </p:tav>
                                        <p:tav tm="100000">
                                          <p:val>
                                            <p:strVal val="#ppt_w"/>
                                          </p:val>
                                        </p:tav>
                                      </p:tavLst>
                                    </p:anim>
                                    <p:anim calcmode="lin" valueType="num">
                                      <p:cBhvr>
                                        <p:cTn id="43" dur="500" fill="hold"/>
                                        <p:tgtEl>
                                          <p:spTgt spid="91"/>
                                        </p:tgtEl>
                                        <p:attrNameLst>
                                          <p:attrName>ppt_h</p:attrName>
                                        </p:attrNameLst>
                                      </p:cBhvr>
                                      <p:tavLst>
                                        <p:tav tm="0">
                                          <p:val>
                                            <p:fltVal val="0"/>
                                          </p:val>
                                        </p:tav>
                                        <p:tav tm="100000">
                                          <p:val>
                                            <p:strVal val="#ppt_h"/>
                                          </p:val>
                                        </p:tav>
                                      </p:tavLst>
                                    </p:anim>
                                    <p:animEffect transition="in" filter="fade">
                                      <p:cBhvr>
                                        <p:cTn id="44" dur="500"/>
                                        <p:tgtEl>
                                          <p:spTgt spid="91"/>
                                        </p:tgtEl>
                                      </p:cBhvr>
                                    </p:animEffect>
                                  </p:childTnLst>
                                </p:cTn>
                              </p:par>
                              <p:par>
                                <p:cTn id="45" presetID="53" presetClass="entr" presetSubtype="16" fill="hold" nodeType="withEffect">
                                  <p:stCondLst>
                                    <p:cond delay="200"/>
                                  </p:stCondLst>
                                  <p:childTnLst>
                                    <p:set>
                                      <p:cBhvr>
                                        <p:cTn id="46" dur="1" fill="hold">
                                          <p:stCondLst>
                                            <p:cond delay="0"/>
                                          </p:stCondLst>
                                        </p:cTn>
                                        <p:tgtEl>
                                          <p:spTgt spid="92"/>
                                        </p:tgtEl>
                                        <p:attrNameLst>
                                          <p:attrName>style.visibility</p:attrName>
                                        </p:attrNameLst>
                                      </p:cBhvr>
                                      <p:to>
                                        <p:strVal val="visible"/>
                                      </p:to>
                                    </p:set>
                                    <p:anim calcmode="lin" valueType="num">
                                      <p:cBhvr>
                                        <p:cTn id="47" dur="500" fill="hold"/>
                                        <p:tgtEl>
                                          <p:spTgt spid="92"/>
                                        </p:tgtEl>
                                        <p:attrNameLst>
                                          <p:attrName>ppt_w</p:attrName>
                                        </p:attrNameLst>
                                      </p:cBhvr>
                                      <p:tavLst>
                                        <p:tav tm="0">
                                          <p:val>
                                            <p:fltVal val="0"/>
                                          </p:val>
                                        </p:tav>
                                        <p:tav tm="100000">
                                          <p:val>
                                            <p:strVal val="#ppt_w"/>
                                          </p:val>
                                        </p:tav>
                                      </p:tavLst>
                                    </p:anim>
                                    <p:anim calcmode="lin" valueType="num">
                                      <p:cBhvr>
                                        <p:cTn id="48" dur="500" fill="hold"/>
                                        <p:tgtEl>
                                          <p:spTgt spid="92"/>
                                        </p:tgtEl>
                                        <p:attrNameLst>
                                          <p:attrName>ppt_h</p:attrName>
                                        </p:attrNameLst>
                                      </p:cBhvr>
                                      <p:tavLst>
                                        <p:tav tm="0">
                                          <p:val>
                                            <p:fltVal val="0"/>
                                          </p:val>
                                        </p:tav>
                                        <p:tav tm="100000">
                                          <p:val>
                                            <p:strVal val="#ppt_h"/>
                                          </p:val>
                                        </p:tav>
                                      </p:tavLst>
                                    </p:anim>
                                    <p:animEffect transition="in" filter="fade">
                                      <p:cBhvr>
                                        <p:cTn id="49" dur="5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Rectangle 96"/>
          <p:cNvSpPr>
            <a:spLocks noChangeArrowheads="1"/>
          </p:cNvSpPr>
          <p:nvPr/>
        </p:nvSpPr>
        <p:spPr bwMode="auto">
          <a:xfrm>
            <a:off x="1797644" y="3659486"/>
            <a:ext cx="8366125" cy="1661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indent="-457200">
              <a:lnSpc>
                <a:spcPct val="150000"/>
              </a:lnSpc>
              <a:spcAft>
                <a:spcPts val="0"/>
              </a:spcAft>
              <a:buFont typeface="Arial" panose="020B0604020202020204" pitchFamily="34" charset="0"/>
              <a:buChar char="•"/>
            </a:pPr>
            <a:r>
              <a:rPr lang="en-US" altLang="zh-CN" b="1" i="1" dirty="0">
                <a:solidFill>
                  <a:schemeClr val="tx1">
                    <a:lumMod val="75000"/>
                    <a:lumOff val="25000"/>
                  </a:schemeClr>
                </a:solidFill>
                <a:ea typeface="微软雅黑" panose="020B0503020204020204" pitchFamily="34" charset="-122"/>
                <a:sym typeface="Times New Roman" panose="02020603050405020304" pitchFamily="18" charset="0"/>
              </a:rPr>
              <a:t>E</a:t>
            </a:r>
            <a:r>
              <a:rPr lang="en-US" altLang="zh-CN" b="1" i="1" baseline="-25000" dirty="0">
                <a:solidFill>
                  <a:schemeClr val="tx1">
                    <a:lumMod val="75000"/>
                    <a:lumOff val="25000"/>
                  </a:schemeClr>
                </a:solidFill>
                <a:ea typeface="微软雅黑" panose="020B0503020204020204" pitchFamily="34" charset="-122"/>
                <a:sym typeface="Times New Roman" panose="02020603050405020304" pitchFamily="18" charset="0"/>
              </a:rPr>
              <a:t> 3</a:t>
            </a: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：抛一颗骰子，观察出现的点数。</a:t>
            </a:r>
            <a:endParaRPr lang="en-US" altLang="zh-CN" b="1" dirty="0">
              <a:solidFill>
                <a:schemeClr val="tx1">
                  <a:lumMod val="75000"/>
                  <a:lumOff val="25000"/>
                </a:schemeClr>
              </a:solidFill>
              <a:ea typeface="微软雅黑" panose="020B0503020204020204" pitchFamily="34" charset="-122"/>
              <a:sym typeface="Times New Roman" panose="02020603050405020304" pitchFamily="18" charset="0"/>
            </a:endParaRPr>
          </a:p>
          <a:p>
            <a:pPr marL="457200" indent="-457200">
              <a:lnSpc>
                <a:spcPct val="150000"/>
              </a:lnSpc>
              <a:spcBef>
                <a:spcPts val="0"/>
              </a:spcBef>
              <a:spcAft>
                <a:spcPts val="0"/>
              </a:spcAft>
              <a:buFont typeface="Arial" panose="020B0604020202020204" pitchFamily="34" charset="0"/>
              <a:buChar char="•"/>
            </a:pPr>
            <a:r>
              <a:rPr lang="en-US" altLang="zh-CN" b="1" i="1" dirty="0">
                <a:solidFill>
                  <a:schemeClr val="tx1">
                    <a:lumMod val="75000"/>
                    <a:lumOff val="25000"/>
                  </a:schemeClr>
                </a:solidFill>
                <a:ea typeface="微软雅黑" panose="020B0503020204020204" pitchFamily="34" charset="-122"/>
                <a:sym typeface="Times New Roman" panose="02020603050405020304" pitchFamily="18" charset="0"/>
              </a:rPr>
              <a:t>E</a:t>
            </a:r>
            <a:r>
              <a:rPr lang="en-US" altLang="zh-CN" b="1" i="1" baseline="-25000" dirty="0">
                <a:solidFill>
                  <a:schemeClr val="tx1">
                    <a:lumMod val="75000"/>
                    <a:lumOff val="25000"/>
                  </a:schemeClr>
                </a:solidFill>
                <a:ea typeface="微软雅黑" panose="020B0503020204020204" pitchFamily="34" charset="-122"/>
                <a:sym typeface="Times New Roman" panose="02020603050405020304" pitchFamily="18" charset="0"/>
              </a:rPr>
              <a:t> 4</a:t>
            </a: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：观察某书城一天内售出的图书册数；</a:t>
            </a:r>
            <a:endParaRPr lang="en-US" altLang="zh-CN" b="1" dirty="0">
              <a:solidFill>
                <a:schemeClr val="tx1">
                  <a:lumMod val="75000"/>
                  <a:lumOff val="25000"/>
                </a:schemeClr>
              </a:solidFill>
              <a:ea typeface="微软雅黑" panose="020B0503020204020204" pitchFamily="34" charset="-122"/>
              <a:sym typeface="Times New Roman" panose="02020603050405020304" pitchFamily="18" charset="0"/>
            </a:endParaRPr>
          </a:p>
          <a:p>
            <a:pPr marL="457200" indent="-457200">
              <a:lnSpc>
                <a:spcPct val="150000"/>
              </a:lnSpc>
              <a:spcBef>
                <a:spcPts val="0"/>
              </a:spcBef>
              <a:buFont typeface="Arial" panose="020B0604020202020204" pitchFamily="34" charset="0"/>
              <a:buChar char="•"/>
            </a:pPr>
            <a:r>
              <a:rPr lang="en-US" altLang="zh-CN" b="1" i="1" dirty="0">
                <a:solidFill>
                  <a:schemeClr val="tx1">
                    <a:lumMod val="75000"/>
                    <a:lumOff val="25000"/>
                  </a:schemeClr>
                </a:solidFill>
                <a:ea typeface="微软雅黑" panose="020B0503020204020204" pitchFamily="34" charset="-122"/>
                <a:sym typeface="Times New Roman" panose="02020603050405020304" pitchFamily="18" charset="0"/>
              </a:rPr>
              <a:t>E</a:t>
            </a:r>
            <a:r>
              <a:rPr lang="en-US" altLang="zh-CN" b="1" i="1" baseline="-25000" dirty="0">
                <a:solidFill>
                  <a:schemeClr val="tx1">
                    <a:lumMod val="75000"/>
                    <a:lumOff val="25000"/>
                  </a:schemeClr>
                </a:solidFill>
                <a:ea typeface="微软雅黑" panose="020B0503020204020204" pitchFamily="34" charset="-122"/>
                <a:sym typeface="Times New Roman" panose="02020603050405020304" pitchFamily="18" charset="0"/>
              </a:rPr>
              <a:t> 5</a:t>
            </a: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：在一批灯泡中任意抽取一支，测试它的寿命。</a:t>
            </a:r>
            <a:endParaRPr lang="en-US" altLang="zh-CN" b="1" dirty="0">
              <a:solidFill>
                <a:schemeClr val="tx1">
                  <a:lumMod val="75000"/>
                  <a:lumOff val="25000"/>
                </a:schemeClr>
              </a:solidFill>
              <a:ea typeface="微软雅黑" panose="020B0503020204020204" pitchFamily="34" charset="-122"/>
              <a:sym typeface="Times New Roman" panose="02020603050405020304" pitchFamily="18" charset="0"/>
            </a:endParaRPr>
          </a:p>
        </p:txBody>
      </p:sp>
      <p:sp>
        <p:nvSpPr>
          <p:cNvPr id="68" name="Rectangle 11"/>
          <p:cNvSpPr>
            <a:spLocks noChangeArrowheads="1"/>
          </p:cNvSpPr>
          <p:nvPr/>
        </p:nvSpPr>
        <p:spPr bwMode="auto">
          <a:xfrm>
            <a:off x="2135560" y="1529249"/>
            <a:ext cx="4167903"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spcAft>
                <a:spcPts val="0"/>
              </a:spcAft>
            </a:pP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rPr>
              <a:t>下面列举实验的例子</a:t>
            </a:r>
            <a:endPar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69" name="组合 68"/>
          <p:cNvGrpSpPr/>
          <p:nvPr/>
        </p:nvGrpSpPr>
        <p:grpSpPr>
          <a:xfrm>
            <a:off x="1115102" y="1677648"/>
            <a:ext cx="695243" cy="699232"/>
            <a:chOff x="983432" y="5081315"/>
            <a:chExt cx="1041032" cy="1047005"/>
          </a:xfrm>
        </p:grpSpPr>
        <p:sp>
          <p:nvSpPr>
            <p:cNvPr id="70" name="Oval 4"/>
            <p:cNvSpPr/>
            <p:nvPr/>
          </p:nvSpPr>
          <p:spPr>
            <a:xfrm>
              <a:off x="983432" y="5081315"/>
              <a:ext cx="1041032" cy="1047005"/>
            </a:xfrm>
            <a:prstGeom prst="ellipse">
              <a:avLst/>
            </a:prstGeom>
            <a:solidFill>
              <a:srgbClr val="C00000"/>
            </a:soli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3765" eaLnBrk="1" fontAlgn="auto" latinLnBrk="0" hangingPunct="1">
                <a:lnSpc>
                  <a:spcPct val="100000"/>
                </a:lnSpc>
                <a:spcBef>
                  <a:spcPts val="0"/>
                </a:spcBef>
                <a:spcAft>
                  <a:spcPts val="0"/>
                </a:spcAft>
                <a:buClrTx/>
                <a:buSzTx/>
                <a:buFontTx/>
                <a:buNone/>
                <a:defRPr/>
              </a:pPr>
              <a:endParaRPr kumimoji="0" lang="en-US" sz="11735"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71" name="Group 32"/>
            <p:cNvGrpSpPr/>
            <p:nvPr/>
          </p:nvGrpSpPr>
          <p:grpSpPr>
            <a:xfrm>
              <a:off x="1196786" y="5302530"/>
              <a:ext cx="614325" cy="604575"/>
              <a:chOff x="1587575" y="2265358"/>
              <a:chExt cx="314468" cy="309477"/>
            </a:xfrm>
            <a:solidFill>
              <a:sysClr val="window" lastClr="FFFFFF"/>
            </a:solidFill>
          </p:grpSpPr>
          <p:sp>
            <p:nvSpPr>
              <p:cNvPr id="72" name="Freeform 59"/>
              <p:cNvSpPr>
                <a:spLocks noEditPoints="1"/>
              </p:cNvSpPr>
              <p:nvPr/>
            </p:nvSpPr>
            <p:spPr bwMode="auto">
              <a:xfrm>
                <a:off x="1587575" y="2265358"/>
                <a:ext cx="314468" cy="309477"/>
              </a:xfrm>
              <a:custGeom>
                <a:avLst/>
                <a:gdLst>
                  <a:gd name="T0" fmla="*/ 82 w 95"/>
                  <a:gd name="T1" fmla="*/ 57 h 93"/>
                  <a:gd name="T2" fmla="*/ 95 w 95"/>
                  <a:gd name="T3" fmla="*/ 51 h 93"/>
                  <a:gd name="T4" fmla="*/ 95 w 95"/>
                  <a:gd name="T5" fmla="*/ 41 h 93"/>
                  <a:gd name="T6" fmla="*/ 82 w 95"/>
                  <a:gd name="T7" fmla="*/ 36 h 93"/>
                  <a:gd name="T8" fmla="*/ 80 w 95"/>
                  <a:gd name="T9" fmla="*/ 30 h 93"/>
                  <a:gd name="T10" fmla="*/ 85 w 95"/>
                  <a:gd name="T11" fmla="*/ 17 h 93"/>
                  <a:gd name="T12" fmla="*/ 77 w 95"/>
                  <a:gd name="T13" fmla="*/ 10 h 93"/>
                  <a:gd name="T14" fmla="*/ 64 w 95"/>
                  <a:gd name="T15" fmla="*/ 15 h 93"/>
                  <a:gd name="T16" fmla="*/ 59 w 95"/>
                  <a:gd name="T17" fmla="*/ 13 h 93"/>
                  <a:gd name="T18" fmla="*/ 53 w 95"/>
                  <a:gd name="T19" fmla="*/ 0 h 93"/>
                  <a:gd name="T20" fmla="*/ 42 w 95"/>
                  <a:gd name="T21" fmla="*/ 0 h 93"/>
                  <a:gd name="T22" fmla="*/ 37 w 95"/>
                  <a:gd name="T23" fmla="*/ 13 h 93"/>
                  <a:gd name="T24" fmla="*/ 31 w 95"/>
                  <a:gd name="T25" fmla="*/ 15 h 93"/>
                  <a:gd name="T26" fmla="*/ 18 w 95"/>
                  <a:gd name="T27" fmla="*/ 10 h 93"/>
                  <a:gd name="T28" fmla="*/ 10 w 95"/>
                  <a:gd name="T29" fmla="*/ 17 h 93"/>
                  <a:gd name="T30" fmla="*/ 16 w 95"/>
                  <a:gd name="T31" fmla="*/ 30 h 93"/>
                  <a:gd name="T32" fmla="*/ 13 w 95"/>
                  <a:gd name="T33" fmla="*/ 36 h 93"/>
                  <a:gd name="T34" fmla="*/ 0 w 95"/>
                  <a:gd name="T35" fmla="*/ 41 h 93"/>
                  <a:gd name="T36" fmla="*/ 0 w 95"/>
                  <a:gd name="T37" fmla="*/ 52 h 93"/>
                  <a:gd name="T38" fmla="*/ 13 w 95"/>
                  <a:gd name="T39" fmla="*/ 57 h 93"/>
                  <a:gd name="T40" fmla="*/ 16 w 95"/>
                  <a:gd name="T41" fmla="*/ 63 h 93"/>
                  <a:gd name="T42" fmla="*/ 11 w 95"/>
                  <a:gd name="T43" fmla="*/ 76 h 93"/>
                  <a:gd name="T44" fmla="*/ 18 w 95"/>
                  <a:gd name="T45" fmla="*/ 83 h 93"/>
                  <a:gd name="T46" fmla="*/ 31 w 95"/>
                  <a:gd name="T47" fmla="*/ 78 h 93"/>
                  <a:gd name="T48" fmla="*/ 37 w 95"/>
                  <a:gd name="T49" fmla="*/ 80 h 93"/>
                  <a:gd name="T50" fmla="*/ 43 w 95"/>
                  <a:gd name="T51" fmla="*/ 93 h 93"/>
                  <a:gd name="T52" fmla="*/ 53 w 95"/>
                  <a:gd name="T53" fmla="*/ 93 h 93"/>
                  <a:gd name="T54" fmla="*/ 59 w 95"/>
                  <a:gd name="T55" fmla="*/ 80 h 93"/>
                  <a:gd name="T56" fmla="*/ 64 w 95"/>
                  <a:gd name="T57" fmla="*/ 78 h 93"/>
                  <a:gd name="T58" fmla="*/ 78 w 95"/>
                  <a:gd name="T59" fmla="*/ 83 h 93"/>
                  <a:gd name="T60" fmla="*/ 85 w 95"/>
                  <a:gd name="T61" fmla="*/ 75 h 93"/>
                  <a:gd name="T62" fmla="*/ 80 w 95"/>
                  <a:gd name="T63" fmla="*/ 63 h 93"/>
                  <a:gd name="T64" fmla="*/ 82 w 95"/>
                  <a:gd name="T65" fmla="*/ 57 h 93"/>
                  <a:gd name="T66" fmla="*/ 48 w 95"/>
                  <a:gd name="T67" fmla="*/ 61 h 93"/>
                  <a:gd name="T68" fmla="*/ 33 w 95"/>
                  <a:gd name="T69" fmla="*/ 46 h 93"/>
                  <a:gd name="T70" fmla="*/ 48 w 95"/>
                  <a:gd name="T71" fmla="*/ 32 h 93"/>
                  <a:gd name="T72" fmla="*/ 63 w 95"/>
                  <a:gd name="T73" fmla="*/ 46 h 93"/>
                  <a:gd name="T74" fmla="*/ 48 w 95"/>
                  <a:gd name="T75" fmla="*/ 61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5" h="93">
                    <a:moveTo>
                      <a:pt x="82" y="57"/>
                    </a:moveTo>
                    <a:cubicBezTo>
                      <a:pt x="82" y="57"/>
                      <a:pt x="95" y="52"/>
                      <a:pt x="95" y="51"/>
                    </a:cubicBezTo>
                    <a:cubicBezTo>
                      <a:pt x="95" y="41"/>
                      <a:pt x="95" y="41"/>
                      <a:pt x="95" y="41"/>
                    </a:cubicBezTo>
                    <a:cubicBezTo>
                      <a:pt x="95" y="40"/>
                      <a:pt x="82" y="36"/>
                      <a:pt x="82" y="36"/>
                    </a:cubicBezTo>
                    <a:cubicBezTo>
                      <a:pt x="80" y="30"/>
                      <a:pt x="80" y="30"/>
                      <a:pt x="80" y="30"/>
                    </a:cubicBezTo>
                    <a:cubicBezTo>
                      <a:pt x="80" y="30"/>
                      <a:pt x="85" y="17"/>
                      <a:pt x="85" y="17"/>
                    </a:cubicBezTo>
                    <a:cubicBezTo>
                      <a:pt x="77" y="10"/>
                      <a:pt x="77" y="10"/>
                      <a:pt x="77" y="10"/>
                    </a:cubicBezTo>
                    <a:cubicBezTo>
                      <a:pt x="77" y="9"/>
                      <a:pt x="64" y="15"/>
                      <a:pt x="64" y="15"/>
                    </a:cubicBezTo>
                    <a:cubicBezTo>
                      <a:pt x="59" y="13"/>
                      <a:pt x="59" y="13"/>
                      <a:pt x="59" y="13"/>
                    </a:cubicBezTo>
                    <a:cubicBezTo>
                      <a:pt x="59" y="13"/>
                      <a:pt x="53" y="0"/>
                      <a:pt x="53" y="0"/>
                    </a:cubicBezTo>
                    <a:cubicBezTo>
                      <a:pt x="42" y="0"/>
                      <a:pt x="42" y="0"/>
                      <a:pt x="42" y="0"/>
                    </a:cubicBezTo>
                    <a:cubicBezTo>
                      <a:pt x="42" y="0"/>
                      <a:pt x="37" y="13"/>
                      <a:pt x="37" y="13"/>
                    </a:cubicBezTo>
                    <a:cubicBezTo>
                      <a:pt x="31" y="15"/>
                      <a:pt x="31" y="15"/>
                      <a:pt x="31" y="15"/>
                    </a:cubicBezTo>
                    <a:cubicBezTo>
                      <a:pt x="31" y="15"/>
                      <a:pt x="18" y="10"/>
                      <a:pt x="18" y="10"/>
                    </a:cubicBezTo>
                    <a:cubicBezTo>
                      <a:pt x="10" y="17"/>
                      <a:pt x="10" y="17"/>
                      <a:pt x="10" y="17"/>
                    </a:cubicBezTo>
                    <a:cubicBezTo>
                      <a:pt x="10" y="18"/>
                      <a:pt x="16" y="30"/>
                      <a:pt x="16" y="30"/>
                    </a:cubicBezTo>
                    <a:cubicBezTo>
                      <a:pt x="13" y="36"/>
                      <a:pt x="13" y="36"/>
                      <a:pt x="13" y="36"/>
                    </a:cubicBezTo>
                    <a:cubicBezTo>
                      <a:pt x="13" y="36"/>
                      <a:pt x="0" y="41"/>
                      <a:pt x="0" y="41"/>
                    </a:cubicBezTo>
                    <a:cubicBezTo>
                      <a:pt x="0" y="52"/>
                      <a:pt x="0" y="52"/>
                      <a:pt x="0" y="52"/>
                    </a:cubicBezTo>
                    <a:cubicBezTo>
                      <a:pt x="0" y="52"/>
                      <a:pt x="13" y="57"/>
                      <a:pt x="13" y="57"/>
                    </a:cubicBezTo>
                    <a:cubicBezTo>
                      <a:pt x="16" y="63"/>
                      <a:pt x="16" y="63"/>
                      <a:pt x="16" y="63"/>
                    </a:cubicBezTo>
                    <a:cubicBezTo>
                      <a:pt x="16" y="63"/>
                      <a:pt x="10" y="75"/>
                      <a:pt x="11" y="76"/>
                    </a:cubicBezTo>
                    <a:cubicBezTo>
                      <a:pt x="18" y="83"/>
                      <a:pt x="18" y="83"/>
                      <a:pt x="18" y="83"/>
                    </a:cubicBezTo>
                    <a:cubicBezTo>
                      <a:pt x="19" y="84"/>
                      <a:pt x="31" y="78"/>
                      <a:pt x="31" y="78"/>
                    </a:cubicBezTo>
                    <a:cubicBezTo>
                      <a:pt x="37" y="80"/>
                      <a:pt x="37" y="80"/>
                      <a:pt x="37" y="80"/>
                    </a:cubicBezTo>
                    <a:cubicBezTo>
                      <a:pt x="37" y="80"/>
                      <a:pt x="42" y="93"/>
                      <a:pt x="43" y="93"/>
                    </a:cubicBezTo>
                    <a:cubicBezTo>
                      <a:pt x="53" y="93"/>
                      <a:pt x="53" y="93"/>
                      <a:pt x="53" y="93"/>
                    </a:cubicBezTo>
                    <a:cubicBezTo>
                      <a:pt x="54" y="93"/>
                      <a:pt x="59" y="80"/>
                      <a:pt x="59" y="80"/>
                    </a:cubicBezTo>
                    <a:cubicBezTo>
                      <a:pt x="64" y="78"/>
                      <a:pt x="64" y="78"/>
                      <a:pt x="64" y="78"/>
                    </a:cubicBezTo>
                    <a:cubicBezTo>
                      <a:pt x="64" y="78"/>
                      <a:pt x="77" y="83"/>
                      <a:pt x="78" y="83"/>
                    </a:cubicBezTo>
                    <a:cubicBezTo>
                      <a:pt x="85" y="75"/>
                      <a:pt x="85" y="75"/>
                      <a:pt x="85" y="75"/>
                    </a:cubicBezTo>
                    <a:cubicBezTo>
                      <a:pt x="86" y="75"/>
                      <a:pt x="80" y="63"/>
                      <a:pt x="80" y="63"/>
                    </a:cubicBezTo>
                    <a:lnTo>
                      <a:pt x="82" y="57"/>
                    </a:lnTo>
                    <a:close/>
                    <a:moveTo>
                      <a:pt x="48" y="61"/>
                    </a:moveTo>
                    <a:cubicBezTo>
                      <a:pt x="39" y="61"/>
                      <a:pt x="33" y="55"/>
                      <a:pt x="33" y="46"/>
                    </a:cubicBezTo>
                    <a:cubicBezTo>
                      <a:pt x="33" y="38"/>
                      <a:pt x="39" y="32"/>
                      <a:pt x="48" y="32"/>
                    </a:cubicBezTo>
                    <a:cubicBezTo>
                      <a:pt x="56" y="32"/>
                      <a:pt x="63" y="38"/>
                      <a:pt x="63" y="46"/>
                    </a:cubicBezTo>
                    <a:cubicBezTo>
                      <a:pt x="63" y="55"/>
                      <a:pt x="56" y="61"/>
                      <a:pt x="48"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defTabSz="913765" eaLnBrk="1" fontAlgn="auto" latinLnBrk="0" hangingPunct="1">
                  <a:lnSpc>
                    <a:spcPct val="100000"/>
                  </a:lnSpc>
                  <a:spcBef>
                    <a:spcPts val="0"/>
                  </a:spcBef>
                  <a:spcAft>
                    <a:spcPts val="0"/>
                  </a:spcAft>
                  <a:buClrTx/>
                  <a:buSzTx/>
                  <a:buFontTx/>
                  <a:buNone/>
                  <a:defRPr/>
                </a:pPr>
                <a:endParaRPr kumimoji="0" lang="en-US" sz="1865" b="0" i="0" u="none" strike="noStrike" kern="0" cap="none" spc="0" normalizeH="0" baseline="0" noProof="0">
                  <a:ln>
                    <a:noFill/>
                  </a:ln>
                  <a:solidFill>
                    <a:prstClr val="black"/>
                  </a:solidFill>
                  <a:effectLst/>
                  <a:uLnTx/>
                  <a:uFillTx/>
                  <a:latin typeface="Calibri" panose="020F0502020204030204"/>
                  <a:ea typeface="+mn-ea"/>
                </a:endParaRPr>
              </a:p>
            </p:txBody>
          </p:sp>
          <p:sp>
            <p:nvSpPr>
              <p:cNvPr id="73" name="Oval 60"/>
              <p:cNvSpPr>
                <a:spLocks noChangeArrowheads="1"/>
              </p:cNvSpPr>
              <p:nvPr/>
            </p:nvSpPr>
            <p:spPr bwMode="auto">
              <a:xfrm>
                <a:off x="1712364" y="2387652"/>
                <a:ext cx="64890" cy="6239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defTabSz="913765" eaLnBrk="1" fontAlgn="auto" latinLnBrk="0" hangingPunct="1">
                  <a:lnSpc>
                    <a:spcPct val="100000"/>
                  </a:lnSpc>
                  <a:spcBef>
                    <a:spcPts val="0"/>
                  </a:spcBef>
                  <a:spcAft>
                    <a:spcPts val="0"/>
                  </a:spcAft>
                  <a:buClrTx/>
                  <a:buSzTx/>
                  <a:buFontTx/>
                  <a:buNone/>
                  <a:defRPr/>
                </a:pPr>
                <a:endParaRPr kumimoji="0" lang="en-US" sz="1865" b="0" i="0" u="none" strike="noStrike" kern="0" cap="none" spc="0" normalizeH="0" baseline="0" noProof="0">
                  <a:ln>
                    <a:noFill/>
                  </a:ln>
                  <a:solidFill>
                    <a:prstClr val="black"/>
                  </a:solidFill>
                  <a:effectLst/>
                  <a:uLnTx/>
                  <a:uFillTx/>
                  <a:latin typeface="Calibri" panose="020F0502020204030204"/>
                  <a:ea typeface="+mn-ea"/>
                </a:endParaRPr>
              </a:p>
            </p:txBody>
          </p:sp>
        </p:grpSp>
      </p:grpSp>
      <p:sp>
        <p:nvSpPr>
          <p:cNvPr id="74" name="矩形 73"/>
          <p:cNvSpPr>
            <a:spLocks noChangeArrowheads="1"/>
          </p:cNvSpPr>
          <p:nvPr/>
        </p:nvSpPr>
        <p:spPr bwMode="auto">
          <a:xfrm>
            <a:off x="1406163" y="255069"/>
            <a:ext cx="242189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3765">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二、随机试验</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cxnSp>
        <p:nvCxnSpPr>
          <p:cNvPr id="75" name="直接连接符 74"/>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76" name="组合 75"/>
          <p:cNvGrpSpPr/>
          <p:nvPr/>
        </p:nvGrpSpPr>
        <p:grpSpPr>
          <a:xfrm>
            <a:off x="851761" y="364781"/>
            <a:ext cx="263341" cy="395013"/>
            <a:chOff x="5284519" y="1508166"/>
            <a:chExt cx="213756" cy="427512"/>
          </a:xfrm>
        </p:grpSpPr>
        <p:cxnSp>
          <p:nvCxnSpPr>
            <p:cNvPr id="77" name="直接连接符 76"/>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78" name="直接连接符 77"/>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4" name="Rectangle 96"/>
          <p:cNvSpPr>
            <a:spLocks noChangeArrowheads="1"/>
          </p:cNvSpPr>
          <p:nvPr/>
        </p:nvSpPr>
        <p:spPr bwMode="auto">
          <a:xfrm>
            <a:off x="1801165" y="5193481"/>
            <a:ext cx="8132445" cy="1107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indent="-457200">
              <a:lnSpc>
                <a:spcPct val="150000"/>
              </a:lnSpc>
              <a:spcAft>
                <a:spcPts val="0"/>
              </a:spcAft>
              <a:buFont typeface="Arial" panose="020B0604020202020204" pitchFamily="34" charset="0"/>
              <a:buChar char="•"/>
            </a:pPr>
            <a:r>
              <a:rPr lang="en-US" altLang="zh-CN" b="1" i="1" dirty="0">
                <a:solidFill>
                  <a:schemeClr val="tx1">
                    <a:lumMod val="75000"/>
                    <a:lumOff val="25000"/>
                  </a:schemeClr>
                </a:solidFill>
                <a:ea typeface="微软雅黑" panose="020B0503020204020204" pitchFamily="34" charset="-122"/>
                <a:sym typeface="Times New Roman" panose="02020603050405020304" pitchFamily="18" charset="0"/>
              </a:rPr>
              <a:t>E</a:t>
            </a:r>
            <a:r>
              <a:rPr lang="en-US" altLang="zh-CN" b="1" i="1" baseline="-25000" dirty="0">
                <a:solidFill>
                  <a:schemeClr val="tx1">
                    <a:lumMod val="75000"/>
                    <a:lumOff val="25000"/>
                  </a:schemeClr>
                </a:solidFill>
                <a:ea typeface="微软雅黑" panose="020B0503020204020204" pitchFamily="34" charset="-122"/>
                <a:sym typeface="Times New Roman" panose="02020603050405020304" pitchFamily="18" charset="0"/>
              </a:rPr>
              <a:t> 6</a:t>
            </a: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：记录某地一昼夜的最高温度和最低温度。</a:t>
            </a:r>
            <a:endParaRPr lang="en-US" altLang="zh-CN" b="1" dirty="0">
              <a:solidFill>
                <a:schemeClr val="tx1">
                  <a:lumMod val="75000"/>
                  <a:lumOff val="25000"/>
                </a:schemeClr>
              </a:solidFill>
              <a:ea typeface="微软雅黑" panose="020B0503020204020204" pitchFamily="34" charset="-122"/>
              <a:sym typeface="Times New Roman" panose="02020603050405020304" pitchFamily="18" charset="0"/>
            </a:endParaRPr>
          </a:p>
          <a:p>
            <a:pPr marL="457200" indent="-457200">
              <a:lnSpc>
                <a:spcPct val="150000"/>
              </a:lnSpc>
              <a:spcBef>
                <a:spcPts val="0"/>
              </a:spcBef>
              <a:buFont typeface="Arial" panose="020B0604020202020204" pitchFamily="34" charset="0"/>
              <a:buChar char="•"/>
            </a:pPr>
            <a:r>
              <a:rPr lang="en-US" altLang="zh-CN" b="1" i="1" dirty="0">
                <a:solidFill>
                  <a:schemeClr val="tx1">
                    <a:lumMod val="75000"/>
                    <a:lumOff val="25000"/>
                  </a:schemeClr>
                </a:solidFill>
                <a:ea typeface="微软雅黑" panose="020B0503020204020204" pitchFamily="34" charset="-122"/>
                <a:sym typeface="Times New Roman" panose="02020603050405020304" pitchFamily="18" charset="0"/>
              </a:rPr>
              <a:t>E</a:t>
            </a:r>
            <a:r>
              <a:rPr lang="en-US" altLang="zh-CN" b="1" i="1" baseline="-25000" dirty="0">
                <a:solidFill>
                  <a:schemeClr val="tx1">
                    <a:lumMod val="75000"/>
                    <a:lumOff val="25000"/>
                  </a:schemeClr>
                </a:solidFill>
                <a:ea typeface="微软雅黑" panose="020B0503020204020204" pitchFamily="34" charset="-122"/>
                <a:sym typeface="Times New Roman" panose="02020603050405020304" pitchFamily="18" charset="0"/>
              </a:rPr>
              <a:t> 7</a:t>
            </a: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：将一枚硬币抛掷三次，观察正面</a:t>
            </a:r>
            <a:r>
              <a:rPr lang="en-US" altLang="zh-CN" b="1" i="1" dirty="0">
                <a:solidFill>
                  <a:schemeClr val="tx1">
                    <a:lumMod val="75000"/>
                    <a:lumOff val="25000"/>
                  </a:schemeClr>
                </a:solidFill>
                <a:ea typeface="微软雅黑" panose="020B0503020204020204" pitchFamily="34" charset="-122"/>
                <a:sym typeface="Times New Roman" panose="02020603050405020304" pitchFamily="18" charset="0"/>
              </a:rPr>
              <a:t>H</a:t>
            </a: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出现的次数。</a:t>
            </a:r>
            <a:endParaRPr lang="en-US" altLang="zh-CN" b="1" dirty="0">
              <a:solidFill>
                <a:schemeClr val="tx1">
                  <a:lumMod val="75000"/>
                  <a:lumOff val="25000"/>
                </a:schemeClr>
              </a:solidFill>
              <a:ea typeface="微软雅黑" panose="020B0503020204020204" pitchFamily="34" charset="-122"/>
              <a:sym typeface="Times New Roman" panose="02020603050405020304" pitchFamily="18" charset="0"/>
            </a:endParaRPr>
          </a:p>
        </p:txBody>
      </p:sp>
      <p:sp>
        <p:nvSpPr>
          <p:cNvPr id="15" name="Rectangle 96"/>
          <p:cNvSpPr>
            <a:spLocks noChangeArrowheads="1"/>
          </p:cNvSpPr>
          <p:nvPr/>
        </p:nvSpPr>
        <p:spPr bwMode="auto">
          <a:xfrm>
            <a:off x="1797644" y="2498725"/>
            <a:ext cx="8022590"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indent="-457200">
              <a:lnSpc>
                <a:spcPct val="150000"/>
              </a:lnSpc>
              <a:spcAft>
                <a:spcPts val="0"/>
              </a:spcAft>
              <a:buFont typeface="Arial" panose="020B0604020202020204" pitchFamily="34" charset="0"/>
              <a:buChar char="•"/>
            </a:pPr>
            <a:r>
              <a:rPr lang="en-US" altLang="zh-CN" b="1" i="1" dirty="0">
                <a:solidFill>
                  <a:schemeClr val="tx1">
                    <a:lumMod val="75000"/>
                    <a:lumOff val="25000"/>
                  </a:schemeClr>
                </a:solidFill>
                <a:ea typeface="微软雅黑" panose="020B0503020204020204" pitchFamily="34" charset="-122"/>
                <a:sym typeface="Times New Roman" panose="02020603050405020304" pitchFamily="18" charset="0"/>
              </a:rPr>
              <a:t>E</a:t>
            </a:r>
            <a:r>
              <a:rPr lang="en-US" altLang="zh-CN" b="1" i="1" baseline="-25000" dirty="0">
                <a:solidFill>
                  <a:schemeClr val="tx1">
                    <a:lumMod val="75000"/>
                    <a:lumOff val="25000"/>
                  </a:schemeClr>
                </a:solidFill>
                <a:ea typeface="微软雅黑" panose="020B0503020204020204" pitchFamily="34" charset="-122"/>
                <a:sym typeface="Times New Roman" panose="02020603050405020304" pitchFamily="18" charset="0"/>
              </a:rPr>
              <a:t> 1</a:t>
            </a: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：抛一枚硬币，观察正面</a:t>
            </a:r>
            <a:r>
              <a:rPr lang="en-US" altLang="zh-CN" b="1" i="1" dirty="0">
                <a:solidFill>
                  <a:schemeClr val="tx1">
                    <a:lumMod val="75000"/>
                    <a:lumOff val="25000"/>
                  </a:schemeClr>
                </a:solidFill>
                <a:ea typeface="微软雅黑" panose="020B0503020204020204" pitchFamily="34" charset="-122"/>
                <a:sym typeface="Times New Roman" panose="02020603050405020304" pitchFamily="18" charset="0"/>
              </a:rPr>
              <a:t>H</a:t>
            </a: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和反面</a:t>
            </a:r>
            <a:r>
              <a:rPr lang="en-US" altLang="zh-CN" b="1" i="1" dirty="0">
                <a:solidFill>
                  <a:schemeClr val="tx1">
                    <a:lumMod val="75000"/>
                    <a:lumOff val="25000"/>
                  </a:schemeClr>
                </a:solidFill>
                <a:ea typeface="微软雅黑" panose="020B0503020204020204" pitchFamily="34" charset="-122"/>
                <a:sym typeface="Times New Roman" panose="02020603050405020304" pitchFamily="18" charset="0"/>
              </a:rPr>
              <a:t>T</a:t>
            </a: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出现的情况。</a:t>
            </a:r>
            <a:endParaRPr lang="en-US" altLang="zh-CN" b="1" dirty="0">
              <a:solidFill>
                <a:schemeClr val="tx1">
                  <a:lumMod val="75000"/>
                  <a:lumOff val="25000"/>
                </a:schemeClr>
              </a:solidFill>
              <a:ea typeface="微软雅黑" panose="020B0503020204020204" pitchFamily="34" charset="-122"/>
              <a:sym typeface="Times New Roman" panose="02020603050405020304" pitchFamily="18" charset="0"/>
            </a:endParaRPr>
          </a:p>
        </p:txBody>
      </p:sp>
      <p:sp>
        <p:nvSpPr>
          <p:cNvPr id="16" name="Rectangle 96"/>
          <p:cNvSpPr>
            <a:spLocks noChangeArrowheads="1"/>
          </p:cNvSpPr>
          <p:nvPr/>
        </p:nvSpPr>
        <p:spPr bwMode="auto">
          <a:xfrm>
            <a:off x="1797644" y="3052445"/>
            <a:ext cx="8157845"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indent="-457200">
              <a:lnSpc>
                <a:spcPct val="150000"/>
              </a:lnSpc>
              <a:spcAft>
                <a:spcPts val="0"/>
              </a:spcAft>
              <a:buFont typeface="Arial" panose="020B0604020202020204" pitchFamily="34" charset="0"/>
              <a:buChar char="•"/>
            </a:pPr>
            <a:r>
              <a:rPr lang="en-US" altLang="zh-CN" b="1" i="1" dirty="0">
                <a:solidFill>
                  <a:schemeClr val="tx1">
                    <a:lumMod val="75000"/>
                    <a:lumOff val="25000"/>
                  </a:schemeClr>
                </a:solidFill>
                <a:ea typeface="微软雅黑" panose="020B0503020204020204" pitchFamily="34" charset="-122"/>
                <a:sym typeface="Times New Roman" panose="02020603050405020304" pitchFamily="18" charset="0"/>
              </a:rPr>
              <a:t>E</a:t>
            </a:r>
            <a:r>
              <a:rPr lang="en-US" altLang="zh-CN" b="1" i="1" baseline="-25000" dirty="0">
                <a:solidFill>
                  <a:schemeClr val="tx1">
                    <a:lumMod val="75000"/>
                    <a:lumOff val="25000"/>
                  </a:schemeClr>
                </a:solidFill>
                <a:ea typeface="微软雅黑" panose="020B0503020204020204" pitchFamily="34" charset="-122"/>
                <a:sym typeface="Times New Roman" panose="02020603050405020304" pitchFamily="18" charset="0"/>
              </a:rPr>
              <a:t> 2</a:t>
            </a: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：将一枚硬币抛三次，观察正面</a:t>
            </a:r>
            <a:r>
              <a:rPr lang="en-US" altLang="zh-CN" b="1" i="1" dirty="0">
                <a:solidFill>
                  <a:schemeClr val="tx1">
                    <a:lumMod val="75000"/>
                    <a:lumOff val="25000"/>
                  </a:schemeClr>
                </a:solidFill>
                <a:ea typeface="微软雅黑" panose="020B0503020204020204" pitchFamily="34" charset="-122"/>
                <a:sym typeface="Times New Roman" panose="02020603050405020304" pitchFamily="18" charset="0"/>
              </a:rPr>
              <a:t>H</a:t>
            </a: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和反面</a:t>
            </a:r>
            <a:r>
              <a:rPr lang="en-US" altLang="zh-CN" b="1" i="1" dirty="0">
                <a:solidFill>
                  <a:schemeClr val="tx1">
                    <a:lumMod val="75000"/>
                    <a:lumOff val="25000"/>
                  </a:schemeClr>
                </a:solidFill>
                <a:ea typeface="微软雅黑" panose="020B0503020204020204" pitchFamily="34" charset="-122"/>
                <a:sym typeface="Times New Roman" panose="02020603050405020304" pitchFamily="18" charset="0"/>
              </a:rPr>
              <a:t>T</a:t>
            </a: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出现的情况。</a:t>
            </a:r>
            <a:endParaRPr lang="en-US" altLang="zh-CN" dirty="0">
              <a:solidFill>
                <a:schemeClr val="tx1">
                  <a:lumMod val="75000"/>
                  <a:lumOff val="25000"/>
                </a:schemeClr>
              </a:solidFill>
              <a:ea typeface="微软雅黑" panose="020B0503020204020204" pitchFamily="34" charset="-122"/>
              <a:sym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4"/>
          <p:cNvSpPr/>
          <p:nvPr/>
        </p:nvSpPr>
        <p:spPr>
          <a:xfrm>
            <a:off x="1971980" y="2201212"/>
            <a:ext cx="565552" cy="568797"/>
          </a:xfrm>
          <a:prstGeom prst="ellipse">
            <a:avLst/>
          </a:prstGeom>
          <a:solidFill>
            <a:srgbClr val="C00000"/>
          </a:soli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3765"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1</a:t>
            </a:r>
            <a:endParaRPr kumimoji="0" lang="en-US"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6" name="任意多边形: 形状 5"/>
          <p:cNvSpPr/>
          <p:nvPr/>
        </p:nvSpPr>
        <p:spPr>
          <a:xfrm>
            <a:off x="2711624" y="2164803"/>
            <a:ext cx="1871924" cy="641614"/>
          </a:xfrm>
          <a:custGeom>
            <a:avLst/>
            <a:gdLst>
              <a:gd name="connsiteX0" fmla="*/ 0 w 4312457"/>
              <a:gd name="connsiteY0" fmla="*/ 106938 h 641614"/>
              <a:gd name="connsiteX1" fmla="*/ 106938 w 4312457"/>
              <a:gd name="connsiteY1" fmla="*/ 0 h 641614"/>
              <a:gd name="connsiteX2" fmla="*/ 4205519 w 4312457"/>
              <a:gd name="connsiteY2" fmla="*/ 0 h 641614"/>
              <a:gd name="connsiteX3" fmla="*/ 4312457 w 4312457"/>
              <a:gd name="connsiteY3" fmla="*/ 106938 h 641614"/>
              <a:gd name="connsiteX4" fmla="*/ 4312457 w 4312457"/>
              <a:gd name="connsiteY4" fmla="*/ 534676 h 641614"/>
              <a:gd name="connsiteX5" fmla="*/ 4205519 w 4312457"/>
              <a:gd name="connsiteY5" fmla="*/ 641614 h 641614"/>
              <a:gd name="connsiteX6" fmla="*/ 106938 w 4312457"/>
              <a:gd name="connsiteY6" fmla="*/ 641614 h 641614"/>
              <a:gd name="connsiteX7" fmla="*/ 0 w 4312457"/>
              <a:gd name="connsiteY7" fmla="*/ 534676 h 641614"/>
              <a:gd name="connsiteX8" fmla="*/ 0 w 4312457"/>
              <a:gd name="connsiteY8" fmla="*/ 106938 h 641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12457" h="641614">
                <a:moveTo>
                  <a:pt x="0" y="106938"/>
                </a:moveTo>
                <a:cubicBezTo>
                  <a:pt x="0" y="47878"/>
                  <a:pt x="47878" y="0"/>
                  <a:pt x="106938" y="0"/>
                </a:cubicBezTo>
                <a:lnTo>
                  <a:pt x="4205519" y="0"/>
                </a:lnTo>
                <a:cubicBezTo>
                  <a:pt x="4264579" y="0"/>
                  <a:pt x="4312457" y="47878"/>
                  <a:pt x="4312457" y="106938"/>
                </a:cubicBezTo>
                <a:lnTo>
                  <a:pt x="4312457" y="534676"/>
                </a:lnTo>
                <a:cubicBezTo>
                  <a:pt x="4312457" y="593736"/>
                  <a:pt x="4264579" y="641614"/>
                  <a:pt x="4205519" y="641614"/>
                </a:cubicBezTo>
                <a:lnTo>
                  <a:pt x="106938" y="641614"/>
                </a:lnTo>
                <a:cubicBezTo>
                  <a:pt x="47878" y="641614"/>
                  <a:pt x="0" y="593736"/>
                  <a:pt x="0" y="534676"/>
                </a:cubicBezTo>
                <a:lnTo>
                  <a:pt x="0" y="106938"/>
                </a:lnTo>
                <a:close/>
              </a:path>
            </a:pathLst>
          </a:custGeom>
          <a:solidFill>
            <a:srgbClr val="C00000"/>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761" tIns="122761" rIns="122761" bIns="122761" numCol="1" spcCol="1270" anchor="ctr" anchorCtr="0">
            <a:noAutofit/>
          </a:bodyPr>
          <a:lstStyle/>
          <a:p>
            <a:pPr lvl="0" algn="ctr" defTabSz="1066800">
              <a:lnSpc>
                <a:spcPct val="90000"/>
              </a:lnSpc>
              <a:spcBef>
                <a:spcPct val="0"/>
              </a:spcBef>
              <a:spcAft>
                <a:spcPts val="35"/>
              </a:spcAft>
            </a:pPr>
            <a:r>
              <a:rPr lang="zh-CN" altLang="en-US" sz="2400" b="1" dirty="0">
                <a:solidFill>
                  <a:schemeClr val="bg1"/>
                </a:solidFill>
                <a:latin typeface="微软雅黑" panose="020B0503020204020204" pitchFamily="34" charset="-122"/>
                <a:ea typeface="微软雅黑" panose="020B0503020204020204" pitchFamily="34" charset="-122"/>
              </a:rPr>
              <a:t>可重复性</a:t>
            </a:r>
            <a:endParaRPr lang="zh-CN" sz="2400" kern="1200" dirty="0">
              <a:solidFill>
                <a:schemeClr val="bg1"/>
              </a:solidFill>
              <a:latin typeface="微软雅黑" panose="020B0503020204020204" pitchFamily="34" charset="-122"/>
              <a:ea typeface="微软雅黑" panose="020B0503020204020204" pitchFamily="34" charset="-122"/>
            </a:endParaRPr>
          </a:p>
        </p:txBody>
      </p:sp>
      <p:sp>
        <p:nvSpPr>
          <p:cNvPr id="9" name="矩形 8"/>
          <p:cNvSpPr>
            <a:spLocks noChangeArrowheads="1"/>
          </p:cNvSpPr>
          <p:nvPr/>
        </p:nvSpPr>
        <p:spPr bwMode="auto">
          <a:xfrm>
            <a:off x="1406163" y="255069"/>
            <a:ext cx="242189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3765">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二、随机试验</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cxnSp>
        <p:nvCxnSpPr>
          <p:cNvPr id="10" name="直接连接符 9"/>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4" name="Rectangle 11"/>
          <p:cNvSpPr>
            <a:spLocks noChangeArrowheads="1"/>
          </p:cNvSpPr>
          <p:nvPr/>
        </p:nvSpPr>
        <p:spPr bwMode="auto">
          <a:xfrm>
            <a:off x="1127475" y="1062347"/>
            <a:ext cx="4167903"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spcAft>
                <a:spcPts val="0"/>
              </a:spcAft>
            </a:pP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rPr>
              <a:t>上述试验三个共同的特点：</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5" name="Rectangle 96"/>
          <p:cNvSpPr>
            <a:spLocks noChangeArrowheads="1"/>
          </p:cNvSpPr>
          <p:nvPr/>
        </p:nvSpPr>
        <p:spPr bwMode="auto">
          <a:xfrm>
            <a:off x="4900701" y="2222578"/>
            <a:ext cx="4435138"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indent="-457200">
              <a:lnSpc>
                <a:spcPct val="150000"/>
              </a:lnSpc>
              <a:spcAft>
                <a:spcPts val="0"/>
              </a:spcAft>
              <a:buFont typeface="Arial" panose="020B0604020202020204" pitchFamily="34" charset="0"/>
              <a:buChar char="•"/>
            </a:pP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试验在相同条件下可重复进行；</a:t>
            </a:r>
            <a:endParaRPr lang="zh-CN" altLang="en-US" b="1" dirty="0">
              <a:solidFill>
                <a:schemeClr val="tx1">
                  <a:lumMod val="75000"/>
                  <a:lumOff val="25000"/>
                </a:schemeClr>
              </a:solidFill>
              <a:ea typeface="微软雅黑" panose="020B0503020204020204" pitchFamily="34" charset="-122"/>
              <a:sym typeface="Times New Roman" panose="02020603050405020304" pitchFamily="18" charset="0"/>
            </a:endParaRPr>
          </a:p>
        </p:txBody>
      </p:sp>
      <p:sp>
        <p:nvSpPr>
          <p:cNvPr id="16" name="Oval 4"/>
          <p:cNvSpPr/>
          <p:nvPr/>
        </p:nvSpPr>
        <p:spPr>
          <a:xfrm>
            <a:off x="1968170" y="3446379"/>
            <a:ext cx="565552" cy="568797"/>
          </a:xfrm>
          <a:prstGeom prst="ellipse">
            <a:avLst/>
          </a:prstGeom>
          <a:solidFill>
            <a:srgbClr val="C00000"/>
          </a:soli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3765"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2</a:t>
            </a:r>
            <a:endParaRPr kumimoji="0" lang="en-US"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7" name="任意多边形: 形状 16"/>
          <p:cNvSpPr/>
          <p:nvPr/>
        </p:nvSpPr>
        <p:spPr>
          <a:xfrm>
            <a:off x="2711624" y="3409970"/>
            <a:ext cx="1871924" cy="641614"/>
          </a:xfrm>
          <a:custGeom>
            <a:avLst/>
            <a:gdLst>
              <a:gd name="connsiteX0" fmla="*/ 0 w 4312457"/>
              <a:gd name="connsiteY0" fmla="*/ 106938 h 641614"/>
              <a:gd name="connsiteX1" fmla="*/ 106938 w 4312457"/>
              <a:gd name="connsiteY1" fmla="*/ 0 h 641614"/>
              <a:gd name="connsiteX2" fmla="*/ 4205519 w 4312457"/>
              <a:gd name="connsiteY2" fmla="*/ 0 h 641614"/>
              <a:gd name="connsiteX3" fmla="*/ 4312457 w 4312457"/>
              <a:gd name="connsiteY3" fmla="*/ 106938 h 641614"/>
              <a:gd name="connsiteX4" fmla="*/ 4312457 w 4312457"/>
              <a:gd name="connsiteY4" fmla="*/ 534676 h 641614"/>
              <a:gd name="connsiteX5" fmla="*/ 4205519 w 4312457"/>
              <a:gd name="connsiteY5" fmla="*/ 641614 h 641614"/>
              <a:gd name="connsiteX6" fmla="*/ 106938 w 4312457"/>
              <a:gd name="connsiteY6" fmla="*/ 641614 h 641614"/>
              <a:gd name="connsiteX7" fmla="*/ 0 w 4312457"/>
              <a:gd name="connsiteY7" fmla="*/ 534676 h 641614"/>
              <a:gd name="connsiteX8" fmla="*/ 0 w 4312457"/>
              <a:gd name="connsiteY8" fmla="*/ 106938 h 641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12457" h="641614">
                <a:moveTo>
                  <a:pt x="0" y="106938"/>
                </a:moveTo>
                <a:cubicBezTo>
                  <a:pt x="0" y="47878"/>
                  <a:pt x="47878" y="0"/>
                  <a:pt x="106938" y="0"/>
                </a:cubicBezTo>
                <a:lnTo>
                  <a:pt x="4205519" y="0"/>
                </a:lnTo>
                <a:cubicBezTo>
                  <a:pt x="4264579" y="0"/>
                  <a:pt x="4312457" y="47878"/>
                  <a:pt x="4312457" y="106938"/>
                </a:cubicBezTo>
                <a:lnTo>
                  <a:pt x="4312457" y="534676"/>
                </a:lnTo>
                <a:cubicBezTo>
                  <a:pt x="4312457" y="593736"/>
                  <a:pt x="4264579" y="641614"/>
                  <a:pt x="4205519" y="641614"/>
                </a:cubicBezTo>
                <a:lnTo>
                  <a:pt x="106938" y="641614"/>
                </a:lnTo>
                <a:cubicBezTo>
                  <a:pt x="47878" y="641614"/>
                  <a:pt x="0" y="593736"/>
                  <a:pt x="0" y="534676"/>
                </a:cubicBezTo>
                <a:lnTo>
                  <a:pt x="0" y="106938"/>
                </a:lnTo>
                <a:close/>
              </a:path>
            </a:pathLst>
          </a:custGeom>
          <a:solidFill>
            <a:srgbClr val="C00000"/>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761" tIns="122761" rIns="122761" bIns="122761" numCol="1" spcCol="1270" anchor="ctr" anchorCtr="0">
            <a:noAutofit/>
          </a:bodyPr>
          <a:lstStyle/>
          <a:p>
            <a:pPr lvl="0" algn="ctr" defTabSz="1066800">
              <a:lnSpc>
                <a:spcPct val="90000"/>
              </a:lnSpc>
              <a:spcBef>
                <a:spcPct val="0"/>
              </a:spcBef>
              <a:spcAft>
                <a:spcPts val="35"/>
              </a:spcAft>
            </a:pPr>
            <a:r>
              <a:rPr lang="zh-CN" altLang="en-US" sz="2400" b="1" dirty="0">
                <a:solidFill>
                  <a:schemeClr val="bg1"/>
                </a:solidFill>
                <a:latin typeface="微软雅黑" panose="020B0503020204020204" pitchFamily="34" charset="-122"/>
                <a:ea typeface="微软雅黑" panose="020B0503020204020204" pitchFamily="34" charset="-122"/>
              </a:rPr>
              <a:t>可知性</a:t>
            </a:r>
            <a:endParaRPr lang="zh-CN" sz="2400" kern="1200" dirty="0">
              <a:solidFill>
                <a:schemeClr val="bg1"/>
              </a:solidFill>
              <a:latin typeface="微软雅黑" panose="020B0503020204020204" pitchFamily="34" charset="-122"/>
              <a:ea typeface="微软雅黑" panose="020B0503020204020204" pitchFamily="34" charset="-122"/>
            </a:endParaRPr>
          </a:p>
        </p:txBody>
      </p:sp>
      <p:sp>
        <p:nvSpPr>
          <p:cNvPr id="18" name="Oval 4"/>
          <p:cNvSpPr/>
          <p:nvPr/>
        </p:nvSpPr>
        <p:spPr>
          <a:xfrm>
            <a:off x="1968170" y="4691546"/>
            <a:ext cx="565552" cy="568797"/>
          </a:xfrm>
          <a:prstGeom prst="ellipse">
            <a:avLst/>
          </a:prstGeom>
          <a:solidFill>
            <a:srgbClr val="C00000"/>
          </a:soli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3765"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3</a:t>
            </a:r>
            <a:endParaRPr kumimoji="0" lang="en-US"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9" name="任意多边形: 形状 18"/>
          <p:cNvSpPr/>
          <p:nvPr/>
        </p:nvSpPr>
        <p:spPr>
          <a:xfrm>
            <a:off x="2711624" y="4655137"/>
            <a:ext cx="1871924" cy="641614"/>
          </a:xfrm>
          <a:custGeom>
            <a:avLst/>
            <a:gdLst>
              <a:gd name="connsiteX0" fmla="*/ 0 w 4312457"/>
              <a:gd name="connsiteY0" fmla="*/ 106938 h 641614"/>
              <a:gd name="connsiteX1" fmla="*/ 106938 w 4312457"/>
              <a:gd name="connsiteY1" fmla="*/ 0 h 641614"/>
              <a:gd name="connsiteX2" fmla="*/ 4205519 w 4312457"/>
              <a:gd name="connsiteY2" fmla="*/ 0 h 641614"/>
              <a:gd name="connsiteX3" fmla="*/ 4312457 w 4312457"/>
              <a:gd name="connsiteY3" fmla="*/ 106938 h 641614"/>
              <a:gd name="connsiteX4" fmla="*/ 4312457 w 4312457"/>
              <a:gd name="connsiteY4" fmla="*/ 534676 h 641614"/>
              <a:gd name="connsiteX5" fmla="*/ 4205519 w 4312457"/>
              <a:gd name="connsiteY5" fmla="*/ 641614 h 641614"/>
              <a:gd name="connsiteX6" fmla="*/ 106938 w 4312457"/>
              <a:gd name="connsiteY6" fmla="*/ 641614 h 641614"/>
              <a:gd name="connsiteX7" fmla="*/ 0 w 4312457"/>
              <a:gd name="connsiteY7" fmla="*/ 534676 h 641614"/>
              <a:gd name="connsiteX8" fmla="*/ 0 w 4312457"/>
              <a:gd name="connsiteY8" fmla="*/ 106938 h 641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12457" h="641614">
                <a:moveTo>
                  <a:pt x="0" y="106938"/>
                </a:moveTo>
                <a:cubicBezTo>
                  <a:pt x="0" y="47878"/>
                  <a:pt x="47878" y="0"/>
                  <a:pt x="106938" y="0"/>
                </a:cubicBezTo>
                <a:lnTo>
                  <a:pt x="4205519" y="0"/>
                </a:lnTo>
                <a:cubicBezTo>
                  <a:pt x="4264579" y="0"/>
                  <a:pt x="4312457" y="47878"/>
                  <a:pt x="4312457" y="106938"/>
                </a:cubicBezTo>
                <a:lnTo>
                  <a:pt x="4312457" y="534676"/>
                </a:lnTo>
                <a:cubicBezTo>
                  <a:pt x="4312457" y="593736"/>
                  <a:pt x="4264579" y="641614"/>
                  <a:pt x="4205519" y="641614"/>
                </a:cubicBezTo>
                <a:lnTo>
                  <a:pt x="106938" y="641614"/>
                </a:lnTo>
                <a:cubicBezTo>
                  <a:pt x="47878" y="641614"/>
                  <a:pt x="0" y="593736"/>
                  <a:pt x="0" y="534676"/>
                </a:cubicBezTo>
                <a:lnTo>
                  <a:pt x="0" y="106938"/>
                </a:lnTo>
                <a:close/>
              </a:path>
            </a:pathLst>
          </a:custGeom>
          <a:solidFill>
            <a:srgbClr val="C00000"/>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761" tIns="122761" rIns="122761" bIns="122761" numCol="1" spcCol="1270" anchor="ctr" anchorCtr="0">
            <a:noAutofit/>
          </a:bodyPr>
          <a:lstStyle/>
          <a:p>
            <a:pPr lvl="0" algn="ctr" defTabSz="1066800">
              <a:lnSpc>
                <a:spcPct val="90000"/>
              </a:lnSpc>
              <a:spcBef>
                <a:spcPct val="0"/>
              </a:spcBef>
              <a:spcAft>
                <a:spcPts val="35"/>
              </a:spcAft>
            </a:pPr>
            <a:r>
              <a:rPr lang="zh-CN" altLang="en-US" sz="2400" b="1" dirty="0">
                <a:solidFill>
                  <a:schemeClr val="bg1"/>
                </a:solidFill>
                <a:latin typeface="微软雅黑" panose="020B0503020204020204" pitchFamily="34" charset="-122"/>
                <a:ea typeface="微软雅黑" panose="020B0503020204020204" pitchFamily="34" charset="-122"/>
              </a:rPr>
              <a:t>不确定性</a:t>
            </a:r>
            <a:endParaRPr lang="zh-CN" sz="2400" kern="1200" dirty="0">
              <a:solidFill>
                <a:schemeClr val="bg1"/>
              </a:solidFill>
              <a:latin typeface="微软雅黑" panose="020B0503020204020204" pitchFamily="34" charset="-122"/>
              <a:ea typeface="微软雅黑" panose="020B0503020204020204" pitchFamily="34" charset="-122"/>
            </a:endParaRPr>
          </a:p>
        </p:txBody>
      </p:sp>
      <p:sp>
        <p:nvSpPr>
          <p:cNvPr id="20" name="Rectangle 96"/>
          <p:cNvSpPr>
            <a:spLocks noChangeArrowheads="1"/>
          </p:cNvSpPr>
          <p:nvPr/>
        </p:nvSpPr>
        <p:spPr bwMode="auto">
          <a:xfrm>
            <a:off x="4900701" y="4606612"/>
            <a:ext cx="6105865" cy="738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indent="-457200">
              <a:spcAft>
                <a:spcPts val="0"/>
              </a:spcAft>
              <a:buFont typeface="Arial" panose="020B0604020202020204" pitchFamily="34" charset="0"/>
              <a:buChar char="•"/>
            </a:pP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进行一次试验之前不能确定哪一个结果会出现，但必然会出现结果中的一个。</a:t>
            </a:r>
            <a:endParaRPr lang="zh-CN" altLang="en-US" b="1" dirty="0">
              <a:solidFill>
                <a:schemeClr val="tx1">
                  <a:lumMod val="75000"/>
                  <a:lumOff val="25000"/>
                </a:schemeClr>
              </a:solidFill>
              <a:ea typeface="微软雅黑" panose="020B0503020204020204" pitchFamily="34" charset="-122"/>
              <a:sym typeface="Times New Roman" panose="02020603050405020304" pitchFamily="18" charset="0"/>
            </a:endParaRPr>
          </a:p>
        </p:txBody>
      </p:sp>
      <p:sp>
        <p:nvSpPr>
          <p:cNvPr id="21" name="Rectangle 96"/>
          <p:cNvSpPr>
            <a:spLocks noChangeArrowheads="1"/>
          </p:cNvSpPr>
          <p:nvPr/>
        </p:nvSpPr>
        <p:spPr bwMode="auto">
          <a:xfrm>
            <a:off x="4900701" y="3262823"/>
            <a:ext cx="6105864" cy="738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indent="-457200">
              <a:spcAft>
                <a:spcPts val="0"/>
              </a:spcAft>
              <a:buFont typeface="Arial" panose="020B0604020202020204" pitchFamily="34" charset="0"/>
              <a:buChar char="•"/>
            </a:pP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每次试验的可能结果不止一个，并且事先能明确试验所有可能的结果；</a:t>
            </a:r>
            <a:endParaRPr lang="zh-CN" altLang="en-US" b="1" dirty="0">
              <a:solidFill>
                <a:schemeClr val="tx1">
                  <a:lumMod val="75000"/>
                  <a:lumOff val="25000"/>
                </a:schemeClr>
              </a:solidFill>
              <a:ea typeface="微软雅黑" panose="020B0503020204020204" pitchFamily="3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par>
                                <p:cTn id="15" presetID="35" presetClass="path" presetSubtype="0" decel="40000" fill="hold" grpId="1" nodeType="withEffect">
                                  <p:stCondLst>
                                    <p:cond delay="0"/>
                                  </p:stCondLst>
                                  <p:childTnLst>
                                    <p:animMotion origin="layout" path="M 0.03073 5.55112E-17 L -0.08907 5.55112E-17 " pathEditMode="relative" rAng="0" ptsTypes="AA">
                                      <p:cBhvr>
                                        <p:cTn id="16" dur="500" spd="-100000" fill="hold"/>
                                        <p:tgtEl>
                                          <p:spTgt spid="3"/>
                                        </p:tgtEl>
                                        <p:attrNameLst>
                                          <p:attrName>ppt_x</p:attrName>
                                          <p:attrName>ppt_y</p:attrName>
                                        </p:attrNameLst>
                                      </p:cBhvr>
                                      <p:rCtr x="-5990" y="0"/>
                                    </p:animMotion>
                                  </p:childTnLst>
                                </p:cTn>
                              </p:par>
                            </p:childTnLst>
                          </p:cTn>
                        </p:par>
                        <p:par>
                          <p:cTn id="17" fill="hold">
                            <p:stCondLst>
                              <p:cond delay="500"/>
                            </p:stCondLst>
                            <p:childTnLst>
                              <p:par>
                                <p:cTn id="18" presetID="35" presetClass="path" presetSubtype="0" accel="40000" decel="40000" fill="hold" grpId="2" nodeType="afterEffect">
                                  <p:stCondLst>
                                    <p:cond delay="0"/>
                                  </p:stCondLst>
                                  <p:childTnLst>
                                    <p:animMotion origin="layout" path="M 0.03073 5.55112E-17 L 4.16667E-6 5.55112E-17 " pathEditMode="relative" rAng="0" ptsTypes="AA">
                                      <p:cBhvr>
                                        <p:cTn id="19" dur="500" fill="hold"/>
                                        <p:tgtEl>
                                          <p:spTgt spid="3"/>
                                        </p:tgtEl>
                                        <p:attrNameLst>
                                          <p:attrName>ppt_x</p:attrName>
                                          <p:attrName>ppt_y</p:attrName>
                                        </p:attrNameLst>
                                      </p:cBhvr>
                                      <p:rCtr x="-1536" y="0"/>
                                    </p:animMotion>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1000"/>
                                        <p:tgtEl>
                                          <p:spTgt spid="6"/>
                                        </p:tgtEl>
                                        <p:attrNameLst>
                                          <p:attrName>ppt_x</p:attrName>
                                        </p:attrNameLst>
                                      </p:cBhvr>
                                      <p:tavLst>
                                        <p:tav tm="0">
                                          <p:val>
                                            <p:strVal val="#ppt_x-#ppt_w*1.125000"/>
                                          </p:val>
                                        </p:tav>
                                        <p:tav tm="100000">
                                          <p:val>
                                            <p:strVal val="#ppt_x"/>
                                          </p:val>
                                        </p:tav>
                                      </p:tavLst>
                                    </p:anim>
                                    <p:animEffect transition="in" filter="wipe(right)">
                                      <p:cBhvr>
                                        <p:cTn id="25" dur="10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 calcmode="lin" valueType="num">
                                      <p:cBhvr>
                                        <p:cTn id="30" dur="500" fill="hold"/>
                                        <p:tgtEl>
                                          <p:spTgt spid="15"/>
                                        </p:tgtEl>
                                        <p:attrNameLst>
                                          <p:attrName>ppt_w</p:attrName>
                                        </p:attrNameLst>
                                      </p:cBhvr>
                                      <p:tavLst>
                                        <p:tav tm="0">
                                          <p:val>
                                            <p:fltVal val="0"/>
                                          </p:val>
                                        </p:tav>
                                        <p:tav tm="100000">
                                          <p:val>
                                            <p:strVal val="#ppt_w"/>
                                          </p:val>
                                        </p:tav>
                                      </p:tavLst>
                                    </p:anim>
                                    <p:anim calcmode="lin" valueType="num">
                                      <p:cBhvr>
                                        <p:cTn id="31" dur="500" fill="hold"/>
                                        <p:tgtEl>
                                          <p:spTgt spid="15"/>
                                        </p:tgtEl>
                                        <p:attrNameLst>
                                          <p:attrName>ppt_h</p:attrName>
                                        </p:attrNameLst>
                                      </p:cBhvr>
                                      <p:tavLst>
                                        <p:tav tm="0">
                                          <p:val>
                                            <p:fltVal val="0"/>
                                          </p:val>
                                        </p:tav>
                                        <p:tav tm="100000">
                                          <p:val>
                                            <p:strVal val="#ppt_h"/>
                                          </p:val>
                                        </p:tav>
                                      </p:tavLst>
                                    </p:anim>
                                    <p:animEffect transition="in" filter="fade">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35" presetClass="path" presetSubtype="0" decel="40000" fill="hold" grpId="1" nodeType="withEffect">
                                  <p:stCondLst>
                                    <p:cond delay="0"/>
                                  </p:stCondLst>
                                  <p:childTnLst>
                                    <p:animMotion origin="layout" path="M 0.03072 -1.48148E-6 L -0.08907 -1.48148E-6 " pathEditMode="relative" rAng="0" ptsTypes="AA">
                                      <p:cBhvr>
                                        <p:cTn id="39" dur="500" spd="-100000" fill="hold"/>
                                        <p:tgtEl>
                                          <p:spTgt spid="16"/>
                                        </p:tgtEl>
                                        <p:attrNameLst>
                                          <p:attrName>ppt_x</p:attrName>
                                          <p:attrName>ppt_y</p:attrName>
                                        </p:attrNameLst>
                                      </p:cBhvr>
                                      <p:rCtr x="-5990" y="0"/>
                                    </p:animMotion>
                                  </p:childTnLst>
                                </p:cTn>
                              </p:par>
                            </p:childTnLst>
                          </p:cTn>
                        </p:par>
                        <p:par>
                          <p:cTn id="40" fill="hold">
                            <p:stCondLst>
                              <p:cond delay="500"/>
                            </p:stCondLst>
                            <p:childTnLst>
                              <p:par>
                                <p:cTn id="41" presetID="35" presetClass="path" presetSubtype="0" accel="40000" decel="40000" fill="hold" grpId="2" nodeType="afterEffect">
                                  <p:stCondLst>
                                    <p:cond delay="0"/>
                                  </p:stCondLst>
                                  <p:childTnLst>
                                    <p:animMotion origin="layout" path="M 0.03072 -1.48148E-6 L 4.58333E-6 -1.48148E-6 " pathEditMode="relative" rAng="0" ptsTypes="AA">
                                      <p:cBhvr>
                                        <p:cTn id="42" dur="500" fill="hold"/>
                                        <p:tgtEl>
                                          <p:spTgt spid="16"/>
                                        </p:tgtEl>
                                        <p:attrNameLst>
                                          <p:attrName>ppt_x</p:attrName>
                                          <p:attrName>ppt_y</p:attrName>
                                        </p:attrNameLst>
                                      </p:cBhvr>
                                      <p:rCtr x="-1536" y="0"/>
                                    </p:animMotion>
                                  </p:childTnLst>
                                </p:cTn>
                              </p:par>
                            </p:childTnLst>
                          </p:cTn>
                        </p:par>
                      </p:childTnLst>
                    </p:cTn>
                  </p:par>
                  <p:par>
                    <p:cTn id="43" fill="hold">
                      <p:stCondLst>
                        <p:cond delay="indefinite"/>
                      </p:stCondLst>
                      <p:childTnLst>
                        <p:par>
                          <p:cTn id="44" fill="hold">
                            <p:stCondLst>
                              <p:cond delay="0"/>
                            </p:stCondLst>
                            <p:childTnLst>
                              <p:par>
                                <p:cTn id="45" presetID="12" presetClass="entr" presetSubtype="8"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1000"/>
                                        <p:tgtEl>
                                          <p:spTgt spid="17"/>
                                        </p:tgtEl>
                                        <p:attrNameLst>
                                          <p:attrName>ppt_x</p:attrName>
                                        </p:attrNameLst>
                                      </p:cBhvr>
                                      <p:tavLst>
                                        <p:tav tm="0">
                                          <p:val>
                                            <p:strVal val="#ppt_x-#ppt_w*1.125000"/>
                                          </p:val>
                                        </p:tav>
                                        <p:tav tm="100000">
                                          <p:val>
                                            <p:strVal val="#ppt_x"/>
                                          </p:val>
                                        </p:tav>
                                      </p:tavLst>
                                    </p:anim>
                                    <p:animEffect transition="in" filter="wipe(right)">
                                      <p:cBhvr>
                                        <p:cTn id="48" dur="1000"/>
                                        <p:tgtEl>
                                          <p:spTgt spid="17"/>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anim calcmode="lin" valueType="num">
                                      <p:cBhvr>
                                        <p:cTn id="53" dur="500" fill="hold"/>
                                        <p:tgtEl>
                                          <p:spTgt spid="21"/>
                                        </p:tgtEl>
                                        <p:attrNameLst>
                                          <p:attrName>ppt_w</p:attrName>
                                        </p:attrNameLst>
                                      </p:cBhvr>
                                      <p:tavLst>
                                        <p:tav tm="0">
                                          <p:val>
                                            <p:fltVal val="0"/>
                                          </p:val>
                                        </p:tav>
                                        <p:tav tm="100000">
                                          <p:val>
                                            <p:strVal val="#ppt_w"/>
                                          </p:val>
                                        </p:tav>
                                      </p:tavLst>
                                    </p:anim>
                                    <p:anim calcmode="lin" valueType="num">
                                      <p:cBhvr>
                                        <p:cTn id="54" dur="500" fill="hold"/>
                                        <p:tgtEl>
                                          <p:spTgt spid="21"/>
                                        </p:tgtEl>
                                        <p:attrNameLst>
                                          <p:attrName>ppt_h</p:attrName>
                                        </p:attrNameLst>
                                      </p:cBhvr>
                                      <p:tavLst>
                                        <p:tav tm="0">
                                          <p:val>
                                            <p:fltVal val="0"/>
                                          </p:val>
                                        </p:tav>
                                        <p:tav tm="100000">
                                          <p:val>
                                            <p:strVal val="#ppt_h"/>
                                          </p:val>
                                        </p:tav>
                                      </p:tavLst>
                                    </p:anim>
                                    <p:animEffect transition="in" filter="fade">
                                      <p:cBhvr>
                                        <p:cTn id="55" dur="500"/>
                                        <p:tgtEl>
                                          <p:spTgt spid="21"/>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500"/>
                                        <p:tgtEl>
                                          <p:spTgt spid="18"/>
                                        </p:tgtEl>
                                      </p:cBhvr>
                                    </p:animEffect>
                                  </p:childTnLst>
                                </p:cTn>
                              </p:par>
                              <p:par>
                                <p:cTn id="61" presetID="35" presetClass="path" presetSubtype="0" decel="40000" fill="hold" grpId="1" nodeType="withEffect">
                                  <p:stCondLst>
                                    <p:cond delay="0"/>
                                  </p:stCondLst>
                                  <p:childTnLst>
                                    <p:animMotion origin="layout" path="M 0.03072 -2.96296E-6 L -0.08907 -2.96296E-6 " pathEditMode="relative" rAng="0" ptsTypes="AA">
                                      <p:cBhvr>
                                        <p:cTn id="62" dur="500" spd="-100000" fill="hold"/>
                                        <p:tgtEl>
                                          <p:spTgt spid="18"/>
                                        </p:tgtEl>
                                        <p:attrNameLst>
                                          <p:attrName>ppt_x</p:attrName>
                                          <p:attrName>ppt_y</p:attrName>
                                        </p:attrNameLst>
                                      </p:cBhvr>
                                      <p:rCtr x="-5990" y="0"/>
                                    </p:animMotion>
                                  </p:childTnLst>
                                </p:cTn>
                              </p:par>
                            </p:childTnLst>
                          </p:cTn>
                        </p:par>
                        <p:par>
                          <p:cTn id="63" fill="hold">
                            <p:stCondLst>
                              <p:cond delay="500"/>
                            </p:stCondLst>
                            <p:childTnLst>
                              <p:par>
                                <p:cTn id="64" presetID="35" presetClass="path" presetSubtype="0" accel="40000" decel="40000" fill="hold" grpId="2" nodeType="afterEffect">
                                  <p:stCondLst>
                                    <p:cond delay="0"/>
                                  </p:stCondLst>
                                  <p:childTnLst>
                                    <p:animMotion origin="layout" path="M 0.03072 -2.96296E-6 L 4.58333E-6 -2.96296E-6 " pathEditMode="relative" rAng="0" ptsTypes="AA">
                                      <p:cBhvr>
                                        <p:cTn id="65" dur="500" fill="hold"/>
                                        <p:tgtEl>
                                          <p:spTgt spid="18"/>
                                        </p:tgtEl>
                                        <p:attrNameLst>
                                          <p:attrName>ppt_x</p:attrName>
                                          <p:attrName>ppt_y</p:attrName>
                                        </p:attrNameLst>
                                      </p:cBhvr>
                                      <p:rCtr x="-1536" y="0"/>
                                    </p:animMotion>
                                  </p:childTnLst>
                                </p:cTn>
                              </p:par>
                            </p:childTnLst>
                          </p:cTn>
                        </p:par>
                      </p:childTnLst>
                    </p:cTn>
                  </p:par>
                  <p:par>
                    <p:cTn id="66" fill="hold">
                      <p:stCondLst>
                        <p:cond delay="indefinite"/>
                      </p:stCondLst>
                      <p:childTnLst>
                        <p:par>
                          <p:cTn id="67" fill="hold">
                            <p:stCondLst>
                              <p:cond delay="0"/>
                            </p:stCondLst>
                            <p:childTnLst>
                              <p:par>
                                <p:cTn id="68" presetID="12" presetClass="entr" presetSubtype="8" fill="hold" grpId="0" nodeType="clickEffect">
                                  <p:stCondLst>
                                    <p:cond delay="0"/>
                                  </p:stCondLst>
                                  <p:childTnLst>
                                    <p:set>
                                      <p:cBhvr>
                                        <p:cTn id="69" dur="1" fill="hold">
                                          <p:stCondLst>
                                            <p:cond delay="0"/>
                                          </p:stCondLst>
                                        </p:cTn>
                                        <p:tgtEl>
                                          <p:spTgt spid="19"/>
                                        </p:tgtEl>
                                        <p:attrNameLst>
                                          <p:attrName>style.visibility</p:attrName>
                                        </p:attrNameLst>
                                      </p:cBhvr>
                                      <p:to>
                                        <p:strVal val="visible"/>
                                      </p:to>
                                    </p:set>
                                    <p:anim calcmode="lin" valueType="num">
                                      <p:cBhvr additive="base">
                                        <p:cTn id="70" dur="1000"/>
                                        <p:tgtEl>
                                          <p:spTgt spid="19"/>
                                        </p:tgtEl>
                                        <p:attrNameLst>
                                          <p:attrName>ppt_x</p:attrName>
                                        </p:attrNameLst>
                                      </p:cBhvr>
                                      <p:tavLst>
                                        <p:tav tm="0">
                                          <p:val>
                                            <p:strVal val="#ppt_x-#ppt_w*1.125000"/>
                                          </p:val>
                                        </p:tav>
                                        <p:tav tm="100000">
                                          <p:val>
                                            <p:strVal val="#ppt_x"/>
                                          </p:val>
                                        </p:tav>
                                      </p:tavLst>
                                    </p:anim>
                                    <p:animEffect transition="in" filter="wipe(right)">
                                      <p:cBhvr>
                                        <p:cTn id="71" dur="1000"/>
                                        <p:tgtEl>
                                          <p:spTgt spid="19"/>
                                        </p:tgtEl>
                                      </p:cBhvr>
                                    </p:animEffect>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grpId="0" nodeType="clickEffect">
                                  <p:stCondLst>
                                    <p:cond delay="0"/>
                                  </p:stCondLst>
                                  <p:childTnLst>
                                    <p:set>
                                      <p:cBhvr>
                                        <p:cTn id="75" dur="1" fill="hold">
                                          <p:stCondLst>
                                            <p:cond delay="0"/>
                                          </p:stCondLst>
                                        </p:cTn>
                                        <p:tgtEl>
                                          <p:spTgt spid="20"/>
                                        </p:tgtEl>
                                        <p:attrNameLst>
                                          <p:attrName>style.visibility</p:attrName>
                                        </p:attrNameLst>
                                      </p:cBhvr>
                                      <p:to>
                                        <p:strVal val="visible"/>
                                      </p:to>
                                    </p:set>
                                    <p:anim calcmode="lin" valueType="num">
                                      <p:cBhvr>
                                        <p:cTn id="76" dur="500" fill="hold"/>
                                        <p:tgtEl>
                                          <p:spTgt spid="20"/>
                                        </p:tgtEl>
                                        <p:attrNameLst>
                                          <p:attrName>ppt_w</p:attrName>
                                        </p:attrNameLst>
                                      </p:cBhvr>
                                      <p:tavLst>
                                        <p:tav tm="0">
                                          <p:val>
                                            <p:fltVal val="0"/>
                                          </p:val>
                                        </p:tav>
                                        <p:tav tm="100000">
                                          <p:val>
                                            <p:strVal val="#ppt_w"/>
                                          </p:val>
                                        </p:tav>
                                      </p:tavLst>
                                    </p:anim>
                                    <p:anim calcmode="lin" valueType="num">
                                      <p:cBhvr>
                                        <p:cTn id="77" dur="500" fill="hold"/>
                                        <p:tgtEl>
                                          <p:spTgt spid="20"/>
                                        </p:tgtEl>
                                        <p:attrNameLst>
                                          <p:attrName>ppt_h</p:attrName>
                                        </p:attrNameLst>
                                      </p:cBhvr>
                                      <p:tavLst>
                                        <p:tav tm="0">
                                          <p:val>
                                            <p:fltVal val="0"/>
                                          </p:val>
                                        </p:tav>
                                        <p:tav tm="100000">
                                          <p:val>
                                            <p:strVal val="#ppt_h"/>
                                          </p:val>
                                        </p:tav>
                                      </p:tavLst>
                                    </p:anim>
                                    <p:animEffect transition="in" filter="fade">
                                      <p:cBhvr>
                                        <p:cTn id="7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bldLvl="0" animBg="1"/>
      <p:bldP spid="3" grpId="2" bldLvl="0" animBg="1"/>
      <p:bldP spid="6" grpId="0" bldLvl="0" animBg="1"/>
      <p:bldP spid="14" grpId="0"/>
      <p:bldP spid="15" grpId="0"/>
      <p:bldP spid="16" grpId="0" bldLvl="0" animBg="1"/>
      <p:bldP spid="16" grpId="1" bldLvl="0" animBg="1"/>
      <p:bldP spid="16" grpId="2" bldLvl="0" animBg="1"/>
      <p:bldP spid="17" grpId="0" bldLvl="0" animBg="1"/>
      <p:bldP spid="18" grpId="0" bldLvl="0" animBg="1"/>
      <p:bldP spid="18" grpId="1" bldLvl="0" animBg="1"/>
      <p:bldP spid="18" grpId="2" bldLvl="0" animBg="1"/>
      <p:bldP spid="19" grpId="0" bldLvl="0" animBg="1"/>
      <p:bldP spid="20" grpId="0"/>
      <p:bldP spid="2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a:spLocks noChangeArrowheads="1"/>
          </p:cNvSpPr>
          <p:nvPr/>
        </p:nvSpPr>
        <p:spPr bwMode="auto">
          <a:xfrm>
            <a:off x="1406163" y="255069"/>
            <a:ext cx="167513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3765">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归纳总结</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cxnSp>
        <p:nvCxnSpPr>
          <p:cNvPr id="10" name="直接连接符 9"/>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4" name="Rectangle 11"/>
          <p:cNvSpPr>
            <a:spLocks noChangeArrowheads="1"/>
          </p:cNvSpPr>
          <p:nvPr/>
        </p:nvSpPr>
        <p:spPr bwMode="auto">
          <a:xfrm>
            <a:off x="1127760" y="1085215"/>
            <a:ext cx="4168140"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spcAft>
                <a:spcPts val="0"/>
              </a:spcAft>
            </a:pP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rPr>
              <a:t>上述试验三个共同的特点：</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5" name="矩形 1"/>
          <p:cNvSpPr>
            <a:spLocks noChangeArrowheads="1"/>
          </p:cNvSpPr>
          <p:nvPr/>
        </p:nvSpPr>
        <p:spPr bwMode="auto">
          <a:xfrm>
            <a:off x="6456040" y="2806417"/>
            <a:ext cx="3960440" cy="2030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Aft>
                <a:spcPts val="0"/>
              </a:spcAft>
            </a:pPr>
            <a:r>
              <a:rPr lang="zh-CN" altLang="en-US" sz="2800" b="1" dirty="0">
                <a:solidFill>
                  <a:schemeClr val="tx1">
                    <a:lumMod val="75000"/>
                    <a:lumOff val="25000"/>
                  </a:schemeClr>
                </a:solidFill>
                <a:ea typeface="微软雅黑" panose="020B0503020204020204" pitchFamily="34" charset="-122"/>
                <a:sym typeface="Times New Roman" panose="02020603050405020304" pitchFamily="18" charset="0"/>
              </a:rPr>
              <a:t>有以上三个特点的试验称为随机试验，一般用</a:t>
            </a:r>
            <a:r>
              <a:rPr lang="en-US" altLang="zh-CN" sz="2800" b="1" i="1" dirty="0">
                <a:solidFill>
                  <a:schemeClr val="tx1">
                    <a:lumMod val="75000"/>
                    <a:lumOff val="25000"/>
                  </a:schemeClr>
                </a:solidFill>
                <a:ea typeface="微软雅黑" panose="020B0503020204020204" pitchFamily="34" charset="-122"/>
                <a:sym typeface="Times New Roman" panose="02020603050405020304" pitchFamily="18" charset="0"/>
              </a:rPr>
              <a:t>E</a:t>
            </a:r>
            <a:r>
              <a:rPr lang="zh-CN" altLang="en-US" sz="2800" b="1" dirty="0">
                <a:solidFill>
                  <a:schemeClr val="tx1">
                    <a:lumMod val="75000"/>
                    <a:lumOff val="25000"/>
                  </a:schemeClr>
                </a:solidFill>
                <a:ea typeface="微软雅黑" panose="020B0503020204020204" pitchFamily="34" charset="-122"/>
                <a:sym typeface="Times New Roman" panose="02020603050405020304" pitchFamily="18" charset="0"/>
              </a:rPr>
              <a:t>来表示。</a:t>
            </a:r>
            <a:endParaRPr lang="zh-CN" altLang="en-US" sz="2800" b="1" dirty="0">
              <a:solidFill>
                <a:schemeClr val="tx1">
                  <a:lumMod val="75000"/>
                  <a:lumOff val="25000"/>
                </a:schemeClr>
              </a:solidFill>
              <a:ea typeface="微软雅黑" panose="020B0503020204020204" pitchFamily="34" charset="-122"/>
              <a:sym typeface="Times New Roman" panose="02020603050405020304" pitchFamily="18" charset="0"/>
            </a:endParaRPr>
          </a:p>
        </p:txBody>
      </p:sp>
      <p:sp>
        <p:nvSpPr>
          <p:cNvPr id="19" name="Oval 4"/>
          <p:cNvSpPr/>
          <p:nvPr/>
        </p:nvSpPr>
        <p:spPr>
          <a:xfrm>
            <a:off x="1971980" y="2201212"/>
            <a:ext cx="565552" cy="568797"/>
          </a:xfrm>
          <a:prstGeom prst="ellipse">
            <a:avLst/>
          </a:prstGeom>
          <a:solidFill>
            <a:srgbClr val="C00000"/>
          </a:soli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3765"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1</a:t>
            </a:r>
            <a:endParaRPr kumimoji="0" lang="en-US"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20" name="任意多边形: 形状 19"/>
          <p:cNvSpPr/>
          <p:nvPr/>
        </p:nvSpPr>
        <p:spPr>
          <a:xfrm>
            <a:off x="2711624" y="2164803"/>
            <a:ext cx="1871924" cy="641614"/>
          </a:xfrm>
          <a:custGeom>
            <a:avLst/>
            <a:gdLst>
              <a:gd name="connsiteX0" fmla="*/ 0 w 4312457"/>
              <a:gd name="connsiteY0" fmla="*/ 106938 h 641614"/>
              <a:gd name="connsiteX1" fmla="*/ 106938 w 4312457"/>
              <a:gd name="connsiteY1" fmla="*/ 0 h 641614"/>
              <a:gd name="connsiteX2" fmla="*/ 4205519 w 4312457"/>
              <a:gd name="connsiteY2" fmla="*/ 0 h 641614"/>
              <a:gd name="connsiteX3" fmla="*/ 4312457 w 4312457"/>
              <a:gd name="connsiteY3" fmla="*/ 106938 h 641614"/>
              <a:gd name="connsiteX4" fmla="*/ 4312457 w 4312457"/>
              <a:gd name="connsiteY4" fmla="*/ 534676 h 641614"/>
              <a:gd name="connsiteX5" fmla="*/ 4205519 w 4312457"/>
              <a:gd name="connsiteY5" fmla="*/ 641614 h 641614"/>
              <a:gd name="connsiteX6" fmla="*/ 106938 w 4312457"/>
              <a:gd name="connsiteY6" fmla="*/ 641614 h 641614"/>
              <a:gd name="connsiteX7" fmla="*/ 0 w 4312457"/>
              <a:gd name="connsiteY7" fmla="*/ 534676 h 641614"/>
              <a:gd name="connsiteX8" fmla="*/ 0 w 4312457"/>
              <a:gd name="connsiteY8" fmla="*/ 106938 h 641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12457" h="641614">
                <a:moveTo>
                  <a:pt x="0" y="106938"/>
                </a:moveTo>
                <a:cubicBezTo>
                  <a:pt x="0" y="47878"/>
                  <a:pt x="47878" y="0"/>
                  <a:pt x="106938" y="0"/>
                </a:cubicBezTo>
                <a:lnTo>
                  <a:pt x="4205519" y="0"/>
                </a:lnTo>
                <a:cubicBezTo>
                  <a:pt x="4264579" y="0"/>
                  <a:pt x="4312457" y="47878"/>
                  <a:pt x="4312457" y="106938"/>
                </a:cubicBezTo>
                <a:lnTo>
                  <a:pt x="4312457" y="534676"/>
                </a:lnTo>
                <a:cubicBezTo>
                  <a:pt x="4312457" y="593736"/>
                  <a:pt x="4264579" y="641614"/>
                  <a:pt x="4205519" y="641614"/>
                </a:cubicBezTo>
                <a:lnTo>
                  <a:pt x="106938" y="641614"/>
                </a:lnTo>
                <a:cubicBezTo>
                  <a:pt x="47878" y="641614"/>
                  <a:pt x="0" y="593736"/>
                  <a:pt x="0" y="534676"/>
                </a:cubicBezTo>
                <a:lnTo>
                  <a:pt x="0" y="106938"/>
                </a:lnTo>
                <a:close/>
              </a:path>
            </a:pathLst>
          </a:custGeom>
          <a:solidFill>
            <a:srgbClr val="C00000"/>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761" tIns="122761" rIns="122761" bIns="122761" numCol="1" spcCol="1270" anchor="ctr" anchorCtr="0">
            <a:noAutofit/>
          </a:bodyPr>
          <a:lstStyle/>
          <a:p>
            <a:pPr lvl="0" algn="ctr" defTabSz="1066800">
              <a:lnSpc>
                <a:spcPct val="90000"/>
              </a:lnSpc>
              <a:spcBef>
                <a:spcPct val="0"/>
              </a:spcBef>
              <a:spcAft>
                <a:spcPts val="35"/>
              </a:spcAft>
            </a:pPr>
            <a:r>
              <a:rPr lang="zh-CN" altLang="en-US" sz="2400" b="1" dirty="0">
                <a:solidFill>
                  <a:schemeClr val="bg1"/>
                </a:solidFill>
                <a:latin typeface="微软雅黑" panose="020B0503020204020204" pitchFamily="34" charset="-122"/>
                <a:ea typeface="微软雅黑" panose="020B0503020204020204" pitchFamily="34" charset="-122"/>
              </a:rPr>
              <a:t>可重复性</a:t>
            </a:r>
            <a:endParaRPr lang="zh-CN" sz="2400" kern="1200" dirty="0">
              <a:solidFill>
                <a:schemeClr val="bg1"/>
              </a:solidFill>
              <a:latin typeface="微软雅黑" panose="020B0503020204020204" pitchFamily="34" charset="-122"/>
              <a:ea typeface="微软雅黑" panose="020B0503020204020204" pitchFamily="34" charset="-122"/>
            </a:endParaRPr>
          </a:p>
        </p:txBody>
      </p:sp>
      <p:sp>
        <p:nvSpPr>
          <p:cNvPr id="21" name="Oval 4"/>
          <p:cNvSpPr/>
          <p:nvPr/>
        </p:nvSpPr>
        <p:spPr>
          <a:xfrm>
            <a:off x="1968170" y="3446379"/>
            <a:ext cx="565552" cy="568797"/>
          </a:xfrm>
          <a:prstGeom prst="ellipse">
            <a:avLst/>
          </a:prstGeom>
          <a:solidFill>
            <a:srgbClr val="C00000"/>
          </a:soli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3765"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2</a:t>
            </a:r>
            <a:endParaRPr kumimoji="0" lang="en-US"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22" name="任意多边形: 形状 21"/>
          <p:cNvSpPr/>
          <p:nvPr/>
        </p:nvSpPr>
        <p:spPr>
          <a:xfrm>
            <a:off x="2711624" y="3409970"/>
            <a:ext cx="1871924" cy="641614"/>
          </a:xfrm>
          <a:custGeom>
            <a:avLst/>
            <a:gdLst>
              <a:gd name="connsiteX0" fmla="*/ 0 w 4312457"/>
              <a:gd name="connsiteY0" fmla="*/ 106938 h 641614"/>
              <a:gd name="connsiteX1" fmla="*/ 106938 w 4312457"/>
              <a:gd name="connsiteY1" fmla="*/ 0 h 641614"/>
              <a:gd name="connsiteX2" fmla="*/ 4205519 w 4312457"/>
              <a:gd name="connsiteY2" fmla="*/ 0 h 641614"/>
              <a:gd name="connsiteX3" fmla="*/ 4312457 w 4312457"/>
              <a:gd name="connsiteY3" fmla="*/ 106938 h 641614"/>
              <a:gd name="connsiteX4" fmla="*/ 4312457 w 4312457"/>
              <a:gd name="connsiteY4" fmla="*/ 534676 h 641614"/>
              <a:gd name="connsiteX5" fmla="*/ 4205519 w 4312457"/>
              <a:gd name="connsiteY5" fmla="*/ 641614 h 641614"/>
              <a:gd name="connsiteX6" fmla="*/ 106938 w 4312457"/>
              <a:gd name="connsiteY6" fmla="*/ 641614 h 641614"/>
              <a:gd name="connsiteX7" fmla="*/ 0 w 4312457"/>
              <a:gd name="connsiteY7" fmla="*/ 534676 h 641614"/>
              <a:gd name="connsiteX8" fmla="*/ 0 w 4312457"/>
              <a:gd name="connsiteY8" fmla="*/ 106938 h 641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12457" h="641614">
                <a:moveTo>
                  <a:pt x="0" y="106938"/>
                </a:moveTo>
                <a:cubicBezTo>
                  <a:pt x="0" y="47878"/>
                  <a:pt x="47878" y="0"/>
                  <a:pt x="106938" y="0"/>
                </a:cubicBezTo>
                <a:lnTo>
                  <a:pt x="4205519" y="0"/>
                </a:lnTo>
                <a:cubicBezTo>
                  <a:pt x="4264579" y="0"/>
                  <a:pt x="4312457" y="47878"/>
                  <a:pt x="4312457" y="106938"/>
                </a:cubicBezTo>
                <a:lnTo>
                  <a:pt x="4312457" y="534676"/>
                </a:lnTo>
                <a:cubicBezTo>
                  <a:pt x="4312457" y="593736"/>
                  <a:pt x="4264579" y="641614"/>
                  <a:pt x="4205519" y="641614"/>
                </a:cubicBezTo>
                <a:lnTo>
                  <a:pt x="106938" y="641614"/>
                </a:lnTo>
                <a:cubicBezTo>
                  <a:pt x="47878" y="641614"/>
                  <a:pt x="0" y="593736"/>
                  <a:pt x="0" y="534676"/>
                </a:cubicBezTo>
                <a:lnTo>
                  <a:pt x="0" y="106938"/>
                </a:lnTo>
                <a:close/>
              </a:path>
            </a:pathLst>
          </a:custGeom>
          <a:solidFill>
            <a:srgbClr val="C00000"/>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761" tIns="122761" rIns="122761" bIns="122761" numCol="1" spcCol="1270" anchor="ctr" anchorCtr="0">
            <a:noAutofit/>
          </a:bodyPr>
          <a:lstStyle/>
          <a:p>
            <a:pPr lvl="0" algn="ctr" defTabSz="1066800">
              <a:lnSpc>
                <a:spcPct val="90000"/>
              </a:lnSpc>
              <a:spcBef>
                <a:spcPct val="0"/>
              </a:spcBef>
              <a:spcAft>
                <a:spcPts val="35"/>
              </a:spcAft>
            </a:pPr>
            <a:r>
              <a:rPr lang="zh-CN" altLang="en-US" sz="2400" b="1" dirty="0">
                <a:solidFill>
                  <a:schemeClr val="bg1"/>
                </a:solidFill>
                <a:latin typeface="微软雅黑" panose="020B0503020204020204" pitchFamily="34" charset="-122"/>
                <a:ea typeface="微软雅黑" panose="020B0503020204020204" pitchFamily="34" charset="-122"/>
              </a:rPr>
              <a:t>可知性</a:t>
            </a:r>
            <a:endParaRPr lang="zh-CN" sz="2400" kern="1200" dirty="0">
              <a:solidFill>
                <a:schemeClr val="bg1"/>
              </a:solidFill>
              <a:latin typeface="微软雅黑" panose="020B0503020204020204" pitchFamily="34" charset="-122"/>
              <a:ea typeface="微软雅黑" panose="020B0503020204020204" pitchFamily="34" charset="-122"/>
            </a:endParaRPr>
          </a:p>
        </p:txBody>
      </p:sp>
      <p:sp>
        <p:nvSpPr>
          <p:cNvPr id="23" name="Oval 4"/>
          <p:cNvSpPr/>
          <p:nvPr/>
        </p:nvSpPr>
        <p:spPr>
          <a:xfrm>
            <a:off x="1968170" y="4691546"/>
            <a:ext cx="565552" cy="568797"/>
          </a:xfrm>
          <a:prstGeom prst="ellipse">
            <a:avLst/>
          </a:prstGeom>
          <a:solidFill>
            <a:srgbClr val="C00000"/>
          </a:soli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3765"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3</a:t>
            </a:r>
            <a:endParaRPr kumimoji="0" lang="en-US"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24" name="任意多边形: 形状 23"/>
          <p:cNvSpPr/>
          <p:nvPr/>
        </p:nvSpPr>
        <p:spPr>
          <a:xfrm>
            <a:off x="2711624" y="4655137"/>
            <a:ext cx="1871924" cy="641614"/>
          </a:xfrm>
          <a:custGeom>
            <a:avLst/>
            <a:gdLst>
              <a:gd name="connsiteX0" fmla="*/ 0 w 4312457"/>
              <a:gd name="connsiteY0" fmla="*/ 106938 h 641614"/>
              <a:gd name="connsiteX1" fmla="*/ 106938 w 4312457"/>
              <a:gd name="connsiteY1" fmla="*/ 0 h 641614"/>
              <a:gd name="connsiteX2" fmla="*/ 4205519 w 4312457"/>
              <a:gd name="connsiteY2" fmla="*/ 0 h 641614"/>
              <a:gd name="connsiteX3" fmla="*/ 4312457 w 4312457"/>
              <a:gd name="connsiteY3" fmla="*/ 106938 h 641614"/>
              <a:gd name="connsiteX4" fmla="*/ 4312457 w 4312457"/>
              <a:gd name="connsiteY4" fmla="*/ 534676 h 641614"/>
              <a:gd name="connsiteX5" fmla="*/ 4205519 w 4312457"/>
              <a:gd name="connsiteY5" fmla="*/ 641614 h 641614"/>
              <a:gd name="connsiteX6" fmla="*/ 106938 w 4312457"/>
              <a:gd name="connsiteY6" fmla="*/ 641614 h 641614"/>
              <a:gd name="connsiteX7" fmla="*/ 0 w 4312457"/>
              <a:gd name="connsiteY7" fmla="*/ 534676 h 641614"/>
              <a:gd name="connsiteX8" fmla="*/ 0 w 4312457"/>
              <a:gd name="connsiteY8" fmla="*/ 106938 h 641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12457" h="641614">
                <a:moveTo>
                  <a:pt x="0" y="106938"/>
                </a:moveTo>
                <a:cubicBezTo>
                  <a:pt x="0" y="47878"/>
                  <a:pt x="47878" y="0"/>
                  <a:pt x="106938" y="0"/>
                </a:cubicBezTo>
                <a:lnTo>
                  <a:pt x="4205519" y="0"/>
                </a:lnTo>
                <a:cubicBezTo>
                  <a:pt x="4264579" y="0"/>
                  <a:pt x="4312457" y="47878"/>
                  <a:pt x="4312457" y="106938"/>
                </a:cubicBezTo>
                <a:lnTo>
                  <a:pt x="4312457" y="534676"/>
                </a:lnTo>
                <a:cubicBezTo>
                  <a:pt x="4312457" y="593736"/>
                  <a:pt x="4264579" y="641614"/>
                  <a:pt x="4205519" y="641614"/>
                </a:cubicBezTo>
                <a:lnTo>
                  <a:pt x="106938" y="641614"/>
                </a:lnTo>
                <a:cubicBezTo>
                  <a:pt x="47878" y="641614"/>
                  <a:pt x="0" y="593736"/>
                  <a:pt x="0" y="534676"/>
                </a:cubicBezTo>
                <a:lnTo>
                  <a:pt x="0" y="106938"/>
                </a:lnTo>
                <a:close/>
              </a:path>
            </a:pathLst>
          </a:custGeom>
          <a:solidFill>
            <a:srgbClr val="C00000"/>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761" tIns="122761" rIns="122761" bIns="122761" numCol="1" spcCol="1270" anchor="ctr" anchorCtr="0">
            <a:noAutofit/>
          </a:bodyPr>
          <a:lstStyle/>
          <a:p>
            <a:pPr lvl="0" algn="ctr" defTabSz="1066800">
              <a:lnSpc>
                <a:spcPct val="90000"/>
              </a:lnSpc>
              <a:spcBef>
                <a:spcPct val="0"/>
              </a:spcBef>
              <a:spcAft>
                <a:spcPts val="35"/>
              </a:spcAft>
            </a:pPr>
            <a:r>
              <a:rPr lang="zh-CN" altLang="en-US" sz="2400" b="1" dirty="0">
                <a:solidFill>
                  <a:schemeClr val="bg1"/>
                </a:solidFill>
                <a:latin typeface="微软雅黑" panose="020B0503020204020204" pitchFamily="34" charset="-122"/>
                <a:ea typeface="微软雅黑" panose="020B0503020204020204" pitchFamily="34" charset="-122"/>
              </a:rPr>
              <a:t>不确定性</a:t>
            </a:r>
            <a:endParaRPr lang="zh-CN" sz="2400" kern="12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851761" y="364781"/>
            <a:ext cx="263341" cy="395013"/>
            <a:chOff x="5284519" y="1508166"/>
            <a:chExt cx="213756" cy="427512"/>
          </a:xfrm>
        </p:grpSpPr>
        <p:cxnSp>
          <p:nvCxnSpPr>
            <p:cNvPr id="6" name="直接连接符 5"/>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7" name="直接连接符 6"/>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8" name="Rectangle 11"/>
          <p:cNvSpPr>
            <a:spLocks noChangeArrowheads="1"/>
          </p:cNvSpPr>
          <p:nvPr/>
        </p:nvSpPr>
        <p:spPr bwMode="auto">
          <a:xfrm>
            <a:off x="1127475" y="1062347"/>
            <a:ext cx="4167903"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spcAft>
                <a:spcPts val="0"/>
              </a:spcAft>
            </a:pP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rPr>
              <a:t>这里要提醒大家注意的是：</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 name="Oval 4"/>
          <p:cNvSpPr/>
          <p:nvPr/>
        </p:nvSpPr>
        <p:spPr>
          <a:xfrm>
            <a:off x="2163120" y="2351332"/>
            <a:ext cx="565552" cy="568797"/>
          </a:xfrm>
          <a:prstGeom prst="ellipse">
            <a:avLst/>
          </a:prstGeom>
          <a:solidFill>
            <a:srgbClr val="C00000"/>
          </a:soli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3765"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1</a:t>
            </a:r>
            <a:endParaRPr kumimoji="0" lang="en-US"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0" name="Oval 4"/>
          <p:cNvSpPr/>
          <p:nvPr/>
        </p:nvSpPr>
        <p:spPr>
          <a:xfrm>
            <a:off x="2139426" y="3518301"/>
            <a:ext cx="565552" cy="568797"/>
          </a:xfrm>
          <a:prstGeom prst="ellipse">
            <a:avLst/>
          </a:prstGeom>
          <a:solidFill>
            <a:srgbClr val="C00000"/>
          </a:soli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3765"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2</a:t>
            </a:r>
            <a:endParaRPr kumimoji="0" lang="en-US"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1" name="Rectangle 11"/>
          <p:cNvSpPr>
            <a:spLocks noChangeArrowheads="1"/>
          </p:cNvSpPr>
          <p:nvPr/>
        </p:nvSpPr>
        <p:spPr bwMode="auto">
          <a:xfrm>
            <a:off x="3072368" y="2169993"/>
            <a:ext cx="6985779" cy="691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spcAft>
                <a:spcPts val="0"/>
              </a:spcAft>
            </a:pPr>
            <a:r>
              <a:rPr lang="zh-CN" altLang="en-US" sz="2600" b="1" dirty="0">
                <a:solidFill>
                  <a:schemeClr val="tx1">
                    <a:lumMod val="75000"/>
                    <a:lumOff val="25000"/>
                  </a:schemeClr>
                </a:solidFill>
                <a:latin typeface="微软雅黑" panose="020B0503020204020204" pitchFamily="34" charset="-122"/>
                <a:ea typeface="微软雅黑" panose="020B0503020204020204" pitchFamily="34" charset="-122"/>
              </a:rPr>
              <a:t>试验不同，对应的样本空间也不同。</a:t>
            </a:r>
            <a:endParaRPr lang="en-US" altLang="zh-CN" sz="2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2" name="Rectangle 11"/>
          <p:cNvSpPr>
            <a:spLocks noChangeArrowheads="1"/>
          </p:cNvSpPr>
          <p:nvPr/>
        </p:nvSpPr>
        <p:spPr bwMode="auto">
          <a:xfrm>
            <a:off x="3072368" y="3349783"/>
            <a:ext cx="7632144" cy="1291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spcAft>
                <a:spcPts val="0"/>
              </a:spcAft>
            </a:pPr>
            <a:r>
              <a:rPr lang="zh-CN" altLang="en-US" sz="2600" b="1" dirty="0">
                <a:solidFill>
                  <a:schemeClr val="tx1">
                    <a:lumMod val="75000"/>
                    <a:lumOff val="25000"/>
                  </a:schemeClr>
                </a:solidFill>
                <a:latin typeface="微软雅黑" panose="020B0503020204020204" pitchFamily="34" charset="-122"/>
                <a:ea typeface="微软雅黑" panose="020B0503020204020204" pitchFamily="34" charset="-122"/>
              </a:rPr>
              <a:t>同一试验，若试验目的不同，则对应的样本空间也不同。</a:t>
            </a:r>
            <a:endParaRPr lang="zh-CN" altLang="en-US" sz="2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3" name="矩形 12"/>
          <p:cNvSpPr>
            <a:spLocks noChangeArrowheads="1"/>
          </p:cNvSpPr>
          <p:nvPr/>
        </p:nvSpPr>
        <p:spPr bwMode="auto">
          <a:xfrm>
            <a:off x="1406163" y="255069"/>
            <a:ext cx="242189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3765">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二、随机试验</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par>
                                <p:cTn id="15" presetID="35" presetClass="path" presetSubtype="0" decel="40000" fill="hold" grpId="1" nodeType="withEffect">
                                  <p:stCondLst>
                                    <p:cond delay="0"/>
                                  </p:stCondLst>
                                  <p:childTnLst>
                                    <p:animMotion origin="layout" path="M 0.03073 7.40741E-7 L -0.08906 7.40741E-7 " pathEditMode="relative" rAng="0" ptsTypes="AA">
                                      <p:cBhvr>
                                        <p:cTn id="16" dur="500" spd="-100000" fill="hold"/>
                                        <p:tgtEl>
                                          <p:spTgt spid="9"/>
                                        </p:tgtEl>
                                        <p:attrNameLst>
                                          <p:attrName>ppt_x</p:attrName>
                                          <p:attrName>ppt_y</p:attrName>
                                        </p:attrNameLst>
                                      </p:cBhvr>
                                      <p:rCtr x="-5990" y="0"/>
                                    </p:animMotion>
                                  </p:childTnLst>
                                </p:cTn>
                              </p:par>
                            </p:childTnLst>
                          </p:cTn>
                        </p:par>
                        <p:par>
                          <p:cTn id="17" fill="hold">
                            <p:stCondLst>
                              <p:cond delay="500"/>
                            </p:stCondLst>
                            <p:childTnLst>
                              <p:par>
                                <p:cTn id="18" presetID="35" presetClass="path" presetSubtype="0" accel="40000" decel="40000" fill="hold" grpId="2" nodeType="afterEffect">
                                  <p:stCondLst>
                                    <p:cond delay="0"/>
                                  </p:stCondLst>
                                  <p:childTnLst>
                                    <p:animMotion origin="layout" path="M 0.03073 7.40741E-7 L -1.04167E-6 7.40741E-7 " pathEditMode="relative" rAng="0" ptsTypes="AA">
                                      <p:cBhvr>
                                        <p:cTn id="19" dur="500" fill="hold"/>
                                        <p:tgtEl>
                                          <p:spTgt spid="9"/>
                                        </p:tgtEl>
                                        <p:attrNameLst>
                                          <p:attrName>ppt_x</p:attrName>
                                          <p:attrName>ppt_y</p:attrName>
                                        </p:attrNameLst>
                                      </p:cBhvr>
                                      <p:rCtr x="-1536" y="0"/>
                                    </p:animMotion>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500" fill="hold"/>
                                        <p:tgtEl>
                                          <p:spTgt spid="11"/>
                                        </p:tgtEl>
                                        <p:attrNameLst>
                                          <p:attrName>ppt_w</p:attrName>
                                        </p:attrNameLst>
                                      </p:cBhvr>
                                      <p:tavLst>
                                        <p:tav tm="0">
                                          <p:val>
                                            <p:fltVal val="0"/>
                                          </p:val>
                                        </p:tav>
                                        <p:tav tm="100000">
                                          <p:val>
                                            <p:strVal val="#ppt_w"/>
                                          </p:val>
                                        </p:tav>
                                      </p:tavLst>
                                    </p:anim>
                                    <p:anim calcmode="lin" valueType="num">
                                      <p:cBhvr>
                                        <p:cTn id="25" dur="500" fill="hold"/>
                                        <p:tgtEl>
                                          <p:spTgt spid="11"/>
                                        </p:tgtEl>
                                        <p:attrNameLst>
                                          <p:attrName>ppt_h</p:attrName>
                                        </p:attrNameLst>
                                      </p:cBhvr>
                                      <p:tavLst>
                                        <p:tav tm="0">
                                          <p:val>
                                            <p:fltVal val="0"/>
                                          </p:val>
                                        </p:tav>
                                        <p:tav tm="100000">
                                          <p:val>
                                            <p:strVal val="#ppt_h"/>
                                          </p:val>
                                        </p:tav>
                                      </p:tavLst>
                                    </p:anim>
                                    <p:animEffect transition="in" filter="fad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35" presetClass="path" presetSubtype="0" decel="40000" fill="hold" grpId="1" nodeType="withEffect">
                                  <p:stCondLst>
                                    <p:cond delay="0"/>
                                  </p:stCondLst>
                                  <p:childTnLst>
                                    <p:animMotion origin="layout" path="M 0.03073 1.85185E-6 L -0.08906 1.85185E-6 " pathEditMode="relative" rAng="0" ptsTypes="AA">
                                      <p:cBhvr>
                                        <p:cTn id="33" dur="500" spd="-100000" fill="hold"/>
                                        <p:tgtEl>
                                          <p:spTgt spid="10"/>
                                        </p:tgtEl>
                                        <p:attrNameLst>
                                          <p:attrName>ppt_x</p:attrName>
                                          <p:attrName>ppt_y</p:attrName>
                                        </p:attrNameLst>
                                      </p:cBhvr>
                                      <p:rCtr x="-5990" y="0"/>
                                    </p:animMotion>
                                  </p:childTnLst>
                                </p:cTn>
                              </p:par>
                            </p:childTnLst>
                          </p:cTn>
                        </p:par>
                        <p:par>
                          <p:cTn id="34" fill="hold">
                            <p:stCondLst>
                              <p:cond delay="500"/>
                            </p:stCondLst>
                            <p:childTnLst>
                              <p:par>
                                <p:cTn id="35" presetID="35" presetClass="path" presetSubtype="0" accel="40000" decel="40000" fill="hold" grpId="2" nodeType="afterEffect">
                                  <p:stCondLst>
                                    <p:cond delay="0"/>
                                  </p:stCondLst>
                                  <p:childTnLst>
                                    <p:animMotion origin="layout" path="M 0.03073 1.85185E-6 L 2.08333E-6 1.85185E-6 " pathEditMode="relative" rAng="0" ptsTypes="AA">
                                      <p:cBhvr>
                                        <p:cTn id="36" dur="500" fill="hold"/>
                                        <p:tgtEl>
                                          <p:spTgt spid="10"/>
                                        </p:tgtEl>
                                        <p:attrNameLst>
                                          <p:attrName>ppt_x</p:attrName>
                                          <p:attrName>ppt_y</p:attrName>
                                        </p:attrNameLst>
                                      </p:cBhvr>
                                      <p:rCtr x="-1536" y="0"/>
                                    </p:animMotion>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p:cTn id="41" dur="500" fill="hold"/>
                                        <p:tgtEl>
                                          <p:spTgt spid="12"/>
                                        </p:tgtEl>
                                        <p:attrNameLst>
                                          <p:attrName>ppt_w</p:attrName>
                                        </p:attrNameLst>
                                      </p:cBhvr>
                                      <p:tavLst>
                                        <p:tav tm="0">
                                          <p:val>
                                            <p:fltVal val="0"/>
                                          </p:val>
                                        </p:tav>
                                        <p:tav tm="100000">
                                          <p:val>
                                            <p:strVal val="#ppt_w"/>
                                          </p:val>
                                        </p:tav>
                                      </p:tavLst>
                                    </p:anim>
                                    <p:anim calcmode="lin" valueType="num">
                                      <p:cBhvr>
                                        <p:cTn id="42" dur="500" fill="hold"/>
                                        <p:tgtEl>
                                          <p:spTgt spid="12"/>
                                        </p:tgtEl>
                                        <p:attrNameLst>
                                          <p:attrName>ppt_h</p:attrName>
                                        </p:attrNameLst>
                                      </p:cBhvr>
                                      <p:tavLst>
                                        <p:tav tm="0">
                                          <p:val>
                                            <p:fltVal val="0"/>
                                          </p:val>
                                        </p:tav>
                                        <p:tav tm="100000">
                                          <p:val>
                                            <p:strVal val="#ppt_h"/>
                                          </p:val>
                                        </p:tav>
                                      </p:tavLst>
                                    </p:anim>
                                    <p:animEffect transition="in" filter="fade">
                                      <p:cBhvr>
                                        <p:cTn id="4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bldLvl="0" animBg="1"/>
      <p:bldP spid="9" grpId="1" bldLvl="0" animBg="1"/>
      <p:bldP spid="9" grpId="2" bldLvl="0" animBg="1"/>
      <p:bldP spid="10" grpId="0" bldLvl="0" animBg="1"/>
      <p:bldP spid="10" grpId="1" bldLvl="0" animBg="1"/>
      <p:bldP spid="10" grpId="2" bldLvl="0" animBg="1"/>
      <p:bldP spid="11" grpId="0"/>
      <p:bldP spid="1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矩形 1"/>
          <p:cNvSpPr>
            <a:spLocks noChangeArrowheads="1"/>
          </p:cNvSpPr>
          <p:nvPr/>
        </p:nvSpPr>
        <p:spPr bwMode="auto">
          <a:xfrm>
            <a:off x="1335306" y="1196752"/>
            <a:ext cx="9873262" cy="311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spcAft>
                <a:spcPts val="0"/>
              </a:spcAft>
              <a:defRPr/>
            </a:pPr>
            <a:r>
              <a:rPr lang="zh-CN" altLang="en-US" sz="2600" b="1" dirty="0">
                <a:solidFill>
                  <a:schemeClr val="tx1">
                    <a:lumMod val="75000"/>
                    <a:lumOff val="25000"/>
                  </a:schemeClr>
                </a:solidFill>
                <a:ea typeface="微软雅黑" panose="020B0503020204020204" pitchFamily="34" charset="-122"/>
                <a:sym typeface="Times New Roman" panose="02020603050405020304" pitchFamily="18" charset="0"/>
              </a:rPr>
              <a:t>例如，对于同一试验：“将一枚硬币抛掷三次”。</a:t>
            </a:r>
            <a:endParaRPr lang="en-US" altLang="zh-CN" sz="2600" b="1" dirty="0">
              <a:solidFill>
                <a:schemeClr val="tx1">
                  <a:lumMod val="75000"/>
                  <a:lumOff val="25000"/>
                </a:schemeClr>
              </a:solidFill>
              <a:ea typeface="微软雅黑" panose="020B0503020204020204" pitchFamily="34" charset="-122"/>
              <a:sym typeface="Times New Roman" panose="02020603050405020304" pitchFamily="18" charset="0"/>
            </a:endParaRPr>
          </a:p>
          <a:p>
            <a:pPr>
              <a:lnSpc>
                <a:spcPct val="150000"/>
              </a:lnSpc>
              <a:spcBef>
                <a:spcPts val="50"/>
              </a:spcBef>
              <a:spcAft>
                <a:spcPts val="0"/>
              </a:spcAft>
              <a:defRPr/>
            </a:pPr>
            <a:r>
              <a:rPr lang="zh-CN" altLang="en-US" sz="2600" b="1" dirty="0">
                <a:solidFill>
                  <a:schemeClr val="tx1">
                    <a:lumMod val="75000"/>
                    <a:lumOff val="25000"/>
                  </a:schemeClr>
                </a:solidFill>
                <a:ea typeface="微软雅黑" panose="020B0503020204020204" pitchFamily="34" charset="-122"/>
                <a:sym typeface="Times New Roman" panose="02020603050405020304" pitchFamily="18" charset="0"/>
              </a:rPr>
              <a:t>        若观察正面</a:t>
            </a:r>
            <a:r>
              <a:rPr lang="en-US" altLang="zh-CN" sz="2600" b="1" dirty="0">
                <a:solidFill>
                  <a:schemeClr val="tx1">
                    <a:lumMod val="75000"/>
                    <a:lumOff val="25000"/>
                  </a:schemeClr>
                </a:solidFill>
                <a:ea typeface="微软雅黑" panose="020B0503020204020204" pitchFamily="34" charset="-122"/>
                <a:sym typeface="Times New Roman" panose="02020603050405020304" pitchFamily="18" charset="0"/>
              </a:rPr>
              <a:t>H</a:t>
            </a:r>
            <a:r>
              <a:rPr lang="zh-CN" altLang="en-US" sz="2600" b="1" dirty="0">
                <a:solidFill>
                  <a:schemeClr val="tx1">
                    <a:lumMod val="75000"/>
                    <a:lumOff val="25000"/>
                  </a:schemeClr>
                </a:solidFill>
                <a:ea typeface="微软雅黑" panose="020B0503020204020204" pitchFamily="34" charset="-122"/>
                <a:sym typeface="Times New Roman" panose="02020603050405020304" pitchFamily="18" charset="0"/>
              </a:rPr>
              <a:t>、反面</a:t>
            </a:r>
            <a:r>
              <a:rPr lang="en-US" altLang="zh-CN" sz="2600" b="1" dirty="0">
                <a:solidFill>
                  <a:schemeClr val="tx1">
                    <a:lumMod val="75000"/>
                    <a:lumOff val="25000"/>
                  </a:schemeClr>
                </a:solidFill>
                <a:ea typeface="微软雅黑" panose="020B0503020204020204" pitchFamily="34" charset="-122"/>
                <a:sym typeface="Times New Roman" panose="02020603050405020304" pitchFamily="18" charset="0"/>
              </a:rPr>
              <a:t>T</a:t>
            </a:r>
            <a:r>
              <a:rPr lang="zh-CN" altLang="en-US" sz="2600" b="1" dirty="0">
                <a:solidFill>
                  <a:schemeClr val="tx1">
                    <a:lumMod val="75000"/>
                    <a:lumOff val="25000"/>
                  </a:schemeClr>
                </a:solidFill>
                <a:ea typeface="微软雅黑" panose="020B0503020204020204" pitchFamily="34" charset="-122"/>
                <a:sym typeface="Times New Roman" panose="02020603050405020304" pitchFamily="18" charset="0"/>
              </a:rPr>
              <a:t>出现的情况，则样本空间为</a:t>
            </a:r>
            <a:endParaRPr lang="en-US" altLang="zh-CN" sz="2600" b="1" dirty="0">
              <a:solidFill>
                <a:schemeClr val="tx1">
                  <a:lumMod val="75000"/>
                  <a:lumOff val="25000"/>
                </a:schemeClr>
              </a:solidFill>
              <a:ea typeface="微软雅黑" panose="020B0503020204020204" pitchFamily="34" charset="-122"/>
              <a:sym typeface="Times New Roman" panose="02020603050405020304" pitchFamily="18" charset="0"/>
            </a:endParaRPr>
          </a:p>
          <a:p>
            <a:pPr algn="ctr">
              <a:lnSpc>
                <a:spcPct val="150000"/>
              </a:lnSpc>
              <a:spcBef>
                <a:spcPts val="50"/>
              </a:spcBef>
              <a:spcAft>
                <a:spcPts val="0"/>
              </a:spcAft>
              <a:defRPr/>
            </a:pPr>
            <a:r>
              <a:rPr lang="en-US" altLang="zh-CN" sz="2600" b="1" dirty="0">
                <a:solidFill>
                  <a:schemeClr val="tx1">
                    <a:lumMod val="75000"/>
                    <a:lumOff val="25000"/>
                  </a:schemeClr>
                </a:solidFill>
                <a:ea typeface="微软雅黑" panose="020B0503020204020204" pitchFamily="34" charset="-122"/>
                <a:sym typeface="Times New Roman" panose="02020603050405020304" pitchFamily="18" charset="0"/>
              </a:rPr>
              <a:t>S = { HHH,HHT,HTH,THH,TTH,HTT,THT,TTT }</a:t>
            </a:r>
            <a:endParaRPr lang="zh-CN" altLang="en-US" sz="2600" b="1" dirty="0">
              <a:solidFill>
                <a:schemeClr val="tx1">
                  <a:lumMod val="75000"/>
                  <a:lumOff val="25000"/>
                </a:schemeClr>
              </a:solidFill>
              <a:ea typeface="微软雅黑" panose="020B0503020204020204" pitchFamily="34" charset="-122"/>
              <a:sym typeface="Times New Roman" panose="02020603050405020304" pitchFamily="18" charset="0"/>
            </a:endParaRPr>
          </a:p>
          <a:p>
            <a:pPr>
              <a:lnSpc>
                <a:spcPct val="150000"/>
              </a:lnSpc>
              <a:spcBef>
                <a:spcPts val="50"/>
              </a:spcBef>
              <a:spcAft>
                <a:spcPts val="0"/>
              </a:spcAft>
              <a:defRPr/>
            </a:pPr>
            <a:r>
              <a:rPr lang="zh-CN" altLang="en-US" sz="2600" b="1" dirty="0">
                <a:solidFill>
                  <a:schemeClr val="tx1">
                    <a:lumMod val="75000"/>
                    <a:lumOff val="25000"/>
                  </a:schemeClr>
                </a:solidFill>
                <a:ea typeface="微软雅黑" panose="020B0503020204020204" pitchFamily="34" charset="-122"/>
                <a:sym typeface="Times New Roman" panose="02020603050405020304" pitchFamily="18" charset="0"/>
              </a:rPr>
              <a:t>        若观察出现正面的次数，则样本空间为</a:t>
            </a:r>
            <a:endParaRPr lang="en-US" altLang="zh-CN" sz="2600" b="1" dirty="0">
              <a:solidFill>
                <a:schemeClr val="tx1">
                  <a:lumMod val="75000"/>
                  <a:lumOff val="25000"/>
                </a:schemeClr>
              </a:solidFill>
              <a:ea typeface="微软雅黑" panose="020B0503020204020204" pitchFamily="34" charset="-122"/>
              <a:sym typeface="Times New Roman" panose="02020603050405020304" pitchFamily="18" charset="0"/>
            </a:endParaRPr>
          </a:p>
          <a:p>
            <a:pPr algn="ctr">
              <a:lnSpc>
                <a:spcPct val="150000"/>
              </a:lnSpc>
              <a:spcBef>
                <a:spcPts val="50"/>
              </a:spcBef>
              <a:defRPr/>
            </a:pPr>
            <a:r>
              <a:rPr lang="en-US" altLang="zh-CN" sz="2600" b="1" dirty="0">
                <a:solidFill>
                  <a:schemeClr val="tx1">
                    <a:lumMod val="75000"/>
                    <a:lumOff val="25000"/>
                  </a:schemeClr>
                </a:solidFill>
                <a:ea typeface="微软雅黑" panose="020B0503020204020204" pitchFamily="34" charset="-122"/>
                <a:sym typeface="Times New Roman" panose="02020603050405020304" pitchFamily="18" charset="0"/>
              </a:rPr>
              <a:t>S = { 0,1,2,3 }</a:t>
            </a:r>
            <a:endParaRPr lang="zh-CN" altLang="en-US" sz="2600" b="1" dirty="0">
              <a:solidFill>
                <a:schemeClr val="tx1">
                  <a:lumMod val="75000"/>
                  <a:lumOff val="25000"/>
                </a:schemeClr>
              </a:solidFill>
              <a:ea typeface="微软雅黑" panose="020B0503020204020204" pitchFamily="34" charset="-122"/>
              <a:sym typeface="Times New Roman" panose="02020603050405020304" pitchFamily="18" charset="0"/>
            </a:endParaRPr>
          </a:p>
        </p:txBody>
      </p:sp>
      <p:sp>
        <p:nvSpPr>
          <p:cNvPr id="5" name="矩形 4"/>
          <p:cNvSpPr>
            <a:spLocks noChangeArrowheads="1"/>
          </p:cNvSpPr>
          <p:nvPr/>
        </p:nvSpPr>
        <p:spPr bwMode="auto">
          <a:xfrm>
            <a:off x="1406163" y="255069"/>
            <a:ext cx="242189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3765">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三、归纳总结</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cxnSp>
        <p:nvCxnSpPr>
          <p:cNvPr id="6" name="直接连接符 5"/>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851761" y="364781"/>
            <a:ext cx="263341" cy="395013"/>
            <a:chOff x="5284519" y="1508166"/>
            <a:chExt cx="213756" cy="427512"/>
          </a:xfrm>
        </p:grpSpPr>
        <p:cxnSp>
          <p:nvCxnSpPr>
            <p:cNvPr id="8" name="直接连接符 7"/>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9" name="直接连接符 8"/>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0" name="矩形 1"/>
          <p:cNvSpPr>
            <a:spLocks noChangeArrowheads="1"/>
          </p:cNvSpPr>
          <p:nvPr/>
        </p:nvSpPr>
        <p:spPr bwMode="auto">
          <a:xfrm>
            <a:off x="1346870" y="5157192"/>
            <a:ext cx="9364345"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spcAft>
                <a:spcPts val="0"/>
              </a:spcAft>
              <a:defRPr/>
            </a:pP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在同一试验中，观察不同的结果，观察的结果也不同。</a:t>
            </a:r>
            <a:endParaRPr lang="zh-CN" altLang="en-US" b="1" dirty="0">
              <a:solidFill>
                <a:schemeClr val="tx1">
                  <a:lumMod val="75000"/>
                  <a:lumOff val="25000"/>
                </a:schemeClr>
              </a:solidFill>
              <a:ea typeface="微软雅黑" panose="020B0503020204020204" pitchFamily="3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482">
                                            <p:txEl>
                                              <p:pRg st="0" end="0"/>
                                            </p:txEl>
                                          </p:spTgt>
                                        </p:tgtEl>
                                        <p:attrNameLst>
                                          <p:attrName>style.visibility</p:attrName>
                                        </p:attrNameLst>
                                      </p:cBhvr>
                                      <p:to>
                                        <p:strVal val="visible"/>
                                      </p:to>
                                    </p:set>
                                    <p:animEffect transition="in" filter="wipe(left)">
                                      <p:cBhvr>
                                        <p:cTn id="7" dur="500"/>
                                        <p:tgtEl>
                                          <p:spTgt spid="204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482">
                                            <p:txEl>
                                              <p:pRg st="1" end="1"/>
                                            </p:txEl>
                                          </p:spTgt>
                                        </p:tgtEl>
                                        <p:attrNameLst>
                                          <p:attrName>style.visibility</p:attrName>
                                        </p:attrNameLst>
                                      </p:cBhvr>
                                      <p:to>
                                        <p:strVal val="visible"/>
                                      </p:to>
                                    </p:set>
                                    <p:animEffect transition="in" filter="wipe(left)">
                                      <p:cBhvr>
                                        <p:cTn id="12" dur="500"/>
                                        <p:tgtEl>
                                          <p:spTgt spid="2048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482">
                                            <p:txEl>
                                              <p:pRg st="2" end="2"/>
                                            </p:txEl>
                                          </p:spTgt>
                                        </p:tgtEl>
                                        <p:attrNameLst>
                                          <p:attrName>style.visibility</p:attrName>
                                        </p:attrNameLst>
                                      </p:cBhvr>
                                      <p:to>
                                        <p:strVal val="visible"/>
                                      </p:to>
                                    </p:set>
                                    <p:animEffect transition="in" filter="wipe(left)">
                                      <p:cBhvr>
                                        <p:cTn id="17" dur="500"/>
                                        <p:tgtEl>
                                          <p:spTgt spid="2048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482">
                                            <p:txEl>
                                              <p:pRg st="3" end="3"/>
                                            </p:txEl>
                                          </p:spTgt>
                                        </p:tgtEl>
                                        <p:attrNameLst>
                                          <p:attrName>style.visibility</p:attrName>
                                        </p:attrNameLst>
                                      </p:cBhvr>
                                      <p:to>
                                        <p:strVal val="visible"/>
                                      </p:to>
                                    </p:set>
                                    <p:animEffect transition="in" filter="wipe(left)">
                                      <p:cBhvr>
                                        <p:cTn id="22" dur="500"/>
                                        <p:tgtEl>
                                          <p:spTgt spid="2048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482">
                                            <p:txEl>
                                              <p:pRg st="4" end="4"/>
                                            </p:txEl>
                                          </p:spTgt>
                                        </p:tgtEl>
                                        <p:attrNameLst>
                                          <p:attrName>style.visibility</p:attrName>
                                        </p:attrNameLst>
                                      </p:cBhvr>
                                      <p:to>
                                        <p:strVal val="visible"/>
                                      </p:to>
                                    </p:set>
                                    <p:animEffect transition="in" filter="wipe(left)">
                                      <p:cBhvr>
                                        <p:cTn id="27" dur="500"/>
                                        <p:tgtEl>
                                          <p:spTgt spid="2048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build="p"/>
      <p:bldP spid="1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ChangeArrowheads="1"/>
          </p:cNvSpPr>
          <p:nvPr/>
        </p:nvSpPr>
        <p:spPr bwMode="auto">
          <a:xfrm>
            <a:off x="2177358" y="2034529"/>
            <a:ext cx="831215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50000"/>
              </a:lnSpc>
              <a:spcAft>
                <a:spcPts val="0"/>
              </a:spcAft>
            </a:pP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指的是在相同条件下对某随机现象进行的大量重复观测。</a:t>
            </a:r>
            <a:endParaRPr lang="zh-CN" altLang="en-US" b="1" dirty="0">
              <a:solidFill>
                <a:schemeClr val="tx1">
                  <a:lumMod val="75000"/>
                  <a:lumOff val="25000"/>
                </a:schemeClr>
              </a:solidFill>
              <a:ea typeface="微软雅黑" panose="020B0503020204020204" pitchFamily="34" charset="-122"/>
              <a:sym typeface="Times New Roman" panose="02020603050405020304" pitchFamily="18" charset="0"/>
            </a:endParaRPr>
          </a:p>
        </p:txBody>
      </p:sp>
      <p:sp>
        <p:nvSpPr>
          <p:cNvPr id="4" name="矩形 3"/>
          <p:cNvSpPr>
            <a:spLocks noChangeArrowheads="1"/>
          </p:cNvSpPr>
          <p:nvPr/>
        </p:nvSpPr>
        <p:spPr bwMode="auto">
          <a:xfrm>
            <a:off x="2177540" y="1484784"/>
            <a:ext cx="160401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3765">
              <a:spcBef>
                <a:spcPct val="0"/>
              </a:spcBef>
              <a:spcAft>
                <a:spcPts val="0"/>
              </a:spcAft>
              <a:buNone/>
            </a:pPr>
            <a:r>
              <a:rPr lang="zh-CN" altLang="en-US" sz="2800"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随机试验</a:t>
            </a:r>
            <a:endParaRPr lang="zh-CN" altLang="en-US" sz="2800"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sp>
        <p:nvSpPr>
          <p:cNvPr id="5" name="椭圆 4"/>
          <p:cNvSpPr/>
          <p:nvPr/>
        </p:nvSpPr>
        <p:spPr>
          <a:xfrm>
            <a:off x="1392264" y="1398822"/>
            <a:ext cx="695136" cy="695136"/>
          </a:xfrm>
          <a:prstGeom prst="ellipse">
            <a:avLst/>
          </a:prstGeom>
          <a:solidFill>
            <a:srgbClr val="C00000"/>
          </a:solidFill>
          <a:ln w="25400">
            <a:noFill/>
          </a:ln>
          <a:effectLst>
            <a:outerShdw blurRad="1778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4400">
              <a:solidFill>
                <a:srgbClr val="FEFAB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Freeform 207"/>
          <p:cNvSpPr>
            <a:spLocks noEditPoints="1"/>
          </p:cNvSpPr>
          <p:nvPr/>
        </p:nvSpPr>
        <p:spPr bwMode="auto">
          <a:xfrm>
            <a:off x="1553655" y="1593102"/>
            <a:ext cx="361559" cy="316213"/>
          </a:xfrm>
          <a:custGeom>
            <a:avLst/>
            <a:gdLst>
              <a:gd name="T0" fmla="*/ 112 w 128"/>
              <a:gd name="T1" fmla="*/ 60 h 112"/>
              <a:gd name="T2" fmla="*/ 104 w 128"/>
              <a:gd name="T3" fmla="*/ 60 h 112"/>
              <a:gd name="T4" fmla="*/ 104 w 128"/>
              <a:gd name="T5" fmla="*/ 16 h 112"/>
              <a:gd name="T6" fmla="*/ 88 w 128"/>
              <a:gd name="T7" fmla="*/ 0 h 112"/>
              <a:gd name="T8" fmla="*/ 40 w 128"/>
              <a:gd name="T9" fmla="*/ 0 h 112"/>
              <a:gd name="T10" fmla="*/ 24 w 128"/>
              <a:gd name="T11" fmla="*/ 16 h 112"/>
              <a:gd name="T12" fmla="*/ 24 w 128"/>
              <a:gd name="T13" fmla="*/ 52 h 112"/>
              <a:gd name="T14" fmla="*/ 24 w 128"/>
              <a:gd name="T15" fmla="*/ 56 h 112"/>
              <a:gd name="T16" fmla="*/ 24 w 128"/>
              <a:gd name="T17" fmla="*/ 56 h 112"/>
              <a:gd name="T18" fmla="*/ 24 w 128"/>
              <a:gd name="T19" fmla="*/ 60 h 112"/>
              <a:gd name="T20" fmla="*/ 16 w 128"/>
              <a:gd name="T21" fmla="*/ 60 h 112"/>
              <a:gd name="T22" fmla="*/ 0 w 128"/>
              <a:gd name="T23" fmla="*/ 76 h 112"/>
              <a:gd name="T24" fmla="*/ 0 w 128"/>
              <a:gd name="T25" fmla="*/ 84 h 112"/>
              <a:gd name="T26" fmla="*/ 16 w 128"/>
              <a:gd name="T27" fmla="*/ 100 h 112"/>
              <a:gd name="T28" fmla="*/ 25 w 128"/>
              <a:gd name="T29" fmla="*/ 100 h 112"/>
              <a:gd name="T30" fmla="*/ 40 w 128"/>
              <a:gd name="T31" fmla="*/ 112 h 112"/>
              <a:gd name="T32" fmla="*/ 88 w 128"/>
              <a:gd name="T33" fmla="*/ 112 h 112"/>
              <a:gd name="T34" fmla="*/ 103 w 128"/>
              <a:gd name="T35" fmla="*/ 100 h 112"/>
              <a:gd name="T36" fmla="*/ 112 w 128"/>
              <a:gd name="T37" fmla="*/ 100 h 112"/>
              <a:gd name="T38" fmla="*/ 128 w 128"/>
              <a:gd name="T39" fmla="*/ 84 h 112"/>
              <a:gd name="T40" fmla="*/ 128 w 128"/>
              <a:gd name="T41" fmla="*/ 76 h 112"/>
              <a:gd name="T42" fmla="*/ 112 w 128"/>
              <a:gd name="T43" fmla="*/ 60 h 112"/>
              <a:gd name="T44" fmla="*/ 32 w 128"/>
              <a:gd name="T45" fmla="*/ 16 h 112"/>
              <a:gd name="T46" fmla="*/ 40 w 128"/>
              <a:gd name="T47" fmla="*/ 8 h 112"/>
              <a:gd name="T48" fmla="*/ 88 w 128"/>
              <a:gd name="T49" fmla="*/ 8 h 112"/>
              <a:gd name="T50" fmla="*/ 96 w 128"/>
              <a:gd name="T51" fmla="*/ 16 h 112"/>
              <a:gd name="T52" fmla="*/ 96 w 128"/>
              <a:gd name="T53" fmla="*/ 60 h 112"/>
              <a:gd name="T54" fmla="*/ 32 w 128"/>
              <a:gd name="T55" fmla="*/ 60 h 112"/>
              <a:gd name="T56" fmla="*/ 32 w 128"/>
              <a:gd name="T57" fmla="*/ 16 h 112"/>
              <a:gd name="T58" fmla="*/ 88 w 128"/>
              <a:gd name="T59" fmla="*/ 104 h 112"/>
              <a:gd name="T60" fmla="*/ 40 w 128"/>
              <a:gd name="T61" fmla="*/ 104 h 112"/>
              <a:gd name="T62" fmla="*/ 32 w 128"/>
              <a:gd name="T63" fmla="*/ 96 h 112"/>
              <a:gd name="T64" fmla="*/ 40 w 128"/>
              <a:gd name="T65" fmla="*/ 88 h 112"/>
              <a:gd name="T66" fmla="*/ 88 w 128"/>
              <a:gd name="T67" fmla="*/ 88 h 112"/>
              <a:gd name="T68" fmla="*/ 96 w 128"/>
              <a:gd name="T69" fmla="*/ 96 h 112"/>
              <a:gd name="T70" fmla="*/ 88 w 128"/>
              <a:gd name="T71" fmla="*/ 104 h 112"/>
              <a:gd name="T72" fmla="*/ 120 w 128"/>
              <a:gd name="T73" fmla="*/ 84 h 112"/>
              <a:gd name="T74" fmla="*/ 112 w 128"/>
              <a:gd name="T75" fmla="*/ 92 h 112"/>
              <a:gd name="T76" fmla="*/ 103 w 128"/>
              <a:gd name="T77" fmla="*/ 92 h 112"/>
              <a:gd name="T78" fmla="*/ 88 w 128"/>
              <a:gd name="T79" fmla="*/ 80 h 112"/>
              <a:gd name="T80" fmla="*/ 40 w 128"/>
              <a:gd name="T81" fmla="*/ 80 h 112"/>
              <a:gd name="T82" fmla="*/ 25 w 128"/>
              <a:gd name="T83" fmla="*/ 92 h 112"/>
              <a:gd name="T84" fmla="*/ 16 w 128"/>
              <a:gd name="T85" fmla="*/ 92 h 112"/>
              <a:gd name="T86" fmla="*/ 8 w 128"/>
              <a:gd name="T87" fmla="*/ 84 h 112"/>
              <a:gd name="T88" fmla="*/ 8 w 128"/>
              <a:gd name="T89" fmla="*/ 76 h 112"/>
              <a:gd name="T90" fmla="*/ 16 w 128"/>
              <a:gd name="T91" fmla="*/ 68 h 112"/>
              <a:gd name="T92" fmla="*/ 112 w 128"/>
              <a:gd name="T93" fmla="*/ 68 h 112"/>
              <a:gd name="T94" fmla="*/ 120 w 128"/>
              <a:gd name="T95" fmla="*/ 76 h 112"/>
              <a:gd name="T96" fmla="*/ 120 w 128"/>
              <a:gd name="T97" fmla="*/ 8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8" h="112">
                <a:moveTo>
                  <a:pt x="112" y="60"/>
                </a:moveTo>
                <a:cubicBezTo>
                  <a:pt x="104" y="60"/>
                  <a:pt x="104" y="60"/>
                  <a:pt x="104" y="60"/>
                </a:cubicBezTo>
                <a:cubicBezTo>
                  <a:pt x="104" y="16"/>
                  <a:pt x="104" y="16"/>
                  <a:pt x="104" y="16"/>
                </a:cubicBezTo>
                <a:cubicBezTo>
                  <a:pt x="104" y="7"/>
                  <a:pt x="97" y="0"/>
                  <a:pt x="88" y="0"/>
                </a:cubicBezTo>
                <a:cubicBezTo>
                  <a:pt x="40" y="0"/>
                  <a:pt x="40" y="0"/>
                  <a:pt x="40" y="0"/>
                </a:cubicBezTo>
                <a:cubicBezTo>
                  <a:pt x="31" y="0"/>
                  <a:pt x="24" y="7"/>
                  <a:pt x="24" y="16"/>
                </a:cubicBezTo>
                <a:cubicBezTo>
                  <a:pt x="24" y="52"/>
                  <a:pt x="24" y="52"/>
                  <a:pt x="24" y="52"/>
                </a:cubicBezTo>
                <a:cubicBezTo>
                  <a:pt x="24" y="55"/>
                  <a:pt x="24" y="56"/>
                  <a:pt x="24" y="56"/>
                </a:cubicBezTo>
                <a:cubicBezTo>
                  <a:pt x="24" y="56"/>
                  <a:pt x="24" y="56"/>
                  <a:pt x="24" y="56"/>
                </a:cubicBezTo>
                <a:cubicBezTo>
                  <a:pt x="24" y="56"/>
                  <a:pt x="24" y="57"/>
                  <a:pt x="24" y="60"/>
                </a:cubicBezTo>
                <a:cubicBezTo>
                  <a:pt x="16" y="60"/>
                  <a:pt x="16" y="60"/>
                  <a:pt x="16" y="60"/>
                </a:cubicBezTo>
                <a:cubicBezTo>
                  <a:pt x="7" y="60"/>
                  <a:pt x="0" y="67"/>
                  <a:pt x="0" y="76"/>
                </a:cubicBezTo>
                <a:cubicBezTo>
                  <a:pt x="0" y="84"/>
                  <a:pt x="0" y="84"/>
                  <a:pt x="0" y="84"/>
                </a:cubicBezTo>
                <a:cubicBezTo>
                  <a:pt x="0" y="93"/>
                  <a:pt x="7" y="100"/>
                  <a:pt x="16" y="100"/>
                </a:cubicBezTo>
                <a:cubicBezTo>
                  <a:pt x="25" y="100"/>
                  <a:pt x="25" y="100"/>
                  <a:pt x="25" y="100"/>
                </a:cubicBezTo>
                <a:cubicBezTo>
                  <a:pt x="26" y="107"/>
                  <a:pt x="33" y="112"/>
                  <a:pt x="40" y="112"/>
                </a:cubicBezTo>
                <a:cubicBezTo>
                  <a:pt x="88" y="112"/>
                  <a:pt x="88" y="112"/>
                  <a:pt x="88" y="112"/>
                </a:cubicBezTo>
                <a:cubicBezTo>
                  <a:pt x="95" y="112"/>
                  <a:pt x="102" y="107"/>
                  <a:pt x="103" y="100"/>
                </a:cubicBezTo>
                <a:cubicBezTo>
                  <a:pt x="112" y="100"/>
                  <a:pt x="112" y="100"/>
                  <a:pt x="112" y="100"/>
                </a:cubicBezTo>
                <a:cubicBezTo>
                  <a:pt x="121" y="100"/>
                  <a:pt x="128" y="93"/>
                  <a:pt x="128" y="84"/>
                </a:cubicBezTo>
                <a:cubicBezTo>
                  <a:pt x="128" y="76"/>
                  <a:pt x="128" y="76"/>
                  <a:pt x="128" y="76"/>
                </a:cubicBezTo>
                <a:cubicBezTo>
                  <a:pt x="128" y="67"/>
                  <a:pt x="121" y="60"/>
                  <a:pt x="112" y="60"/>
                </a:cubicBezTo>
                <a:close/>
                <a:moveTo>
                  <a:pt x="32" y="16"/>
                </a:moveTo>
                <a:cubicBezTo>
                  <a:pt x="32" y="12"/>
                  <a:pt x="36" y="8"/>
                  <a:pt x="40" y="8"/>
                </a:cubicBezTo>
                <a:cubicBezTo>
                  <a:pt x="88" y="8"/>
                  <a:pt x="88" y="8"/>
                  <a:pt x="88" y="8"/>
                </a:cubicBezTo>
                <a:cubicBezTo>
                  <a:pt x="92" y="8"/>
                  <a:pt x="96" y="12"/>
                  <a:pt x="96" y="16"/>
                </a:cubicBezTo>
                <a:cubicBezTo>
                  <a:pt x="96" y="60"/>
                  <a:pt x="96" y="60"/>
                  <a:pt x="96" y="60"/>
                </a:cubicBezTo>
                <a:cubicBezTo>
                  <a:pt x="32" y="60"/>
                  <a:pt x="32" y="60"/>
                  <a:pt x="32" y="60"/>
                </a:cubicBezTo>
                <a:lnTo>
                  <a:pt x="32" y="16"/>
                </a:lnTo>
                <a:close/>
                <a:moveTo>
                  <a:pt x="88" y="104"/>
                </a:moveTo>
                <a:cubicBezTo>
                  <a:pt x="40" y="104"/>
                  <a:pt x="40" y="104"/>
                  <a:pt x="40" y="104"/>
                </a:cubicBezTo>
                <a:cubicBezTo>
                  <a:pt x="36" y="104"/>
                  <a:pt x="32" y="100"/>
                  <a:pt x="32" y="96"/>
                </a:cubicBezTo>
                <a:cubicBezTo>
                  <a:pt x="32" y="92"/>
                  <a:pt x="36" y="88"/>
                  <a:pt x="40" y="88"/>
                </a:cubicBezTo>
                <a:cubicBezTo>
                  <a:pt x="88" y="88"/>
                  <a:pt x="88" y="88"/>
                  <a:pt x="88" y="88"/>
                </a:cubicBezTo>
                <a:cubicBezTo>
                  <a:pt x="92" y="88"/>
                  <a:pt x="96" y="92"/>
                  <a:pt x="96" y="96"/>
                </a:cubicBezTo>
                <a:cubicBezTo>
                  <a:pt x="96" y="100"/>
                  <a:pt x="92" y="104"/>
                  <a:pt x="88" y="104"/>
                </a:cubicBezTo>
                <a:close/>
                <a:moveTo>
                  <a:pt x="120" y="84"/>
                </a:moveTo>
                <a:cubicBezTo>
                  <a:pt x="120" y="88"/>
                  <a:pt x="116" y="92"/>
                  <a:pt x="112" y="92"/>
                </a:cubicBezTo>
                <a:cubicBezTo>
                  <a:pt x="103" y="92"/>
                  <a:pt x="103" y="92"/>
                  <a:pt x="103" y="92"/>
                </a:cubicBezTo>
                <a:cubicBezTo>
                  <a:pt x="102" y="85"/>
                  <a:pt x="95" y="80"/>
                  <a:pt x="88" y="80"/>
                </a:cubicBezTo>
                <a:cubicBezTo>
                  <a:pt x="40" y="80"/>
                  <a:pt x="40" y="80"/>
                  <a:pt x="40" y="80"/>
                </a:cubicBezTo>
                <a:cubicBezTo>
                  <a:pt x="33" y="80"/>
                  <a:pt x="26" y="85"/>
                  <a:pt x="25" y="92"/>
                </a:cubicBezTo>
                <a:cubicBezTo>
                  <a:pt x="16" y="92"/>
                  <a:pt x="16" y="92"/>
                  <a:pt x="16" y="92"/>
                </a:cubicBezTo>
                <a:cubicBezTo>
                  <a:pt x="12" y="92"/>
                  <a:pt x="8" y="88"/>
                  <a:pt x="8" y="84"/>
                </a:cubicBezTo>
                <a:cubicBezTo>
                  <a:pt x="8" y="76"/>
                  <a:pt x="8" y="76"/>
                  <a:pt x="8" y="76"/>
                </a:cubicBezTo>
                <a:cubicBezTo>
                  <a:pt x="8" y="72"/>
                  <a:pt x="12" y="68"/>
                  <a:pt x="16" y="68"/>
                </a:cubicBezTo>
                <a:cubicBezTo>
                  <a:pt x="112" y="68"/>
                  <a:pt x="112" y="68"/>
                  <a:pt x="112" y="68"/>
                </a:cubicBezTo>
                <a:cubicBezTo>
                  <a:pt x="116" y="68"/>
                  <a:pt x="120" y="72"/>
                  <a:pt x="120" y="76"/>
                </a:cubicBezTo>
                <a:lnTo>
                  <a:pt x="120" y="84"/>
                </a:lnTo>
                <a:close/>
              </a:path>
            </a:pathLst>
          </a:custGeom>
          <a:solidFill>
            <a:srgbClr val="F6F6F6"/>
          </a:solidFill>
          <a:ln>
            <a:noFill/>
          </a:ln>
        </p:spPr>
        <p:txBody>
          <a:bodyPr vert="horz" wrap="square" lIns="91440" tIns="45720" rIns="91440" bIns="45720" numCol="1" anchor="t" anchorCtr="0" compatLnSpc="1"/>
          <a:lstStyle/>
          <a:p>
            <a:endParaRPr lang="zh-CN" altLang="en-US">
              <a:solidFill>
                <a:schemeClr val="tx1">
                  <a:lumMod val="75000"/>
                  <a:lumOff val="2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矩形 6"/>
          <p:cNvSpPr>
            <a:spLocks noChangeArrowheads="1"/>
          </p:cNvSpPr>
          <p:nvPr/>
        </p:nvSpPr>
        <p:spPr bwMode="auto">
          <a:xfrm>
            <a:off x="1406163" y="255069"/>
            <a:ext cx="242189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3765">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二、随机试验</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cxnSp>
        <p:nvCxnSpPr>
          <p:cNvPr id="8"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851761" y="364781"/>
            <a:ext cx="263341" cy="395013"/>
            <a:chOff x="5284519" y="1508166"/>
            <a:chExt cx="213756" cy="427512"/>
          </a:xfrm>
        </p:grpSpPr>
        <p:cxnSp>
          <p:nvCxnSpPr>
            <p:cNvPr id="10" name="直接连接符 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1" name="直接连接符 1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2" name="Rectangle 4"/>
          <p:cNvSpPr>
            <a:spLocks noChangeArrowheads="1"/>
          </p:cNvSpPr>
          <p:nvPr/>
        </p:nvSpPr>
        <p:spPr bwMode="auto">
          <a:xfrm>
            <a:off x="2177358" y="3642454"/>
            <a:ext cx="9046081"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indent="-342900">
              <a:lnSpc>
                <a:spcPct val="150000"/>
              </a:lnSpc>
              <a:spcAft>
                <a:spcPts val="0"/>
              </a:spcAft>
              <a:buFont typeface="Arial" panose="020B0604020202020204" pitchFamily="34" charset="0"/>
              <a:buChar char="•"/>
            </a:pP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随机试验是开展统计分析的基础。</a:t>
            </a:r>
            <a:endParaRPr lang="zh-CN" altLang="en-US" b="1" dirty="0">
              <a:solidFill>
                <a:schemeClr val="tx1">
                  <a:lumMod val="75000"/>
                  <a:lumOff val="25000"/>
                </a:schemeClr>
              </a:solidFill>
              <a:ea typeface="微软雅黑" panose="020B0503020204020204" pitchFamily="34" charset="-122"/>
              <a:sym typeface="Times New Roman" panose="02020603050405020304" pitchFamily="18" charset="0"/>
            </a:endParaRPr>
          </a:p>
          <a:p>
            <a:pPr marL="342900" indent="-342900">
              <a:lnSpc>
                <a:spcPct val="150000"/>
              </a:lnSpc>
              <a:spcBef>
                <a:spcPts val="0"/>
              </a:spcBef>
              <a:buFont typeface="Arial" panose="020B0604020202020204" pitchFamily="34" charset="0"/>
              <a:buChar char="•"/>
            </a:pPr>
            <a:r>
              <a:rPr lang="zh-CN" altLang="en-US" b="1" dirty="0">
                <a:solidFill>
                  <a:schemeClr val="tx1">
                    <a:lumMod val="75000"/>
                    <a:lumOff val="25000"/>
                  </a:schemeClr>
                </a:solidFill>
                <a:ea typeface="微软雅黑" panose="020B0503020204020204" pitchFamily="34" charset="-122"/>
                <a:sym typeface="Times New Roman" panose="02020603050405020304" pitchFamily="18" charset="0"/>
              </a:rPr>
              <a:t>概率统计需要对某随机现象进行大量的重复观测，或在相同条件下重复试验，观察其结果，才能获得统计规律性的认识。</a:t>
            </a:r>
            <a:endParaRPr lang="zh-CN" altLang="en-US" b="1" dirty="0">
              <a:solidFill>
                <a:schemeClr val="tx1">
                  <a:lumMod val="75000"/>
                  <a:lumOff val="25000"/>
                </a:schemeClr>
              </a:solidFill>
              <a:ea typeface="微软雅黑" panose="020B0503020204020204" pitchFamily="34" charset="-122"/>
              <a:sym typeface="Times New Roman" panose="02020603050405020304" pitchFamily="18" charset="0"/>
            </a:endParaRPr>
          </a:p>
        </p:txBody>
      </p:sp>
      <p:sp>
        <p:nvSpPr>
          <p:cNvPr id="13" name="矩形 12"/>
          <p:cNvSpPr>
            <a:spLocks noChangeArrowheads="1"/>
          </p:cNvSpPr>
          <p:nvPr/>
        </p:nvSpPr>
        <p:spPr bwMode="auto">
          <a:xfrm>
            <a:off x="2177358" y="3074665"/>
            <a:ext cx="444881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defTabSz="913765">
              <a:spcBef>
                <a:spcPct val="0"/>
              </a:spcBef>
              <a:spcAft>
                <a:spcPts val="0"/>
              </a:spcAft>
              <a:buNone/>
            </a:pPr>
            <a:r>
              <a:rPr lang="zh-CN" altLang="en-US" sz="2800"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随机试验和概率统计的区别</a:t>
            </a:r>
            <a:endParaRPr lang="zh-CN" altLang="en-US" sz="2800"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sp>
        <p:nvSpPr>
          <p:cNvPr id="14" name="椭圆 13"/>
          <p:cNvSpPr/>
          <p:nvPr/>
        </p:nvSpPr>
        <p:spPr>
          <a:xfrm>
            <a:off x="1392082" y="2988703"/>
            <a:ext cx="695136" cy="695136"/>
          </a:xfrm>
          <a:prstGeom prst="ellipse">
            <a:avLst/>
          </a:prstGeom>
          <a:solidFill>
            <a:srgbClr val="C00000"/>
          </a:solidFill>
          <a:ln w="25400">
            <a:noFill/>
          </a:ln>
          <a:effectLst>
            <a:outerShdw blurRad="1778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4400">
              <a:solidFill>
                <a:srgbClr val="FEFAB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Freeform 207"/>
          <p:cNvSpPr>
            <a:spLocks noEditPoints="1"/>
          </p:cNvSpPr>
          <p:nvPr/>
        </p:nvSpPr>
        <p:spPr bwMode="auto">
          <a:xfrm>
            <a:off x="1553473" y="3182983"/>
            <a:ext cx="361559" cy="316213"/>
          </a:xfrm>
          <a:custGeom>
            <a:avLst/>
            <a:gdLst>
              <a:gd name="T0" fmla="*/ 112 w 128"/>
              <a:gd name="T1" fmla="*/ 60 h 112"/>
              <a:gd name="T2" fmla="*/ 104 w 128"/>
              <a:gd name="T3" fmla="*/ 60 h 112"/>
              <a:gd name="T4" fmla="*/ 104 w 128"/>
              <a:gd name="T5" fmla="*/ 16 h 112"/>
              <a:gd name="T6" fmla="*/ 88 w 128"/>
              <a:gd name="T7" fmla="*/ 0 h 112"/>
              <a:gd name="T8" fmla="*/ 40 w 128"/>
              <a:gd name="T9" fmla="*/ 0 h 112"/>
              <a:gd name="T10" fmla="*/ 24 w 128"/>
              <a:gd name="T11" fmla="*/ 16 h 112"/>
              <a:gd name="T12" fmla="*/ 24 w 128"/>
              <a:gd name="T13" fmla="*/ 52 h 112"/>
              <a:gd name="T14" fmla="*/ 24 w 128"/>
              <a:gd name="T15" fmla="*/ 56 h 112"/>
              <a:gd name="T16" fmla="*/ 24 w 128"/>
              <a:gd name="T17" fmla="*/ 56 h 112"/>
              <a:gd name="T18" fmla="*/ 24 w 128"/>
              <a:gd name="T19" fmla="*/ 60 h 112"/>
              <a:gd name="T20" fmla="*/ 16 w 128"/>
              <a:gd name="T21" fmla="*/ 60 h 112"/>
              <a:gd name="T22" fmla="*/ 0 w 128"/>
              <a:gd name="T23" fmla="*/ 76 h 112"/>
              <a:gd name="T24" fmla="*/ 0 w 128"/>
              <a:gd name="T25" fmla="*/ 84 h 112"/>
              <a:gd name="T26" fmla="*/ 16 w 128"/>
              <a:gd name="T27" fmla="*/ 100 h 112"/>
              <a:gd name="T28" fmla="*/ 25 w 128"/>
              <a:gd name="T29" fmla="*/ 100 h 112"/>
              <a:gd name="T30" fmla="*/ 40 w 128"/>
              <a:gd name="T31" fmla="*/ 112 h 112"/>
              <a:gd name="T32" fmla="*/ 88 w 128"/>
              <a:gd name="T33" fmla="*/ 112 h 112"/>
              <a:gd name="T34" fmla="*/ 103 w 128"/>
              <a:gd name="T35" fmla="*/ 100 h 112"/>
              <a:gd name="T36" fmla="*/ 112 w 128"/>
              <a:gd name="T37" fmla="*/ 100 h 112"/>
              <a:gd name="T38" fmla="*/ 128 w 128"/>
              <a:gd name="T39" fmla="*/ 84 h 112"/>
              <a:gd name="T40" fmla="*/ 128 w 128"/>
              <a:gd name="T41" fmla="*/ 76 h 112"/>
              <a:gd name="T42" fmla="*/ 112 w 128"/>
              <a:gd name="T43" fmla="*/ 60 h 112"/>
              <a:gd name="T44" fmla="*/ 32 w 128"/>
              <a:gd name="T45" fmla="*/ 16 h 112"/>
              <a:gd name="T46" fmla="*/ 40 w 128"/>
              <a:gd name="T47" fmla="*/ 8 h 112"/>
              <a:gd name="T48" fmla="*/ 88 w 128"/>
              <a:gd name="T49" fmla="*/ 8 h 112"/>
              <a:gd name="T50" fmla="*/ 96 w 128"/>
              <a:gd name="T51" fmla="*/ 16 h 112"/>
              <a:gd name="T52" fmla="*/ 96 w 128"/>
              <a:gd name="T53" fmla="*/ 60 h 112"/>
              <a:gd name="T54" fmla="*/ 32 w 128"/>
              <a:gd name="T55" fmla="*/ 60 h 112"/>
              <a:gd name="T56" fmla="*/ 32 w 128"/>
              <a:gd name="T57" fmla="*/ 16 h 112"/>
              <a:gd name="T58" fmla="*/ 88 w 128"/>
              <a:gd name="T59" fmla="*/ 104 h 112"/>
              <a:gd name="T60" fmla="*/ 40 w 128"/>
              <a:gd name="T61" fmla="*/ 104 h 112"/>
              <a:gd name="T62" fmla="*/ 32 w 128"/>
              <a:gd name="T63" fmla="*/ 96 h 112"/>
              <a:gd name="T64" fmla="*/ 40 w 128"/>
              <a:gd name="T65" fmla="*/ 88 h 112"/>
              <a:gd name="T66" fmla="*/ 88 w 128"/>
              <a:gd name="T67" fmla="*/ 88 h 112"/>
              <a:gd name="T68" fmla="*/ 96 w 128"/>
              <a:gd name="T69" fmla="*/ 96 h 112"/>
              <a:gd name="T70" fmla="*/ 88 w 128"/>
              <a:gd name="T71" fmla="*/ 104 h 112"/>
              <a:gd name="T72" fmla="*/ 120 w 128"/>
              <a:gd name="T73" fmla="*/ 84 h 112"/>
              <a:gd name="T74" fmla="*/ 112 w 128"/>
              <a:gd name="T75" fmla="*/ 92 h 112"/>
              <a:gd name="T76" fmla="*/ 103 w 128"/>
              <a:gd name="T77" fmla="*/ 92 h 112"/>
              <a:gd name="T78" fmla="*/ 88 w 128"/>
              <a:gd name="T79" fmla="*/ 80 h 112"/>
              <a:gd name="T80" fmla="*/ 40 w 128"/>
              <a:gd name="T81" fmla="*/ 80 h 112"/>
              <a:gd name="T82" fmla="*/ 25 w 128"/>
              <a:gd name="T83" fmla="*/ 92 h 112"/>
              <a:gd name="T84" fmla="*/ 16 w 128"/>
              <a:gd name="T85" fmla="*/ 92 h 112"/>
              <a:gd name="T86" fmla="*/ 8 w 128"/>
              <a:gd name="T87" fmla="*/ 84 h 112"/>
              <a:gd name="T88" fmla="*/ 8 w 128"/>
              <a:gd name="T89" fmla="*/ 76 h 112"/>
              <a:gd name="T90" fmla="*/ 16 w 128"/>
              <a:gd name="T91" fmla="*/ 68 h 112"/>
              <a:gd name="T92" fmla="*/ 112 w 128"/>
              <a:gd name="T93" fmla="*/ 68 h 112"/>
              <a:gd name="T94" fmla="*/ 120 w 128"/>
              <a:gd name="T95" fmla="*/ 76 h 112"/>
              <a:gd name="T96" fmla="*/ 120 w 128"/>
              <a:gd name="T97" fmla="*/ 8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8" h="112">
                <a:moveTo>
                  <a:pt x="112" y="60"/>
                </a:moveTo>
                <a:cubicBezTo>
                  <a:pt x="104" y="60"/>
                  <a:pt x="104" y="60"/>
                  <a:pt x="104" y="60"/>
                </a:cubicBezTo>
                <a:cubicBezTo>
                  <a:pt x="104" y="16"/>
                  <a:pt x="104" y="16"/>
                  <a:pt x="104" y="16"/>
                </a:cubicBezTo>
                <a:cubicBezTo>
                  <a:pt x="104" y="7"/>
                  <a:pt x="97" y="0"/>
                  <a:pt x="88" y="0"/>
                </a:cubicBezTo>
                <a:cubicBezTo>
                  <a:pt x="40" y="0"/>
                  <a:pt x="40" y="0"/>
                  <a:pt x="40" y="0"/>
                </a:cubicBezTo>
                <a:cubicBezTo>
                  <a:pt x="31" y="0"/>
                  <a:pt x="24" y="7"/>
                  <a:pt x="24" y="16"/>
                </a:cubicBezTo>
                <a:cubicBezTo>
                  <a:pt x="24" y="52"/>
                  <a:pt x="24" y="52"/>
                  <a:pt x="24" y="52"/>
                </a:cubicBezTo>
                <a:cubicBezTo>
                  <a:pt x="24" y="55"/>
                  <a:pt x="24" y="56"/>
                  <a:pt x="24" y="56"/>
                </a:cubicBezTo>
                <a:cubicBezTo>
                  <a:pt x="24" y="56"/>
                  <a:pt x="24" y="56"/>
                  <a:pt x="24" y="56"/>
                </a:cubicBezTo>
                <a:cubicBezTo>
                  <a:pt x="24" y="56"/>
                  <a:pt x="24" y="57"/>
                  <a:pt x="24" y="60"/>
                </a:cubicBezTo>
                <a:cubicBezTo>
                  <a:pt x="16" y="60"/>
                  <a:pt x="16" y="60"/>
                  <a:pt x="16" y="60"/>
                </a:cubicBezTo>
                <a:cubicBezTo>
                  <a:pt x="7" y="60"/>
                  <a:pt x="0" y="67"/>
                  <a:pt x="0" y="76"/>
                </a:cubicBezTo>
                <a:cubicBezTo>
                  <a:pt x="0" y="84"/>
                  <a:pt x="0" y="84"/>
                  <a:pt x="0" y="84"/>
                </a:cubicBezTo>
                <a:cubicBezTo>
                  <a:pt x="0" y="93"/>
                  <a:pt x="7" y="100"/>
                  <a:pt x="16" y="100"/>
                </a:cubicBezTo>
                <a:cubicBezTo>
                  <a:pt x="25" y="100"/>
                  <a:pt x="25" y="100"/>
                  <a:pt x="25" y="100"/>
                </a:cubicBezTo>
                <a:cubicBezTo>
                  <a:pt x="26" y="107"/>
                  <a:pt x="33" y="112"/>
                  <a:pt x="40" y="112"/>
                </a:cubicBezTo>
                <a:cubicBezTo>
                  <a:pt x="88" y="112"/>
                  <a:pt x="88" y="112"/>
                  <a:pt x="88" y="112"/>
                </a:cubicBezTo>
                <a:cubicBezTo>
                  <a:pt x="95" y="112"/>
                  <a:pt x="102" y="107"/>
                  <a:pt x="103" y="100"/>
                </a:cubicBezTo>
                <a:cubicBezTo>
                  <a:pt x="112" y="100"/>
                  <a:pt x="112" y="100"/>
                  <a:pt x="112" y="100"/>
                </a:cubicBezTo>
                <a:cubicBezTo>
                  <a:pt x="121" y="100"/>
                  <a:pt x="128" y="93"/>
                  <a:pt x="128" y="84"/>
                </a:cubicBezTo>
                <a:cubicBezTo>
                  <a:pt x="128" y="76"/>
                  <a:pt x="128" y="76"/>
                  <a:pt x="128" y="76"/>
                </a:cubicBezTo>
                <a:cubicBezTo>
                  <a:pt x="128" y="67"/>
                  <a:pt x="121" y="60"/>
                  <a:pt x="112" y="60"/>
                </a:cubicBezTo>
                <a:close/>
                <a:moveTo>
                  <a:pt x="32" y="16"/>
                </a:moveTo>
                <a:cubicBezTo>
                  <a:pt x="32" y="12"/>
                  <a:pt x="36" y="8"/>
                  <a:pt x="40" y="8"/>
                </a:cubicBezTo>
                <a:cubicBezTo>
                  <a:pt x="88" y="8"/>
                  <a:pt x="88" y="8"/>
                  <a:pt x="88" y="8"/>
                </a:cubicBezTo>
                <a:cubicBezTo>
                  <a:pt x="92" y="8"/>
                  <a:pt x="96" y="12"/>
                  <a:pt x="96" y="16"/>
                </a:cubicBezTo>
                <a:cubicBezTo>
                  <a:pt x="96" y="60"/>
                  <a:pt x="96" y="60"/>
                  <a:pt x="96" y="60"/>
                </a:cubicBezTo>
                <a:cubicBezTo>
                  <a:pt x="32" y="60"/>
                  <a:pt x="32" y="60"/>
                  <a:pt x="32" y="60"/>
                </a:cubicBezTo>
                <a:lnTo>
                  <a:pt x="32" y="16"/>
                </a:lnTo>
                <a:close/>
                <a:moveTo>
                  <a:pt x="88" y="104"/>
                </a:moveTo>
                <a:cubicBezTo>
                  <a:pt x="40" y="104"/>
                  <a:pt x="40" y="104"/>
                  <a:pt x="40" y="104"/>
                </a:cubicBezTo>
                <a:cubicBezTo>
                  <a:pt x="36" y="104"/>
                  <a:pt x="32" y="100"/>
                  <a:pt x="32" y="96"/>
                </a:cubicBezTo>
                <a:cubicBezTo>
                  <a:pt x="32" y="92"/>
                  <a:pt x="36" y="88"/>
                  <a:pt x="40" y="88"/>
                </a:cubicBezTo>
                <a:cubicBezTo>
                  <a:pt x="88" y="88"/>
                  <a:pt x="88" y="88"/>
                  <a:pt x="88" y="88"/>
                </a:cubicBezTo>
                <a:cubicBezTo>
                  <a:pt x="92" y="88"/>
                  <a:pt x="96" y="92"/>
                  <a:pt x="96" y="96"/>
                </a:cubicBezTo>
                <a:cubicBezTo>
                  <a:pt x="96" y="100"/>
                  <a:pt x="92" y="104"/>
                  <a:pt x="88" y="104"/>
                </a:cubicBezTo>
                <a:close/>
                <a:moveTo>
                  <a:pt x="120" y="84"/>
                </a:moveTo>
                <a:cubicBezTo>
                  <a:pt x="120" y="88"/>
                  <a:pt x="116" y="92"/>
                  <a:pt x="112" y="92"/>
                </a:cubicBezTo>
                <a:cubicBezTo>
                  <a:pt x="103" y="92"/>
                  <a:pt x="103" y="92"/>
                  <a:pt x="103" y="92"/>
                </a:cubicBezTo>
                <a:cubicBezTo>
                  <a:pt x="102" y="85"/>
                  <a:pt x="95" y="80"/>
                  <a:pt x="88" y="80"/>
                </a:cubicBezTo>
                <a:cubicBezTo>
                  <a:pt x="40" y="80"/>
                  <a:pt x="40" y="80"/>
                  <a:pt x="40" y="80"/>
                </a:cubicBezTo>
                <a:cubicBezTo>
                  <a:pt x="33" y="80"/>
                  <a:pt x="26" y="85"/>
                  <a:pt x="25" y="92"/>
                </a:cubicBezTo>
                <a:cubicBezTo>
                  <a:pt x="16" y="92"/>
                  <a:pt x="16" y="92"/>
                  <a:pt x="16" y="92"/>
                </a:cubicBezTo>
                <a:cubicBezTo>
                  <a:pt x="12" y="92"/>
                  <a:pt x="8" y="88"/>
                  <a:pt x="8" y="84"/>
                </a:cubicBezTo>
                <a:cubicBezTo>
                  <a:pt x="8" y="76"/>
                  <a:pt x="8" y="76"/>
                  <a:pt x="8" y="76"/>
                </a:cubicBezTo>
                <a:cubicBezTo>
                  <a:pt x="8" y="72"/>
                  <a:pt x="12" y="68"/>
                  <a:pt x="16" y="68"/>
                </a:cubicBezTo>
                <a:cubicBezTo>
                  <a:pt x="112" y="68"/>
                  <a:pt x="112" y="68"/>
                  <a:pt x="112" y="68"/>
                </a:cubicBezTo>
                <a:cubicBezTo>
                  <a:pt x="116" y="68"/>
                  <a:pt x="120" y="72"/>
                  <a:pt x="120" y="76"/>
                </a:cubicBezTo>
                <a:lnTo>
                  <a:pt x="120" y="84"/>
                </a:lnTo>
                <a:close/>
              </a:path>
            </a:pathLst>
          </a:custGeom>
          <a:solidFill>
            <a:srgbClr val="F6F6F6"/>
          </a:solidFill>
          <a:ln>
            <a:noFill/>
          </a:ln>
        </p:spPr>
        <p:txBody>
          <a:bodyPr vert="horz" wrap="square" lIns="91440" tIns="45720" rIns="91440" bIns="45720" numCol="1" anchor="t" anchorCtr="0" compatLnSpc="1"/>
          <a:lstStyle/>
          <a:p>
            <a:endParaRPr lang="zh-CN" altLang="en-US">
              <a:solidFill>
                <a:schemeClr val="tx1">
                  <a:lumMod val="75000"/>
                  <a:lumOff val="2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35" presetClass="path" presetSubtype="0" decel="40000" fill="hold" grpId="1" nodeType="withEffect">
                                  <p:stCondLst>
                                    <p:cond delay="0"/>
                                  </p:stCondLst>
                                  <p:childTnLst>
                                    <p:animMotion origin="layout" path="M 0.03073 3.7037E-7 L -0.08906 3.7037E-7 " pathEditMode="relative" rAng="0" ptsTypes="AA">
                                      <p:cBhvr>
                                        <p:cTn id="9" dur="1000" spd="-100000" fill="hold"/>
                                        <p:tgtEl>
                                          <p:spTgt spid="5"/>
                                        </p:tgtEl>
                                        <p:attrNameLst>
                                          <p:attrName>ppt_x</p:attrName>
                                          <p:attrName>ppt_y</p:attrName>
                                        </p:attrNameLst>
                                      </p:cBhvr>
                                      <p:rCtr x="-5990" y="0"/>
                                    </p:animMotion>
                                  </p:childTnLst>
                                </p:cTn>
                              </p:par>
                              <p:par>
                                <p:cTn id="10" presetID="35" presetClass="path" presetSubtype="0" accel="40000" decel="40000" fill="hold" grpId="2" nodeType="withEffect">
                                  <p:stCondLst>
                                    <p:cond delay="1000"/>
                                  </p:stCondLst>
                                  <p:childTnLst>
                                    <p:animMotion origin="layout" path="M 0.03073 3.7037E-7 L 1.66667E-6 3.7037E-7 " pathEditMode="relative" rAng="0" ptsTypes="AA">
                                      <p:cBhvr>
                                        <p:cTn id="11" dur="750" fill="hold"/>
                                        <p:tgtEl>
                                          <p:spTgt spid="5"/>
                                        </p:tgtEl>
                                        <p:attrNameLst>
                                          <p:attrName>ppt_x</p:attrName>
                                          <p:attrName>ppt_y</p:attrName>
                                        </p:attrNameLst>
                                      </p:cBhvr>
                                      <p:rCtr x="-1536" y="0"/>
                                    </p:animMotion>
                                  </p:childTnLst>
                                </p:cTn>
                              </p:par>
                              <p:par>
                                <p:cTn id="12" presetID="53" presetClass="entr" presetSubtype="16" fill="hold" grpId="0" nodeType="withEffect">
                                  <p:stCondLst>
                                    <p:cond delay="1500"/>
                                  </p:stCondLst>
                                  <p:childTnLst>
                                    <p:set>
                                      <p:cBhvr>
                                        <p:cTn id="13" dur="1" fill="hold">
                                          <p:stCondLst>
                                            <p:cond delay="0"/>
                                          </p:stCondLst>
                                        </p:cTn>
                                        <p:tgtEl>
                                          <p:spTgt spid="6"/>
                                        </p:tgtEl>
                                        <p:attrNameLst>
                                          <p:attrName>style.visibility</p:attrName>
                                        </p:attrNameLst>
                                      </p:cBhvr>
                                      <p:to>
                                        <p:strVal val="visible"/>
                                      </p:to>
                                    </p:set>
                                    <p:anim calcmode="lin" valueType="num">
                                      <p:cBhvr>
                                        <p:cTn id="14" dur="750" fill="hold"/>
                                        <p:tgtEl>
                                          <p:spTgt spid="6"/>
                                        </p:tgtEl>
                                        <p:attrNameLst>
                                          <p:attrName>ppt_w</p:attrName>
                                        </p:attrNameLst>
                                      </p:cBhvr>
                                      <p:tavLst>
                                        <p:tav tm="0">
                                          <p:val>
                                            <p:fltVal val="0"/>
                                          </p:val>
                                        </p:tav>
                                        <p:tav tm="100000">
                                          <p:val>
                                            <p:strVal val="#ppt_w"/>
                                          </p:val>
                                        </p:tav>
                                      </p:tavLst>
                                    </p:anim>
                                    <p:anim calcmode="lin" valueType="num">
                                      <p:cBhvr>
                                        <p:cTn id="15" dur="750" fill="hold"/>
                                        <p:tgtEl>
                                          <p:spTgt spid="6"/>
                                        </p:tgtEl>
                                        <p:attrNameLst>
                                          <p:attrName>ppt_h</p:attrName>
                                        </p:attrNameLst>
                                      </p:cBhvr>
                                      <p:tavLst>
                                        <p:tav tm="0">
                                          <p:val>
                                            <p:fltVal val="0"/>
                                          </p:val>
                                        </p:tav>
                                        <p:tav tm="100000">
                                          <p:val>
                                            <p:strVal val="#ppt_h"/>
                                          </p:val>
                                        </p:tav>
                                      </p:tavLst>
                                    </p:anim>
                                    <p:animEffect transition="in" filter="fade">
                                      <p:cBhvr>
                                        <p:cTn id="16" dur="75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iterate type="lt">
                                    <p:tmPct val="30000"/>
                                  </p:iterate>
                                  <p:childTnLst>
                                    <p:set>
                                      <p:cBhvr>
                                        <p:cTn id="20" dur="1" fill="hold">
                                          <p:stCondLst>
                                            <p:cond delay="0"/>
                                          </p:stCondLst>
                                        </p:cTn>
                                        <p:tgtEl>
                                          <p:spTgt spid="4"/>
                                        </p:tgtEl>
                                        <p:attrNameLst>
                                          <p:attrName>style.visibility</p:attrName>
                                        </p:attrNameLst>
                                      </p:cBhvr>
                                      <p:to>
                                        <p:strVal val="visible"/>
                                      </p:to>
                                    </p:set>
                                    <p:animEffect transition="in" filter="wipe(left)">
                                      <p:cBhvr>
                                        <p:cTn id="21" dur="10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iterate type="lt">
                                    <p:tmPct val="30000"/>
                                  </p:iterate>
                                  <p:childTnLst>
                                    <p:set>
                                      <p:cBhvr>
                                        <p:cTn id="25" dur="1" fill="hold">
                                          <p:stCondLst>
                                            <p:cond delay="0"/>
                                          </p:stCondLst>
                                        </p:cTn>
                                        <p:tgtEl>
                                          <p:spTgt spid="3"/>
                                        </p:tgtEl>
                                        <p:attrNameLst>
                                          <p:attrName>style.visibility</p:attrName>
                                        </p:attrNameLst>
                                      </p:cBhvr>
                                      <p:to>
                                        <p:strVal val="visible"/>
                                      </p:to>
                                    </p:set>
                                    <p:animEffect transition="in" filter="wipe(left)">
                                      <p:cBhvr>
                                        <p:cTn id="26" dur="10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iterate type="lt">
                                    <p:tmPct val="30000"/>
                                  </p:iterate>
                                  <p:childTnLst>
                                    <p:set>
                                      <p:cBhvr>
                                        <p:cTn id="30" dur="1" fill="hold">
                                          <p:stCondLst>
                                            <p:cond delay="0"/>
                                          </p:stCondLst>
                                        </p:cTn>
                                        <p:tgtEl>
                                          <p:spTgt spid="12"/>
                                        </p:tgtEl>
                                        <p:attrNameLst>
                                          <p:attrName>style.visibility</p:attrName>
                                        </p:attrNameLst>
                                      </p:cBhvr>
                                      <p:to>
                                        <p:strVal val="visible"/>
                                      </p:to>
                                    </p:set>
                                    <p:animEffect transition="in" filter="wipe(left)">
                                      <p:cBhvr>
                                        <p:cTn id="31" dur="10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35" presetClass="path" presetSubtype="0" decel="40000" fill="hold" grpId="1" nodeType="withEffect">
                                  <p:stCondLst>
                                    <p:cond delay="0"/>
                                  </p:stCondLst>
                                  <p:childTnLst>
                                    <p:animMotion origin="layout" path="M 0.03073 -4.07407E-6 L -0.08906 -4.07407E-6 " pathEditMode="relative" rAng="0" ptsTypes="AA">
                                      <p:cBhvr>
                                        <p:cTn id="36" dur="1000" spd="-100000" fill="hold"/>
                                        <p:tgtEl>
                                          <p:spTgt spid="14"/>
                                        </p:tgtEl>
                                        <p:attrNameLst>
                                          <p:attrName>ppt_x</p:attrName>
                                          <p:attrName>ppt_y</p:attrName>
                                        </p:attrNameLst>
                                      </p:cBhvr>
                                      <p:rCtr x="-5990" y="0"/>
                                    </p:animMotion>
                                  </p:childTnLst>
                                </p:cTn>
                              </p:par>
                              <p:par>
                                <p:cTn id="37" presetID="35" presetClass="path" presetSubtype="0" accel="40000" decel="40000" fill="hold" grpId="2" nodeType="withEffect">
                                  <p:stCondLst>
                                    <p:cond delay="1000"/>
                                  </p:stCondLst>
                                  <p:childTnLst>
                                    <p:animMotion origin="layout" path="M 0.03073 -4.07407E-6 L 1.66667E-6 -4.07407E-6 " pathEditMode="relative" rAng="0" ptsTypes="AA">
                                      <p:cBhvr>
                                        <p:cTn id="38" dur="750" fill="hold"/>
                                        <p:tgtEl>
                                          <p:spTgt spid="14"/>
                                        </p:tgtEl>
                                        <p:attrNameLst>
                                          <p:attrName>ppt_x</p:attrName>
                                          <p:attrName>ppt_y</p:attrName>
                                        </p:attrNameLst>
                                      </p:cBhvr>
                                      <p:rCtr x="-1536" y="0"/>
                                    </p:animMotion>
                                  </p:childTnLst>
                                </p:cTn>
                              </p:par>
                              <p:par>
                                <p:cTn id="39" presetID="53" presetClass="entr" presetSubtype="16" fill="hold" grpId="0" nodeType="withEffect">
                                  <p:stCondLst>
                                    <p:cond delay="1500"/>
                                  </p:stCondLst>
                                  <p:childTnLst>
                                    <p:set>
                                      <p:cBhvr>
                                        <p:cTn id="40" dur="1" fill="hold">
                                          <p:stCondLst>
                                            <p:cond delay="0"/>
                                          </p:stCondLst>
                                        </p:cTn>
                                        <p:tgtEl>
                                          <p:spTgt spid="15"/>
                                        </p:tgtEl>
                                        <p:attrNameLst>
                                          <p:attrName>style.visibility</p:attrName>
                                        </p:attrNameLst>
                                      </p:cBhvr>
                                      <p:to>
                                        <p:strVal val="visible"/>
                                      </p:to>
                                    </p:set>
                                    <p:anim calcmode="lin" valueType="num">
                                      <p:cBhvr>
                                        <p:cTn id="41" dur="750" fill="hold"/>
                                        <p:tgtEl>
                                          <p:spTgt spid="15"/>
                                        </p:tgtEl>
                                        <p:attrNameLst>
                                          <p:attrName>ppt_w</p:attrName>
                                        </p:attrNameLst>
                                      </p:cBhvr>
                                      <p:tavLst>
                                        <p:tav tm="0">
                                          <p:val>
                                            <p:fltVal val="0"/>
                                          </p:val>
                                        </p:tav>
                                        <p:tav tm="100000">
                                          <p:val>
                                            <p:strVal val="#ppt_w"/>
                                          </p:val>
                                        </p:tav>
                                      </p:tavLst>
                                    </p:anim>
                                    <p:anim calcmode="lin" valueType="num">
                                      <p:cBhvr>
                                        <p:cTn id="42" dur="750" fill="hold"/>
                                        <p:tgtEl>
                                          <p:spTgt spid="15"/>
                                        </p:tgtEl>
                                        <p:attrNameLst>
                                          <p:attrName>ppt_h</p:attrName>
                                        </p:attrNameLst>
                                      </p:cBhvr>
                                      <p:tavLst>
                                        <p:tav tm="0">
                                          <p:val>
                                            <p:fltVal val="0"/>
                                          </p:val>
                                        </p:tav>
                                        <p:tav tm="100000">
                                          <p:val>
                                            <p:strVal val="#ppt_h"/>
                                          </p:val>
                                        </p:tav>
                                      </p:tavLst>
                                    </p:anim>
                                    <p:animEffect transition="in" filter="fade">
                                      <p:cBhvr>
                                        <p:cTn id="43" dur="750"/>
                                        <p:tgtEl>
                                          <p:spTgt spid="1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iterate type="lt">
                                    <p:tmPct val="30000"/>
                                  </p:iterate>
                                  <p:childTnLst>
                                    <p:set>
                                      <p:cBhvr>
                                        <p:cTn id="47" dur="1" fill="hold">
                                          <p:stCondLst>
                                            <p:cond delay="0"/>
                                          </p:stCondLst>
                                        </p:cTn>
                                        <p:tgtEl>
                                          <p:spTgt spid="13"/>
                                        </p:tgtEl>
                                        <p:attrNameLst>
                                          <p:attrName>style.visibility</p:attrName>
                                        </p:attrNameLst>
                                      </p:cBhvr>
                                      <p:to>
                                        <p:strVal val="visible"/>
                                      </p:to>
                                    </p:set>
                                    <p:animEffect transition="in" filter="wipe(left)">
                                      <p:cBhvr>
                                        <p:cTn id="48"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bldLvl="0" animBg="1"/>
      <p:bldP spid="5" grpId="1" bldLvl="0" animBg="1"/>
      <p:bldP spid="5" grpId="2" bldLvl="0" animBg="1"/>
      <p:bldP spid="6" grpId="0" bldLvl="0" animBg="1"/>
      <p:bldP spid="12" grpId="0"/>
      <p:bldP spid="13" grpId="0"/>
      <p:bldP spid="14" grpId="0" bldLvl="0" animBg="1"/>
      <p:bldP spid="14" grpId="1" bldLvl="0" animBg="1"/>
      <p:bldP spid="14" grpId="2" bldLvl="0" animBg="1"/>
      <p:bldP spid="15"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2" y="2077753"/>
            <a:ext cx="12191998" cy="2841660"/>
          </a:xfrm>
          <a:prstGeom prst="rect">
            <a:avLst/>
          </a:prstGeom>
          <a:gradFill flip="none" rotWithShape="1">
            <a:gsLst>
              <a:gs pos="29000">
                <a:srgbClr val="B91319"/>
              </a:gs>
              <a:gs pos="0">
                <a:srgbClr val="DC1218"/>
              </a:gs>
              <a:gs pos="79000">
                <a:srgbClr val="9E0E18"/>
              </a:gs>
              <a:gs pos="58000">
                <a:srgbClr val="A61319"/>
              </a:gs>
              <a:gs pos="100000">
                <a:srgbClr val="901518"/>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97" name="组合 7"/>
          <p:cNvGrpSpPr/>
          <p:nvPr/>
        </p:nvGrpSpPr>
        <p:grpSpPr bwMode="auto">
          <a:xfrm>
            <a:off x="3886184" y="2495917"/>
            <a:ext cx="4559681" cy="2335482"/>
            <a:chOff x="0" y="-1"/>
            <a:chExt cx="7767664" cy="3827470"/>
          </a:xfrm>
          <a:solidFill>
            <a:schemeClr val="bg1">
              <a:lumMod val="95000"/>
              <a:alpha val="12000"/>
            </a:schemeClr>
          </a:solidFill>
        </p:grpSpPr>
        <p:sp>
          <p:nvSpPr>
            <p:cNvPr id="198" name="Freeform 4"/>
            <p:cNvSpPr>
              <a:spLocks noChangeArrowheads="1"/>
            </p:cNvSpPr>
            <p:nvPr/>
          </p:nvSpPr>
          <p:spPr bwMode="auto">
            <a:xfrm>
              <a:off x="3898913" y="2844804"/>
              <a:ext cx="276226" cy="273050"/>
            </a:xfrm>
            <a:custGeom>
              <a:avLst/>
              <a:gdLst>
                <a:gd name="T0" fmla="*/ 53 w 144"/>
                <a:gd name="T1" fmla="*/ 137 h 143"/>
                <a:gd name="T2" fmla="*/ 60 w 144"/>
                <a:gd name="T3" fmla="*/ 133 h 143"/>
                <a:gd name="T4" fmla="*/ 66 w 144"/>
                <a:gd name="T5" fmla="*/ 141 h 143"/>
                <a:gd name="T6" fmla="*/ 80 w 144"/>
                <a:gd name="T7" fmla="*/ 141 h 143"/>
                <a:gd name="T8" fmla="*/ 87 w 144"/>
                <a:gd name="T9" fmla="*/ 134 h 143"/>
                <a:gd name="T10" fmla="*/ 87 w 144"/>
                <a:gd name="T11" fmla="*/ 59 h 143"/>
                <a:gd name="T12" fmla="*/ 99 w 144"/>
                <a:gd name="T13" fmla="*/ 55 h 143"/>
                <a:gd name="T14" fmla="*/ 99 w 144"/>
                <a:gd name="T15" fmla="*/ 16 h 143"/>
                <a:gd name="T16" fmla="*/ 109 w 144"/>
                <a:gd name="T17" fmla="*/ 15 h 143"/>
                <a:gd name="T18" fmla="*/ 122 w 144"/>
                <a:gd name="T19" fmla="*/ 11 h 143"/>
                <a:gd name="T20" fmla="*/ 128 w 144"/>
                <a:gd name="T21" fmla="*/ 16 h 143"/>
                <a:gd name="T22" fmla="*/ 136 w 144"/>
                <a:gd name="T23" fmla="*/ 11 h 143"/>
                <a:gd name="T24" fmla="*/ 144 w 144"/>
                <a:gd name="T25" fmla="*/ 9 h 143"/>
                <a:gd name="T26" fmla="*/ 143 w 144"/>
                <a:gd name="T27" fmla="*/ 6 h 143"/>
                <a:gd name="T28" fmla="*/ 119 w 144"/>
                <a:gd name="T29" fmla="*/ 8 h 143"/>
                <a:gd name="T30" fmla="*/ 102 w 144"/>
                <a:gd name="T31" fmla="*/ 9 h 143"/>
                <a:gd name="T32" fmla="*/ 77 w 144"/>
                <a:gd name="T33" fmla="*/ 9 h 143"/>
                <a:gd name="T34" fmla="*/ 73 w 144"/>
                <a:gd name="T35" fmla="*/ 5 h 143"/>
                <a:gd name="T36" fmla="*/ 34 w 144"/>
                <a:gd name="T37" fmla="*/ 5 h 143"/>
                <a:gd name="T38" fmla="*/ 24 w 144"/>
                <a:gd name="T39" fmla="*/ 3 h 143"/>
                <a:gd name="T40" fmla="*/ 13 w 144"/>
                <a:gd name="T41" fmla="*/ 2 h 143"/>
                <a:gd name="T42" fmla="*/ 8 w 144"/>
                <a:gd name="T43" fmla="*/ 0 h 143"/>
                <a:gd name="T44" fmla="*/ 4 w 144"/>
                <a:gd name="T45" fmla="*/ 3 h 143"/>
                <a:gd name="T46" fmla="*/ 1 w 144"/>
                <a:gd name="T47" fmla="*/ 3 h 143"/>
                <a:gd name="T48" fmla="*/ 7 w 144"/>
                <a:gd name="T49" fmla="*/ 18 h 143"/>
                <a:gd name="T50" fmla="*/ 18 w 144"/>
                <a:gd name="T51" fmla="*/ 41 h 143"/>
                <a:gd name="T52" fmla="*/ 29 w 144"/>
                <a:gd name="T53" fmla="*/ 65 h 143"/>
                <a:gd name="T54" fmla="*/ 30 w 144"/>
                <a:gd name="T55" fmla="*/ 84 h 143"/>
                <a:gd name="T56" fmla="*/ 34 w 144"/>
                <a:gd name="T57" fmla="*/ 101 h 143"/>
                <a:gd name="T58" fmla="*/ 42 w 144"/>
                <a:gd name="T59" fmla="*/ 129 h 143"/>
                <a:gd name="T60" fmla="*/ 49 w 144"/>
                <a:gd name="T61" fmla="*/ 138 h 143"/>
                <a:gd name="T62" fmla="*/ 53 w 144"/>
                <a:gd name="T63" fmla="*/ 137 h 14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44"/>
                <a:gd name="T97" fmla="*/ 0 h 143"/>
                <a:gd name="T98" fmla="*/ 144 w 144"/>
                <a:gd name="T99" fmla="*/ 143 h 14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44" h="143">
                  <a:moveTo>
                    <a:pt x="53" y="137"/>
                  </a:moveTo>
                  <a:cubicBezTo>
                    <a:pt x="53" y="134"/>
                    <a:pt x="57" y="130"/>
                    <a:pt x="60" y="133"/>
                  </a:cubicBezTo>
                  <a:cubicBezTo>
                    <a:pt x="62" y="137"/>
                    <a:pt x="61" y="141"/>
                    <a:pt x="66" y="141"/>
                  </a:cubicBezTo>
                  <a:cubicBezTo>
                    <a:pt x="70" y="141"/>
                    <a:pt x="79" y="143"/>
                    <a:pt x="80" y="141"/>
                  </a:cubicBezTo>
                  <a:cubicBezTo>
                    <a:pt x="81" y="139"/>
                    <a:pt x="87" y="137"/>
                    <a:pt x="87" y="134"/>
                  </a:cubicBezTo>
                  <a:cubicBezTo>
                    <a:pt x="87" y="130"/>
                    <a:pt x="87" y="62"/>
                    <a:pt x="87" y="59"/>
                  </a:cubicBezTo>
                  <a:cubicBezTo>
                    <a:pt x="87" y="57"/>
                    <a:pt x="99" y="59"/>
                    <a:pt x="99" y="55"/>
                  </a:cubicBezTo>
                  <a:cubicBezTo>
                    <a:pt x="99" y="51"/>
                    <a:pt x="99" y="16"/>
                    <a:pt x="99" y="16"/>
                  </a:cubicBezTo>
                  <a:cubicBezTo>
                    <a:pt x="99" y="16"/>
                    <a:pt x="107" y="16"/>
                    <a:pt x="109" y="15"/>
                  </a:cubicBezTo>
                  <a:cubicBezTo>
                    <a:pt x="112" y="14"/>
                    <a:pt x="120" y="10"/>
                    <a:pt x="122" y="11"/>
                  </a:cubicBezTo>
                  <a:cubicBezTo>
                    <a:pt x="124" y="13"/>
                    <a:pt x="127" y="17"/>
                    <a:pt x="128" y="16"/>
                  </a:cubicBezTo>
                  <a:cubicBezTo>
                    <a:pt x="129" y="14"/>
                    <a:pt x="133" y="11"/>
                    <a:pt x="136" y="11"/>
                  </a:cubicBezTo>
                  <a:cubicBezTo>
                    <a:pt x="138" y="11"/>
                    <a:pt x="141" y="10"/>
                    <a:pt x="144" y="9"/>
                  </a:cubicBezTo>
                  <a:cubicBezTo>
                    <a:pt x="143" y="8"/>
                    <a:pt x="143" y="7"/>
                    <a:pt x="143" y="6"/>
                  </a:cubicBezTo>
                  <a:cubicBezTo>
                    <a:pt x="143" y="4"/>
                    <a:pt x="122" y="7"/>
                    <a:pt x="119" y="8"/>
                  </a:cubicBezTo>
                  <a:cubicBezTo>
                    <a:pt x="116" y="9"/>
                    <a:pt x="105" y="11"/>
                    <a:pt x="102" y="9"/>
                  </a:cubicBezTo>
                  <a:cubicBezTo>
                    <a:pt x="98" y="8"/>
                    <a:pt x="77" y="9"/>
                    <a:pt x="77" y="9"/>
                  </a:cubicBezTo>
                  <a:cubicBezTo>
                    <a:pt x="73" y="5"/>
                    <a:pt x="73" y="5"/>
                    <a:pt x="73" y="5"/>
                  </a:cubicBezTo>
                  <a:cubicBezTo>
                    <a:pt x="73" y="5"/>
                    <a:pt x="38" y="5"/>
                    <a:pt x="34" y="5"/>
                  </a:cubicBezTo>
                  <a:cubicBezTo>
                    <a:pt x="30" y="5"/>
                    <a:pt x="27" y="5"/>
                    <a:pt x="24" y="3"/>
                  </a:cubicBezTo>
                  <a:cubicBezTo>
                    <a:pt x="20" y="0"/>
                    <a:pt x="17" y="0"/>
                    <a:pt x="13" y="2"/>
                  </a:cubicBezTo>
                  <a:cubicBezTo>
                    <a:pt x="9" y="4"/>
                    <a:pt x="11" y="0"/>
                    <a:pt x="8" y="0"/>
                  </a:cubicBezTo>
                  <a:cubicBezTo>
                    <a:pt x="5" y="0"/>
                    <a:pt x="4" y="3"/>
                    <a:pt x="4" y="3"/>
                  </a:cubicBezTo>
                  <a:cubicBezTo>
                    <a:pt x="1" y="3"/>
                    <a:pt x="1" y="3"/>
                    <a:pt x="1" y="3"/>
                  </a:cubicBezTo>
                  <a:cubicBezTo>
                    <a:pt x="0" y="7"/>
                    <a:pt x="3" y="13"/>
                    <a:pt x="7" y="18"/>
                  </a:cubicBezTo>
                  <a:cubicBezTo>
                    <a:pt x="11" y="23"/>
                    <a:pt x="15" y="33"/>
                    <a:pt x="18" y="41"/>
                  </a:cubicBezTo>
                  <a:cubicBezTo>
                    <a:pt x="20" y="49"/>
                    <a:pt x="28" y="59"/>
                    <a:pt x="29" y="65"/>
                  </a:cubicBezTo>
                  <a:cubicBezTo>
                    <a:pt x="31" y="71"/>
                    <a:pt x="28" y="80"/>
                    <a:pt x="30" y="84"/>
                  </a:cubicBezTo>
                  <a:cubicBezTo>
                    <a:pt x="32" y="88"/>
                    <a:pt x="33" y="95"/>
                    <a:pt x="34" y="101"/>
                  </a:cubicBezTo>
                  <a:cubicBezTo>
                    <a:pt x="35" y="108"/>
                    <a:pt x="35" y="123"/>
                    <a:pt x="42" y="129"/>
                  </a:cubicBezTo>
                  <a:cubicBezTo>
                    <a:pt x="44" y="131"/>
                    <a:pt x="46" y="134"/>
                    <a:pt x="49" y="138"/>
                  </a:cubicBezTo>
                  <a:cubicBezTo>
                    <a:pt x="51" y="138"/>
                    <a:pt x="53" y="138"/>
                    <a:pt x="53" y="137"/>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9" name="Freeform 5"/>
            <p:cNvSpPr>
              <a:spLocks noChangeArrowheads="1"/>
            </p:cNvSpPr>
            <p:nvPr/>
          </p:nvSpPr>
          <p:spPr bwMode="auto">
            <a:xfrm>
              <a:off x="4175139" y="2813054"/>
              <a:ext cx="171451" cy="149225"/>
            </a:xfrm>
            <a:custGeom>
              <a:avLst/>
              <a:gdLst>
                <a:gd name="T0" fmla="*/ 59 w 90"/>
                <a:gd name="T1" fmla="*/ 4 h 78"/>
                <a:gd name="T2" fmla="*/ 58 w 90"/>
                <a:gd name="T3" fmla="*/ 0 h 78"/>
                <a:gd name="T4" fmla="*/ 48 w 90"/>
                <a:gd name="T5" fmla="*/ 0 h 78"/>
                <a:gd name="T6" fmla="*/ 42 w 90"/>
                <a:gd name="T7" fmla="*/ 6 h 78"/>
                <a:gd name="T8" fmla="*/ 31 w 90"/>
                <a:gd name="T9" fmla="*/ 14 h 78"/>
                <a:gd name="T10" fmla="*/ 20 w 90"/>
                <a:gd name="T11" fmla="*/ 27 h 78"/>
                <a:gd name="T12" fmla="*/ 5 w 90"/>
                <a:gd name="T13" fmla="*/ 24 h 78"/>
                <a:gd name="T14" fmla="*/ 0 w 90"/>
                <a:gd name="T15" fmla="*/ 25 h 78"/>
                <a:gd name="T16" fmla="*/ 6 w 90"/>
                <a:gd name="T17" fmla="*/ 31 h 78"/>
                <a:gd name="T18" fmla="*/ 12 w 90"/>
                <a:gd name="T19" fmla="*/ 45 h 78"/>
                <a:gd name="T20" fmla="*/ 23 w 90"/>
                <a:gd name="T21" fmla="*/ 53 h 78"/>
                <a:gd name="T22" fmla="*/ 28 w 90"/>
                <a:gd name="T23" fmla="*/ 61 h 78"/>
                <a:gd name="T24" fmla="*/ 36 w 90"/>
                <a:gd name="T25" fmla="*/ 69 h 78"/>
                <a:gd name="T26" fmla="*/ 44 w 90"/>
                <a:gd name="T27" fmla="*/ 74 h 78"/>
                <a:gd name="T28" fmla="*/ 55 w 90"/>
                <a:gd name="T29" fmla="*/ 76 h 78"/>
                <a:gd name="T30" fmla="*/ 67 w 90"/>
                <a:gd name="T31" fmla="*/ 78 h 78"/>
                <a:gd name="T32" fmla="*/ 79 w 90"/>
                <a:gd name="T33" fmla="*/ 67 h 78"/>
                <a:gd name="T34" fmla="*/ 82 w 90"/>
                <a:gd name="T35" fmla="*/ 56 h 78"/>
                <a:gd name="T36" fmla="*/ 88 w 90"/>
                <a:gd name="T37" fmla="*/ 48 h 78"/>
                <a:gd name="T38" fmla="*/ 84 w 90"/>
                <a:gd name="T39" fmla="*/ 39 h 78"/>
                <a:gd name="T40" fmla="*/ 87 w 90"/>
                <a:gd name="T41" fmla="*/ 29 h 78"/>
                <a:gd name="T42" fmla="*/ 87 w 90"/>
                <a:gd name="T43" fmla="*/ 12 h 78"/>
                <a:gd name="T44" fmla="*/ 74 w 90"/>
                <a:gd name="T45" fmla="*/ 7 h 78"/>
                <a:gd name="T46" fmla="*/ 59 w 90"/>
                <a:gd name="T47" fmla="*/ 4 h 7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0"/>
                <a:gd name="T73" fmla="*/ 0 h 78"/>
                <a:gd name="T74" fmla="*/ 90 w 90"/>
                <a:gd name="T75" fmla="*/ 78 h 7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0" h="78">
                  <a:moveTo>
                    <a:pt x="59" y="4"/>
                  </a:moveTo>
                  <a:cubicBezTo>
                    <a:pt x="58" y="0"/>
                    <a:pt x="58" y="0"/>
                    <a:pt x="58" y="0"/>
                  </a:cubicBezTo>
                  <a:cubicBezTo>
                    <a:pt x="48" y="0"/>
                    <a:pt x="48" y="0"/>
                    <a:pt x="48" y="0"/>
                  </a:cubicBezTo>
                  <a:cubicBezTo>
                    <a:pt x="42" y="2"/>
                    <a:pt x="42" y="4"/>
                    <a:pt x="42" y="6"/>
                  </a:cubicBezTo>
                  <a:cubicBezTo>
                    <a:pt x="42" y="8"/>
                    <a:pt x="36" y="13"/>
                    <a:pt x="31" y="14"/>
                  </a:cubicBezTo>
                  <a:cubicBezTo>
                    <a:pt x="27" y="15"/>
                    <a:pt x="22" y="25"/>
                    <a:pt x="20" y="27"/>
                  </a:cubicBezTo>
                  <a:cubicBezTo>
                    <a:pt x="17" y="28"/>
                    <a:pt x="8" y="25"/>
                    <a:pt x="5" y="24"/>
                  </a:cubicBezTo>
                  <a:cubicBezTo>
                    <a:pt x="4" y="24"/>
                    <a:pt x="2" y="25"/>
                    <a:pt x="0" y="25"/>
                  </a:cubicBezTo>
                  <a:cubicBezTo>
                    <a:pt x="1" y="28"/>
                    <a:pt x="5" y="31"/>
                    <a:pt x="6" y="31"/>
                  </a:cubicBezTo>
                  <a:cubicBezTo>
                    <a:pt x="8" y="31"/>
                    <a:pt x="8" y="43"/>
                    <a:pt x="12" y="45"/>
                  </a:cubicBezTo>
                  <a:cubicBezTo>
                    <a:pt x="16" y="47"/>
                    <a:pt x="23" y="51"/>
                    <a:pt x="23" y="53"/>
                  </a:cubicBezTo>
                  <a:cubicBezTo>
                    <a:pt x="23" y="55"/>
                    <a:pt x="28" y="58"/>
                    <a:pt x="28" y="61"/>
                  </a:cubicBezTo>
                  <a:cubicBezTo>
                    <a:pt x="28" y="65"/>
                    <a:pt x="32" y="69"/>
                    <a:pt x="36" y="69"/>
                  </a:cubicBezTo>
                  <a:cubicBezTo>
                    <a:pt x="43" y="69"/>
                    <a:pt x="44" y="72"/>
                    <a:pt x="44" y="74"/>
                  </a:cubicBezTo>
                  <a:cubicBezTo>
                    <a:pt x="44" y="76"/>
                    <a:pt x="53" y="74"/>
                    <a:pt x="55" y="76"/>
                  </a:cubicBezTo>
                  <a:cubicBezTo>
                    <a:pt x="56" y="78"/>
                    <a:pt x="65" y="77"/>
                    <a:pt x="67" y="78"/>
                  </a:cubicBezTo>
                  <a:cubicBezTo>
                    <a:pt x="71" y="75"/>
                    <a:pt x="77" y="70"/>
                    <a:pt x="79" y="67"/>
                  </a:cubicBezTo>
                  <a:cubicBezTo>
                    <a:pt x="82" y="63"/>
                    <a:pt x="79" y="58"/>
                    <a:pt x="82" y="56"/>
                  </a:cubicBezTo>
                  <a:cubicBezTo>
                    <a:pt x="84" y="55"/>
                    <a:pt x="90" y="48"/>
                    <a:pt x="88" y="48"/>
                  </a:cubicBezTo>
                  <a:cubicBezTo>
                    <a:pt x="86" y="47"/>
                    <a:pt x="87" y="42"/>
                    <a:pt x="84" y="39"/>
                  </a:cubicBezTo>
                  <a:cubicBezTo>
                    <a:pt x="81" y="36"/>
                    <a:pt x="88" y="35"/>
                    <a:pt x="87" y="29"/>
                  </a:cubicBezTo>
                  <a:cubicBezTo>
                    <a:pt x="87" y="24"/>
                    <a:pt x="88" y="13"/>
                    <a:pt x="87" y="12"/>
                  </a:cubicBezTo>
                  <a:cubicBezTo>
                    <a:pt x="85" y="11"/>
                    <a:pt x="78" y="10"/>
                    <a:pt x="74" y="7"/>
                  </a:cubicBezTo>
                  <a:cubicBezTo>
                    <a:pt x="69" y="4"/>
                    <a:pt x="59" y="4"/>
                    <a:pt x="59" y="4"/>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0" name="Freeform 6"/>
            <p:cNvSpPr>
              <a:spLocks noChangeArrowheads="1"/>
            </p:cNvSpPr>
            <p:nvPr/>
          </p:nvSpPr>
          <p:spPr bwMode="auto">
            <a:xfrm>
              <a:off x="4065601" y="2862265"/>
              <a:ext cx="193676" cy="207963"/>
            </a:xfrm>
            <a:custGeom>
              <a:avLst/>
              <a:gdLst>
                <a:gd name="T0" fmla="*/ 93 w 101"/>
                <a:gd name="T1" fmla="*/ 44 h 109"/>
                <a:gd name="T2" fmla="*/ 85 w 101"/>
                <a:gd name="T3" fmla="*/ 36 h 109"/>
                <a:gd name="T4" fmla="*/ 80 w 101"/>
                <a:gd name="T5" fmla="*/ 28 h 109"/>
                <a:gd name="T6" fmla="*/ 69 w 101"/>
                <a:gd name="T7" fmla="*/ 20 h 109"/>
                <a:gd name="T8" fmla="*/ 63 w 101"/>
                <a:gd name="T9" fmla="*/ 6 h 109"/>
                <a:gd name="T10" fmla="*/ 57 w 101"/>
                <a:gd name="T11" fmla="*/ 0 h 109"/>
                <a:gd name="T12" fmla="*/ 49 w 101"/>
                <a:gd name="T13" fmla="*/ 2 h 109"/>
                <a:gd name="T14" fmla="*/ 41 w 101"/>
                <a:gd name="T15" fmla="*/ 7 h 109"/>
                <a:gd name="T16" fmla="*/ 35 w 101"/>
                <a:gd name="T17" fmla="*/ 2 h 109"/>
                <a:gd name="T18" fmla="*/ 22 w 101"/>
                <a:gd name="T19" fmla="*/ 6 h 109"/>
                <a:gd name="T20" fmla="*/ 12 w 101"/>
                <a:gd name="T21" fmla="*/ 7 h 109"/>
                <a:gd name="T22" fmla="*/ 12 w 101"/>
                <a:gd name="T23" fmla="*/ 46 h 109"/>
                <a:gd name="T24" fmla="*/ 0 w 101"/>
                <a:gd name="T25" fmla="*/ 50 h 109"/>
                <a:gd name="T26" fmla="*/ 0 w 101"/>
                <a:gd name="T27" fmla="*/ 83 h 109"/>
                <a:gd name="T28" fmla="*/ 6 w 101"/>
                <a:gd name="T29" fmla="*/ 87 h 109"/>
                <a:gd name="T30" fmla="*/ 9 w 101"/>
                <a:gd name="T31" fmla="*/ 100 h 109"/>
                <a:gd name="T32" fmla="*/ 7 w 101"/>
                <a:gd name="T33" fmla="*/ 102 h 109"/>
                <a:gd name="T34" fmla="*/ 9 w 101"/>
                <a:gd name="T35" fmla="*/ 107 h 109"/>
                <a:gd name="T36" fmla="*/ 20 w 101"/>
                <a:gd name="T37" fmla="*/ 107 h 109"/>
                <a:gd name="T38" fmla="*/ 31 w 101"/>
                <a:gd name="T39" fmla="*/ 95 h 109"/>
                <a:gd name="T40" fmla="*/ 38 w 101"/>
                <a:gd name="T41" fmla="*/ 89 h 109"/>
                <a:gd name="T42" fmla="*/ 52 w 101"/>
                <a:gd name="T43" fmla="*/ 93 h 109"/>
                <a:gd name="T44" fmla="*/ 62 w 101"/>
                <a:gd name="T45" fmla="*/ 88 h 109"/>
                <a:gd name="T46" fmla="*/ 67 w 101"/>
                <a:gd name="T47" fmla="*/ 80 h 109"/>
                <a:gd name="T48" fmla="*/ 76 w 101"/>
                <a:gd name="T49" fmla="*/ 73 h 109"/>
                <a:gd name="T50" fmla="*/ 81 w 101"/>
                <a:gd name="T51" fmla="*/ 65 h 109"/>
                <a:gd name="T52" fmla="*/ 90 w 101"/>
                <a:gd name="T53" fmla="*/ 59 h 109"/>
                <a:gd name="T54" fmla="*/ 97 w 101"/>
                <a:gd name="T55" fmla="*/ 55 h 109"/>
                <a:gd name="T56" fmla="*/ 101 w 101"/>
                <a:gd name="T57" fmla="*/ 49 h 109"/>
                <a:gd name="T58" fmla="*/ 101 w 101"/>
                <a:gd name="T59" fmla="*/ 49 h 109"/>
                <a:gd name="T60" fmla="*/ 93 w 101"/>
                <a:gd name="T61" fmla="*/ 44 h 1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01"/>
                <a:gd name="T94" fmla="*/ 0 h 109"/>
                <a:gd name="T95" fmla="*/ 101 w 101"/>
                <a:gd name="T96" fmla="*/ 109 h 1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01" h="109">
                  <a:moveTo>
                    <a:pt x="93" y="44"/>
                  </a:moveTo>
                  <a:cubicBezTo>
                    <a:pt x="89" y="44"/>
                    <a:pt x="85" y="40"/>
                    <a:pt x="85" y="36"/>
                  </a:cubicBezTo>
                  <a:cubicBezTo>
                    <a:pt x="85" y="33"/>
                    <a:pt x="80" y="30"/>
                    <a:pt x="80" y="28"/>
                  </a:cubicBezTo>
                  <a:cubicBezTo>
                    <a:pt x="80" y="26"/>
                    <a:pt x="73" y="22"/>
                    <a:pt x="69" y="20"/>
                  </a:cubicBezTo>
                  <a:cubicBezTo>
                    <a:pt x="65" y="18"/>
                    <a:pt x="65" y="6"/>
                    <a:pt x="63" y="6"/>
                  </a:cubicBezTo>
                  <a:cubicBezTo>
                    <a:pt x="62" y="6"/>
                    <a:pt x="58" y="3"/>
                    <a:pt x="57" y="0"/>
                  </a:cubicBezTo>
                  <a:cubicBezTo>
                    <a:pt x="54" y="1"/>
                    <a:pt x="51" y="2"/>
                    <a:pt x="49" y="2"/>
                  </a:cubicBezTo>
                  <a:cubicBezTo>
                    <a:pt x="46" y="2"/>
                    <a:pt x="42" y="5"/>
                    <a:pt x="41" y="7"/>
                  </a:cubicBezTo>
                  <a:cubicBezTo>
                    <a:pt x="40" y="8"/>
                    <a:pt x="37" y="4"/>
                    <a:pt x="35" y="2"/>
                  </a:cubicBezTo>
                  <a:cubicBezTo>
                    <a:pt x="33" y="1"/>
                    <a:pt x="25" y="5"/>
                    <a:pt x="22" y="6"/>
                  </a:cubicBezTo>
                  <a:cubicBezTo>
                    <a:pt x="20" y="7"/>
                    <a:pt x="12" y="7"/>
                    <a:pt x="12" y="7"/>
                  </a:cubicBezTo>
                  <a:cubicBezTo>
                    <a:pt x="12" y="7"/>
                    <a:pt x="12" y="42"/>
                    <a:pt x="12" y="46"/>
                  </a:cubicBezTo>
                  <a:cubicBezTo>
                    <a:pt x="12" y="50"/>
                    <a:pt x="0" y="48"/>
                    <a:pt x="0" y="50"/>
                  </a:cubicBezTo>
                  <a:cubicBezTo>
                    <a:pt x="0" y="51"/>
                    <a:pt x="0" y="67"/>
                    <a:pt x="0" y="83"/>
                  </a:cubicBezTo>
                  <a:cubicBezTo>
                    <a:pt x="3" y="84"/>
                    <a:pt x="5" y="85"/>
                    <a:pt x="6" y="87"/>
                  </a:cubicBezTo>
                  <a:cubicBezTo>
                    <a:pt x="7" y="90"/>
                    <a:pt x="10" y="98"/>
                    <a:pt x="9" y="100"/>
                  </a:cubicBezTo>
                  <a:cubicBezTo>
                    <a:pt x="9" y="102"/>
                    <a:pt x="7" y="100"/>
                    <a:pt x="7" y="102"/>
                  </a:cubicBezTo>
                  <a:cubicBezTo>
                    <a:pt x="7" y="104"/>
                    <a:pt x="6" y="107"/>
                    <a:pt x="9" y="107"/>
                  </a:cubicBezTo>
                  <a:cubicBezTo>
                    <a:pt x="12" y="107"/>
                    <a:pt x="18" y="109"/>
                    <a:pt x="20" y="107"/>
                  </a:cubicBezTo>
                  <a:cubicBezTo>
                    <a:pt x="23" y="104"/>
                    <a:pt x="30" y="98"/>
                    <a:pt x="31" y="95"/>
                  </a:cubicBezTo>
                  <a:cubicBezTo>
                    <a:pt x="31" y="92"/>
                    <a:pt x="33" y="85"/>
                    <a:pt x="38" y="89"/>
                  </a:cubicBezTo>
                  <a:cubicBezTo>
                    <a:pt x="44" y="93"/>
                    <a:pt x="44" y="93"/>
                    <a:pt x="52" y="93"/>
                  </a:cubicBezTo>
                  <a:cubicBezTo>
                    <a:pt x="59" y="93"/>
                    <a:pt x="61" y="93"/>
                    <a:pt x="62" y="88"/>
                  </a:cubicBezTo>
                  <a:cubicBezTo>
                    <a:pt x="64" y="84"/>
                    <a:pt x="62" y="80"/>
                    <a:pt x="67" y="80"/>
                  </a:cubicBezTo>
                  <a:cubicBezTo>
                    <a:pt x="71" y="80"/>
                    <a:pt x="76" y="76"/>
                    <a:pt x="76" y="73"/>
                  </a:cubicBezTo>
                  <a:cubicBezTo>
                    <a:pt x="76" y="70"/>
                    <a:pt x="78" y="65"/>
                    <a:pt x="81" y="65"/>
                  </a:cubicBezTo>
                  <a:cubicBezTo>
                    <a:pt x="84" y="65"/>
                    <a:pt x="89" y="62"/>
                    <a:pt x="90" y="59"/>
                  </a:cubicBezTo>
                  <a:cubicBezTo>
                    <a:pt x="91" y="55"/>
                    <a:pt x="95" y="57"/>
                    <a:pt x="97" y="55"/>
                  </a:cubicBezTo>
                  <a:cubicBezTo>
                    <a:pt x="98" y="54"/>
                    <a:pt x="99" y="51"/>
                    <a:pt x="101" y="49"/>
                  </a:cubicBezTo>
                  <a:cubicBezTo>
                    <a:pt x="101" y="49"/>
                    <a:pt x="101" y="49"/>
                    <a:pt x="101" y="49"/>
                  </a:cubicBezTo>
                  <a:cubicBezTo>
                    <a:pt x="101" y="47"/>
                    <a:pt x="100" y="44"/>
                    <a:pt x="93" y="44"/>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1" name="Freeform 7"/>
            <p:cNvSpPr>
              <a:spLocks noChangeArrowheads="1"/>
            </p:cNvSpPr>
            <p:nvPr/>
          </p:nvSpPr>
          <p:spPr bwMode="auto">
            <a:xfrm>
              <a:off x="4292615" y="3041654"/>
              <a:ext cx="30163" cy="36513"/>
            </a:xfrm>
            <a:custGeom>
              <a:avLst/>
              <a:gdLst>
                <a:gd name="T0" fmla="*/ 7 w 15"/>
                <a:gd name="T1" fmla="*/ 0 h 19"/>
                <a:gd name="T2" fmla="*/ 0 w 15"/>
                <a:gd name="T3" fmla="*/ 8 h 19"/>
                <a:gd name="T4" fmla="*/ 7 w 15"/>
                <a:gd name="T5" fmla="*/ 19 h 19"/>
                <a:gd name="T6" fmla="*/ 13 w 15"/>
                <a:gd name="T7" fmla="*/ 16 h 19"/>
                <a:gd name="T8" fmla="*/ 15 w 15"/>
                <a:gd name="T9" fmla="*/ 13 h 19"/>
                <a:gd name="T10" fmla="*/ 14 w 15"/>
                <a:gd name="T11" fmla="*/ 3 h 19"/>
                <a:gd name="T12" fmla="*/ 7 w 15"/>
                <a:gd name="T13" fmla="*/ 0 h 19"/>
                <a:gd name="T14" fmla="*/ 0 60000 65536"/>
                <a:gd name="T15" fmla="*/ 0 60000 65536"/>
                <a:gd name="T16" fmla="*/ 0 60000 65536"/>
                <a:gd name="T17" fmla="*/ 0 60000 65536"/>
                <a:gd name="T18" fmla="*/ 0 60000 65536"/>
                <a:gd name="T19" fmla="*/ 0 60000 65536"/>
                <a:gd name="T20" fmla="*/ 0 60000 65536"/>
                <a:gd name="T21" fmla="*/ 0 w 15"/>
                <a:gd name="T22" fmla="*/ 0 h 19"/>
                <a:gd name="T23" fmla="*/ 15 w 15"/>
                <a:gd name="T24" fmla="*/ 19 h 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19">
                  <a:moveTo>
                    <a:pt x="7" y="0"/>
                  </a:moveTo>
                  <a:cubicBezTo>
                    <a:pt x="5" y="0"/>
                    <a:pt x="0" y="7"/>
                    <a:pt x="0" y="8"/>
                  </a:cubicBezTo>
                  <a:cubicBezTo>
                    <a:pt x="0" y="10"/>
                    <a:pt x="3" y="18"/>
                    <a:pt x="7" y="19"/>
                  </a:cubicBezTo>
                  <a:cubicBezTo>
                    <a:pt x="10" y="19"/>
                    <a:pt x="13" y="19"/>
                    <a:pt x="13" y="16"/>
                  </a:cubicBezTo>
                  <a:cubicBezTo>
                    <a:pt x="13" y="15"/>
                    <a:pt x="14" y="14"/>
                    <a:pt x="15" y="13"/>
                  </a:cubicBezTo>
                  <a:cubicBezTo>
                    <a:pt x="15" y="11"/>
                    <a:pt x="14" y="6"/>
                    <a:pt x="14" y="3"/>
                  </a:cubicBezTo>
                  <a:cubicBezTo>
                    <a:pt x="12" y="2"/>
                    <a:pt x="9" y="0"/>
                    <a:pt x="7" y="0"/>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2" name="Freeform 8"/>
            <p:cNvSpPr>
              <a:spLocks noChangeArrowheads="1"/>
            </p:cNvSpPr>
            <p:nvPr/>
          </p:nvSpPr>
          <p:spPr bwMode="auto">
            <a:xfrm>
              <a:off x="4214827" y="3101979"/>
              <a:ext cx="47626" cy="53975"/>
            </a:xfrm>
            <a:custGeom>
              <a:avLst/>
              <a:gdLst>
                <a:gd name="T0" fmla="*/ 18 w 25"/>
                <a:gd name="T1" fmla="*/ 3 h 28"/>
                <a:gd name="T2" fmla="*/ 7 w 25"/>
                <a:gd name="T3" fmla="*/ 8 h 28"/>
                <a:gd name="T4" fmla="*/ 0 w 25"/>
                <a:gd name="T5" fmla="*/ 18 h 28"/>
                <a:gd name="T6" fmla="*/ 7 w 25"/>
                <a:gd name="T7" fmla="*/ 27 h 28"/>
                <a:gd name="T8" fmla="*/ 11 w 25"/>
                <a:gd name="T9" fmla="*/ 28 h 28"/>
                <a:gd name="T10" fmla="*/ 14 w 25"/>
                <a:gd name="T11" fmla="*/ 22 h 28"/>
                <a:gd name="T12" fmla="*/ 21 w 25"/>
                <a:gd name="T13" fmla="*/ 20 h 28"/>
                <a:gd name="T14" fmla="*/ 25 w 25"/>
                <a:gd name="T15" fmla="*/ 12 h 28"/>
                <a:gd name="T16" fmla="*/ 18 w 25"/>
                <a:gd name="T17" fmla="*/ 3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28"/>
                <a:gd name="T29" fmla="*/ 25 w 25"/>
                <a:gd name="T30" fmla="*/ 28 h 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28">
                  <a:moveTo>
                    <a:pt x="18" y="3"/>
                  </a:moveTo>
                  <a:cubicBezTo>
                    <a:pt x="17" y="0"/>
                    <a:pt x="8" y="5"/>
                    <a:pt x="7" y="8"/>
                  </a:cubicBezTo>
                  <a:cubicBezTo>
                    <a:pt x="5" y="10"/>
                    <a:pt x="0" y="18"/>
                    <a:pt x="0" y="18"/>
                  </a:cubicBezTo>
                  <a:cubicBezTo>
                    <a:pt x="7" y="27"/>
                    <a:pt x="7" y="27"/>
                    <a:pt x="7" y="27"/>
                  </a:cubicBezTo>
                  <a:cubicBezTo>
                    <a:pt x="11" y="28"/>
                    <a:pt x="11" y="28"/>
                    <a:pt x="11" y="28"/>
                  </a:cubicBezTo>
                  <a:cubicBezTo>
                    <a:pt x="11" y="28"/>
                    <a:pt x="13" y="24"/>
                    <a:pt x="14" y="22"/>
                  </a:cubicBezTo>
                  <a:cubicBezTo>
                    <a:pt x="15" y="19"/>
                    <a:pt x="21" y="22"/>
                    <a:pt x="21" y="20"/>
                  </a:cubicBezTo>
                  <a:cubicBezTo>
                    <a:pt x="21" y="17"/>
                    <a:pt x="25" y="14"/>
                    <a:pt x="25" y="12"/>
                  </a:cubicBezTo>
                  <a:cubicBezTo>
                    <a:pt x="25" y="9"/>
                    <a:pt x="19" y="6"/>
                    <a:pt x="18" y="3"/>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3" name="Freeform 9"/>
            <p:cNvSpPr>
              <a:spLocks noEditPoints="1" noChangeArrowheads="1"/>
            </p:cNvSpPr>
            <p:nvPr/>
          </p:nvSpPr>
          <p:spPr bwMode="auto">
            <a:xfrm>
              <a:off x="3992576" y="2954341"/>
              <a:ext cx="346077" cy="304801"/>
            </a:xfrm>
            <a:custGeom>
              <a:avLst/>
              <a:gdLst>
                <a:gd name="T0" fmla="*/ 172 w 181"/>
                <a:gd name="T1" fmla="*/ 59 h 159"/>
                <a:gd name="T2" fmla="*/ 172 w 181"/>
                <a:gd name="T3" fmla="*/ 58 h 159"/>
                <a:gd name="T4" fmla="*/ 170 w 181"/>
                <a:gd name="T5" fmla="*/ 61 h 159"/>
                <a:gd name="T6" fmla="*/ 164 w 181"/>
                <a:gd name="T7" fmla="*/ 64 h 159"/>
                <a:gd name="T8" fmla="*/ 157 w 181"/>
                <a:gd name="T9" fmla="*/ 53 h 159"/>
                <a:gd name="T10" fmla="*/ 164 w 181"/>
                <a:gd name="T11" fmla="*/ 45 h 159"/>
                <a:gd name="T12" fmla="*/ 171 w 181"/>
                <a:gd name="T13" fmla="*/ 48 h 159"/>
                <a:gd name="T14" fmla="*/ 171 w 181"/>
                <a:gd name="T15" fmla="*/ 46 h 159"/>
                <a:gd name="T16" fmla="*/ 170 w 181"/>
                <a:gd name="T17" fmla="*/ 26 h 159"/>
                <a:gd name="T18" fmla="*/ 163 w 181"/>
                <a:gd name="T19" fmla="*/ 5 h 159"/>
                <a:gd name="T20" fmla="*/ 150 w 181"/>
                <a:gd name="T21" fmla="*/ 2 h 159"/>
                <a:gd name="T22" fmla="*/ 139 w 181"/>
                <a:gd name="T23" fmla="*/ 0 h 159"/>
                <a:gd name="T24" fmla="*/ 135 w 181"/>
                <a:gd name="T25" fmla="*/ 6 h 159"/>
                <a:gd name="T26" fmla="*/ 128 w 181"/>
                <a:gd name="T27" fmla="*/ 10 h 159"/>
                <a:gd name="T28" fmla="*/ 119 w 181"/>
                <a:gd name="T29" fmla="*/ 16 h 159"/>
                <a:gd name="T30" fmla="*/ 114 w 181"/>
                <a:gd name="T31" fmla="*/ 24 h 159"/>
                <a:gd name="T32" fmla="*/ 105 w 181"/>
                <a:gd name="T33" fmla="*/ 31 h 159"/>
                <a:gd name="T34" fmla="*/ 100 w 181"/>
                <a:gd name="T35" fmla="*/ 39 h 159"/>
                <a:gd name="T36" fmla="*/ 90 w 181"/>
                <a:gd name="T37" fmla="*/ 44 h 159"/>
                <a:gd name="T38" fmla="*/ 76 w 181"/>
                <a:gd name="T39" fmla="*/ 40 h 159"/>
                <a:gd name="T40" fmla="*/ 69 w 181"/>
                <a:gd name="T41" fmla="*/ 46 h 159"/>
                <a:gd name="T42" fmla="*/ 58 w 181"/>
                <a:gd name="T43" fmla="*/ 58 h 159"/>
                <a:gd name="T44" fmla="*/ 47 w 181"/>
                <a:gd name="T45" fmla="*/ 58 h 159"/>
                <a:gd name="T46" fmla="*/ 45 w 181"/>
                <a:gd name="T47" fmla="*/ 53 h 159"/>
                <a:gd name="T48" fmla="*/ 47 w 181"/>
                <a:gd name="T49" fmla="*/ 51 h 159"/>
                <a:gd name="T50" fmla="*/ 44 w 181"/>
                <a:gd name="T51" fmla="*/ 38 h 159"/>
                <a:gd name="T52" fmla="*/ 38 w 181"/>
                <a:gd name="T53" fmla="*/ 34 h 159"/>
                <a:gd name="T54" fmla="*/ 38 w 181"/>
                <a:gd name="T55" fmla="*/ 76 h 159"/>
                <a:gd name="T56" fmla="*/ 31 w 181"/>
                <a:gd name="T57" fmla="*/ 83 h 159"/>
                <a:gd name="T58" fmla="*/ 17 w 181"/>
                <a:gd name="T59" fmla="*/ 83 h 159"/>
                <a:gd name="T60" fmla="*/ 11 w 181"/>
                <a:gd name="T61" fmla="*/ 75 h 159"/>
                <a:gd name="T62" fmla="*/ 4 w 181"/>
                <a:gd name="T63" fmla="*/ 79 h 159"/>
                <a:gd name="T64" fmla="*/ 0 w 181"/>
                <a:gd name="T65" fmla="*/ 80 h 159"/>
                <a:gd name="T66" fmla="*/ 8 w 181"/>
                <a:gd name="T67" fmla="*/ 98 h 159"/>
                <a:gd name="T68" fmla="*/ 19 w 181"/>
                <a:gd name="T69" fmla="*/ 120 h 159"/>
                <a:gd name="T70" fmla="*/ 19 w 181"/>
                <a:gd name="T71" fmla="*/ 131 h 159"/>
                <a:gd name="T72" fmla="*/ 19 w 181"/>
                <a:gd name="T73" fmla="*/ 140 h 159"/>
                <a:gd name="T74" fmla="*/ 23 w 181"/>
                <a:gd name="T75" fmla="*/ 149 h 159"/>
                <a:gd name="T76" fmla="*/ 27 w 181"/>
                <a:gd name="T77" fmla="*/ 152 h 159"/>
                <a:gd name="T78" fmla="*/ 33 w 181"/>
                <a:gd name="T79" fmla="*/ 157 h 159"/>
                <a:gd name="T80" fmla="*/ 41 w 181"/>
                <a:gd name="T81" fmla="*/ 157 h 159"/>
                <a:gd name="T82" fmla="*/ 54 w 181"/>
                <a:gd name="T83" fmla="*/ 153 h 159"/>
                <a:gd name="T84" fmla="*/ 64 w 181"/>
                <a:gd name="T85" fmla="*/ 149 h 159"/>
                <a:gd name="T86" fmla="*/ 82 w 181"/>
                <a:gd name="T87" fmla="*/ 149 h 159"/>
                <a:gd name="T88" fmla="*/ 93 w 181"/>
                <a:gd name="T89" fmla="*/ 147 h 159"/>
                <a:gd name="T90" fmla="*/ 100 w 181"/>
                <a:gd name="T91" fmla="*/ 146 h 159"/>
                <a:gd name="T92" fmla="*/ 109 w 181"/>
                <a:gd name="T93" fmla="*/ 143 h 159"/>
                <a:gd name="T94" fmla="*/ 132 w 181"/>
                <a:gd name="T95" fmla="*/ 128 h 159"/>
                <a:gd name="T96" fmla="*/ 159 w 181"/>
                <a:gd name="T97" fmla="*/ 95 h 159"/>
                <a:gd name="T98" fmla="*/ 175 w 181"/>
                <a:gd name="T99" fmla="*/ 77 h 159"/>
                <a:gd name="T100" fmla="*/ 181 w 181"/>
                <a:gd name="T101" fmla="*/ 59 h 159"/>
                <a:gd name="T102" fmla="*/ 172 w 181"/>
                <a:gd name="T103" fmla="*/ 59 h 159"/>
                <a:gd name="T104" fmla="*/ 137 w 181"/>
                <a:gd name="T105" fmla="*/ 97 h 159"/>
                <a:gd name="T106" fmla="*/ 130 w 181"/>
                <a:gd name="T107" fmla="*/ 99 h 159"/>
                <a:gd name="T108" fmla="*/ 127 w 181"/>
                <a:gd name="T109" fmla="*/ 105 h 159"/>
                <a:gd name="T110" fmla="*/ 123 w 181"/>
                <a:gd name="T111" fmla="*/ 104 h 159"/>
                <a:gd name="T112" fmla="*/ 116 w 181"/>
                <a:gd name="T113" fmla="*/ 95 h 159"/>
                <a:gd name="T114" fmla="*/ 123 w 181"/>
                <a:gd name="T115" fmla="*/ 85 h 159"/>
                <a:gd name="T116" fmla="*/ 134 w 181"/>
                <a:gd name="T117" fmla="*/ 80 h 159"/>
                <a:gd name="T118" fmla="*/ 141 w 181"/>
                <a:gd name="T119" fmla="*/ 89 h 159"/>
                <a:gd name="T120" fmla="*/ 137 w 181"/>
                <a:gd name="T121" fmla="*/ 97 h 15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81"/>
                <a:gd name="T184" fmla="*/ 0 h 159"/>
                <a:gd name="T185" fmla="*/ 181 w 181"/>
                <a:gd name="T186" fmla="*/ 159 h 15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81" h="159">
                  <a:moveTo>
                    <a:pt x="172" y="59"/>
                  </a:moveTo>
                  <a:cubicBezTo>
                    <a:pt x="172" y="59"/>
                    <a:pt x="172" y="59"/>
                    <a:pt x="172" y="58"/>
                  </a:cubicBezTo>
                  <a:cubicBezTo>
                    <a:pt x="171" y="59"/>
                    <a:pt x="170" y="60"/>
                    <a:pt x="170" y="61"/>
                  </a:cubicBezTo>
                  <a:cubicBezTo>
                    <a:pt x="170" y="64"/>
                    <a:pt x="167" y="64"/>
                    <a:pt x="164" y="64"/>
                  </a:cubicBezTo>
                  <a:cubicBezTo>
                    <a:pt x="160" y="63"/>
                    <a:pt x="157" y="55"/>
                    <a:pt x="157" y="53"/>
                  </a:cubicBezTo>
                  <a:cubicBezTo>
                    <a:pt x="157" y="52"/>
                    <a:pt x="162" y="45"/>
                    <a:pt x="164" y="45"/>
                  </a:cubicBezTo>
                  <a:cubicBezTo>
                    <a:pt x="166" y="45"/>
                    <a:pt x="169" y="47"/>
                    <a:pt x="171" y="48"/>
                  </a:cubicBezTo>
                  <a:cubicBezTo>
                    <a:pt x="171" y="47"/>
                    <a:pt x="171" y="47"/>
                    <a:pt x="171" y="46"/>
                  </a:cubicBezTo>
                  <a:cubicBezTo>
                    <a:pt x="171" y="45"/>
                    <a:pt x="173" y="28"/>
                    <a:pt x="170" y="26"/>
                  </a:cubicBezTo>
                  <a:cubicBezTo>
                    <a:pt x="167" y="24"/>
                    <a:pt x="164" y="7"/>
                    <a:pt x="163" y="5"/>
                  </a:cubicBezTo>
                  <a:cubicBezTo>
                    <a:pt x="162" y="3"/>
                    <a:pt x="151" y="4"/>
                    <a:pt x="150" y="2"/>
                  </a:cubicBezTo>
                  <a:cubicBezTo>
                    <a:pt x="148" y="0"/>
                    <a:pt x="139" y="2"/>
                    <a:pt x="139" y="0"/>
                  </a:cubicBezTo>
                  <a:cubicBezTo>
                    <a:pt x="137" y="2"/>
                    <a:pt x="136" y="5"/>
                    <a:pt x="135" y="6"/>
                  </a:cubicBezTo>
                  <a:cubicBezTo>
                    <a:pt x="133" y="8"/>
                    <a:pt x="129" y="6"/>
                    <a:pt x="128" y="10"/>
                  </a:cubicBezTo>
                  <a:cubicBezTo>
                    <a:pt x="127" y="13"/>
                    <a:pt x="122" y="16"/>
                    <a:pt x="119" y="16"/>
                  </a:cubicBezTo>
                  <a:cubicBezTo>
                    <a:pt x="116" y="16"/>
                    <a:pt x="114" y="21"/>
                    <a:pt x="114" y="24"/>
                  </a:cubicBezTo>
                  <a:cubicBezTo>
                    <a:pt x="114" y="27"/>
                    <a:pt x="109" y="31"/>
                    <a:pt x="105" y="31"/>
                  </a:cubicBezTo>
                  <a:cubicBezTo>
                    <a:pt x="100" y="31"/>
                    <a:pt x="102" y="35"/>
                    <a:pt x="100" y="39"/>
                  </a:cubicBezTo>
                  <a:cubicBezTo>
                    <a:pt x="99" y="44"/>
                    <a:pt x="97" y="44"/>
                    <a:pt x="90" y="44"/>
                  </a:cubicBezTo>
                  <a:cubicBezTo>
                    <a:pt x="82" y="44"/>
                    <a:pt x="82" y="44"/>
                    <a:pt x="76" y="40"/>
                  </a:cubicBezTo>
                  <a:cubicBezTo>
                    <a:pt x="71" y="36"/>
                    <a:pt x="69" y="43"/>
                    <a:pt x="69" y="46"/>
                  </a:cubicBezTo>
                  <a:cubicBezTo>
                    <a:pt x="68" y="49"/>
                    <a:pt x="61" y="55"/>
                    <a:pt x="58" y="58"/>
                  </a:cubicBezTo>
                  <a:cubicBezTo>
                    <a:pt x="56" y="60"/>
                    <a:pt x="50" y="58"/>
                    <a:pt x="47" y="58"/>
                  </a:cubicBezTo>
                  <a:cubicBezTo>
                    <a:pt x="44" y="58"/>
                    <a:pt x="45" y="55"/>
                    <a:pt x="45" y="53"/>
                  </a:cubicBezTo>
                  <a:cubicBezTo>
                    <a:pt x="45" y="51"/>
                    <a:pt x="47" y="53"/>
                    <a:pt x="47" y="51"/>
                  </a:cubicBezTo>
                  <a:cubicBezTo>
                    <a:pt x="48" y="49"/>
                    <a:pt x="45" y="41"/>
                    <a:pt x="44" y="38"/>
                  </a:cubicBezTo>
                  <a:cubicBezTo>
                    <a:pt x="43" y="36"/>
                    <a:pt x="41" y="35"/>
                    <a:pt x="38" y="34"/>
                  </a:cubicBezTo>
                  <a:cubicBezTo>
                    <a:pt x="38" y="53"/>
                    <a:pt x="38" y="74"/>
                    <a:pt x="38" y="76"/>
                  </a:cubicBezTo>
                  <a:cubicBezTo>
                    <a:pt x="38" y="79"/>
                    <a:pt x="32" y="81"/>
                    <a:pt x="31" y="83"/>
                  </a:cubicBezTo>
                  <a:cubicBezTo>
                    <a:pt x="30" y="85"/>
                    <a:pt x="21" y="83"/>
                    <a:pt x="17" y="83"/>
                  </a:cubicBezTo>
                  <a:cubicBezTo>
                    <a:pt x="12" y="83"/>
                    <a:pt x="13" y="79"/>
                    <a:pt x="11" y="75"/>
                  </a:cubicBezTo>
                  <a:cubicBezTo>
                    <a:pt x="8" y="72"/>
                    <a:pt x="4" y="76"/>
                    <a:pt x="4" y="79"/>
                  </a:cubicBezTo>
                  <a:cubicBezTo>
                    <a:pt x="4" y="80"/>
                    <a:pt x="2" y="80"/>
                    <a:pt x="0" y="80"/>
                  </a:cubicBezTo>
                  <a:cubicBezTo>
                    <a:pt x="3" y="85"/>
                    <a:pt x="6" y="92"/>
                    <a:pt x="8" y="98"/>
                  </a:cubicBezTo>
                  <a:cubicBezTo>
                    <a:pt x="11" y="107"/>
                    <a:pt x="17" y="115"/>
                    <a:pt x="19" y="120"/>
                  </a:cubicBezTo>
                  <a:cubicBezTo>
                    <a:pt x="21" y="125"/>
                    <a:pt x="22" y="130"/>
                    <a:pt x="19" y="131"/>
                  </a:cubicBezTo>
                  <a:cubicBezTo>
                    <a:pt x="15" y="131"/>
                    <a:pt x="15" y="134"/>
                    <a:pt x="19" y="140"/>
                  </a:cubicBezTo>
                  <a:cubicBezTo>
                    <a:pt x="23" y="145"/>
                    <a:pt x="20" y="149"/>
                    <a:pt x="23" y="149"/>
                  </a:cubicBezTo>
                  <a:cubicBezTo>
                    <a:pt x="26" y="150"/>
                    <a:pt x="25" y="152"/>
                    <a:pt x="27" y="152"/>
                  </a:cubicBezTo>
                  <a:cubicBezTo>
                    <a:pt x="30" y="152"/>
                    <a:pt x="32" y="155"/>
                    <a:pt x="33" y="157"/>
                  </a:cubicBezTo>
                  <a:cubicBezTo>
                    <a:pt x="35" y="159"/>
                    <a:pt x="39" y="159"/>
                    <a:pt x="41" y="157"/>
                  </a:cubicBezTo>
                  <a:cubicBezTo>
                    <a:pt x="43" y="154"/>
                    <a:pt x="48" y="153"/>
                    <a:pt x="54" y="153"/>
                  </a:cubicBezTo>
                  <a:cubicBezTo>
                    <a:pt x="60" y="153"/>
                    <a:pt x="59" y="151"/>
                    <a:pt x="64" y="149"/>
                  </a:cubicBezTo>
                  <a:cubicBezTo>
                    <a:pt x="70" y="147"/>
                    <a:pt x="77" y="147"/>
                    <a:pt x="82" y="149"/>
                  </a:cubicBezTo>
                  <a:cubicBezTo>
                    <a:pt x="87" y="150"/>
                    <a:pt x="90" y="149"/>
                    <a:pt x="93" y="147"/>
                  </a:cubicBezTo>
                  <a:cubicBezTo>
                    <a:pt x="95" y="146"/>
                    <a:pt x="99" y="150"/>
                    <a:pt x="100" y="146"/>
                  </a:cubicBezTo>
                  <a:cubicBezTo>
                    <a:pt x="100" y="142"/>
                    <a:pt x="105" y="143"/>
                    <a:pt x="109" y="143"/>
                  </a:cubicBezTo>
                  <a:cubicBezTo>
                    <a:pt x="113" y="143"/>
                    <a:pt x="124" y="136"/>
                    <a:pt x="132" y="128"/>
                  </a:cubicBezTo>
                  <a:cubicBezTo>
                    <a:pt x="141" y="120"/>
                    <a:pt x="154" y="103"/>
                    <a:pt x="159" y="95"/>
                  </a:cubicBezTo>
                  <a:cubicBezTo>
                    <a:pt x="164" y="87"/>
                    <a:pt x="171" y="81"/>
                    <a:pt x="175" y="77"/>
                  </a:cubicBezTo>
                  <a:cubicBezTo>
                    <a:pt x="178" y="75"/>
                    <a:pt x="180" y="65"/>
                    <a:pt x="181" y="59"/>
                  </a:cubicBezTo>
                  <a:cubicBezTo>
                    <a:pt x="177" y="59"/>
                    <a:pt x="172" y="59"/>
                    <a:pt x="172" y="59"/>
                  </a:cubicBezTo>
                  <a:close/>
                  <a:moveTo>
                    <a:pt x="137" y="97"/>
                  </a:moveTo>
                  <a:cubicBezTo>
                    <a:pt x="137" y="99"/>
                    <a:pt x="131" y="96"/>
                    <a:pt x="130" y="99"/>
                  </a:cubicBezTo>
                  <a:cubicBezTo>
                    <a:pt x="129" y="101"/>
                    <a:pt x="127" y="105"/>
                    <a:pt x="127" y="105"/>
                  </a:cubicBezTo>
                  <a:cubicBezTo>
                    <a:pt x="123" y="104"/>
                    <a:pt x="123" y="104"/>
                    <a:pt x="123" y="104"/>
                  </a:cubicBezTo>
                  <a:cubicBezTo>
                    <a:pt x="116" y="95"/>
                    <a:pt x="116" y="95"/>
                    <a:pt x="116" y="95"/>
                  </a:cubicBezTo>
                  <a:cubicBezTo>
                    <a:pt x="116" y="95"/>
                    <a:pt x="121" y="87"/>
                    <a:pt x="123" y="85"/>
                  </a:cubicBezTo>
                  <a:cubicBezTo>
                    <a:pt x="124" y="82"/>
                    <a:pt x="133" y="77"/>
                    <a:pt x="134" y="80"/>
                  </a:cubicBezTo>
                  <a:cubicBezTo>
                    <a:pt x="135" y="83"/>
                    <a:pt x="141" y="86"/>
                    <a:pt x="141" y="89"/>
                  </a:cubicBezTo>
                  <a:cubicBezTo>
                    <a:pt x="141" y="91"/>
                    <a:pt x="137" y="94"/>
                    <a:pt x="137" y="97"/>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4" name="Freeform 10"/>
            <p:cNvSpPr>
              <a:spLocks noChangeArrowheads="1"/>
            </p:cNvSpPr>
            <p:nvPr/>
          </p:nvSpPr>
          <p:spPr bwMode="auto">
            <a:xfrm>
              <a:off x="3898913" y="2597153"/>
              <a:ext cx="252414" cy="268288"/>
            </a:xfrm>
            <a:custGeom>
              <a:avLst/>
              <a:gdLst>
                <a:gd name="T0" fmla="*/ 8 w 132"/>
                <a:gd name="T1" fmla="*/ 129 h 140"/>
                <a:gd name="T2" fmla="*/ 13 w 132"/>
                <a:gd name="T3" fmla="*/ 131 h 140"/>
                <a:gd name="T4" fmla="*/ 24 w 132"/>
                <a:gd name="T5" fmla="*/ 132 h 140"/>
                <a:gd name="T6" fmla="*/ 34 w 132"/>
                <a:gd name="T7" fmla="*/ 134 h 140"/>
                <a:gd name="T8" fmla="*/ 73 w 132"/>
                <a:gd name="T9" fmla="*/ 134 h 140"/>
                <a:gd name="T10" fmla="*/ 77 w 132"/>
                <a:gd name="T11" fmla="*/ 138 h 140"/>
                <a:gd name="T12" fmla="*/ 102 w 132"/>
                <a:gd name="T13" fmla="*/ 138 h 140"/>
                <a:gd name="T14" fmla="*/ 119 w 132"/>
                <a:gd name="T15" fmla="*/ 137 h 140"/>
                <a:gd name="T16" fmla="*/ 122 w 132"/>
                <a:gd name="T17" fmla="*/ 136 h 140"/>
                <a:gd name="T18" fmla="*/ 109 w 132"/>
                <a:gd name="T19" fmla="*/ 119 h 140"/>
                <a:gd name="T20" fmla="*/ 110 w 132"/>
                <a:gd name="T21" fmla="*/ 81 h 140"/>
                <a:gd name="T22" fmla="*/ 127 w 132"/>
                <a:gd name="T23" fmla="*/ 82 h 140"/>
                <a:gd name="T24" fmla="*/ 130 w 132"/>
                <a:gd name="T25" fmla="*/ 79 h 140"/>
                <a:gd name="T26" fmla="*/ 132 w 132"/>
                <a:gd name="T27" fmla="*/ 57 h 140"/>
                <a:gd name="T28" fmla="*/ 129 w 132"/>
                <a:gd name="T29" fmla="*/ 57 h 140"/>
                <a:gd name="T30" fmla="*/ 119 w 132"/>
                <a:gd name="T31" fmla="*/ 58 h 140"/>
                <a:gd name="T32" fmla="*/ 113 w 132"/>
                <a:gd name="T33" fmla="*/ 61 h 140"/>
                <a:gd name="T34" fmla="*/ 113 w 132"/>
                <a:gd name="T35" fmla="*/ 52 h 140"/>
                <a:gd name="T36" fmla="*/ 108 w 132"/>
                <a:gd name="T37" fmla="*/ 43 h 140"/>
                <a:gd name="T38" fmla="*/ 109 w 132"/>
                <a:gd name="T39" fmla="*/ 27 h 140"/>
                <a:gd name="T40" fmla="*/ 107 w 132"/>
                <a:gd name="T41" fmla="*/ 18 h 140"/>
                <a:gd name="T42" fmla="*/ 100 w 132"/>
                <a:gd name="T43" fmla="*/ 16 h 140"/>
                <a:gd name="T44" fmla="*/ 94 w 132"/>
                <a:gd name="T45" fmla="*/ 14 h 140"/>
                <a:gd name="T46" fmla="*/ 85 w 132"/>
                <a:gd name="T47" fmla="*/ 14 h 140"/>
                <a:gd name="T48" fmla="*/ 81 w 132"/>
                <a:gd name="T49" fmla="*/ 24 h 140"/>
                <a:gd name="T50" fmla="*/ 68 w 132"/>
                <a:gd name="T51" fmla="*/ 26 h 140"/>
                <a:gd name="T52" fmla="*/ 58 w 132"/>
                <a:gd name="T53" fmla="*/ 19 h 140"/>
                <a:gd name="T54" fmla="*/ 54 w 132"/>
                <a:gd name="T55" fmla="*/ 10 h 140"/>
                <a:gd name="T56" fmla="*/ 52 w 132"/>
                <a:gd name="T57" fmla="*/ 1 h 140"/>
                <a:gd name="T58" fmla="*/ 15 w 132"/>
                <a:gd name="T59" fmla="*/ 1 h 140"/>
                <a:gd name="T60" fmla="*/ 9 w 132"/>
                <a:gd name="T61" fmla="*/ 4 h 140"/>
                <a:gd name="T62" fmla="*/ 19 w 132"/>
                <a:gd name="T63" fmla="*/ 28 h 140"/>
                <a:gd name="T64" fmla="*/ 17 w 132"/>
                <a:gd name="T65" fmla="*/ 39 h 140"/>
                <a:gd name="T66" fmla="*/ 24 w 132"/>
                <a:gd name="T67" fmla="*/ 63 h 140"/>
                <a:gd name="T68" fmla="*/ 16 w 132"/>
                <a:gd name="T69" fmla="*/ 79 h 140"/>
                <a:gd name="T70" fmla="*/ 8 w 132"/>
                <a:gd name="T71" fmla="*/ 101 h 140"/>
                <a:gd name="T72" fmla="*/ 2 w 132"/>
                <a:gd name="T73" fmla="*/ 117 h 140"/>
                <a:gd name="T74" fmla="*/ 1 w 132"/>
                <a:gd name="T75" fmla="*/ 132 h 140"/>
                <a:gd name="T76" fmla="*/ 1 w 132"/>
                <a:gd name="T77" fmla="*/ 132 h 140"/>
                <a:gd name="T78" fmla="*/ 4 w 132"/>
                <a:gd name="T79" fmla="*/ 132 h 140"/>
                <a:gd name="T80" fmla="*/ 8 w 132"/>
                <a:gd name="T81" fmla="*/ 129 h 14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32"/>
                <a:gd name="T124" fmla="*/ 0 h 140"/>
                <a:gd name="T125" fmla="*/ 132 w 132"/>
                <a:gd name="T126" fmla="*/ 140 h 14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32" h="140">
                  <a:moveTo>
                    <a:pt x="8" y="129"/>
                  </a:moveTo>
                  <a:cubicBezTo>
                    <a:pt x="11" y="129"/>
                    <a:pt x="9" y="133"/>
                    <a:pt x="13" y="131"/>
                  </a:cubicBezTo>
                  <a:cubicBezTo>
                    <a:pt x="17" y="129"/>
                    <a:pt x="20" y="129"/>
                    <a:pt x="24" y="132"/>
                  </a:cubicBezTo>
                  <a:cubicBezTo>
                    <a:pt x="27" y="134"/>
                    <a:pt x="30" y="134"/>
                    <a:pt x="34" y="134"/>
                  </a:cubicBezTo>
                  <a:cubicBezTo>
                    <a:pt x="38" y="134"/>
                    <a:pt x="73" y="134"/>
                    <a:pt x="73" y="134"/>
                  </a:cubicBezTo>
                  <a:cubicBezTo>
                    <a:pt x="77" y="138"/>
                    <a:pt x="77" y="138"/>
                    <a:pt x="77" y="138"/>
                  </a:cubicBezTo>
                  <a:cubicBezTo>
                    <a:pt x="77" y="138"/>
                    <a:pt x="98" y="137"/>
                    <a:pt x="102" y="138"/>
                  </a:cubicBezTo>
                  <a:cubicBezTo>
                    <a:pt x="105" y="140"/>
                    <a:pt x="116" y="138"/>
                    <a:pt x="119" y="137"/>
                  </a:cubicBezTo>
                  <a:cubicBezTo>
                    <a:pt x="120" y="137"/>
                    <a:pt x="121" y="137"/>
                    <a:pt x="122" y="136"/>
                  </a:cubicBezTo>
                  <a:cubicBezTo>
                    <a:pt x="109" y="119"/>
                    <a:pt x="109" y="119"/>
                    <a:pt x="109" y="119"/>
                  </a:cubicBezTo>
                  <a:cubicBezTo>
                    <a:pt x="110" y="81"/>
                    <a:pt x="110" y="81"/>
                    <a:pt x="110" y="81"/>
                  </a:cubicBezTo>
                  <a:cubicBezTo>
                    <a:pt x="127" y="82"/>
                    <a:pt x="127" y="82"/>
                    <a:pt x="127" y="82"/>
                  </a:cubicBezTo>
                  <a:cubicBezTo>
                    <a:pt x="130" y="79"/>
                    <a:pt x="130" y="79"/>
                    <a:pt x="130" y="79"/>
                  </a:cubicBezTo>
                  <a:cubicBezTo>
                    <a:pt x="132" y="57"/>
                    <a:pt x="132" y="57"/>
                    <a:pt x="132" y="57"/>
                  </a:cubicBezTo>
                  <a:cubicBezTo>
                    <a:pt x="132" y="56"/>
                    <a:pt x="131" y="56"/>
                    <a:pt x="129" y="57"/>
                  </a:cubicBezTo>
                  <a:cubicBezTo>
                    <a:pt x="126" y="58"/>
                    <a:pt x="123" y="58"/>
                    <a:pt x="119" y="58"/>
                  </a:cubicBezTo>
                  <a:cubicBezTo>
                    <a:pt x="116" y="58"/>
                    <a:pt x="115" y="61"/>
                    <a:pt x="113" y="61"/>
                  </a:cubicBezTo>
                  <a:cubicBezTo>
                    <a:pt x="111" y="60"/>
                    <a:pt x="113" y="54"/>
                    <a:pt x="113" y="52"/>
                  </a:cubicBezTo>
                  <a:cubicBezTo>
                    <a:pt x="114" y="49"/>
                    <a:pt x="110" y="45"/>
                    <a:pt x="108" y="43"/>
                  </a:cubicBezTo>
                  <a:cubicBezTo>
                    <a:pt x="105" y="41"/>
                    <a:pt x="111" y="28"/>
                    <a:pt x="109" y="27"/>
                  </a:cubicBezTo>
                  <a:cubicBezTo>
                    <a:pt x="108" y="25"/>
                    <a:pt x="107" y="21"/>
                    <a:pt x="107" y="18"/>
                  </a:cubicBezTo>
                  <a:cubicBezTo>
                    <a:pt x="107" y="14"/>
                    <a:pt x="105" y="16"/>
                    <a:pt x="100" y="16"/>
                  </a:cubicBezTo>
                  <a:cubicBezTo>
                    <a:pt x="95" y="16"/>
                    <a:pt x="94" y="14"/>
                    <a:pt x="94" y="14"/>
                  </a:cubicBezTo>
                  <a:cubicBezTo>
                    <a:pt x="94" y="14"/>
                    <a:pt x="88" y="12"/>
                    <a:pt x="85" y="14"/>
                  </a:cubicBezTo>
                  <a:cubicBezTo>
                    <a:pt x="82" y="15"/>
                    <a:pt x="83" y="24"/>
                    <a:pt x="81" y="24"/>
                  </a:cubicBezTo>
                  <a:cubicBezTo>
                    <a:pt x="79" y="23"/>
                    <a:pt x="73" y="24"/>
                    <a:pt x="68" y="26"/>
                  </a:cubicBezTo>
                  <a:cubicBezTo>
                    <a:pt x="63" y="27"/>
                    <a:pt x="61" y="25"/>
                    <a:pt x="58" y="19"/>
                  </a:cubicBezTo>
                  <a:cubicBezTo>
                    <a:pt x="56" y="13"/>
                    <a:pt x="53" y="15"/>
                    <a:pt x="54" y="10"/>
                  </a:cubicBezTo>
                  <a:cubicBezTo>
                    <a:pt x="55" y="6"/>
                    <a:pt x="52" y="1"/>
                    <a:pt x="52" y="1"/>
                  </a:cubicBezTo>
                  <a:cubicBezTo>
                    <a:pt x="52" y="1"/>
                    <a:pt x="19" y="0"/>
                    <a:pt x="15" y="1"/>
                  </a:cubicBezTo>
                  <a:cubicBezTo>
                    <a:pt x="14" y="1"/>
                    <a:pt x="11" y="2"/>
                    <a:pt x="9" y="4"/>
                  </a:cubicBezTo>
                  <a:cubicBezTo>
                    <a:pt x="11" y="12"/>
                    <a:pt x="17" y="25"/>
                    <a:pt x="19" y="28"/>
                  </a:cubicBezTo>
                  <a:cubicBezTo>
                    <a:pt x="20" y="31"/>
                    <a:pt x="17" y="34"/>
                    <a:pt x="17" y="39"/>
                  </a:cubicBezTo>
                  <a:cubicBezTo>
                    <a:pt x="17" y="45"/>
                    <a:pt x="23" y="56"/>
                    <a:pt x="24" y="63"/>
                  </a:cubicBezTo>
                  <a:cubicBezTo>
                    <a:pt x="25" y="70"/>
                    <a:pt x="20" y="75"/>
                    <a:pt x="16" y="79"/>
                  </a:cubicBezTo>
                  <a:cubicBezTo>
                    <a:pt x="12" y="84"/>
                    <a:pt x="8" y="95"/>
                    <a:pt x="8" y="101"/>
                  </a:cubicBezTo>
                  <a:cubicBezTo>
                    <a:pt x="8" y="108"/>
                    <a:pt x="2" y="114"/>
                    <a:pt x="2" y="117"/>
                  </a:cubicBezTo>
                  <a:cubicBezTo>
                    <a:pt x="2" y="120"/>
                    <a:pt x="1" y="129"/>
                    <a:pt x="1" y="132"/>
                  </a:cubicBezTo>
                  <a:cubicBezTo>
                    <a:pt x="0" y="132"/>
                    <a:pt x="1" y="132"/>
                    <a:pt x="1" y="132"/>
                  </a:cubicBezTo>
                  <a:cubicBezTo>
                    <a:pt x="4" y="132"/>
                    <a:pt x="4" y="132"/>
                    <a:pt x="4" y="132"/>
                  </a:cubicBezTo>
                  <a:cubicBezTo>
                    <a:pt x="4" y="132"/>
                    <a:pt x="5" y="129"/>
                    <a:pt x="8" y="129"/>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5" name="Freeform 11"/>
            <p:cNvSpPr>
              <a:spLocks noChangeArrowheads="1"/>
            </p:cNvSpPr>
            <p:nvPr/>
          </p:nvSpPr>
          <p:spPr bwMode="auto">
            <a:xfrm>
              <a:off x="4108463" y="2647953"/>
              <a:ext cx="247651" cy="219075"/>
            </a:xfrm>
            <a:custGeom>
              <a:avLst/>
              <a:gdLst>
                <a:gd name="T0" fmla="*/ 100 w 130"/>
                <a:gd name="T1" fmla="*/ 5 h 115"/>
                <a:gd name="T2" fmla="*/ 92 w 130"/>
                <a:gd name="T3" fmla="*/ 0 h 115"/>
                <a:gd name="T4" fmla="*/ 78 w 130"/>
                <a:gd name="T5" fmla="*/ 3 h 115"/>
                <a:gd name="T6" fmla="*/ 75 w 130"/>
                <a:gd name="T7" fmla="*/ 10 h 115"/>
                <a:gd name="T8" fmla="*/ 74 w 130"/>
                <a:gd name="T9" fmla="*/ 16 h 115"/>
                <a:gd name="T10" fmla="*/ 73 w 130"/>
                <a:gd name="T11" fmla="*/ 29 h 115"/>
                <a:gd name="T12" fmla="*/ 71 w 130"/>
                <a:gd name="T13" fmla="*/ 39 h 115"/>
                <a:gd name="T14" fmla="*/ 78 w 130"/>
                <a:gd name="T15" fmla="*/ 48 h 115"/>
                <a:gd name="T16" fmla="*/ 86 w 130"/>
                <a:gd name="T17" fmla="*/ 46 h 115"/>
                <a:gd name="T18" fmla="*/ 87 w 130"/>
                <a:gd name="T19" fmla="*/ 54 h 115"/>
                <a:gd name="T20" fmla="*/ 85 w 130"/>
                <a:gd name="T21" fmla="*/ 59 h 115"/>
                <a:gd name="T22" fmla="*/ 77 w 130"/>
                <a:gd name="T23" fmla="*/ 59 h 115"/>
                <a:gd name="T24" fmla="*/ 73 w 130"/>
                <a:gd name="T25" fmla="*/ 49 h 115"/>
                <a:gd name="T26" fmla="*/ 64 w 130"/>
                <a:gd name="T27" fmla="*/ 47 h 115"/>
                <a:gd name="T28" fmla="*/ 58 w 130"/>
                <a:gd name="T29" fmla="*/ 41 h 115"/>
                <a:gd name="T30" fmla="*/ 54 w 130"/>
                <a:gd name="T31" fmla="*/ 43 h 115"/>
                <a:gd name="T32" fmla="*/ 49 w 130"/>
                <a:gd name="T33" fmla="*/ 44 h 115"/>
                <a:gd name="T34" fmla="*/ 40 w 130"/>
                <a:gd name="T35" fmla="*/ 41 h 115"/>
                <a:gd name="T36" fmla="*/ 36 w 130"/>
                <a:gd name="T37" fmla="*/ 36 h 115"/>
                <a:gd name="T38" fmla="*/ 29 w 130"/>
                <a:gd name="T39" fmla="*/ 36 h 115"/>
                <a:gd name="T40" fmla="*/ 26 w 130"/>
                <a:gd name="T41" fmla="*/ 34 h 115"/>
                <a:gd name="T42" fmla="*/ 23 w 130"/>
                <a:gd name="T43" fmla="*/ 31 h 115"/>
                <a:gd name="T44" fmla="*/ 21 w 130"/>
                <a:gd name="T45" fmla="*/ 53 h 115"/>
                <a:gd name="T46" fmla="*/ 18 w 130"/>
                <a:gd name="T47" fmla="*/ 56 h 115"/>
                <a:gd name="T48" fmla="*/ 1 w 130"/>
                <a:gd name="T49" fmla="*/ 55 h 115"/>
                <a:gd name="T50" fmla="*/ 0 w 130"/>
                <a:gd name="T51" fmla="*/ 93 h 115"/>
                <a:gd name="T52" fmla="*/ 13 w 130"/>
                <a:gd name="T53" fmla="*/ 110 h 115"/>
                <a:gd name="T54" fmla="*/ 34 w 130"/>
                <a:gd name="T55" fmla="*/ 109 h 115"/>
                <a:gd name="T56" fmla="*/ 35 w 130"/>
                <a:gd name="T57" fmla="*/ 112 h 115"/>
                <a:gd name="T58" fmla="*/ 40 w 130"/>
                <a:gd name="T59" fmla="*/ 111 h 115"/>
                <a:gd name="T60" fmla="*/ 55 w 130"/>
                <a:gd name="T61" fmla="*/ 114 h 115"/>
                <a:gd name="T62" fmla="*/ 66 w 130"/>
                <a:gd name="T63" fmla="*/ 101 h 115"/>
                <a:gd name="T64" fmla="*/ 77 w 130"/>
                <a:gd name="T65" fmla="*/ 93 h 115"/>
                <a:gd name="T66" fmla="*/ 83 w 130"/>
                <a:gd name="T67" fmla="*/ 87 h 115"/>
                <a:gd name="T68" fmla="*/ 93 w 130"/>
                <a:gd name="T69" fmla="*/ 87 h 115"/>
                <a:gd name="T70" fmla="*/ 93 w 130"/>
                <a:gd name="T71" fmla="*/ 87 h 115"/>
                <a:gd name="T72" fmla="*/ 91 w 130"/>
                <a:gd name="T73" fmla="*/ 79 h 115"/>
                <a:gd name="T74" fmla="*/ 122 w 130"/>
                <a:gd name="T75" fmla="*/ 67 h 115"/>
                <a:gd name="T76" fmla="*/ 120 w 130"/>
                <a:gd name="T77" fmla="*/ 62 h 115"/>
                <a:gd name="T78" fmla="*/ 122 w 130"/>
                <a:gd name="T79" fmla="*/ 51 h 115"/>
                <a:gd name="T80" fmla="*/ 127 w 130"/>
                <a:gd name="T81" fmla="*/ 48 h 115"/>
                <a:gd name="T82" fmla="*/ 126 w 130"/>
                <a:gd name="T83" fmla="*/ 30 h 115"/>
                <a:gd name="T84" fmla="*/ 130 w 130"/>
                <a:gd name="T85" fmla="*/ 28 h 115"/>
                <a:gd name="T86" fmla="*/ 125 w 130"/>
                <a:gd name="T87" fmla="*/ 16 h 115"/>
                <a:gd name="T88" fmla="*/ 110 w 130"/>
                <a:gd name="T89" fmla="*/ 9 h 115"/>
                <a:gd name="T90" fmla="*/ 100 w 130"/>
                <a:gd name="T91" fmla="*/ 5 h 11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0"/>
                <a:gd name="T139" fmla="*/ 0 h 115"/>
                <a:gd name="T140" fmla="*/ 130 w 130"/>
                <a:gd name="T141" fmla="*/ 115 h 11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0" h="115">
                  <a:moveTo>
                    <a:pt x="100" y="5"/>
                  </a:moveTo>
                  <a:cubicBezTo>
                    <a:pt x="99" y="5"/>
                    <a:pt x="95" y="3"/>
                    <a:pt x="92" y="0"/>
                  </a:cubicBezTo>
                  <a:cubicBezTo>
                    <a:pt x="90" y="3"/>
                    <a:pt x="82" y="3"/>
                    <a:pt x="78" y="3"/>
                  </a:cubicBezTo>
                  <a:cubicBezTo>
                    <a:pt x="74" y="3"/>
                    <a:pt x="78" y="8"/>
                    <a:pt x="75" y="10"/>
                  </a:cubicBezTo>
                  <a:cubicBezTo>
                    <a:pt x="73" y="12"/>
                    <a:pt x="72" y="15"/>
                    <a:pt x="74" y="16"/>
                  </a:cubicBezTo>
                  <a:cubicBezTo>
                    <a:pt x="76" y="17"/>
                    <a:pt x="73" y="26"/>
                    <a:pt x="73" y="29"/>
                  </a:cubicBezTo>
                  <a:cubicBezTo>
                    <a:pt x="73" y="32"/>
                    <a:pt x="69" y="38"/>
                    <a:pt x="71" y="39"/>
                  </a:cubicBezTo>
                  <a:cubicBezTo>
                    <a:pt x="72" y="40"/>
                    <a:pt x="75" y="47"/>
                    <a:pt x="78" y="48"/>
                  </a:cubicBezTo>
                  <a:cubicBezTo>
                    <a:pt x="82" y="49"/>
                    <a:pt x="84" y="46"/>
                    <a:pt x="86" y="46"/>
                  </a:cubicBezTo>
                  <a:cubicBezTo>
                    <a:pt x="87" y="46"/>
                    <a:pt x="87" y="50"/>
                    <a:pt x="87" y="54"/>
                  </a:cubicBezTo>
                  <a:cubicBezTo>
                    <a:pt x="87" y="57"/>
                    <a:pt x="85" y="59"/>
                    <a:pt x="85" y="59"/>
                  </a:cubicBezTo>
                  <a:cubicBezTo>
                    <a:pt x="85" y="59"/>
                    <a:pt x="80" y="61"/>
                    <a:pt x="77" y="59"/>
                  </a:cubicBezTo>
                  <a:cubicBezTo>
                    <a:pt x="75" y="57"/>
                    <a:pt x="73" y="51"/>
                    <a:pt x="73" y="49"/>
                  </a:cubicBezTo>
                  <a:cubicBezTo>
                    <a:pt x="73" y="47"/>
                    <a:pt x="67" y="47"/>
                    <a:pt x="64" y="47"/>
                  </a:cubicBezTo>
                  <a:cubicBezTo>
                    <a:pt x="62" y="47"/>
                    <a:pt x="59" y="43"/>
                    <a:pt x="58" y="41"/>
                  </a:cubicBezTo>
                  <a:cubicBezTo>
                    <a:pt x="57" y="39"/>
                    <a:pt x="54" y="41"/>
                    <a:pt x="54" y="43"/>
                  </a:cubicBezTo>
                  <a:cubicBezTo>
                    <a:pt x="54" y="44"/>
                    <a:pt x="52" y="44"/>
                    <a:pt x="49" y="44"/>
                  </a:cubicBezTo>
                  <a:cubicBezTo>
                    <a:pt x="47" y="44"/>
                    <a:pt x="42" y="40"/>
                    <a:pt x="40" y="41"/>
                  </a:cubicBezTo>
                  <a:cubicBezTo>
                    <a:pt x="38" y="42"/>
                    <a:pt x="36" y="38"/>
                    <a:pt x="36" y="36"/>
                  </a:cubicBezTo>
                  <a:cubicBezTo>
                    <a:pt x="37" y="34"/>
                    <a:pt x="31" y="35"/>
                    <a:pt x="29" y="36"/>
                  </a:cubicBezTo>
                  <a:cubicBezTo>
                    <a:pt x="27" y="37"/>
                    <a:pt x="26" y="34"/>
                    <a:pt x="26" y="34"/>
                  </a:cubicBezTo>
                  <a:cubicBezTo>
                    <a:pt x="26" y="34"/>
                    <a:pt x="25" y="32"/>
                    <a:pt x="23" y="31"/>
                  </a:cubicBezTo>
                  <a:cubicBezTo>
                    <a:pt x="21" y="53"/>
                    <a:pt x="21" y="53"/>
                    <a:pt x="21" y="53"/>
                  </a:cubicBezTo>
                  <a:cubicBezTo>
                    <a:pt x="18" y="56"/>
                    <a:pt x="18" y="56"/>
                    <a:pt x="18" y="56"/>
                  </a:cubicBezTo>
                  <a:cubicBezTo>
                    <a:pt x="1" y="55"/>
                    <a:pt x="1" y="55"/>
                    <a:pt x="1" y="55"/>
                  </a:cubicBezTo>
                  <a:cubicBezTo>
                    <a:pt x="0" y="93"/>
                    <a:pt x="0" y="93"/>
                    <a:pt x="0" y="93"/>
                  </a:cubicBezTo>
                  <a:cubicBezTo>
                    <a:pt x="13" y="110"/>
                    <a:pt x="13" y="110"/>
                    <a:pt x="13" y="110"/>
                  </a:cubicBezTo>
                  <a:cubicBezTo>
                    <a:pt x="20" y="109"/>
                    <a:pt x="34" y="107"/>
                    <a:pt x="34" y="109"/>
                  </a:cubicBezTo>
                  <a:cubicBezTo>
                    <a:pt x="34" y="110"/>
                    <a:pt x="34" y="111"/>
                    <a:pt x="35" y="112"/>
                  </a:cubicBezTo>
                  <a:cubicBezTo>
                    <a:pt x="37" y="112"/>
                    <a:pt x="39" y="111"/>
                    <a:pt x="40" y="111"/>
                  </a:cubicBezTo>
                  <a:cubicBezTo>
                    <a:pt x="43" y="112"/>
                    <a:pt x="52" y="115"/>
                    <a:pt x="55" y="114"/>
                  </a:cubicBezTo>
                  <a:cubicBezTo>
                    <a:pt x="57" y="112"/>
                    <a:pt x="62" y="102"/>
                    <a:pt x="66" y="101"/>
                  </a:cubicBezTo>
                  <a:cubicBezTo>
                    <a:pt x="71" y="100"/>
                    <a:pt x="77" y="95"/>
                    <a:pt x="77" y="93"/>
                  </a:cubicBezTo>
                  <a:cubicBezTo>
                    <a:pt x="77" y="91"/>
                    <a:pt x="77" y="89"/>
                    <a:pt x="83" y="87"/>
                  </a:cubicBezTo>
                  <a:cubicBezTo>
                    <a:pt x="93" y="87"/>
                    <a:pt x="93" y="87"/>
                    <a:pt x="93" y="87"/>
                  </a:cubicBezTo>
                  <a:cubicBezTo>
                    <a:pt x="93" y="87"/>
                    <a:pt x="93" y="87"/>
                    <a:pt x="93" y="87"/>
                  </a:cubicBezTo>
                  <a:cubicBezTo>
                    <a:pt x="91" y="79"/>
                    <a:pt x="91" y="79"/>
                    <a:pt x="91" y="79"/>
                  </a:cubicBezTo>
                  <a:cubicBezTo>
                    <a:pt x="91" y="79"/>
                    <a:pt x="121" y="67"/>
                    <a:pt x="122" y="67"/>
                  </a:cubicBezTo>
                  <a:cubicBezTo>
                    <a:pt x="121" y="65"/>
                    <a:pt x="120" y="63"/>
                    <a:pt x="120" y="62"/>
                  </a:cubicBezTo>
                  <a:cubicBezTo>
                    <a:pt x="121" y="62"/>
                    <a:pt x="122" y="54"/>
                    <a:pt x="122" y="51"/>
                  </a:cubicBezTo>
                  <a:cubicBezTo>
                    <a:pt x="122" y="49"/>
                    <a:pt x="129" y="51"/>
                    <a:pt x="127" y="48"/>
                  </a:cubicBezTo>
                  <a:cubicBezTo>
                    <a:pt x="124" y="46"/>
                    <a:pt x="125" y="33"/>
                    <a:pt x="126" y="30"/>
                  </a:cubicBezTo>
                  <a:cubicBezTo>
                    <a:pt x="127" y="27"/>
                    <a:pt x="130" y="30"/>
                    <a:pt x="130" y="28"/>
                  </a:cubicBezTo>
                  <a:cubicBezTo>
                    <a:pt x="130" y="25"/>
                    <a:pt x="127" y="18"/>
                    <a:pt x="125" y="16"/>
                  </a:cubicBezTo>
                  <a:cubicBezTo>
                    <a:pt x="124" y="14"/>
                    <a:pt x="113" y="10"/>
                    <a:pt x="110" y="9"/>
                  </a:cubicBezTo>
                  <a:cubicBezTo>
                    <a:pt x="108" y="9"/>
                    <a:pt x="103" y="5"/>
                    <a:pt x="100" y="5"/>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6" name="Freeform 12"/>
            <p:cNvSpPr>
              <a:spLocks noChangeArrowheads="1"/>
            </p:cNvSpPr>
            <p:nvPr/>
          </p:nvSpPr>
          <p:spPr bwMode="auto">
            <a:xfrm>
              <a:off x="4254514" y="2492378"/>
              <a:ext cx="42863" cy="38100"/>
            </a:xfrm>
            <a:custGeom>
              <a:avLst/>
              <a:gdLst>
                <a:gd name="T0" fmla="*/ 18 w 22"/>
                <a:gd name="T1" fmla="*/ 0 h 20"/>
                <a:gd name="T2" fmla="*/ 12 w 22"/>
                <a:gd name="T3" fmla="*/ 2 h 20"/>
                <a:gd name="T4" fmla="*/ 6 w 22"/>
                <a:gd name="T5" fmla="*/ 3 h 20"/>
                <a:gd name="T6" fmla="*/ 5 w 22"/>
                <a:gd name="T7" fmla="*/ 5 h 20"/>
                <a:gd name="T8" fmla="*/ 3 w 22"/>
                <a:gd name="T9" fmla="*/ 12 h 20"/>
                <a:gd name="T10" fmla="*/ 0 w 22"/>
                <a:gd name="T11" fmla="*/ 15 h 20"/>
                <a:gd name="T12" fmla="*/ 3 w 22"/>
                <a:gd name="T13" fmla="*/ 18 h 20"/>
                <a:gd name="T14" fmla="*/ 6 w 22"/>
                <a:gd name="T15" fmla="*/ 19 h 20"/>
                <a:gd name="T16" fmla="*/ 12 w 22"/>
                <a:gd name="T17" fmla="*/ 15 h 20"/>
                <a:gd name="T18" fmla="*/ 22 w 22"/>
                <a:gd name="T19" fmla="*/ 13 h 20"/>
                <a:gd name="T20" fmla="*/ 20 w 22"/>
                <a:gd name="T21" fmla="*/ 5 h 20"/>
                <a:gd name="T22" fmla="*/ 18 w 22"/>
                <a:gd name="T23" fmla="*/ 0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0"/>
                <a:gd name="T38" fmla="*/ 22 w 22"/>
                <a:gd name="T39" fmla="*/ 20 h 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0">
                  <a:moveTo>
                    <a:pt x="18" y="0"/>
                  </a:moveTo>
                  <a:cubicBezTo>
                    <a:pt x="16" y="1"/>
                    <a:pt x="13" y="2"/>
                    <a:pt x="12" y="2"/>
                  </a:cubicBezTo>
                  <a:cubicBezTo>
                    <a:pt x="11" y="3"/>
                    <a:pt x="10" y="4"/>
                    <a:pt x="6" y="3"/>
                  </a:cubicBezTo>
                  <a:cubicBezTo>
                    <a:pt x="6" y="4"/>
                    <a:pt x="6" y="4"/>
                    <a:pt x="5" y="5"/>
                  </a:cubicBezTo>
                  <a:cubicBezTo>
                    <a:pt x="2" y="6"/>
                    <a:pt x="3" y="12"/>
                    <a:pt x="3" y="12"/>
                  </a:cubicBezTo>
                  <a:cubicBezTo>
                    <a:pt x="3" y="12"/>
                    <a:pt x="0" y="12"/>
                    <a:pt x="0" y="15"/>
                  </a:cubicBezTo>
                  <a:cubicBezTo>
                    <a:pt x="0" y="17"/>
                    <a:pt x="2" y="18"/>
                    <a:pt x="3" y="18"/>
                  </a:cubicBezTo>
                  <a:cubicBezTo>
                    <a:pt x="4" y="18"/>
                    <a:pt x="5" y="18"/>
                    <a:pt x="6" y="19"/>
                  </a:cubicBezTo>
                  <a:cubicBezTo>
                    <a:pt x="13" y="20"/>
                    <a:pt x="12" y="15"/>
                    <a:pt x="12" y="15"/>
                  </a:cubicBezTo>
                  <a:cubicBezTo>
                    <a:pt x="12" y="15"/>
                    <a:pt x="21" y="16"/>
                    <a:pt x="22" y="13"/>
                  </a:cubicBezTo>
                  <a:cubicBezTo>
                    <a:pt x="22" y="10"/>
                    <a:pt x="20" y="5"/>
                    <a:pt x="20" y="5"/>
                  </a:cubicBezTo>
                  <a:lnTo>
                    <a:pt x="18" y="0"/>
                  </a:ln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7" name="Freeform 13"/>
            <p:cNvSpPr>
              <a:spLocks noChangeArrowheads="1"/>
            </p:cNvSpPr>
            <p:nvPr/>
          </p:nvSpPr>
          <p:spPr bwMode="auto">
            <a:xfrm>
              <a:off x="4514865" y="2205039"/>
              <a:ext cx="223839" cy="298451"/>
            </a:xfrm>
            <a:custGeom>
              <a:avLst/>
              <a:gdLst>
                <a:gd name="T0" fmla="*/ 27 w 117"/>
                <a:gd name="T1" fmla="*/ 30 h 157"/>
                <a:gd name="T2" fmla="*/ 35 w 117"/>
                <a:gd name="T3" fmla="*/ 37 h 157"/>
                <a:gd name="T4" fmla="*/ 58 w 117"/>
                <a:gd name="T5" fmla="*/ 45 h 157"/>
                <a:gd name="T6" fmla="*/ 73 w 117"/>
                <a:gd name="T7" fmla="*/ 48 h 157"/>
                <a:gd name="T8" fmla="*/ 77 w 117"/>
                <a:gd name="T9" fmla="*/ 51 h 157"/>
                <a:gd name="T10" fmla="*/ 47 w 117"/>
                <a:gd name="T11" fmla="*/ 81 h 157"/>
                <a:gd name="T12" fmla="*/ 35 w 117"/>
                <a:gd name="T13" fmla="*/ 83 h 157"/>
                <a:gd name="T14" fmla="*/ 20 w 117"/>
                <a:gd name="T15" fmla="*/ 91 h 157"/>
                <a:gd name="T16" fmla="*/ 11 w 117"/>
                <a:gd name="T17" fmla="*/ 92 h 157"/>
                <a:gd name="T18" fmla="*/ 5 w 117"/>
                <a:gd name="T19" fmla="*/ 100 h 157"/>
                <a:gd name="T20" fmla="*/ 0 w 117"/>
                <a:gd name="T21" fmla="*/ 108 h 157"/>
                <a:gd name="T22" fmla="*/ 1 w 117"/>
                <a:gd name="T23" fmla="*/ 148 h 157"/>
                <a:gd name="T24" fmla="*/ 6 w 117"/>
                <a:gd name="T25" fmla="*/ 157 h 157"/>
                <a:gd name="T26" fmla="*/ 31 w 117"/>
                <a:gd name="T27" fmla="*/ 131 h 157"/>
                <a:gd name="T28" fmla="*/ 51 w 117"/>
                <a:gd name="T29" fmla="*/ 116 h 157"/>
                <a:gd name="T30" fmla="*/ 79 w 117"/>
                <a:gd name="T31" fmla="*/ 88 h 157"/>
                <a:gd name="T32" fmla="*/ 92 w 117"/>
                <a:gd name="T33" fmla="*/ 67 h 157"/>
                <a:gd name="T34" fmla="*/ 102 w 117"/>
                <a:gd name="T35" fmla="*/ 50 h 157"/>
                <a:gd name="T36" fmla="*/ 113 w 117"/>
                <a:gd name="T37" fmla="*/ 28 h 157"/>
                <a:gd name="T38" fmla="*/ 117 w 117"/>
                <a:gd name="T39" fmla="*/ 8 h 157"/>
                <a:gd name="T40" fmla="*/ 109 w 117"/>
                <a:gd name="T41" fmla="*/ 4 h 157"/>
                <a:gd name="T42" fmla="*/ 84 w 117"/>
                <a:gd name="T43" fmla="*/ 11 h 157"/>
                <a:gd name="T44" fmla="*/ 66 w 117"/>
                <a:gd name="T45" fmla="*/ 15 h 157"/>
                <a:gd name="T46" fmla="*/ 51 w 117"/>
                <a:gd name="T47" fmla="*/ 18 h 157"/>
                <a:gd name="T48" fmla="*/ 33 w 117"/>
                <a:gd name="T49" fmla="*/ 16 h 157"/>
                <a:gd name="T50" fmla="*/ 27 w 117"/>
                <a:gd name="T51" fmla="*/ 10 h 157"/>
                <a:gd name="T52" fmla="*/ 20 w 117"/>
                <a:gd name="T53" fmla="*/ 20 h 157"/>
                <a:gd name="T54" fmla="*/ 27 w 117"/>
                <a:gd name="T55" fmla="*/ 30 h 15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7"/>
                <a:gd name="T85" fmla="*/ 0 h 157"/>
                <a:gd name="T86" fmla="*/ 117 w 117"/>
                <a:gd name="T87" fmla="*/ 157 h 15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7" h="157">
                  <a:moveTo>
                    <a:pt x="27" y="30"/>
                  </a:moveTo>
                  <a:cubicBezTo>
                    <a:pt x="29" y="31"/>
                    <a:pt x="33" y="36"/>
                    <a:pt x="35" y="37"/>
                  </a:cubicBezTo>
                  <a:cubicBezTo>
                    <a:pt x="37" y="37"/>
                    <a:pt x="50" y="41"/>
                    <a:pt x="58" y="45"/>
                  </a:cubicBezTo>
                  <a:cubicBezTo>
                    <a:pt x="66" y="48"/>
                    <a:pt x="71" y="48"/>
                    <a:pt x="73" y="48"/>
                  </a:cubicBezTo>
                  <a:cubicBezTo>
                    <a:pt x="76" y="48"/>
                    <a:pt x="79" y="49"/>
                    <a:pt x="77" y="51"/>
                  </a:cubicBezTo>
                  <a:cubicBezTo>
                    <a:pt x="75" y="52"/>
                    <a:pt x="50" y="77"/>
                    <a:pt x="47" y="81"/>
                  </a:cubicBezTo>
                  <a:cubicBezTo>
                    <a:pt x="44" y="84"/>
                    <a:pt x="42" y="83"/>
                    <a:pt x="35" y="83"/>
                  </a:cubicBezTo>
                  <a:cubicBezTo>
                    <a:pt x="27" y="83"/>
                    <a:pt x="22" y="91"/>
                    <a:pt x="20" y="91"/>
                  </a:cubicBezTo>
                  <a:cubicBezTo>
                    <a:pt x="19" y="90"/>
                    <a:pt x="14" y="91"/>
                    <a:pt x="11" y="92"/>
                  </a:cubicBezTo>
                  <a:cubicBezTo>
                    <a:pt x="5" y="100"/>
                    <a:pt x="5" y="100"/>
                    <a:pt x="5" y="100"/>
                  </a:cubicBezTo>
                  <a:cubicBezTo>
                    <a:pt x="0" y="108"/>
                    <a:pt x="0" y="108"/>
                    <a:pt x="0" y="108"/>
                  </a:cubicBezTo>
                  <a:cubicBezTo>
                    <a:pt x="1" y="148"/>
                    <a:pt x="1" y="148"/>
                    <a:pt x="1" y="148"/>
                  </a:cubicBezTo>
                  <a:cubicBezTo>
                    <a:pt x="6" y="157"/>
                    <a:pt x="6" y="157"/>
                    <a:pt x="6" y="157"/>
                  </a:cubicBezTo>
                  <a:cubicBezTo>
                    <a:pt x="11" y="151"/>
                    <a:pt x="23" y="140"/>
                    <a:pt x="31" y="131"/>
                  </a:cubicBezTo>
                  <a:cubicBezTo>
                    <a:pt x="41" y="121"/>
                    <a:pt x="46" y="118"/>
                    <a:pt x="51" y="116"/>
                  </a:cubicBezTo>
                  <a:cubicBezTo>
                    <a:pt x="56" y="113"/>
                    <a:pt x="70" y="100"/>
                    <a:pt x="79" y="88"/>
                  </a:cubicBezTo>
                  <a:cubicBezTo>
                    <a:pt x="85" y="81"/>
                    <a:pt x="91" y="73"/>
                    <a:pt x="92" y="67"/>
                  </a:cubicBezTo>
                  <a:cubicBezTo>
                    <a:pt x="93" y="62"/>
                    <a:pt x="98" y="55"/>
                    <a:pt x="102" y="50"/>
                  </a:cubicBezTo>
                  <a:cubicBezTo>
                    <a:pt x="106" y="45"/>
                    <a:pt x="113" y="32"/>
                    <a:pt x="113" y="28"/>
                  </a:cubicBezTo>
                  <a:cubicBezTo>
                    <a:pt x="113" y="24"/>
                    <a:pt x="116" y="15"/>
                    <a:pt x="117" y="8"/>
                  </a:cubicBezTo>
                  <a:cubicBezTo>
                    <a:pt x="117" y="1"/>
                    <a:pt x="111" y="0"/>
                    <a:pt x="109" y="4"/>
                  </a:cubicBezTo>
                  <a:cubicBezTo>
                    <a:pt x="107" y="8"/>
                    <a:pt x="93" y="11"/>
                    <a:pt x="84" y="11"/>
                  </a:cubicBezTo>
                  <a:cubicBezTo>
                    <a:pt x="75" y="11"/>
                    <a:pt x="69" y="12"/>
                    <a:pt x="66" y="15"/>
                  </a:cubicBezTo>
                  <a:cubicBezTo>
                    <a:pt x="63" y="18"/>
                    <a:pt x="54" y="14"/>
                    <a:pt x="51" y="18"/>
                  </a:cubicBezTo>
                  <a:cubicBezTo>
                    <a:pt x="48" y="21"/>
                    <a:pt x="36" y="24"/>
                    <a:pt x="33" y="16"/>
                  </a:cubicBezTo>
                  <a:cubicBezTo>
                    <a:pt x="31" y="13"/>
                    <a:pt x="29" y="11"/>
                    <a:pt x="27" y="10"/>
                  </a:cubicBezTo>
                  <a:cubicBezTo>
                    <a:pt x="24" y="13"/>
                    <a:pt x="20" y="18"/>
                    <a:pt x="20" y="20"/>
                  </a:cubicBezTo>
                  <a:cubicBezTo>
                    <a:pt x="21" y="22"/>
                    <a:pt x="25" y="29"/>
                    <a:pt x="27" y="30"/>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8" name="Freeform 14"/>
            <p:cNvSpPr>
              <a:spLocks noChangeArrowheads="1"/>
            </p:cNvSpPr>
            <p:nvPr/>
          </p:nvSpPr>
          <p:spPr bwMode="auto">
            <a:xfrm>
              <a:off x="3363924" y="1655764"/>
              <a:ext cx="260351" cy="206375"/>
            </a:xfrm>
            <a:custGeom>
              <a:avLst/>
              <a:gdLst>
                <a:gd name="T0" fmla="*/ 50 w 136"/>
                <a:gd name="T1" fmla="*/ 108 h 108"/>
                <a:gd name="T2" fmla="*/ 50 w 136"/>
                <a:gd name="T3" fmla="*/ 93 h 108"/>
                <a:gd name="T4" fmla="*/ 68 w 136"/>
                <a:gd name="T5" fmla="*/ 81 h 108"/>
                <a:gd name="T6" fmla="*/ 75 w 136"/>
                <a:gd name="T7" fmla="*/ 79 h 108"/>
                <a:gd name="T8" fmla="*/ 85 w 136"/>
                <a:gd name="T9" fmla="*/ 77 h 108"/>
                <a:gd name="T10" fmla="*/ 91 w 136"/>
                <a:gd name="T11" fmla="*/ 70 h 108"/>
                <a:gd name="T12" fmla="*/ 99 w 136"/>
                <a:gd name="T13" fmla="*/ 67 h 108"/>
                <a:gd name="T14" fmla="*/ 104 w 136"/>
                <a:gd name="T15" fmla="*/ 64 h 108"/>
                <a:gd name="T16" fmla="*/ 106 w 136"/>
                <a:gd name="T17" fmla="*/ 57 h 108"/>
                <a:gd name="T18" fmla="*/ 110 w 136"/>
                <a:gd name="T19" fmla="*/ 54 h 108"/>
                <a:gd name="T20" fmla="*/ 116 w 136"/>
                <a:gd name="T21" fmla="*/ 50 h 108"/>
                <a:gd name="T22" fmla="*/ 133 w 136"/>
                <a:gd name="T23" fmla="*/ 49 h 108"/>
                <a:gd name="T24" fmla="*/ 135 w 136"/>
                <a:gd name="T25" fmla="*/ 45 h 108"/>
                <a:gd name="T26" fmla="*/ 131 w 136"/>
                <a:gd name="T27" fmla="*/ 37 h 108"/>
                <a:gd name="T28" fmla="*/ 130 w 136"/>
                <a:gd name="T29" fmla="*/ 27 h 108"/>
                <a:gd name="T30" fmla="*/ 127 w 136"/>
                <a:gd name="T31" fmla="*/ 15 h 108"/>
                <a:gd name="T32" fmla="*/ 125 w 136"/>
                <a:gd name="T33" fmla="*/ 11 h 108"/>
                <a:gd name="T34" fmla="*/ 112 w 136"/>
                <a:gd name="T35" fmla="*/ 8 h 108"/>
                <a:gd name="T36" fmla="*/ 93 w 136"/>
                <a:gd name="T37" fmla="*/ 6 h 108"/>
                <a:gd name="T38" fmla="*/ 82 w 136"/>
                <a:gd name="T39" fmla="*/ 2 h 108"/>
                <a:gd name="T40" fmla="*/ 70 w 136"/>
                <a:gd name="T41" fmla="*/ 25 h 108"/>
                <a:gd name="T42" fmla="*/ 53 w 136"/>
                <a:gd name="T43" fmla="*/ 33 h 108"/>
                <a:gd name="T44" fmla="*/ 44 w 136"/>
                <a:gd name="T45" fmla="*/ 42 h 108"/>
                <a:gd name="T46" fmla="*/ 38 w 136"/>
                <a:gd name="T47" fmla="*/ 53 h 108"/>
                <a:gd name="T48" fmla="*/ 38 w 136"/>
                <a:gd name="T49" fmla="*/ 70 h 108"/>
                <a:gd name="T50" fmla="*/ 25 w 136"/>
                <a:gd name="T51" fmla="*/ 89 h 108"/>
                <a:gd name="T52" fmla="*/ 8 w 136"/>
                <a:gd name="T53" fmla="*/ 100 h 108"/>
                <a:gd name="T54" fmla="*/ 0 w 136"/>
                <a:gd name="T55" fmla="*/ 104 h 108"/>
                <a:gd name="T56" fmla="*/ 42 w 136"/>
                <a:gd name="T57" fmla="*/ 104 h 108"/>
                <a:gd name="T58" fmla="*/ 50 w 136"/>
                <a:gd name="T59" fmla="*/ 108 h 10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6"/>
                <a:gd name="T91" fmla="*/ 0 h 108"/>
                <a:gd name="T92" fmla="*/ 136 w 136"/>
                <a:gd name="T93" fmla="*/ 108 h 10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6" h="108">
                  <a:moveTo>
                    <a:pt x="50" y="108"/>
                  </a:moveTo>
                  <a:cubicBezTo>
                    <a:pt x="50" y="101"/>
                    <a:pt x="49" y="94"/>
                    <a:pt x="50" y="93"/>
                  </a:cubicBezTo>
                  <a:cubicBezTo>
                    <a:pt x="50" y="91"/>
                    <a:pt x="65" y="83"/>
                    <a:pt x="68" y="81"/>
                  </a:cubicBezTo>
                  <a:cubicBezTo>
                    <a:pt x="70" y="80"/>
                    <a:pt x="75" y="82"/>
                    <a:pt x="75" y="79"/>
                  </a:cubicBezTo>
                  <a:cubicBezTo>
                    <a:pt x="75" y="76"/>
                    <a:pt x="81" y="77"/>
                    <a:pt x="85" y="77"/>
                  </a:cubicBezTo>
                  <a:cubicBezTo>
                    <a:pt x="89" y="76"/>
                    <a:pt x="91" y="73"/>
                    <a:pt x="91" y="70"/>
                  </a:cubicBezTo>
                  <a:cubicBezTo>
                    <a:pt x="91" y="67"/>
                    <a:pt x="96" y="67"/>
                    <a:pt x="99" y="67"/>
                  </a:cubicBezTo>
                  <a:cubicBezTo>
                    <a:pt x="103" y="67"/>
                    <a:pt x="102" y="64"/>
                    <a:pt x="104" y="64"/>
                  </a:cubicBezTo>
                  <a:cubicBezTo>
                    <a:pt x="107" y="64"/>
                    <a:pt x="105" y="60"/>
                    <a:pt x="106" y="57"/>
                  </a:cubicBezTo>
                  <a:cubicBezTo>
                    <a:pt x="106" y="53"/>
                    <a:pt x="106" y="54"/>
                    <a:pt x="110" y="54"/>
                  </a:cubicBezTo>
                  <a:cubicBezTo>
                    <a:pt x="113" y="54"/>
                    <a:pt x="116" y="52"/>
                    <a:pt x="116" y="50"/>
                  </a:cubicBezTo>
                  <a:cubicBezTo>
                    <a:pt x="116" y="48"/>
                    <a:pt x="130" y="49"/>
                    <a:pt x="133" y="49"/>
                  </a:cubicBezTo>
                  <a:cubicBezTo>
                    <a:pt x="135" y="49"/>
                    <a:pt x="136" y="46"/>
                    <a:pt x="135" y="45"/>
                  </a:cubicBezTo>
                  <a:cubicBezTo>
                    <a:pt x="135" y="43"/>
                    <a:pt x="133" y="37"/>
                    <a:pt x="131" y="37"/>
                  </a:cubicBezTo>
                  <a:cubicBezTo>
                    <a:pt x="129" y="37"/>
                    <a:pt x="130" y="31"/>
                    <a:pt x="130" y="27"/>
                  </a:cubicBezTo>
                  <a:cubicBezTo>
                    <a:pt x="130" y="22"/>
                    <a:pt x="129" y="18"/>
                    <a:pt x="127" y="15"/>
                  </a:cubicBezTo>
                  <a:cubicBezTo>
                    <a:pt x="126" y="14"/>
                    <a:pt x="126" y="13"/>
                    <a:pt x="125" y="11"/>
                  </a:cubicBezTo>
                  <a:cubicBezTo>
                    <a:pt x="121" y="11"/>
                    <a:pt x="116" y="8"/>
                    <a:pt x="112" y="8"/>
                  </a:cubicBezTo>
                  <a:cubicBezTo>
                    <a:pt x="106" y="8"/>
                    <a:pt x="97" y="11"/>
                    <a:pt x="93" y="6"/>
                  </a:cubicBezTo>
                  <a:cubicBezTo>
                    <a:pt x="88" y="2"/>
                    <a:pt x="85" y="0"/>
                    <a:pt x="82" y="2"/>
                  </a:cubicBezTo>
                  <a:cubicBezTo>
                    <a:pt x="79" y="3"/>
                    <a:pt x="73" y="20"/>
                    <a:pt x="70" y="25"/>
                  </a:cubicBezTo>
                  <a:cubicBezTo>
                    <a:pt x="67" y="29"/>
                    <a:pt x="57" y="33"/>
                    <a:pt x="53" y="33"/>
                  </a:cubicBezTo>
                  <a:cubicBezTo>
                    <a:pt x="48" y="33"/>
                    <a:pt x="48" y="40"/>
                    <a:pt x="44" y="42"/>
                  </a:cubicBezTo>
                  <a:cubicBezTo>
                    <a:pt x="41" y="45"/>
                    <a:pt x="42" y="50"/>
                    <a:pt x="38" y="53"/>
                  </a:cubicBezTo>
                  <a:cubicBezTo>
                    <a:pt x="34" y="56"/>
                    <a:pt x="36" y="67"/>
                    <a:pt x="38" y="70"/>
                  </a:cubicBezTo>
                  <a:cubicBezTo>
                    <a:pt x="40" y="74"/>
                    <a:pt x="30" y="85"/>
                    <a:pt x="25" y="89"/>
                  </a:cubicBezTo>
                  <a:cubicBezTo>
                    <a:pt x="19" y="92"/>
                    <a:pt x="17" y="98"/>
                    <a:pt x="8" y="100"/>
                  </a:cubicBezTo>
                  <a:cubicBezTo>
                    <a:pt x="5" y="100"/>
                    <a:pt x="2" y="102"/>
                    <a:pt x="0" y="104"/>
                  </a:cubicBezTo>
                  <a:cubicBezTo>
                    <a:pt x="14" y="104"/>
                    <a:pt x="35" y="104"/>
                    <a:pt x="42" y="104"/>
                  </a:cubicBezTo>
                  <a:cubicBezTo>
                    <a:pt x="50" y="104"/>
                    <a:pt x="48" y="106"/>
                    <a:pt x="50" y="108"/>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9" name="Freeform 15"/>
            <p:cNvSpPr>
              <a:spLocks noChangeArrowheads="1"/>
            </p:cNvSpPr>
            <p:nvPr/>
          </p:nvSpPr>
          <p:spPr bwMode="auto">
            <a:xfrm>
              <a:off x="3805251" y="1619252"/>
              <a:ext cx="93663" cy="174626"/>
            </a:xfrm>
            <a:custGeom>
              <a:avLst/>
              <a:gdLst>
                <a:gd name="T0" fmla="*/ 13 w 49"/>
                <a:gd name="T1" fmla="*/ 23 h 91"/>
                <a:gd name="T2" fmla="*/ 10 w 49"/>
                <a:gd name="T3" fmla="*/ 35 h 91"/>
                <a:gd name="T4" fmla="*/ 3 w 49"/>
                <a:gd name="T5" fmla="*/ 42 h 91"/>
                <a:gd name="T6" fmla="*/ 7 w 49"/>
                <a:gd name="T7" fmla="*/ 54 h 91"/>
                <a:gd name="T8" fmla="*/ 12 w 49"/>
                <a:gd name="T9" fmla="*/ 62 h 91"/>
                <a:gd name="T10" fmla="*/ 21 w 49"/>
                <a:gd name="T11" fmla="*/ 68 h 91"/>
                <a:gd name="T12" fmla="*/ 26 w 49"/>
                <a:gd name="T13" fmla="*/ 88 h 91"/>
                <a:gd name="T14" fmla="*/ 27 w 49"/>
                <a:gd name="T15" fmla="*/ 91 h 91"/>
                <a:gd name="T16" fmla="*/ 32 w 49"/>
                <a:gd name="T17" fmla="*/ 87 h 91"/>
                <a:gd name="T18" fmla="*/ 34 w 49"/>
                <a:gd name="T19" fmla="*/ 78 h 91"/>
                <a:gd name="T20" fmla="*/ 35 w 49"/>
                <a:gd name="T21" fmla="*/ 73 h 91"/>
                <a:gd name="T22" fmla="*/ 43 w 49"/>
                <a:gd name="T23" fmla="*/ 65 h 91"/>
                <a:gd name="T24" fmla="*/ 48 w 49"/>
                <a:gd name="T25" fmla="*/ 61 h 91"/>
                <a:gd name="T26" fmla="*/ 49 w 49"/>
                <a:gd name="T27" fmla="*/ 55 h 91"/>
                <a:gd name="T28" fmla="*/ 44 w 49"/>
                <a:gd name="T29" fmla="*/ 51 h 91"/>
                <a:gd name="T30" fmla="*/ 40 w 49"/>
                <a:gd name="T31" fmla="*/ 47 h 91"/>
                <a:gd name="T32" fmla="*/ 31 w 49"/>
                <a:gd name="T33" fmla="*/ 43 h 91"/>
                <a:gd name="T34" fmla="*/ 40 w 49"/>
                <a:gd name="T35" fmla="*/ 35 h 91"/>
                <a:gd name="T36" fmla="*/ 40 w 49"/>
                <a:gd name="T37" fmla="*/ 20 h 91"/>
                <a:gd name="T38" fmla="*/ 42 w 49"/>
                <a:gd name="T39" fmla="*/ 10 h 91"/>
                <a:gd name="T40" fmla="*/ 40 w 49"/>
                <a:gd name="T41" fmla="*/ 6 h 91"/>
                <a:gd name="T42" fmla="*/ 35 w 49"/>
                <a:gd name="T43" fmla="*/ 4 h 91"/>
                <a:gd name="T44" fmla="*/ 20 w 49"/>
                <a:gd name="T45" fmla="*/ 4 h 91"/>
                <a:gd name="T46" fmla="*/ 13 w 49"/>
                <a:gd name="T47" fmla="*/ 5 h 91"/>
                <a:gd name="T48" fmla="*/ 13 w 49"/>
                <a:gd name="T49" fmla="*/ 23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9"/>
                <a:gd name="T76" fmla="*/ 0 h 91"/>
                <a:gd name="T77" fmla="*/ 49 w 49"/>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9" h="91">
                  <a:moveTo>
                    <a:pt x="13" y="23"/>
                  </a:moveTo>
                  <a:cubicBezTo>
                    <a:pt x="16" y="27"/>
                    <a:pt x="13" y="34"/>
                    <a:pt x="10" y="35"/>
                  </a:cubicBezTo>
                  <a:cubicBezTo>
                    <a:pt x="7" y="36"/>
                    <a:pt x="5" y="42"/>
                    <a:pt x="3" y="42"/>
                  </a:cubicBezTo>
                  <a:cubicBezTo>
                    <a:pt x="0" y="42"/>
                    <a:pt x="3" y="52"/>
                    <a:pt x="7" y="54"/>
                  </a:cubicBezTo>
                  <a:cubicBezTo>
                    <a:pt x="12" y="56"/>
                    <a:pt x="12" y="60"/>
                    <a:pt x="12" y="62"/>
                  </a:cubicBezTo>
                  <a:cubicBezTo>
                    <a:pt x="12" y="64"/>
                    <a:pt x="19" y="66"/>
                    <a:pt x="21" y="68"/>
                  </a:cubicBezTo>
                  <a:cubicBezTo>
                    <a:pt x="23" y="71"/>
                    <a:pt x="26" y="84"/>
                    <a:pt x="26" y="88"/>
                  </a:cubicBezTo>
                  <a:cubicBezTo>
                    <a:pt x="26" y="89"/>
                    <a:pt x="26" y="90"/>
                    <a:pt x="27" y="91"/>
                  </a:cubicBezTo>
                  <a:cubicBezTo>
                    <a:pt x="29" y="90"/>
                    <a:pt x="31" y="89"/>
                    <a:pt x="32" y="87"/>
                  </a:cubicBezTo>
                  <a:cubicBezTo>
                    <a:pt x="33" y="84"/>
                    <a:pt x="34" y="79"/>
                    <a:pt x="34" y="78"/>
                  </a:cubicBezTo>
                  <a:cubicBezTo>
                    <a:pt x="33" y="77"/>
                    <a:pt x="33" y="74"/>
                    <a:pt x="35" y="73"/>
                  </a:cubicBezTo>
                  <a:cubicBezTo>
                    <a:pt x="36" y="72"/>
                    <a:pt x="42" y="65"/>
                    <a:pt x="43" y="65"/>
                  </a:cubicBezTo>
                  <a:cubicBezTo>
                    <a:pt x="45" y="64"/>
                    <a:pt x="48" y="65"/>
                    <a:pt x="48" y="61"/>
                  </a:cubicBezTo>
                  <a:cubicBezTo>
                    <a:pt x="48" y="60"/>
                    <a:pt x="48" y="58"/>
                    <a:pt x="49" y="55"/>
                  </a:cubicBezTo>
                  <a:cubicBezTo>
                    <a:pt x="46" y="54"/>
                    <a:pt x="44" y="52"/>
                    <a:pt x="44" y="51"/>
                  </a:cubicBezTo>
                  <a:cubicBezTo>
                    <a:pt x="44" y="49"/>
                    <a:pt x="41" y="45"/>
                    <a:pt x="40" y="47"/>
                  </a:cubicBezTo>
                  <a:cubicBezTo>
                    <a:pt x="38" y="49"/>
                    <a:pt x="32" y="47"/>
                    <a:pt x="31" y="43"/>
                  </a:cubicBezTo>
                  <a:cubicBezTo>
                    <a:pt x="30" y="39"/>
                    <a:pt x="35" y="39"/>
                    <a:pt x="40" y="35"/>
                  </a:cubicBezTo>
                  <a:cubicBezTo>
                    <a:pt x="44" y="31"/>
                    <a:pt x="45" y="24"/>
                    <a:pt x="40" y="20"/>
                  </a:cubicBezTo>
                  <a:cubicBezTo>
                    <a:pt x="35" y="16"/>
                    <a:pt x="38" y="14"/>
                    <a:pt x="42" y="10"/>
                  </a:cubicBezTo>
                  <a:cubicBezTo>
                    <a:pt x="45" y="7"/>
                    <a:pt x="42" y="5"/>
                    <a:pt x="40" y="6"/>
                  </a:cubicBezTo>
                  <a:cubicBezTo>
                    <a:pt x="39" y="8"/>
                    <a:pt x="36" y="8"/>
                    <a:pt x="35" y="4"/>
                  </a:cubicBezTo>
                  <a:cubicBezTo>
                    <a:pt x="35" y="0"/>
                    <a:pt x="24" y="0"/>
                    <a:pt x="20" y="4"/>
                  </a:cubicBezTo>
                  <a:cubicBezTo>
                    <a:pt x="18" y="5"/>
                    <a:pt x="16" y="5"/>
                    <a:pt x="13" y="5"/>
                  </a:cubicBezTo>
                  <a:cubicBezTo>
                    <a:pt x="12" y="12"/>
                    <a:pt x="12" y="20"/>
                    <a:pt x="13" y="23"/>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0" name="Freeform 16"/>
            <p:cNvSpPr>
              <a:spLocks noChangeArrowheads="1"/>
            </p:cNvSpPr>
            <p:nvPr/>
          </p:nvSpPr>
          <p:spPr bwMode="auto">
            <a:xfrm>
              <a:off x="3457587" y="1625602"/>
              <a:ext cx="449265" cy="430214"/>
            </a:xfrm>
            <a:custGeom>
              <a:avLst/>
              <a:gdLst>
                <a:gd name="T0" fmla="*/ 81 w 235"/>
                <a:gd name="T1" fmla="*/ 43 h 225"/>
                <a:gd name="T2" fmla="*/ 82 w 235"/>
                <a:gd name="T3" fmla="*/ 53 h 225"/>
                <a:gd name="T4" fmla="*/ 86 w 235"/>
                <a:gd name="T5" fmla="*/ 61 h 225"/>
                <a:gd name="T6" fmla="*/ 84 w 235"/>
                <a:gd name="T7" fmla="*/ 65 h 225"/>
                <a:gd name="T8" fmla="*/ 67 w 235"/>
                <a:gd name="T9" fmla="*/ 66 h 225"/>
                <a:gd name="T10" fmla="*/ 61 w 235"/>
                <a:gd name="T11" fmla="*/ 70 h 225"/>
                <a:gd name="T12" fmla="*/ 57 w 235"/>
                <a:gd name="T13" fmla="*/ 73 h 225"/>
                <a:gd name="T14" fmla="*/ 55 w 235"/>
                <a:gd name="T15" fmla="*/ 80 h 225"/>
                <a:gd name="T16" fmla="*/ 50 w 235"/>
                <a:gd name="T17" fmla="*/ 83 h 225"/>
                <a:gd name="T18" fmla="*/ 42 w 235"/>
                <a:gd name="T19" fmla="*/ 86 h 225"/>
                <a:gd name="T20" fmla="*/ 36 w 235"/>
                <a:gd name="T21" fmla="*/ 93 h 225"/>
                <a:gd name="T22" fmla="*/ 26 w 235"/>
                <a:gd name="T23" fmla="*/ 95 h 225"/>
                <a:gd name="T24" fmla="*/ 19 w 235"/>
                <a:gd name="T25" fmla="*/ 97 h 225"/>
                <a:gd name="T26" fmla="*/ 1 w 235"/>
                <a:gd name="T27" fmla="*/ 109 h 225"/>
                <a:gd name="T28" fmla="*/ 1 w 235"/>
                <a:gd name="T29" fmla="*/ 124 h 225"/>
                <a:gd name="T30" fmla="*/ 3 w 235"/>
                <a:gd name="T31" fmla="*/ 126 h 225"/>
                <a:gd name="T32" fmla="*/ 112 w 235"/>
                <a:gd name="T33" fmla="*/ 199 h 225"/>
                <a:gd name="T34" fmla="*/ 120 w 235"/>
                <a:gd name="T35" fmla="*/ 209 h 225"/>
                <a:gd name="T36" fmla="*/ 132 w 235"/>
                <a:gd name="T37" fmla="*/ 213 h 225"/>
                <a:gd name="T38" fmla="*/ 138 w 235"/>
                <a:gd name="T39" fmla="*/ 225 h 225"/>
                <a:gd name="T40" fmla="*/ 149 w 235"/>
                <a:gd name="T41" fmla="*/ 223 h 225"/>
                <a:gd name="T42" fmla="*/ 166 w 235"/>
                <a:gd name="T43" fmla="*/ 217 h 225"/>
                <a:gd name="T44" fmla="*/ 187 w 235"/>
                <a:gd name="T45" fmla="*/ 201 h 225"/>
                <a:gd name="T46" fmla="*/ 235 w 235"/>
                <a:gd name="T47" fmla="*/ 171 h 225"/>
                <a:gd name="T48" fmla="*/ 235 w 235"/>
                <a:gd name="T49" fmla="*/ 171 h 225"/>
                <a:gd name="T50" fmla="*/ 230 w 235"/>
                <a:gd name="T51" fmla="*/ 161 h 225"/>
                <a:gd name="T52" fmla="*/ 221 w 235"/>
                <a:gd name="T53" fmla="*/ 158 h 225"/>
                <a:gd name="T54" fmla="*/ 214 w 235"/>
                <a:gd name="T55" fmla="*/ 154 h 225"/>
                <a:gd name="T56" fmla="*/ 212 w 235"/>
                <a:gd name="T57" fmla="*/ 145 h 225"/>
                <a:gd name="T58" fmla="*/ 207 w 235"/>
                <a:gd name="T59" fmla="*/ 138 h 225"/>
                <a:gd name="T60" fmla="*/ 212 w 235"/>
                <a:gd name="T61" fmla="*/ 133 h 225"/>
                <a:gd name="T62" fmla="*/ 211 w 235"/>
                <a:gd name="T63" fmla="*/ 127 h 225"/>
                <a:gd name="T64" fmla="*/ 211 w 235"/>
                <a:gd name="T65" fmla="*/ 120 h 225"/>
                <a:gd name="T66" fmla="*/ 211 w 235"/>
                <a:gd name="T67" fmla="*/ 113 h 225"/>
                <a:gd name="T68" fmla="*/ 212 w 235"/>
                <a:gd name="T69" fmla="*/ 101 h 225"/>
                <a:gd name="T70" fmla="*/ 207 w 235"/>
                <a:gd name="T71" fmla="*/ 91 h 225"/>
                <a:gd name="T72" fmla="*/ 209 w 235"/>
                <a:gd name="T73" fmla="*/ 88 h 225"/>
                <a:gd name="T74" fmla="*/ 208 w 235"/>
                <a:gd name="T75" fmla="*/ 85 h 225"/>
                <a:gd name="T76" fmla="*/ 203 w 235"/>
                <a:gd name="T77" fmla="*/ 65 h 225"/>
                <a:gd name="T78" fmla="*/ 194 w 235"/>
                <a:gd name="T79" fmla="*/ 59 h 225"/>
                <a:gd name="T80" fmla="*/ 189 w 235"/>
                <a:gd name="T81" fmla="*/ 51 h 225"/>
                <a:gd name="T82" fmla="*/ 185 w 235"/>
                <a:gd name="T83" fmla="*/ 39 h 225"/>
                <a:gd name="T84" fmla="*/ 192 w 235"/>
                <a:gd name="T85" fmla="*/ 32 h 225"/>
                <a:gd name="T86" fmla="*/ 195 w 235"/>
                <a:gd name="T87" fmla="*/ 20 h 225"/>
                <a:gd name="T88" fmla="*/ 195 w 235"/>
                <a:gd name="T89" fmla="*/ 2 h 225"/>
                <a:gd name="T90" fmla="*/ 185 w 235"/>
                <a:gd name="T91" fmla="*/ 0 h 225"/>
                <a:gd name="T92" fmla="*/ 173 w 235"/>
                <a:gd name="T93" fmla="*/ 1 h 225"/>
                <a:gd name="T94" fmla="*/ 158 w 235"/>
                <a:gd name="T95" fmla="*/ 5 h 225"/>
                <a:gd name="T96" fmla="*/ 115 w 235"/>
                <a:gd name="T97" fmla="*/ 7 h 225"/>
                <a:gd name="T98" fmla="*/ 98 w 235"/>
                <a:gd name="T99" fmla="*/ 16 h 225"/>
                <a:gd name="T100" fmla="*/ 80 w 235"/>
                <a:gd name="T101" fmla="*/ 26 h 225"/>
                <a:gd name="T102" fmla="*/ 76 w 235"/>
                <a:gd name="T103" fmla="*/ 27 h 225"/>
                <a:gd name="T104" fmla="*/ 78 w 235"/>
                <a:gd name="T105" fmla="*/ 31 h 225"/>
                <a:gd name="T106" fmla="*/ 81 w 235"/>
                <a:gd name="T107" fmla="*/ 43 h 22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35"/>
                <a:gd name="T163" fmla="*/ 0 h 225"/>
                <a:gd name="T164" fmla="*/ 235 w 235"/>
                <a:gd name="T165" fmla="*/ 225 h 22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35" h="225">
                  <a:moveTo>
                    <a:pt x="81" y="43"/>
                  </a:moveTo>
                  <a:cubicBezTo>
                    <a:pt x="81" y="47"/>
                    <a:pt x="80" y="53"/>
                    <a:pt x="82" y="53"/>
                  </a:cubicBezTo>
                  <a:cubicBezTo>
                    <a:pt x="84" y="53"/>
                    <a:pt x="86" y="59"/>
                    <a:pt x="86" y="61"/>
                  </a:cubicBezTo>
                  <a:cubicBezTo>
                    <a:pt x="87" y="62"/>
                    <a:pt x="86" y="65"/>
                    <a:pt x="84" y="65"/>
                  </a:cubicBezTo>
                  <a:cubicBezTo>
                    <a:pt x="81" y="65"/>
                    <a:pt x="67" y="64"/>
                    <a:pt x="67" y="66"/>
                  </a:cubicBezTo>
                  <a:cubicBezTo>
                    <a:pt x="67" y="68"/>
                    <a:pt x="64" y="70"/>
                    <a:pt x="61" y="70"/>
                  </a:cubicBezTo>
                  <a:cubicBezTo>
                    <a:pt x="57" y="70"/>
                    <a:pt x="57" y="69"/>
                    <a:pt x="57" y="73"/>
                  </a:cubicBezTo>
                  <a:cubicBezTo>
                    <a:pt x="56" y="76"/>
                    <a:pt x="58" y="80"/>
                    <a:pt x="55" y="80"/>
                  </a:cubicBezTo>
                  <a:cubicBezTo>
                    <a:pt x="53" y="80"/>
                    <a:pt x="54" y="83"/>
                    <a:pt x="50" y="83"/>
                  </a:cubicBezTo>
                  <a:cubicBezTo>
                    <a:pt x="47" y="83"/>
                    <a:pt x="42" y="83"/>
                    <a:pt x="42" y="86"/>
                  </a:cubicBezTo>
                  <a:cubicBezTo>
                    <a:pt x="42" y="89"/>
                    <a:pt x="40" y="92"/>
                    <a:pt x="36" y="93"/>
                  </a:cubicBezTo>
                  <a:cubicBezTo>
                    <a:pt x="32" y="93"/>
                    <a:pt x="26" y="92"/>
                    <a:pt x="26" y="95"/>
                  </a:cubicBezTo>
                  <a:cubicBezTo>
                    <a:pt x="26" y="98"/>
                    <a:pt x="21" y="96"/>
                    <a:pt x="19" y="97"/>
                  </a:cubicBezTo>
                  <a:cubicBezTo>
                    <a:pt x="16" y="99"/>
                    <a:pt x="1" y="107"/>
                    <a:pt x="1" y="109"/>
                  </a:cubicBezTo>
                  <a:cubicBezTo>
                    <a:pt x="0" y="110"/>
                    <a:pt x="1" y="117"/>
                    <a:pt x="1" y="124"/>
                  </a:cubicBezTo>
                  <a:cubicBezTo>
                    <a:pt x="1" y="125"/>
                    <a:pt x="2" y="126"/>
                    <a:pt x="3" y="126"/>
                  </a:cubicBezTo>
                  <a:cubicBezTo>
                    <a:pt x="9" y="129"/>
                    <a:pt x="109" y="196"/>
                    <a:pt x="112" y="199"/>
                  </a:cubicBezTo>
                  <a:cubicBezTo>
                    <a:pt x="116" y="202"/>
                    <a:pt x="120" y="209"/>
                    <a:pt x="120" y="209"/>
                  </a:cubicBezTo>
                  <a:cubicBezTo>
                    <a:pt x="120" y="209"/>
                    <a:pt x="127" y="210"/>
                    <a:pt x="132" y="213"/>
                  </a:cubicBezTo>
                  <a:cubicBezTo>
                    <a:pt x="138" y="217"/>
                    <a:pt x="138" y="225"/>
                    <a:pt x="138" y="225"/>
                  </a:cubicBezTo>
                  <a:cubicBezTo>
                    <a:pt x="138" y="225"/>
                    <a:pt x="145" y="224"/>
                    <a:pt x="149" y="223"/>
                  </a:cubicBezTo>
                  <a:cubicBezTo>
                    <a:pt x="153" y="222"/>
                    <a:pt x="166" y="217"/>
                    <a:pt x="166" y="217"/>
                  </a:cubicBezTo>
                  <a:cubicBezTo>
                    <a:pt x="187" y="201"/>
                    <a:pt x="187" y="201"/>
                    <a:pt x="187" y="201"/>
                  </a:cubicBezTo>
                  <a:cubicBezTo>
                    <a:pt x="235" y="171"/>
                    <a:pt x="235" y="171"/>
                    <a:pt x="235" y="171"/>
                  </a:cubicBezTo>
                  <a:cubicBezTo>
                    <a:pt x="235" y="171"/>
                    <a:pt x="235" y="171"/>
                    <a:pt x="235" y="171"/>
                  </a:cubicBezTo>
                  <a:cubicBezTo>
                    <a:pt x="234" y="165"/>
                    <a:pt x="232" y="161"/>
                    <a:pt x="230" y="161"/>
                  </a:cubicBezTo>
                  <a:cubicBezTo>
                    <a:pt x="227" y="161"/>
                    <a:pt x="225" y="158"/>
                    <a:pt x="221" y="158"/>
                  </a:cubicBezTo>
                  <a:cubicBezTo>
                    <a:pt x="218" y="158"/>
                    <a:pt x="214" y="157"/>
                    <a:pt x="214" y="154"/>
                  </a:cubicBezTo>
                  <a:cubicBezTo>
                    <a:pt x="213" y="151"/>
                    <a:pt x="215" y="149"/>
                    <a:pt x="212" y="145"/>
                  </a:cubicBezTo>
                  <a:cubicBezTo>
                    <a:pt x="210" y="141"/>
                    <a:pt x="207" y="140"/>
                    <a:pt x="207" y="138"/>
                  </a:cubicBezTo>
                  <a:cubicBezTo>
                    <a:pt x="207" y="136"/>
                    <a:pt x="212" y="133"/>
                    <a:pt x="212" y="133"/>
                  </a:cubicBezTo>
                  <a:cubicBezTo>
                    <a:pt x="213" y="132"/>
                    <a:pt x="211" y="129"/>
                    <a:pt x="211" y="127"/>
                  </a:cubicBezTo>
                  <a:cubicBezTo>
                    <a:pt x="211" y="126"/>
                    <a:pt x="209" y="122"/>
                    <a:pt x="211" y="120"/>
                  </a:cubicBezTo>
                  <a:cubicBezTo>
                    <a:pt x="212" y="118"/>
                    <a:pt x="213" y="116"/>
                    <a:pt x="211" y="113"/>
                  </a:cubicBezTo>
                  <a:cubicBezTo>
                    <a:pt x="210" y="109"/>
                    <a:pt x="214" y="106"/>
                    <a:pt x="212" y="101"/>
                  </a:cubicBezTo>
                  <a:cubicBezTo>
                    <a:pt x="210" y="96"/>
                    <a:pt x="206" y="92"/>
                    <a:pt x="207" y="91"/>
                  </a:cubicBezTo>
                  <a:cubicBezTo>
                    <a:pt x="207" y="90"/>
                    <a:pt x="208" y="89"/>
                    <a:pt x="209" y="88"/>
                  </a:cubicBezTo>
                  <a:cubicBezTo>
                    <a:pt x="208" y="87"/>
                    <a:pt x="208" y="86"/>
                    <a:pt x="208" y="85"/>
                  </a:cubicBezTo>
                  <a:cubicBezTo>
                    <a:pt x="208" y="81"/>
                    <a:pt x="205" y="68"/>
                    <a:pt x="203" y="65"/>
                  </a:cubicBezTo>
                  <a:cubicBezTo>
                    <a:pt x="201" y="63"/>
                    <a:pt x="194" y="61"/>
                    <a:pt x="194" y="59"/>
                  </a:cubicBezTo>
                  <a:cubicBezTo>
                    <a:pt x="194" y="57"/>
                    <a:pt x="194" y="53"/>
                    <a:pt x="189" y="51"/>
                  </a:cubicBezTo>
                  <a:cubicBezTo>
                    <a:pt x="185" y="49"/>
                    <a:pt x="182" y="39"/>
                    <a:pt x="185" y="39"/>
                  </a:cubicBezTo>
                  <a:cubicBezTo>
                    <a:pt x="187" y="39"/>
                    <a:pt x="189" y="33"/>
                    <a:pt x="192" y="32"/>
                  </a:cubicBezTo>
                  <a:cubicBezTo>
                    <a:pt x="195" y="31"/>
                    <a:pt x="198" y="24"/>
                    <a:pt x="195" y="20"/>
                  </a:cubicBezTo>
                  <a:cubicBezTo>
                    <a:pt x="194" y="17"/>
                    <a:pt x="194" y="9"/>
                    <a:pt x="195" y="2"/>
                  </a:cubicBezTo>
                  <a:cubicBezTo>
                    <a:pt x="191" y="2"/>
                    <a:pt x="186" y="1"/>
                    <a:pt x="185" y="0"/>
                  </a:cubicBezTo>
                  <a:cubicBezTo>
                    <a:pt x="183" y="0"/>
                    <a:pt x="177" y="1"/>
                    <a:pt x="173" y="1"/>
                  </a:cubicBezTo>
                  <a:cubicBezTo>
                    <a:pt x="170" y="2"/>
                    <a:pt x="161" y="7"/>
                    <a:pt x="158" y="5"/>
                  </a:cubicBezTo>
                  <a:cubicBezTo>
                    <a:pt x="155" y="2"/>
                    <a:pt x="124" y="7"/>
                    <a:pt x="115" y="7"/>
                  </a:cubicBezTo>
                  <a:cubicBezTo>
                    <a:pt x="107" y="7"/>
                    <a:pt x="103" y="16"/>
                    <a:pt x="98" y="16"/>
                  </a:cubicBezTo>
                  <a:cubicBezTo>
                    <a:pt x="93" y="16"/>
                    <a:pt x="85" y="21"/>
                    <a:pt x="80" y="26"/>
                  </a:cubicBezTo>
                  <a:cubicBezTo>
                    <a:pt x="79" y="27"/>
                    <a:pt x="78" y="27"/>
                    <a:pt x="76" y="27"/>
                  </a:cubicBezTo>
                  <a:cubicBezTo>
                    <a:pt x="77" y="29"/>
                    <a:pt x="77" y="30"/>
                    <a:pt x="78" y="31"/>
                  </a:cubicBezTo>
                  <a:cubicBezTo>
                    <a:pt x="80" y="34"/>
                    <a:pt x="81" y="38"/>
                    <a:pt x="81" y="43"/>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1" name="Freeform 17"/>
            <p:cNvSpPr>
              <a:spLocks noChangeArrowheads="1"/>
            </p:cNvSpPr>
            <p:nvPr/>
          </p:nvSpPr>
          <p:spPr bwMode="auto">
            <a:xfrm>
              <a:off x="3851288" y="1724027"/>
              <a:ext cx="328614" cy="315914"/>
            </a:xfrm>
            <a:custGeom>
              <a:avLst/>
              <a:gdLst>
                <a:gd name="T0" fmla="*/ 19 w 172"/>
                <a:gd name="T1" fmla="*/ 10 h 165"/>
                <a:gd name="T2" fmla="*/ 11 w 172"/>
                <a:gd name="T3" fmla="*/ 18 h 165"/>
                <a:gd name="T4" fmla="*/ 10 w 172"/>
                <a:gd name="T5" fmla="*/ 23 h 165"/>
                <a:gd name="T6" fmla="*/ 8 w 172"/>
                <a:gd name="T7" fmla="*/ 32 h 165"/>
                <a:gd name="T8" fmla="*/ 1 w 172"/>
                <a:gd name="T9" fmla="*/ 39 h 165"/>
                <a:gd name="T10" fmla="*/ 6 w 172"/>
                <a:gd name="T11" fmla="*/ 49 h 165"/>
                <a:gd name="T12" fmla="*/ 5 w 172"/>
                <a:gd name="T13" fmla="*/ 61 h 165"/>
                <a:gd name="T14" fmla="*/ 5 w 172"/>
                <a:gd name="T15" fmla="*/ 68 h 165"/>
                <a:gd name="T16" fmla="*/ 5 w 172"/>
                <a:gd name="T17" fmla="*/ 75 h 165"/>
                <a:gd name="T18" fmla="*/ 6 w 172"/>
                <a:gd name="T19" fmla="*/ 81 h 165"/>
                <a:gd name="T20" fmla="*/ 1 w 172"/>
                <a:gd name="T21" fmla="*/ 86 h 165"/>
                <a:gd name="T22" fmla="*/ 6 w 172"/>
                <a:gd name="T23" fmla="*/ 93 h 165"/>
                <a:gd name="T24" fmla="*/ 8 w 172"/>
                <a:gd name="T25" fmla="*/ 102 h 165"/>
                <a:gd name="T26" fmla="*/ 15 w 172"/>
                <a:gd name="T27" fmla="*/ 106 h 165"/>
                <a:gd name="T28" fmla="*/ 24 w 172"/>
                <a:gd name="T29" fmla="*/ 109 h 165"/>
                <a:gd name="T30" fmla="*/ 29 w 172"/>
                <a:gd name="T31" fmla="*/ 119 h 165"/>
                <a:gd name="T32" fmla="*/ 46 w 172"/>
                <a:gd name="T33" fmla="*/ 122 h 165"/>
                <a:gd name="T34" fmla="*/ 53 w 172"/>
                <a:gd name="T35" fmla="*/ 129 h 165"/>
                <a:gd name="T36" fmla="*/ 72 w 172"/>
                <a:gd name="T37" fmla="*/ 119 h 165"/>
                <a:gd name="T38" fmla="*/ 158 w 172"/>
                <a:gd name="T39" fmla="*/ 165 h 165"/>
                <a:gd name="T40" fmla="*/ 158 w 172"/>
                <a:gd name="T41" fmla="*/ 159 h 165"/>
                <a:gd name="T42" fmla="*/ 169 w 172"/>
                <a:gd name="T43" fmla="*/ 159 h 165"/>
                <a:gd name="T44" fmla="*/ 169 w 172"/>
                <a:gd name="T45" fmla="*/ 48 h 165"/>
                <a:gd name="T46" fmla="*/ 169 w 172"/>
                <a:gd name="T47" fmla="*/ 32 h 165"/>
                <a:gd name="T48" fmla="*/ 170 w 172"/>
                <a:gd name="T49" fmla="*/ 18 h 165"/>
                <a:gd name="T50" fmla="*/ 171 w 172"/>
                <a:gd name="T51" fmla="*/ 15 h 165"/>
                <a:gd name="T52" fmla="*/ 171 w 172"/>
                <a:gd name="T53" fmla="*/ 15 h 165"/>
                <a:gd name="T54" fmla="*/ 156 w 172"/>
                <a:gd name="T55" fmla="*/ 11 h 165"/>
                <a:gd name="T56" fmla="*/ 138 w 172"/>
                <a:gd name="T57" fmla="*/ 2 h 165"/>
                <a:gd name="T58" fmla="*/ 113 w 172"/>
                <a:gd name="T59" fmla="*/ 15 h 165"/>
                <a:gd name="T60" fmla="*/ 115 w 172"/>
                <a:gd name="T61" fmla="*/ 29 h 165"/>
                <a:gd name="T62" fmla="*/ 97 w 172"/>
                <a:gd name="T63" fmla="*/ 29 h 165"/>
                <a:gd name="T64" fmla="*/ 77 w 172"/>
                <a:gd name="T65" fmla="*/ 22 h 165"/>
                <a:gd name="T66" fmla="*/ 65 w 172"/>
                <a:gd name="T67" fmla="*/ 14 h 165"/>
                <a:gd name="T68" fmla="*/ 58 w 172"/>
                <a:gd name="T69" fmla="*/ 7 h 165"/>
                <a:gd name="T70" fmla="*/ 38 w 172"/>
                <a:gd name="T71" fmla="*/ 3 h 165"/>
                <a:gd name="T72" fmla="*/ 25 w 172"/>
                <a:gd name="T73" fmla="*/ 0 h 165"/>
                <a:gd name="T74" fmla="*/ 24 w 172"/>
                <a:gd name="T75" fmla="*/ 6 h 165"/>
                <a:gd name="T76" fmla="*/ 19 w 172"/>
                <a:gd name="T77" fmla="*/ 10 h 16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72"/>
                <a:gd name="T118" fmla="*/ 0 h 165"/>
                <a:gd name="T119" fmla="*/ 172 w 172"/>
                <a:gd name="T120" fmla="*/ 165 h 16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72" h="165">
                  <a:moveTo>
                    <a:pt x="19" y="10"/>
                  </a:moveTo>
                  <a:cubicBezTo>
                    <a:pt x="18" y="10"/>
                    <a:pt x="12" y="17"/>
                    <a:pt x="11" y="18"/>
                  </a:cubicBezTo>
                  <a:cubicBezTo>
                    <a:pt x="9" y="19"/>
                    <a:pt x="9" y="22"/>
                    <a:pt x="10" y="23"/>
                  </a:cubicBezTo>
                  <a:cubicBezTo>
                    <a:pt x="10" y="24"/>
                    <a:pt x="9" y="29"/>
                    <a:pt x="8" y="32"/>
                  </a:cubicBezTo>
                  <a:cubicBezTo>
                    <a:pt x="6" y="35"/>
                    <a:pt x="1" y="37"/>
                    <a:pt x="1" y="39"/>
                  </a:cubicBezTo>
                  <a:cubicBezTo>
                    <a:pt x="0" y="40"/>
                    <a:pt x="4" y="44"/>
                    <a:pt x="6" y="49"/>
                  </a:cubicBezTo>
                  <a:cubicBezTo>
                    <a:pt x="8" y="54"/>
                    <a:pt x="4" y="57"/>
                    <a:pt x="5" y="61"/>
                  </a:cubicBezTo>
                  <a:cubicBezTo>
                    <a:pt x="7" y="64"/>
                    <a:pt x="6" y="66"/>
                    <a:pt x="5" y="68"/>
                  </a:cubicBezTo>
                  <a:cubicBezTo>
                    <a:pt x="3" y="70"/>
                    <a:pt x="5" y="74"/>
                    <a:pt x="5" y="75"/>
                  </a:cubicBezTo>
                  <a:cubicBezTo>
                    <a:pt x="5" y="77"/>
                    <a:pt x="7" y="80"/>
                    <a:pt x="6" y="81"/>
                  </a:cubicBezTo>
                  <a:cubicBezTo>
                    <a:pt x="6" y="81"/>
                    <a:pt x="1" y="84"/>
                    <a:pt x="1" y="86"/>
                  </a:cubicBezTo>
                  <a:cubicBezTo>
                    <a:pt x="1" y="88"/>
                    <a:pt x="4" y="89"/>
                    <a:pt x="6" y="93"/>
                  </a:cubicBezTo>
                  <a:cubicBezTo>
                    <a:pt x="9" y="97"/>
                    <a:pt x="7" y="99"/>
                    <a:pt x="8" y="102"/>
                  </a:cubicBezTo>
                  <a:cubicBezTo>
                    <a:pt x="8" y="105"/>
                    <a:pt x="12" y="106"/>
                    <a:pt x="15" y="106"/>
                  </a:cubicBezTo>
                  <a:cubicBezTo>
                    <a:pt x="19" y="106"/>
                    <a:pt x="21" y="109"/>
                    <a:pt x="24" y="109"/>
                  </a:cubicBezTo>
                  <a:cubicBezTo>
                    <a:pt x="26" y="109"/>
                    <a:pt x="28" y="113"/>
                    <a:pt x="29" y="119"/>
                  </a:cubicBezTo>
                  <a:cubicBezTo>
                    <a:pt x="31" y="119"/>
                    <a:pt x="41" y="119"/>
                    <a:pt x="46" y="122"/>
                  </a:cubicBezTo>
                  <a:cubicBezTo>
                    <a:pt x="51" y="125"/>
                    <a:pt x="53" y="129"/>
                    <a:pt x="53" y="129"/>
                  </a:cubicBezTo>
                  <a:cubicBezTo>
                    <a:pt x="72" y="119"/>
                    <a:pt x="72" y="119"/>
                    <a:pt x="72" y="119"/>
                  </a:cubicBezTo>
                  <a:cubicBezTo>
                    <a:pt x="158" y="165"/>
                    <a:pt x="158" y="165"/>
                    <a:pt x="158" y="165"/>
                  </a:cubicBezTo>
                  <a:cubicBezTo>
                    <a:pt x="158" y="159"/>
                    <a:pt x="158" y="159"/>
                    <a:pt x="158" y="159"/>
                  </a:cubicBezTo>
                  <a:cubicBezTo>
                    <a:pt x="169" y="159"/>
                    <a:pt x="169" y="159"/>
                    <a:pt x="169" y="159"/>
                  </a:cubicBezTo>
                  <a:cubicBezTo>
                    <a:pt x="169" y="159"/>
                    <a:pt x="169" y="56"/>
                    <a:pt x="169" y="48"/>
                  </a:cubicBezTo>
                  <a:cubicBezTo>
                    <a:pt x="169" y="41"/>
                    <a:pt x="165" y="36"/>
                    <a:pt x="169" y="32"/>
                  </a:cubicBezTo>
                  <a:cubicBezTo>
                    <a:pt x="172" y="27"/>
                    <a:pt x="167" y="25"/>
                    <a:pt x="170" y="18"/>
                  </a:cubicBezTo>
                  <a:cubicBezTo>
                    <a:pt x="170" y="17"/>
                    <a:pt x="171" y="16"/>
                    <a:pt x="171" y="15"/>
                  </a:cubicBezTo>
                  <a:cubicBezTo>
                    <a:pt x="171" y="15"/>
                    <a:pt x="171" y="15"/>
                    <a:pt x="171" y="15"/>
                  </a:cubicBezTo>
                  <a:cubicBezTo>
                    <a:pt x="170" y="12"/>
                    <a:pt x="165" y="12"/>
                    <a:pt x="156" y="11"/>
                  </a:cubicBezTo>
                  <a:cubicBezTo>
                    <a:pt x="146" y="9"/>
                    <a:pt x="149" y="2"/>
                    <a:pt x="138" y="2"/>
                  </a:cubicBezTo>
                  <a:cubicBezTo>
                    <a:pt x="127" y="1"/>
                    <a:pt x="113" y="10"/>
                    <a:pt x="113" y="15"/>
                  </a:cubicBezTo>
                  <a:cubicBezTo>
                    <a:pt x="113" y="19"/>
                    <a:pt x="118" y="24"/>
                    <a:pt x="115" y="29"/>
                  </a:cubicBezTo>
                  <a:cubicBezTo>
                    <a:pt x="111" y="34"/>
                    <a:pt x="103" y="35"/>
                    <a:pt x="97" y="29"/>
                  </a:cubicBezTo>
                  <a:cubicBezTo>
                    <a:pt x="92" y="24"/>
                    <a:pt x="83" y="22"/>
                    <a:pt x="77" y="22"/>
                  </a:cubicBezTo>
                  <a:cubicBezTo>
                    <a:pt x="70" y="22"/>
                    <a:pt x="65" y="18"/>
                    <a:pt x="65" y="14"/>
                  </a:cubicBezTo>
                  <a:cubicBezTo>
                    <a:pt x="66" y="10"/>
                    <a:pt x="64" y="9"/>
                    <a:pt x="58" y="7"/>
                  </a:cubicBezTo>
                  <a:cubicBezTo>
                    <a:pt x="52" y="6"/>
                    <a:pt x="48" y="2"/>
                    <a:pt x="38" y="3"/>
                  </a:cubicBezTo>
                  <a:cubicBezTo>
                    <a:pt x="32" y="4"/>
                    <a:pt x="28" y="2"/>
                    <a:pt x="25" y="0"/>
                  </a:cubicBezTo>
                  <a:cubicBezTo>
                    <a:pt x="24" y="3"/>
                    <a:pt x="24" y="5"/>
                    <a:pt x="24" y="6"/>
                  </a:cubicBezTo>
                  <a:cubicBezTo>
                    <a:pt x="24" y="10"/>
                    <a:pt x="21" y="9"/>
                    <a:pt x="19" y="10"/>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2" name="Freeform 18"/>
            <p:cNvSpPr>
              <a:spLocks noChangeArrowheads="1"/>
            </p:cNvSpPr>
            <p:nvPr/>
          </p:nvSpPr>
          <p:spPr bwMode="auto">
            <a:xfrm>
              <a:off x="3287724" y="2163765"/>
              <a:ext cx="61913" cy="22225"/>
            </a:xfrm>
            <a:custGeom>
              <a:avLst/>
              <a:gdLst>
                <a:gd name="T0" fmla="*/ 16 w 32"/>
                <a:gd name="T1" fmla="*/ 7 h 11"/>
                <a:gd name="T2" fmla="*/ 25 w 32"/>
                <a:gd name="T3" fmla="*/ 10 h 11"/>
                <a:gd name="T4" fmla="*/ 32 w 32"/>
                <a:gd name="T5" fmla="*/ 8 h 11"/>
                <a:gd name="T6" fmla="*/ 26 w 32"/>
                <a:gd name="T7" fmla="*/ 7 h 11"/>
                <a:gd name="T8" fmla="*/ 15 w 32"/>
                <a:gd name="T9" fmla="*/ 2 h 11"/>
                <a:gd name="T10" fmla="*/ 1 w 32"/>
                <a:gd name="T11" fmla="*/ 5 h 11"/>
                <a:gd name="T12" fmla="*/ 0 w 32"/>
                <a:gd name="T13" fmla="*/ 11 h 11"/>
                <a:gd name="T14" fmla="*/ 3 w 32"/>
                <a:gd name="T15" fmla="*/ 11 h 11"/>
                <a:gd name="T16" fmla="*/ 16 w 32"/>
                <a:gd name="T17" fmla="*/ 7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
                <a:gd name="T28" fmla="*/ 0 h 11"/>
                <a:gd name="T29" fmla="*/ 32 w 32"/>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 h="11">
                  <a:moveTo>
                    <a:pt x="16" y="7"/>
                  </a:moveTo>
                  <a:cubicBezTo>
                    <a:pt x="18" y="5"/>
                    <a:pt x="22" y="9"/>
                    <a:pt x="25" y="10"/>
                  </a:cubicBezTo>
                  <a:cubicBezTo>
                    <a:pt x="29" y="10"/>
                    <a:pt x="32" y="8"/>
                    <a:pt x="32" y="8"/>
                  </a:cubicBezTo>
                  <a:cubicBezTo>
                    <a:pt x="32" y="8"/>
                    <a:pt x="32" y="7"/>
                    <a:pt x="26" y="7"/>
                  </a:cubicBezTo>
                  <a:cubicBezTo>
                    <a:pt x="21" y="7"/>
                    <a:pt x="20" y="0"/>
                    <a:pt x="15" y="2"/>
                  </a:cubicBezTo>
                  <a:cubicBezTo>
                    <a:pt x="10" y="5"/>
                    <a:pt x="7" y="5"/>
                    <a:pt x="1" y="5"/>
                  </a:cubicBezTo>
                  <a:cubicBezTo>
                    <a:pt x="1" y="6"/>
                    <a:pt x="0" y="9"/>
                    <a:pt x="0" y="11"/>
                  </a:cubicBezTo>
                  <a:cubicBezTo>
                    <a:pt x="1" y="11"/>
                    <a:pt x="2" y="11"/>
                    <a:pt x="3" y="11"/>
                  </a:cubicBezTo>
                  <a:cubicBezTo>
                    <a:pt x="6" y="11"/>
                    <a:pt x="13" y="9"/>
                    <a:pt x="16" y="7"/>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3" name="Freeform 19"/>
            <p:cNvSpPr>
              <a:spLocks noChangeArrowheads="1"/>
            </p:cNvSpPr>
            <p:nvPr/>
          </p:nvSpPr>
          <p:spPr bwMode="auto">
            <a:xfrm>
              <a:off x="3275024" y="2105027"/>
              <a:ext cx="125413" cy="101600"/>
            </a:xfrm>
            <a:custGeom>
              <a:avLst/>
              <a:gdLst>
                <a:gd name="T0" fmla="*/ 15 w 66"/>
                <a:gd name="T1" fmla="*/ 51 h 53"/>
                <a:gd name="T2" fmla="*/ 21 w 66"/>
                <a:gd name="T3" fmla="*/ 48 h 53"/>
                <a:gd name="T4" fmla="*/ 37 w 66"/>
                <a:gd name="T5" fmla="*/ 47 h 53"/>
                <a:gd name="T6" fmla="*/ 40 w 66"/>
                <a:gd name="T7" fmla="*/ 48 h 53"/>
                <a:gd name="T8" fmla="*/ 40 w 66"/>
                <a:gd name="T9" fmla="*/ 47 h 53"/>
                <a:gd name="T10" fmla="*/ 48 w 66"/>
                <a:gd name="T11" fmla="*/ 50 h 53"/>
                <a:gd name="T12" fmla="*/ 65 w 66"/>
                <a:gd name="T13" fmla="*/ 51 h 53"/>
                <a:gd name="T14" fmla="*/ 66 w 66"/>
                <a:gd name="T15" fmla="*/ 50 h 53"/>
                <a:gd name="T16" fmla="*/ 66 w 66"/>
                <a:gd name="T17" fmla="*/ 43 h 53"/>
                <a:gd name="T18" fmla="*/ 60 w 66"/>
                <a:gd name="T19" fmla="*/ 36 h 53"/>
                <a:gd name="T20" fmla="*/ 58 w 66"/>
                <a:gd name="T21" fmla="*/ 29 h 53"/>
                <a:gd name="T22" fmla="*/ 56 w 66"/>
                <a:gd name="T23" fmla="*/ 26 h 53"/>
                <a:gd name="T24" fmla="*/ 50 w 66"/>
                <a:gd name="T25" fmla="*/ 18 h 53"/>
                <a:gd name="T26" fmla="*/ 42 w 66"/>
                <a:gd name="T27" fmla="*/ 8 h 53"/>
                <a:gd name="T28" fmla="*/ 38 w 66"/>
                <a:gd name="T29" fmla="*/ 8 h 53"/>
                <a:gd name="T30" fmla="*/ 32 w 66"/>
                <a:gd name="T31" fmla="*/ 2 h 53"/>
                <a:gd name="T32" fmla="*/ 23 w 66"/>
                <a:gd name="T33" fmla="*/ 3 h 53"/>
                <a:gd name="T34" fmla="*/ 13 w 66"/>
                <a:gd name="T35" fmla="*/ 3 h 53"/>
                <a:gd name="T36" fmla="*/ 6 w 66"/>
                <a:gd name="T37" fmla="*/ 8 h 53"/>
                <a:gd name="T38" fmla="*/ 6 w 66"/>
                <a:gd name="T39" fmla="*/ 8 h 53"/>
                <a:gd name="T40" fmla="*/ 3 w 66"/>
                <a:gd name="T41" fmla="*/ 18 h 53"/>
                <a:gd name="T42" fmla="*/ 7 w 66"/>
                <a:gd name="T43" fmla="*/ 34 h 53"/>
                <a:gd name="T44" fmla="*/ 8 w 66"/>
                <a:gd name="T45" fmla="*/ 36 h 53"/>
                <a:gd name="T46" fmla="*/ 22 w 66"/>
                <a:gd name="T47" fmla="*/ 33 h 53"/>
                <a:gd name="T48" fmla="*/ 33 w 66"/>
                <a:gd name="T49" fmla="*/ 38 h 53"/>
                <a:gd name="T50" fmla="*/ 39 w 66"/>
                <a:gd name="T51" fmla="*/ 39 h 53"/>
                <a:gd name="T52" fmla="*/ 32 w 66"/>
                <a:gd name="T53" fmla="*/ 41 h 53"/>
                <a:gd name="T54" fmla="*/ 23 w 66"/>
                <a:gd name="T55" fmla="*/ 38 h 53"/>
                <a:gd name="T56" fmla="*/ 10 w 66"/>
                <a:gd name="T57" fmla="*/ 42 h 53"/>
                <a:gd name="T58" fmla="*/ 7 w 66"/>
                <a:gd name="T59" fmla="*/ 42 h 53"/>
                <a:gd name="T60" fmla="*/ 8 w 66"/>
                <a:gd name="T61" fmla="*/ 48 h 53"/>
                <a:gd name="T62" fmla="*/ 9 w 66"/>
                <a:gd name="T63" fmla="*/ 49 h 53"/>
                <a:gd name="T64" fmla="*/ 15 w 66"/>
                <a:gd name="T65" fmla="*/ 51 h 5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
                <a:gd name="T100" fmla="*/ 0 h 53"/>
                <a:gd name="T101" fmla="*/ 66 w 66"/>
                <a:gd name="T102" fmla="*/ 53 h 5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 h="53">
                  <a:moveTo>
                    <a:pt x="15" y="51"/>
                  </a:moveTo>
                  <a:cubicBezTo>
                    <a:pt x="17" y="51"/>
                    <a:pt x="21" y="48"/>
                    <a:pt x="21" y="48"/>
                  </a:cubicBezTo>
                  <a:cubicBezTo>
                    <a:pt x="21" y="48"/>
                    <a:pt x="35" y="47"/>
                    <a:pt x="37" y="47"/>
                  </a:cubicBezTo>
                  <a:cubicBezTo>
                    <a:pt x="38" y="47"/>
                    <a:pt x="39" y="47"/>
                    <a:pt x="40" y="48"/>
                  </a:cubicBezTo>
                  <a:cubicBezTo>
                    <a:pt x="40" y="47"/>
                    <a:pt x="40" y="47"/>
                    <a:pt x="40" y="47"/>
                  </a:cubicBezTo>
                  <a:cubicBezTo>
                    <a:pt x="40" y="47"/>
                    <a:pt x="48" y="48"/>
                    <a:pt x="48" y="50"/>
                  </a:cubicBezTo>
                  <a:cubicBezTo>
                    <a:pt x="49" y="52"/>
                    <a:pt x="59" y="53"/>
                    <a:pt x="65" y="51"/>
                  </a:cubicBezTo>
                  <a:cubicBezTo>
                    <a:pt x="65" y="51"/>
                    <a:pt x="66" y="50"/>
                    <a:pt x="66" y="50"/>
                  </a:cubicBezTo>
                  <a:cubicBezTo>
                    <a:pt x="66" y="48"/>
                    <a:pt x="66" y="44"/>
                    <a:pt x="66" y="43"/>
                  </a:cubicBezTo>
                  <a:cubicBezTo>
                    <a:pt x="66" y="42"/>
                    <a:pt x="62" y="38"/>
                    <a:pt x="60" y="36"/>
                  </a:cubicBezTo>
                  <a:cubicBezTo>
                    <a:pt x="58" y="34"/>
                    <a:pt x="58" y="29"/>
                    <a:pt x="58" y="29"/>
                  </a:cubicBezTo>
                  <a:cubicBezTo>
                    <a:pt x="56" y="26"/>
                    <a:pt x="56" y="26"/>
                    <a:pt x="56" y="26"/>
                  </a:cubicBezTo>
                  <a:cubicBezTo>
                    <a:pt x="56" y="26"/>
                    <a:pt x="55" y="19"/>
                    <a:pt x="50" y="18"/>
                  </a:cubicBezTo>
                  <a:cubicBezTo>
                    <a:pt x="45" y="16"/>
                    <a:pt x="42" y="8"/>
                    <a:pt x="42" y="8"/>
                  </a:cubicBezTo>
                  <a:cubicBezTo>
                    <a:pt x="38" y="8"/>
                    <a:pt x="38" y="8"/>
                    <a:pt x="38" y="8"/>
                  </a:cubicBezTo>
                  <a:cubicBezTo>
                    <a:pt x="38" y="8"/>
                    <a:pt x="35" y="4"/>
                    <a:pt x="32" y="2"/>
                  </a:cubicBezTo>
                  <a:cubicBezTo>
                    <a:pt x="29" y="0"/>
                    <a:pt x="23" y="3"/>
                    <a:pt x="23" y="3"/>
                  </a:cubicBezTo>
                  <a:cubicBezTo>
                    <a:pt x="23" y="3"/>
                    <a:pt x="17" y="4"/>
                    <a:pt x="13" y="3"/>
                  </a:cubicBezTo>
                  <a:cubicBezTo>
                    <a:pt x="9" y="2"/>
                    <a:pt x="10" y="8"/>
                    <a:pt x="6" y="8"/>
                  </a:cubicBezTo>
                  <a:cubicBezTo>
                    <a:pt x="6" y="8"/>
                    <a:pt x="6" y="8"/>
                    <a:pt x="6" y="8"/>
                  </a:cubicBezTo>
                  <a:cubicBezTo>
                    <a:pt x="5" y="12"/>
                    <a:pt x="5" y="15"/>
                    <a:pt x="3" y="18"/>
                  </a:cubicBezTo>
                  <a:cubicBezTo>
                    <a:pt x="0" y="23"/>
                    <a:pt x="5" y="31"/>
                    <a:pt x="7" y="34"/>
                  </a:cubicBezTo>
                  <a:cubicBezTo>
                    <a:pt x="8" y="34"/>
                    <a:pt x="8" y="35"/>
                    <a:pt x="8" y="36"/>
                  </a:cubicBezTo>
                  <a:cubicBezTo>
                    <a:pt x="14" y="36"/>
                    <a:pt x="17" y="36"/>
                    <a:pt x="22" y="33"/>
                  </a:cubicBezTo>
                  <a:cubicBezTo>
                    <a:pt x="27" y="31"/>
                    <a:pt x="28" y="38"/>
                    <a:pt x="33" y="38"/>
                  </a:cubicBezTo>
                  <a:cubicBezTo>
                    <a:pt x="39" y="38"/>
                    <a:pt x="39" y="39"/>
                    <a:pt x="39" y="39"/>
                  </a:cubicBezTo>
                  <a:cubicBezTo>
                    <a:pt x="39" y="39"/>
                    <a:pt x="36" y="41"/>
                    <a:pt x="32" y="41"/>
                  </a:cubicBezTo>
                  <a:cubicBezTo>
                    <a:pt x="29" y="40"/>
                    <a:pt x="25" y="36"/>
                    <a:pt x="23" y="38"/>
                  </a:cubicBezTo>
                  <a:cubicBezTo>
                    <a:pt x="20" y="40"/>
                    <a:pt x="13" y="42"/>
                    <a:pt x="10" y="42"/>
                  </a:cubicBezTo>
                  <a:cubicBezTo>
                    <a:pt x="9" y="42"/>
                    <a:pt x="8" y="42"/>
                    <a:pt x="7" y="42"/>
                  </a:cubicBezTo>
                  <a:cubicBezTo>
                    <a:pt x="6" y="44"/>
                    <a:pt x="6" y="46"/>
                    <a:pt x="8" y="48"/>
                  </a:cubicBezTo>
                  <a:cubicBezTo>
                    <a:pt x="8" y="48"/>
                    <a:pt x="9" y="49"/>
                    <a:pt x="9" y="49"/>
                  </a:cubicBezTo>
                  <a:cubicBezTo>
                    <a:pt x="15" y="48"/>
                    <a:pt x="13" y="50"/>
                    <a:pt x="15" y="51"/>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4" name="Freeform 20"/>
            <p:cNvSpPr>
              <a:spLocks noChangeArrowheads="1"/>
            </p:cNvSpPr>
            <p:nvPr/>
          </p:nvSpPr>
          <p:spPr bwMode="auto">
            <a:xfrm>
              <a:off x="3290899" y="2195514"/>
              <a:ext cx="60325" cy="33338"/>
            </a:xfrm>
            <a:custGeom>
              <a:avLst/>
              <a:gdLst>
                <a:gd name="T0" fmla="*/ 16 w 31"/>
                <a:gd name="T1" fmla="*/ 17 h 18"/>
                <a:gd name="T2" fmla="*/ 26 w 31"/>
                <a:gd name="T3" fmla="*/ 12 h 18"/>
                <a:gd name="T4" fmla="*/ 30 w 31"/>
                <a:gd name="T5" fmla="*/ 10 h 18"/>
                <a:gd name="T6" fmla="*/ 29 w 31"/>
                <a:gd name="T7" fmla="*/ 5 h 18"/>
                <a:gd name="T8" fmla="*/ 31 w 31"/>
                <a:gd name="T9" fmla="*/ 1 h 18"/>
                <a:gd name="T10" fmla="*/ 28 w 31"/>
                <a:gd name="T11" fmla="*/ 0 h 18"/>
                <a:gd name="T12" fmla="*/ 12 w 31"/>
                <a:gd name="T13" fmla="*/ 1 h 18"/>
                <a:gd name="T14" fmla="*/ 6 w 31"/>
                <a:gd name="T15" fmla="*/ 4 h 18"/>
                <a:gd name="T16" fmla="*/ 0 w 31"/>
                <a:gd name="T17" fmla="*/ 2 h 18"/>
                <a:gd name="T18" fmla="*/ 9 w 31"/>
                <a:gd name="T19" fmla="*/ 9 h 18"/>
                <a:gd name="T20" fmla="*/ 14 w 31"/>
                <a:gd name="T21" fmla="*/ 18 h 18"/>
                <a:gd name="T22" fmla="*/ 15 w 31"/>
                <a:gd name="T23" fmla="*/ 18 h 18"/>
                <a:gd name="T24" fmla="*/ 16 w 31"/>
                <a:gd name="T25" fmla="*/ 17 h 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18"/>
                <a:gd name="T41" fmla="*/ 31 w 31"/>
                <a:gd name="T42" fmla="*/ 18 h 1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18">
                  <a:moveTo>
                    <a:pt x="16" y="17"/>
                  </a:moveTo>
                  <a:cubicBezTo>
                    <a:pt x="19" y="16"/>
                    <a:pt x="24" y="11"/>
                    <a:pt x="26" y="12"/>
                  </a:cubicBezTo>
                  <a:cubicBezTo>
                    <a:pt x="27" y="13"/>
                    <a:pt x="30" y="11"/>
                    <a:pt x="30" y="10"/>
                  </a:cubicBezTo>
                  <a:cubicBezTo>
                    <a:pt x="30" y="9"/>
                    <a:pt x="26" y="6"/>
                    <a:pt x="29" y="5"/>
                  </a:cubicBezTo>
                  <a:cubicBezTo>
                    <a:pt x="31" y="4"/>
                    <a:pt x="31" y="2"/>
                    <a:pt x="31" y="1"/>
                  </a:cubicBezTo>
                  <a:cubicBezTo>
                    <a:pt x="30" y="0"/>
                    <a:pt x="29" y="0"/>
                    <a:pt x="28" y="0"/>
                  </a:cubicBezTo>
                  <a:cubicBezTo>
                    <a:pt x="26" y="0"/>
                    <a:pt x="12" y="1"/>
                    <a:pt x="12" y="1"/>
                  </a:cubicBezTo>
                  <a:cubicBezTo>
                    <a:pt x="12" y="1"/>
                    <a:pt x="8" y="4"/>
                    <a:pt x="6" y="4"/>
                  </a:cubicBezTo>
                  <a:cubicBezTo>
                    <a:pt x="4" y="3"/>
                    <a:pt x="6" y="1"/>
                    <a:pt x="0" y="2"/>
                  </a:cubicBezTo>
                  <a:cubicBezTo>
                    <a:pt x="3" y="6"/>
                    <a:pt x="3" y="7"/>
                    <a:pt x="9" y="9"/>
                  </a:cubicBezTo>
                  <a:cubicBezTo>
                    <a:pt x="16" y="11"/>
                    <a:pt x="9" y="14"/>
                    <a:pt x="14" y="18"/>
                  </a:cubicBezTo>
                  <a:cubicBezTo>
                    <a:pt x="14" y="18"/>
                    <a:pt x="15" y="18"/>
                    <a:pt x="15" y="18"/>
                  </a:cubicBezTo>
                  <a:cubicBezTo>
                    <a:pt x="16" y="18"/>
                    <a:pt x="16" y="17"/>
                    <a:pt x="16" y="17"/>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5" name="Freeform 21"/>
            <p:cNvSpPr>
              <a:spLocks noChangeArrowheads="1"/>
            </p:cNvSpPr>
            <p:nvPr/>
          </p:nvSpPr>
          <p:spPr bwMode="auto">
            <a:xfrm>
              <a:off x="3959238" y="2227264"/>
              <a:ext cx="263526" cy="185739"/>
            </a:xfrm>
            <a:custGeom>
              <a:avLst/>
              <a:gdLst>
                <a:gd name="T0" fmla="*/ 128 w 138"/>
                <a:gd name="T1" fmla="*/ 55 h 97"/>
                <a:gd name="T2" fmla="*/ 124 w 138"/>
                <a:gd name="T3" fmla="*/ 47 h 97"/>
                <a:gd name="T4" fmla="*/ 117 w 138"/>
                <a:gd name="T5" fmla="*/ 41 h 97"/>
                <a:gd name="T6" fmla="*/ 112 w 138"/>
                <a:gd name="T7" fmla="*/ 34 h 97"/>
                <a:gd name="T8" fmla="*/ 103 w 138"/>
                <a:gd name="T9" fmla="*/ 30 h 97"/>
                <a:gd name="T10" fmla="*/ 101 w 138"/>
                <a:gd name="T11" fmla="*/ 27 h 97"/>
                <a:gd name="T12" fmla="*/ 97 w 138"/>
                <a:gd name="T13" fmla="*/ 26 h 97"/>
                <a:gd name="T14" fmla="*/ 98 w 138"/>
                <a:gd name="T15" fmla="*/ 22 h 97"/>
                <a:gd name="T16" fmla="*/ 97 w 138"/>
                <a:gd name="T17" fmla="*/ 12 h 97"/>
                <a:gd name="T18" fmla="*/ 89 w 138"/>
                <a:gd name="T19" fmla="*/ 1 h 97"/>
                <a:gd name="T20" fmla="*/ 87 w 138"/>
                <a:gd name="T21" fmla="*/ 1 h 97"/>
                <a:gd name="T22" fmla="*/ 78 w 138"/>
                <a:gd name="T23" fmla="*/ 5 h 97"/>
                <a:gd name="T24" fmla="*/ 76 w 138"/>
                <a:gd name="T25" fmla="*/ 10 h 97"/>
                <a:gd name="T26" fmla="*/ 65 w 138"/>
                <a:gd name="T27" fmla="*/ 21 h 97"/>
                <a:gd name="T28" fmla="*/ 49 w 138"/>
                <a:gd name="T29" fmla="*/ 25 h 97"/>
                <a:gd name="T30" fmla="*/ 48 w 138"/>
                <a:gd name="T31" fmla="*/ 31 h 97"/>
                <a:gd name="T32" fmla="*/ 38 w 138"/>
                <a:gd name="T33" fmla="*/ 36 h 97"/>
                <a:gd name="T34" fmla="*/ 26 w 138"/>
                <a:gd name="T35" fmla="*/ 40 h 97"/>
                <a:gd name="T36" fmla="*/ 18 w 138"/>
                <a:gd name="T37" fmla="*/ 40 h 97"/>
                <a:gd name="T38" fmla="*/ 12 w 138"/>
                <a:gd name="T39" fmla="*/ 42 h 97"/>
                <a:gd name="T40" fmla="*/ 11 w 138"/>
                <a:gd name="T41" fmla="*/ 41 h 97"/>
                <a:gd name="T42" fmla="*/ 5 w 138"/>
                <a:gd name="T43" fmla="*/ 48 h 97"/>
                <a:gd name="T44" fmla="*/ 0 w 138"/>
                <a:gd name="T45" fmla="*/ 59 h 97"/>
                <a:gd name="T46" fmla="*/ 1 w 138"/>
                <a:gd name="T47" fmla="*/ 69 h 97"/>
                <a:gd name="T48" fmla="*/ 5 w 138"/>
                <a:gd name="T49" fmla="*/ 78 h 97"/>
                <a:gd name="T50" fmla="*/ 6 w 138"/>
                <a:gd name="T51" fmla="*/ 84 h 97"/>
                <a:gd name="T52" fmla="*/ 9 w 138"/>
                <a:gd name="T53" fmla="*/ 88 h 97"/>
                <a:gd name="T54" fmla="*/ 16 w 138"/>
                <a:gd name="T55" fmla="*/ 95 h 97"/>
                <a:gd name="T56" fmla="*/ 18 w 138"/>
                <a:gd name="T57" fmla="*/ 97 h 97"/>
                <a:gd name="T58" fmla="*/ 19 w 138"/>
                <a:gd name="T59" fmla="*/ 96 h 97"/>
                <a:gd name="T60" fmla="*/ 21 w 138"/>
                <a:gd name="T61" fmla="*/ 88 h 97"/>
                <a:gd name="T62" fmla="*/ 27 w 138"/>
                <a:gd name="T63" fmla="*/ 86 h 97"/>
                <a:gd name="T64" fmla="*/ 32 w 138"/>
                <a:gd name="T65" fmla="*/ 85 h 97"/>
                <a:gd name="T66" fmla="*/ 42 w 138"/>
                <a:gd name="T67" fmla="*/ 86 h 97"/>
                <a:gd name="T68" fmla="*/ 42 w 138"/>
                <a:gd name="T69" fmla="*/ 79 h 97"/>
                <a:gd name="T70" fmla="*/ 53 w 138"/>
                <a:gd name="T71" fmla="*/ 70 h 97"/>
                <a:gd name="T72" fmla="*/ 63 w 138"/>
                <a:gd name="T73" fmla="*/ 76 h 97"/>
                <a:gd name="T74" fmla="*/ 84 w 138"/>
                <a:gd name="T75" fmla="*/ 80 h 97"/>
                <a:gd name="T76" fmla="*/ 88 w 138"/>
                <a:gd name="T77" fmla="*/ 72 h 97"/>
                <a:gd name="T78" fmla="*/ 97 w 138"/>
                <a:gd name="T79" fmla="*/ 72 h 97"/>
                <a:gd name="T80" fmla="*/ 108 w 138"/>
                <a:gd name="T81" fmla="*/ 69 h 97"/>
                <a:gd name="T82" fmla="*/ 117 w 138"/>
                <a:gd name="T83" fmla="*/ 68 h 97"/>
                <a:gd name="T84" fmla="*/ 130 w 138"/>
                <a:gd name="T85" fmla="*/ 69 h 97"/>
                <a:gd name="T86" fmla="*/ 138 w 138"/>
                <a:gd name="T87" fmla="*/ 68 h 97"/>
                <a:gd name="T88" fmla="*/ 136 w 138"/>
                <a:gd name="T89" fmla="*/ 61 h 97"/>
                <a:gd name="T90" fmla="*/ 128 w 138"/>
                <a:gd name="T91" fmla="*/ 55 h 9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8"/>
                <a:gd name="T139" fmla="*/ 0 h 97"/>
                <a:gd name="T140" fmla="*/ 138 w 138"/>
                <a:gd name="T141" fmla="*/ 97 h 9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8" h="97">
                  <a:moveTo>
                    <a:pt x="128" y="55"/>
                  </a:moveTo>
                  <a:cubicBezTo>
                    <a:pt x="128" y="53"/>
                    <a:pt x="128" y="51"/>
                    <a:pt x="124" y="47"/>
                  </a:cubicBezTo>
                  <a:cubicBezTo>
                    <a:pt x="120" y="44"/>
                    <a:pt x="117" y="43"/>
                    <a:pt x="117" y="41"/>
                  </a:cubicBezTo>
                  <a:cubicBezTo>
                    <a:pt x="117" y="39"/>
                    <a:pt x="115" y="38"/>
                    <a:pt x="112" y="34"/>
                  </a:cubicBezTo>
                  <a:cubicBezTo>
                    <a:pt x="108" y="30"/>
                    <a:pt x="103" y="30"/>
                    <a:pt x="103" y="30"/>
                  </a:cubicBezTo>
                  <a:cubicBezTo>
                    <a:pt x="101" y="27"/>
                    <a:pt x="101" y="27"/>
                    <a:pt x="101" y="27"/>
                  </a:cubicBezTo>
                  <a:cubicBezTo>
                    <a:pt x="97" y="26"/>
                    <a:pt x="97" y="26"/>
                    <a:pt x="97" y="26"/>
                  </a:cubicBezTo>
                  <a:cubicBezTo>
                    <a:pt x="97" y="26"/>
                    <a:pt x="94" y="24"/>
                    <a:pt x="98" y="22"/>
                  </a:cubicBezTo>
                  <a:cubicBezTo>
                    <a:pt x="102" y="20"/>
                    <a:pt x="98" y="14"/>
                    <a:pt x="97" y="12"/>
                  </a:cubicBezTo>
                  <a:cubicBezTo>
                    <a:pt x="97" y="10"/>
                    <a:pt x="91" y="3"/>
                    <a:pt x="89" y="1"/>
                  </a:cubicBezTo>
                  <a:cubicBezTo>
                    <a:pt x="89" y="1"/>
                    <a:pt x="88" y="1"/>
                    <a:pt x="87" y="1"/>
                  </a:cubicBezTo>
                  <a:cubicBezTo>
                    <a:pt x="85" y="0"/>
                    <a:pt x="80" y="2"/>
                    <a:pt x="78" y="5"/>
                  </a:cubicBezTo>
                  <a:cubicBezTo>
                    <a:pt x="76" y="7"/>
                    <a:pt x="77" y="8"/>
                    <a:pt x="76" y="10"/>
                  </a:cubicBezTo>
                  <a:cubicBezTo>
                    <a:pt x="74" y="12"/>
                    <a:pt x="68" y="17"/>
                    <a:pt x="65" y="21"/>
                  </a:cubicBezTo>
                  <a:cubicBezTo>
                    <a:pt x="61" y="26"/>
                    <a:pt x="52" y="23"/>
                    <a:pt x="49" y="25"/>
                  </a:cubicBezTo>
                  <a:cubicBezTo>
                    <a:pt x="46" y="26"/>
                    <a:pt x="50" y="29"/>
                    <a:pt x="48" y="31"/>
                  </a:cubicBezTo>
                  <a:cubicBezTo>
                    <a:pt x="46" y="32"/>
                    <a:pt x="40" y="35"/>
                    <a:pt x="38" y="36"/>
                  </a:cubicBezTo>
                  <a:cubicBezTo>
                    <a:pt x="36" y="37"/>
                    <a:pt x="28" y="37"/>
                    <a:pt x="26" y="40"/>
                  </a:cubicBezTo>
                  <a:cubicBezTo>
                    <a:pt x="23" y="43"/>
                    <a:pt x="21" y="36"/>
                    <a:pt x="18" y="40"/>
                  </a:cubicBezTo>
                  <a:cubicBezTo>
                    <a:pt x="16" y="43"/>
                    <a:pt x="13" y="43"/>
                    <a:pt x="12" y="42"/>
                  </a:cubicBezTo>
                  <a:cubicBezTo>
                    <a:pt x="12" y="42"/>
                    <a:pt x="11" y="42"/>
                    <a:pt x="11" y="41"/>
                  </a:cubicBezTo>
                  <a:cubicBezTo>
                    <a:pt x="9" y="43"/>
                    <a:pt x="6" y="45"/>
                    <a:pt x="5" y="48"/>
                  </a:cubicBezTo>
                  <a:cubicBezTo>
                    <a:pt x="4" y="53"/>
                    <a:pt x="0" y="57"/>
                    <a:pt x="0" y="59"/>
                  </a:cubicBezTo>
                  <a:cubicBezTo>
                    <a:pt x="0" y="62"/>
                    <a:pt x="1" y="65"/>
                    <a:pt x="1" y="69"/>
                  </a:cubicBezTo>
                  <a:cubicBezTo>
                    <a:pt x="1" y="73"/>
                    <a:pt x="2" y="75"/>
                    <a:pt x="5" y="78"/>
                  </a:cubicBezTo>
                  <a:cubicBezTo>
                    <a:pt x="7" y="81"/>
                    <a:pt x="6" y="84"/>
                    <a:pt x="6" y="84"/>
                  </a:cubicBezTo>
                  <a:cubicBezTo>
                    <a:pt x="6" y="84"/>
                    <a:pt x="7" y="86"/>
                    <a:pt x="9" y="88"/>
                  </a:cubicBezTo>
                  <a:cubicBezTo>
                    <a:pt x="11" y="90"/>
                    <a:pt x="16" y="94"/>
                    <a:pt x="16" y="95"/>
                  </a:cubicBezTo>
                  <a:cubicBezTo>
                    <a:pt x="16" y="96"/>
                    <a:pt x="17" y="97"/>
                    <a:pt x="18" y="97"/>
                  </a:cubicBezTo>
                  <a:cubicBezTo>
                    <a:pt x="18" y="97"/>
                    <a:pt x="18" y="96"/>
                    <a:pt x="19" y="96"/>
                  </a:cubicBezTo>
                  <a:cubicBezTo>
                    <a:pt x="22" y="93"/>
                    <a:pt x="21" y="88"/>
                    <a:pt x="21" y="88"/>
                  </a:cubicBezTo>
                  <a:cubicBezTo>
                    <a:pt x="27" y="86"/>
                    <a:pt x="27" y="86"/>
                    <a:pt x="27" y="86"/>
                  </a:cubicBezTo>
                  <a:cubicBezTo>
                    <a:pt x="32" y="85"/>
                    <a:pt x="32" y="85"/>
                    <a:pt x="32" y="85"/>
                  </a:cubicBezTo>
                  <a:cubicBezTo>
                    <a:pt x="42" y="86"/>
                    <a:pt x="42" y="86"/>
                    <a:pt x="42" y="86"/>
                  </a:cubicBezTo>
                  <a:cubicBezTo>
                    <a:pt x="42" y="79"/>
                    <a:pt x="42" y="79"/>
                    <a:pt x="42" y="79"/>
                  </a:cubicBezTo>
                  <a:cubicBezTo>
                    <a:pt x="42" y="79"/>
                    <a:pt x="49" y="70"/>
                    <a:pt x="53" y="70"/>
                  </a:cubicBezTo>
                  <a:cubicBezTo>
                    <a:pt x="58" y="70"/>
                    <a:pt x="63" y="76"/>
                    <a:pt x="63" y="76"/>
                  </a:cubicBezTo>
                  <a:cubicBezTo>
                    <a:pt x="84" y="80"/>
                    <a:pt x="84" y="80"/>
                    <a:pt x="84" y="80"/>
                  </a:cubicBezTo>
                  <a:cubicBezTo>
                    <a:pt x="84" y="80"/>
                    <a:pt x="85" y="74"/>
                    <a:pt x="88" y="72"/>
                  </a:cubicBezTo>
                  <a:cubicBezTo>
                    <a:pt x="90" y="71"/>
                    <a:pt x="94" y="74"/>
                    <a:pt x="97" y="72"/>
                  </a:cubicBezTo>
                  <a:cubicBezTo>
                    <a:pt x="99" y="71"/>
                    <a:pt x="104" y="69"/>
                    <a:pt x="108" y="69"/>
                  </a:cubicBezTo>
                  <a:cubicBezTo>
                    <a:pt x="113" y="69"/>
                    <a:pt x="115" y="72"/>
                    <a:pt x="117" y="68"/>
                  </a:cubicBezTo>
                  <a:cubicBezTo>
                    <a:pt x="120" y="63"/>
                    <a:pt x="130" y="69"/>
                    <a:pt x="130" y="69"/>
                  </a:cubicBezTo>
                  <a:cubicBezTo>
                    <a:pt x="138" y="68"/>
                    <a:pt x="138" y="68"/>
                    <a:pt x="138" y="68"/>
                  </a:cubicBezTo>
                  <a:cubicBezTo>
                    <a:pt x="136" y="61"/>
                    <a:pt x="136" y="61"/>
                    <a:pt x="136" y="61"/>
                  </a:cubicBezTo>
                  <a:cubicBezTo>
                    <a:pt x="136" y="61"/>
                    <a:pt x="128" y="57"/>
                    <a:pt x="128" y="55"/>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6" name="Freeform 22"/>
            <p:cNvSpPr>
              <a:spLocks noChangeArrowheads="1"/>
            </p:cNvSpPr>
            <p:nvPr/>
          </p:nvSpPr>
          <p:spPr bwMode="auto">
            <a:xfrm>
              <a:off x="3706825" y="2165353"/>
              <a:ext cx="255589" cy="212725"/>
            </a:xfrm>
            <a:custGeom>
              <a:avLst/>
              <a:gdLst>
                <a:gd name="T0" fmla="*/ 83 w 134"/>
                <a:gd name="T1" fmla="*/ 81 h 111"/>
                <a:gd name="T2" fmla="*/ 89 w 134"/>
                <a:gd name="T3" fmla="*/ 80 h 111"/>
                <a:gd name="T4" fmla="*/ 97 w 134"/>
                <a:gd name="T5" fmla="*/ 86 h 111"/>
                <a:gd name="T6" fmla="*/ 102 w 134"/>
                <a:gd name="T7" fmla="*/ 81 h 111"/>
                <a:gd name="T8" fmla="*/ 110 w 134"/>
                <a:gd name="T9" fmla="*/ 63 h 111"/>
                <a:gd name="T10" fmla="*/ 116 w 134"/>
                <a:gd name="T11" fmla="*/ 57 h 111"/>
                <a:gd name="T12" fmla="*/ 117 w 134"/>
                <a:gd name="T13" fmla="*/ 51 h 111"/>
                <a:gd name="T14" fmla="*/ 120 w 134"/>
                <a:gd name="T15" fmla="*/ 43 h 111"/>
                <a:gd name="T16" fmla="*/ 126 w 134"/>
                <a:gd name="T17" fmla="*/ 31 h 111"/>
                <a:gd name="T18" fmla="*/ 133 w 134"/>
                <a:gd name="T19" fmla="*/ 27 h 111"/>
                <a:gd name="T20" fmla="*/ 132 w 134"/>
                <a:gd name="T21" fmla="*/ 20 h 111"/>
                <a:gd name="T22" fmla="*/ 128 w 134"/>
                <a:gd name="T23" fmla="*/ 16 h 111"/>
                <a:gd name="T24" fmla="*/ 128 w 134"/>
                <a:gd name="T25" fmla="*/ 9 h 111"/>
                <a:gd name="T26" fmla="*/ 124 w 134"/>
                <a:gd name="T27" fmla="*/ 5 h 111"/>
                <a:gd name="T28" fmla="*/ 120 w 134"/>
                <a:gd name="T29" fmla="*/ 3 h 111"/>
                <a:gd name="T30" fmla="*/ 112 w 134"/>
                <a:gd name="T31" fmla="*/ 10 h 111"/>
                <a:gd name="T32" fmla="*/ 103 w 134"/>
                <a:gd name="T33" fmla="*/ 8 h 111"/>
                <a:gd name="T34" fmla="*/ 88 w 134"/>
                <a:gd name="T35" fmla="*/ 7 h 111"/>
                <a:gd name="T36" fmla="*/ 80 w 134"/>
                <a:gd name="T37" fmla="*/ 13 h 111"/>
                <a:gd name="T38" fmla="*/ 69 w 134"/>
                <a:gd name="T39" fmla="*/ 13 h 111"/>
                <a:gd name="T40" fmla="*/ 60 w 134"/>
                <a:gd name="T41" fmla="*/ 8 h 111"/>
                <a:gd name="T42" fmla="*/ 51 w 134"/>
                <a:gd name="T43" fmla="*/ 11 h 111"/>
                <a:gd name="T44" fmla="*/ 45 w 134"/>
                <a:gd name="T45" fmla="*/ 5 h 111"/>
                <a:gd name="T46" fmla="*/ 36 w 134"/>
                <a:gd name="T47" fmla="*/ 2 h 111"/>
                <a:gd name="T48" fmla="*/ 29 w 134"/>
                <a:gd name="T49" fmla="*/ 4 h 111"/>
                <a:gd name="T50" fmla="*/ 19 w 134"/>
                <a:gd name="T51" fmla="*/ 4 h 111"/>
                <a:gd name="T52" fmla="*/ 16 w 134"/>
                <a:gd name="T53" fmla="*/ 13 h 111"/>
                <a:gd name="T54" fmla="*/ 11 w 134"/>
                <a:gd name="T55" fmla="*/ 21 h 111"/>
                <a:gd name="T56" fmla="*/ 10 w 134"/>
                <a:gd name="T57" fmla="*/ 23 h 111"/>
                <a:gd name="T58" fmla="*/ 11 w 134"/>
                <a:gd name="T59" fmla="*/ 31 h 111"/>
                <a:gd name="T60" fmla="*/ 10 w 134"/>
                <a:gd name="T61" fmla="*/ 47 h 111"/>
                <a:gd name="T62" fmla="*/ 6 w 134"/>
                <a:gd name="T63" fmla="*/ 54 h 111"/>
                <a:gd name="T64" fmla="*/ 1 w 134"/>
                <a:gd name="T65" fmla="*/ 62 h 111"/>
                <a:gd name="T66" fmla="*/ 1 w 134"/>
                <a:gd name="T67" fmla="*/ 75 h 111"/>
                <a:gd name="T68" fmla="*/ 5 w 134"/>
                <a:gd name="T69" fmla="*/ 84 h 111"/>
                <a:gd name="T70" fmla="*/ 5 w 134"/>
                <a:gd name="T71" fmla="*/ 84 h 111"/>
                <a:gd name="T72" fmla="*/ 22 w 134"/>
                <a:gd name="T73" fmla="*/ 88 h 111"/>
                <a:gd name="T74" fmla="*/ 32 w 134"/>
                <a:gd name="T75" fmla="*/ 100 h 111"/>
                <a:gd name="T76" fmla="*/ 38 w 134"/>
                <a:gd name="T77" fmla="*/ 110 h 111"/>
                <a:gd name="T78" fmla="*/ 50 w 134"/>
                <a:gd name="T79" fmla="*/ 107 h 111"/>
                <a:gd name="T80" fmla="*/ 65 w 134"/>
                <a:gd name="T81" fmla="*/ 105 h 111"/>
                <a:gd name="T82" fmla="*/ 66 w 134"/>
                <a:gd name="T83" fmla="*/ 105 h 111"/>
                <a:gd name="T84" fmla="*/ 70 w 134"/>
                <a:gd name="T85" fmla="*/ 93 h 111"/>
                <a:gd name="T86" fmla="*/ 83 w 134"/>
                <a:gd name="T87" fmla="*/ 81 h 11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34"/>
                <a:gd name="T133" fmla="*/ 0 h 111"/>
                <a:gd name="T134" fmla="*/ 134 w 134"/>
                <a:gd name="T135" fmla="*/ 111 h 11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34" h="111">
                  <a:moveTo>
                    <a:pt x="83" y="81"/>
                  </a:moveTo>
                  <a:cubicBezTo>
                    <a:pt x="84" y="81"/>
                    <a:pt x="87" y="82"/>
                    <a:pt x="89" y="80"/>
                  </a:cubicBezTo>
                  <a:cubicBezTo>
                    <a:pt x="92" y="78"/>
                    <a:pt x="97" y="82"/>
                    <a:pt x="97" y="86"/>
                  </a:cubicBezTo>
                  <a:cubicBezTo>
                    <a:pt x="98" y="89"/>
                    <a:pt x="100" y="84"/>
                    <a:pt x="102" y="81"/>
                  </a:cubicBezTo>
                  <a:cubicBezTo>
                    <a:pt x="104" y="77"/>
                    <a:pt x="110" y="66"/>
                    <a:pt x="110" y="63"/>
                  </a:cubicBezTo>
                  <a:cubicBezTo>
                    <a:pt x="110" y="61"/>
                    <a:pt x="116" y="58"/>
                    <a:pt x="116" y="57"/>
                  </a:cubicBezTo>
                  <a:cubicBezTo>
                    <a:pt x="116" y="55"/>
                    <a:pt x="115" y="51"/>
                    <a:pt x="117" y="51"/>
                  </a:cubicBezTo>
                  <a:cubicBezTo>
                    <a:pt x="119" y="50"/>
                    <a:pt x="120" y="45"/>
                    <a:pt x="120" y="43"/>
                  </a:cubicBezTo>
                  <a:cubicBezTo>
                    <a:pt x="119" y="42"/>
                    <a:pt x="125" y="32"/>
                    <a:pt x="126" y="31"/>
                  </a:cubicBezTo>
                  <a:cubicBezTo>
                    <a:pt x="127" y="30"/>
                    <a:pt x="133" y="30"/>
                    <a:pt x="133" y="27"/>
                  </a:cubicBezTo>
                  <a:cubicBezTo>
                    <a:pt x="133" y="24"/>
                    <a:pt x="134" y="21"/>
                    <a:pt x="132" y="20"/>
                  </a:cubicBezTo>
                  <a:cubicBezTo>
                    <a:pt x="130" y="20"/>
                    <a:pt x="128" y="17"/>
                    <a:pt x="128" y="16"/>
                  </a:cubicBezTo>
                  <a:cubicBezTo>
                    <a:pt x="128" y="15"/>
                    <a:pt x="128" y="12"/>
                    <a:pt x="128" y="9"/>
                  </a:cubicBezTo>
                  <a:cubicBezTo>
                    <a:pt x="126" y="9"/>
                    <a:pt x="126" y="6"/>
                    <a:pt x="124" y="5"/>
                  </a:cubicBezTo>
                  <a:cubicBezTo>
                    <a:pt x="122" y="3"/>
                    <a:pt x="122" y="2"/>
                    <a:pt x="120" y="3"/>
                  </a:cubicBezTo>
                  <a:cubicBezTo>
                    <a:pt x="118" y="3"/>
                    <a:pt x="115" y="9"/>
                    <a:pt x="112" y="10"/>
                  </a:cubicBezTo>
                  <a:cubicBezTo>
                    <a:pt x="109" y="11"/>
                    <a:pt x="105" y="9"/>
                    <a:pt x="103" y="8"/>
                  </a:cubicBezTo>
                  <a:cubicBezTo>
                    <a:pt x="101" y="7"/>
                    <a:pt x="91" y="8"/>
                    <a:pt x="88" y="7"/>
                  </a:cubicBezTo>
                  <a:cubicBezTo>
                    <a:pt x="85" y="7"/>
                    <a:pt x="82" y="11"/>
                    <a:pt x="80" y="13"/>
                  </a:cubicBezTo>
                  <a:cubicBezTo>
                    <a:pt x="78" y="14"/>
                    <a:pt x="71" y="13"/>
                    <a:pt x="69" y="13"/>
                  </a:cubicBezTo>
                  <a:cubicBezTo>
                    <a:pt x="67" y="12"/>
                    <a:pt x="62" y="8"/>
                    <a:pt x="60" y="8"/>
                  </a:cubicBezTo>
                  <a:cubicBezTo>
                    <a:pt x="58" y="8"/>
                    <a:pt x="54" y="9"/>
                    <a:pt x="51" y="11"/>
                  </a:cubicBezTo>
                  <a:cubicBezTo>
                    <a:pt x="48" y="13"/>
                    <a:pt x="47" y="7"/>
                    <a:pt x="45" y="5"/>
                  </a:cubicBezTo>
                  <a:cubicBezTo>
                    <a:pt x="43" y="2"/>
                    <a:pt x="38" y="4"/>
                    <a:pt x="36" y="2"/>
                  </a:cubicBezTo>
                  <a:cubicBezTo>
                    <a:pt x="33" y="0"/>
                    <a:pt x="31" y="5"/>
                    <a:pt x="29" y="4"/>
                  </a:cubicBezTo>
                  <a:cubicBezTo>
                    <a:pt x="27" y="4"/>
                    <a:pt x="21" y="3"/>
                    <a:pt x="19" y="4"/>
                  </a:cubicBezTo>
                  <a:cubicBezTo>
                    <a:pt x="17" y="6"/>
                    <a:pt x="17" y="12"/>
                    <a:pt x="16" y="13"/>
                  </a:cubicBezTo>
                  <a:cubicBezTo>
                    <a:pt x="15" y="14"/>
                    <a:pt x="11" y="19"/>
                    <a:pt x="11" y="21"/>
                  </a:cubicBezTo>
                  <a:cubicBezTo>
                    <a:pt x="11" y="22"/>
                    <a:pt x="11" y="23"/>
                    <a:pt x="10" y="23"/>
                  </a:cubicBezTo>
                  <a:cubicBezTo>
                    <a:pt x="10" y="26"/>
                    <a:pt x="11" y="30"/>
                    <a:pt x="11" y="31"/>
                  </a:cubicBezTo>
                  <a:cubicBezTo>
                    <a:pt x="11" y="33"/>
                    <a:pt x="12" y="45"/>
                    <a:pt x="10" y="47"/>
                  </a:cubicBezTo>
                  <a:cubicBezTo>
                    <a:pt x="7" y="50"/>
                    <a:pt x="6" y="54"/>
                    <a:pt x="6" y="54"/>
                  </a:cubicBezTo>
                  <a:cubicBezTo>
                    <a:pt x="6" y="54"/>
                    <a:pt x="2" y="56"/>
                    <a:pt x="1" y="62"/>
                  </a:cubicBezTo>
                  <a:cubicBezTo>
                    <a:pt x="0" y="67"/>
                    <a:pt x="1" y="71"/>
                    <a:pt x="1" y="75"/>
                  </a:cubicBezTo>
                  <a:cubicBezTo>
                    <a:pt x="1" y="78"/>
                    <a:pt x="3" y="80"/>
                    <a:pt x="5" y="84"/>
                  </a:cubicBezTo>
                  <a:cubicBezTo>
                    <a:pt x="5" y="84"/>
                    <a:pt x="5" y="84"/>
                    <a:pt x="5" y="84"/>
                  </a:cubicBezTo>
                  <a:cubicBezTo>
                    <a:pt x="7" y="87"/>
                    <a:pt x="16" y="87"/>
                    <a:pt x="22" y="88"/>
                  </a:cubicBezTo>
                  <a:cubicBezTo>
                    <a:pt x="27" y="90"/>
                    <a:pt x="32" y="97"/>
                    <a:pt x="32" y="100"/>
                  </a:cubicBezTo>
                  <a:cubicBezTo>
                    <a:pt x="32" y="103"/>
                    <a:pt x="36" y="108"/>
                    <a:pt x="38" y="110"/>
                  </a:cubicBezTo>
                  <a:cubicBezTo>
                    <a:pt x="41" y="111"/>
                    <a:pt x="47" y="107"/>
                    <a:pt x="50" y="107"/>
                  </a:cubicBezTo>
                  <a:cubicBezTo>
                    <a:pt x="53" y="107"/>
                    <a:pt x="63" y="107"/>
                    <a:pt x="65" y="105"/>
                  </a:cubicBezTo>
                  <a:cubicBezTo>
                    <a:pt x="65" y="105"/>
                    <a:pt x="66" y="105"/>
                    <a:pt x="66" y="105"/>
                  </a:cubicBezTo>
                  <a:cubicBezTo>
                    <a:pt x="69" y="99"/>
                    <a:pt x="70" y="93"/>
                    <a:pt x="70" y="93"/>
                  </a:cubicBezTo>
                  <a:cubicBezTo>
                    <a:pt x="70" y="93"/>
                    <a:pt x="81" y="81"/>
                    <a:pt x="83" y="81"/>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7" name="Freeform 23"/>
            <p:cNvSpPr>
              <a:spLocks noChangeArrowheads="1"/>
            </p:cNvSpPr>
            <p:nvPr/>
          </p:nvSpPr>
          <p:spPr bwMode="auto">
            <a:xfrm>
              <a:off x="3663962" y="2198689"/>
              <a:ext cx="65088" cy="133350"/>
            </a:xfrm>
            <a:custGeom>
              <a:avLst/>
              <a:gdLst>
                <a:gd name="T0" fmla="*/ 23 w 34"/>
                <a:gd name="T1" fmla="*/ 45 h 70"/>
                <a:gd name="T2" fmla="*/ 28 w 34"/>
                <a:gd name="T3" fmla="*/ 37 h 70"/>
                <a:gd name="T4" fmla="*/ 32 w 34"/>
                <a:gd name="T5" fmla="*/ 30 h 70"/>
                <a:gd name="T6" fmla="*/ 33 w 34"/>
                <a:gd name="T7" fmla="*/ 14 h 70"/>
                <a:gd name="T8" fmla="*/ 32 w 34"/>
                <a:gd name="T9" fmla="*/ 6 h 70"/>
                <a:gd name="T10" fmla="*/ 28 w 34"/>
                <a:gd name="T11" fmla="*/ 6 h 70"/>
                <a:gd name="T12" fmla="*/ 25 w 34"/>
                <a:gd name="T13" fmla="*/ 1 h 70"/>
                <a:gd name="T14" fmla="*/ 21 w 34"/>
                <a:gd name="T15" fmla="*/ 6 h 70"/>
                <a:gd name="T16" fmla="*/ 18 w 34"/>
                <a:gd name="T17" fmla="*/ 11 h 70"/>
                <a:gd name="T18" fmla="*/ 8 w 34"/>
                <a:gd name="T19" fmla="*/ 13 h 70"/>
                <a:gd name="T20" fmla="*/ 2 w 34"/>
                <a:gd name="T21" fmla="*/ 17 h 70"/>
                <a:gd name="T22" fmla="*/ 0 w 34"/>
                <a:gd name="T23" fmla="*/ 17 h 70"/>
                <a:gd name="T24" fmla="*/ 6 w 34"/>
                <a:gd name="T25" fmla="*/ 28 h 70"/>
                <a:gd name="T26" fmla="*/ 9 w 34"/>
                <a:gd name="T27" fmla="*/ 36 h 70"/>
                <a:gd name="T28" fmla="*/ 10 w 34"/>
                <a:gd name="T29" fmla="*/ 49 h 70"/>
                <a:gd name="T30" fmla="*/ 11 w 34"/>
                <a:gd name="T31" fmla="*/ 70 h 70"/>
                <a:gd name="T32" fmla="*/ 19 w 34"/>
                <a:gd name="T33" fmla="*/ 69 h 70"/>
                <a:gd name="T34" fmla="*/ 27 w 34"/>
                <a:gd name="T35" fmla="*/ 67 h 70"/>
                <a:gd name="T36" fmla="*/ 23 w 34"/>
                <a:gd name="T37" fmla="*/ 58 h 70"/>
                <a:gd name="T38" fmla="*/ 23 w 34"/>
                <a:gd name="T39" fmla="*/ 45 h 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4"/>
                <a:gd name="T61" fmla="*/ 0 h 70"/>
                <a:gd name="T62" fmla="*/ 34 w 34"/>
                <a:gd name="T63" fmla="*/ 70 h 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4" h="70">
                  <a:moveTo>
                    <a:pt x="23" y="45"/>
                  </a:moveTo>
                  <a:cubicBezTo>
                    <a:pt x="24" y="39"/>
                    <a:pt x="28" y="37"/>
                    <a:pt x="28" y="37"/>
                  </a:cubicBezTo>
                  <a:cubicBezTo>
                    <a:pt x="28" y="37"/>
                    <a:pt x="29" y="33"/>
                    <a:pt x="32" y="30"/>
                  </a:cubicBezTo>
                  <a:cubicBezTo>
                    <a:pt x="34" y="28"/>
                    <a:pt x="33" y="16"/>
                    <a:pt x="33" y="14"/>
                  </a:cubicBezTo>
                  <a:cubicBezTo>
                    <a:pt x="33" y="13"/>
                    <a:pt x="32" y="9"/>
                    <a:pt x="32" y="6"/>
                  </a:cubicBezTo>
                  <a:cubicBezTo>
                    <a:pt x="31" y="7"/>
                    <a:pt x="30" y="7"/>
                    <a:pt x="28" y="6"/>
                  </a:cubicBezTo>
                  <a:cubicBezTo>
                    <a:pt x="25" y="5"/>
                    <a:pt x="28" y="2"/>
                    <a:pt x="25" y="1"/>
                  </a:cubicBezTo>
                  <a:cubicBezTo>
                    <a:pt x="21" y="0"/>
                    <a:pt x="20" y="4"/>
                    <a:pt x="21" y="6"/>
                  </a:cubicBezTo>
                  <a:cubicBezTo>
                    <a:pt x="21" y="9"/>
                    <a:pt x="19" y="9"/>
                    <a:pt x="18" y="11"/>
                  </a:cubicBezTo>
                  <a:cubicBezTo>
                    <a:pt x="16" y="12"/>
                    <a:pt x="10" y="13"/>
                    <a:pt x="8" y="13"/>
                  </a:cubicBezTo>
                  <a:cubicBezTo>
                    <a:pt x="6" y="13"/>
                    <a:pt x="4" y="16"/>
                    <a:pt x="2" y="17"/>
                  </a:cubicBezTo>
                  <a:cubicBezTo>
                    <a:pt x="2" y="17"/>
                    <a:pt x="1" y="17"/>
                    <a:pt x="0" y="17"/>
                  </a:cubicBezTo>
                  <a:cubicBezTo>
                    <a:pt x="1" y="26"/>
                    <a:pt x="2" y="25"/>
                    <a:pt x="6" y="28"/>
                  </a:cubicBezTo>
                  <a:cubicBezTo>
                    <a:pt x="11" y="30"/>
                    <a:pt x="7" y="34"/>
                    <a:pt x="9" y="36"/>
                  </a:cubicBezTo>
                  <a:cubicBezTo>
                    <a:pt x="11" y="38"/>
                    <a:pt x="10" y="43"/>
                    <a:pt x="10" y="49"/>
                  </a:cubicBezTo>
                  <a:cubicBezTo>
                    <a:pt x="11" y="53"/>
                    <a:pt x="11" y="63"/>
                    <a:pt x="11" y="70"/>
                  </a:cubicBezTo>
                  <a:cubicBezTo>
                    <a:pt x="14" y="70"/>
                    <a:pt x="17" y="69"/>
                    <a:pt x="19" y="69"/>
                  </a:cubicBezTo>
                  <a:cubicBezTo>
                    <a:pt x="22" y="69"/>
                    <a:pt x="25" y="65"/>
                    <a:pt x="27" y="67"/>
                  </a:cubicBezTo>
                  <a:cubicBezTo>
                    <a:pt x="25" y="63"/>
                    <a:pt x="23" y="61"/>
                    <a:pt x="23" y="58"/>
                  </a:cubicBezTo>
                  <a:cubicBezTo>
                    <a:pt x="23" y="54"/>
                    <a:pt x="22" y="50"/>
                    <a:pt x="23" y="45"/>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8" name="Freeform 24"/>
            <p:cNvSpPr>
              <a:spLocks noChangeArrowheads="1"/>
            </p:cNvSpPr>
            <p:nvPr/>
          </p:nvSpPr>
          <p:spPr bwMode="auto">
            <a:xfrm>
              <a:off x="3644913" y="2227264"/>
              <a:ext cx="41275" cy="112713"/>
            </a:xfrm>
            <a:custGeom>
              <a:avLst/>
              <a:gdLst>
                <a:gd name="T0" fmla="*/ 19 w 21"/>
                <a:gd name="T1" fmla="*/ 21 h 59"/>
                <a:gd name="T2" fmla="*/ 16 w 21"/>
                <a:gd name="T3" fmla="*/ 13 h 59"/>
                <a:gd name="T4" fmla="*/ 10 w 21"/>
                <a:gd name="T5" fmla="*/ 2 h 59"/>
                <a:gd name="T6" fmla="*/ 2 w 21"/>
                <a:gd name="T7" fmla="*/ 1 h 59"/>
                <a:gd name="T8" fmla="*/ 0 w 21"/>
                <a:gd name="T9" fmla="*/ 1 h 59"/>
                <a:gd name="T10" fmla="*/ 3 w 21"/>
                <a:gd name="T11" fmla="*/ 8 h 59"/>
                <a:gd name="T12" fmla="*/ 5 w 21"/>
                <a:gd name="T13" fmla="*/ 15 h 59"/>
                <a:gd name="T14" fmla="*/ 6 w 21"/>
                <a:gd name="T15" fmla="*/ 31 h 59"/>
                <a:gd name="T16" fmla="*/ 9 w 21"/>
                <a:gd name="T17" fmla="*/ 46 h 59"/>
                <a:gd name="T18" fmla="*/ 13 w 21"/>
                <a:gd name="T19" fmla="*/ 59 h 59"/>
                <a:gd name="T20" fmla="*/ 15 w 21"/>
                <a:gd name="T21" fmla="*/ 58 h 59"/>
                <a:gd name="T22" fmla="*/ 21 w 21"/>
                <a:gd name="T23" fmla="*/ 55 h 59"/>
                <a:gd name="T24" fmla="*/ 20 w 21"/>
                <a:gd name="T25" fmla="*/ 34 h 59"/>
                <a:gd name="T26" fmla="*/ 19 w 21"/>
                <a:gd name="T27" fmla="*/ 21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
                <a:gd name="T43" fmla="*/ 0 h 59"/>
                <a:gd name="T44" fmla="*/ 21 w 21"/>
                <a:gd name="T45" fmla="*/ 59 h 5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 h="59">
                  <a:moveTo>
                    <a:pt x="19" y="21"/>
                  </a:moveTo>
                  <a:cubicBezTo>
                    <a:pt x="17" y="19"/>
                    <a:pt x="21" y="15"/>
                    <a:pt x="16" y="13"/>
                  </a:cubicBezTo>
                  <a:cubicBezTo>
                    <a:pt x="12" y="10"/>
                    <a:pt x="11" y="11"/>
                    <a:pt x="10" y="2"/>
                  </a:cubicBezTo>
                  <a:cubicBezTo>
                    <a:pt x="8" y="2"/>
                    <a:pt x="4" y="1"/>
                    <a:pt x="2" y="1"/>
                  </a:cubicBezTo>
                  <a:cubicBezTo>
                    <a:pt x="1" y="0"/>
                    <a:pt x="1" y="1"/>
                    <a:pt x="0" y="1"/>
                  </a:cubicBezTo>
                  <a:cubicBezTo>
                    <a:pt x="1" y="4"/>
                    <a:pt x="2" y="7"/>
                    <a:pt x="3" y="8"/>
                  </a:cubicBezTo>
                  <a:cubicBezTo>
                    <a:pt x="4" y="9"/>
                    <a:pt x="6" y="11"/>
                    <a:pt x="5" y="15"/>
                  </a:cubicBezTo>
                  <a:cubicBezTo>
                    <a:pt x="5" y="19"/>
                    <a:pt x="4" y="27"/>
                    <a:pt x="6" y="31"/>
                  </a:cubicBezTo>
                  <a:cubicBezTo>
                    <a:pt x="7" y="34"/>
                    <a:pt x="9" y="40"/>
                    <a:pt x="9" y="46"/>
                  </a:cubicBezTo>
                  <a:cubicBezTo>
                    <a:pt x="9" y="50"/>
                    <a:pt x="11" y="55"/>
                    <a:pt x="13" y="59"/>
                  </a:cubicBezTo>
                  <a:cubicBezTo>
                    <a:pt x="14" y="59"/>
                    <a:pt x="14" y="58"/>
                    <a:pt x="15" y="58"/>
                  </a:cubicBezTo>
                  <a:cubicBezTo>
                    <a:pt x="17" y="56"/>
                    <a:pt x="19" y="55"/>
                    <a:pt x="21" y="55"/>
                  </a:cubicBezTo>
                  <a:cubicBezTo>
                    <a:pt x="21" y="48"/>
                    <a:pt x="21" y="38"/>
                    <a:pt x="20" y="34"/>
                  </a:cubicBezTo>
                  <a:cubicBezTo>
                    <a:pt x="20" y="28"/>
                    <a:pt x="21" y="23"/>
                    <a:pt x="19" y="21"/>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9" name="Freeform 25"/>
            <p:cNvSpPr>
              <a:spLocks noChangeArrowheads="1"/>
            </p:cNvSpPr>
            <p:nvPr/>
          </p:nvSpPr>
          <p:spPr bwMode="auto">
            <a:xfrm>
              <a:off x="3832237" y="2182815"/>
              <a:ext cx="160339" cy="249238"/>
            </a:xfrm>
            <a:custGeom>
              <a:avLst/>
              <a:gdLst>
                <a:gd name="T0" fmla="*/ 35 w 84"/>
                <a:gd name="T1" fmla="*/ 124 h 130"/>
                <a:gd name="T2" fmla="*/ 65 w 84"/>
                <a:gd name="T3" fmla="*/ 125 h 130"/>
                <a:gd name="T4" fmla="*/ 81 w 84"/>
                <a:gd name="T5" fmla="*/ 130 h 130"/>
                <a:gd name="T6" fmla="*/ 84 w 84"/>
                <a:gd name="T7" fmla="*/ 120 h 130"/>
                <a:gd name="T8" fmla="*/ 82 w 84"/>
                <a:gd name="T9" fmla="*/ 118 h 130"/>
                <a:gd name="T10" fmla="*/ 75 w 84"/>
                <a:gd name="T11" fmla="*/ 111 h 130"/>
                <a:gd name="T12" fmla="*/ 72 w 84"/>
                <a:gd name="T13" fmla="*/ 107 h 130"/>
                <a:gd name="T14" fmla="*/ 71 w 84"/>
                <a:gd name="T15" fmla="*/ 101 h 130"/>
                <a:gd name="T16" fmla="*/ 67 w 84"/>
                <a:gd name="T17" fmla="*/ 92 h 130"/>
                <a:gd name="T18" fmla="*/ 66 w 84"/>
                <a:gd name="T19" fmla="*/ 82 h 130"/>
                <a:gd name="T20" fmla="*/ 71 w 84"/>
                <a:gd name="T21" fmla="*/ 71 h 130"/>
                <a:gd name="T22" fmla="*/ 77 w 84"/>
                <a:gd name="T23" fmla="*/ 64 h 130"/>
                <a:gd name="T24" fmla="*/ 74 w 84"/>
                <a:gd name="T25" fmla="*/ 56 h 130"/>
                <a:gd name="T26" fmla="*/ 64 w 84"/>
                <a:gd name="T27" fmla="*/ 46 h 130"/>
                <a:gd name="T28" fmla="*/ 62 w 84"/>
                <a:gd name="T29" fmla="*/ 38 h 130"/>
                <a:gd name="T30" fmla="*/ 71 w 84"/>
                <a:gd name="T31" fmla="*/ 37 h 130"/>
                <a:gd name="T32" fmla="*/ 76 w 84"/>
                <a:gd name="T33" fmla="*/ 35 h 130"/>
                <a:gd name="T34" fmla="*/ 71 w 84"/>
                <a:gd name="T35" fmla="*/ 21 h 130"/>
                <a:gd name="T36" fmla="*/ 70 w 84"/>
                <a:gd name="T37" fmla="*/ 11 h 130"/>
                <a:gd name="T38" fmla="*/ 63 w 84"/>
                <a:gd name="T39" fmla="*/ 1 h 130"/>
                <a:gd name="T40" fmla="*/ 62 w 84"/>
                <a:gd name="T41" fmla="*/ 0 h 130"/>
                <a:gd name="T42" fmla="*/ 62 w 84"/>
                <a:gd name="T43" fmla="*/ 7 h 130"/>
                <a:gd name="T44" fmla="*/ 66 w 84"/>
                <a:gd name="T45" fmla="*/ 11 h 130"/>
                <a:gd name="T46" fmla="*/ 67 w 84"/>
                <a:gd name="T47" fmla="*/ 18 h 130"/>
                <a:gd name="T48" fmla="*/ 60 w 84"/>
                <a:gd name="T49" fmla="*/ 22 h 130"/>
                <a:gd name="T50" fmla="*/ 54 w 84"/>
                <a:gd name="T51" fmla="*/ 34 h 130"/>
                <a:gd name="T52" fmla="*/ 51 w 84"/>
                <a:gd name="T53" fmla="*/ 42 h 130"/>
                <a:gd name="T54" fmla="*/ 50 w 84"/>
                <a:gd name="T55" fmla="*/ 48 h 130"/>
                <a:gd name="T56" fmla="*/ 44 w 84"/>
                <a:gd name="T57" fmla="*/ 54 h 130"/>
                <a:gd name="T58" fmla="*/ 36 w 84"/>
                <a:gd name="T59" fmla="*/ 72 h 130"/>
                <a:gd name="T60" fmla="*/ 31 w 84"/>
                <a:gd name="T61" fmla="*/ 77 h 130"/>
                <a:gd name="T62" fmla="*/ 23 w 84"/>
                <a:gd name="T63" fmla="*/ 71 h 130"/>
                <a:gd name="T64" fmla="*/ 17 w 84"/>
                <a:gd name="T65" fmla="*/ 72 h 130"/>
                <a:gd name="T66" fmla="*/ 4 w 84"/>
                <a:gd name="T67" fmla="*/ 84 h 130"/>
                <a:gd name="T68" fmla="*/ 0 w 84"/>
                <a:gd name="T69" fmla="*/ 96 h 130"/>
                <a:gd name="T70" fmla="*/ 5 w 84"/>
                <a:gd name="T71" fmla="*/ 103 h 130"/>
                <a:gd name="T72" fmla="*/ 14 w 84"/>
                <a:gd name="T73" fmla="*/ 104 h 130"/>
                <a:gd name="T74" fmla="*/ 17 w 84"/>
                <a:gd name="T75" fmla="*/ 115 h 130"/>
                <a:gd name="T76" fmla="*/ 15 w 84"/>
                <a:gd name="T77" fmla="*/ 125 h 130"/>
                <a:gd name="T78" fmla="*/ 31 w 84"/>
                <a:gd name="T79" fmla="*/ 125 h 130"/>
                <a:gd name="T80" fmla="*/ 35 w 84"/>
                <a:gd name="T81" fmla="*/ 124 h 13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4"/>
                <a:gd name="T124" fmla="*/ 0 h 130"/>
                <a:gd name="T125" fmla="*/ 84 w 84"/>
                <a:gd name="T126" fmla="*/ 130 h 13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4" h="130">
                  <a:moveTo>
                    <a:pt x="35" y="124"/>
                  </a:moveTo>
                  <a:cubicBezTo>
                    <a:pt x="35" y="124"/>
                    <a:pt x="62" y="125"/>
                    <a:pt x="65" y="125"/>
                  </a:cubicBezTo>
                  <a:cubicBezTo>
                    <a:pt x="69" y="124"/>
                    <a:pt x="81" y="130"/>
                    <a:pt x="81" y="130"/>
                  </a:cubicBezTo>
                  <a:cubicBezTo>
                    <a:pt x="81" y="130"/>
                    <a:pt x="82" y="124"/>
                    <a:pt x="84" y="120"/>
                  </a:cubicBezTo>
                  <a:cubicBezTo>
                    <a:pt x="83" y="120"/>
                    <a:pt x="82" y="119"/>
                    <a:pt x="82" y="118"/>
                  </a:cubicBezTo>
                  <a:cubicBezTo>
                    <a:pt x="82" y="117"/>
                    <a:pt x="77" y="113"/>
                    <a:pt x="75" y="111"/>
                  </a:cubicBezTo>
                  <a:cubicBezTo>
                    <a:pt x="73" y="109"/>
                    <a:pt x="72" y="107"/>
                    <a:pt x="72" y="107"/>
                  </a:cubicBezTo>
                  <a:cubicBezTo>
                    <a:pt x="72" y="107"/>
                    <a:pt x="73" y="104"/>
                    <a:pt x="71" y="101"/>
                  </a:cubicBezTo>
                  <a:cubicBezTo>
                    <a:pt x="68" y="98"/>
                    <a:pt x="67" y="96"/>
                    <a:pt x="67" y="92"/>
                  </a:cubicBezTo>
                  <a:cubicBezTo>
                    <a:pt x="67" y="88"/>
                    <a:pt x="66" y="85"/>
                    <a:pt x="66" y="82"/>
                  </a:cubicBezTo>
                  <a:cubicBezTo>
                    <a:pt x="66" y="80"/>
                    <a:pt x="70" y="76"/>
                    <a:pt x="71" y="71"/>
                  </a:cubicBezTo>
                  <a:cubicBezTo>
                    <a:pt x="72" y="68"/>
                    <a:pt x="75" y="66"/>
                    <a:pt x="77" y="64"/>
                  </a:cubicBezTo>
                  <a:cubicBezTo>
                    <a:pt x="76" y="62"/>
                    <a:pt x="75" y="59"/>
                    <a:pt x="74" y="56"/>
                  </a:cubicBezTo>
                  <a:cubicBezTo>
                    <a:pt x="72" y="52"/>
                    <a:pt x="69" y="50"/>
                    <a:pt x="64" y="46"/>
                  </a:cubicBezTo>
                  <a:cubicBezTo>
                    <a:pt x="60" y="42"/>
                    <a:pt x="62" y="40"/>
                    <a:pt x="62" y="38"/>
                  </a:cubicBezTo>
                  <a:cubicBezTo>
                    <a:pt x="62" y="37"/>
                    <a:pt x="67" y="37"/>
                    <a:pt x="71" y="37"/>
                  </a:cubicBezTo>
                  <a:cubicBezTo>
                    <a:pt x="75" y="37"/>
                    <a:pt x="78" y="36"/>
                    <a:pt x="76" y="35"/>
                  </a:cubicBezTo>
                  <a:cubicBezTo>
                    <a:pt x="74" y="34"/>
                    <a:pt x="71" y="27"/>
                    <a:pt x="71" y="21"/>
                  </a:cubicBezTo>
                  <a:cubicBezTo>
                    <a:pt x="72" y="16"/>
                    <a:pt x="70" y="14"/>
                    <a:pt x="70" y="11"/>
                  </a:cubicBezTo>
                  <a:cubicBezTo>
                    <a:pt x="70" y="8"/>
                    <a:pt x="66" y="1"/>
                    <a:pt x="63" y="1"/>
                  </a:cubicBezTo>
                  <a:cubicBezTo>
                    <a:pt x="63" y="1"/>
                    <a:pt x="63" y="0"/>
                    <a:pt x="62" y="0"/>
                  </a:cubicBezTo>
                  <a:cubicBezTo>
                    <a:pt x="62" y="3"/>
                    <a:pt x="62" y="6"/>
                    <a:pt x="62" y="7"/>
                  </a:cubicBezTo>
                  <a:cubicBezTo>
                    <a:pt x="62" y="8"/>
                    <a:pt x="64" y="11"/>
                    <a:pt x="66" y="11"/>
                  </a:cubicBezTo>
                  <a:cubicBezTo>
                    <a:pt x="68" y="12"/>
                    <a:pt x="67" y="15"/>
                    <a:pt x="67" y="18"/>
                  </a:cubicBezTo>
                  <a:cubicBezTo>
                    <a:pt x="67" y="21"/>
                    <a:pt x="61" y="21"/>
                    <a:pt x="60" y="22"/>
                  </a:cubicBezTo>
                  <a:cubicBezTo>
                    <a:pt x="59" y="23"/>
                    <a:pt x="53" y="33"/>
                    <a:pt x="54" y="34"/>
                  </a:cubicBezTo>
                  <a:cubicBezTo>
                    <a:pt x="54" y="36"/>
                    <a:pt x="53" y="41"/>
                    <a:pt x="51" y="42"/>
                  </a:cubicBezTo>
                  <a:cubicBezTo>
                    <a:pt x="49" y="42"/>
                    <a:pt x="50" y="46"/>
                    <a:pt x="50" y="48"/>
                  </a:cubicBezTo>
                  <a:cubicBezTo>
                    <a:pt x="50" y="49"/>
                    <a:pt x="44" y="52"/>
                    <a:pt x="44" y="54"/>
                  </a:cubicBezTo>
                  <a:cubicBezTo>
                    <a:pt x="44" y="57"/>
                    <a:pt x="38" y="68"/>
                    <a:pt x="36" y="72"/>
                  </a:cubicBezTo>
                  <a:cubicBezTo>
                    <a:pt x="34" y="75"/>
                    <a:pt x="32" y="80"/>
                    <a:pt x="31" y="77"/>
                  </a:cubicBezTo>
                  <a:cubicBezTo>
                    <a:pt x="31" y="73"/>
                    <a:pt x="26" y="69"/>
                    <a:pt x="23" y="71"/>
                  </a:cubicBezTo>
                  <a:cubicBezTo>
                    <a:pt x="21" y="73"/>
                    <a:pt x="18" y="72"/>
                    <a:pt x="17" y="72"/>
                  </a:cubicBezTo>
                  <a:cubicBezTo>
                    <a:pt x="15" y="72"/>
                    <a:pt x="4" y="84"/>
                    <a:pt x="4" y="84"/>
                  </a:cubicBezTo>
                  <a:cubicBezTo>
                    <a:pt x="4" y="84"/>
                    <a:pt x="3" y="90"/>
                    <a:pt x="0" y="96"/>
                  </a:cubicBezTo>
                  <a:cubicBezTo>
                    <a:pt x="2" y="97"/>
                    <a:pt x="4" y="100"/>
                    <a:pt x="5" y="103"/>
                  </a:cubicBezTo>
                  <a:cubicBezTo>
                    <a:pt x="8" y="106"/>
                    <a:pt x="12" y="103"/>
                    <a:pt x="14" y="104"/>
                  </a:cubicBezTo>
                  <a:cubicBezTo>
                    <a:pt x="16" y="105"/>
                    <a:pt x="18" y="113"/>
                    <a:pt x="17" y="115"/>
                  </a:cubicBezTo>
                  <a:cubicBezTo>
                    <a:pt x="16" y="117"/>
                    <a:pt x="14" y="123"/>
                    <a:pt x="15" y="125"/>
                  </a:cubicBezTo>
                  <a:cubicBezTo>
                    <a:pt x="31" y="125"/>
                    <a:pt x="31" y="125"/>
                    <a:pt x="31" y="125"/>
                  </a:cubicBezTo>
                  <a:lnTo>
                    <a:pt x="35" y="124"/>
                  </a:ln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0" name="Freeform 26"/>
            <p:cNvSpPr>
              <a:spLocks noChangeArrowheads="1"/>
            </p:cNvSpPr>
            <p:nvPr/>
          </p:nvSpPr>
          <p:spPr bwMode="auto">
            <a:xfrm>
              <a:off x="3462350" y="2236789"/>
              <a:ext cx="131763" cy="134938"/>
            </a:xfrm>
            <a:custGeom>
              <a:avLst/>
              <a:gdLst>
                <a:gd name="T0" fmla="*/ 66 w 69"/>
                <a:gd name="T1" fmla="*/ 60 h 71"/>
                <a:gd name="T2" fmla="*/ 61 w 69"/>
                <a:gd name="T3" fmla="*/ 47 h 71"/>
                <a:gd name="T4" fmla="*/ 65 w 69"/>
                <a:gd name="T5" fmla="*/ 36 h 71"/>
                <a:gd name="T6" fmla="*/ 69 w 69"/>
                <a:gd name="T7" fmla="*/ 29 h 71"/>
                <a:gd name="T8" fmla="*/ 65 w 69"/>
                <a:gd name="T9" fmla="*/ 11 h 71"/>
                <a:gd name="T10" fmla="*/ 63 w 69"/>
                <a:gd name="T11" fmla="*/ 10 h 71"/>
                <a:gd name="T12" fmla="*/ 50 w 69"/>
                <a:gd name="T13" fmla="*/ 12 h 71"/>
                <a:gd name="T14" fmla="*/ 40 w 69"/>
                <a:gd name="T15" fmla="*/ 7 h 71"/>
                <a:gd name="T16" fmla="*/ 31 w 69"/>
                <a:gd name="T17" fmla="*/ 4 h 71"/>
                <a:gd name="T18" fmla="*/ 27 w 69"/>
                <a:gd name="T19" fmla="*/ 3 h 71"/>
                <a:gd name="T20" fmla="*/ 22 w 69"/>
                <a:gd name="T21" fmla="*/ 4 h 71"/>
                <a:gd name="T22" fmla="*/ 15 w 69"/>
                <a:gd name="T23" fmla="*/ 7 h 71"/>
                <a:gd name="T24" fmla="*/ 10 w 69"/>
                <a:gd name="T25" fmla="*/ 5 h 71"/>
                <a:gd name="T26" fmla="*/ 6 w 69"/>
                <a:gd name="T27" fmla="*/ 6 h 71"/>
                <a:gd name="T28" fmla="*/ 6 w 69"/>
                <a:gd name="T29" fmla="*/ 15 h 71"/>
                <a:gd name="T30" fmla="*/ 8 w 69"/>
                <a:gd name="T31" fmla="*/ 20 h 71"/>
                <a:gd name="T32" fmla="*/ 10 w 69"/>
                <a:gd name="T33" fmla="*/ 27 h 71"/>
                <a:gd name="T34" fmla="*/ 5 w 69"/>
                <a:gd name="T35" fmla="*/ 28 h 71"/>
                <a:gd name="T36" fmla="*/ 6 w 69"/>
                <a:gd name="T37" fmla="*/ 35 h 71"/>
                <a:gd name="T38" fmla="*/ 2 w 69"/>
                <a:gd name="T39" fmla="*/ 41 h 71"/>
                <a:gd name="T40" fmla="*/ 1 w 69"/>
                <a:gd name="T41" fmla="*/ 49 h 71"/>
                <a:gd name="T42" fmla="*/ 5 w 69"/>
                <a:gd name="T43" fmla="*/ 52 h 71"/>
                <a:gd name="T44" fmla="*/ 14 w 69"/>
                <a:gd name="T45" fmla="*/ 61 h 71"/>
                <a:gd name="T46" fmla="*/ 10 w 69"/>
                <a:gd name="T47" fmla="*/ 71 h 71"/>
                <a:gd name="T48" fmla="*/ 44 w 69"/>
                <a:gd name="T49" fmla="*/ 64 h 71"/>
                <a:gd name="T50" fmla="*/ 65 w 69"/>
                <a:gd name="T51" fmla="*/ 65 h 71"/>
                <a:gd name="T52" fmla="*/ 66 w 69"/>
                <a:gd name="T53" fmla="*/ 60 h 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9"/>
                <a:gd name="T82" fmla="*/ 0 h 71"/>
                <a:gd name="T83" fmla="*/ 69 w 69"/>
                <a:gd name="T84" fmla="*/ 71 h 7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9" h="71">
                  <a:moveTo>
                    <a:pt x="66" y="60"/>
                  </a:moveTo>
                  <a:cubicBezTo>
                    <a:pt x="64" y="58"/>
                    <a:pt x="61" y="49"/>
                    <a:pt x="61" y="47"/>
                  </a:cubicBezTo>
                  <a:cubicBezTo>
                    <a:pt x="61" y="45"/>
                    <a:pt x="65" y="39"/>
                    <a:pt x="65" y="36"/>
                  </a:cubicBezTo>
                  <a:cubicBezTo>
                    <a:pt x="65" y="33"/>
                    <a:pt x="69" y="31"/>
                    <a:pt x="69" y="29"/>
                  </a:cubicBezTo>
                  <a:cubicBezTo>
                    <a:pt x="69" y="27"/>
                    <a:pt x="68" y="17"/>
                    <a:pt x="65" y="11"/>
                  </a:cubicBezTo>
                  <a:cubicBezTo>
                    <a:pt x="65" y="11"/>
                    <a:pt x="64" y="11"/>
                    <a:pt x="63" y="10"/>
                  </a:cubicBezTo>
                  <a:cubicBezTo>
                    <a:pt x="61" y="8"/>
                    <a:pt x="53" y="9"/>
                    <a:pt x="50" y="12"/>
                  </a:cubicBezTo>
                  <a:cubicBezTo>
                    <a:pt x="47" y="15"/>
                    <a:pt x="41" y="9"/>
                    <a:pt x="40" y="7"/>
                  </a:cubicBezTo>
                  <a:cubicBezTo>
                    <a:pt x="39" y="6"/>
                    <a:pt x="35" y="2"/>
                    <a:pt x="31" y="4"/>
                  </a:cubicBezTo>
                  <a:cubicBezTo>
                    <a:pt x="28" y="7"/>
                    <a:pt x="27" y="6"/>
                    <a:pt x="27" y="3"/>
                  </a:cubicBezTo>
                  <a:cubicBezTo>
                    <a:pt x="28" y="0"/>
                    <a:pt x="22" y="1"/>
                    <a:pt x="22" y="4"/>
                  </a:cubicBezTo>
                  <a:cubicBezTo>
                    <a:pt x="21" y="6"/>
                    <a:pt x="17" y="9"/>
                    <a:pt x="15" y="7"/>
                  </a:cubicBezTo>
                  <a:cubicBezTo>
                    <a:pt x="14" y="5"/>
                    <a:pt x="11" y="2"/>
                    <a:pt x="10" y="5"/>
                  </a:cubicBezTo>
                  <a:cubicBezTo>
                    <a:pt x="9" y="7"/>
                    <a:pt x="7" y="7"/>
                    <a:pt x="6" y="6"/>
                  </a:cubicBezTo>
                  <a:cubicBezTo>
                    <a:pt x="5" y="9"/>
                    <a:pt x="4" y="14"/>
                    <a:pt x="6" y="15"/>
                  </a:cubicBezTo>
                  <a:cubicBezTo>
                    <a:pt x="8" y="16"/>
                    <a:pt x="8" y="19"/>
                    <a:pt x="8" y="20"/>
                  </a:cubicBezTo>
                  <a:cubicBezTo>
                    <a:pt x="7" y="22"/>
                    <a:pt x="12" y="25"/>
                    <a:pt x="10" y="27"/>
                  </a:cubicBezTo>
                  <a:cubicBezTo>
                    <a:pt x="8" y="29"/>
                    <a:pt x="6" y="25"/>
                    <a:pt x="5" y="28"/>
                  </a:cubicBezTo>
                  <a:cubicBezTo>
                    <a:pt x="3" y="30"/>
                    <a:pt x="7" y="33"/>
                    <a:pt x="6" y="35"/>
                  </a:cubicBezTo>
                  <a:cubicBezTo>
                    <a:pt x="4" y="37"/>
                    <a:pt x="2" y="37"/>
                    <a:pt x="2" y="41"/>
                  </a:cubicBezTo>
                  <a:cubicBezTo>
                    <a:pt x="3" y="45"/>
                    <a:pt x="3" y="48"/>
                    <a:pt x="1" y="49"/>
                  </a:cubicBezTo>
                  <a:cubicBezTo>
                    <a:pt x="0" y="50"/>
                    <a:pt x="1" y="50"/>
                    <a:pt x="5" y="52"/>
                  </a:cubicBezTo>
                  <a:cubicBezTo>
                    <a:pt x="8" y="55"/>
                    <a:pt x="14" y="57"/>
                    <a:pt x="14" y="61"/>
                  </a:cubicBezTo>
                  <a:cubicBezTo>
                    <a:pt x="13" y="64"/>
                    <a:pt x="12" y="65"/>
                    <a:pt x="10" y="71"/>
                  </a:cubicBezTo>
                  <a:cubicBezTo>
                    <a:pt x="17" y="71"/>
                    <a:pt x="29" y="66"/>
                    <a:pt x="44" y="64"/>
                  </a:cubicBezTo>
                  <a:cubicBezTo>
                    <a:pt x="52" y="62"/>
                    <a:pt x="60" y="64"/>
                    <a:pt x="65" y="65"/>
                  </a:cubicBezTo>
                  <a:cubicBezTo>
                    <a:pt x="66" y="63"/>
                    <a:pt x="66" y="61"/>
                    <a:pt x="66" y="60"/>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1" name="Freeform 27"/>
            <p:cNvSpPr>
              <a:spLocks noChangeArrowheads="1"/>
            </p:cNvSpPr>
            <p:nvPr/>
          </p:nvSpPr>
          <p:spPr bwMode="auto">
            <a:xfrm>
              <a:off x="3578237" y="2228852"/>
              <a:ext cx="92076" cy="139700"/>
            </a:xfrm>
            <a:custGeom>
              <a:avLst/>
              <a:gdLst>
                <a:gd name="T0" fmla="*/ 41 w 48"/>
                <a:gd name="T1" fmla="*/ 30 h 73"/>
                <a:gd name="T2" fmla="*/ 40 w 48"/>
                <a:gd name="T3" fmla="*/ 14 h 73"/>
                <a:gd name="T4" fmla="*/ 38 w 48"/>
                <a:gd name="T5" fmla="*/ 7 h 73"/>
                <a:gd name="T6" fmla="*/ 35 w 48"/>
                <a:gd name="T7" fmla="*/ 0 h 73"/>
                <a:gd name="T8" fmla="*/ 32 w 48"/>
                <a:gd name="T9" fmla="*/ 3 h 73"/>
                <a:gd name="T10" fmla="*/ 4 w 48"/>
                <a:gd name="T11" fmla="*/ 2 h 73"/>
                <a:gd name="T12" fmla="*/ 6 w 48"/>
                <a:gd name="T13" fmla="*/ 13 h 73"/>
                <a:gd name="T14" fmla="*/ 4 w 48"/>
                <a:gd name="T15" fmla="*/ 15 h 73"/>
                <a:gd name="T16" fmla="*/ 8 w 48"/>
                <a:gd name="T17" fmla="*/ 33 h 73"/>
                <a:gd name="T18" fmla="*/ 4 w 48"/>
                <a:gd name="T19" fmla="*/ 40 h 73"/>
                <a:gd name="T20" fmla="*/ 0 w 48"/>
                <a:gd name="T21" fmla="*/ 51 h 73"/>
                <a:gd name="T22" fmla="*/ 5 w 48"/>
                <a:gd name="T23" fmla="*/ 64 h 73"/>
                <a:gd name="T24" fmla="*/ 4 w 48"/>
                <a:gd name="T25" fmla="*/ 69 h 73"/>
                <a:gd name="T26" fmla="*/ 13 w 48"/>
                <a:gd name="T27" fmla="*/ 72 h 73"/>
                <a:gd name="T28" fmla="*/ 35 w 48"/>
                <a:gd name="T29" fmla="*/ 64 h 73"/>
                <a:gd name="T30" fmla="*/ 48 w 48"/>
                <a:gd name="T31" fmla="*/ 58 h 73"/>
                <a:gd name="T32" fmla="*/ 44 w 48"/>
                <a:gd name="T33" fmla="*/ 45 h 73"/>
                <a:gd name="T34" fmla="*/ 41 w 48"/>
                <a:gd name="T35" fmla="*/ 30 h 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73"/>
                <a:gd name="T56" fmla="*/ 48 w 48"/>
                <a:gd name="T57" fmla="*/ 73 h 7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73">
                  <a:moveTo>
                    <a:pt x="41" y="30"/>
                  </a:moveTo>
                  <a:cubicBezTo>
                    <a:pt x="39" y="26"/>
                    <a:pt x="40" y="18"/>
                    <a:pt x="40" y="14"/>
                  </a:cubicBezTo>
                  <a:cubicBezTo>
                    <a:pt x="41" y="10"/>
                    <a:pt x="39" y="8"/>
                    <a:pt x="38" y="7"/>
                  </a:cubicBezTo>
                  <a:cubicBezTo>
                    <a:pt x="37" y="6"/>
                    <a:pt x="36" y="3"/>
                    <a:pt x="35" y="0"/>
                  </a:cubicBezTo>
                  <a:cubicBezTo>
                    <a:pt x="33" y="1"/>
                    <a:pt x="33" y="4"/>
                    <a:pt x="32" y="3"/>
                  </a:cubicBezTo>
                  <a:cubicBezTo>
                    <a:pt x="31" y="1"/>
                    <a:pt x="5" y="0"/>
                    <a:pt x="4" y="2"/>
                  </a:cubicBezTo>
                  <a:cubicBezTo>
                    <a:pt x="3" y="4"/>
                    <a:pt x="6" y="11"/>
                    <a:pt x="6" y="13"/>
                  </a:cubicBezTo>
                  <a:cubicBezTo>
                    <a:pt x="6" y="14"/>
                    <a:pt x="5" y="15"/>
                    <a:pt x="4" y="15"/>
                  </a:cubicBezTo>
                  <a:cubicBezTo>
                    <a:pt x="7" y="21"/>
                    <a:pt x="8" y="31"/>
                    <a:pt x="8" y="33"/>
                  </a:cubicBezTo>
                  <a:cubicBezTo>
                    <a:pt x="8" y="35"/>
                    <a:pt x="4" y="37"/>
                    <a:pt x="4" y="40"/>
                  </a:cubicBezTo>
                  <a:cubicBezTo>
                    <a:pt x="4" y="43"/>
                    <a:pt x="0" y="49"/>
                    <a:pt x="0" y="51"/>
                  </a:cubicBezTo>
                  <a:cubicBezTo>
                    <a:pt x="0" y="53"/>
                    <a:pt x="3" y="62"/>
                    <a:pt x="5" y="64"/>
                  </a:cubicBezTo>
                  <a:cubicBezTo>
                    <a:pt x="5" y="65"/>
                    <a:pt x="5" y="67"/>
                    <a:pt x="4" y="69"/>
                  </a:cubicBezTo>
                  <a:cubicBezTo>
                    <a:pt x="9" y="71"/>
                    <a:pt x="12" y="72"/>
                    <a:pt x="13" y="72"/>
                  </a:cubicBezTo>
                  <a:cubicBezTo>
                    <a:pt x="15" y="73"/>
                    <a:pt x="29" y="66"/>
                    <a:pt x="35" y="64"/>
                  </a:cubicBezTo>
                  <a:cubicBezTo>
                    <a:pt x="39" y="61"/>
                    <a:pt x="44" y="60"/>
                    <a:pt x="48" y="58"/>
                  </a:cubicBezTo>
                  <a:cubicBezTo>
                    <a:pt x="46" y="54"/>
                    <a:pt x="44" y="49"/>
                    <a:pt x="44" y="45"/>
                  </a:cubicBezTo>
                  <a:cubicBezTo>
                    <a:pt x="44" y="39"/>
                    <a:pt x="42" y="33"/>
                    <a:pt x="41" y="30"/>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2" name="Freeform 28"/>
            <p:cNvSpPr>
              <a:spLocks noChangeArrowheads="1"/>
            </p:cNvSpPr>
            <p:nvPr/>
          </p:nvSpPr>
          <p:spPr bwMode="auto">
            <a:xfrm>
              <a:off x="3319474" y="2195514"/>
              <a:ext cx="165101" cy="122238"/>
            </a:xfrm>
            <a:custGeom>
              <a:avLst/>
              <a:gdLst>
                <a:gd name="T0" fmla="*/ 29 w 86"/>
                <a:gd name="T1" fmla="*/ 34 h 64"/>
                <a:gd name="T2" fmla="*/ 34 w 86"/>
                <a:gd name="T3" fmla="*/ 33 h 64"/>
                <a:gd name="T4" fmla="*/ 42 w 86"/>
                <a:gd name="T5" fmla="*/ 31 h 64"/>
                <a:gd name="T6" fmla="*/ 51 w 86"/>
                <a:gd name="T7" fmla="*/ 42 h 64"/>
                <a:gd name="T8" fmla="*/ 53 w 86"/>
                <a:gd name="T9" fmla="*/ 49 h 64"/>
                <a:gd name="T10" fmla="*/ 53 w 86"/>
                <a:gd name="T11" fmla="*/ 50 h 64"/>
                <a:gd name="T12" fmla="*/ 61 w 86"/>
                <a:gd name="T13" fmla="*/ 48 h 64"/>
                <a:gd name="T14" fmla="*/ 65 w 86"/>
                <a:gd name="T15" fmla="*/ 58 h 64"/>
                <a:gd name="T16" fmla="*/ 70 w 86"/>
                <a:gd name="T17" fmla="*/ 62 h 64"/>
                <a:gd name="T18" fmla="*/ 74 w 86"/>
                <a:gd name="T19" fmla="*/ 58 h 64"/>
                <a:gd name="T20" fmla="*/ 77 w 86"/>
                <a:gd name="T21" fmla="*/ 60 h 64"/>
                <a:gd name="T22" fmla="*/ 80 w 86"/>
                <a:gd name="T23" fmla="*/ 57 h 64"/>
                <a:gd name="T24" fmla="*/ 79 w 86"/>
                <a:gd name="T25" fmla="*/ 50 h 64"/>
                <a:gd name="T26" fmla="*/ 84 w 86"/>
                <a:gd name="T27" fmla="*/ 49 h 64"/>
                <a:gd name="T28" fmla="*/ 82 w 86"/>
                <a:gd name="T29" fmla="*/ 42 h 64"/>
                <a:gd name="T30" fmla="*/ 80 w 86"/>
                <a:gd name="T31" fmla="*/ 37 h 64"/>
                <a:gd name="T32" fmla="*/ 80 w 86"/>
                <a:gd name="T33" fmla="*/ 28 h 64"/>
                <a:gd name="T34" fmla="*/ 78 w 86"/>
                <a:gd name="T35" fmla="*/ 26 h 64"/>
                <a:gd name="T36" fmla="*/ 76 w 86"/>
                <a:gd name="T37" fmla="*/ 20 h 64"/>
                <a:gd name="T38" fmla="*/ 76 w 86"/>
                <a:gd name="T39" fmla="*/ 16 h 64"/>
                <a:gd name="T40" fmla="*/ 72 w 86"/>
                <a:gd name="T41" fmla="*/ 11 h 64"/>
                <a:gd name="T42" fmla="*/ 67 w 86"/>
                <a:gd name="T43" fmla="*/ 2 h 64"/>
                <a:gd name="T44" fmla="*/ 59 w 86"/>
                <a:gd name="T45" fmla="*/ 8 h 64"/>
                <a:gd name="T46" fmla="*/ 52 w 86"/>
                <a:gd name="T47" fmla="*/ 7 h 64"/>
                <a:gd name="T48" fmla="*/ 45 w 86"/>
                <a:gd name="T49" fmla="*/ 8 h 64"/>
                <a:gd name="T50" fmla="*/ 42 w 86"/>
                <a:gd name="T51" fmla="*/ 5 h 64"/>
                <a:gd name="T52" fmla="*/ 42 w 86"/>
                <a:gd name="T53" fmla="*/ 3 h 64"/>
                <a:gd name="T54" fmla="*/ 41 w 86"/>
                <a:gd name="T55" fmla="*/ 4 h 64"/>
                <a:gd name="T56" fmla="*/ 24 w 86"/>
                <a:gd name="T57" fmla="*/ 3 h 64"/>
                <a:gd name="T58" fmla="*/ 16 w 86"/>
                <a:gd name="T59" fmla="*/ 0 h 64"/>
                <a:gd name="T60" fmla="*/ 14 w 86"/>
                <a:gd name="T61" fmla="*/ 5 h 64"/>
                <a:gd name="T62" fmla="*/ 15 w 86"/>
                <a:gd name="T63" fmla="*/ 10 h 64"/>
                <a:gd name="T64" fmla="*/ 11 w 86"/>
                <a:gd name="T65" fmla="*/ 12 h 64"/>
                <a:gd name="T66" fmla="*/ 1 w 86"/>
                <a:gd name="T67" fmla="*/ 17 h 64"/>
                <a:gd name="T68" fmla="*/ 0 w 86"/>
                <a:gd name="T69" fmla="*/ 18 h 64"/>
                <a:gd name="T70" fmla="*/ 8 w 86"/>
                <a:gd name="T71" fmla="*/ 28 h 64"/>
                <a:gd name="T72" fmla="*/ 21 w 86"/>
                <a:gd name="T73" fmla="*/ 42 h 64"/>
                <a:gd name="T74" fmla="*/ 29 w 86"/>
                <a:gd name="T75" fmla="*/ 34 h 6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6"/>
                <a:gd name="T115" fmla="*/ 0 h 64"/>
                <a:gd name="T116" fmla="*/ 86 w 86"/>
                <a:gd name="T117" fmla="*/ 64 h 6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6" h="64">
                  <a:moveTo>
                    <a:pt x="29" y="34"/>
                  </a:moveTo>
                  <a:cubicBezTo>
                    <a:pt x="29" y="31"/>
                    <a:pt x="31" y="32"/>
                    <a:pt x="34" y="33"/>
                  </a:cubicBezTo>
                  <a:cubicBezTo>
                    <a:pt x="37" y="33"/>
                    <a:pt x="40" y="31"/>
                    <a:pt x="42" y="31"/>
                  </a:cubicBezTo>
                  <a:cubicBezTo>
                    <a:pt x="45" y="31"/>
                    <a:pt x="51" y="40"/>
                    <a:pt x="51" y="42"/>
                  </a:cubicBezTo>
                  <a:cubicBezTo>
                    <a:pt x="51" y="45"/>
                    <a:pt x="52" y="47"/>
                    <a:pt x="53" y="49"/>
                  </a:cubicBezTo>
                  <a:cubicBezTo>
                    <a:pt x="53" y="49"/>
                    <a:pt x="53" y="49"/>
                    <a:pt x="53" y="50"/>
                  </a:cubicBezTo>
                  <a:cubicBezTo>
                    <a:pt x="57" y="49"/>
                    <a:pt x="61" y="48"/>
                    <a:pt x="61" y="48"/>
                  </a:cubicBezTo>
                  <a:cubicBezTo>
                    <a:pt x="63" y="48"/>
                    <a:pt x="65" y="54"/>
                    <a:pt x="65" y="58"/>
                  </a:cubicBezTo>
                  <a:cubicBezTo>
                    <a:pt x="64" y="61"/>
                    <a:pt x="68" y="64"/>
                    <a:pt x="70" y="62"/>
                  </a:cubicBezTo>
                  <a:cubicBezTo>
                    <a:pt x="72" y="59"/>
                    <a:pt x="74" y="56"/>
                    <a:pt x="74" y="58"/>
                  </a:cubicBezTo>
                  <a:cubicBezTo>
                    <a:pt x="75" y="59"/>
                    <a:pt x="75" y="59"/>
                    <a:pt x="77" y="60"/>
                  </a:cubicBezTo>
                  <a:cubicBezTo>
                    <a:pt x="77" y="58"/>
                    <a:pt x="79" y="58"/>
                    <a:pt x="80" y="57"/>
                  </a:cubicBezTo>
                  <a:cubicBezTo>
                    <a:pt x="81" y="55"/>
                    <a:pt x="77" y="52"/>
                    <a:pt x="79" y="50"/>
                  </a:cubicBezTo>
                  <a:cubicBezTo>
                    <a:pt x="80" y="47"/>
                    <a:pt x="82" y="51"/>
                    <a:pt x="84" y="49"/>
                  </a:cubicBezTo>
                  <a:cubicBezTo>
                    <a:pt x="86" y="47"/>
                    <a:pt x="81" y="44"/>
                    <a:pt x="82" y="42"/>
                  </a:cubicBezTo>
                  <a:cubicBezTo>
                    <a:pt x="82" y="41"/>
                    <a:pt x="82" y="38"/>
                    <a:pt x="80" y="37"/>
                  </a:cubicBezTo>
                  <a:cubicBezTo>
                    <a:pt x="78" y="36"/>
                    <a:pt x="79" y="31"/>
                    <a:pt x="80" y="28"/>
                  </a:cubicBezTo>
                  <a:cubicBezTo>
                    <a:pt x="79" y="27"/>
                    <a:pt x="79" y="27"/>
                    <a:pt x="78" y="26"/>
                  </a:cubicBezTo>
                  <a:cubicBezTo>
                    <a:pt x="77" y="24"/>
                    <a:pt x="78" y="20"/>
                    <a:pt x="76" y="20"/>
                  </a:cubicBezTo>
                  <a:cubicBezTo>
                    <a:pt x="73" y="20"/>
                    <a:pt x="74" y="17"/>
                    <a:pt x="76" y="16"/>
                  </a:cubicBezTo>
                  <a:cubicBezTo>
                    <a:pt x="78" y="15"/>
                    <a:pt x="72" y="13"/>
                    <a:pt x="72" y="11"/>
                  </a:cubicBezTo>
                  <a:cubicBezTo>
                    <a:pt x="72" y="8"/>
                    <a:pt x="69" y="3"/>
                    <a:pt x="67" y="2"/>
                  </a:cubicBezTo>
                  <a:cubicBezTo>
                    <a:pt x="66" y="2"/>
                    <a:pt x="61" y="8"/>
                    <a:pt x="59" y="8"/>
                  </a:cubicBezTo>
                  <a:cubicBezTo>
                    <a:pt x="57" y="8"/>
                    <a:pt x="53" y="4"/>
                    <a:pt x="52" y="7"/>
                  </a:cubicBezTo>
                  <a:cubicBezTo>
                    <a:pt x="50" y="11"/>
                    <a:pt x="47" y="6"/>
                    <a:pt x="45" y="8"/>
                  </a:cubicBezTo>
                  <a:cubicBezTo>
                    <a:pt x="43" y="11"/>
                    <a:pt x="42" y="5"/>
                    <a:pt x="42" y="5"/>
                  </a:cubicBezTo>
                  <a:cubicBezTo>
                    <a:pt x="42" y="5"/>
                    <a:pt x="42" y="4"/>
                    <a:pt x="42" y="3"/>
                  </a:cubicBezTo>
                  <a:cubicBezTo>
                    <a:pt x="42" y="3"/>
                    <a:pt x="41" y="4"/>
                    <a:pt x="41" y="4"/>
                  </a:cubicBezTo>
                  <a:cubicBezTo>
                    <a:pt x="35" y="6"/>
                    <a:pt x="25" y="5"/>
                    <a:pt x="24" y="3"/>
                  </a:cubicBezTo>
                  <a:cubicBezTo>
                    <a:pt x="24" y="1"/>
                    <a:pt x="16" y="0"/>
                    <a:pt x="16" y="0"/>
                  </a:cubicBezTo>
                  <a:cubicBezTo>
                    <a:pt x="16" y="0"/>
                    <a:pt x="17" y="4"/>
                    <a:pt x="14" y="5"/>
                  </a:cubicBezTo>
                  <a:cubicBezTo>
                    <a:pt x="11" y="6"/>
                    <a:pt x="15" y="9"/>
                    <a:pt x="15" y="10"/>
                  </a:cubicBezTo>
                  <a:cubicBezTo>
                    <a:pt x="15" y="11"/>
                    <a:pt x="12" y="13"/>
                    <a:pt x="11" y="12"/>
                  </a:cubicBezTo>
                  <a:cubicBezTo>
                    <a:pt x="9" y="11"/>
                    <a:pt x="4" y="16"/>
                    <a:pt x="1" y="17"/>
                  </a:cubicBezTo>
                  <a:cubicBezTo>
                    <a:pt x="1" y="17"/>
                    <a:pt x="1" y="18"/>
                    <a:pt x="0" y="18"/>
                  </a:cubicBezTo>
                  <a:cubicBezTo>
                    <a:pt x="4" y="22"/>
                    <a:pt x="4" y="25"/>
                    <a:pt x="8" y="28"/>
                  </a:cubicBezTo>
                  <a:cubicBezTo>
                    <a:pt x="12" y="31"/>
                    <a:pt x="18" y="36"/>
                    <a:pt x="21" y="42"/>
                  </a:cubicBezTo>
                  <a:cubicBezTo>
                    <a:pt x="24" y="39"/>
                    <a:pt x="28" y="36"/>
                    <a:pt x="29" y="34"/>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3" name="Freeform 29"/>
            <p:cNvSpPr>
              <a:spLocks noChangeArrowheads="1"/>
            </p:cNvSpPr>
            <p:nvPr/>
          </p:nvSpPr>
          <p:spPr bwMode="auto">
            <a:xfrm>
              <a:off x="3398850" y="2286003"/>
              <a:ext cx="88900" cy="85725"/>
            </a:xfrm>
            <a:custGeom>
              <a:avLst/>
              <a:gdLst>
                <a:gd name="T0" fmla="*/ 38 w 47"/>
                <a:gd name="T1" fmla="*/ 26 h 45"/>
                <a:gd name="T2" fmla="*/ 34 w 47"/>
                <a:gd name="T3" fmla="*/ 23 h 45"/>
                <a:gd name="T4" fmla="*/ 35 w 47"/>
                <a:gd name="T5" fmla="*/ 15 h 45"/>
                <a:gd name="T6" fmla="*/ 36 w 47"/>
                <a:gd name="T7" fmla="*/ 12 h 45"/>
                <a:gd name="T8" fmla="*/ 33 w 47"/>
                <a:gd name="T9" fmla="*/ 10 h 45"/>
                <a:gd name="T10" fmla="*/ 29 w 47"/>
                <a:gd name="T11" fmla="*/ 14 h 45"/>
                <a:gd name="T12" fmla="*/ 24 w 47"/>
                <a:gd name="T13" fmla="*/ 10 h 45"/>
                <a:gd name="T14" fmla="*/ 20 w 47"/>
                <a:gd name="T15" fmla="*/ 0 h 45"/>
                <a:gd name="T16" fmla="*/ 12 w 47"/>
                <a:gd name="T17" fmla="*/ 2 h 45"/>
                <a:gd name="T18" fmla="*/ 11 w 47"/>
                <a:gd name="T19" fmla="*/ 7 h 45"/>
                <a:gd name="T20" fmla="*/ 2 w 47"/>
                <a:gd name="T21" fmla="*/ 15 h 45"/>
                <a:gd name="T22" fmla="*/ 0 w 47"/>
                <a:gd name="T23" fmla="*/ 19 h 45"/>
                <a:gd name="T24" fmla="*/ 14 w 47"/>
                <a:gd name="T25" fmla="*/ 28 h 45"/>
                <a:gd name="T26" fmla="*/ 41 w 47"/>
                <a:gd name="T27" fmla="*/ 45 h 45"/>
                <a:gd name="T28" fmla="*/ 43 w 47"/>
                <a:gd name="T29" fmla="*/ 45 h 45"/>
                <a:gd name="T30" fmla="*/ 47 w 47"/>
                <a:gd name="T31" fmla="*/ 35 h 45"/>
                <a:gd name="T32" fmla="*/ 38 w 47"/>
                <a:gd name="T33" fmla="*/ 26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
                <a:gd name="T52" fmla="*/ 0 h 45"/>
                <a:gd name="T53" fmla="*/ 47 w 47"/>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 h="45">
                  <a:moveTo>
                    <a:pt x="38" y="26"/>
                  </a:moveTo>
                  <a:cubicBezTo>
                    <a:pt x="34" y="24"/>
                    <a:pt x="33" y="24"/>
                    <a:pt x="34" y="23"/>
                  </a:cubicBezTo>
                  <a:cubicBezTo>
                    <a:pt x="36" y="22"/>
                    <a:pt x="36" y="19"/>
                    <a:pt x="35" y="15"/>
                  </a:cubicBezTo>
                  <a:cubicBezTo>
                    <a:pt x="35" y="13"/>
                    <a:pt x="35" y="13"/>
                    <a:pt x="36" y="12"/>
                  </a:cubicBezTo>
                  <a:cubicBezTo>
                    <a:pt x="34" y="11"/>
                    <a:pt x="34" y="11"/>
                    <a:pt x="33" y="10"/>
                  </a:cubicBezTo>
                  <a:cubicBezTo>
                    <a:pt x="33" y="8"/>
                    <a:pt x="31" y="11"/>
                    <a:pt x="29" y="14"/>
                  </a:cubicBezTo>
                  <a:cubicBezTo>
                    <a:pt x="27" y="16"/>
                    <a:pt x="23" y="13"/>
                    <a:pt x="24" y="10"/>
                  </a:cubicBezTo>
                  <a:cubicBezTo>
                    <a:pt x="24" y="6"/>
                    <a:pt x="22" y="0"/>
                    <a:pt x="20" y="0"/>
                  </a:cubicBezTo>
                  <a:cubicBezTo>
                    <a:pt x="20" y="0"/>
                    <a:pt x="16" y="1"/>
                    <a:pt x="12" y="2"/>
                  </a:cubicBezTo>
                  <a:cubicBezTo>
                    <a:pt x="13" y="3"/>
                    <a:pt x="12" y="5"/>
                    <a:pt x="11" y="7"/>
                  </a:cubicBezTo>
                  <a:cubicBezTo>
                    <a:pt x="11" y="10"/>
                    <a:pt x="5" y="13"/>
                    <a:pt x="2" y="15"/>
                  </a:cubicBezTo>
                  <a:cubicBezTo>
                    <a:pt x="1" y="15"/>
                    <a:pt x="0" y="17"/>
                    <a:pt x="0" y="19"/>
                  </a:cubicBezTo>
                  <a:cubicBezTo>
                    <a:pt x="4" y="22"/>
                    <a:pt x="10" y="25"/>
                    <a:pt x="14" y="28"/>
                  </a:cubicBezTo>
                  <a:cubicBezTo>
                    <a:pt x="22" y="35"/>
                    <a:pt x="35" y="43"/>
                    <a:pt x="41" y="45"/>
                  </a:cubicBezTo>
                  <a:cubicBezTo>
                    <a:pt x="41" y="45"/>
                    <a:pt x="42" y="45"/>
                    <a:pt x="43" y="45"/>
                  </a:cubicBezTo>
                  <a:cubicBezTo>
                    <a:pt x="45" y="39"/>
                    <a:pt x="46" y="38"/>
                    <a:pt x="47" y="35"/>
                  </a:cubicBezTo>
                  <a:cubicBezTo>
                    <a:pt x="47" y="31"/>
                    <a:pt x="41" y="29"/>
                    <a:pt x="38" y="26"/>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4" name="Freeform 30"/>
            <p:cNvSpPr>
              <a:spLocks noChangeArrowheads="1"/>
            </p:cNvSpPr>
            <p:nvPr/>
          </p:nvSpPr>
          <p:spPr bwMode="auto">
            <a:xfrm>
              <a:off x="3360750" y="2254253"/>
              <a:ext cx="63500" cy="68263"/>
            </a:xfrm>
            <a:custGeom>
              <a:avLst/>
              <a:gdLst>
                <a:gd name="T0" fmla="*/ 31 w 33"/>
                <a:gd name="T1" fmla="*/ 24 h 36"/>
                <a:gd name="T2" fmla="*/ 32 w 33"/>
                <a:gd name="T3" fmla="*/ 18 h 36"/>
                <a:gd name="T4" fmla="*/ 30 w 33"/>
                <a:gd name="T5" fmla="*/ 11 h 36"/>
                <a:gd name="T6" fmla="*/ 21 w 33"/>
                <a:gd name="T7" fmla="*/ 0 h 36"/>
                <a:gd name="T8" fmla="*/ 13 w 33"/>
                <a:gd name="T9" fmla="*/ 2 h 36"/>
                <a:gd name="T10" fmla="*/ 8 w 33"/>
                <a:gd name="T11" fmla="*/ 3 h 36"/>
                <a:gd name="T12" fmla="*/ 0 w 33"/>
                <a:gd name="T13" fmla="*/ 11 h 36"/>
                <a:gd name="T14" fmla="*/ 2 w 33"/>
                <a:gd name="T15" fmla="*/ 15 h 36"/>
                <a:gd name="T16" fmla="*/ 11 w 33"/>
                <a:gd name="T17" fmla="*/ 30 h 36"/>
                <a:gd name="T18" fmla="*/ 20 w 33"/>
                <a:gd name="T19" fmla="*/ 36 h 36"/>
                <a:gd name="T20" fmla="*/ 22 w 33"/>
                <a:gd name="T21" fmla="*/ 32 h 36"/>
                <a:gd name="T22" fmla="*/ 31 w 33"/>
                <a:gd name="T23" fmla="*/ 24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6"/>
                <a:gd name="T38" fmla="*/ 33 w 33"/>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6">
                  <a:moveTo>
                    <a:pt x="31" y="24"/>
                  </a:moveTo>
                  <a:cubicBezTo>
                    <a:pt x="32" y="22"/>
                    <a:pt x="33" y="20"/>
                    <a:pt x="32" y="18"/>
                  </a:cubicBezTo>
                  <a:cubicBezTo>
                    <a:pt x="31" y="16"/>
                    <a:pt x="30" y="14"/>
                    <a:pt x="30" y="11"/>
                  </a:cubicBezTo>
                  <a:cubicBezTo>
                    <a:pt x="30" y="9"/>
                    <a:pt x="24" y="0"/>
                    <a:pt x="21" y="0"/>
                  </a:cubicBezTo>
                  <a:cubicBezTo>
                    <a:pt x="19" y="0"/>
                    <a:pt x="16" y="2"/>
                    <a:pt x="13" y="2"/>
                  </a:cubicBezTo>
                  <a:cubicBezTo>
                    <a:pt x="10" y="1"/>
                    <a:pt x="8" y="0"/>
                    <a:pt x="8" y="3"/>
                  </a:cubicBezTo>
                  <a:cubicBezTo>
                    <a:pt x="7" y="5"/>
                    <a:pt x="3" y="8"/>
                    <a:pt x="0" y="11"/>
                  </a:cubicBezTo>
                  <a:cubicBezTo>
                    <a:pt x="1" y="12"/>
                    <a:pt x="1" y="14"/>
                    <a:pt x="2" y="15"/>
                  </a:cubicBezTo>
                  <a:cubicBezTo>
                    <a:pt x="4" y="25"/>
                    <a:pt x="7" y="26"/>
                    <a:pt x="11" y="30"/>
                  </a:cubicBezTo>
                  <a:cubicBezTo>
                    <a:pt x="12" y="31"/>
                    <a:pt x="16" y="33"/>
                    <a:pt x="20" y="36"/>
                  </a:cubicBezTo>
                  <a:cubicBezTo>
                    <a:pt x="20" y="34"/>
                    <a:pt x="21" y="32"/>
                    <a:pt x="22" y="32"/>
                  </a:cubicBezTo>
                  <a:cubicBezTo>
                    <a:pt x="25" y="30"/>
                    <a:pt x="31" y="27"/>
                    <a:pt x="31" y="24"/>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5" name="Freeform 31"/>
            <p:cNvSpPr>
              <a:spLocks noChangeArrowheads="1"/>
            </p:cNvSpPr>
            <p:nvPr/>
          </p:nvSpPr>
          <p:spPr bwMode="auto">
            <a:xfrm>
              <a:off x="3279786" y="1854202"/>
              <a:ext cx="179389" cy="147638"/>
            </a:xfrm>
            <a:custGeom>
              <a:avLst/>
              <a:gdLst>
                <a:gd name="T0" fmla="*/ 44 w 94"/>
                <a:gd name="T1" fmla="*/ 59 h 77"/>
                <a:gd name="T2" fmla="*/ 56 w 94"/>
                <a:gd name="T3" fmla="*/ 51 h 77"/>
                <a:gd name="T4" fmla="*/ 56 w 94"/>
                <a:gd name="T5" fmla="*/ 20 h 77"/>
                <a:gd name="T6" fmla="*/ 94 w 94"/>
                <a:gd name="T7" fmla="*/ 20 h 77"/>
                <a:gd name="T8" fmla="*/ 94 w 94"/>
                <a:gd name="T9" fmla="*/ 4 h 77"/>
                <a:gd name="T10" fmla="*/ 86 w 94"/>
                <a:gd name="T11" fmla="*/ 0 h 77"/>
                <a:gd name="T12" fmla="*/ 44 w 94"/>
                <a:gd name="T13" fmla="*/ 0 h 77"/>
                <a:gd name="T14" fmla="*/ 38 w 94"/>
                <a:gd name="T15" fmla="*/ 10 h 77"/>
                <a:gd name="T16" fmla="*/ 23 w 94"/>
                <a:gd name="T17" fmla="*/ 31 h 77"/>
                <a:gd name="T18" fmla="*/ 3 w 94"/>
                <a:gd name="T19" fmla="*/ 66 h 77"/>
                <a:gd name="T20" fmla="*/ 0 w 94"/>
                <a:gd name="T21" fmla="*/ 77 h 77"/>
                <a:gd name="T22" fmla="*/ 44 w 94"/>
                <a:gd name="T23" fmla="*/ 77 h 77"/>
                <a:gd name="T24" fmla="*/ 44 w 94"/>
                <a:gd name="T25" fmla="*/ 59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77"/>
                <a:gd name="T41" fmla="*/ 94 w 94"/>
                <a:gd name="T42" fmla="*/ 77 h 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77">
                  <a:moveTo>
                    <a:pt x="44" y="59"/>
                  </a:moveTo>
                  <a:cubicBezTo>
                    <a:pt x="44" y="56"/>
                    <a:pt x="56" y="53"/>
                    <a:pt x="56" y="51"/>
                  </a:cubicBezTo>
                  <a:cubicBezTo>
                    <a:pt x="56" y="48"/>
                    <a:pt x="56" y="20"/>
                    <a:pt x="56" y="20"/>
                  </a:cubicBezTo>
                  <a:cubicBezTo>
                    <a:pt x="56" y="20"/>
                    <a:pt x="93" y="21"/>
                    <a:pt x="94" y="20"/>
                  </a:cubicBezTo>
                  <a:cubicBezTo>
                    <a:pt x="94" y="20"/>
                    <a:pt x="94" y="12"/>
                    <a:pt x="94" y="4"/>
                  </a:cubicBezTo>
                  <a:cubicBezTo>
                    <a:pt x="92" y="2"/>
                    <a:pt x="94" y="0"/>
                    <a:pt x="86" y="0"/>
                  </a:cubicBezTo>
                  <a:cubicBezTo>
                    <a:pt x="79" y="0"/>
                    <a:pt x="58" y="0"/>
                    <a:pt x="44" y="0"/>
                  </a:cubicBezTo>
                  <a:cubicBezTo>
                    <a:pt x="41" y="3"/>
                    <a:pt x="39" y="7"/>
                    <a:pt x="38" y="10"/>
                  </a:cubicBezTo>
                  <a:cubicBezTo>
                    <a:pt x="36" y="16"/>
                    <a:pt x="23" y="23"/>
                    <a:pt x="23" y="31"/>
                  </a:cubicBezTo>
                  <a:cubicBezTo>
                    <a:pt x="22" y="38"/>
                    <a:pt x="11" y="50"/>
                    <a:pt x="3" y="66"/>
                  </a:cubicBezTo>
                  <a:cubicBezTo>
                    <a:pt x="1" y="70"/>
                    <a:pt x="0" y="74"/>
                    <a:pt x="0" y="77"/>
                  </a:cubicBezTo>
                  <a:cubicBezTo>
                    <a:pt x="44" y="77"/>
                    <a:pt x="44" y="77"/>
                    <a:pt x="44" y="77"/>
                  </a:cubicBezTo>
                  <a:cubicBezTo>
                    <a:pt x="44" y="77"/>
                    <a:pt x="44" y="62"/>
                    <a:pt x="44" y="59"/>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6" name="Freeform 32"/>
            <p:cNvSpPr>
              <a:spLocks noChangeArrowheads="1"/>
            </p:cNvSpPr>
            <p:nvPr/>
          </p:nvSpPr>
          <p:spPr bwMode="auto">
            <a:xfrm>
              <a:off x="3278199" y="1862139"/>
              <a:ext cx="261939" cy="287339"/>
            </a:xfrm>
            <a:custGeom>
              <a:avLst/>
              <a:gdLst>
                <a:gd name="T0" fmla="*/ 11 w 137"/>
                <a:gd name="T1" fmla="*/ 130 h 150"/>
                <a:gd name="T2" fmla="*/ 21 w 137"/>
                <a:gd name="T3" fmla="*/ 130 h 150"/>
                <a:gd name="T4" fmla="*/ 30 w 137"/>
                <a:gd name="T5" fmla="*/ 129 h 150"/>
                <a:gd name="T6" fmla="*/ 36 w 137"/>
                <a:gd name="T7" fmla="*/ 135 h 150"/>
                <a:gd name="T8" fmla="*/ 40 w 137"/>
                <a:gd name="T9" fmla="*/ 135 h 150"/>
                <a:gd name="T10" fmla="*/ 48 w 137"/>
                <a:gd name="T11" fmla="*/ 145 h 150"/>
                <a:gd name="T12" fmla="*/ 53 w 137"/>
                <a:gd name="T13" fmla="*/ 150 h 150"/>
                <a:gd name="T14" fmla="*/ 59 w 137"/>
                <a:gd name="T15" fmla="*/ 147 h 150"/>
                <a:gd name="T16" fmla="*/ 66 w 137"/>
                <a:gd name="T17" fmla="*/ 144 h 150"/>
                <a:gd name="T18" fmla="*/ 72 w 137"/>
                <a:gd name="T19" fmla="*/ 143 h 150"/>
                <a:gd name="T20" fmla="*/ 80 w 137"/>
                <a:gd name="T21" fmla="*/ 144 h 150"/>
                <a:gd name="T22" fmla="*/ 87 w 137"/>
                <a:gd name="T23" fmla="*/ 141 h 150"/>
                <a:gd name="T24" fmla="*/ 131 w 137"/>
                <a:gd name="T25" fmla="*/ 141 h 150"/>
                <a:gd name="T26" fmla="*/ 132 w 137"/>
                <a:gd name="T27" fmla="*/ 131 h 150"/>
                <a:gd name="T28" fmla="*/ 129 w 137"/>
                <a:gd name="T29" fmla="*/ 128 h 150"/>
                <a:gd name="T30" fmla="*/ 118 w 137"/>
                <a:gd name="T31" fmla="*/ 28 h 150"/>
                <a:gd name="T32" fmla="*/ 137 w 137"/>
                <a:gd name="T33" fmla="*/ 28 h 150"/>
                <a:gd name="T34" fmla="*/ 97 w 137"/>
                <a:gd name="T35" fmla="*/ 2 h 150"/>
                <a:gd name="T36" fmla="*/ 95 w 137"/>
                <a:gd name="T37" fmla="*/ 0 h 150"/>
                <a:gd name="T38" fmla="*/ 95 w 137"/>
                <a:gd name="T39" fmla="*/ 16 h 150"/>
                <a:gd name="T40" fmla="*/ 57 w 137"/>
                <a:gd name="T41" fmla="*/ 16 h 150"/>
                <a:gd name="T42" fmla="*/ 57 w 137"/>
                <a:gd name="T43" fmla="*/ 47 h 150"/>
                <a:gd name="T44" fmla="*/ 45 w 137"/>
                <a:gd name="T45" fmla="*/ 55 h 150"/>
                <a:gd name="T46" fmla="*/ 45 w 137"/>
                <a:gd name="T47" fmla="*/ 73 h 150"/>
                <a:gd name="T48" fmla="*/ 1 w 137"/>
                <a:gd name="T49" fmla="*/ 73 h 150"/>
                <a:gd name="T50" fmla="*/ 7 w 137"/>
                <a:gd name="T51" fmla="*/ 85 h 150"/>
                <a:gd name="T52" fmla="*/ 9 w 137"/>
                <a:gd name="T53" fmla="*/ 104 h 150"/>
                <a:gd name="T54" fmla="*/ 6 w 137"/>
                <a:gd name="T55" fmla="*/ 126 h 150"/>
                <a:gd name="T56" fmla="*/ 4 w 137"/>
                <a:gd name="T57" fmla="*/ 135 h 150"/>
                <a:gd name="T58" fmla="*/ 4 w 137"/>
                <a:gd name="T59" fmla="*/ 135 h 150"/>
                <a:gd name="T60" fmla="*/ 11 w 137"/>
                <a:gd name="T61" fmla="*/ 130 h 15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37"/>
                <a:gd name="T94" fmla="*/ 0 h 150"/>
                <a:gd name="T95" fmla="*/ 137 w 137"/>
                <a:gd name="T96" fmla="*/ 150 h 15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37" h="150">
                  <a:moveTo>
                    <a:pt x="11" y="130"/>
                  </a:moveTo>
                  <a:cubicBezTo>
                    <a:pt x="15" y="131"/>
                    <a:pt x="21" y="130"/>
                    <a:pt x="21" y="130"/>
                  </a:cubicBezTo>
                  <a:cubicBezTo>
                    <a:pt x="21" y="130"/>
                    <a:pt x="27" y="127"/>
                    <a:pt x="30" y="129"/>
                  </a:cubicBezTo>
                  <a:cubicBezTo>
                    <a:pt x="33" y="131"/>
                    <a:pt x="36" y="135"/>
                    <a:pt x="36" y="135"/>
                  </a:cubicBezTo>
                  <a:cubicBezTo>
                    <a:pt x="40" y="135"/>
                    <a:pt x="40" y="135"/>
                    <a:pt x="40" y="135"/>
                  </a:cubicBezTo>
                  <a:cubicBezTo>
                    <a:pt x="40" y="135"/>
                    <a:pt x="43" y="143"/>
                    <a:pt x="48" y="145"/>
                  </a:cubicBezTo>
                  <a:cubicBezTo>
                    <a:pt x="51" y="146"/>
                    <a:pt x="52" y="148"/>
                    <a:pt x="53" y="150"/>
                  </a:cubicBezTo>
                  <a:cubicBezTo>
                    <a:pt x="57" y="150"/>
                    <a:pt x="59" y="149"/>
                    <a:pt x="59" y="147"/>
                  </a:cubicBezTo>
                  <a:cubicBezTo>
                    <a:pt x="59" y="144"/>
                    <a:pt x="61" y="139"/>
                    <a:pt x="66" y="144"/>
                  </a:cubicBezTo>
                  <a:cubicBezTo>
                    <a:pt x="71" y="149"/>
                    <a:pt x="71" y="145"/>
                    <a:pt x="72" y="143"/>
                  </a:cubicBezTo>
                  <a:cubicBezTo>
                    <a:pt x="73" y="141"/>
                    <a:pt x="76" y="144"/>
                    <a:pt x="80" y="144"/>
                  </a:cubicBezTo>
                  <a:cubicBezTo>
                    <a:pt x="83" y="144"/>
                    <a:pt x="87" y="141"/>
                    <a:pt x="87" y="141"/>
                  </a:cubicBezTo>
                  <a:cubicBezTo>
                    <a:pt x="87" y="141"/>
                    <a:pt x="129" y="142"/>
                    <a:pt x="131" y="141"/>
                  </a:cubicBezTo>
                  <a:cubicBezTo>
                    <a:pt x="133" y="140"/>
                    <a:pt x="132" y="131"/>
                    <a:pt x="132" y="131"/>
                  </a:cubicBezTo>
                  <a:cubicBezTo>
                    <a:pt x="129" y="128"/>
                    <a:pt x="129" y="128"/>
                    <a:pt x="129" y="128"/>
                  </a:cubicBezTo>
                  <a:cubicBezTo>
                    <a:pt x="118" y="28"/>
                    <a:pt x="118" y="28"/>
                    <a:pt x="118" y="28"/>
                  </a:cubicBezTo>
                  <a:cubicBezTo>
                    <a:pt x="137" y="28"/>
                    <a:pt x="137" y="28"/>
                    <a:pt x="137" y="28"/>
                  </a:cubicBezTo>
                  <a:cubicBezTo>
                    <a:pt x="117" y="15"/>
                    <a:pt x="99" y="3"/>
                    <a:pt x="97" y="2"/>
                  </a:cubicBezTo>
                  <a:cubicBezTo>
                    <a:pt x="96" y="2"/>
                    <a:pt x="95" y="1"/>
                    <a:pt x="95" y="0"/>
                  </a:cubicBezTo>
                  <a:cubicBezTo>
                    <a:pt x="95" y="8"/>
                    <a:pt x="95" y="16"/>
                    <a:pt x="95" y="16"/>
                  </a:cubicBezTo>
                  <a:cubicBezTo>
                    <a:pt x="94" y="17"/>
                    <a:pt x="57" y="16"/>
                    <a:pt x="57" y="16"/>
                  </a:cubicBezTo>
                  <a:cubicBezTo>
                    <a:pt x="57" y="16"/>
                    <a:pt x="57" y="44"/>
                    <a:pt x="57" y="47"/>
                  </a:cubicBezTo>
                  <a:cubicBezTo>
                    <a:pt x="57" y="49"/>
                    <a:pt x="45" y="52"/>
                    <a:pt x="45" y="55"/>
                  </a:cubicBezTo>
                  <a:cubicBezTo>
                    <a:pt x="45" y="58"/>
                    <a:pt x="45" y="73"/>
                    <a:pt x="45" y="73"/>
                  </a:cubicBezTo>
                  <a:cubicBezTo>
                    <a:pt x="1" y="73"/>
                    <a:pt x="1" y="73"/>
                    <a:pt x="1" y="73"/>
                  </a:cubicBezTo>
                  <a:cubicBezTo>
                    <a:pt x="0" y="80"/>
                    <a:pt x="4" y="82"/>
                    <a:pt x="7" y="85"/>
                  </a:cubicBezTo>
                  <a:cubicBezTo>
                    <a:pt x="10" y="89"/>
                    <a:pt x="4" y="96"/>
                    <a:pt x="9" y="104"/>
                  </a:cubicBezTo>
                  <a:cubicBezTo>
                    <a:pt x="15" y="111"/>
                    <a:pt x="8" y="122"/>
                    <a:pt x="6" y="126"/>
                  </a:cubicBezTo>
                  <a:cubicBezTo>
                    <a:pt x="4" y="128"/>
                    <a:pt x="4" y="132"/>
                    <a:pt x="4" y="135"/>
                  </a:cubicBezTo>
                  <a:cubicBezTo>
                    <a:pt x="4" y="135"/>
                    <a:pt x="4" y="135"/>
                    <a:pt x="4" y="135"/>
                  </a:cubicBezTo>
                  <a:cubicBezTo>
                    <a:pt x="8" y="135"/>
                    <a:pt x="7" y="129"/>
                    <a:pt x="11" y="130"/>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7" name="Freeform 33"/>
            <p:cNvSpPr>
              <a:spLocks noChangeArrowheads="1"/>
            </p:cNvSpPr>
            <p:nvPr/>
          </p:nvSpPr>
          <p:spPr bwMode="auto">
            <a:xfrm>
              <a:off x="3379799" y="1916114"/>
              <a:ext cx="360364" cy="338138"/>
            </a:xfrm>
            <a:custGeom>
              <a:avLst/>
              <a:gdLst>
                <a:gd name="T0" fmla="*/ 179 w 189"/>
                <a:gd name="T1" fmla="*/ 73 h 177"/>
                <a:gd name="T2" fmla="*/ 173 w 189"/>
                <a:gd name="T3" fmla="*/ 61 h 177"/>
                <a:gd name="T4" fmla="*/ 161 w 189"/>
                <a:gd name="T5" fmla="*/ 57 h 177"/>
                <a:gd name="T6" fmla="*/ 153 w 189"/>
                <a:gd name="T7" fmla="*/ 47 h 177"/>
                <a:gd name="T8" fmla="*/ 84 w 189"/>
                <a:gd name="T9" fmla="*/ 0 h 177"/>
                <a:gd name="T10" fmla="*/ 65 w 189"/>
                <a:gd name="T11" fmla="*/ 0 h 177"/>
                <a:gd name="T12" fmla="*/ 76 w 189"/>
                <a:gd name="T13" fmla="*/ 100 h 177"/>
                <a:gd name="T14" fmla="*/ 79 w 189"/>
                <a:gd name="T15" fmla="*/ 103 h 177"/>
                <a:gd name="T16" fmla="*/ 78 w 189"/>
                <a:gd name="T17" fmla="*/ 113 h 177"/>
                <a:gd name="T18" fmla="*/ 34 w 189"/>
                <a:gd name="T19" fmla="*/ 113 h 177"/>
                <a:gd name="T20" fmla="*/ 27 w 189"/>
                <a:gd name="T21" fmla="*/ 116 h 177"/>
                <a:gd name="T22" fmla="*/ 19 w 189"/>
                <a:gd name="T23" fmla="*/ 115 h 177"/>
                <a:gd name="T24" fmla="*/ 13 w 189"/>
                <a:gd name="T25" fmla="*/ 116 h 177"/>
                <a:gd name="T26" fmla="*/ 6 w 189"/>
                <a:gd name="T27" fmla="*/ 119 h 177"/>
                <a:gd name="T28" fmla="*/ 0 w 189"/>
                <a:gd name="T29" fmla="*/ 122 h 177"/>
                <a:gd name="T30" fmla="*/ 1 w 189"/>
                <a:gd name="T31" fmla="*/ 125 h 177"/>
                <a:gd name="T32" fmla="*/ 3 w 189"/>
                <a:gd name="T33" fmla="*/ 128 h 177"/>
                <a:gd name="T34" fmla="*/ 5 w 189"/>
                <a:gd name="T35" fmla="*/ 135 h 177"/>
                <a:gd name="T36" fmla="*/ 11 w 189"/>
                <a:gd name="T37" fmla="*/ 142 h 177"/>
                <a:gd name="T38" fmla="*/ 11 w 189"/>
                <a:gd name="T39" fmla="*/ 151 h 177"/>
                <a:gd name="T40" fmla="*/ 14 w 189"/>
                <a:gd name="T41" fmla="*/ 154 h 177"/>
                <a:gd name="T42" fmla="*/ 21 w 189"/>
                <a:gd name="T43" fmla="*/ 153 h 177"/>
                <a:gd name="T44" fmla="*/ 28 w 189"/>
                <a:gd name="T45" fmla="*/ 154 h 177"/>
                <a:gd name="T46" fmla="*/ 36 w 189"/>
                <a:gd name="T47" fmla="*/ 148 h 177"/>
                <a:gd name="T48" fmla="*/ 41 w 189"/>
                <a:gd name="T49" fmla="*/ 157 h 177"/>
                <a:gd name="T50" fmla="*/ 45 w 189"/>
                <a:gd name="T51" fmla="*/ 162 h 177"/>
                <a:gd name="T52" fmla="*/ 45 w 189"/>
                <a:gd name="T53" fmla="*/ 166 h 177"/>
                <a:gd name="T54" fmla="*/ 47 w 189"/>
                <a:gd name="T55" fmla="*/ 172 h 177"/>
                <a:gd name="T56" fmla="*/ 53 w 189"/>
                <a:gd name="T57" fmla="*/ 173 h 177"/>
                <a:gd name="T58" fmla="*/ 58 w 189"/>
                <a:gd name="T59" fmla="*/ 175 h 177"/>
                <a:gd name="T60" fmla="*/ 65 w 189"/>
                <a:gd name="T61" fmla="*/ 172 h 177"/>
                <a:gd name="T62" fmla="*/ 70 w 189"/>
                <a:gd name="T63" fmla="*/ 171 h 177"/>
                <a:gd name="T64" fmla="*/ 74 w 189"/>
                <a:gd name="T65" fmla="*/ 172 h 177"/>
                <a:gd name="T66" fmla="*/ 78 w 189"/>
                <a:gd name="T67" fmla="*/ 172 h 177"/>
                <a:gd name="T68" fmla="*/ 81 w 189"/>
                <a:gd name="T69" fmla="*/ 163 h 177"/>
                <a:gd name="T70" fmla="*/ 80 w 189"/>
                <a:gd name="T71" fmla="*/ 156 h 177"/>
                <a:gd name="T72" fmla="*/ 89 w 189"/>
                <a:gd name="T73" fmla="*/ 152 h 177"/>
                <a:gd name="T74" fmla="*/ 93 w 189"/>
                <a:gd name="T75" fmla="*/ 145 h 177"/>
                <a:gd name="T76" fmla="*/ 96 w 189"/>
                <a:gd name="T77" fmla="*/ 136 h 177"/>
                <a:gd name="T78" fmla="*/ 103 w 189"/>
                <a:gd name="T79" fmla="*/ 137 h 177"/>
                <a:gd name="T80" fmla="*/ 108 w 189"/>
                <a:gd name="T81" fmla="*/ 131 h 177"/>
                <a:gd name="T82" fmla="*/ 114 w 189"/>
                <a:gd name="T83" fmla="*/ 129 h 177"/>
                <a:gd name="T84" fmla="*/ 118 w 189"/>
                <a:gd name="T85" fmla="*/ 126 h 177"/>
                <a:gd name="T86" fmla="*/ 128 w 189"/>
                <a:gd name="T87" fmla="*/ 122 h 177"/>
                <a:gd name="T88" fmla="*/ 136 w 189"/>
                <a:gd name="T89" fmla="*/ 119 h 177"/>
                <a:gd name="T90" fmla="*/ 150 w 189"/>
                <a:gd name="T91" fmla="*/ 119 h 177"/>
                <a:gd name="T92" fmla="*/ 159 w 189"/>
                <a:gd name="T93" fmla="*/ 116 h 177"/>
                <a:gd name="T94" fmla="*/ 177 w 189"/>
                <a:gd name="T95" fmla="*/ 115 h 177"/>
                <a:gd name="T96" fmla="*/ 184 w 189"/>
                <a:gd name="T97" fmla="*/ 110 h 177"/>
                <a:gd name="T98" fmla="*/ 188 w 189"/>
                <a:gd name="T99" fmla="*/ 101 h 177"/>
                <a:gd name="T100" fmla="*/ 188 w 189"/>
                <a:gd name="T101" fmla="*/ 71 h 177"/>
                <a:gd name="T102" fmla="*/ 179 w 189"/>
                <a:gd name="T103" fmla="*/ 73 h 17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89"/>
                <a:gd name="T157" fmla="*/ 0 h 177"/>
                <a:gd name="T158" fmla="*/ 189 w 189"/>
                <a:gd name="T159" fmla="*/ 177 h 17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89" h="177">
                  <a:moveTo>
                    <a:pt x="179" y="73"/>
                  </a:moveTo>
                  <a:cubicBezTo>
                    <a:pt x="179" y="73"/>
                    <a:pt x="179" y="65"/>
                    <a:pt x="173" y="61"/>
                  </a:cubicBezTo>
                  <a:cubicBezTo>
                    <a:pt x="168" y="58"/>
                    <a:pt x="161" y="57"/>
                    <a:pt x="161" y="57"/>
                  </a:cubicBezTo>
                  <a:cubicBezTo>
                    <a:pt x="161" y="57"/>
                    <a:pt x="157" y="50"/>
                    <a:pt x="153" y="47"/>
                  </a:cubicBezTo>
                  <a:cubicBezTo>
                    <a:pt x="152" y="45"/>
                    <a:pt x="114" y="20"/>
                    <a:pt x="84" y="0"/>
                  </a:cubicBezTo>
                  <a:cubicBezTo>
                    <a:pt x="65" y="0"/>
                    <a:pt x="65" y="0"/>
                    <a:pt x="65" y="0"/>
                  </a:cubicBezTo>
                  <a:cubicBezTo>
                    <a:pt x="76" y="100"/>
                    <a:pt x="76" y="100"/>
                    <a:pt x="76" y="100"/>
                  </a:cubicBezTo>
                  <a:cubicBezTo>
                    <a:pt x="79" y="103"/>
                    <a:pt x="79" y="103"/>
                    <a:pt x="79" y="103"/>
                  </a:cubicBezTo>
                  <a:cubicBezTo>
                    <a:pt x="79" y="103"/>
                    <a:pt x="80" y="112"/>
                    <a:pt x="78" y="113"/>
                  </a:cubicBezTo>
                  <a:cubicBezTo>
                    <a:pt x="76" y="114"/>
                    <a:pt x="34" y="113"/>
                    <a:pt x="34" y="113"/>
                  </a:cubicBezTo>
                  <a:cubicBezTo>
                    <a:pt x="34" y="113"/>
                    <a:pt x="30" y="116"/>
                    <a:pt x="27" y="116"/>
                  </a:cubicBezTo>
                  <a:cubicBezTo>
                    <a:pt x="23" y="116"/>
                    <a:pt x="20" y="113"/>
                    <a:pt x="19" y="115"/>
                  </a:cubicBezTo>
                  <a:cubicBezTo>
                    <a:pt x="18" y="117"/>
                    <a:pt x="18" y="121"/>
                    <a:pt x="13" y="116"/>
                  </a:cubicBezTo>
                  <a:cubicBezTo>
                    <a:pt x="8" y="111"/>
                    <a:pt x="6" y="116"/>
                    <a:pt x="6" y="119"/>
                  </a:cubicBezTo>
                  <a:cubicBezTo>
                    <a:pt x="6" y="121"/>
                    <a:pt x="4" y="122"/>
                    <a:pt x="0" y="122"/>
                  </a:cubicBezTo>
                  <a:cubicBezTo>
                    <a:pt x="1" y="124"/>
                    <a:pt x="1" y="125"/>
                    <a:pt x="1" y="125"/>
                  </a:cubicBezTo>
                  <a:cubicBezTo>
                    <a:pt x="3" y="128"/>
                    <a:pt x="3" y="128"/>
                    <a:pt x="3" y="128"/>
                  </a:cubicBezTo>
                  <a:cubicBezTo>
                    <a:pt x="3" y="128"/>
                    <a:pt x="3" y="133"/>
                    <a:pt x="5" y="135"/>
                  </a:cubicBezTo>
                  <a:cubicBezTo>
                    <a:pt x="7" y="137"/>
                    <a:pt x="11" y="141"/>
                    <a:pt x="11" y="142"/>
                  </a:cubicBezTo>
                  <a:cubicBezTo>
                    <a:pt x="11" y="144"/>
                    <a:pt x="11" y="151"/>
                    <a:pt x="11" y="151"/>
                  </a:cubicBezTo>
                  <a:cubicBezTo>
                    <a:pt x="11" y="151"/>
                    <a:pt x="12" y="157"/>
                    <a:pt x="14" y="154"/>
                  </a:cubicBezTo>
                  <a:cubicBezTo>
                    <a:pt x="16" y="152"/>
                    <a:pt x="19" y="157"/>
                    <a:pt x="21" y="153"/>
                  </a:cubicBezTo>
                  <a:cubicBezTo>
                    <a:pt x="22" y="150"/>
                    <a:pt x="26" y="154"/>
                    <a:pt x="28" y="154"/>
                  </a:cubicBezTo>
                  <a:cubicBezTo>
                    <a:pt x="30" y="154"/>
                    <a:pt x="35" y="148"/>
                    <a:pt x="36" y="148"/>
                  </a:cubicBezTo>
                  <a:cubicBezTo>
                    <a:pt x="38" y="149"/>
                    <a:pt x="41" y="154"/>
                    <a:pt x="41" y="157"/>
                  </a:cubicBezTo>
                  <a:cubicBezTo>
                    <a:pt x="41" y="159"/>
                    <a:pt x="47" y="161"/>
                    <a:pt x="45" y="162"/>
                  </a:cubicBezTo>
                  <a:cubicBezTo>
                    <a:pt x="43" y="163"/>
                    <a:pt x="42" y="166"/>
                    <a:pt x="45" y="166"/>
                  </a:cubicBezTo>
                  <a:cubicBezTo>
                    <a:pt x="47" y="166"/>
                    <a:pt x="46" y="170"/>
                    <a:pt x="47" y="172"/>
                  </a:cubicBezTo>
                  <a:cubicBezTo>
                    <a:pt x="49" y="174"/>
                    <a:pt x="51" y="176"/>
                    <a:pt x="53" y="173"/>
                  </a:cubicBezTo>
                  <a:cubicBezTo>
                    <a:pt x="54" y="170"/>
                    <a:pt x="57" y="173"/>
                    <a:pt x="58" y="175"/>
                  </a:cubicBezTo>
                  <a:cubicBezTo>
                    <a:pt x="60" y="177"/>
                    <a:pt x="64" y="174"/>
                    <a:pt x="65" y="172"/>
                  </a:cubicBezTo>
                  <a:cubicBezTo>
                    <a:pt x="65" y="169"/>
                    <a:pt x="71" y="168"/>
                    <a:pt x="70" y="171"/>
                  </a:cubicBezTo>
                  <a:cubicBezTo>
                    <a:pt x="70" y="174"/>
                    <a:pt x="71" y="175"/>
                    <a:pt x="74" y="172"/>
                  </a:cubicBezTo>
                  <a:cubicBezTo>
                    <a:pt x="75" y="171"/>
                    <a:pt x="76" y="171"/>
                    <a:pt x="78" y="172"/>
                  </a:cubicBezTo>
                  <a:cubicBezTo>
                    <a:pt x="79" y="168"/>
                    <a:pt x="80" y="164"/>
                    <a:pt x="81" y="163"/>
                  </a:cubicBezTo>
                  <a:cubicBezTo>
                    <a:pt x="82" y="161"/>
                    <a:pt x="78" y="156"/>
                    <a:pt x="80" y="156"/>
                  </a:cubicBezTo>
                  <a:cubicBezTo>
                    <a:pt x="82" y="155"/>
                    <a:pt x="87" y="156"/>
                    <a:pt x="89" y="152"/>
                  </a:cubicBezTo>
                  <a:cubicBezTo>
                    <a:pt x="91" y="147"/>
                    <a:pt x="93" y="145"/>
                    <a:pt x="93" y="145"/>
                  </a:cubicBezTo>
                  <a:cubicBezTo>
                    <a:pt x="93" y="145"/>
                    <a:pt x="93" y="135"/>
                    <a:pt x="96" y="136"/>
                  </a:cubicBezTo>
                  <a:cubicBezTo>
                    <a:pt x="99" y="138"/>
                    <a:pt x="103" y="141"/>
                    <a:pt x="103" y="137"/>
                  </a:cubicBezTo>
                  <a:cubicBezTo>
                    <a:pt x="104" y="133"/>
                    <a:pt x="107" y="135"/>
                    <a:pt x="108" y="131"/>
                  </a:cubicBezTo>
                  <a:cubicBezTo>
                    <a:pt x="109" y="128"/>
                    <a:pt x="111" y="128"/>
                    <a:pt x="114" y="129"/>
                  </a:cubicBezTo>
                  <a:cubicBezTo>
                    <a:pt x="116" y="129"/>
                    <a:pt x="118" y="128"/>
                    <a:pt x="118" y="126"/>
                  </a:cubicBezTo>
                  <a:cubicBezTo>
                    <a:pt x="118" y="124"/>
                    <a:pt x="123" y="125"/>
                    <a:pt x="128" y="122"/>
                  </a:cubicBezTo>
                  <a:cubicBezTo>
                    <a:pt x="132" y="119"/>
                    <a:pt x="134" y="117"/>
                    <a:pt x="136" y="119"/>
                  </a:cubicBezTo>
                  <a:cubicBezTo>
                    <a:pt x="138" y="120"/>
                    <a:pt x="149" y="120"/>
                    <a:pt x="150" y="119"/>
                  </a:cubicBezTo>
                  <a:cubicBezTo>
                    <a:pt x="152" y="119"/>
                    <a:pt x="155" y="116"/>
                    <a:pt x="159" y="116"/>
                  </a:cubicBezTo>
                  <a:cubicBezTo>
                    <a:pt x="163" y="117"/>
                    <a:pt x="173" y="115"/>
                    <a:pt x="177" y="115"/>
                  </a:cubicBezTo>
                  <a:cubicBezTo>
                    <a:pt x="181" y="115"/>
                    <a:pt x="183" y="111"/>
                    <a:pt x="184" y="110"/>
                  </a:cubicBezTo>
                  <a:cubicBezTo>
                    <a:pt x="185" y="108"/>
                    <a:pt x="186" y="102"/>
                    <a:pt x="188" y="101"/>
                  </a:cubicBezTo>
                  <a:cubicBezTo>
                    <a:pt x="189" y="100"/>
                    <a:pt x="189" y="79"/>
                    <a:pt x="188" y="71"/>
                  </a:cubicBezTo>
                  <a:cubicBezTo>
                    <a:pt x="184" y="72"/>
                    <a:pt x="179" y="73"/>
                    <a:pt x="179" y="73"/>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8" name="Freeform 34"/>
            <p:cNvSpPr>
              <a:spLocks noChangeArrowheads="1"/>
            </p:cNvSpPr>
            <p:nvPr/>
          </p:nvSpPr>
          <p:spPr bwMode="auto">
            <a:xfrm>
              <a:off x="3529025" y="2139953"/>
              <a:ext cx="176213" cy="125413"/>
            </a:xfrm>
            <a:custGeom>
              <a:avLst/>
              <a:gdLst>
                <a:gd name="T0" fmla="*/ 92 w 92"/>
                <a:gd name="T1" fmla="*/ 37 h 66"/>
                <a:gd name="T2" fmla="*/ 87 w 92"/>
                <a:gd name="T3" fmla="*/ 35 h 66"/>
                <a:gd name="T4" fmla="*/ 86 w 92"/>
                <a:gd name="T5" fmla="*/ 29 h 66"/>
                <a:gd name="T6" fmla="*/ 81 w 92"/>
                <a:gd name="T7" fmla="*/ 30 h 66"/>
                <a:gd name="T8" fmla="*/ 76 w 92"/>
                <a:gd name="T9" fmla="*/ 26 h 66"/>
                <a:gd name="T10" fmla="*/ 74 w 92"/>
                <a:gd name="T11" fmla="*/ 21 h 66"/>
                <a:gd name="T12" fmla="*/ 69 w 92"/>
                <a:gd name="T13" fmla="*/ 15 h 66"/>
                <a:gd name="T14" fmla="*/ 65 w 92"/>
                <a:gd name="T15" fmla="*/ 9 h 66"/>
                <a:gd name="T16" fmla="*/ 65 w 92"/>
                <a:gd name="T17" fmla="*/ 3 h 66"/>
                <a:gd name="T18" fmla="*/ 58 w 92"/>
                <a:gd name="T19" fmla="*/ 2 h 66"/>
                <a:gd name="T20" fmla="*/ 50 w 92"/>
                <a:gd name="T21" fmla="*/ 5 h 66"/>
                <a:gd name="T22" fmla="*/ 40 w 92"/>
                <a:gd name="T23" fmla="*/ 9 h 66"/>
                <a:gd name="T24" fmla="*/ 36 w 92"/>
                <a:gd name="T25" fmla="*/ 12 h 66"/>
                <a:gd name="T26" fmla="*/ 30 w 92"/>
                <a:gd name="T27" fmla="*/ 14 h 66"/>
                <a:gd name="T28" fmla="*/ 25 w 92"/>
                <a:gd name="T29" fmla="*/ 20 h 66"/>
                <a:gd name="T30" fmla="*/ 18 w 92"/>
                <a:gd name="T31" fmla="*/ 19 h 66"/>
                <a:gd name="T32" fmla="*/ 15 w 92"/>
                <a:gd name="T33" fmla="*/ 28 h 66"/>
                <a:gd name="T34" fmla="*/ 11 w 92"/>
                <a:gd name="T35" fmla="*/ 35 h 66"/>
                <a:gd name="T36" fmla="*/ 2 w 92"/>
                <a:gd name="T37" fmla="*/ 39 h 66"/>
                <a:gd name="T38" fmla="*/ 3 w 92"/>
                <a:gd name="T39" fmla="*/ 46 h 66"/>
                <a:gd name="T40" fmla="*/ 0 w 92"/>
                <a:gd name="T41" fmla="*/ 55 h 66"/>
                <a:gd name="T42" fmla="*/ 5 w 92"/>
                <a:gd name="T43" fmla="*/ 58 h 66"/>
                <a:gd name="T44" fmla="*/ 15 w 92"/>
                <a:gd name="T45" fmla="*/ 63 h 66"/>
                <a:gd name="T46" fmla="*/ 28 w 92"/>
                <a:gd name="T47" fmla="*/ 61 h 66"/>
                <a:gd name="T48" fmla="*/ 32 w 92"/>
                <a:gd name="T49" fmla="*/ 60 h 66"/>
                <a:gd name="T50" fmla="*/ 30 w 92"/>
                <a:gd name="T51" fmla="*/ 49 h 66"/>
                <a:gd name="T52" fmla="*/ 58 w 92"/>
                <a:gd name="T53" fmla="*/ 50 h 66"/>
                <a:gd name="T54" fmla="*/ 63 w 92"/>
                <a:gd name="T55" fmla="*/ 47 h 66"/>
                <a:gd name="T56" fmla="*/ 73 w 92"/>
                <a:gd name="T57" fmla="*/ 48 h 66"/>
                <a:gd name="T58" fmla="*/ 79 w 92"/>
                <a:gd name="T59" fmla="*/ 44 h 66"/>
                <a:gd name="T60" fmla="*/ 89 w 92"/>
                <a:gd name="T61" fmla="*/ 42 h 66"/>
                <a:gd name="T62" fmla="*/ 92 w 92"/>
                <a:gd name="T63" fmla="*/ 37 h 66"/>
                <a:gd name="T64" fmla="*/ 92 w 92"/>
                <a:gd name="T65" fmla="*/ 37 h 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2"/>
                <a:gd name="T100" fmla="*/ 0 h 66"/>
                <a:gd name="T101" fmla="*/ 92 w 92"/>
                <a:gd name="T102" fmla="*/ 66 h 6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2" h="66">
                  <a:moveTo>
                    <a:pt x="92" y="37"/>
                  </a:moveTo>
                  <a:cubicBezTo>
                    <a:pt x="90" y="35"/>
                    <a:pt x="88" y="35"/>
                    <a:pt x="87" y="35"/>
                  </a:cubicBezTo>
                  <a:cubicBezTo>
                    <a:pt x="86" y="35"/>
                    <a:pt x="87" y="30"/>
                    <a:pt x="86" y="29"/>
                  </a:cubicBezTo>
                  <a:cubicBezTo>
                    <a:pt x="86" y="28"/>
                    <a:pt x="83" y="30"/>
                    <a:pt x="81" y="30"/>
                  </a:cubicBezTo>
                  <a:cubicBezTo>
                    <a:pt x="79" y="29"/>
                    <a:pt x="78" y="26"/>
                    <a:pt x="76" y="26"/>
                  </a:cubicBezTo>
                  <a:cubicBezTo>
                    <a:pt x="74" y="26"/>
                    <a:pt x="74" y="24"/>
                    <a:pt x="74" y="21"/>
                  </a:cubicBezTo>
                  <a:cubicBezTo>
                    <a:pt x="74" y="19"/>
                    <a:pt x="71" y="17"/>
                    <a:pt x="69" y="15"/>
                  </a:cubicBezTo>
                  <a:cubicBezTo>
                    <a:pt x="67" y="14"/>
                    <a:pt x="66" y="10"/>
                    <a:pt x="65" y="9"/>
                  </a:cubicBezTo>
                  <a:cubicBezTo>
                    <a:pt x="64" y="8"/>
                    <a:pt x="65" y="5"/>
                    <a:pt x="65" y="3"/>
                  </a:cubicBezTo>
                  <a:cubicBezTo>
                    <a:pt x="62" y="3"/>
                    <a:pt x="59" y="2"/>
                    <a:pt x="58" y="2"/>
                  </a:cubicBezTo>
                  <a:cubicBezTo>
                    <a:pt x="56" y="0"/>
                    <a:pt x="54" y="2"/>
                    <a:pt x="50" y="5"/>
                  </a:cubicBezTo>
                  <a:cubicBezTo>
                    <a:pt x="45" y="8"/>
                    <a:pt x="40" y="7"/>
                    <a:pt x="40" y="9"/>
                  </a:cubicBezTo>
                  <a:cubicBezTo>
                    <a:pt x="40" y="11"/>
                    <a:pt x="38" y="12"/>
                    <a:pt x="36" y="12"/>
                  </a:cubicBezTo>
                  <a:cubicBezTo>
                    <a:pt x="33" y="11"/>
                    <a:pt x="31" y="11"/>
                    <a:pt x="30" y="14"/>
                  </a:cubicBezTo>
                  <a:cubicBezTo>
                    <a:pt x="29" y="18"/>
                    <a:pt x="26" y="16"/>
                    <a:pt x="25" y="20"/>
                  </a:cubicBezTo>
                  <a:cubicBezTo>
                    <a:pt x="25" y="24"/>
                    <a:pt x="21" y="21"/>
                    <a:pt x="18" y="19"/>
                  </a:cubicBezTo>
                  <a:cubicBezTo>
                    <a:pt x="15" y="18"/>
                    <a:pt x="15" y="28"/>
                    <a:pt x="15" y="28"/>
                  </a:cubicBezTo>
                  <a:cubicBezTo>
                    <a:pt x="15" y="28"/>
                    <a:pt x="13" y="30"/>
                    <a:pt x="11" y="35"/>
                  </a:cubicBezTo>
                  <a:cubicBezTo>
                    <a:pt x="9" y="39"/>
                    <a:pt x="4" y="38"/>
                    <a:pt x="2" y="39"/>
                  </a:cubicBezTo>
                  <a:cubicBezTo>
                    <a:pt x="0" y="39"/>
                    <a:pt x="4" y="44"/>
                    <a:pt x="3" y="46"/>
                  </a:cubicBezTo>
                  <a:cubicBezTo>
                    <a:pt x="2" y="47"/>
                    <a:pt x="1" y="51"/>
                    <a:pt x="0" y="55"/>
                  </a:cubicBezTo>
                  <a:cubicBezTo>
                    <a:pt x="2" y="55"/>
                    <a:pt x="4" y="57"/>
                    <a:pt x="5" y="58"/>
                  </a:cubicBezTo>
                  <a:cubicBezTo>
                    <a:pt x="6" y="60"/>
                    <a:pt x="12" y="66"/>
                    <a:pt x="15" y="63"/>
                  </a:cubicBezTo>
                  <a:cubicBezTo>
                    <a:pt x="18" y="60"/>
                    <a:pt x="26" y="59"/>
                    <a:pt x="28" y="61"/>
                  </a:cubicBezTo>
                  <a:cubicBezTo>
                    <a:pt x="30" y="63"/>
                    <a:pt x="32" y="62"/>
                    <a:pt x="32" y="60"/>
                  </a:cubicBezTo>
                  <a:cubicBezTo>
                    <a:pt x="32" y="58"/>
                    <a:pt x="29" y="51"/>
                    <a:pt x="30" y="49"/>
                  </a:cubicBezTo>
                  <a:cubicBezTo>
                    <a:pt x="31" y="47"/>
                    <a:pt x="57" y="48"/>
                    <a:pt x="58" y="50"/>
                  </a:cubicBezTo>
                  <a:cubicBezTo>
                    <a:pt x="59" y="51"/>
                    <a:pt x="59" y="46"/>
                    <a:pt x="63" y="47"/>
                  </a:cubicBezTo>
                  <a:cubicBezTo>
                    <a:pt x="66" y="47"/>
                    <a:pt x="71" y="49"/>
                    <a:pt x="73" y="48"/>
                  </a:cubicBezTo>
                  <a:cubicBezTo>
                    <a:pt x="75" y="47"/>
                    <a:pt x="77" y="44"/>
                    <a:pt x="79" y="44"/>
                  </a:cubicBezTo>
                  <a:cubicBezTo>
                    <a:pt x="81" y="44"/>
                    <a:pt x="87" y="43"/>
                    <a:pt x="89" y="42"/>
                  </a:cubicBezTo>
                  <a:cubicBezTo>
                    <a:pt x="90" y="40"/>
                    <a:pt x="92" y="40"/>
                    <a:pt x="92" y="37"/>
                  </a:cubicBezTo>
                  <a:cubicBezTo>
                    <a:pt x="92" y="37"/>
                    <a:pt x="92" y="37"/>
                    <a:pt x="92" y="37"/>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9" name="Freeform 35"/>
            <p:cNvSpPr>
              <a:spLocks noChangeArrowheads="1"/>
            </p:cNvSpPr>
            <p:nvPr/>
          </p:nvSpPr>
          <p:spPr bwMode="auto">
            <a:xfrm>
              <a:off x="3651263" y="1952627"/>
              <a:ext cx="336551" cy="261938"/>
            </a:xfrm>
            <a:custGeom>
              <a:avLst/>
              <a:gdLst>
                <a:gd name="T0" fmla="*/ 168 w 176"/>
                <a:gd name="T1" fmla="*/ 20 h 137"/>
                <a:gd name="T2" fmla="*/ 167 w 176"/>
                <a:gd name="T3" fmla="*/ 5 h 137"/>
                <a:gd name="T4" fmla="*/ 158 w 176"/>
                <a:gd name="T5" fmla="*/ 10 h 137"/>
                <a:gd name="T6" fmla="*/ 151 w 176"/>
                <a:gd name="T7" fmla="*/ 3 h 137"/>
                <a:gd name="T8" fmla="*/ 134 w 176"/>
                <a:gd name="T9" fmla="*/ 0 h 137"/>
                <a:gd name="T10" fmla="*/ 86 w 176"/>
                <a:gd name="T11" fmla="*/ 30 h 137"/>
                <a:gd name="T12" fmla="*/ 65 w 176"/>
                <a:gd name="T13" fmla="*/ 46 h 137"/>
                <a:gd name="T14" fmla="*/ 48 w 176"/>
                <a:gd name="T15" fmla="*/ 52 h 137"/>
                <a:gd name="T16" fmla="*/ 46 w 176"/>
                <a:gd name="T17" fmla="*/ 52 h 137"/>
                <a:gd name="T18" fmla="*/ 46 w 176"/>
                <a:gd name="T19" fmla="*/ 82 h 137"/>
                <a:gd name="T20" fmla="*/ 42 w 176"/>
                <a:gd name="T21" fmla="*/ 91 h 137"/>
                <a:gd name="T22" fmla="*/ 35 w 176"/>
                <a:gd name="T23" fmla="*/ 96 h 137"/>
                <a:gd name="T24" fmla="*/ 17 w 176"/>
                <a:gd name="T25" fmla="*/ 97 h 137"/>
                <a:gd name="T26" fmla="*/ 8 w 176"/>
                <a:gd name="T27" fmla="*/ 100 h 137"/>
                <a:gd name="T28" fmla="*/ 1 w 176"/>
                <a:gd name="T29" fmla="*/ 101 h 137"/>
                <a:gd name="T30" fmla="*/ 1 w 176"/>
                <a:gd name="T31" fmla="*/ 107 h 137"/>
                <a:gd name="T32" fmla="*/ 5 w 176"/>
                <a:gd name="T33" fmla="*/ 113 h 137"/>
                <a:gd name="T34" fmla="*/ 10 w 176"/>
                <a:gd name="T35" fmla="*/ 119 h 137"/>
                <a:gd name="T36" fmla="*/ 12 w 176"/>
                <a:gd name="T37" fmla="*/ 124 h 137"/>
                <a:gd name="T38" fmla="*/ 17 w 176"/>
                <a:gd name="T39" fmla="*/ 128 h 137"/>
                <a:gd name="T40" fmla="*/ 22 w 176"/>
                <a:gd name="T41" fmla="*/ 127 h 137"/>
                <a:gd name="T42" fmla="*/ 23 w 176"/>
                <a:gd name="T43" fmla="*/ 133 h 137"/>
                <a:gd name="T44" fmla="*/ 28 w 176"/>
                <a:gd name="T45" fmla="*/ 135 h 137"/>
                <a:gd name="T46" fmla="*/ 32 w 176"/>
                <a:gd name="T47" fmla="*/ 130 h 137"/>
                <a:gd name="T48" fmla="*/ 35 w 176"/>
                <a:gd name="T49" fmla="*/ 135 h 137"/>
                <a:gd name="T50" fmla="*/ 40 w 176"/>
                <a:gd name="T51" fmla="*/ 133 h 137"/>
                <a:gd name="T52" fmla="*/ 45 w 176"/>
                <a:gd name="T53" fmla="*/ 125 h 137"/>
                <a:gd name="T54" fmla="*/ 48 w 176"/>
                <a:gd name="T55" fmla="*/ 116 h 137"/>
                <a:gd name="T56" fmla="*/ 58 w 176"/>
                <a:gd name="T57" fmla="*/ 116 h 137"/>
                <a:gd name="T58" fmla="*/ 65 w 176"/>
                <a:gd name="T59" fmla="*/ 114 h 137"/>
                <a:gd name="T60" fmla="*/ 74 w 176"/>
                <a:gd name="T61" fmla="*/ 117 h 137"/>
                <a:gd name="T62" fmla="*/ 80 w 176"/>
                <a:gd name="T63" fmla="*/ 123 h 137"/>
                <a:gd name="T64" fmla="*/ 89 w 176"/>
                <a:gd name="T65" fmla="*/ 120 h 137"/>
                <a:gd name="T66" fmla="*/ 98 w 176"/>
                <a:gd name="T67" fmla="*/ 125 h 137"/>
                <a:gd name="T68" fmla="*/ 109 w 176"/>
                <a:gd name="T69" fmla="*/ 125 h 137"/>
                <a:gd name="T70" fmla="*/ 117 w 176"/>
                <a:gd name="T71" fmla="*/ 119 h 137"/>
                <a:gd name="T72" fmla="*/ 132 w 176"/>
                <a:gd name="T73" fmla="*/ 120 h 137"/>
                <a:gd name="T74" fmla="*/ 141 w 176"/>
                <a:gd name="T75" fmla="*/ 122 h 137"/>
                <a:gd name="T76" fmla="*/ 149 w 176"/>
                <a:gd name="T77" fmla="*/ 115 h 137"/>
                <a:gd name="T78" fmla="*/ 151 w 176"/>
                <a:gd name="T79" fmla="*/ 114 h 137"/>
                <a:gd name="T80" fmla="*/ 151 w 176"/>
                <a:gd name="T81" fmla="*/ 111 h 137"/>
                <a:gd name="T82" fmla="*/ 153 w 176"/>
                <a:gd name="T83" fmla="*/ 101 h 137"/>
                <a:gd name="T84" fmla="*/ 171 w 176"/>
                <a:gd name="T85" fmla="*/ 79 h 137"/>
                <a:gd name="T86" fmla="*/ 172 w 176"/>
                <a:gd name="T87" fmla="*/ 51 h 137"/>
                <a:gd name="T88" fmla="*/ 174 w 176"/>
                <a:gd name="T89" fmla="*/ 39 h 137"/>
                <a:gd name="T90" fmla="*/ 172 w 176"/>
                <a:gd name="T91" fmla="*/ 30 h 137"/>
                <a:gd name="T92" fmla="*/ 168 w 176"/>
                <a:gd name="T93" fmla="*/ 20 h 13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76"/>
                <a:gd name="T142" fmla="*/ 0 h 137"/>
                <a:gd name="T143" fmla="*/ 176 w 176"/>
                <a:gd name="T144" fmla="*/ 137 h 13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76" h="137">
                  <a:moveTo>
                    <a:pt x="168" y="20"/>
                  </a:moveTo>
                  <a:cubicBezTo>
                    <a:pt x="168" y="18"/>
                    <a:pt x="167" y="11"/>
                    <a:pt x="167" y="5"/>
                  </a:cubicBezTo>
                  <a:cubicBezTo>
                    <a:pt x="158" y="10"/>
                    <a:pt x="158" y="10"/>
                    <a:pt x="158" y="10"/>
                  </a:cubicBezTo>
                  <a:cubicBezTo>
                    <a:pt x="158" y="10"/>
                    <a:pt x="156" y="6"/>
                    <a:pt x="151" y="3"/>
                  </a:cubicBezTo>
                  <a:cubicBezTo>
                    <a:pt x="146" y="0"/>
                    <a:pt x="134" y="0"/>
                    <a:pt x="134" y="0"/>
                  </a:cubicBezTo>
                  <a:cubicBezTo>
                    <a:pt x="86" y="30"/>
                    <a:pt x="86" y="30"/>
                    <a:pt x="86" y="30"/>
                  </a:cubicBezTo>
                  <a:cubicBezTo>
                    <a:pt x="65" y="46"/>
                    <a:pt x="65" y="46"/>
                    <a:pt x="65" y="46"/>
                  </a:cubicBezTo>
                  <a:cubicBezTo>
                    <a:pt x="65" y="46"/>
                    <a:pt x="52" y="51"/>
                    <a:pt x="48" y="52"/>
                  </a:cubicBezTo>
                  <a:cubicBezTo>
                    <a:pt x="47" y="52"/>
                    <a:pt x="47" y="52"/>
                    <a:pt x="46" y="52"/>
                  </a:cubicBezTo>
                  <a:cubicBezTo>
                    <a:pt x="47" y="60"/>
                    <a:pt x="47" y="81"/>
                    <a:pt x="46" y="82"/>
                  </a:cubicBezTo>
                  <a:cubicBezTo>
                    <a:pt x="44" y="83"/>
                    <a:pt x="43" y="89"/>
                    <a:pt x="42" y="91"/>
                  </a:cubicBezTo>
                  <a:cubicBezTo>
                    <a:pt x="41" y="92"/>
                    <a:pt x="39" y="96"/>
                    <a:pt x="35" y="96"/>
                  </a:cubicBezTo>
                  <a:cubicBezTo>
                    <a:pt x="31" y="96"/>
                    <a:pt x="21" y="98"/>
                    <a:pt x="17" y="97"/>
                  </a:cubicBezTo>
                  <a:cubicBezTo>
                    <a:pt x="13" y="97"/>
                    <a:pt x="10" y="100"/>
                    <a:pt x="8" y="100"/>
                  </a:cubicBezTo>
                  <a:cubicBezTo>
                    <a:pt x="8" y="101"/>
                    <a:pt x="4" y="101"/>
                    <a:pt x="1" y="101"/>
                  </a:cubicBezTo>
                  <a:cubicBezTo>
                    <a:pt x="1" y="103"/>
                    <a:pt x="0" y="106"/>
                    <a:pt x="1" y="107"/>
                  </a:cubicBezTo>
                  <a:cubicBezTo>
                    <a:pt x="2" y="108"/>
                    <a:pt x="3" y="112"/>
                    <a:pt x="5" y="113"/>
                  </a:cubicBezTo>
                  <a:cubicBezTo>
                    <a:pt x="7" y="115"/>
                    <a:pt x="10" y="117"/>
                    <a:pt x="10" y="119"/>
                  </a:cubicBezTo>
                  <a:cubicBezTo>
                    <a:pt x="10" y="122"/>
                    <a:pt x="10" y="124"/>
                    <a:pt x="12" y="124"/>
                  </a:cubicBezTo>
                  <a:cubicBezTo>
                    <a:pt x="14" y="124"/>
                    <a:pt x="15" y="127"/>
                    <a:pt x="17" y="128"/>
                  </a:cubicBezTo>
                  <a:cubicBezTo>
                    <a:pt x="19" y="128"/>
                    <a:pt x="22" y="126"/>
                    <a:pt x="22" y="127"/>
                  </a:cubicBezTo>
                  <a:cubicBezTo>
                    <a:pt x="23" y="128"/>
                    <a:pt x="22" y="133"/>
                    <a:pt x="23" y="133"/>
                  </a:cubicBezTo>
                  <a:cubicBezTo>
                    <a:pt x="24" y="133"/>
                    <a:pt x="26" y="133"/>
                    <a:pt x="28" y="135"/>
                  </a:cubicBezTo>
                  <a:cubicBezTo>
                    <a:pt x="27" y="132"/>
                    <a:pt x="28" y="129"/>
                    <a:pt x="32" y="130"/>
                  </a:cubicBezTo>
                  <a:cubicBezTo>
                    <a:pt x="35" y="131"/>
                    <a:pt x="32" y="134"/>
                    <a:pt x="35" y="135"/>
                  </a:cubicBezTo>
                  <a:cubicBezTo>
                    <a:pt x="38" y="137"/>
                    <a:pt x="40" y="136"/>
                    <a:pt x="40" y="133"/>
                  </a:cubicBezTo>
                  <a:cubicBezTo>
                    <a:pt x="40" y="131"/>
                    <a:pt x="44" y="126"/>
                    <a:pt x="45" y="125"/>
                  </a:cubicBezTo>
                  <a:cubicBezTo>
                    <a:pt x="46" y="124"/>
                    <a:pt x="46" y="118"/>
                    <a:pt x="48" y="116"/>
                  </a:cubicBezTo>
                  <a:cubicBezTo>
                    <a:pt x="50" y="115"/>
                    <a:pt x="56" y="116"/>
                    <a:pt x="58" y="116"/>
                  </a:cubicBezTo>
                  <a:cubicBezTo>
                    <a:pt x="60" y="117"/>
                    <a:pt x="62" y="112"/>
                    <a:pt x="65" y="114"/>
                  </a:cubicBezTo>
                  <a:cubicBezTo>
                    <a:pt x="67" y="116"/>
                    <a:pt x="72" y="114"/>
                    <a:pt x="74" y="117"/>
                  </a:cubicBezTo>
                  <a:cubicBezTo>
                    <a:pt x="76" y="119"/>
                    <a:pt x="77" y="125"/>
                    <a:pt x="80" y="123"/>
                  </a:cubicBezTo>
                  <a:cubicBezTo>
                    <a:pt x="83" y="121"/>
                    <a:pt x="87" y="120"/>
                    <a:pt x="89" y="120"/>
                  </a:cubicBezTo>
                  <a:cubicBezTo>
                    <a:pt x="91" y="120"/>
                    <a:pt x="96" y="124"/>
                    <a:pt x="98" y="125"/>
                  </a:cubicBezTo>
                  <a:cubicBezTo>
                    <a:pt x="100" y="125"/>
                    <a:pt x="107" y="126"/>
                    <a:pt x="109" y="125"/>
                  </a:cubicBezTo>
                  <a:cubicBezTo>
                    <a:pt x="111" y="123"/>
                    <a:pt x="114" y="119"/>
                    <a:pt x="117" y="119"/>
                  </a:cubicBezTo>
                  <a:cubicBezTo>
                    <a:pt x="120" y="120"/>
                    <a:pt x="130" y="119"/>
                    <a:pt x="132" y="120"/>
                  </a:cubicBezTo>
                  <a:cubicBezTo>
                    <a:pt x="134" y="121"/>
                    <a:pt x="138" y="123"/>
                    <a:pt x="141" y="122"/>
                  </a:cubicBezTo>
                  <a:cubicBezTo>
                    <a:pt x="144" y="121"/>
                    <a:pt x="147" y="115"/>
                    <a:pt x="149" y="115"/>
                  </a:cubicBezTo>
                  <a:cubicBezTo>
                    <a:pt x="150" y="114"/>
                    <a:pt x="150" y="114"/>
                    <a:pt x="151" y="114"/>
                  </a:cubicBezTo>
                  <a:cubicBezTo>
                    <a:pt x="151" y="113"/>
                    <a:pt x="151" y="112"/>
                    <a:pt x="151" y="111"/>
                  </a:cubicBezTo>
                  <a:cubicBezTo>
                    <a:pt x="151" y="105"/>
                    <a:pt x="152" y="107"/>
                    <a:pt x="153" y="101"/>
                  </a:cubicBezTo>
                  <a:cubicBezTo>
                    <a:pt x="154" y="95"/>
                    <a:pt x="170" y="80"/>
                    <a:pt x="171" y="79"/>
                  </a:cubicBezTo>
                  <a:cubicBezTo>
                    <a:pt x="172" y="78"/>
                    <a:pt x="172" y="54"/>
                    <a:pt x="172" y="51"/>
                  </a:cubicBezTo>
                  <a:cubicBezTo>
                    <a:pt x="172" y="47"/>
                    <a:pt x="173" y="43"/>
                    <a:pt x="174" y="39"/>
                  </a:cubicBezTo>
                  <a:cubicBezTo>
                    <a:pt x="176" y="34"/>
                    <a:pt x="172" y="34"/>
                    <a:pt x="172" y="30"/>
                  </a:cubicBezTo>
                  <a:cubicBezTo>
                    <a:pt x="173" y="26"/>
                    <a:pt x="168" y="22"/>
                    <a:pt x="168" y="20"/>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0" name="Freeform 36"/>
            <p:cNvSpPr>
              <a:spLocks noChangeArrowheads="1"/>
            </p:cNvSpPr>
            <p:nvPr/>
          </p:nvSpPr>
          <p:spPr bwMode="auto">
            <a:xfrm>
              <a:off x="3940188" y="1952627"/>
              <a:ext cx="215901" cy="357188"/>
            </a:xfrm>
            <a:custGeom>
              <a:avLst/>
              <a:gdLst>
                <a:gd name="T0" fmla="*/ 112 w 113"/>
                <a:gd name="T1" fmla="*/ 46 h 187"/>
                <a:gd name="T2" fmla="*/ 26 w 113"/>
                <a:gd name="T3" fmla="*/ 0 h 187"/>
                <a:gd name="T4" fmla="*/ 16 w 113"/>
                <a:gd name="T5" fmla="*/ 5 h 187"/>
                <a:gd name="T6" fmla="*/ 17 w 113"/>
                <a:gd name="T7" fmla="*/ 20 h 187"/>
                <a:gd name="T8" fmla="*/ 21 w 113"/>
                <a:gd name="T9" fmla="*/ 30 h 187"/>
                <a:gd name="T10" fmla="*/ 23 w 113"/>
                <a:gd name="T11" fmla="*/ 39 h 187"/>
                <a:gd name="T12" fmla="*/ 21 w 113"/>
                <a:gd name="T13" fmla="*/ 51 h 187"/>
                <a:gd name="T14" fmla="*/ 20 w 113"/>
                <a:gd name="T15" fmla="*/ 79 h 187"/>
                <a:gd name="T16" fmla="*/ 2 w 113"/>
                <a:gd name="T17" fmla="*/ 101 h 187"/>
                <a:gd name="T18" fmla="*/ 0 w 113"/>
                <a:gd name="T19" fmla="*/ 111 h 187"/>
                <a:gd name="T20" fmla="*/ 0 w 113"/>
                <a:gd name="T21" fmla="*/ 114 h 187"/>
                <a:gd name="T22" fmla="*/ 2 w 113"/>
                <a:gd name="T23" fmla="*/ 117 h 187"/>
                <a:gd name="T24" fmla="*/ 7 w 113"/>
                <a:gd name="T25" fmla="*/ 122 h 187"/>
                <a:gd name="T26" fmla="*/ 14 w 113"/>
                <a:gd name="T27" fmla="*/ 132 h 187"/>
                <a:gd name="T28" fmla="*/ 15 w 113"/>
                <a:gd name="T29" fmla="*/ 142 h 187"/>
                <a:gd name="T30" fmla="*/ 20 w 113"/>
                <a:gd name="T31" fmla="*/ 156 h 187"/>
                <a:gd name="T32" fmla="*/ 15 w 113"/>
                <a:gd name="T33" fmla="*/ 158 h 187"/>
                <a:gd name="T34" fmla="*/ 6 w 113"/>
                <a:gd name="T35" fmla="*/ 159 h 187"/>
                <a:gd name="T36" fmla="*/ 8 w 113"/>
                <a:gd name="T37" fmla="*/ 167 h 187"/>
                <a:gd name="T38" fmla="*/ 18 w 113"/>
                <a:gd name="T39" fmla="*/ 177 h 187"/>
                <a:gd name="T40" fmla="*/ 22 w 113"/>
                <a:gd name="T41" fmla="*/ 186 h 187"/>
                <a:gd name="T42" fmla="*/ 28 w 113"/>
                <a:gd name="T43" fmla="*/ 184 h 187"/>
                <a:gd name="T44" fmla="*/ 36 w 113"/>
                <a:gd name="T45" fmla="*/ 184 h 187"/>
                <a:gd name="T46" fmla="*/ 48 w 113"/>
                <a:gd name="T47" fmla="*/ 180 h 187"/>
                <a:gd name="T48" fmla="*/ 58 w 113"/>
                <a:gd name="T49" fmla="*/ 175 h 187"/>
                <a:gd name="T50" fmla="*/ 59 w 113"/>
                <a:gd name="T51" fmla="*/ 169 h 187"/>
                <a:gd name="T52" fmla="*/ 75 w 113"/>
                <a:gd name="T53" fmla="*/ 165 h 187"/>
                <a:gd name="T54" fmla="*/ 86 w 113"/>
                <a:gd name="T55" fmla="*/ 154 h 187"/>
                <a:gd name="T56" fmla="*/ 88 w 113"/>
                <a:gd name="T57" fmla="*/ 149 h 187"/>
                <a:gd name="T58" fmla="*/ 97 w 113"/>
                <a:gd name="T59" fmla="*/ 145 h 187"/>
                <a:gd name="T60" fmla="*/ 99 w 113"/>
                <a:gd name="T61" fmla="*/ 145 h 187"/>
                <a:gd name="T62" fmla="*/ 99 w 113"/>
                <a:gd name="T63" fmla="*/ 145 h 187"/>
                <a:gd name="T64" fmla="*/ 100 w 113"/>
                <a:gd name="T65" fmla="*/ 140 h 187"/>
                <a:gd name="T66" fmla="*/ 95 w 113"/>
                <a:gd name="T67" fmla="*/ 133 h 187"/>
                <a:gd name="T68" fmla="*/ 93 w 113"/>
                <a:gd name="T69" fmla="*/ 125 h 187"/>
                <a:gd name="T70" fmla="*/ 91 w 113"/>
                <a:gd name="T71" fmla="*/ 118 h 187"/>
                <a:gd name="T72" fmla="*/ 92 w 113"/>
                <a:gd name="T73" fmla="*/ 110 h 187"/>
                <a:gd name="T74" fmla="*/ 97 w 113"/>
                <a:gd name="T75" fmla="*/ 102 h 187"/>
                <a:gd name="T76" fmla="*/ 101 w 113"/>
                <a:gd name="T77" fmla="*/ 95 h 187"/>
                <a:gd name="T78" fmla="*/ 111 w 113"/>
                <a:gd name="T79" fmla="*/ 89 h 187"/>
                <a:gd name="T80" fmla="*/ 112 w 113"/>
                <a:gd name="T81" fmla="*/ 77 h 187"/>
                <a:gd name="T82" fmla="*/ 112 w 113"/>
                <a:gd name="T83" fmla="*/ 46 h 18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13"/>
                <a:gd name="T127" fmla="*/ 0 h 187"/>
                <a:gd name="T128" fmla="*/ 113 w 113"/>
                <a:gd name="T129" fmla="*/ 187 h 18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13" h="187">
                  <a:moveTo>
                    <a:pt x="112" y="46"/>
                  </a:moveTo>
                  <a:cubicBezTo>
                    <a:pt x="26" y="0"/>
                    <a:pt x="26" y="0"/>
                    <a:pt x="26" y="0"/>
                  </a:cubicBezTo>
                  <a:cubicBezTo>
                    <a:pt x="16" y="5"/>
                    <a:pt x="16" y="5"/>
                    <a:pt x="16" y="5"/>
                  </a:cubicBezTo>
                  <a:cubicBezTo>
                    <a:pt x="16" y="11"/>
                    <a:pt x="17" y="18"/>
                    <a:pt x="17" y="20"/>
                  </a:cubicBezTo>
                  <a:cubicBezTo>
                    <a:pt x="17" y="22"/>
                    <a:pt x="22" y="26"/>
                    <a:pt x="21" y="30"/>
                  </a:cubicBezTo>
                  <a:cubicBezTo>
                    <a:pt x="21" y="34"/>
                    <a:pt x="25" y="34"/>
                    <a:pt x="23" y="39"/>
                  </a:cubicBezTo>
                  <a:cubicBezTo>
                    <a:pt x="22" y="43"/>
                    <a:pt x="21" y="47"/>
                    <a:pt x="21" y="51"/>
                  </a:cubicBezTo>
                  <a:cubicBezTo>
                    <a:pt x="21" y="54"/>
                    <a:pt x="21" y="78"/>
                    <a:pt x="20" y="79"/>
                  </a:cubicBezTo>
                  <a:cubicBezTo>
                    <a:pt x="19" y="80"/>
                    <a:pt x="3" y="95"/>
                    <a:pt x="2" y="101"/>
                  </a:cubicBezTo>
                  <a:cubicBezTo>
                    <a:pt x="1" y="107"/>
                    <a:pt x="0" y="105"/>
                    <a:pt x="0" y="111"/>
                  </a:cubicBezTo>
                  <a:cubicBezTo>
                    <a:pt x="0" y="112"/>
                    <a:pt x="0" y="113"/>
                    <a:pt x="0" y="114"/>
                  </a:cubicBezTo>
                  <a:cubicBezTo>
                    <a:pt x="0" y="115"/>
                    <a:pt x="1" y="116"/>
                    <a:pt x="2" y="117"/>
                  </a:cubicBezTo>
                  <a:cubicBezTo>
                    <a:pt x="4" y="119"/>
                    <a:pt x="4" y="122"/>
                    <a:pt x="7" y="122"/>
                  </a:cubicBezTo>
                  <a:cubicBezTo>
                    <a:pt x="10" y="122"/>
                    <a:pt x="14" y="129"/>
                    <a:pt x="14" y="132"/>
                  </a:cubicBezTo>
                  <a:cubicBezTo>
                    <a:pt x="14" y="135"/>
                    <a:pt x="16" y="137"/>
                    <a:pt x="15" y="142"/>
                  </a:cubicBezTo>
                  <a:cubicBezTo>
                    <a:pt x="15" y="148"/>
                    <a:pt x="18" y="155"/>
                    <a:pt x="20" y="156"/>
                  </a:cubicBezTo>
                  <a:cubicBezTo>
                    <a:pt x="22" y="157"/>
                    <a:pt x="19" y="158"/>
                    <a:pt x="15" y="158"/>
                  </a:cubicBezTo>
                  <a:cubicBezTo>
                    <a:pt x="11" y="158"/>
                    <a:pt x="6" y="158"/>
                    <a:pt x="6" y="159"/>
                  </a:cubicBezTo>
                  <a:cubicBezTo>
                    <a:pt x="6" y="161"/>
                    <a:pt x="4" y="163"/>
                    <a:pt x="8" y="167"/>
                  </a:cubicBezTo>
                  <a:cubicBezTo>
                    <a:pt x="13" y="171"/>
                    <a:pt x="16" y="173"/>
                    <a:pt x="18" y="177"/>
                  </a:cubicBezTo>
                  <a:cubicBezTo>
                    <a:pt x="19" y="181"/>
                    <a:pt x="21" y="185"/>
                    <a:pt x="22" y="186"/>
                  </a:cubicBezTo>
                  <a:cubicBezTo>
                    <a:pt x="23" y="187"/>
                    <a:pt x="26" y="187"/>
                    <a:pt x="28" y="184"/>
                  </a:cubicBezTo>
                  <a:cubicBezTo>
                    <a:pt x="31" y="180"/>
                    <a:pt x="33" y="187"/>
                    <a:pt x="36" y="184"/>
                  </a:cubicBezTo>
                  <a:cubicBezTo>
                    <a:pt x="38" y="181"/>
                    <a:pt x="46" y="181"/>
                    <a:pt x="48" y="180"/>
                  </a:cubicBezTo>
                  <a:cubicBezTo>
                    <a:pt x="50" y="179"/>
                    <a:pt x="56" y="176"/>
                    <a:pt x="58" y="175"/>
                  </a:cubicBezTo>
                  <a:cubicBezTo>
                    <a:pt x="60" y="173"/>
                    <a:pt x="56" y="170"/>
                    <a:pt x="59" y="169"/>
                  </a:cubicBezTo>
                  <a:cubicBezTo>
                    <a:pt x="62" y="167"/>
                    <a:pt x="71" y="170"/>
                    <a:pt x="75" y="165"/>
                  </a:cubicBezTo>
                  <a:cubicBezTo>
                    <a:pt x="78" y="161"/>
                    <a:pt x="84" y="156"/>
                    <a:pt x="86" y="154"/>
                  </a:cubicBezTo>
                  <a:cubicBezTo>
                    <a:pt x="87" y="152"/>
                    <a:pt x="86" y="151"/>
                    <a:pt x="88" y="149"/>
                  </a:cubicBezTo>
                  <a:cubicBezTo>
                    <a:pt x="90" y="146"/>
                    <a:pt x="95" y="144"/>
                    <a:pt x="97" y="145"/>
                  </a:cubicBezTo>
                  <a:cubicBezTo>
                    <a:pt x="98" y="145"/>
                    <a:pt x="99" y="145"/>
                    <a:pt x="99" y="145"/>
                  </a:cubicBezTo>
                  <a:cubicBezTo>
                    <a:pt x="99" y="145"/>
                    <a:pt x="99" y="145"/>
                    <a:pt x="99" y="145"/>
                  </a:cubicBezTo>
                  <a:cubicBezTo>
                    <a:pt x="100" y="140"/>
                    <a:pt x="100" y="140"/>
                    <a:pt x="100" y="140"/>
                  </a:cubicBezTo>
                  <a:cubicBezTo>
                    <a:pt x="100" y="140"/>
                    <a:pt x="95" y="137"/>
                    <a:pt x="95" y="133"/>
                  </a:cubicBezTo>
                  <a:cubicBezTo>
                    <a:pt x="95" y="129"/>
                    <a:pt x="96" y="125"/>
                    <a:pt x="93" y="125"/>
                  </a:cubicBezTo>
                  <a:cubicBezTo>
                    <a:pt x="89" y="125"/>
                    <a:pt x="89" y="121"/>
                    <a:pt x="91" y="118"/>
                  </a:cubicBezTo>
                  <a:cubicBezTo>
                    <a:pt x="94" y="116"/>
                    <a:pt x="87" y="110"/>
                    <a:pt x="92" y="110"/>
                  </a:cubicBezTo>
                  <a:cubicBezTo>
                    <a:pt x="97" y="110"/>
                    <a:pt x="93" y="102"/>
                    <a:pt x="97" y="102"/>
                  </a:cubicBezTo>
                  <a:cubicBezTo>
                    <a:pt x="100" y="101"/>
                    <a:pt x="101" y="98"/>
                    <a:pt x="101" y="95"/>
                  </a:cubicBezTo>
                  <a:cubicBezTo>
                    <a:pt x="101" y="91"/>
                    <a:pt x="109" y="89"/>
                    <a:pt x="111" y="89"/>
                  </a:cubicBezTo>
                  <a:cubicBezTo>
                    <a:pt x="113" y="88"/>
                    <a:pt x="112" y="77"/>
                    <a:pt x="112" y="77"/>
                  </a:cubicBezTo>
                  <a:lnTo>
                    <a:pt x="112" y="46"/>
                  </a:ln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1" name="Freeform 37"/>
            <p:cNvSpPr>
              <a:spLocks noChangeArrowheads="1"/>
            </p:cNvSpPr>
            <p:nvPr/>
          </p:nvSpPr>
          <p:spPr bwMode="auto">
            <a:xfrm>
              <a:off x="4167202" y="1754189"/>
              <a:ext cx="236538" cy="234950"/>
            </a:xfrm>
            <a:custGeom>
              <a:avLst/>
              <a:gdLst>
                <a:gd name="T0" fmla="*/ 115 w 124"/>
                <a:gd name="T1" fmla="*/ 27 h 123"/>
                <a:gd name="T2" fmla="*/ 107 w 124"/>
                <a:gd name="T3" fmla="*/ 7 h 123"/>
                <a:gd name="T4" fmla="*/ 106 w 124"/>
                <a:gd name="T5" fmla="*/ 9 h 123"/>
                <a:gd name="T6" fmla="*/ 94 w 124"/>
                <a:gd name="T7" fmla="*/ 8 h 123"/>
                <a:gd name="T8" fmla="*/ 80 w 124"/>
                <a:gd name="T9" fmla="*/ 5 h 123"/>
                <a:gd name="T10" fmla="*/ 56 w 124"/>
                <a:gd name="T11" fmla="*/ 9 h 123"/>
                <a:gd name="T12" fmla="*/ 44 w 124"/>
                <a:gd name="T13" fmla="*/ 10 h 123"/>
                <a:gd name="T14" fmla="*/ 23 w 124"/>
                <a:gd name="T15" fmla="*/ 4 h 123"/>
                <a:gd name="T16" fmla="*/ 6 w 124"/>
                <a:gd name="T17" fmla="*/ 0 h 123"/>
                <a:gd name="T18" fmla="*/ 5 w 124"/>
                <a:gd name="T19" fmla="*/ 3 h 123"/>
                <a:gd name="T20" fmla="*/ 4 w 124"/>
                <a:gd name="T21" fmla="*/ 17 h 123"/>
                <a:gd name="T22" fmla="*/ 4 w 124"/>
                <a:gd name="T23" fmla="*/ 33 h 123"/>
                <a:gd name="T24" fmla="*/ 4 w 124"/>
                <a:gd name="T25" fmla="*/ 120 h 123"/>
                <a:gd name="T26" fmla="*/ 72 w 124"/>
                <a:gd name="T27" fmla="*/ 120 h 123"/>
                <a:gd name="T28" fmla="*/ 76 w 124"/>
                <a:gd name="T29" fmla="*/ 118 h 123"/>
                <a:gd name="T30" fmla="*/ 82 w 124"/>
                <a:gd name="T31" fmla="*/ 120 h 123"/>
                <a:gd name="T32" fmla="*/ 96 w 124"/>
                <a:gd name="T33" fmla="*/ 120 h 123"/>
                <a:gd name="T34" fmla="*/ 102 w 124"/>
                <a:gd name="T35" fmla="*/ 123 h 123"/>
                <a:gd name="T36" fmla="*/ 109 w 124"/>
                <a:gd name="T37" fmla="*/ 118 h 123"/>
                <a:gd name="T38" fmla="*/ 116 w 124"/>
                <a:gd name="T39" fmla="*/ 110 h 123"/>
                <a:gd name="T40" fmla="*/ 122 w 124"/>
                <a:gd name="T41" fmla="*/ 106 h 123"/>
                <a:gd name="T42" fmla="*/ 123 w 124"/>
                <a:gd name="T43" fmla="*/ 105 h 123"/>
                <a:gd name="T44" fmla="*/ 123 w 124"/>
                <a:gd name="T45" fmla="*/ 101 h 123"/>
                <a:gd name="T46" fmla="*/ 118 w 124"/>
                <a:gd name="T47" fmla="*/ 88 h 123"/>
                <a:gd name="T48" fmla="*/ 106 w 124"/>
                <a:gd name="T49" fmla="*/ 65 h 123"/>
                <a:gd name="T50" fmla="*/ 100 w 124"/>
                <a:gd name="T51" fmla="*/ 54 h 123"/>
                <a:gd name="T52" fmla="*/ 93 w 124"/>
                <a:gd name="T53" fmla="*/ 41 h 123"/>
                <a:gd name="T54" fmla="*/ 87 w 124"/>
                <a:gd name="T55" fmla="*/ 20 h 123"/>
                <a:gd name="T56" fmla="*/ 95 w 124"/>
                <a:gd name="T57" fmla="*/ 35 h 123"/>
                <a:gd name="T58" fmla="*/ 106 w 124"/>
                <a:gd name="T59" fmla="*/ 50 h 123"/>
                <a:gd name="T60" fmla="*/ 113 w 124"/>
                <a:gd name="T61" fmla="*/ 34 h 123"/>
                <a:gd name="T62" fmla="*/ 113 w 124"/>
                <a:gd name="T63" fmla="*/ 34 h 123"/>
                <a:gd name="T64" fmla="*/ 114 w 124"/>
                <a:gd name="T65" fmla="*/ 31 h 123"/>
                <a:gd name="T66" fmla="*/ 115 w 124"/>
                <a:gd name="T67" fmla="*/ 27 h 12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4"/>
                <a:gd name="T103" fmla="*/ 0 h 123"/>
                <a:gd name="T104" fmla="*/ 124 w 124"/>
                <a:gd name="T105" fmla="*/ 123 h 12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4" h="123">
                  <a:moveTo>
                    <a:pt x="115" y="27"/>
                  </a:moveTo>
                  <a:cubicBezTo>
                    <a:pt x="107" y="7"/>
                    <a:pt x="107" y="7"/>
                    <a:pt x="107" y="7"/>
                  </a:cubicBezTo>
                  <a:cubicBezTo>
                    <a:pt x="107" y="8"/>
                    <a:pt x="106" y="8"/>
                    <a:pt x="106" y="9"/>
                  </a:cubicBezTo>
                  <a:cubicBezTo>
                    <a:pt x="105" y="10"/>
                    <a:pt x="99" y="7"/>
                    <a:pt x="94" y="8"/>
                  </a:cubicBezTo>
                  <a:cubicBezTo>
                    <a:pt x="89" y="9"/>
                    <a:pt x="85" y="7"/>
                    <a:pt x="80" y="5"/>
                  </a:cubicBezTo>
                  <a:cubicBezTo>
                    <a:pt x="75" y="2"/>
                    <a:pt x="59" y="6"/>
                    <a:pt x="56" y="9"/>
                  </a:cubicBezTo>
                  <a:cubicBezTo>
                    <a:pt x="54" y="12"/>
                    <a:pt x="49" y="12"/>
                    <a:pt x="44" y="10"/>
                  </a:cubicBezTo>
                  <a:cubicBezTo>
                    <a:pt x="39" y="8"/>
                    <a:pt x="32" y="5"/>
                    <a:pt x="23" y="4"/>
                  </a:cubicBezTo>
                  <a:cubicBezTo>
                    <a:pt x="14" y="3"/>
                    <a:pt x="8" y="2"/>
                    <a:pt x="6" y="0"/>
                  </a:cubicBezTo>
                  <a:cubicBezTo>
                    <a:pt x="6" y="1"/>
                    <a:pt x="5" y="2"/>
                    <a:pt x="5" y="3"/>
                  </a:cubicBezTo>
                  <a:cubicBezTo>
                    <a:pt x="2" y="10"/>
                    <a:pt x="7" y="12"/>
                    <a:pt x="4" y="17"/>
                  </a:cubicBezTo>
                  <a:cubicBezTo>
                    <a:pt x="0" y="21"/>
                    <a:pt x="4" y="26"/>
                    <a:pt x="4" y="33"/>
                  </a:cubicBezTo>
                  <a:cubicBezTo>
                    <a:pt x="4" y="39"/>
                    <a:pt x="4" y="89"/>
                    <a:pt x="4" y="120"/>
                  </a:cubicBezTo>
                  <a:cubicBezTo>
                    <a:pt x="72" y="120"/>
                    <a:pt x="72" y="120"/>
                    <a:pt x="72" y="120"/>
                  </a:cubicBezTo>
                  <a:cubicBezTo>
                    <a:pt x="72" y="120"/>
                    <a:pt x="74" y="119"/>
                    <a:pt x="76" y="118"/>
                  </a:cubicBezTo>
                  <a:cubicBezTo>
                    <a:pt x="78" y="116"/>
                    <a:pt x="82" y="120"/>
                    <a:pt x="82" y="120"/>
                  </a:cubicBezTo>
                  <a:cubicBezTo>
                    <a:pt x="96" y="120"/>
                    <a:pt x="96" y="120"/>
                    <a:pt x="96" y="120"/>
                  </a:cubicBezTo>
                  <a:cubicBezTo>
                    <a:pt x="96" y="120"/>
                    <a:pt x="99" y="123"/>
                    <a:pt x="102" y="123"/>
                  </a:cubicBezTo>
                  <a:cubicBezTo>
                    <a:pt x="106" y="123"/>
                    <a:pt x="104" y="118"/>
                    <a:pt x="109" y="118"/>
                  </a:cubicBezTo>
                  <a:cubicBezTo>
                    <a:pt x="114" y="118"/>
                    <a:pt x="113" y="110"/>
                    <a:pt x="116" y="110"/>
                  </a:cubicBezTo>
                  <a:cubicBezTo>
                    <a:pt x="120" y="110"/>
                    <a:pt x="119" y="110"/>
                    <a:pt x="122" y="106"/>
                  </a:cubicBezTo>
                  <a:cubicBezTo>
                    <a:pt x="122" y="105"/>
                    <a:pt x="123" y="105"/>
                    <a:pt x="123" y="105"/>
                  </a:cubicBezTo>
                  <a:cubicBezTo>
                    <a:pt x="122" y="104"/>
                    <a:pt x="122" y="102"/>
                    <a:pt x="123" y="101"/>
                  </a:cubicBezTo>
                  <a:cubicBezTo>
                    <a:pt x="124" y="95"/>
                    <a:pt x="120" y="96"/>
                    <a:pt x="118" y="88"/>
                  </a:cubicBezTo>
                  <a:cubicBezTo>
                    <a:pt x="115" y="81"/>
                    <a:pt x="106" y="69"/>
                    <a:pt x="106" y="65"/>
                  </a:cubicBezTo>
                  <a:cubicBezTo>
                    <a:pt x="105" y="61"/>
                    <a:pt x="100" y="58"/>
                    <a:pt x="100" y="54"/>
                  </a:cubicBezTo>
                  <a:cubicBezTo>
                    <a:pt x="100" y="49"/>
                    <a:pt x="98" y="48"/>
                    <a:pt x="93" y="41"/>
                  </a:cubicBezTo>
                  <a:cubicBezTo>
                    <a:pt x="87" y="34"/>
                    <a:pt x="86" y="21"/>
                    <a:pt x="87" y="20"/>
                  </a:cubicBezTo>
                  <a:cubicBezTo>
                    <a:pt x="89" y="20"/>
                    <a:pt x="93" y="31"/>
                    <a:pt x="95" y="35"/>
                  </a:cubicBezTo>
                  <a:cubicBezTo>
                    <a:pt x="97" y="39"/>
                    <a:pt x="102" y="50"/>
                    <a:pt x="106" y="50"/>
                  </a:cubicBezTo>
                  <a:cubicBezTo>
                    <a:pt x="110" y="50"/>
                    <a:pt x="112" y="33"/>
                    <a:pt x="113" y="34"/>
                  </a:cubicBezTo>
                  <a:cubicBezTo>
                    <a:pt x="113" y="34"/>
                    <a:pt x="113" y="34"/>
                    <a:pt x="113" y="34"/>
                  </a:cubicBezTo>
                  <a:cubicBezTo>
                    <a:pt x="114" y="31"/>
                    <a:pt x="114" y="31"/>
                    <a:pt x="114" y="31"/>
                  </a:cubicBezTo>
                  <a:lnTo>
                    <a:pt x="115" y="27"/>
                  </a:ln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2" name="Freeform 38"/>
            <p:cNvSpPr>
              <a:spLocks noChangeArrowheads="1"/>
            </p:cNvSpPr>
            <p:nvPr/>
          </p:nvSpPr>
          <p:spPr bwMode="auto">
            <a:xfrm>
              <a:off x="3837001" y="2420940"/>
              <a:ext cx="122239" cy="134938"/>
            </a:xfrm>
            <a:custGeom>
              <a:avLst/>
              <a:gdLst>
                <a:gd name="T0" fmla="*/ 32 w 64"/>
                <a:gd name="T1" fmla="*/ 67 h 71"/>
                <a:gd name="T2" fmla="*/ 34 w 64"/>
                <a:gd name="T3" fmla="*/ 58 h 71"/>
                <a:gd name="T4" fmla="*/ 41 w 64"/>
                <a:gd name="T5" fmla="*/ 53 h 71"/>
                <a:gd name="T6" fmla="*/ 45 w 64"/>
                <a:gd name="T7" fmla="*/ 47 h 71"/>
                <a:gd name="T8" fmla="*/ 52 w 64"/>
                <a:gd name="T9" fmla="*/ 54 h 71"/>
                <a:gd name="T10" fmla="*/ 60 w 64"/>
                <a:gd name="T11" fmla="*/ 56 h 71"/>
                <a:gd name="T12" fmla="*/ 64 w 64"/>
                <a:gd name="T13" fmla="*/ 42 h 71"/>
                <a:gd name="T14" fmla="*/ 61 w 64"/>
                <a:gd name="T15" fmla="*/ 30 h 71"/>
                <a:gd name="T16" fmla="*/ 59 w 64"/>
                <a:gd name="T17" fmla="*/ 21 h 71"/>
                <a:gd name="T18" fmla="*/ 60 w 64"/>
                <a:gd name="T19" fmla="*/ 12 h 71"/>
                <a:gd name="T20" fmla="*/ 49 w 64"/>
                <a:gd name="T21" fmla="*/ 12 h 71"/>
                <a:gd name="T22" fmla="*/ 50 w 64"/>
                <a:gd name="T23" fmla="*/ 1 h 71"/>
                <a:gd name="T24" fmla="*/ 33 w 64"/>
                <a:gd name="T25" fmla="*/ 0 h 71"/>
                <a:gd name="T26" fmla="*/ 31 w 64"/>
                <a:gd name="T27" fmla="*/ 1 h 71"/>
                <a:gd name="T28" fmla="*/ 31 w 64"/>
                <a:gd name="T29" fmla="*/ 15 h 71"/>
                <a:gd name="T30" fmla="*/ 15 w 64"/>
                <a:gd name="T31" fmla="*/ 16 h 71"/>
                <a:gd name="T32" fmla="*/ 10 w 64"/>
                <a:gd name="T33" fmla="*/ 16 h 71"/>
                <a:gd name="T34" fmla="*/ 8 w 64"/>
                <a:gd name="T35" fmla="*/ 19 h 71"/>
                <a:gd name="T36" fmla="*/ 13 w 64"/>
                <a:gd name="T37" fmla="*/ 25 h 71"/>
                <a:gd name="T38" fmla="*/ 7 w 64"/>
                <a:gd name="T39" fmla="*/ 29 h 71"/>
                <a:gd name="T40" fmla="*/ 2 w 64"/>
                <a:gd name="T41" fmla="*/ 36 h 71"/>
                <a:gd name="T42" fmla="*/ 8 w 64"/>
                <a:gd name="T43" fmla="*/ 46 h 71"/>
                <a:gd name="T44" fmla="*/ 16 w 64"/>
                <a:gd name="T45" fmla="*/ 57 h 71"/>
                <a:gd name="T46" fmla="*/ 27 w 64"/>
                <a:gd name="T47" fmla="*/ 71 h 71"/>
                <a:gd name="T48" fmla="*/ 32 w 64"/>
                <a:gd name="T49" fmla="*/ 67 h 7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4"/>
                <a:gd name="T76" fmla="*/ 0 h 71"/>
                <a:gd name="T77" fmla="*/ 64 w 64"/>
                <a:gd name="T78" fmla="*/ 71 h 7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4" h="71">
                  <a:moveTo>
                    <a:pt x="32" y="67"/>
                  </a:moveTo>
                  <a:cubicBezTo>
                    <a:pt x="38" y="67"/>
                    <a:pt x="36" y="64"/>
                    <a:pt x="34" y="58"/>
                  </a:cubicBezTo>
                  <a:cubicBezTo>
                    <a:pt x="32" y="53"/>
                    <a:pt x="37" y="53"/>
                    <a:pt x="41" y="53"/>
                  </a:cubicBezTo>
                  <a:cubicBezTo>
                    <a:pt x="44" y="53"/>
                    <a:pt x="43" y="47"/>
                    <a:pt x="45" y="47"/>
                  </a:cubicBezTo>
                  <a:cubicBezTo>
                    <a:pt x="48" y="47"/>
                    <a:pt x="49" y="55"/>
                    <a:pt x="52" y="54"/>
                  </a:cubicBezTo>
                  <a:cubicBezTo>
                    <a:pt x="55" y="53"/>
                    <a:pt x="57" y="56"/>
                    <a:pt x="60" y="56"/>
                  </a:cubicBezTo>
                  <a:cubicBezTo>
                    <a:pt x="64" y="55"/>
                    <a:pt x="64" y="48"/>
                    <a:pt x="64" y="42"/>
                  </a:cubicBezTo>
                  <a:cubicBezTo>
                    <a:pt x="64" y="37"/>
                    <a:pt x="64" y="33"/>
                    <a:pt x="61" y="30"/>
                  </a:cubicBezTo>
                  <a:cubicBezTo>
                    <a:pt x="57" y="28"/>
                    <a:pt x="55" y="23"/>
                    <a:pt x="59" y="21"/>
                  </a:cubicBezTo>
                  <a:cubicBezTo>
                    <a:pt x="63" y="19"/>
                    <a:pt x="64" y="15"/>
                    <a:pt x="60" y="12"/>
                  </a:cubicBezTo>
                  <a:cubicBezTo>
                    <a:pt x="57" y="10"/>
                    <a:pt x="49" y="15"/>
                    <a:pt x="49" y="12"/>
                  </a:cubicBezTo>
                  <a:cubicBezTo>
                    <a:pt x="49" y="11"/>
                    <a:pt x="50" y="5"/>
                    <a:pt x="50" y="1"/>
                  </a:cubicBezTo>
                  <a:cubicBezTo>
                    <a:pt x="42" y="0"/>
                    <a:pt x="33" y="0"/>
                    <a:pt x="33" y="0"/>
                  </a:cubicBezTo>
                  <a:cubicBezTo>
                    <a:pt x="31" y="1"/>
                    <a:pt x="31" y="1"/>
                    <a:pt x="31" y="1"/>
                  </a:cubicBezTo>
                  <a:cubicBezTo>
                    <a:pt x="32" y="9"/>
                    <a:pt x="31" y="15"/>
                    <a:pt x="31" y="15"/>
                  </a:cubicBezTo>
                  <a:cubicBezTo>
                    <a:pt x="31" y="15"/>
                    <a:pt x="18" y="16"/>
                    <a:pt x="15" y="16"/>
                  </a:cubicBezTo>
                  <a:cubicBezTo>
                    <a:pt x="15" y="16"/>
                    <a:pt x="13" y="16"/>
                    <a:pt x="10" y="16"/>
                  </a:cubicBezTo>
                  <a:cubicBezTo>
                    <a:pt x="10" y="17"/>
                    <a:pt x="9" y="18"/>
                    <a:pt x="8" y="19"/>
                  </a:cubicBezTo>
                  <a:cubicBezTo>
                    <a:pt x="7" y="20"/>
                    <a:pt x="12" y="22"/>
                    <a:pt x="13" y="25"/>
                  </a:cubicBezTo>
                  <a:cubicBezTo>
                    <a:pt x="14" y="27"/>
                    <a:pt x="6" y="26"/>
                    <a:pt x="7" y="29"/>
                  </a:cubicBezTo>
                  <a:cubicBezTo>
                    <a:pt x="7" y="32"/>
                    <a:pt x="4" y="35"/>
                    <a:pt x="2" y="36"/>
                  </a:cubicBezTo>
                  <a:cubicBezTo>
                    <a:pt x="0" y="38"/>
                    <a:pt x="7" y="44"/>
                    <a:pt x="8" y="46"/>
                  </a:cubicBezTo>
                  <a:cubicBezTo>
                    <a:pt x="8" y="49"/>
                    <a:pt x="9" y="51"/>
                    <a:pt x="16" y="57"/>
                  </a:cubicBezTo>
                  <a:cubicBezTo>
                    <a:pt x="22" y="63"/>
                    <a:pt x="19" y="64"/>
                    <a:pt x="27" y="71"/>
                  </a:cubicBezTo>
                  <a:cubicBezTo>
                    <a:pt x="28" y="69"/>
                    <a:pt x="30" y="67"/>
                    <a:pt x="32" y="67"/>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3" name="Freeform 39"/>
            <p:cNvSpPr>
              <a:spLocks noChangeArrowheads="1"/>
            </p:cNvSpPr>
            <p:nvPr/>
          </p:nvSpPr>
          <p:spPr bwMode="auto">
            <a:xfrm>
              <a:off x="3849701" y="2422528"/>
              <a:ext cx="47626" cy="28575"/>
            </a:xfrm>
            <a:custGeom>
              <a:avLst/>
              <a:gdLst>
                <a:gd name="T0" fmla="*/ 24 w 25"/>
                <a:gd name="T1" fmla="*/ 14 h 15"/>
                <a:gd name="T2" fmla="*/ 24 w 25"/>
                <a:gd name="T3" fmla="*/ 0 h 15"/>
                <a:gd name="T4" fmla="*/ 22 w 25"/>
                <a:gd name="T5" fmla="*/ 0 h 15"/>
                <a:gd name="T6" fmla="*/ 6 w 25"/>
                <a:gd name="T7" fmla="*/ 0 h 15"/>
                <a:gd name="T8" fmla="*/ 6 w 25"/>
                <a:gd name="T9" fmla="*/ 1 h 15"/>
                <a:gd name="T10" fmla="*/ 3 w 25"/>
                <a:gd name="T11" fmla="*/ 8 h 15"/>
                <a:gd name="T12" fmla="*/ 3 w 25"/>
                <a:gd name="T13" fmla="*/ 13 h 15"/>
                <a:gd name="T14" fmla="*/ 3 w 25"/>
                <a:gd name="T15" fmla="*/ 15 h 15"/>
                <a:gd name="T16" fmla="*/ 8 w 25"/>
                <a:gd name="T17" fmla="*/ 15 h 15"/>
                <a:gd name="T18" fmla="*/ 24 w 25"/>
                <a:gd name="T19" fmla="*/ 14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15"/>
                <a:gd name="T32" fmla="*/ 25 w 25"/>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15">
                  <a:moveTo>
                    <a:pt x="24" y="14"/>
                  </a:moveTo>
                  <a:cubicBezTo>
                    <a:pt x="24" y="14"/>
                    <a:pt x="25" y="8"/>
                    <a:pt x="24" y="0"/>
                  </a:cubicBezTo>
                  <a:cubicBezTo>
                    <a:pt x="22" y="0"/>
                    <a:pt x="22" y="0"/>
                    <a:pt x="22" y="0"/>
                  </a:cubicBezTo>
                  <a:cubicBezTo>
                    <a:pt x="6" y="0"/>
                    <a:pt x="6" y="0"/>
                    <a:pt x="6" y="0"/>
                  </a:cubicBezTo>
                  <a:cubicBezTo>
                    <a:pt x="6" y="0"/>
                    <a:pt x="6" y="1"/>
                    <a:pt x="6" y="1"/>
                  </a:cubicBezTo>
                  <a:cubicBezTo>
                    <a:pt x="8" y="3"/>
                    <a:pt x="7" y="7"/>
                    <a:pt x="3" y="8"/>
                  </a:cubicBezTo>
                  <a:cubicBezTo>
                    <a:pt x="0" y="9"/>
                    <a:pt x="0" y="12"/>
                    <a:pt x="3" y="13"/>
                  </a:cubicBezTo>
                  <a:cubicBezTo>
                    <a:pt x="5" y="13"/>
                    <a:pt x="4" y="14"/>
                    <a:pt x="3" y="15"/>
                  </a:cubicBezTo>
                  <a:cubicBezTo>
                    <a:pt x="6" y="15"/>
                    <a:pt x="8" y="15"/>
                    <a:pt x="8" y="15"/>
                  </a:cubicBezTo>
                  <a:cubicBezTo>
                    <a:pt x="11" y="15"/>
                    <a:pt x="24" y="14"/>
                    <a:pt x="24" y="14"/>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4" name="Freeform 40"/>
            <p:cNvSpPr>
              <a:spLocks noChangeArrowheads="1"/>
            </p:cNvSpPr>
            <p:nvPr/>
          </p:nvSpPr>
          <p:spPr bwMode="auto">
            <a:xfrm>
              <a:off x="3887801" y="2389190"/>
              <a:ext cx="153988" cy="188914"/>
            </a:xfrm>
            <a:custGeom>
              <a:avLst/>
              <a:gdLst>
                <a:gd name="T0" fmla="*/ 21 w 80"/>
                <a:gd name="T1" fmla="*/ 94 h 99"/>
                <a:gd name="T2" fmla="*/ 29 w 80"/>
                <a:gd name="T3" fmla="*/ 95 h 99"/>
                <a:gd name="T4" fmla="*/ 38 w 80"/>
                <a:gd name="T5" fmla="*/ 95 h 99"/>
                <a:gd name="T6" fmla="*/ 43 w 80"/>
                <a:gd name="T7" fmla="*/ 95 h 99"/>
                <a:gd name="T8" fmla="*/ 50 w 80"/>
                <a:gd name="T9" fmla="*/ 88 h 99"/>
                <a:gd name="T10" fmla="*/ 54 w 80"/>
                <a:gd name="T11" fmla="*/ 80 h 99"/>
                <a:gd name="T12" fmla="*/ 55 w 80"/>
                <a:gd name="T13" fmla="*/ 61 h 99"/>
                <a:gd name="T14" fmla="*/ 64 w 80"/>
                <a:gd name="T15" fmla="*/ 49 h 99"/>
                <a:gd name="T16" fmla="*/ 73 w 80"/>
                <a:gd name="T17" fmla="*/ 25 h 99"/>
                <a:gd name="T18" fmla="*/ 77 w 80"/>
                <a:gd name="T19" fmla="*/ 13 h 99"/>
                <a:gd name="T20" fmla="*/ 79 w 80"/>
                <a:gd name="T21" fmla="*/ 1 h 99"/>
                <a:gd name="T22" fmla="*/ 79 w 80"/>
                <a:gd name="T23" fmla="*/ 1 h 99"/>
                <a:gd name="T24" fmla="*/ 69 w 80"/>
                <a:gd name="T25" fmla="*/ 0 h 99"/>
                <a:gd name="T26" fmla="*/ 64 w 80"/>
                <a:gd name="T27" fmla="*/ 1 h 99"/>
                <a:gd name="T28" fmla="*/ 58 w 80"/>
                <a:gd name="T29" fmla="*/ 3 h 99"/>
                <a:gd name="T30" fmla="*/ 56 w 80"/>
                <a:gd name="T31" fmla="*/ 11 h 99"/>
                <a:gd name="T32" fmla="*/ 52 w 80"/>
                <a:gd name="T33" fmla="*/ 22 h 99"/>
                <a:gd name="T34" fmla="*/ 36 w 80"/>
                <a:gd name="T35" fmla="*/ 17 h 99"/>
                <a:gd name="T36" fmla="*/ 23 w 80"/>
                <a:gd name="T37" fmla="*/ 17 h 99"/>
                <a:gd name="T38" fmla="*/ 22 w 80"/>
                <a:gd name="T39" fmla="*/ 28 h 99"/>
                <a:gd name="T40" fmla="*/ 33 w 80"/>
                <a:gd name="T41" fmla="*/ 28 h 99"/>
                <a:gd name="T42" fmla="*/ 32 w 80"/>
                <a:gd name="T43" fmla="*/ 37 h 99"/>
                <a:gd name="T44" fmla="*/ 34 w 80"/>
                <a:gd name="T45" fmla="*/ 46 h 99"/>
                <a:gd name="T46" fmla="*/ 37 w 80"/>
                <a:gd name="T47" fmla="*/ 58 h 99"/>
                <a:gd name="T48" fmla="*/ 33 w 80"/>
                <a:gd name="T49" fmla="*/ 72 h 99"/>
                <a:gd name="T50" fmla="*/ 25 w 80"/>
                <a:gd name="T51" fmla="*/ 70 h 99"/>
                <a:gd name="T52" fmla="*/ 18 w 80"/>
                <a:gd name="T53" fmla="*/ 63 h 99"/>
                <a:gd name="T54" fmla="*/ 14 w 80"/>
                <a:gd name="T55" fmla="*/ 69 h 99"/>
                <a:gd name="T56" fmla="*/ 7 w 80"/>
                <a:gd name="T57" fmla="*/ 74 h 99"/>
                <a:gd name="T58" fmla="*/ 5 w 80"/>
                <a:gd name="T59" fmla="*/ 83 h 99"/>
                <a:gd name="T60" fmla="*/ 0 w 80"/>
                <a:gd name="T61" fmla="*/ 87 h 99"/>
                <a:gd name="T62" fmla="*/ 1 w 80"/>
                <a:gd name="T63" fmla="*/ 88 h 99"/>
                <a:gd name="T64" fmla="*/ 11 w 80"/>
                <a:gd name="T65" fmla="*/ 99 h 99"/>
                <a:gd name="T66" fmla="*/ 21 w 80"/>
                <a:gd name="T67" fmla="*/ 94 h 9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0"/>
                <a:gd name="T103" fmla="*/ 0 h 99"/>
                <a:gd name="T104" fmla="*/ 80 w 80"/>
                <a:gd name="T105" fmla="*/ 99 h 9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0" h="99">
                  <a:moveTo>
                    <a:pt x="21" y="94"/>
                  </a:moveTo>
                  <a:cubicBezTo>
                    <a:pt x="23" y="95"/>
                    <a:pt x="25" y="98"/>
                    <a:pt x="29" y="95"/>
                  </a:cubicBezTo>
                  <a:cubicBezTo>
                    <a:pt x="33" y="91"/>
                    <a:pt x="38" y="92"/>
                    <a:pt x="38" y="95"/>
                  </a:cubicBezTo>
                  <a:cubicBezTo>
                    <a:pt x="38" y="99"/>
                    <a:pt x="39" y="98"/>
                    <a:pt x="43" y="95"/>
                  </a:cubicBezTo>
                  <a:cubicBezTo>
                    <a:pt x="46" y="91"/>
                    <a:pt x="50" y="95"/>
                    <a:pt x="50" y="88"/>
                  </a:cubicBezTo>
                  <a:cubicBezTo>
                    <a:pt x="50" y="81"/>
                    <a:pt x="54" y="88"/>
                    <a:pt x="54" y="80"/>
                  </a:cubicBezTo>
                  <a:cubicBezTo>
                    <a:pt x="54" y="72"/>
                    <a:pt x="55" y="65"/>
                    <a:pt x="55" y="61"/>
                  </a:cubicBezTo>
                  <a:cubicBezTo>
                    <a:pt x="55" y="58"/>
                    <a:pt x="64" y="54"/>
                    <a:pt x="64" y="49"/>
                  </a:cubicBezTo>
                  <a:cubicBezTo>
                    <a:pt x="64" y="43"/>
                    <a:pt x="73" y="32"/>
                    <a:pt x="73" y="25"/>
                  </a:cubicBezTo>
                  <a:cubicBezTo>
                    <a:pt x="73" y="18"/>
                    <a:pt x="75" y="16"/>
                    <a:pt x="77" y="13"/>
                  </a:cubicBezTo>
                  <a:cubicBezTo>
                    <a:pt x="78" y="11"/>
                    <a:pt x="80" y="6"/>
                    <a:pt x="79" y="1"/>
                  </a:cubicBezTo>
                  <a:cubicBezTo>
                    <a:pt x="79" y="1"/>
                    <a:pt x="79" y="1"/>
                    <a:pt x="79" y="1"/>
                  </a:cubicBezTo>
                  <a:cubicBezTo>
                    <a:pt x="69" y="0"/>
                    <a:pt x="69" y="0"/>
                    <a:pt x="69" y="0"/>
                  </a:cubicBezTo>
                  <a:cubicBezTo>
                    <a:pt x="64" y="1"/>
                    <a:pt x="64" y="1"/>
                    <a:pt x="64" y="1"/>
                  </a:cubicBezTo>
                  <a:cubicBezTo>
                    <a:pt x="58" y="3"/>
                    <a:pt x="58" y="3"/>
                    <a:pt x="58" y="3"/>
                  </a:cubicBezTo>
                  <a:cubicBezTo>
                    <a:pt x="58" y="3"/>
                    <a:pt x="59" y="8"/>
                    <a:pt x="56" y="11"/>
                  </a:cubicBezTo>
                  <a:cubicBezTo>
                    <a:pt x="53" y="15"/>
                    <a:pt x="52" y="22"/>
                    <a:pt x="52" y="22"/>
                  </a:cubicBezTo>
                  <a:cubicBezTo>
                    <a:pt x="52" y="22"/>
                    <a:pt x="40" y="16"/>
                    <a:pt x="36" y="17"/>
                  </a:cubicBezTo>
                  <a:cubicBezTo>
                    <a:pt x="35" y="17"/>
                    <a:pt x="29" y="17"/>
                    <a:pt x="23" y="17"/>
                  </a:cubicBezTo>
                  <a:cubicBezTo>
                    <a:pt x="23" y="21"/>
                    <a:pt x="22" y="27"/>
                    <a:pt x="22" y="28"/>
                  </a:cubicBezTo>
                  <a:cubicBezTo>
                    <a:pt x="22" y="31"/>
                    <a:pt x="30" y="26"/>
                    <a:pt x="33" y="28"/>
                  </a:cubicBezTo>
                  <a:cubicBezTo>
                    <a:pt x="37" y="31"/>
                    <a:pt x="36" y="35"/>
                    <a:pt x="32" y="37"/>
                  </a:cubicBezTo>
                  <a:cubicBezTo>
                    <a:pt x="28" y="39"/>
                    <a:pt x="30" y="44"/>
                    <a:pt x="34" y="46"/>
                  </a:cubicBezTo>
                  <a:cubicBezTo>
                    <a:pt x="37" y="49"/>
                    <a:pt x="37" y="53"/>
                    <a:pt x="37" y="58"/>
                  </a:cubicBezTo>
                  <a:cubicBezTo>
                    <a:pt x="37" y="64"/>
                    <a:pt x="37" y="71"/>
                    <a:pt x="33" y="72"/>
                  </a:cubicBezTo>
                  <a:cubicBezTo>
                    <a:pt x="30" y="72"/>
                    <a:pt x="28" y="69"/>
                    <a:pt x="25" y="70"/>
                  </a:cubicBezTo>
                  <a:cubicBezTo>
                    <a:pt x="22" y="71"/>
                    <a:pt x="21" y="63"/>
                    <a:pt x="18" y="63"/>
                  </a:cubicBezTo>
                  <a:cubicBezTo>
                    <a:pt x="16" y="63"/>
                    <a:pt x="17" y="69"/>
                    <a:pt x="14" y="69"/>
                  </a:cubicBezTo>
                  <a:cubicBezTo>
                    <a:pt x="10" y="69"/>
                    <a:pt x="5" y="69"/>
                    <a:pt x="7" y="74"/>
                  </a:cubicBezTo>
                  <a:cubicBezTo>
                    <a:pt x="9" y="80"/>
                    <a:pt x="11" y="83"/>
                    <a:pt x="5" y="83"/>
                  </a:cubicBezTo>
                  <a:cubicBezTo>
                    <a:pt x="3" y="83"/>
                    <a:pt x="1" y="85"/>
                    <a:pt x="0" y="87"/>
                  </a:cubicBezTo>
                  <a:cubicBezTo>
                    <a:pt x="0" y="87"/>
                    <a:pt x="1" y="87"/>
                    <a:pt x="1" y="88"/>
                  </a:cubicBezTo>
                  <a:cubicBezTo>
                    <a:pt x="6" y="91"/>
                    <a:pt x="9" y="95"/>
                    <a:pt x="11" y="99"/>
                  </a:cubicBezTo>
                  <a:cubicBezTo>
                    <a:pt x="15" y="96"/>
                    <a:pt x="20" y="93"/>
                    <a:pt x="21" y="94"/>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5" name="Freeform 41"/>
            <p:cNvSpPr>
              <a:spLocks noChangeArrowheads="1"/>
            </p:cNvSpPr>
            <p:nvPr/>
          </p:nvSpPr>
          <p:spPr bwMode="auto">
            <a:xfrm>
              <a:off x="4105289" y="1954214"/>
              <a:ext cx="358776" cy="441326"/>
            </a:xfrm>
            <a:custGeom>
              <a:avLst/>
              <a:gdLst>
                <a:gd name="T0" fmla="*/ 141 w 187"/>
                <a:gd name="T1" fmla="*/ 13 h 231"/>
                <a:gd name="T2" fmla="*/ 128 w 187"/>
                <a:gd name="T3" fmla="*/ 15 h 231"/>
                <a:gd name="T4" fmla="*/ 108 w 187"/>
                <a:gd name="T5" fmla="*/ 13 h 231"/>
                <a:gd name="T6" fmla="*/ 36 w 187"/>
                <a:gd name="T7" fmla="*/ 15 h 231"/>
                <a:gd name="T8" fmla="*/ 25 w 187"/>
                <a:gd name="T9" fmla="*/ 39 h 231"/>
                <a:gd name="T10" fmla="*/ 24 w 187"/>
                <a:gd name="T11" fmla="*/ 88 h 231"/>
                <a:gd name="T12" fmla="*/ 10 w 187"/>
                <a:gd name="T13" fmla="*/ 101 h 231"/>
                <a:gd name="T14" fmla="*/ 4 w 187"/>
                <a:gd name="T15" fmla="*/ 117 h 231"/>
                <a:gd name="T16" fmla="*/ 8 w 187"/>
                <a:gd name="T17" fmla="*/ 132 h 231"/>
                <a:gd name="T18" fmla="*/ 12 w 187"/>
                <a:gd name="T19" fmla="*/ 144 h 231"/>
                <a:gd name="T20" fmla="*/ 21 w 187"/>
                <a:gd name="T21" fmla="*/ 165 h 231"/>
                <a:gd name="T22" fmla="*/ 24 w 187"/>
                <a:gd name="T23" fmla="*/ 170 h 231"/>
                <a:gd name="T24" fmla="*/ 35 w 187"/>
                <a:gd name="T25" fmla="*/ 177 h 231"/>
                <a:gd name="T26" fmla="*/ 47 w 187"/>
                <a:gd name="T27" fmla="*/ 190 h 231"/>
                <a:gd name="T28" fmla="*/ 59 w 187"/>
                <a:gd name="T29" fmla="*/ 204 h 231"/>
                <a:gd name="T30" fmla="*/ 64 w 187"/>
                <a:gd name="T31" fmla="*/ 213 h 231"/>
                <a:gd name="T32" fmla="*/ 76 w 187"/>
                <a:gd name="T33" fmla="*/ 219 h 231"/>
                <a:gd name="T34" fmla="*/ 88 w 187"/>
                <a:gd name="T35" fmla="*/ 218 h 231"/>
                <a:gd name="T36" fmla="*/ 109 w 187"/>
                <a:gd name="T37" fmla="*/ 227 h 231"/>
                <a:gd name="T38" fmla="*/ 124 w 187"/>
                <a:gd name="T39" fmla="*/ 226 h 231"/>
                <a:gd name="T40" fmla="*/ 135 w 187"/>
                <a:gd name="T41" fmla="*/ 222 h 231"/>
                <a:gd name="T42" fmla="*/ 146 w 187"/>
                <a:gd name="T43" fmla="*/ 214 h 231"/>
                <a:gd name="T44" fmla="*/ 155 w 187"/>
                <a:gd name="T45" fmla="*/ 217 h 231"/>
                <a:gd name="T46" fmla="*/ 145 w 187"/>
                <a:gd name="T47" fmla="*/ 198 h 231"/>
                <a:gd name="T48" fmla="*/ 125 w 187"/>
                <a:gd name="T49" fmla="*/ 180 h 231"/>
                <a:gd name="T50" fmla="*/ 136 w 187"/>
                <a:gd name="T51" fmla="*/ 172 h 231"/>
                <a:gd name="T52" fmla="*/ 141 w 187"/>
                <a:gd name="T53" fmla="*/ 149 h 231"/>
                <a:gd name="T54" fmla="*/ 149 w 187"/>
                <a:gd name="T55" fmla="*/ 133 h 231"/>
                <a:gd name="T56" fmla="*/ 161 w 187"/>
                <a:gd name="T57" fmla="*/ 119 h 231"/>
                <a:gd name="T58" fmla="*/ 166 w 187"/>
                <a:gd name="T59" fmla="*/ 90 h 231"/>
                <a:gd name="T60" fmla="*/ 176 w 187"/>
                <a:gd name="T61" fmla="*/ 73 h 231"/>
                <a:gd name="T62" fmla="*/ 180 w 187"/>
                <a:gd name="T63" fmla="*/ 57 h 231"/>
                <a:gd name="T64" fmla="*/ 171 w 187"/>
                <a:gd name="T65" fmla="*/ 20 h 231"/>
                <a:gd name="T66" fmla="*/ 155 w 187"/>
                <a:gd name="T67" fmla="*/ 0 h 231"/>
                <a:gd name="T68" fmla="*/ 148 w 187"/>
                <a:gd name="T69" fmla="*/ 5 h 23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87"/>
                <a:gd name="T106" fmla="*/ 0 h 231"/>
                <a:gd name="T107" fmla="*/ 187 w 187"/>
                <a:gd name="T108" fmla="*/ 231 h 23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87" h="231">
                  <a:moveTo>
                    <a:pt x="148" y="5"/>
                  </a:moveTo>
                  <a:cubicBezTo>
                    <a:pt x="145" y="5"/>
                    <a:pt x="146" y="13"/>
                    <a:pt x="141" y="13"/>
                  </a:cubicBezTo>
                  <a:cubicBezTo>
                    <a:pt x="136" y="13"/>
                    <a:pt x="138" y="18"/>
                    <a:pt x="134" y="18"/>
                  </a:cubicBezTo>
                  <a:cubicBezTo>
                    <a:pt x="131" y="18"/>
                    <a:pt x="128" y="15"/>
                    <a:pt x="128" y="15"/>
                  </a:cubicBezTo>
                  <a:cubicBezTo>
                    <a:pt x="114" y="15"/>
                    <a:pt x="114" y="15"/>
                    <a:pt x="114" y="15"/>
                  </a:cubicBezTo>
                  <a:cubicBezTo>
                    <a:pt x="114" y="15"/>
                    <a:pt x="110" y="11"/>
                    <a:pt x="108" y="13"/>
                  </a:cubicBezTo>
                  <a:cubicBezTo>
                    <a:pt x="106" y="14"/>
                    <a:pt x="104" y="15"/>
                    <a:pt x="104" y="15"/>
                  </a:cubicBezTo>
                  <a:cubicBezTo>
                    <a:pt x="36" y="15"/>
                    <a:pt x="36" y="15"/>
                    <a:pt x="36" y="15"/>
                  </a:cubicBezTo>
                  <a:cubicBezTo>
                    <a:pt x="36" y="29"/>
                    <a:pt x="36" y="39"/>
                    <a:pt x="36" y="39"/>
                  </a:cubicBezTo>
                  <a:cubicBezTo>
                    <a:pt x="25" y="39"/>
                    <a:pt x="25" y="39"/>
                    <a:pt x="25" y="39"/>
                  </a:cubicBezTo>
                  <a:cubicBezTo>
                    <a:pt x="25" y="76"/>
                    <a:pt x="25" y="76"/>
                    <a:pt x="25" y="76"/>
                  </a:cubicBezTo>
                  <a:cubicBezTo>
                    <a:pt x="25" y="76"/>
                    <a:pt x="26" y="87"/>
                    <a:pt x="24" y="88"/>
                  </a:cubicBezTo>
                  <a:cubicBezTo>
                    <a:pt x="22" y="88"/>
                    <a:pt x="14" y="90"/>
                    <a:pt x="14" y="94"/>
                  </a:cubicBezTo>
                  <a:cubicBezTo>
                    <a:pt x="14" y="97"/>
                    <a:pt x="13" y="100"/>
                    <a:pt x="10" y="101"/>
                  </a:cubicBezTo>
                  <a:cubicBezTo>
                    <a:pt x="6" y="101"/>
                    <a:pt x="10" y="109"/>
                    <a:pt x="5" y="109"/>
                  </a:cubicBezTo>
                  <a:cubicBezTo>
                    <a:pt x="0" y="109"/>
                    <a:pt x="7" y="115"/>
                    <a:pt x="4" y="117"/>
                  </a:cubicBezTo>
                  <a:cubicBezTo>
                    <a:pt x="2" y="120"/>
                    <a:pt x="2" y="124"/>
                    <a:pt x="6" y="124"/>
                  </a:cubicBezTo>
                  <a:cubicBezTo>
                    <a:pt x="9" y="124"/>
                    <a:pt x="8" y="128"/>
                    <a:pt x="8" y="132"/>
                  </a:cubicBezTo>
                  <a:cubicBezTo>
                    <a:pt x="8" y="136"/>
                    <a:pt x="13" y="139"/>
                    <a:pt x="13" y="139"/>
                  </a:cubicBezTo>
                  <a:cubicBezTo>
                    <a:pt x="12" y="144"/>
                    <a:pt x="12" y="144"/>
                    <a:pt x="12" y="144"/>
                  </a:cubicBezTo>
                  <a:cubicBezTo>
                    <a:pt x="12" y="144"/>
                    <a:pt x="20" y="153"/>
                    <a:pt x="20" y="155"/>
                  </a:cubicBezTo>
                  <a:cubicBezTo>
                    <a:pt x="21" y="157"/>
                    <a:pt x="25" y="163"/>
                    <a:pt x="21" y="165"/>
                  </a:cubicBezTo>
                  <a:cubicBezTo>
                    <a:pt x="17" y="167"/>
                    <a:pt x="20" y="169"/>
                    <a:pt x="20" y="169"/>
                  </a:cubicBezTo>
                  <a:cubicBezTo>
                    <a:pt x="24" y="170"/>
                    <a:pt x="24" y="170"/>
                    <a:pt x="24" y="170"/>
                  </a:cubicBezTo>
                  <a:cubicBezTo>
                    <a:pt x="26" y="173"/>
                    <a:pt x="26" y="173"/>
                    <a:pt x="26" y="173"/>
                  </a:cubicBezTo>
                  <a:cubicBezTo>
                    <a:pt x="26" y="173"/>
                    <a:pt x="31" y="173"/>
                    <a:pt x="35" y="177"/>
                  </a:cubicBezTo>
                  <a:cubicBezTo>
                    <a:pt x="38" y="181"/>
                    <a:pt x="40" y="182"/>
                    <a:pt x="40" y="184"/>
                  </a:cubicBezTo>
                  <a:cubicBezTo>
                    <a:pt x="40" y="186"/>
                    <a:pt x="43" y="187"/>
                    <a:pt x="47" y="190"/>
                  </a:cubicBezTo>
                  <a:cubicBezTo>
                    <a:pt x="51" y="194"/>
                    <a:pt x="51" y="196"/>
                    <a:pt x="51" y="198"/>
                  </a:cubicBezTo>
                  <a:cubicBezTo>
                    <a:pt x="51" y="200"/>
                    <a:pt x="59" y="204"/>
                    <a:pt x="59" y="204"/>
                  </a:cubicBezTo>
                  <a:cubicBezTo>
                    <a:pt x="61" y="210"/>
                    <a:pt x="61" y="210"/>
                    <a:pt x="61" y="210"/>
                  </a:cubicBezTo>
                  <a:cubicBezTo>
                    <a:pt x="62" y="211"/>
                    <a:pt x="63" y="212"/>
                    <a:pt x="64" y="213"/>
                  </a:cubicBezTo>
                  <a:cubicBezTo>
                    <a:pt x="65" y="217"/>
                    <a:pt x="69" y="219"/>
                    <a:pt x="69" y="219"/>
                  </a:cubicBezTo>
                  <a:cubicBezTo>
                    <a:pt x="69" y="219"/>
                    <a:pt x="73" y="221"/>
                    <a:pt x="76" y="219"/>
                  </a:cubicBezTo>
                  <a:cubicBezTo>
                    <a:pt x="79" y="216"/>
                    <a:pt x="82" y="219"/>
                    <a:pt x="82" y="219"/>
                  </a:cubicBezTo>
                  <a:cubicBezTo>
                    <a:pt x="82" y="219"/>
                    <a:pt x="86" y="217"/>
                    <a:pt x="88" y="218"/>
                  </a:cubicBezTo>
                  <a:cubicBezTo>
                    <a:pt x="89" y="219"/>
                    <a:pt x="95" y="224"/>
                    <a:pt x="101" y="229"/>
                  </a:cubicBezTo>
                  <a:cubicBezTo>
                    <a:pt x="102" y="229"/>
                    <a:pt x="107" y="227"/>
                    <a:pt x="109" y="227"/>
                  </a:cubicBezTo>
                  <a:cubicBezTo>
                    <a:pt x="112" y="226"/>
                    <a:pt x="115" y="231"/>
                    <a:pt x="116" y="229"/>
                  </a:cubicBezTo>
                  <a:cubicBezTo>
                    <a:pt x="117" y="228"/>
                    <a:pt x="122" y="225"/>
                    <a:pt x="124" y="226"/>
                  </a:cubicBezTo>
                  <a:cubicBezTo>
                    <a:pt x="126" y="227"/>
                    <a:pt x="131" y="228"/>
                    <a:pt x="131" y="226"/>
                  </a:cubicBezTo>
                  <a:cubicBezTo>
                    <a:pt x="132" y="225"/>
                    <a:pt x="134" y="223"/>
                    <a:pt x="135" y="222"/>
                  </a:cubicBezTo>
                  <a:cubicBezTo>
                    <a:pt x="136" y="222"/>
                    <a:pt x="136" y="221"/>
                    <a:pt x="137" y="220"/>
                  </a:cubicBezTo>
                  <a:cubicBezTo>
                    <a:pt x="137" y="218"/>
                    <a:pt x="143" y="215"/>
                    <a:pt x="146" y="214"/>
                  </a:cubicBezTo>
                  <a:cubicBezTo>
                    <a:pt x="148" y="214"/>
                    <a:pt x="151" y="214"/>
                    <a:pt x="152" y="215"/>
                  </a:cubicBezTo>
                  <a:cubicBezTo>
                    <a:pt x="153" y="216"/>
                    <a:pt x="154" y="216"/>
                    <a:pt x="155" y="217"/>
                  </a:cubicBezTo>
                  <a:cubicBezTo>
                    <a:pt x="156" y="210"/>
                    <a:pt x="157" y="207"/>
                    <a:pt x="155" y="207"/>
                  </a:cubicBezTo>
                  <a:cubicBezTo>
                    <a:pt x="153" y="207"/>
                    <a:pt x="147" y="204"/>
                    <a:pt x="145" y="198"/>
                  </a:cubicBezTo>
                  <a:cubicBezTo>
                    <a:pt x="143" y="193"/>
                    <a:pt x="137" y="189"/>
                    <a:pt x="135" y="186"/>
                  </a:cubicBezTo>
                  <a:cubicBezTo>
                    <a:pt x="134" y="182"/>
                    <a:pt x="126" y="183"/>
                    <a:pt x="125" y="180"/>
                  </a:cubicBezTo>
                  <a:cubicBezTo>
                    <a:pt x="123" y="178"/>
                    <a:pt x="127" y="178"/>
                    <a:pt x="127" y="174"/>
                  </a:cubicBezTo>
                  <a:cubicBezTo>
                    <a:pt x="127" y="171"/>
                    <a:pt x="135" y="173"/>
                    <a:pt x="136" y="172"/>
                  </a:cubicBezTo>
                  <a:cubicBezTo>
                    <a:pt x="137" y="171"/>
                    <a:pt x="137" y="164"/>
                    <a:pt x="137" y="159"/>
                  </a:cubicBezTo>
                  <a:cubicBezTo>
                    <a:pt x="137" y="155"/>
                    <a:pt x="143" y="151"/>
                    <a:pt x="141" y="149"/>
                  </a:cubicBezTo>
                  <a:cubicBezTo>
                    <a:pt x="139" y="147"/>
                    <a:pt x="143" y="146"/>
                    <a:pt x="146" y="144"/>
                  </a:cubicBezTo>
                  <a:cubicBezTo>
                    <a:pt x="148" y="142"/>
                    <a:pt x="146" y="136"/>
                    <a:pt x="149" y="133"/>
                  </a:cubicBezTo>
                  <a:cubicBezTo>
                    <a:pt x="152" y="130"/>
                    <a:pt x="154" y="125"/>
                    <a:pt x="156" y="125"/>
                  </a:cubicBezTo>
                  <a:cubicBezTo>
                    <a:pt x="158" y="125"/>
                    <a:pt x="161" y="122"/>
                    <a:pt x="161" y="119"/>
                  </a:cubicBezTo>
                  <a:cubicBezTo>
                    <a:pt x="161" y="116"/>
                    <a:pt x="166" y="111"/>
                    <a:pt x="165" y="106"/>
                  </a:cubicBezTo>
                  <a:cubicBezTo>
                    <a:pt x="164" y="101"/>
                    <a:pt x="162" y="95"/>
                    <a:pt x="166" y="90"/>
                  </a:cubicBezTo>
                  <a:cubicBezTo>
                    <a:pt x="169" y="86"/>
                    <a:pt x="171" y="83"/>
                    <a:pt x="170" y="79"/>
                  </a:cubicBezTo>
                  <a:cubicBezTo>
                    <a:pt x="169" y="76"/>
                    <a:pt x="174" y="75"/>
                    <a:pt x="176" y="73"/>
                  </a:cubicBezTo>
                  <a:cubicBezTo>
                    <a:pt x="178" y="72"/>
                    <a:pt x="183" y="69"/>
                    <a:pt x="187" y="63"/>
                  </a:cubicBezTo>
                  <a:cubicBezTo>
                    <a:pt x="184" y="60"/>
                    <a:pt x="182" y="57"/>
                    <a:pt x="180" y="57"/>
                  </a:cubicBezTo>
                  <a:cubicBezTo>
                    <a:pt x="176" y="55"/>
                    <a:pt x="173" y="48"/>
                    <a:pt x="173" y="39"/>
                  </a:cubicBezTo>
                  <a:cubicBezTo>
                    <a:pt x="173" y="30"/>
                    <a:pt x="171" y="23"/>
                    <a:pt x="171" y="20"/>
                  </a:cubicBezTo>
                  <a:cubicBezTo>
                    <a:pt x="171" y="17"/>
                    <a:pt x="166" y="11"/>
                    <a:pt x="161" y="9"/>
                  </a:cubicBezTo>
                  <a:cubicBezTo>
                    <a:pt x="157" y="7"/>
                    <a:pt x="155" y="4"/>
                    <a:pt x="155" y="0"/>
                  </a:cubicBezTo>
                  <a:cubicBezTo>
                    <a:pt x="155" y="0"/>
                    <a:pt x="154" y="0"/>
                    <a:pt x="154" y="1"/>
                  </a:cubicBezTo>
                  <a:cubicBezTo>
                    <a:pt x="151" y="5"/>
                    <a:pt x="152" y="5"/>
                    <a:pt x="148" y="5"/>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6" name="Freeform 42"/>
            <p:cNvSpPr>
              <a:spLocks noChangeArrowheads="1"/>
            </p:cNvSpPr>
            <p:nvPr/>
          </p:nvSpPr>
          <p:spPr bwMode="auto">
            <a:xfrm>
              <a:off x="4530740" y="2192339"/>
              <a:ext cx="41275" cy="41275"/>
            </a:xfrm>
            <a:custGeom>
              <a:avLst/>
              <a:gdLst>
                <a:gd name="T0" fmla="*/ 8 w 22"/>
                <a:gd name="T1" fmla="*/ 3 h 21"/>
                <a:gd name="T2" fmla="*/ 3 w 22"/>
                <a:gd name="T3" fmla="*/ 10 h 21"/>
                <a:gd name="T4" fmla="*/ 2 w 22"/>
                <a:gd name="T5" fmla="*/ 20 h 21"/>
                <a:gd name="T6" fmla="*/ 9 w 22"/>
                <a:gd name="T7" fmla="*/ 19 h 21"/>
                <a:gd name="T8" fmla="*/ 14 w 22"/>
                <a:gd name="T9" fmla="*/ 21 h 21"/>
                <a:gd name="T10" fmla="*/ 19 w 22"/>
                <a:gd name="T11" fmla="*/ 16 h 21"/>
                <a:gd name="T12" fmla="*/ 13 w 22"/>
                <a:gd name="T13" fmla="*/ 13 h 21"/>
                <a:gd name="T14" fmla="*/ 19 w 22"/>
                <a:gd name="T15" fmla="*/ 8 h 21"/>
                <a:gd name="T16" fmla="*/ 18 w 22"/>
                <a:gd name="T17" fmla="*/ 1 h 21"/>
                <a:gd name="T18" fmla="*/ 17 w 22"/>
                <a:gd name="T19" fmla="*/ 0 h 21"/>
                <a:gd name="T20" fmla="*/ 14 w 22"/>
                <a:gd name="T21" fmla="*/ 2 h 21"/>
                <a:gd name="T22" fmla="*/ 8 w 22"/>
                <a:gd name="T23" fmla="*/ 3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1"/>
                <a:gd name="T38" fmla="*/ 22 w 22"/>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1">
                  <a:moveTo>
                    <a:pt x="8" y="3"/>
                  </a:moveTo>
                  <a:cubicBezTo>
                    <a:pt x="8" y="4"/>
                    <a:pt x="5" y="8"/>
                    <a:pt x="3" y="10"/>
                  </a:cubicBezTo>
                  <a:cubicBezTo>
                    <a:pt x="0" y="13"/>
                    <a:pt x="2" y="18"/>
                    <a:pt x="2" y="20"/>
                  </a:cubicBezTo>
                  <a:cubicBezTo>
                    <a:pt x="3" y="21"/>
                    <a:pt x="7" y="21"/>
                    <a:pt x="9" y="19"/>
                  </a:cubicBezTo>
                  <a:cubicBezTo>
                    <a:pt x="10" y="18"/>
                    <a:pt x="12" y="19"/>
                    <a:pt x="14" y="21"/>
                  </a:cubicBezTo>
                  <a:cubicBezTo>
                    <a:pt x="15" y="19"/>
                    <a:pt x="17" y="17"/>
                    <a:pt x="19" y="16"/>
                  </a:cubicBezTo>
                  <a:cubicBezTo>
                    <a:pt x="16" y="14"/>
                    <a:pt x="13" y="14"/>
                    <a:pt x="13" y="13"/>
                  </a:cubicBezTo>
                  <a:cubicBezTo>
                    <a:pt x="12" y="12"/>
                    <a:pt x="16" y="9"/>
                    <a:pt x="19" y="8"/>
                  </a:cubicBezTo>
                  <a:cubicBezTo>
                    <a:pt x="22" y="7"/>
                    <a:pt x="21" y="4"/>
                    <a:pt x="18" y="1"/>
                  </a:cubicBezTo>
                  <a:cubicBezTo>
                    <a:pt x="18" y="1"/>
                    <a:pt x="17" y="0"/>
                    <a:pt x="17" y="0"/>
                  </a:cubicBezTo>
                  <a:cubicBezTo>
                    <a:pt x="15" y="1"/>
                    <a:pt x="14" y="2"/>
                    <a:pt x="14" y="2"/>
                  </a:cubicBezTo>
                  <a:cubicBezTo>
                    <a:pt x="13" y="3"/>
                    <a:pt x="11" y="3"/>
                    <a:pt x="8" y="3"/>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7" name="Freeform 43"/>
            <p:cNvSpPr>
              <a:spLocks noChangeArrowheads="1"/>
            </p:cNvSpPr>
            <p:nvPr/>
          </p:nvSpPr>
          <p:spPr bwMode="auto">
            <a:xfrm>
              <a:off x="4416440" y="2074864"/>
              <a:ext cx="146050" cy="123825"/>
            </a:xfrm>
            <a:custGeom>
              <a:avLst/>
              <a:gdLst>
                <a:gd name="T0" fmla="*/ 14 w 77"/>
                <a:gd name="T1" fmla="*/ 10 h 65"/>
                <a:gd name="T2" fmla="*/ 8 w 77"/>
                <a:gd name="T3" fmla="*/ 16 h 65"/>
                <a:gd name="T4" fmla="*/ 4 w 77"/>
                <a:gd name="T5" fmla="*/ 27 h 65"/>
                <a:gd name="T6" fmla="*/ 3 w 77"/>
                <a:gd name="T7" fmla="*/ 43 h 65"/>
                <a:gd name="T8" fmla="*/ 13 w 77"/>
                <a:gd name="T9" fmla="*/ 43 h 65"/>
                <a:gd name="T10" fmla="*/ 16 w 77"/>
                <a:gd name="T11" fmla="*/ 40 h 65"/>
                <a:gd name="T12" fmla="*/ 21 w 77"/>
                <a:gd name="T13" fmla="*/ 38 h 65"/>
                <a:gd name="T14" fmla="*/ 28 w 77"/>
                <a:gd name="T15" fmla="*/ 41 h 65"/>
                <a:gd name="T16" fmla="*/ 33 w 77"/>
                <a:gd name="T17" fmla="*/ 41 h 65"/>
                <a:gd name="T18" fmla="*/ 45 w 77"/>
                <a:gd name="T19" fmla="*/ 41 h 65"/>
                <a:gd name="T20" fmla="*/ 68 w 77"/>
                <a:gd name="T21" fmla="*/ 64 h 65"/>
                <a:gd name="T22" fmla="*/ 68 w 77"/>
                <a:gd name="T23" fmla="*/ 65 h 65"/>
                <a:gd name="T24" fmla="*/ 74 w 77"/>
                <a:gd name="T25" fmla="*/ 64 h 65"/>
                <a:gd name="T26" fmla="*/ 77 w 77"/>
                <a:gd name="T27" fmla="*/ 62 h 65"/>
                <a:gd name="T28" fmla="*/ 65 w 77"/>
                <a:gd name="T29" fmla="*/ 49 h 65"/>
                <a:gd name="T30" fmla="*/ 47 w 77"/>
                <a:gd name="T31" fmla="*/ 36 h 65"/>
                <a:gd name="T32" fmla="*/ 40 w 77"/>
                <a:gd name="T33" fmla="*/ 29 h 65"/>
                <a:gd name="T34" fmla="*/ 31 w 77"/>
                <a:gd name="T35" fmla="*/ 13 h 65"/>
                <a:gd name="T36" fmla="*/ 25 w 77"/>
                <a:gd name="T37" fmla="*/ 0 h 65"/>
                <a:gd name="T38" fmla="*/ 14 w 77"/>
                <a:gd name="T39" fmla="*/ 10 h 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7"/>
                <a:gd name="T61" fmla="*/ 0 h 65"/>
                <a:gd name="T62" fmla="*/ 77 w 77"/>
                <a:gd name="T63" fmla="*/ 65 h 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7" h="65">
                  <a:moveTo>
                    <a:pt x="14" y="10"/>
                  </a:moveTo>
                  <a:cubicBezTo>
                    <a:pt x="12" y="12"/>
                    <a:pt x="7" y="13"/>
                    <a:pt x="8" y="16"/>
                  </a:cubicBezTo>
                  <a:cubicBezTo>
                    <a:pt x="9" y="20"/>
                    <a:pt x="7" y="23"/>
                    <a:pt x="4" y="27"/>
                  </a:cubicBezTo>
                  <a:cubicBezTo>
                    <a:pt x="0" y="32"/>
                    <a:pt x="2" y="38"/>
                    <a:pt x="3" y="43"/>
                  </a:cubicBezTo>
                  <a:cubicBezTo>
                    <a:pt x="7" y="42"/>
                    <a:pt x="12" y="42"/>
                    <a:pt x="13" y="43"/>
                  </a:cubicBezTo>
                  <a:cubicBezTo>
                    <a:pt x="14" y="45"/>
                    <a:pt x="15" y="43"/>
                    <a:pt x="16" y="40"/>
                  </a:cubicBezTo>
                  <a:cubicBezTo>
                    <a:pt x="17" y="36"/>
                    <a:pt x="19" y="36"/>
                    <a:pt x="21" y="38"/>
                  </a:cubicBezTo>
                  <a:cubicBezTo>
                    <a:pt x="23" y="40"/>
                    <a:pt x="25" y="43"/>
                    <a:pt x="28" y="41"/>
                  </a:cubicBezTo>
                  <a:cubicBezTo>
                    <a:pt x="32" y="39"/>
                    <a:pt x="32" y="40"/>
                    <a:pt x="33" y="41"/>
                  </a:cubicBezTo>
                  <a:cubicBezTo>
                    <a:pt x="35" y="42"/>
                    <a:pt x="42" y="41"/>
                    <a:pt x="45" y="41"/>
                  </a:cubicBezTo>
                  <a:cubicBezTo>
                    <a:pt x="47" y="41"/>
                    <a:pt x="68" y="64"/>
                    <a:pt x="68" y="64"/>
                  </a:cubicBezTo>
                  <a:cubicBezTo>
                    <a:pt x="68" y="64"/>
                    <a:pt x="68" y="64"/>
                    <a:pt x="68" y="65"/>
                  </a:cubicBezTo>
                  <a:cubicBezTo>
                    <a:pt x="71" y="65"/>
                    <a:pt x="73" y="65"/>
                    <a:pt x="74" y="64"/>
                  </a:cubicBezTo>
                  <a:cubicBezTo>
                    <a:pt x="74" y="64"/>
                    <a:pt x="75" y="63"/>
                    <a:pt x="77" y="62"/>
                  </a:cubicBezTo>
                  <a:cubicBezTo>
                    <a:pt x="74" y="59"/>
                    <a:pt x="70" y="55"/>
                    <a:pt x="65" y="49"/>
                  </a:cubicBezTo>
                  <a:cubicBezTo>
                    <a:pt x="58" y="41"/>
                    <a:pt x="51" y="36"/>
                    <a:pt x="47" y="36"/>
                  </a:cubicBezTo>
                  <a:cubicBezTo>
                    <a:pt x="43" y="36"/>
                    <a:pt x="42" y="29"/>
                    <a:pt x="40" y="29"/>
                  </a:cubicBezTo>
                  <a:cubicBezTo>
                    <a:pt x="37" y="29"/>
                    <a:pt x="32" y="19"/>
                    <a:pt x="31" y="13"/>
                  </a:cubicBezTo>
                  <a:cubicBezTo>
                    <a:pt x="31" y="9"/>
                    <a:pt x="28" y="4"/>
                    <a:pt x="25" y="0"/>
                  </a:cubicBezTo>
                  <a:cubicBezTo>
                    <a:pt x="21" y="6"/>
                    <a:pt x="16" y="9"/>
                    <a:pt x="14" y="10"/>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8" name="Freeform 44"/>
            <p:cNvSpPr>
              <a:spLocks noChangeArrowheads="1"/>
            </p:cNvSpPr>
            <p:nvPr/>
          </p:nvSpPr>
          <p:spPr bwMode="auto">
            <a:xfrm>
              <a:off x="4341827" y="2143128"/>
              <a:ext cx="323851" cy="252413"/>
            </a:xfrm>
            <a:custGeom>
              <a:avLst/>
              <a:gdLst>
                <a:gd name="T0" fmla="*/ 12 w 170"/>
                <a:gd name="T1" fmla="*/ 87 h 132"/>
                <a:gd name="T2" fmla="*/ 22 w 170"/>
                <a:gd name="T3" fmla="*/ 99 h 132"/>
                <a:gd name="T4" fmla="*/ 32 w 170"/>
                <a:gd name="T5" fmla="*/ 108 h 132"/>
                <a:gd name="T6" fmla="*/ 32 w 170"/>
                <a:gd name="T7" fmla="*/ 118 h 132"/>
                <a:gd name="T8" fmla="*/ 36 w 170"/>
                <a:gd name="T9" fmla="*/ 119 h 132"/>
                <a:gd name="T10" fmla="*/ 47 w 170"/>
                <a:gd name="T11" fmla="*/ 122 h 132"/>
                <a:gd name="T12" fmla="*/ 60 w 170"/>
                <a:gd name="T13" fmla="*/ 129 h 132"/>
                <a:gd name="T14" fmla="*/ 73 w 170"/>
                <a:gd name="T15" fmla="*/ 131 h 132"/>
                <a:gd name="T16" fmla="*/ 81 w 170"/>
                <a:gd name="T17" fmla="*/ 125 h 132"/>
                <a:gd name="T18" fmla="*/ 91 w 170"/>
                <a:gd name="T19" fmla="*/ 123 h 132"/>
                <a:gd name="T20" fmla="*/ 96 w 170"/>
                <a:gd name="T21" fmla="*/ 126 h 132"/>
                <a:gd name="T22" fmla="*/ 102 w 170"/>
                <a:gd name="T23" fmla="*/ 124 h 132"/>
                <a:gd name="T24" fmla="*/ 111 w 170"/>
                <a:gd name="T25" fmla="*/ 123 h 132"/>
                <a:gd name="T26" fmla="*/ 126 w 170"/>
                <a:gd name="T27" fmla="*/ 115 h 132"/>
                <a:gd name="T28" fmla="*/ 138 w 170"/>
                <a:gd name="T29" fmla="*/ 113 h 132"/>
                <a:gd name="T30" fmla="*/ 168 w 170"/>
                <a:gd name="T31" fmla="*/ 83 h 132"/>
                <a:gd name="T32" fmla="*/ 164 w 170"/>
                <a:gd name="T33" fmla="*/ 80 h 132"/>
                <a:gd name="T34" fmla="*/ 149 w 170"/>
                <a:gd name="T35" fmla="*/ 77 h 132"/>
                <a:gd name="T36" fmla="*/ 126 w 170"/>
                <a:gd name="T37" fmla="*/ 69 h 132"/>
                <a:gd name="T38" fmla="*/ 118 w 170"/>
                <a:gd name="T39" fmla="*/ 62 h 132"/>
                <a:gd name="T40" fmla="*/ 111 w 170"/>
                <a:gd name="T41" fmla="*/ 52 h 132"/>
                <a:gd name="T42" fmla="*/ 113 w 170"/>
                <a:gd name="T43" fmla="*/ 47 h 132"/>
                <a:gd name="T44" fmla="*/ 108 w 170"/>
                <a:gd name="T45" fmla="*/ 45 h 132"/>
                <a:gd name="T46" fmla="*/ 101 w 170"/>
                <a:gd name="T47" fmla="*/ 46 h 132"/>
                <a:gd name="T48" fmla="*/ 102 w 170"/>
                <a:gd name="T49" fmla="*/ 36 h 132"/>
                <a:gd name="T50" fmla="*/ 107 w 170"/>
                <a:gd name="T51" fmla="*/ 28 h 132"/>
                <a:gd name="T52" fmla="*/ 84 w 170"/>
                <a:gd name="T53" fmla="*/ 5 h 132"/>
                <a:gd name="T54" fmla="*/ 72 w 170"/>
                <a:gd name="T55" fmla="*/ 5 h 132"/>
                <a:gd name="T56" fmla="*/ 67 w 170"/>
                <a:gd name="T57" fmla="*/ 5 h 132"/>
                <a:gd name="T58" fmla="*/ 60 w 170"/>
                <a:gd name="T59" fmla="*/ 2 h 132"/>
                <a:gd name="T60" fmla="*/ 55 w 170"/>
                <a:gd name="T61" fmla="*/ 4 h 132"/>
                <a:gd name="T62" fmla="*/ 52 w 170"/>
                <a:gd name="T63" fmla="*/ 7 h 132"/>
                <a:gd name="T64" fmla="*/ 42 w 170"/>
                <a:gd name="T65" fmla="*/ 7 h 132"/>
                <a:gd name="T66" fmla="*/ 42 w 170"/>
                <a:gd name="T67" fmla="*/ 7 h 132"/>
                <a:gd name="T68" fmla="*/ 38 w 170"/>
                <a:gd name="T69" fmla="*/ 20 h 132"/>
                <a:gd name="T70" fmla="*/ 33 w 170"/>
                <a:gd name="T71" fmla="*/ 26 h 132"/>
                <a:gd name="T72" fmla="*/ 26 w 170"/>
                <a:gd name="T73" fmla="*/ 34 h 132"/>
                <a:gd name="T74" fmla="*/ 23 w 170"/>
                <a:gd name="T75" fmla="*/ 45 h 132"/>
                <a:gd name="T76" fmla="*/ 18 w 170"/>
                <a:gd name="T77" fmla="*/ 50 h 132"/>
                <a:gd name="T78" fmla="*/ 14 w 170"/>
                <a:gd name="T79" fmla="*/ 60 h 132"/>
                <a:gd name="T80" fmla="*/ 13 w 170"/>
                <a:gd name="T81" fmla="*/ 73 h 132"/>
                <a:gd name="T82" fmla="*/ 4 w 170"/>
                <a:gd name="T83" fmla="*/ 75 h 132"/>
                <a:gd name="T84" fmla="*/ 2 w 170"/>
                <a:gd name="T85" fmla="*/ 81 h 132"/>
                <a:gd name="T86" fmla="*/ 12 w 170"/>
                <a:gd name="T87" fmla="*/ 87 h 1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0"/>
                <a:gd name="T133" fmla="*/ 0 h 132"/>
                <a:gd name="T134" fmla="*/ 170 w 170"/>
                <a:gd name="T135" fmla="*/ 132 h 1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0" h="132">
                  <a:moveTo>
                    <a:pt x="12" y="87"/>
                  </a:moveTo>
                  <a:cubicBezTo>
                    <a:pt x="14" y="90"/>
                    <a:pt x="20" y="94"/>
                    <a:pt x="22" y="99"/>
                  </a:cubicBezTo>
                  <a:cubicBezTo>
                    <a:pt x="24" y="105"/>
                    <a:pt x="30" y="108"/>
                    <a:pt x="32" y="108"/>
                  </a:cubicBezTo>
                  <a:cubicBezTo>
                    <a:pt x="34" y="108"/>
                    <a:pt x="33" y="111"/>
                    <a:pt x="32" y="118"/>
                  </a:cubicBezTo>
                  <a:cubicBezTo>
                    <a:pt x="33" y="118"/>
                    <a:pt x="35" y="119"/>
                    <a:pt x="36" y="119"/>
                  </a:cubicBezTo>
                  <a:cubicBezTo>
                    <a:pt x="38" y="120"/>
                    <a:pt x="45" y="119"/>
                    <a:pt x="47" y="122"/>
                  </a:cubicBezTo>
                  <a:cubicBezTo>
                    <a:pt x="50" y="124"/>
                    <a:pt x="58" y="129"/>
                    <a:pt x="60" y="129"/>
                  </a:cubicBezTo>
                  <a:cubicBezTo>
                    <a:pt x="63" y="129"/>
                    <a:pt x="72" y="130"/>
                    <a:pt x="73" y="131"/>
                  </a:cubicBezTo>
                  <a:cubicBezTo>
                    <a:pt x="75" y="132"/>
                    <a:pt x="77" y="128"/>
                    <a:pt x="81" y="125"/>
                  </a:cubicBezTo>
                  <a:cubicBezTo>
                    <a:pt x="85" y="123"/>
                    <a:pt x="90" y="122"/>
                    <a:pt x="91" y="123"/>
                  </a:cubicBezTo>
                  <a:cubicBezTo>
                    <a:pt x="91" y="125"/>
                    <a:pt x="94" y="127"/>
                    <a:pt x="96" y="126"/>
                  </a:cubicBezTo>
                  <a:cubicBezTo>
                    <a:pt x="97" y="125"/>
                    <a:pt x="99" y="125"/>
                    <a:pt x="102" y="124"/>
                  </a:cubicBezTo>
                  <a:cubicBezTo>
                    <a:pt x="105" y="123"/>
                    <a:pt x="110" y="122"/>
                    <a:pt x="111" y="123"/>
                  </a:cubicBezTo>
                  <a:cubicBezTo>
                    <a:pt x="113" y="123"/>
                    <a:pt x="118" y="115"/>
                    <a:pt x="126" y="115"/>
                  </a:cubicBezTo>
                  <a:cubicBezTo>
                    <a:pt x="133" y="115"/>
                    <a:pt x="135" y="116"/>
                    <a:pt x="138" y="113"/>
                  </a:cubicBezTo>
                  <a:cubicBezTo>
                    <a:pt x="141" y="109"/>
                    <a:pt x="166" y="84"/>
                    <a:pt x="168" y="83"/>
                  </a:cubicBezTo>
                  <a:cubicBezTo>
                    <a:pt x="170" y="81"/>
                    <a:pt x="167" y="80"/>
                    <a:pt x="164" y="80"/>
                  </a:cubicBezTo>
                  <a:cubicBezTo>
                    <a:pt x="162" y="80"/>
                    <a:pt x="157" y="80"/>
                    <a:pt x="149" y="77"/>
                  </a:cubicBezTo>
                  <a:cubicBezTo>
                    <a:pt x="141" y="73"/>
                    <a:pt x="128" y="69"/>
                    <a:pt x="126" y="69"/>
                  </a:cubicBezTo>
                  <a:cubicBezTo>
                    <a:pt x="124" y="68"/>
                    <a:pt x="120" y="63"/>
                    <a:pt x="118" y="62"/>
                  </a:cubicBezTo>
                  <a:cubicBezTo>
                    <a:pt x="116" y="61"/>
                    <a:pt x="112" y="54"/>
                    <a:pt x="111" y="52"/>
                  </a:cubicBezTo>
                  <a:cubicBezTo>
                    <a:pt x="111" y="51"/>
                    <a:pt x="112" y="49"/>
                    <a:pt x="113" y="47"/>
                  </a:cubicBezTo>
                  <a:cubicBezTo>
                    <a:pt x="111" y="45"/>
                    <a:pt x="109" y="44"/>
                    <a:pt x="108" y="45"/>
                  </a:cubicBezTo>
                  <a:cubicBezTo>
                    <a:pt x="106" y="47"/>
                    <a:pt x="102" y="47"/>
                    <a:pt x="101" y="46"/>
                  </a:cubicBezTo>
                  <a:cubicBezTo>
                    <a:pt x="101" y="44"/>
                    <a:pt x="99" y="39"/>
                    <a:pt x="102" y="36"/>
                  </a:cubicBezTo>
                  <a:cubicBezTo>
                    <a:pt x="104" y="34"/>
                    <a:pt x="107" y="28"/>
                    <a:pt x="107" y="28"/>
                  </a:cubicBezTo>
                  <a:cubicBezTo>
                    <a:pt x="107" y="28"/>
                    <a:pt x="86" y="5"/>
                    <a:pt x="84" y="5"/>
                  </a:cubicBezTo>
                  <a:cubicBezTo>
                    <a:pt x="81" y="5"/>
                    <a:pt x="74" y="6"/>
                    <a:pt x="72" y="5"/>
                  </a:cubicBezTo>
                  <a:cubicBezTo>
                    <a:pt x="71" y="4"/>
                    <a:pt x="71" y="3"/>
                    <a:pt x="67" y="5"/>
                  </a:cubicBezTo>
                  <a:cubicBezTo>
                    <a:pt x="64" y="7"/>
                    <a:pt x="62" y="4"/>
                    <a:pt x="60" y="2"/>
                  </a:cubicBezTo>
                  <a:cubicBezTo>
                    <a:pt x="58" y="0"/>
                    <a:pt x="56" y="0"/>
                    <a:pt x="55" y="4"/>
                  </a:cubicBezTo>
                  <a:cubicBezTo>
                    <a:pt x="54" y="7"/>
                    <a:pt x="53" y="9"/>
                    <a:pt x="52" y="7"/>
                  </a:cubicBezTo>
                  <a:cubicBezTo>
                    <a:pt x="51" y="6"/>
                    <a:pt x="46" y="6"/>
                    <a:pt x="42" y="7"/>
                  </a:cubicBezTo>
                  <a:cubicBezTo>
                    <a:pt x="42" y="7"/>
                    <a:pt x="42" y="7"/>
                    <a:pt x="42" y="7"/>
                  </a:cubicBezTo>
                  <a:cubicBezTo>
                    <a:pt x="43" y="12"/>
                    <a:pt x="38" y="17"/>
                    <a:pt x="38" y="20"/>
                  </a:cubicBezTo>
                  <a:cubicBezTo>
                    <a:pt x="38" y="23"/>
                    <a:pt x="35" y="26"/>
                    <a:pt x="33" y="26"/>
                  </a:cubicBezTo>
                  <a:cubicBezTo>
                    <a:pt x="31" y="26"/>
                    <a:pt x="29" y="31"/>
                    <a:pt x="26" y="34"/>
                  </a:cubicBezTo>
                  <a:cubicBezTo>
                    <a:pt x="23" y="37"/>
                    <a:pt x="25" y="43"/>
                    <a:pt x="23" y="45"/>
                  </a:cubicBezTo>
                  <a:cubicBezTo>
                    <a:pt x="20" y="47"/>
                    <a:pt x="16" y="48"/>
                    <a:pt x="18" y="50"/>
                  </a:cubicBezTo>
                  <a:cubicBezTo>
                    <a:pt x="20" y="52"/>
                    <a:pt x="14" y="56"/>
                    <a:pt x="14" y="60"/>
                  </a:cubicBezTo>
                  <a:cubicBezTo>
                    <a:pt x="14" y="65"/>
                    <a:pt x="14" y="72"/>
                    <a:pt x="13" y="73"/>
                  </a:cubicBezTo>
                  <a:cubicBezTo>
                    <a:pt x="12" y="74"/>
                    <a:pt x="4" y="72"/>
                    <a:pt x="4" y="75"/>
                  </a:cubicBezTo>
                  <a:cubicBezTo>
                    <a:pt x="4" y="79"/>
                    <a:pt x="0" y="79"/>
                    <a:pt x="2" y="81"/>
                  </a:cubicBezTo>
                  <a:cubicBezTo>
                    <a:pt x="3" y="84"/>
                    <a:pt x="11" y="83"/>
                    <a:pt x="12" y="87"/>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9" name="Freeform 45"/>
            <p:cNvSpPr>
              <a:spLocks noChangeArrowheads="1"/>
            </p:cNvSpPr>
            <p:nvPr/>
          </p:nvSpPr>
          <p:spPr bwMode="auto">
            <a:xfrm>
              <a:off x="4392627" y="1682751"/>
              <a:ext cx="33339" cy="39688"/>
            </a:xfrm>
            <a:custGeom>
              <a:avLst/>
              <a:gdLst>
                <a:gd name="T0" fmla="*/ 14 w 17"/>
                <a:gd name="T1" fmla="*/ 9 h 21"/>
                <a:gd name="T2" fmla="*/ 8 w 17"/>
                <a:gd name="T3" fmla="*/ 0 h 21"/>
                <a:gd name="T4" fmla="*/ 8 w 17"/>
                <a:gd name="T5" fmla="*/ 2 h 21"/>
                <a:gd name="T6" fmla="*/ 0 w 17"/>
                <a:gd name="T7" fmla="*/ 18 h 21"/>
                <a:gd name="T8" fmla="*/ 5 w 17"/>
                <a:gd name="T9" fmla="*/ 21 h 21"/>
                <a:gd name="T10" fmla="*/ 14 w 17"/>
                <a:gd name="T11" fmla="*/ 9 h 21"/>
                <a:gd name="T12" fmla="*/ 0 60000 65536"/>
                <a:gd name="T13" fmla="*/ 0 60000 65536"/>
                <a:gd name="T14" fmla="*/ 0 60000 65536"/>
                <a:gd name="T15" fmla="*/ 0 60000 65536"/>
                <a:gd name="T16" fmla="*/ 0 60000 65536"/>
                <a:gd name="T17" fmla="*/ 0 60000 65536"/>
                <a:gd name="T18" fmla="*/ 0 w 17"/>
                <a:gd name="T19" fmla="*/ 0 h 21"/>
                <a:gd name="T20" fmla="*/ 17 w 17"/>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7" h="21">
                  <a:moveTo>
                    <a:pt x="14" y="9"/>
                  </a:moveTo>
                  <a:cubicBezTo>
                    <a:pt x="16" y="7"/>
                    <a:pt x="17" y="0"/>
                    <a:pt x="8" y="0"/>
                  </a:cubicBezTo>
                  <a:cubicBezTo>
                    <a:pt x="8" y="1"/>
                    <a:pt x="8" y="1"/>
                    <a:pt x="8" y="2"/>
                  </a:cubicBezTo>
                  <a:cubicBezTo>
                    <a:pt x="8" y="5"/>
                    <a:pt x="3" y="12"/>
                    <a:pt x="0" y="18"/>
                  </a:cubicBezTo>
                  <a:cubicBezTo>
                    <a:pt x="5" y="21"/>
                    <a:pt x="5" y="21"/>
                    <a:pt x="5" y="21"/>
                  </a:cubicBezTo>
                  <a:cubicBezTo>
                    <a:pt x="8" y="16"/>
                    <a:pt x="12" y="10"/>
                    <a:pt x="14" y="9"/>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0" name="Freeform 46"/>
            <p:cNvSpPr>
              <a:spLocks noChangeArrowheads="1"/>
            </p:cNvSpPr>
            <p:nvPr/>
          </p:nvSpPr>
          <p:spPr bwMode="auto">
            <a:xfrm>
              <a:off x="4402153" y="1620839"/>
              <a:ext cx="149225" cy="119063"/>
            </a:xfrm>
            <a:custGeom>
              <a:avLst/>
              <a:gdLst>
                <a:gd name="T0" fmla="*/ 9 w 78"/>
                <a:gd name="T1" fmla="*/ 41 h 62"/>
                <a:gd name="T2" fmla="*/ 0 w 78"/>
                <a:gd name="T3" fmla="*/ 53 h 62"/>
                <a:gd name="T4" fmla="*/ 1 w 78"/>
                <a:gd name="T5" fmla="*/ 53 h 62"/>
                <a:gd name="T6" fmla="*/ 2 w 78"/>
                <a:gd name="T7" fmla="*/ 57 h 62"/>
                <a:gd name="T8" fmla="*/ 12 w 78"/>
                <a:gd name="T9" fmla="*/ 62 h 62"/>
                <a:gd name="T10" fmla="*/ 23 w 78"/>
                <a:gd name="T11" fmla="*/ 56 h 62"/>
                <a:gd name="T12" fmla="*/ 61 w 78"/>
                <a:gd name="T13" fmla="*/ 37 h 62"/>
                <a:gd name="T14" fmla="*/ 64 w 78"/>
                <a:gd name="T15" fmla="*/ 30 h 62"/>
                <a:gd name="T16" fmla="*/ 65 w 78"/>
                <a:gd name="T17" fmla="*/ 21 h 62"/>
                <a:gd name="T18" fmla="*/ 64 w 78"/>
                <a:gd name="T19" fmla="*/ 12 h 62"/>
                <a:gd name="T20" fmla="*/ 71 w 78"/>
                <a:gd name="T21" fmla="*/ 7 h 62"/>
                <a:gd name="T22" fmla="*/ 78 w 78"/>
                <a:gd name="T23" fmla="*/ 2 h 62"/>
                <a:gd name="T24" fmla="*/ 73 w 78"/>
                <a:gd name="T25" fmla="*/ 0 h 62"/>
                <a:gd name="T26" fmla="*/ 61 w 78"/>
                <a:gd name="T27" fmla="*/ 2 h 62"/>
                <a:gd name="T28" fmla="*/ 46 w 78"/>
                <a:gd name="T29" fmla="*/ 7 h 62"/>
                <a:gd name="T30" fmla="*/ 33 w 78"/>
                <a:gd name="T31" fmla="*/ 6 h 62"/>
                <a:gd name="T32" fmla="*/ 26 w 78"/>
                <a:gd name="T33" fmla="*/ 8 h 62"/>
                <a:gd name="T34" fmla="*/ 16 w 78"/>
                <a:gd name="T35" fmla="*/ 8 h 62"/>
                <a:gd name="T36" fmla="*/ 11 w 78"/>
                <a:gd name="T37" fmla="*/ 10 h 62"/>
                <a:gd name="T38" fmla="*/ 4 w 78"/>
                <a:gd name="T39" fmla="*/ 18 h 62"/>
                <a:gd name="T40" fmla="*/ 4 w 78"/>
                <a:gd name="T41" fmla="*/ 24 h 62"/>
                <a:gd name="T42" fmla="*/ 3 w 78"/>
                <a:gd name="T43" fmla="*/ 32 h 62"/>
                <a:gd name="T44" fmla="*/ 9 w 78"/>
                <a:gd name="T45" fmla="*/ 41 h 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62"/>
                <a:gd name="T71" fmla="*/ 78 w 78"/>
                <a:gd name="T72" fmla="*/ 62 h 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62">
                  <a:moveTo>
                    <a:pt x="9" y="41"/>
                  </a:moveTo>
                  <a:cubicBezTo>
                    <a:pt x="7" y="42"/>
                    <a:pt x="3" y="48"/>
                    <a:pt x="0" y="53"/>
                  </a:cubicBezTo>
                  <a:cubicBezTo>
                    <a:pt x="1" y="53"/>
                    <a:pt x="1" y="53"/>
                    <a:pt x="1" y="53"/>
                  </a:cubicBezTo>
                  <a:cubicBezTo>
                    <a:pt x="2" y="57"/>
                    <a:pt x="2" y="57"/>
                    <a:pt x="2" y="57"/>
                  </a:cubicBezTo>
                  <a:cubicBezTo>
                    <a:pt x="12" y="62"/>
                    <a:pt x="12" y="62"/>
                    <a:pt x="12" y="62"/>
                  </a:cubicBezTo>
                  <a:cubicBezTo>
                    <a:pt x="12" y="62"/>
                    <a:pt x="20" y="57"/>
                    <a:pt x="23" y="56"/>
                  </a:cubicBezTo>
                  <a:cubicBezTo>
                    <a:pt x="26" y="56"/>
                    <a:pt x="61" y="37"/>
                    <a:pt x="61" y="37"/>
                  </a:cubicBezTo>
                  <a:cubicBezTo>
                    <a:pt x="61" y="37"/>
                    <a:pt x="65" y="32"/>
                    <a:pt x="64" y="30"/>
                  </a:cubicBezTo>
                  <a:cubicBezTo>
                    <a:pt x="64" y="28"/>
                    <a:pt x="63" y="24"/>
                    <a:pt x="65" y="21"/>
                  </a:cubicBezTo>
                  <a:cubicBezTo>
                    <a:pt x="67" y="19"/>
                    <a:pt x="63" y="16"/>
                    <a:pt x="64" y="12"/>
                  </a:cubicBezTo>
                  <a:cubicBezTo>
                    <a:pt x="65" y="8"/>
                    <a:pt x="71" y="7"/>
                    <a:pt x="71" y="7"/>
                  </a:cubicBezTo>
                  <a:cubicBezTo>
                    <a:pt x="78" y="2"/>
                    <a:pt x="78" y="2"/>
                    <a:pt x="78" y="2"/>
                  </a:cubicBezTo>
                  <a:cubicBezTo>
                    <a:pt x="73" y="0"/>
                    <a:pt x="73" y="0"/>
                    <a:pt x="73" y="0"/>
                  </a:cubicBezTo>
                  <a:cubicBezTo>
                    <a:pt x="73" y="0"/>
                    <a:pt x="68" y="3"/>
                    <a:pt x="61" y="2"/>
                  </a:cubicBezTo>
                  <a:cubicBezTo>
                    <a:pt x="54" y="2"/>
                    <a:pt x="53" y="7"/>
                    <a:pt x="46" y="7"/>
                  </a:cubicBezTo>
                  <a:cubicBezTo>
                    <a:pt x="39" y="7"/>
                    <a:pt x="35" y="8"/>
                    <a:pt x="33" y="6"/>
                  </a:cubicBezTo>
                  <a:cubicBezTo>
                    <a:pt x="31" y="4"/>
                    <a:pt x="31" y="5"/>
                    <a:pt x="26" y="8"/>
                  </a:cubicBezTo>
                  <a:cubicBezTo>
                    <a:pt x="21" y="10"/>
                    <a:pt x="18" y="9"/>
                    <a:pt x="16" y="8"/>
                  </a:cubicBezTo>
                  <a:cubicBezTo>
                    <a:pt x="13" y="6"/>
                    <a:pt x="12" y="8"/>
                    <a:pt x="11" y="10"/>
                  </a:cubicBezTo>
                  <a:cubicBezTo>
                    <a:pt x="11" y="12"/>
                    <a:pt x="11" y="17"/>
                    <a:pt x="4" y="18"/>
                  </a:cubicBezTo>
                  <a:cubicBezTo>
                    <a:pt x="4" y="20"/>
                    <a:pt x="3" y="22"/>
                    <a:pt x="4" y="24"/>
                  </a:cubicBezTo>
                  <a:cubicBezTo>
                    <a:pt x="6" y="26"/>
                    <a:pt x="4" y="28"/>
                    <a:pt x="3" y="32"/>
                  </a:cubicBezTo>
                  <a:cubicBezTo>
                    <a:pt x="12" y="32"/>
                    <a:pt x="11" y="39"/>
                    <a:pt x="9" y="41"/>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1" name="Freeform 47"/>
            <p:cNvSpPr>
              <a:spLocks noChangeArrowheads="1"/>
            </p:cNvSpPr>
            <p:nvPr/>
          </p:nvSpPr>
          <p:spPr bwMode="auto">
            <a:xfrm>
              <a:off x="6343671" y="1597027"/>
              <a:ext cx="80963" cy="101600"/>
            </a:xfrm>
            <a:custGeom>
              <a:avLst/>
              <a:gdLst>
                <a:gd name="T0" fmla="*/ 10 w 43"/>
                <a:gd name="T1" fmla="*/ 4 h 53"/>
                <a:gd name="T2" fmla="*/ 4 w 43"/>
                <a:gd name="T3" fmla="*/ 9 h 53"/>
                <a:gd name="T4" fmla="*/ 7 w 43"/>
                <a:gd name="T5" fmla="*/ 15 h 53"/>
                <a:gd name="T6" fmla="*/ 7 w 43"/>
                <a:gd name="T7" fmla="*/ 20 h 53"/>
                <a:gd name="T8" fmla="*/ 6 w 43"/>
                <a:gd name="T9" fmla="*/ 30 h 53"/>
                <a:gd name="T10" fmla="*/ 3 w 43"/>
                <a:gd name="T11" fmla="*/ 44 h 53"/>
                <a:gd name="T12" fmla="*/ 4 w 43"/>
                <a:gd name="T13" fmla="*/ 51 h 53"/>
                <a:gd name="T14" fmla="*/ 26 w 43"/>
                <a:gd name="T15" fmla="*/ 44 h 53"/>
                <a:gd name="T16" fmla="*/ 37 w 43"/>
                <a:gd name="T17" fmla="*/ 40 h 53"/>
                <a:gd name="T18" fmla="*/ 41 w 43"/>
                <a:gd name="T19" fmla="*/ 35 h 53"/>
                <a:gd name="T20" fmla="*/ 38 w 43"/>
                <a:gd name="T21" fmla="*/ 19 h 53"/>
                <a:gd name="T22" fmla="*/ 27 w 43"/>
                <a:gd name="T23" fmla="*/ 0 h 53"/>
                <a:gd name="T24" fmla="*/ 21 w 43"/>
                <a:gd name="T25" fmla="*/ 2 h 53"/>
                <a:gd name="T26" fmla="*/ 10 w 43"/>
                <a:gd name="T27" fmla="*/ 4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3"/>
                <a:gd name="T43" fmla="*/ 0 h 53"/>
                <a:gd name="T44" fmla="*/ 43 w 43"/>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3" h="53">
                  <a:moveTo>
                    <a:pt x="10" y="4"/>
                  </a:moveTo>
                  <a:cubicBezTo>
                    <a:pt x="9" y="5"/>
                    <a:pt x="6" y="7"/>
                    <a:pt x="4" y="9"/>
                  </a:cubicBezTo>
                  <a:cubicBezTo>
                    <a:pt x="5" y="11"/>
                    <a:pt x="5" y="15"/>
                    <a:pt x="7" y="15"/>
                  </a:cubicBezTo>
                  <a:cubicBezTo>
                    <a:pt x="11" y="15"/>
                    <a:pt x="11" y="21"/>
                    <a:pt x="7" y="20"/>
                  </a:cubicBezTo>
                  <a:cubicBezTo>
                    <a:pt x="3" y="19"/>
                    <a:pt x="3" y="25"/>
                    <a:pt x="6" y="30"/>
                  </a:cubicBezTo>
                  <a:cubicBezTo>
                    <a:pt x="10" y="35"/>
                    <a:pt x="0" y="41"/>
                    <a:pt x="3" y="44"/>
                  </a:cubicBezTo>
                  <a:cubicBezTo>
                    <a:pt x="5" y="47"/>
                    <a:pt x="3" y="50"/>
                    <a:pt x="4" y="51"/>
                  </a:cubicBezTo>
                  <a:cubicBezTo>
                    <a:pt x="5" y="53"/>
                    <a:pt x="20" y="51"/>
                    <a:pt x="26" y="44"/>
                  </a:cubicBezTo>
                  <a:cubicBezTo>
                    <a:pt x="32" y="38"/>
                    <a:pt x="34" y="39"/>
                    <a:pt x="37" y="40"/>
                  </a:cubicBezTo>
                  <a:cubicBezTo>
                    <a:pt x="40" y="41"/>
                    <a:pt x="43" y="37"/>
                    <a:pt x="41" y="35"/>
                  </a:cubicBezTo>
                  <a:cubicBezTo>
                    <a:pt x="40" y="32"/>
                    <a:pt x="38" y="26"/>
                    <a:pt x="38" y="19"/>
                  </a:cubicBezTo>
                  <a:cubicBezTo>
                    <a:pt x="39" y="14"/>
                    <a:pt x="33" y="6"/>
                    <a:pt x="27" y="0"/>
                  </a:cubicBezTo>
                  <a:cubicBezTo>
                    <a:pt x="25" y="1"/>
                    <a:pt x="23" y="2"/>
                    <a:pt x="21" y="2"/>
                  </a:cubicBezTo>
                  <a:cubicBezTo>
                    <a:pt x="17" y="2"/>
                    <a:pt x="12" y="2"/>
                    <a:pt x="10" y="4"/>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2" name="Freeform 48"/>
            <p:cNvSpPr>
              <a:spLocks noChangeArrowheads="1"/>
            </p:cNvSpPr>
            <p:nvPr/>
          </p:nvSpPr>
          <p:spPr bwMode="auto">
            <a:xfrm>
              <a:off x="5532457" y="1882777"/>
              <a:ext cx="95250" cy="128588"/>
            </a:xfrm>
            <a:custGeom>
              <a:avLst/>
              <a:gdLst>
                <a:gd name="T0" fmla="*/ 50 w 50"/>
                <a:gd name="T1" fmla="*/ 56 h 67"/>
                <a:gd name="T2" fmla="*/ 46 w 50"/>
                <a:gd name="T3" fmla="*/ 34 h 67"/>
                <a:gd name="T4" fmla="*/ 37 w 50"/>
                <a:gd name="T5" fmla="*/ 43 h 67"/>
                <a:gd name="T6" fmla="*/ 38 w 50"/>
                <a:gd name="T7" fmla="*/ 31 h 67"/>
                <a:gd name="T8" fmla="*/ 47 w 50"/>
                <a:gd name="T9" fmla="*/ 19 h 67"/>
                <a:gd name="T10" fmla="*/ 39 w 50"/>
                <a:gd name="T11" fmla="*/ 17 h 67"/>
                <a:gd name="T12" fmla="*/ 26 w 50"/>
                <a:gd name="T13" fmla="*/ 17 h 67"/>
                <a:gd name="T14" fmla="*/ 21 w 50"/>
                <a:gd name="T15" fmla="*/ 12 h 67"/>
                <a:gd name="T16" fmla="*/ 13 w 50"/>
                <a:gd name="T17" fmla="*/ 6 h 67"/>
                <a:gd name="T18" fmla="*/ 4 w 50"/>
                <a:gd name="T19" fmla="*/ 6 h 67"/>
                <a:gd name="T20" fmla="*/ 11 w 50"/>
                <a:gd name="T21" fmla="*/ 15 h 67"/>
                <a:gd name="T22" fmla="*/ 5 w 50"/>
                <a:gd name="T23" fmla="*/ 20 h 67"/>
                <a:gd name="T24" fmla="*/ 8 w 50"/>
                <a:gd name="T25" fmla="*/ 37 h 67"/>
                <a:gd name="T26" fmla="*/ 12 w 50"/>
                <a:gd name="T27" fmla="*/ 57 h 67"/>
                <a:gd name="T28" fmla="*/ 19 w 50"/>
                <a:gd name="T29" fmla="*/ 55 h 67"/>
                <a:gd name="T30" fmla="*/ 28 w 50"/>
                <a:gd name="T31" fmla="*/ 51 h 67"/>
                <a:gd name="T32" fmla="*/ 35 w 50"/>
                <a:gd name="T33" fmla="*/ 46 h 67"/>
                <a:gd name="T34" fmla="*/ 41 w 50"/>
                <a:gd name="T35" fmla="*/ 61 h 67"/>
                <a:gd name="T36" fmla="*/ 43 w 50"/>
                <a:gd name="T37" fmla="*/ 67 h 67"/>
                <a:gd name="T38" fmla="*/ 47 w 50"/>
                <a:gd name="T39" fmla="*/ 63 h 67"/>
                <a:gd name="T40" fmla="*/ 50 w 50"/>
                <a:gd name="T41" fmla="*/ 56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0"/>
                <a:gd name="T64" fmla="*/ 0 h 67"/>
                <a:gd name="T65" fmla="*/ 50 w 5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0" h="67">
                  <a:moveTo>
                    <a:pt x="50" y="56"/>
                  </a:moveTo>
                  <a:cubicBezTo>
                    <a:pt x="48" y="45"/>
                    <a:pt x="47" y="34"/>
                    <a:pt x="46" y="34"/>
                  </a:cubicBezTo>
                  <a:cubicBezTo>
                    <a:pt x="43" y="34"/>
                    <a:pt x="41" y="44"/>
                    <a:pt x="37" y="43"/>
                  </a:cubicBezTo>
                  <a:cubicBezTo>
                    <a:pt x="34" y="42"/>
                    <a:pt x="34" y="31"/>
                    <a:pt x="38" y="31"/>
                  </a:cubicBezTo>
                  <a:cubicBezTo>
                    <a:pt x="42" y="31"/>
                    <a:pt x="47" y="22"/>
                    <a:pt x="47" y="19"/>
                  </a:cubicBezTo>
                  <a:cubicBezTo>
                    <a:pt x="47" y="17"/>
                    <a:pt x="43" y="17"/>
                    <a:pt x="39" y="17"/>
                  </a:cubicBezTo>
                  <a:cubicBezTo>
                    <a:pt x="35" y="17"/>
                    <a:pt x="26" y="17"/>
                    <a:pt x="26" y="17"/>
                  </a:cubicBezTo>
                  <a:cubicBezTo>
                    <a:pt x="26" y="17"/>
                    <a:pt x="21" y="15"/>
                    <a:pt x="21" y="12"/>
                  </a:cubicBezTo>
                  <a:cubicBezTo>
                    <a:pt x="21" y="8"/>
                    <a:pt x="18" y="6"/>
                    <a:pt x="13" y="6"/>
                  </a:cubicBezTo>
                  <a:cubicBezTo>
                    <a:pt x="8" y="6"/>
                    <a:pt x="8" y="0"/>
                    <a:pt x="4" y="6"/>
                  </a:cubicBezTo>
                  <a:cubicBezTo>
                    <a:pt x="0" y="11"/>
                    <a:pt x="12" y="11"/>
                    <a:pt x="11" y="15"/>
                  </a:cubicBezTo>
                  <a:cubicBezTo>
                    <a:pt x="10" y="19"/>
                    <a:pt x="6" y="17"/>
                    <a:pt x="5" y="20"/>
                  </a:cubicBezTo>
                  <a:cubicBezTo>
                    <a:pt x="4" y="23"/>
                    <a:pt x="6" y="32"/>
                    <a:pt x="8" y="37"/>
                  </a:cubicBezTo>
                  <a:cubicBezTo>
                    <a:pt x="9" y="40"/>
                    <a:pt x="12" y="50"/>
                    <a:pt x="12" y="57"/>
                  </a:cubicBezTo>
                  <a:cubicBezTo>
                    <a:pt x="15" y="57"/>
                    <a:pt x="16" y="55"/>
                    <a:pt x="19" y="55"/>
                  </a:cubicBezTo>
                  <a:cubicBezTo>
                    <a:pt x="23" y="55"/>
                    <a:pt x="28" y="55"/>
                    <a:pt x="28" y="51"/>
                  </a:cubicBezTo>
                  <a:cubicBezTo>
                    <a:pt x="29" y="47"/>
                    <a:pt x="33" y="44"/>
                    <a:pt x="35" y="46"/>
                  </a:cubicBezTo>
                  <a:cubicBezTo>
                    <a:pt x="37" y="47"/>
                    <a:pt x="41" y="56"/>
                    <a:pt x="41" y="61"/>
                  </a:cubicBezTo>
                  <a:cubicBezTo>
                    <a:pt x="41" y="62"/>
                    <a:pt x="42" y="64"/>
                    <a:pt x="43" y="67"/>
                  </a:cubicBezTo>
                  <a:cubicBezTo>
                    <a:pt x="45" y="65"/>
                    <a:pt x="47" y="63"/>
                    <a:pt x="47" y="63"/>
                  </a:cubicBezTo>
                  <a:cubicBezTo>
                    <a:pt x="47" y="63"/>
                    <a:pt x="48" y="58"/>
                    <a:pt x="50" y="56"/>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3" name="Freeform 49"/>
            <p:cNvSpPr>
              <a:spLocks noChangeArrowheads="1"/>
            </p:cNvSpPr>
            <p:nvPr/>
          </p:nvSpPr>
          <p:spPr bwMode="auto">
            <a:xfrm>
              <a:off x="5118117" y="1666876"/>
              <a:ext cx="601665" cy="635001"/>
            </a:xfrm>
            <a:custGeom>
              <a:avLst/>
              <a:gdLst>
                <a:gd name="T0" fmla="*/ 222 w 315"/>
                <a:gd name="T1" fmla="*/ 133 h 332"/>
                <a:gd name="T2" fmla="*/ 221 w 315"/>
                <a:gd name="T3" fmla="*/ 119 h 332"/>
                <a:gd name="T4" fmla="*/ 238 w 315"/>
                <a:gd name="T5" fmla="*/ 125 h 332"/>
                <a:gd name="T6" fmla="*/ 256 w 315"/>
                <a:gd name="T7" fmla="*/ 130 h 332"/>
                <a:gd name="T8" fmla="*/ 255 w 315"/>
                <a:gd name="T9" fmla="*/ 144 h 332"/>
                <a:gd name="T10" fmla="*/ 263 w 315"/>
                <a:gd name="T11" fmla="*/ 147 h 332"/>
                <a:gd name="T12" fmla="*/ 269 w 315"/>
                <a:gd name="T13" fmla="*/ 168 h 332"/>
                <a:gd name="T14" fmla="*/ 274 w 315"/>
                <a:gd name="T15" fmla="*/ 145 h 332"/>
                <a:gd name="T16" fmla="*/ 287 w 315"/>
                <a:gd name="T17" fmla="*/ 131 h 332"/>
                <a:gd name="T18" fmla="*/ 298 w 315"/>
                <a:gd name="T19" fmla="*/ 109 h 332"/>
                <a:gd name="T20" fmla="*/ 312 w 315"/>
                <a:gd name="T21" fmla="*/ 105 h 332"/>
                <a:gd name="T22" fmla="*/ 314 w 315"/>
                <a:gd name="T23" fmla="*/ 92 h 332"/>
                <a:gd name="T24" fmla="*/ 303 w 315"/>
                <a:gd name="T25" fmla="*/ 81 h 332"/>
                <a:gd name="T26" fmla="*/ 283 w 315"/>
                <a:gd name="T27" fmla="*/ 82 h 332"/>
                <a:gd name="T28" fmla="*/ 269 w 315"/>
                <a:gd name="T29" fmla="*/ 93 h 332"/>
                <a:gd name="T30" fmla="*/ 258 w 315"/>
                <a:gd name="T31" fmla="*/ 100 h 332"/>
                <a:gd name="T32" fmla="*/ 248 w 315"/>
                <a:gd name="T33" fmla="*/ 111 h 332"/>
                <a:gd name="T34" fmla="*/ 230 w 315"/>
                <a:gd name="T35" fmla="*/ 108 h 332"/>
                <a:gd name="T36" fmla="*/ 223 w 315"/>
                <a:gd name="T37" fmla="*/ 95 h 332"/>
                <a:gd name="T38" fmla="*/ 218 w 315"/>
                <a:gd name="T39" fmla="*/ 112 h 332"/>
                <a:gd name="T40" fmla="*/ 184 w 315"/>
                <a:gd name="T41" fmla="*/ 108 h 332"/>
                <a:gd name="T42" fmla="*/ 167 w 315"/>
                <a:gd name="T43" fmla="*/ 103 h 332"/>
                <a:gd name="T44" fmla="*/ 149 w 315"/>
                <a:gd name="T45" fmla="*/ 93 h 332"/>
                <a:gd name="T46" fmla="*/ 134 w 315"/>
                <a:gd name="T47" fmla="*/ 85 h 332"/>
                <a:gd name="T48" fmla="*/ 141 w 315"/>
                <a:gd name="T49" fmla="*/ 69 h 332"/>
                <a:gd name="T50" fmla="*/ 130 w 315"/>
                <a:gd name="T51" fmla="*/ 58 h 332"/>
                <a:gd name="T52" fmla="*/ 116 w 315"/>
                <a:gd name="T53" fmla="*/ 43 h 332"/>
                <a:gd name="T54" fmla="*/ 126 w 315"/>
                <a:gd name="T55" fmla="*/ 34 h 332"/>
                <a:gd name="T56" fmla="*/ 119 w 315"/>
                <a:gd name="T57" fmla="*/ 13 h 332"/>
                <a:gd name="T58" fmla="*/ 108 w 315"/>
                <a:gd name="T59" fmla="*/ 0 h 332"/>
                <a:gd name="T60" fmla="*/ 99 w 315"/>
                <a:gd name="T61" fmla="*/ 9 h 332"/>
                <a:gd name="T62" fmla="*/ 71 w 315"/>
                <a:gd name="T63" fmla="*/ 10 h 332"/>
                <a:gd name="T64" fmla="*/ 67 w 315"/>
                <a:gd name="T65" fmla="*/ 27 h 332"/>
                <a:gd name="T66" fmla="*/ 79 w 315"/>
                <a:gd name="T67" fmla="*/ 43 h 332"/>
                <a:gd name="T68" fmla="*/ 71 w 315"/>
                <a:gd name="T69" fmla="*/ 60 h 332"/>
                <a:gd name="T70" fmla="*/ 59 w 315"/>
                <a:gd name="T71" fmla="*/ 71 h 332"/>
                <a:gd name="T72" fmla="*/ 45 w 315"/>
                <a:gd name="T73" fmla="*/ 89 h 332"/>
                <a:gd name="T74" fmla="*/ 31 w 315"/>
                <a:gd name="T75" fmla="*/ 98 h 332"/>
                <a:gd name="T76" fmla="*/ 15 w 315"/>
                <a:gd name="T77" fmla="*/ 108 h 332"/>
                <a:gd name="T78" fmla="*/ 27 w 315"/>
                <a:gd name="T79" fmla="*/ 127 h 332"/>
                <a:gd name="T80" fmla="*/ 22 w 315"/>
                <a:gd name="T81" fmla="*/ 140 h 332"/>
                <a:gd name="T82" fmla="*/ 1 w 315"/>
                <a:gd name="T83" fmla="*/ 147 h 332"/>
                <a:gd name="T84" fmla="*/ 11 w 315"/>
                <a:gd name="T85" fmla="*/ 158 h 332"/>
                <a:gd name="T86" fmla="*/ 8 w 315"/>
                <a:gd name="T87" fmla="*/ 164 h 332"/>
                <a:gd name="T88" fmla="*/ 43 w 315"/>
                <a:gd name="T89" fmla="*/ 172 h 332"/>
                <a:gd name="T90" fmla="*/ 50 w 315"/>
                <a:gd name="T91" fmla="*/ 177 h 332"/>
                <a:gd name="T92" fmla="*/ 52 w 315"/>
                <a:gd name="T93" fmla="*/ 207 h 332"/>
                <a:gd name="T94" fmla="*/ 68 w 315"/>
                <a:gd name="T95" fmla="*/ 257 h 332"/>
                <a:gd name="T96" fmla="*/ 89 w 315"/>
                <a:gd name="T97" fmla="*/ 310 h 332"/>
                <a:gd name="T98" fmla="*/ 111 w 315"/>
                <a:gd name="T99" fmla="*/ 323 h 332"/>
                <a:gd name="T100" fmla="*/ 126 w 315"/>
                <a:gd name="T101" fmla="*/ 305 h 332"/>
                <a:gd name="T102" fmla="*/ 132 w 315"/>
                <a:gd name="T103" fmla="*/ 283 h 332"/>
                <a:gd name="T104" fmla="*/ 134 w 315"/>
                <a:gd name="T105" fmla="*/ 250 h 332"/>
                <a:gd name="T106" fmla="*/ 150 w 315"/>
                <a:gd name="T107" fmla="*/ 233 h 332"/>
                <a:gd name="T108" fmla="*/ 185 w 315"/>
                <a:gd name="T109" fmla="*/ 201 h 332"/>
                <a:gd name="T110" fmla="*/ 206 w 315"/>
                <a:gd name="T111" fmla="*/ 178 h 332"/>
                <a:gd name="T112" fmla="*/ 229 w 315"/>
                <a:gd name="T113" fmla="*/ 170 h 3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15"/>
                <a:gd name="T172" fmla="*/ 0 h 332"/>
                <a:gd name="T173" fmla="*/ 315 w 315"/>
                <a:gd name="T174" fmla="*/ 332 h 3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15" h="332">
                  <a:moveTo>
                    <a:pt x="225" y="150"/>
                  </a:moveTo>
                  <a:cubicBezTo>
                    <a:pt x="223" y="145"/>
                    <a:pt x="221" y="136"/>
                    <a:pt x="222" y="133"/>
                  </a:cubicBezTo>
                  <a:cubicBezTo>
                    <a:pt x="223" y="130"/>
                    <a:pt x="227" y="132"/>
                    <a:pt x="228" y="128"/>
                  </a:cubicBezTo>
                  <a:cubicBezTo>
                    <a:pt x="229" y="124"/>
                    <a:pt x="217" y="124"/>
                    <a:pt x="221" y="119"/>
                  </a:cubicBezTo>
                  <a:cubicBezTo>
                    <a:pt x="225" y="113"/>
                    <a:pt x="225" y="119"/>
                    <a:pt x="230" y="119"/>
                  </a:cubicBezTo>
                  <a:cubicBezTo>
                    <a:pt x="235" y="119"/>
                    <a:pt x="238" y="121"/>
                    <a:pt x="238" y="125"/>
                  </a:cubicBezTo>
                  <a:cubicBezTo>
                    <a:pt x="238" y="128"/>
                    <a:pt x="243" y="130"/>
                    <a:pt x="243" y="130"/>
                  </a:cubicBezTo>
                  <a:cubicBezTo>
                    <a:pt x="243" y="130"/>
                    <a:pt x="252" y="130"/>
                    <a:pt x="256" y="130"/>
                  </a:cubicBezTo>
                  <a:cubicBezTo>
                    <a:pt x="260" y="130"/>
                    <a:pt x="264" y="130"/>
                    <a:pt x="264" y="132"/>
                  </a:cubicBezTo>
                  <a:cubicBezTo>
                    <a:pt x="264" y="135"/>
                    <a:pt x="259" y="144"/>
                    <a:pt x="255" y="144"/>
                  </a:cubicBezTo>
                  <a:cubicBezTo>
                    <a:pt x="251" y="144"/>
                    <a:pt x="251" y="155"/>
                    <a:pt x="254" y="156"/>
                  </a:cubicBezTo>
                  <a:cubicBezTo>
                    <a:pt x="258" y="157"/>
                    <a:pt x="260" y="147"/>
                    <a:pt x="263" y="147"/>
                  </a:cubicBezTo>
                  <a:cubicBezTo>
                    <a:pt x="264" y="147"/>
                    <a:pt x="265" y="158"/>
                    <a:pt x="267" y="169"/>
                  </a:cubicBezTo>
                  <a:cubicBezTo>
                    <a:pt x="268" y="168"/>
                    <a:pt x="268" y="168"/>
                    <a:pt x="269" y="168"/>
                  </a:cubicBezTo>
                  <a:cubicBezTo>
                    <a:pt x="271" y="168"/>
                    <a:pt x="270" y="158"/>
                    <a:pt x="272" y="156"/>
                  </a:cubicBezTo>
                  <a:cubicBezTo>
                    <a:pt x="274" y="153"/>
                    <a:pt x="273" y="145"/>
                    <a:pt x="274" y="145"/>
                  </a:cubicBezTo>
                  <a:cubicBezTo>
                    <a:pt x="275" y="145"/>
                    <a:pt x="283" y="147"/>
                    <a:pt x="283" y="145"/>
                  </a:cubicBezTo>
                  <a:cubicBezTo>
                    <a:pt x="283" y="143"/>
                    <a:pt x="288" y="135"/>
                    <a:pt x="287" y="131"/>
                  </a:cubicBezTo>
                  <a:cubicBezTo>
                    <a:pt x="286" y="127"/>
                    <a:pt x="290" y="122"/>
                    <a:pt x="290" y="117"/>
                  </a:cubicBezTo>
                  <a:cubicBezTo>
                    <a:pt x="290" y="113"/>
                    <a:pt x="295" y="111"/>
                    <a:pt x="298" y="109"/>
                  </a:cubicBezTo>
                  <a:cubicBezTo>
                    <a:pt x="301" y="106"/>
                    <a:pt x="306" y="102"/>
                    <a:pt x="307" y="105"/>
                  </a:cubicBezTo>
                  <a:cubicBezTo>
                    <a:pt x="308" y="107"/>
                    <a:pt x="315" y="109"/>
                    <a:pt x="312" y="105"/>
                  </a:cubicBezTo>
                  <a:cubicBezTo>
                    <a:pt x="309" y="101"/>
                    <a:pt x="309" y="98"/>
                    <a:pt x="311" y="97"/>
                  </a:cubicBezTo>
                  <a:cubicBezTo>
                    <a:pt x="313" y="96"/>
                    <a:pt x="314" y="92"/>
                    <a:pt x="314" y="92"/>
                  </a:cubicBezTo>
                  <a:cubicBezTo>
                    <a:pt x="314" y="92"/>
                    <a:pt x="308" y="91"/>
                    <a:pt x="307" y="88"/>
                  </a:cubicBezTo>
                  <a:cubicBezTo>
                    <a:pt x="306" y="85"/>
                    <a:pt x="303" y="83"/>
                    <a:pt x="303" y="81"/>
                  </a:cubicBezTo>
                  <a:cubicBezTo>
                    <a:pt x="303" y="78"/>
                    <a:pt x="299" y="79"/>
                    <a:pt x="297" y="81"/>
                  </a:cubicBezTo>
                  <a:cubicBezTo>
                    <a:pt x="294" y="84"/>
                    <a:pt x="289" y="79"/>
                    <a:pt x="283" y="82"/>
                  </a:cubicBezTo>
                  <a:cubicBezTo>
                    <a:pt x="278" y="85"/>
                    <a:pt x="276" y="89"/>
                    <a:pt x="274" y="88"/>
                  </a:cubicBezTo>
                  <a:cubicBezTo>
                    <a:pt x="271" y="88"/>
                    <a:pt x="271" y="90"/>
                    <a:pt x="269" y="93"/>
                  </a:cubicBezTo>
                  <a:cubicBezTo>
                    <a:pt x="267" y="95"/>
                    <a:pt x="265" y="97"/>
                    <a:pt x="264" y="97"/>
                  </a:cubicBezTo>
                  <a:cubicBezTo>
                    <a:pt x="262" y="97"/>
                    <a:pt x="258" y="100"/>
                    <a:pt x="258" y="100"/>
                  </a:cubicBezTo>
                  <a:cubicBezTo>
                    <a:pt x="258" y="100"/>
                    <a:pt x="261" y="106"/>
                    <a:pt x="259" y="109"/>
                  </a:cubicBezTo>
                  <a:cubicBezTo>
                    <a:pt x="258" y="113"/>
                    <a:pt x="253" y="109"/>
                    <a:pt x="248" y="111"/>
                  </a:cubicBezTo>
                  <a:cubicBezTo>
                    <a:pt x="243" y="112"/>
                    <a:pt x="241" y="109"/>
                    <a:pt x="238" y="110"/>
                  </a:cubicBezTo>
                  <a:cubicBezTo>
                    <a:pt x="234" y="111"/>
                    <a:pt x="232" y="108"/>
                    <a:pt x="230" y="108"/>
                  </a:cubicBezTo>
                  <a:cubicBezTo>
                    <a:pt x="228" y="109"/>
                    <a:pt x="226" y="104"/>
                    <a:pt x="226" y="101"/>
                  </a:cubicBezTo>
                  <a:cubicBezTo>
                    <a:pt x="227" y="97"/>
                    <a:pt x="225" y="92"/>
                    <a:pt x="223" y="95"/>
                  </a:cubicBezTo>
                  <a:cubicBezTo>
                    <a:pt x="221" y="97"/>
                    <a:pt x="218" y="96"/>
                    <a:pt x="218" y="100"/>
                  </a:cubicBezTo>
                  <a:cubicBezTo>
                    <a:pt x="218" y="104"/>
                    <a:pt x="221" y="109"/>
                    <a:pt x="218" y="112"/>
                  </a:cubicBezTo>
                  <a:cubicBezTo>
                    <a:pt x="215" y="114"/>
                    <a:pt x="201" y="116"/>
                    <a:pt x="198" y="113"/>
                  </a:cubicBezTo>
                  <a:cubicBezTo>
                    <a:pt x="196" y="111"/>
                    <a:pt x="184" y="110"/>
                    <a:pt x="184" y="108"/>
                  </a:cubicBezTo>
                  <a:cubicBezTo>
                    <a:pt x="183" y="105"/>
                    <a:pt x="180" y="101"/>
                    <a:pt x="177" y="101"/>
                  </a:cubicBezTo>
                  <a:cubicBezTo>
                    <a:pt x="175" y="101"/>
                    <a:pt x="169" y="105"/>
                    <a:pt x="167" y="103"/>
                  </a:cubicBezTo>
                  <a:cubicBezTo>
                    <a:pt x="165" y="102"/>
                    <a:pt x="161" y="98"/>
                    <a:pt x="157" y="98"/>
                  </a:cubicBezTo>
                  <a:cubicBezTo>
                    <a:pt x="154" y="97"/>
                    <a:pt x="149" y="95"/>
                    <a:pt x="149" y="93"/>
                  </a:cubicBezTo>
                  <a:cubicBezTo>
                    <a:pt x="149" y="92"/>
                    <a:pt x="141" y="91"/>
                    <a:pt x="140" y="89"/>
                  </a:cubicBezTo>
                  <a:cubicBezTo>
                    <a:pt x="139" y="87"/>
                    <a:pt x="134" y="87"/>
                    <a:pt x="134" y="85"/>
                  </a:cubicBezTo>
                  <a:cubicBezTo>
                    <a:pt x="134" y="82"/>
                    <a:pt x="136" y="79"/>
                    <a:pt x="136" y="76"/>
                  </a:cubicBezTo>
                  <a:cubicBezTo>
                    <a:pt x="136" y="73"/>
                    <a:pt x="141" y="71"/>
                    <a:pt x="141" y="69"/>
                  </a:cubicBezTo>
                  <a:cubicBezTo>
                    <a:pt x="141" y="67"/>
                    <a:pt x="137" y="64"/>
                    <a:pt x="137" y="64"/>
                  </a:cubicBezTo>
                  <a:cubicBezTo>
                    <a:pt x="137" y="64"/>
                    <a:pt x="133" y="58"/>
                    <a:pt x="130" y="58"/>
                  </a:cubicBezTo>
                  <a:cubicBezTo>
                    <a:pt x="126" y="58"/>
                    <a:pt x="124" y="52"/>
                    <a:pt x="120" y="52"/>
                  </a:cubicBezTo>
                  <a:cubicBezTo>
                    <a:pt x="117" y="51"/>
                    <a:pt x="118" y="45"/>
                    <a:pt x="116" y="43"/>
                  </a:cubicBezTo>
                  <a:cubicBezTo>
                    <a:pt x="115" y="40"/>
                    <a:pt x="116" y="35"/>
                    <a:pt x="119" y="38"/>
                  </a:cubicBezTo>
                  <a:cubicBezTo>
                    <a:pt x="122" y="40"/>
                    <a:pt x="128" y="38"/>
                    <a:pt x="126" y="34"/>
                  </a:cubicBezTo>
                  <a:cubicBezTo>
                    <a:pt x="124" y="30"/>
                    <a:pt x="120" y="26"/>
                    <a:pt x="120" y="24"/>
                  </a:cubicBezTo>
                  <a:cubicBezTo>
                    <a:pt x="120" y="22"/>
                    <a:pt x="122" y="15"/>
                    <a:pt x="119" y="13"/>
                  </a:cubicBezTo>
                  <a:cubicBezTo>
                    <a:pt x="116" y="12"/>
                    <a:pt x="113" y="9"/>
                    <a:pt x="112" y="6"/>
                  </a:cubicBezTo>
                  <a:cubicBezTo>
                    <a:pt x="112" y="3"/>
                    <a:pt x="108" y="0"/>
                    <a:pt x="108" y="0"/>
                  </a:cubicBezTo>
                  <a:cubicBezTo>
                    <a:pt x="104" y="1"/>
                    <a:pt x="104" y="1"/>
                    <a:pt x="104" y="1"/>
                  </a:cubicBezTo>
                  <a:cubicBezTo>
                    <a:pt x="104" y="1"/>
                    <a:pt x="101" y="8"/>
                    <a:pt x="99" y="9"/>
                  </a:cubicBezTo>
                  <a:cubicBezTo>
                    <a:pt x="97" y="10"/>
                    <a:pt x="91" y="11"/>
                    <a:pt x="88" y="13"/>
                  </a:cubicBezTo>
                  <a:cubicBezTo>
                    <a:pt x="85" y="16"/>
                    <a:pt x="76" y="10"/>
                    <a:pt x="71" y="10"/>
                  </a:cubicBezTo>
                  <a:cubicBezTo>
                    <a:pt x="66" y="10"/>
                    <a:pt x="63" y="15"/>
                    <a:pt x="65" y="16"/>
                  </a:cubicBezTo>
                  <a:cubicBezTo>
                    <a:pt x="68" y="18"/>
                    <a:pt x="67" y="27"/>
                    <a:pt x="67" y="27"/>
                  </a:cubicBezTo>
                  <a:cubicBezTo>
                    <a:pt x="67" y="27"/>
                    <a:pt x="70" y="39"/>
                    <a:pt x="74" y="38"/>
                  </a:cubicBezTo>
                  <a:cubicBezTo>
                    <a:pt x="78" y="37"/>
                    <a:pt x="83" y="42"/>
                    <a:pt x="79" y="43"/>
                  </a:cubicBezTo>
                  <a:cubicBezTo>
                    <a:pt x="76" y="44"/>
                    <a:pt x="74" y="48"/>
                    <a:pt x="73" y="51"/>
                  </a:cubicBezTo>
                  <a:cubicBezTo>
                    <a:pt x="73" y="55"/>
                    <a:pt x="74" y="59"/>
                    <a:pt x="71" y="60"/>
                  </a:cubicBezTo>
                  <a:cubicBezTo>
                    <a:pt x="68" y="60"/>
                    <a:pt x="66" y="61"/>
                    <a:pt x="66" y="66"/>
                  </a:cubicBezTo>
                  <a:cubicBezTo>
                    <a:pt x="66" y="71"/>
                    <a:pt x="60" y="69"/>
                    <a:pt x="59" y="71"/>
                  </a:cubicBezTo>
                  <a:cubicBezTo>
                    <a:pt x="58" y="73"/>
                    <a:pt x="56" y="82"/>
                    <a:pt x="55" y="83"/>
                  </a:cubicBezTo>
                  <a:cubicBezTo>
                    <a:pt x="53" y="85"/>
                    <a:pt x="46" y="85"/>
                    <a:pt x="45" y="89"/>
                  </a:cubicBezTo>
                  <a:cubicBezTo>
                    <a:pt x="45" y="93"/>
                    <a:pt x="41" y="98"/>
                    <a:pt x="39" y="97"/>
                  </a:cubicBezTo>
                  <a:cubicBezTo>
                    <a:pt x="37" y="97"/>
                    <a:pt x="33" y="95"/>
                    <a:pt x="31" y="98"/>
                  </a:cubicBezTo>
                  <a:cubicBezTo>
                    <a:pt x="30" y="101"/>
                    <a:pt x="24" y="96"/>
                    <a:pt x="23" y="97"/>
                  </a:cubicBezTo>
                  <a:cubicBezTo>
                    <a:pt x="22" y="98"/>
                    <a:pt x="15" y="104"/>
                    <a:pt x="15" y="108"/>
                  </a:cubicBezTo>
                  <a:cubicBezTo>
                    <a:pt x="15" y="111"/>
                    <a:pt x="22" y="111"/>
                    <a:pt x="22" y="116"/>
                  </a:cubicBezTo>
                  <a:cubicBezTo>
                    <a:pt x="21" y="120"/>
                    <a:pt x="24" y="125"/>
                    <a:pt x="27" y="127"/>
                  </a:cubicBezTo>
                  <a:cubicBezTo>
                    <a:pt x="29" y="130"/>
                    <a:pt x="32" y="135"/>
                    <a:pt x="31" y="138"/>
                  </a:cubicBezTo>
                  <a:cubicBezTo>
                    <a:pt x="29" y="140"/>
                    <a:pt x="26" y="141"/>
                    <a:pt x="22" y="140"/>
                  </a:cubicBezTo>
                  <a:cubicBezTo>
                    <a:pt x="18" y="139"/>
                    <a:pt x="19" y="142"/>
                    <a:pt x="11" y="140"/>
                  </a:cubicBezTo>
                  <a:cubicBezTo>
                    <a:pt x="4" y="139"/>
                    <a:pt x="4" y="144"/>
                    <a:pt x="1" y="147"/>
                  </a:cubicBezTo>
                  <a:cubicBezTo>
                    <a:pt x="1" y="148"/>
                    <a:pt x="1" y="148"/>
                    <a:pt x="0" y="148"/>
                  </a:cubicBezTo>
                  <a:cubicBezTo>
                    <a:pt x="4" y="151"/>
                    <a:pt x="5" y="156"/>
                    <a:pt x="11" y="158"/>
                  </a:cubicBezTo>
                  <a:cubicBezTo>
                    <a:pt x="17" y="160"/>
                    <a:pt x="23" y="154"/>
                    <a:pt x="23" y="158"/>
                  </a:cubicBezTo>
                  <a:cubicBezTo>
                    <a:pt x="23" y="163"/>
                    <a:pt x="8" y="162"/>
                    <a:pt x="8" y="164"/>
                  </a:cubicBezTo>
                  <a:cubicBezTo>
                    <a:pt x="7" y="165"/>
                    <a:pt x="23" y="185"/>
                    <a:pt x="32" y="183"/>
                  </a:cubicBezTo>
                  <a:cubicBezTo>
                    <a:pt x="40" y="182"/>
                    <a:pt x="46" y="173"/>
                    <a:pt x="43" y="172"/>
                  </a:cubicBezTo>
                  <a:cubicBezTo>
                    <a:pt x="41" y="170"/>
                    <a:pt x="45" y="165"/>
                    <a:pt x="47" y="166"/>
                  </a:cubicBezTo>
                  <a:cubicBezTo>
                    <a:pt x="49" y="167"/>
                    <a:pt x="47" y="175"/>
                    <a:pt x="50" y="177"/>
                  </a:cubicBezTo>
                  <a:cubicBezTo>
                    <a:pt x="52" y="179"/>
                    <a:pt x="51" y="183"/>
                    <a:pt x="50" y="188"/>
                  </a:cubicBezTo>
                  <a:cubicBezTo>
                    <a:pt x="48" y="192"/>
                    <a:pt x="51" y="202"/>
                    <a:pt x="52" y="207"/>
                  </a:cubicBezTo>
                  <a:cubicBezTo>
                    <a:pt x="52" y="212"/>
                    <a:pt x="56" y="219"/>
                    <a:pt x="57" y="227"/>
                  </a:cubicBezTo>
                  <a:cubicBezTo>
                    <a:pt x="58" y="235"/>
                    <a:pt x="63" y="249"/>
                    <a:pt x="68" y="257"/>
                  </a:cubicBezTo>
                  <a:cubicBezTo>
                    <a:pt x="72" y="266"/>
                    <a:pt x="76" y="282"/>
                    <a:pt x="79" y="286"/>
                  </a:cubicBezTo>
                  <a:cubicBezTo>
                    <a:pt x="82" y="290"/>
                    <a:pt x="89" y="303"/>
                    <a:pt x="89" y="310"/>
                  </a:cubicBezTo>
                  <a:cubicBezTo>
                    <a:pt x="89" y="318"/>
                    <a:pt x="97" y="328"/>
                    <a:pt x="100" y="330"/>
                  </a:cubicBezTo>
                  <a:cubicBezTo>
                    <a:pt x="103" y="332"/>
                    <a:pt x="109" y="328"/>
                    <a:pt x="111" y="323"/>
                  </a:cubicBezTo>
                  <a:cubicBezTo>
                    <a:pt x="112" y="318"/>
                    <a:pt x="121" y="317"/>
                    <a:pt x="121" y="313"/>
                  </a:cubicBezTo>
                  <a:cubicBezTo>
                    <a:pt x="122" y="309"/>
                    <a:pt x="123" y="305"/>
                    <a:pt x="126" y="305"/>
                  </a:cubicBezTo>
                  <a:cubicBezTo>
                    <a:pt x="129" y="304"/>
                    <a:pt x="129" y="301"/>
                    <a:pt x="129" y="297"/>
                  </a:cubicBezTo>
                  <a:cubicBezTo>
                    <a:pt x="129" y="293"/>
                    <a:pt x="129" y="286"/>
                    <a:pt x="132" y="283"/>
                  </a:cubicBezTo>
                  <a:cubicBezTo>
                    <a:pt x="135" y="279"/>
                    <a:pt x="135" y="268"/>
                    <a:pt x="134" y="264"/>
                  </a:cubicBezTo>
                  <a:cubicBezTo>
                    <a:pt x="132" y="260"/>
                    <a:pt x="133" y="254"/>
                    <a:pt x="134" y="250"/>
                  </a:cubicBezTo>
                  <a:cubicBezTo>
                    <a:pt x="136" y="246"/>
                    <a:pt x="135" y="241"/>
                    <a:pt x="139" y="241"/>
                  </a:cubicBezTo>
                  <a:cubicBezTo>
                    <a:pt x="142" y="240"/>
                    <a:pt x="146" y="238"/>
                    <a:pt x="150" y="233"/>
                  </a:cubicBezTo>
                  <a:cubicBezTo>
                    <a:pt x="153" y="229"/>
                    <a:pt x="163" y="222"/>
                    <a:pt x="167" y="219"/>
                  </a:cubicBezTo>
                  <a:cubicBezTo>
                    <a:pt x="171" y="216"/>
                    <a:pt x="182" y="207"/>
                    <a:pt x="185" y="201"/>
                  </a:cubicBezTo>
                  <a:cubicBezTo>
                    <a:pt x="188" y="196"/>
                    <a:pt x="198" y="194"/>
                    <a:pt x="202" y="189"/>
                  </a:cubicBezTo>
                  <a:cubicBezTo>
                    <a:pt x="207" y="185"/>
                    <a:pt x="205" y="182"/>
                    <a:pt x="206" y="178"/>
                  </a:cubicBezTo>
                  <a:cubicBezTo>
                    <a:pt x="207" y="173"/>
                    <a:pt x="221" y="171"/>
                    <a:pt x="226" y="171"/>
                  </a:cubicBezTo>
                  <a:cubicBezTo>
                    <a:pt x="227" y="171"/>
                    <a:pt x="228" y="171"/>
                    <a:pt x="229" y="170"/>
                  </a:cubicBezTo>
                  <a:cubicBezTo>
                    <a:pt x="229" y="163"/>
                    <a:pt x="226" y="153"/>
                    <a:pt x="225" y="150"/>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4" name="Freeform 50"/>
            <p:cNvSpPr>
              <a:spLocks noChangeArrowheads="1"/>
            </p:cNvSpPr>
            <p:nvPr/>
          </p:nvSpPr>
          <p:spPr bwMode="auto">
            <a:xfrm>
              <a:off x="5532457" y="1225551"/>
              <a:ext cx="677865" cy="293689"/>
            </a:xfrm>
            <a:custGeom>
              <a:avLst/>
              <a:gdLst>
                <a:gd name="T0" fmla="*/ 329 w 355"/>
                <a:gd name="T1" fmla="*/ 65 h 153"/>
                <a:gd name="T2" fmla="*/ 306 w 355"/>
                <a:gd name="T3" fmla="*/ 63 h 153"/>
                <a:gd name="T4" fmla="*/ 308 w 355"/>
                <a:gd name="T5" fmla="*/ 52 h 153"/>
                <a:gd name="T6" fmla="*/ 309 w 355"/>
                <a:gd name="T7" fmla="*/ 33 h 153"/>
                <a:gd name="T8" fmla="*/ 286 w 355"/>
                <a:gd name="T9" fmla="*/ 30 h 153"/>
                <a:gd name="T10" fmla="*/ 268 w 355"/>
                <a:gd name="T11" fmla="*/ 40 h 153"/>
                <a:gd name="T12" fmla="*/ 238 w 355"/>
                <a:gd name="T13" fmla="*/ 43 h 153"/>
                <a:gd name="T14" fmla="*/ 218 w 355"/>
                <a:gd name="T15" fmla="*/ 34 h 153"/>
                <a:gd name="T16" fmla="*/ 200 w 355"/>
                <a:gd name="T17" fmla="*/ 28 h 153"/>
                <a:gd name="T18" fmla="*/ 179 w 355"/>
                <a:gd name="T19" fmla="*/ 27 h 153"/>
                <a:gd name="T20" fmla="*/ 161 w 355"/>
                <a:gd name="T21" fmla="*/ 28 h 153"/>
                <a:gd name="T22" fmla="*/ 153 w 355"/>
                <a:gd name="T23" fmla="*/ 13 h 153"/>
                <a:gd name="T24" fmla="*/ 133 w 355"/>
                <a:gd name="T25" fmla="*/ 6 h 153"/>
                <a:gd name="T26" fmla="*/ 118 w 355"/>
                <a:gd name="T27" fmla="*/ 1 h 153"/>
                <a:gd name="T28" fmla="*/ 108 w 355"/>
                <a:gd name="T29" fmla="*/ 9 h 153"/>
                <a:gd name="T30" fmla="*/ 107 w 355"/>
                <a:gd name="T31" fmla="*/ 24 h 153"/>
                <a:gd name="T32" fmla="*/ 98 w 355"/>
                <a:gd name="T33" fmla="*/ 35 h 153"/>
                <a:gd name="T34" fmla="*/ 81 w 355"/>
                <a:gd name="T35" fmla="*/ 33 h 153"/>
                <a:gd name="T36" fmla="*/ 68 w 355"/>
                <a:gd name="T37" fmla="*/ 23 h 153"/>
                <a:gd name="T38" fmla="*/ 44 w 355"/>
                <a:gd name="T39" fmla="*/ 22 h 153"/>
                <a:gd name="T40" fmla="*/ 29 w 355"/>
                <a:gd name="T41" fmla="*/ 30 h 153"/>
                <a:gd name="T42" fmla="*/ 10 w 355"/>
                <a:gd name="T43" fmla="*/ 40 h 153"/>
                <a:gd name="T44" fmla="*/ 0 w 355"/>
                <a:gd name="T45" fmla="*/ 44 h 153"/>
                <a:gd name="T46" fmla="*/ 9 w 355"/>
                <a:gd name="T47" fmla="*/ 55 h 153"/>
                <a:gd name="T48" fmla="*/ 29 w 355"/>
                <a:gd name="T49" fmla="*/ 69 h 153"/>
                <a:gd name="T50" fmla="*/ 34 w 355"/>
                <a:gd name="T51" fmla="*/ 88 h 153"/>
                <a:gd name="T52" fmla="*/ 57 w 355"/>
                <a:gd name="T53" fmla="*/ 104 h 153"/>
                <a:gd name="T54" fmla="*/ 72 w 355"/>
                <a:gd name="T55" fmla="*/ 114 h 153"/>
                <a:gd name="T56" fmla="*/ 88 w 355"/>
                <a:gd name="T57" fmla="*/ 135 h 153"/>
                <a:gd name="T58" fmla="*/ 129 w 355"/>
                <a:gd name="T59" fmla="*/ 137 h 153"/>
                <a:gd name="T60" fmla="*/ 162 w 355"/>
                <a:gd name="T61" fmla="*/ 145 h 153"/>
                <a:gd name="T62" fmla="*/ 182 w 355"/>
                <a:gd name="T63" fmla="*/ 152 h 153"/>
                <a:gd name="T64" fmla="*/ 227 w 355"/>
                <a:gd name="T65" fmla="*/ 141 h 153"/>
                <a:gd name="T66" fmla="*/ 261 w 355"/>
                <a:gd name="T67" fmla="*/ 121 h 153"/>
                <a:gd name="T68" fmla="*/ 269 w 355"/>
                <a:gd name="T69" fmla="*/ 105 h 153"/>
                <a:gd name="T70" fmla="*/ 304 w 355"/>
                <a:gd name="T71" fmla="*/ 99 h 153"/>
                <a:gd name="T72" fmla="*/ 328 w 355"/>
                <a:gd name="T73" fmla="*/ 84 h 153"/>
                <a:gd name="T74" fmla="*/ 354 w 355"/>
                <a:gd name="T75" fmla="*/ 79 h 1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55"/>
                <a:gd name="T115" fmla="*/ 0 h 153"/>
                <a:gd name="T116" fmla="*/ 355 w 355"/>
                <a:gd name="T117" fmla="*/ 153 h 1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55" h="153">
                  <a:moveTo>
                    <a:pt x="340" y="64"/>
                  </a:moveTo>
                  <a:cubicBezTo>
                    <a:pt x="336" y="60"/>
                    <a:pt x="330" y="62"/>
                    <a:pt x="329" y="65"/>
                  </a:cubicBezTo>
                  <a:cubicBezTo>
                    <a:pt x="327" y="69"/>
                    <a:pt x="324" y="64"/>
                    <a:pt x="318" y="64"/>
                  </a:cubicBezTo>
                  <a:cubicBezTo>
                    <a:pt x="311" y="64"/>
                    <a:pt x="311" y="68"/>
                    <a:pt x="306" y="63"/>
                  </a:cubicBezTo>
                  <a:cubicBezTo>
                    <a:pt x="302" y="59"/>
                    <a:pt x="308" y="57"/>
                    <a:pt x="308" y="57"/>
                  </a:cubicBezTo>
                  <a:cubicBezTo>
                    <a:pt x="308" y="52"/>
                    <a:pt x="308" y="52"/>
                    <a:pt x="308" y="52"/>
                  </a:cubicBezTo>
                  <a:cubicBezTo>
                    <a:pt x="318" y="34"/>
                    <a:pt x="318" y="34"/>
                    <a:pt x="318" y="34"/>
                  </a:cubicBezTo>
                  <a:cubicBezTo>
                    <a:pt x="315" y="33"/>
                    <a:pt x="311" y="32"/>
                    <a:pt x="309" y="33"/>
                  </a:cubicBezTo>
                  <a:cubicBezTo>
                    <a:pt x="307" y="34"/>
                    <a:pt x="300" y="33"/>
                    <a:pt x="300" y="31"/>
                  </a:cubicBezTo>
                  <a:cubicBezTo>
                    <a:pt x="299" y="29"/>
                    <a:pt x="288" y="28"/>
                    <a:pt x="286" y="30"/>
                  </a:cubicBezTo>
                  <a:cubicBezTo>
                    <a:pt x="283" y="32"/>
                    <a:pt x="277" y="34"/>
                    <a:pt x="277" y="36"/>
                  </a:cubicBezTo>
                  <a:cubicBezTo>
                    <a:pt x="276" y="39"/>
                    <a:pt x="270" y="38"/>
                    <a:pt x="268" y="40"/>
                  </a:cubicBezTo>
                  <a:cubicBezTo>
                    <a:pt x="265" y="41"/>
                    <a:pt x="253" y="42"/>
                    <a:pt x="253" y="43"/>
                  </a:cubicBezTo>
                  <a:cubicBezTo>
                    <a:pt x="253" y="45"/>
                    <a:pt x="240" y="45"/>
                    <a:pt x="238" y="43"/>
                  </a:cubicBezTo>
                  <a:cubicBezTo>
                    <a:pt x="236" y="42"/>
                    <a:pt x="225" y="43"/>
                    <a:pt x="224" y="41"/>
                  </a:cubicBezTo>
                  <a:cubicBezTo>
                    <a:pt x="222" y="38"/>
                    <a:pt x="218" y="37"/>
                    <a:pt x="218" y="34"/>
                  </a:cubicBezTo>
                  <a:cubicBezTo>
                    <a:pt x="218" y="32"/>
                    <a:pt x="209" y="32"/>
                    <a:pt x="208" y="30"/>
                  </a:cubicBezTo>
                  <a:cubicBezTo>
                    <a:pt x="207" y="28"/>
                    <a:pt x="201" y="27"/>
                    <a:pt x="200" y="28"/>
                  </a:cubicBezTo>
                  <a:cubicBezTo>
                    <a:pt x="199" y="28"/>
                    <a:pt x="191" y="26"/>
                    <a:pt x="189" y="25"/>
                  </a:cubicBezTo>
                  <a:cubicBezTo>
                    <a:pt x="187" y="25"/>
                    <a:pt x="181" y="27"/>
                    <a:pt x="179" y="27"/>
                  </a:cubicBezTo>
                  <a:cubicBezTo>
                    <a:pt x="177" y="27"/>
                    <a:pt x="173" y="30"/>
                    <a:pt x="171" y="31"/>
                  </a:cubicBezTo>
                  <a:cubicBezTo>
                    <a:pt x="169" y="31"/>
                    <a:pt x="162" y="27"/>
                    <a:pt x="161" y="28"/>
                  </a:cubicBezTo>
                  <a:cubicBezTo>
                    <a:pt x="160" y="29"/>
                    <a:pt x="156" y="24"/>
                    <a:pt x="154" y="22"/>
                  </a:cubicBezTo>
                  <a:cubicBezTo>
                    <a:pt x="152" y="20"/>
                    <a:pt x="154" y="15"/>
                    <a:pt x="153" y="13"/>
                  </a:cubicBezTo>
                  <a:cubicBezTo>
                    <a:pt x="151" y="11"/>
                    <a:pt x="144" y="11"/>
                    <a:pt x="142" y="9"/>
                  </a:cubicBezTo>
                  <a:cubicBezTo>
                    <a:pt x="139" y="8"/>
                    <a:pt x="136" y="6"/>
                    <a:pt x="133" y="6"/>
                  </a:cubicBezTo>
                  <a:cubicBezTo>
                    <a:pt x="131" y="6"/>
                    <a:pt x="127" y="5"/>
                    <a:pt x="126" y="4"/>
                  </a:cubicBezTo>
                  <a:cubicBezTo>
                    <a:pt x="125" y="3"/>
                    <a:pt x="120" y="2"/>
                    <a:pt x="118" y="1"/>
                  </a:cubicBezTo>
                  <a:cubicBezTo>
                    <a:pt x="116" y="0"/>
                    <a:pt x="115" y="3"/>
                    <a:pt x="114" y="5"/>
                  </a:cubicBezTo>
                  <a:cubicBezTo>
                    <a:pt x="113" y="6"/>
                    <a:pt x="109" y="6"/>
                    <a:pt x="108" y="9"/>
                  </a:cubicBezTo>
                  <a:cubicBezTo>
                    <a:pt x="107" y="11"/>
                    <a:pt x="103" y="12"/>
                    <a:pt x="103" y="14"/>
                  </a:cubicBezTo>
                  <a:cubicBezTo>
                    <a:pt x="104" y="17"/>
                    <a:pt x="106" y="22"/>
                    <a:pt x="107" y="24"/>
                  </a:cubicBezTo>
                  <a:cubicBezTo>
                    <a:pt x="109" y="25"/>
                    <a:pt x="108" y="29"/>
                    <a:pt x="107" y="30"/>
                  </a:cubicBezTo>
                  <a:cubicBezTo>
                    <a:pt x="106" y="32"/>
                    <a:pt x="99" y="33"/>
                    <a:pt x="98" y="35"/>
                  </a:cubicBezTo>
                  <a:cubicBezTo>
                    <a:pt x="96" y="37"/>
                    <a:pt x="93" y="35"/>
                    <a:pt x="90" y="33"/>
                  </a:cubicBezTo>
                  <a:cubicBezTo>
                    <a:pt x="86" y="31"/>
                    <a:pt x="82" y="32"/>
                    <a:pt x="81" y="33"/>
                  </a:cubicBezTo>
                  <a:cubicBezTo>
                    <a:pt x="79" y="35"/>
                    <a:pt x="73" y="30"/>
                    <a:pt x="71" y="30"/>
                  </a:cubicBezTo>
                  <a:cubicBezTo>
                    <a:pt x="70" y="29"/>
                    <a:pt x="69" y="23"/>
                    <a:pt x="68" y="23"/>
                  </a:cubicBezTo>
                  <a:cubicBezTo>
                    <a:pt x="66" y="24"/>
                    <a:pt x="54" y="21"/>
                    <a:pt x="52" y="21"/>
                  </a:cubicBezTo>
                  <a:cubicBezTo>
                    <a:pt x="50" y="20"/>
                    <a:pt x="45" y="20"/>
                    <a:pt x="44" y="22"/>
                  </a:cubicBezTo>
                  <a:cubicBezTo>
                    <a:pt x="43" y="24"/>
                    <a:pt x="37" y="23"/>
                    <a:pt x="36" y="25"/>
                  </a:cubicBezTo>
                  <a:cubicBezTo>
                    <a:pt x="35" y="27"/>
                    <a:pt x="31" y="28"/>
                    <a:pt x="29" y="30"/>
                  </a:cubicBezTo>
                  <a:cubicBezTo>
                    <a:pt x="27" y="32"/>
                    <a:pt x="22" y="32"/>
                    <a:pt x="20" y="35"/>
                  </a:cubicBezTo>
                  <a:cubicBezTo>
                    <a:pt x="19" y="38"/>
                    <a:pt x="12" y="40"/>
                    <a:pt x="10" y="40"/>
                  </a:cubicBezTo>
                  <a:cubicBezTo>
                    <a:pt x="8" y="40"/>
                    <a:pt x="3" y="41"/>
                    <a:pt x="2" y="43"/>
                  </a:cubicBezTo>
                  <a:cubicBezTo>
                    <a:pt x="2" y="44"/>
                    <a:pt x="1" y="44"/>
                    <a:pt x="0" y="44"/>
                  </a:cubicBezTo>
                  <a:cubicBezTo>
                    <a:pt x="0" y="44"/>
                    <a:pt x="1" y="44"/>
                    <a:pt x="1" y="45"/>
                  </a:cubicBezTo>
                  <a:cubicBezTo>
                    <a:pt x="2" y="52"/>
                    <a:pt x="5" y="52"/>
                    <a:pt x="9" y="55"/>
                  </a:cubicBezTo>
                  <a:cubicBezTo>
                    <a:pt x="12" y="58"/>
                    <a:pt x="15" y="61"/>
                    <a:pt x="19" y="61"/>
                  </a:cubicBezTo>
                  <a:cubicBezTo>
                    <a:pt x="23" y="61"/>
                    <a:pt x="28" y="65"/>
                    <a:pt x="29" y="69"/>
                  </a:cubicBezTo>
                  <a:cubicBezTo>
                    <a:pt x="29" y="72"/>
                    <a:pt x="33" y="76"/>
                    <a:pt x="35" y="77"/>
                  </a:cubicBezTo>
                  <a:cubicBezTo>
                    <a:pt x="37" y="79"/>
                    <a:pt x="34" y="84"/>
                    <a:pt x="34" y="88"/>
                  </a:cubicBezTo>
                  <a:cubicBezTo>
                    <a:pt x="34" y="93"/>
                    <a:pt x="29" y="94"/>
                    <a:pt x="31" y="98"/>
                  </a:cubicBezTo>
                  <a:cubicBezTo>
                    <a:pt x="34" y="102"/>
                    <a:pt x="52" y="104"/>
                    <a:pt x="57" y="104"/>
                  </a:cubicBezTo>
                  <a:cubicBezTo>
                    <a:pt x="62" y="104"/>
                    <a:pt x="64" y="109"/>
                    <a:pt x="65" y="109"/>
                  </a:cubicBezTo>
                  <a:cubicBezTo>
                    <a:pt x="68" y="110"/>
                    <a:pt x="69" y="113"/>
                    <a:pt x="72" y="114"/>
                  </a:cubicBezTo>
                  <a:cubicBezTo>
                    <a:pt x="76" y="115"/>
                    <a:pt x="80" y="117"/>
                    <a:pt x="81" y="124"/>
                  </a:cubicBezTo>
                  <a:cubicBezTo>
                    <a:pt x="83" y="130"/>
                    <a:pt x="87" y="132"/>
                    <a:pt x="88" y="135"/>
                  </a:cubicBezTo>
                  <a:cubicBezTo>
                    <a:pt x="88" y="138"/>
                    <a:pt x="96" y="136"/>
                    <a:pt x="102" y="137"/>
                  </a:cubicBezTo>
                  <a:cubicBezTo>
                    <a:pt x="108" y="137"/>
                    <a:pt x="125" y="137"/>
                    <a:pt x="129" y="137"/>
                  </a:cubicBezTo>
                  <a:cubicBezTo>
                    <a:pt x="133" y="138"/>
                    <a:pt x="144" y="137"/>
                    <a:pt x="149" y="142"/>
                  </a:cubicBezTo>
                  <a:cubicBezTo>
                    <a:pt x="155" y="146"/>
                    <a:pt x="158" y="142"/>
                    <a:pt x="162" y="145"/>
                  </a:cubicBezTo>
                  <a:cubicBezTo>
                    <a:pt x="165" y="147"/>
                    <a:pt x="168" y="148"/>
                    <a:pt x="173" y="148"/>
                  </a:cubicBezTo>
                  <a:cubicBezTo>
                    <a:pt x="179" y="147"/>
                    <a:pt x="179" y="151"/>
                    <a:pt x="182" y="152"/>
                  </a:cubicBezTo>
                  <a:cubicBezTo>
                    <a:pt x="186" y="153"/>
                    <a:pt x="192" y="146"/>
                    <a:pt x="202" y="142"/>
                  </a:cubicBezTo>
                  <a:cubicBezTo>
                    <a:pt x="211" y="137"/>
                    <a:pt x="222" y="140"/>
                    <a:pt x="227" y="141"/>
                  </a:cubicBezTo>
                  <a:cubicBezTo>
                    <a:pt x="232" y="142"/>
                    <a:pt x="242" y="139"/>
                    <a:pt x="247" y="132"/>
                  </a:cubicBezTo>
                  <a:cubicBezTo>
                    <a:pt x="253" y="126"/>
                    <a:pt x="261" y="127"/>
                    <a:pt x="261" y="121"/>
                  </a:cubicBezTo>
                  <a:cubicBezTo>
                    <a:pt x="262" y="116"/>
                    <a:pt x="255" y="113"/>
                    <a:pt x="258" y="108"/>
                  </a:cubicBezTo>
                  <a:cubicBezTo>
                    <a:pt x="261" y="103"/>
                    <a:pt x="266" y="104"/>
                    <a:pt x="269" y="105"/>
                  </a:cubicBezTo>
                  <a:cubicBezTo>
                    <a:pt x="272" y="107"/>
                    <a:pt x="280" y="109"/>
                    <a:pt x="287" y="104"/>
                  </a:cubicBezTo>
                  <a:cubicBezTo>
                    <a:pt x="295" y="99"/>
                    <a:pt x="298" y="100"/>
                    <a:pt x="304" y="99"/>
                  </a:cubicBezTo>
                  <a:cubicBezTo>
                    <a:pt x="311" y="98"/>
                    <a:pt x="310" y="94"/>
                    <a:pt x="314" y="89"/>
                  </a:cubicBezTo>
                  <a:cubicBezTo>
                    <a:pt x="319" y="85"/>
                    <a:pt x="324" y="84"/>
                    <a:pt x="328" y="84"/>
                  </a:cubicBezTo>
                  <a:cubicBezTo>
                    <a:pt x="332" y="84"/>
                    <a:pt x="338" y="79"/>
                    <a:pt x="343" y="81"/>
                  </a:cubicBezTo>
                  <a:cubicBezTo>
                    <a:pt x="347" y="82"/>
                    <a:pt x="354" y="83"/>
                    <a:pt x="354" y="79"/>
                  </a:cubicBezTo>
                  <a:cubicBezTo>
                    <a:pt x="355" y="76"/>
                    <a:pt x="343" y="68"/>
                    <a:pt x="340" y="64"/>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5" name="Freeform 51"/>
            <p:cNvSpPr>
              <a:spLocks noChangeArrowheads="1"/>
            </p:cNvSpPr>
            <p:nvPr/>
          </p:nvSpPr>
          <p:spPr bwMode="auto">
            <a:xfrm>
              <a:off x="4391040" y="1736727"/>
              <a:ext cx="11113" cy="30163"/>
            </a:xfrm>
            <a:custGeom>
              <a:avLst/>
              <a:gdLst>
                <a:gd name="T0" fmla="*/ 2 w 6"/>
                <a:gd name="T1" fmla="*/ 0 h 16"/>
                <a:gd name="T2" fmla="*/ 0 w 6"/>
                <a:gd name="T3" fmla="*/ 9 h 16"/>
                <a:gd name="T4" fmla="*/ 4 w 6"/>
                <a:gd name="T5" fmla="*/ 16 h 16"/>
                <a:gd name="T6" fmla="*/ 5 w 6"/>
                <a:gd name="T7" fmla="*/ 3 h 16"/>
                <a:gd name="T8" fmla="*/ 6 w 6"/>
                <a:gd name="T9" fmla="*/ 0 h 16"/>
                <a:gd name="T10" fmla="*/ 2 w 6"/>
                <a:gd name="T11" fmla="*/ 0 h 16"/>
                <a:gd name="T12" fmla="*/ 0 60000 65536"/>
                <a:gd name="T13" fmla="*/ 0 60000 65536"/>
                <a:gd name="T14" fmla="*/ 0 60000 65536"/>
                <a:gd name="T15" fmla="*/ 0 60000 65536"/>
                <a:gd name="T16" fmla="*/ 0 60000 65536"/>
                <a:gd name="T17" fmla="*/ 0 60000 65536"/>
                <a:gd name="T18" fmla="*/ 0 w 6"/>
                <a:gd name="T19" fmla="*/ 0 h 16"/>
                <a:gd name="T20" fmla="*/ 6 w 6"/>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6" h="16">
                  <a:moveTo>
                    <a:pt x="2" y="0"/>
                  </a:moveTo>
                  <a:cubicBezTo>
                    <a:pt x="1" y="1"/>
                    <a:pt x="0" y="8"/>
                    <a:pt x="0" y="9"/>
                  </a:cubicBezTo>
                  <a:cubicBezTo>
                    <a:pt x="0" y="9"/>
                    <a:pt x="1" y="13"/>
                    <a:pt x="4" y="16"/>
                  </a:cubicBezTo>
                  <a:cubicBezTo>
                    <a:pt x="5" y="11"/>
                    <a:pt x="5" y="4"/>
                    <a:pt x="5" y="3"/>
                  </a:cubicBezTo>
                  <a:cubicBezTo>
                    <a:pt x="5" y="2"/>
                    <a:pt x="6" y="1"/>
                    <a:pt x="6" y="0"/>
                  </a:cubicBezTo>
                  <a:cubicBezTo>
                    <a:pt x="4" y="0"/>
                    <a:pt x="3" y="0"/>
                    <a:pt x="2" y="0"/>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6" name="Freeform 52"/>
            <p:cNvSpPr>
              <a:spLocks noChangeArrowheads="1"/>
            </p:cNvSpPr>
            <p:nvPr/>
          </p:nvSpPr>
          <p:spPr bwMode="auto">
            <a:xfrm>
              <a:off x="4371990" y="1717677"/>
              <a:ext cx="31750" cy="90488"/>
            </a:xfrm>
            <a:custGeom>
              <a:avLst/>
              <a:gdLst>
                <a:gd name="T0" fmla="*/ 8 w 17"/>
                <a:gd name="T1" fmla="*/ 47 h 48"/>
                <a:gd name="T2" fmla="*/ 9 w 17"/>
                <a:gd name="T3" fmla="*/ 48 h 48"/>
                <a:gd name="T4" fmla="*/ 13 w 17"/>
                <a:gd name="T5" fmla="*/ 31 h 48"/>
                <a:gd name="T6" fmla="*/ 14 w 17"/>
                <a:gd name="T7" fmla="*/ 26 h 48"/>
                <a:gd name="T8" fmla="*/ 10 w 17"/>
                <a:gd name="T9" fmla="*/ 19 h 48"/>
                <a:gd name="T10" fmla="*/ 12 w 17"/>
                <a:gd name="T11" fmla="*/ 10 h 48"/>
                <a:gd name="T12" fmla="*/ 16 w 17"/>
                <a:gd name="T13" fmla="*/ 10 h 48"/>
                <a:gd name="T14" fmla="*/ 17 w 17"/>
                <a:gd name="T15" fmla="*/ 3 h 48"/>
                <a:gd name="T16" fmla="*/ 11 w 17"/>
                <a:gd name="T17" fmla="*/ 0 h 48"/>
                <a:gd name="T18" fmla="*/ 9 w 17"/>
                <a:gd name="T19" fmla="*/ 6 h 48"/>
                <a:gd name="T20" fmla="*/ 0 w 17"/>
                <a:gd name="T21" fmla="*/ 26 h 48"/>
                <a:gd name="T22" fmla="*/ 8 w 17"/>
                <a:gd name="T23" fmla="*/ 46 h 48"/>
                <a:gd name="T24" fmla="*/ 8 w 17"/>
                <a:gd name="T25" fmla="*/ 47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48"/>
                <a:gd name="T41" fmla="*/ 17 w 17"/>
                <a:gd name="T42" fmla="*/ 48 h 4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48">
                  <a:moveTo>
                    <a:pt x="8" y="47"/>
                  </a:moveTo>
                  <a:cubicBezTo>
                    <a:pt x="8" y="47"/>
                    <a:pt x="9" y="47"/>
                    <a:pt x="9" y="48"/>
                  </a:cubicBezTo>
                  <a:cubicBezTo>
                    <a:pt x="10" y="41"/>
                    <a:pt x="11" y="33"/>
                    <a:pt x="13" y="31"/>
                  </a:cubicBezTo>
                  <a:cubicBezTo>
                    <a:pt x="13" y="30"/>
                    <a:pt x="14" y="28"/>
                    <a:pt x="14" y="26"/>
                  </a:cubicBezTo>
                  <a:cubicBezTo>
                    <a:pt x="11" y="23"/>
                    <a:pt x="10" y="19"/>
                    <a:pt x="10" y="19"/>
                  </a:cubicBezTo>
                  <a:cubicBezTo>
                    <a:pt x="10" y="18"/>
                    <a:pt x="11" y="11"/>
                    <a:pt x="12" y="10"/>
                  </a:cubicBezTo>
                  <a:cubicBezTo>
                    <a:pt x="13" y="10"/>
                    <a:pt x="14" y="10"/>
                    <a:pt x="16" y="10"/>
                  </a:cubicBezTo>
                  <a:cubicBezTo>
                    <a:pt x="16" y="8"/>
                    <a:pt x="16" y="5"/>
                    <a:pt x="17" y="3"/>
                  </a:cubicBezTo>
                  <a:cubicBezTo>
                    <a:pt x="11" y="0"/>
                    <a:pt x="11" y="0"/>
                    <a:pt x="11" y="0"/>
                  </a:cubicBezTo>
                  <a:cubicBezTo>
                    <a:pt x="10" y="2"/>
                    <a:pt x="9" y="4"/>
                    <a:pt x="9" y="6"/>
                  </a:cubicBezTo>
                  <a:cubicBezTo>
                    <a:pt x="8" y="12"/>
                    <a:pt x="3" y="22"/>
                    <a:pt x="0" y="26"/>
                  </a:cubicBezTo>
                  <a:cubicBezTo>
                    <a:pt x="8" y="46"/>
                    <a:pt x="8" y="46"/>
                    <a:pt x="8" y="46"/>
                  </a:cubicBezTo>
                  <a:lnTo>
                    <a:pt x="8" y="47"/>
                  </a:ln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7" name="Freeform 53"/>
            <p:cNvSpPr>
              <a:spLocks noChangeArrowheads="1"/>
            </p:cNvSpPr>
            <p:nvPr/>
          </p:nvSpPr>
          <p:spPr bwMode="auto">
            <a:xfrm>
              <a:off x="4389453" y="1717677"/>
              <a:ext cx="92076" cy="98425"/>
            </a:xfrm>
            <a:custGeom>
              <a:avLst/>
              <a:gdLst>
                <a:gd name="T0" fmla="*/ 44 w 48"/>
                <a:gd name="T1" fmla="*/ 0 h 52"/>
                <a:gd name="T2" fmla="*/ 30 w 48"/>
                <a:gd name="T3" fmla="*/ 6 h 52"/>
                <a:gd name="T4" fmla="*/ 19 w 48"/>
                <a:gd name="T5" fmla="*/ 12 h 52"/>
                <a:gd name="T6" fmla="*/ 9 w 48"/>
                <a:gd name="T7" fmla="*/ 7 h 52"/>
                <a:gd name="T8" fmla="*/ 8 w 48"/>
                <a:gd name="T9" fmla="*/ 3 h 52"/>
                <a:gd name="T10" fmla="*/ 8 w 48"/>
                <a:gd name="T11" fmla="*/ 3 h 52"/>
                <a:gd name="T12" fmla="*/ 6 w 48"/>
                <a:gd name="T13" fmla="*/ 13 h 52"/>
                <a:gd name="T14" fmla="*/ 4 w 48"/>
                <a:gd name="T15" fmla="*/ 31 h 52"/>
                <a:gd name="T16" fmla="*/ 0 w 48"/>
                <a:gd name="T17" fmla="*/ 48 h 52"/>
                <a:gd name="T18" fmla="*/ 10 w 48"/>
                <a:gd name="T19" fmla="*/ 52 h 52"/>
                <a:gd name="T20" fmla="*/ 19 w 48"/>
                <a:gd name="T21" fmla="*/ 45 h 52"/>
                <a:gd name="T22" fmla="*/ 26 w 48"/>
                <a:gd name="T23" fmla="*/ 42 h 52"/>
                <a:gd name="T24" fmla="*/ 33 w 48"/>
                <a:gd name="T25" fmla="*/ 37 h 52"/>
                <a:gd name="T26" fmla="*/ 24 w 48"/>
                <a:gd name="T27" fmla="*/ 27 h 52"/>
                <a:gd name="T28" fmla="*/ 35 w 48"/>
                <a:gd name="T29" fmla="*/ 20 h 52"/>
                <a:gd name="T30" fmla="*/ 47 w 48"/>
                <a:gd name="T31" fmla="*/ 16 h 52"/>
                <a:gd name="T32" fmla="*/ 48 w 48"/>
                <a:gd name="T33" fmla="*/ 16 h 52"/>
                <a:gd name="T34" fmla="*/ 45 w 48"/>
                <a:gd name="T35" fmla="*/ 5 h 52"/>
                <a:gd name="T36" fmla="*/ 44 w 48"/>
                <a:gd name="T37" fmla="*/ 0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8"/>
                <a:gd name="T58" fmla="*/ 0 h 52"/>
                <a:gd name="T59" fmla="*/ 48 w 48"/>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8" h="52">
                  <a:moveTo>
                    <a:pt x="44" y="0"/>
                  </a:moveTo>
                  <a:cubicBezTo>
                    <a:pt x="37" y="3"/>
                    <a:pt x="31" y="6"/>
                    <a:pt x="30" y="6"/>
                  </a:cubicBezTo>
                  <a:cubicBezTo>
                    <a:pt x="27" y="7"/>
                    <a:pt x="19" y="12"/>
                    <a:pt x="19" y="12"/>
                  </a:cubicBezTo>
                  <a:cubicBezTo>
                    <a:pt x="9" y="7"/>
                    <a:pt x="9" y="7"/>
                    <a:pt x="9" y="7"/>
                  </a:cubicBezTo>
                  <a:cubicBezTo>
                    <a:pt x="8" y="3"/>
                    <a:pt x="8" y="3"/>
                    <a:pt x="8" y="3"/>
                  </a:cubicBezTo>
                  <a:cubicBezTo>
                    <a:pt x="8" y="3"/>
                    <a:pt x="8" y="3"/>
                    <a:pt x="8" y="3"/>
                  </a:cubicBezTo>
                  <a:cubicBezTo>
                    <a:pt x="7" y="7"/>
                    <a:pt x="7" y="11"/>
                    <a:pt x="6" y="13"/>
                  </a:cubicBezTo>
                  <a:cubicBezTo>
                    <a:pt x="6" y="15"/>
                    <a:pt x="6" y="29"/>
                    <a:pt x="4" y="31"/>
                  </a:cubicBezTo>
                  <a:cubicBezTo>
                    <a:pt x="2" y="33"/>
                    <a:pt x="1" y="41"/>
                    <a:pt x="0" y="48"/>
                  </a:cubicBezTo>
                  <a:cubicBezTo>
                    <a:pt x="4" y="50"/>
                    <a:pt x="8" y="52"/>
                    <a:pt x="10" y="52"/>
                  </a:cubicBezTo>
                  <a:cubicBezTo>
                    <a:pt x="14" y="52"/>
                    <a:pt x="19" y="48"/>
                    <a:pt x="19" y="45"/>
                  </a:cubicBezTo>
                  <a:cubicBezTo>
                    <a:pt x="19" y="43"/>
                    <a:pt x="23" y="42"/>
                    <a:pt x="26" y="42"/>
                  </a:cubicBezTo>
                  <a:cubicBezTo>
                    <a:pt x="30" y="42"/>
                    <a:pt x="30" y="38"/>
                    <a:pt x="33" y="37"/>
                  </a:cubicBezTo>
                  <a:cubicBezTo>
                    <a:pt x="35" y="35"/>
                    <a:pt x="27" y="28"/>
                    <a:pt x="24" y="27"/>
                  </a:cubicBezTo>
                  <a:cubicBezTo>
                    <a:pt x="22" y="26"/>
                    <a:pt x="27" y="20"/>
                    <a:pt x="35" y="20"/>
                  </a:cubicBezTo>
                  <a:cubicBezTo>
                    <a:pt x="44" y="19"/>
                    <a:pt x="42" y="16"/>
                    <a:pt x="47" y="16"/>
                  </a:cubicBezTo>
                  <a:cubicBezTo>
                    <a:pt x="47" y="16"/>
                    <a:pt x="47" y="16"/>
                    <a:pt x="48" y="16"/>
                  </a:cubicBezTo>
                  <a:cubicBezTo>
                    <a:pt x="47" y="12"/>
                    <a:pt x="46" y="8"/>
                    <a:pt x="45" y="5"/>
                  </a:cubicBezTo>
                  <a:cubicBezTo>
                    <a:pt x="45" y="4"/>
                    <a:pt x="44" y="2"/>
                    <a:pt x="44" y="0"/>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8" name="Freeform 54"/>
            <p:cNvSpPr>
              <a:spLocks noChangeArrowheads="1"/>
            </p:cNvSpPr>
            <p:nvPr/>
          </p:nvSpPr>
          <p:spPr bwMode="auto">
            <a:xfrm>
              <a:off x="5141930" y="1470026"/>
              <a:ext cx="234951" cy="103188"/>
            </a:xfrm>
            <a:custGeom>
              <a:avLst/>
              <a:gdLst>
                <a:gd name="T0" fmla="*/ 114 w 123"/>
                <a:gd name="T1" fmla="*/ 10 h 54"/>
                <a:gd name="T2" fmla="*/ 103 w 123"/>
                <a:gd name="T3" fmla="*/ 7 h 54"/>
                <a:gd name="T4" fmla="*/ 74 w 123"/>
                <a:gd name="T5" fmla="*/ 6 h 54"/>
                <a:gd name="T6" fmla="*/ 59 w 123"/>
                <a:gd name="T7" fmla="*/ 1 h 54"/>
                <a:gd name="T8" fmla="*/ 47 w 123"/>
                <a:gd name="T9" fmla="*/ 6 h 54"/>
                <a:gd name="T10" fmla="*/ 37 w 123"/>
                <a:gd name="T11" fmla="*/ 8 h 54"/>
                <a:gd name="T12" fmla="*/ 22 w 123"/>
                <a:gd name="T13" fmla="*/ 8 h 54"/>
                <a:gd name="T14" fmla="*/ 15 w 123"/>
                <a:gd name="T15" fmla="*/ 16 h 54"/>
                <a:gd name="T16" fmla="*/ 12 w 123"/>
                <a:gd name="T17" fmla="*/ 22 h 54"/>
                <a:gd name="T18" fmla="*/ 16 w 123"/>
                <a:gd name="T19" fmla="*/ 26 h 54"/>
                <a:gd name="T20" fmla="*/ 25 w 123"/>
                <a:gd name="T21" fmla="*/ 25 h 54"/>
                <a:gd name="T22" fmla="*/ 40 w 123"/>
                <a:gd name="T23" fmla="*/ 32 h 54"/>
                <a:gd name="T24" fmla="*/ 35 w 123"/>
                <a:gd name="T25" fmla="*/ 38 h 54"/>
                <a:gd name="T26" fmla="*/ 25 w 123"/>
                <a:gd name="T27" fmla="*/ 40 h 54"/>
                <a:gd name="T28" fmla="*/ 8 w 123"/>
                <a:gd name="T29" fmla="*/ 42 h 54"/>
                <a:gd name="T30" fmla="*/ 0 w 123"/>
                <a:gd name="T31" fmla="*/ 49 h 54"/>
                <a:gd name="T32" fmla="*/ 16 w 123"/>
                <a:gd name="T33" fmla="*/ 50 h 54"/>
                <a:gd name="T34" fmla="*/ 26 w 123"/>
                <a:gd name="T35" fmla="*/ 50 h 54"/>
                <a:gd name="T36" fmla="*/ 36 w 123"/>
                <a:gd name="T37" fmla="*/ 52 h 54"/>
                <a:gd name="T38" fmla="*/ 51 w 123"/>
                <a:gd name="T39" fmla="*/ 51 h 54"/>
                <a:gd name="T40" fmla="*/ 52 w 123"/>
                <a:gd name="T41" fmla="*/ 46 h 54"/>
                <a:gd name="T42" fmla="*/ 57 w 123"/>
                <a:gd name="T43" fmla="*/ 43 h 54"/>
                <a:gd name="T44" fmla="*/ 64 w 123"/>
                <a:gd name="T45" fmla="*/ 39 h 54"/>
                <a:gd name="T46" fmla="*/ 70 w 123"/>
                <a:gd name="T47" fmla="*/ 37 h 54"/>
                <a:gd name="T48" fmla="*/ 77 w 123"/>
                <a:gd name="T49" fmla="*/ 39 h 54"/>
                <a:gd name="T50" fmla="*/ 84 w 123"/>
                <a:gd name="T51" fmla="*/ 34 h 54"/>
                <a:gd name="T52" fmla="*/ 94 w 123"/>
                <a:gd name="T53" fmla="*/ 31 h 54"/>
                <a:gd name="T54" fmla="*/ 103 w 123"/>
                <a:gd name="T55" fmla="*/ 26 h 54"/>
                <a:gd name="T56" fmla="*/ 112 w 123"/>
                <a:gd name="T57" fmla="*/ 21 h 54"/>
                <a:gd name="T58" fmla="*/ 122 w 123"/>
                <a:gd name="T59" fmla="*/ 16 h 54"/>
                <a:gd name="T60" fmla="*/ 123 w 123"/>
                <a:gd name="T61" fmla="*/ 14 h 54"/>
                <a:gd name="T62" fmla="*/ 114 w 123"/>
                <a:gd name="T63" fmla="*/ 10 h 5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23"/>
                <a:gd name="T97" fmla="*/ 0 h 54"/>
                <a:gd name="T98" fmla="*/ 123 w 123"/>
                <a:gd name="T99" fmla="*/ 54 h 5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23" h="54">
                  <a:moveTo>
                    <a:pt x="114" y="10"/>
                  </a:moveTo>
                  <a:cubicBezTo>
                    <a:pt x="109" y="5"/>
                    <a:pt x="108" y="9"/>
                    <a:pt x="103" y="7"/>
                  </a:cubicBezTo>
                  <a:cubicBezTo>
                    <a:pt x="98" y="6"/>
                    <a:pt x="78" y="4"/>
                    <a:pt x="74" y="6"/>
                  </a:cubicBezTo>
                  <a:cubicBezTo>
                    <a:pt x="70" y="7"/>
                    <a:pt x="62" y="3"/>
                    <a:pt x="59" y="1"/>
                  </a:cubicBezTo>
                  <a:cubicBezTo>
                    <a:pt x="56" y="0"/>
                    <a:pt x="48" y="1"/>
                    <a:pt x="47" y="6"/>
                  </a:cubicBezTo>
                  <a:cubicBezTo>
                    <a:pt x="47" y="11"/>
                    <a:pt x="43" y="11"/>
                    <a:pt x="37" y="8"/>
                  </a:cubicBezTo>
                  <a:cubicBezTo>
                    <a:pt x="31" y="5"/>
                    <a:pt x="22" y="5"/>
                    <a:pt x="22" y="8"/>
                  </a:cubicBezTo>
                  <a:cubicBezTo>
                    <a:pt x="22" y="11"/>
                    <a:pt x="17" y="15"/>
                    <a:pt x="15" y="16"/>
                  </a:cubicBezTo>
                  <a:cubicBezTo>
                    <a:pt x="14" y="16"/>
                    <a:pt x="13" y="19"/>
                    <a:pt x="12" y="22"/>
                  </a:cubicBezTo>
                  <a:cubicBezTo>
                    <a:pt x="13" y="22"/>
                    <a:pt x="15" y="24"/>
                    <a:pt x="16" y="26"/>
                  </a:cubicBezTo>
                  <a:cubicBezTo>
                    <a:pt x="18" y="28"/>
                    <a:pt x="24" y="28"/>
                    <a:pt x="25" y="25"/>
                  </a:cubicBezTo>
                  <a:cubicBezTo>
                    <a:pt x="26" y="22"/>
                    <a:pt x="35" y="28"/>
                    <a:pt x="40" y="32"/>
                  </a:cubicBezTo>
                  <a:cubicBezTo>
                    <a:pt x="46" y="37"/>
                    <a:pt x="38" y="34"/>
                    <a:pt x="35" y="38"/>
                  </a:cubicBezTo>
                  <a:cubicBezTo>
                    <a:pt x="33" y="42"/>
                    <a:pt x="26" y="38"/>
                    <a:pt x="25" y="40"/>
                  </a:cubicBezTo>
                  <a:cubicBezTo>
                    <a:pt x="23" y="42"/>
                    <a:pt x="11" y="42"/>
                    <a:pt x="8" y="42"/>
                  </a:cubicBezTo>
                  <a:cubicBezTo>
                    <a:pt x="5" y="42"/>
                    <a:pt x="0" y="46"/>
                    <a:pt x="0" y="49"/>
                  </a:cubicBezTo>
                  <a:cubicBezTo>
                    <a:pt x="1" y="51"/>
                    <a:pt x="12" y="47"/>
                    <a:pt x="16" y="50"/>
                  </a:cubicBezTo>
                  <a:cubicBezTo>
                    <a:pt x="20" y="53"/>
                    <a:pt x="24" y="47"/>
                    <a:pt x="26" y="50"/>
                  </a:cubicBezTo>
                  <a:cubicBezTo>
                    <a:pt x="29" y="54"/>
                    <a:pt x="34" y="51"/>
                    <a:pt x="36" y="52"/>
                  </a:cubicBezTo>
                  <a:cubicBezTo>
                    <a:pt x="38" y="53"/>
                    <a:pt x="50" y="51"/>
                    <a:pt x="51" y="51"/>
                  </a:cubicBezTo>
                  <a:cubicBezTo>
                    <a:pt x="52" y="50"/>
                    <a:pt x="52" y="48"/>
                    <a:pt x="52" y="46"/>
                  </a:cubicBezTo>
                  <a:cubicBezTo>
                    <a:pt x="52" y="43"/>
                    <a:pt x="55" y="44"/>
                    <a:pt x="57" y="43"/>
                  </a:cubicBezTo>
                  <a:cubicBezTo>
                    <a:pt x="60" y="42"/>
                    <a:pt x="62" y="39"/>
                    <a:pt x="64" y="39"/>
                  </a:cubicBezTo>
                  <a:cubicBezTo>
                    <a:pt x="66" y="39"/>
                    <a:pt x="68" y="36"/>
                    <a:pt x="70" y="37"/>
                  </a:cubicBezTo>
                  <a:cubicBezTo>
                    <a:pt x="72" y="37"/>
                    <a:pt x="75" y="41"/>
                    <a:pt x="77" y="39"/>
                  </a:cubicBezTo>
                  <a:cubicBezTo>
                    <a:pt x="80" y="37"/>
                    <a:pt x="81" y="39"/>
                    <a:pt x="84" y="34"/>
                  </a:cubicBezTo>
                  <a:cubicBezTo>
                    <a:pt x="88" y="30"/>
                    <a:pt x="90" y="31"/>
                    <a:pt x="94" y="31"/>
                  </a:cubicBezTo>
                  <a:cubicBezTo>
                    <a:pt x="100" y="32"/>
                    <a:pt x="102" y="29"/>
                    <a:pt x="103" y="26"/>
                  </a:cubicBezTo>
                  <a:cubicBezTo>
                    <a:pt x="105" y="23"/>
                    <a:pt x="109" y="23"/>
                    <a:pt x="112" y="21"/>
                  </a:cubicBezTo>
                  <a:cubicBezTo>
                    <a:pt x="115" y="19"/>
                    <a:pt x="120" y="17"/>
                    <a:pt x="122" y="16"/>
                  </a:cubicBezTo>
                  <a:cubicBezTo>
                    <a:pt x="123" y="16"/>
                    <a:pt x="123" y="15"/>
                    <a:pt x="123" y="14"/>
                  </a:cubicBezTo>
                  <a:cubicBezTo>
                    <a:pt x="119" y="11"/>
                    <a:pt x="117" y="14"/>
                    <a:pt x="114" y="10"/>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9" name="Freeform 55"/>
            <p:cNvSpPr>
              <a:spLocks noChangeArrowheads="1"/>
            </p:cNvSpPr>
            <p:nvPr/>
          </p:nvSpPr>
          <p:spPr bwMode="auto">
            <a:xfrm>
              <a:off x="4495815" y="1458913"/>
              <a:ext cx="149225" cy="66675"/>
            </a:xfrm>
            <a:custGeom>
              <a:avLst/>
              <a:gdLst>
                <a:gd name="T0" fmla="*/ 31 w 78"/>
                <a:gd name="T1" fmla="*/ 27 h 35"/>
                <a:gd name="T2" fmla="*/ 39 w 78"/>
                <a:gd name="T3" fmla="*/ 33 h 35"/>
                <a:gd name="T4" fmla="*/ 40 w 78"/>
                <a:gd name="T5" fmla="*/ 34 h 35"/>
                <a:gd name="T6" fmla="*/ 51 w 78"/>
                <a:gd name="T7" fmla="*/ 32 h 35"/>
                <a:gd name="T8" fmla="*/ 61 w 78"/>
                <a:gd name="T9" fmla="*/ 33 h 35"/>
                <a:gd name="T10" fmla="*/ 60 w 78"/>
                <a:gd name="T11" fmla="*/ 30 h 35"/>
                <a:gd name="T12" fmla="*/ 68 w 78"/>
                <a:gd name="T13" fmla="*/ 33 h 35"/>
                <a:gd name="T14" fmla="*/ 77 w 78"/>
                <a:gd name="T15" fmla="*/ 33 h 35"/>
                <a:gd name="T16" fmla="*/ 73 w 78"/>
                <a:gd name="T17" fmla="*/ 28 h 35"/>
                <a:gd name="T18" fmla="*/ 75 w 78"/>
                <a:gd name="T19" fmla="*/ 24 h 35"/>
                <a:gd name="T20" fmla="*/ 68 w 78"/>
                <a:gd name="T21" fmla="*/ 21 h 35"/>
                <a:gd name="T22" fmla="*/ 65 w 78"/>
                <a:gd name="T23" fmla="*/ 14 h 35"/>
                <a:gd name="T24" fmla="*/ 61 w 78"/>
                <a:gd name="T25" fmla="*/ 12 h 35"/>
                <a:gd name="T26" fmla="*/ 49 w 78"/>
                <a:gd name="T27" fmla="*/ 14 h 35"/>
                <a:gd name="T28" fmla="*/ 42 w 78"/>
                <a:gd name="T29" fmla="*/ 10 h 35"/>
                <a:gd name="T30" fmla="*/ 35 w 78"/>
                <a:gd name="T31" fmla="*/ 6 h 35"/>
                <a:gd name="T32" fmla="*/ 18 w 78"/>
                <a:gd name="T33" fmla="*/ 4 h 35"/>
                <a:gd name="T34" fmla="*/ 4 w 78"/>
                <a:gd name="T35" fmla="*/ 0 h 35"/>
                <a:gd name="T36" fmla="*/ 0 w 78"/>
                <a:gd name="T37" fmla="*/ 2 h 35"/>
                <a:gd name="T38" fmla="*/ 18 w 78"/>
                <a:gd name="T39" fmla="*/ 12 h 35"/>
                <a:gd name="T40" fmla="*/ 22 w 78"/>
                <a:gd name="T41" fmla="*/ 23 h 35"/>
                <a:gd name="T42" fmla="*/ 19 w 78"/>
                <a:gd name="T43" fmla="*/ 27 h 35"/>
                <a:gd name="T44" fmla="*/ 31 w 78"/>
                <a:gd name="T45" fmla="*/ 27 h 3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35"/>
                <a:gd name="T71" fmla="*/ 78 w 78"/>
                <a:gd name="T72" fmla="*/ 35 h 3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35">
                  <a:moveTo>
                    <a:pt x="31" y="27"/>
                  </a:moveTo>
                  <a:cubicBezTo>
                    <a:pt x="35" y="25"/>
                    <a:pt x="36" y="29"/>
                    <a:pt x="39" y="33"/>
                  </a:cubicBezTo>
                  <a:cubicBezTo>
                    <a:pt x="39" y="33"/>
                    <a:pt x="39" y="34"/>
                    <a:pt x="40" y="34"/>
                  </a:cubicBezTo>
                  <a:cubicBezTo>
                    <a:pt x="44" y="33"/>
                    <a:pt x="47" y="32"/>
                    <a:pt x="51" y="32"/>
                  </a:cubicBezTo>
                  <a:cubicBezTo>
                    <a:pt x="54" y="31"/>
                    <a:pt x="58" y="32"/>
                    <a:pt x="61" y="33"/>
                  </a:cubicBezTo>
                  <a:cubicBezTo>
                    <a:pt x="60" y="32"/>
                    <a:pt x="60" y="31"/>
                    <a:pt x="60" y="30"/>
                  </a:cubicBezTo>
                  <a:cubicBezTo>
                    <a:pt x="61" y="28"/>
                    <a:pt x="66" y="31"/>
                    <a:pt x="68" y="33"/>
                  </a:cubicBezTo>
                  <a:cubicBezTo>
                    <a:pt x="70" y="34"/>
                    <a:pt x="75" y="35"/>
                    <a:pt x="77" y="33"/>
                  </a:cubicBezTo>
                  <a:cubicBezTo>
                    <a:pt x="78" y="32"/>
                    <a:pt x="74" y="30"/>
                    <a:pt x="73" y="28"/>
                  </a:cubicBezTo>
                  <a:cubicBezTo>
                    <a:pt x="73" y="27"/>
                    <a:pt x="74" y="26"/>
                    <a:pt x="75" y="24"/>
                  </a:cubicBezTo>
                  <a:cubicBezTo>
                    <a:pt x="72" y="22"/>
                    <a:pt x="69" y="20"/>
                    <a:pt x="68" y="21"/>
                  </a:cubicBezTo>
                  <a:cubicBezTo>
                    <a:pt x="67" y="21"/>
                    <a:pt x="67" y="14"/>
                    <a:pt x="65" y="14"/>
                  </a:cubicBezTo>
                  <a:cubicBezTo>
                    <a:pt x="63" y="14"/>
                    <a:pt x="63" y="12"/>
                    <a:pt x="61" y="12"/>
                  </a:cubicBezTo>
                  <a:cubicBezTo>
                    <a:pt x="59" y="12"/>
                    <a:pt x="51" y="12"/>
                    <a:pt x="49" y="14"/>
                  </a:cubicBezTo>
                  <a:cubicBezTo>
                    <a:pt x="47" y="15"/>
                    <a:pt x="45" y="10"/>
                    <a:pt x="42" y="10"/>
                  </a:cubicBezTo>
                  <a:cubicBezTo>
                    <a:pt x="40" y="10"/>
                    <a:pt x="37" y="8"/>
                    <a:pt x="35" y="6"/>
                  </a:cubicBezTo>
                  <a:cubicBezTo>
                    <a:pt x="34" y="4"/>
                    <a:pt x="21" y="7"/>
                    <a:pt x="18" y="4"/>
                  </a:cubicBezTo>
                  <a:cubicBezTo>
                    <a:pt x="14" y="2"/>
                    <a:pt x="8" y="0"/>
                    <a:pt x="4" y="0"/>
                  </a:cubicBezTo>
                  <a:cubicBezTo>
                    <a:pt x="3" y="0"/>
                    <a:pt x="2" y="1"/>
                    <a:pt x="0" y="2"/>
                  </a:cubicBezTo>
                  <a:cubicBezTo>
                    <a:pt x="7" y="6"/>
                    <a:pt x="16" y="5"/>
                    <a:pt x="18" y="12"/>
                  </a:cubicBezTo>
                  <a:cubicBezTo>
                    <a:pt x="19" y="20"/>
                    <a:pt x="24" y="17"/>
                    <a:pt x="22" y="23"/>
                  </a:cubicBezTo>
                  <a:cubicBezTo>
                    <a:pt x="22" y="25"/>
                    <a:pt x="21" y="26"/>
                    <a:pt x="19" y="27"/>
                  </a:cubicBezTo>
                  <a:cubicBezTo>
                    <a:pt x="24" y="28"/>
                    <a:pt x="29" y="28"/>
                    <a:pt x="31" y="27"/>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0" name="Freeform 56"/>
            <p:cNvSpPr>
              <a:spLocks noEditPoints="1" noChangeArrowheads="1"/>
            </p:cNvSpPr>
            <p:nvPr/>
          </p:nvSpPr>
          <p:spPr bwMode="auto">
            <a:xfrm>
              <a:off x="4197364" y="1495427"/>
              <a:ext cx="406402" cy="160338"/>
            </a:xfrm>
            <a:custGeom>
              <a:avLst/>
              <a:gdLst>
                <a:gd name="T0" fmla="*/ 206 w 212"/>
                <a:gd name="T1" fmla="*/ 59 h 84"/>
                <a:gd name="T2" fmla="*/ 206 w 212"/>
                <a:gd name="T3" fmla="*/ 47 h 84"/>
                <a:gd name="T4" fmla="*/ 206 w 212"/>
                <a:gd name="T5" fmla="*/ 37 h 84"/>
                <a:gd name="T6" fmla="*/ 209 w 212"/>
                <a:gd name="T7" fmla="*/ 32 h 84"/>
                <a:gd name="T8" fmla="*/ 207 w 212"/>
                <a:gd name="T9" fmla="*/ 28 h 84"/>
                <a:gd name="T10" fmla="*/ 198 w 212"/>
                <a:gd name="T11" fmla="*/ 24 h 84"/>
                <a:gd name="T12" fmla="*/ 195 w 212"/>
                <a:gd name="T13" fmla="*/ 14 h 84"/>
                <a:gd name="T14" fmla="*/ 187 w 212"/>
                <a:gd name="T15" fmla="*/ 8 h 84"/>
                <a:gd name="T16" fmla="*/ 175 w 212"/>
                <a:gd name="T17" fmla="*/ 8 h 84"/>
                <a:gd name="T18" fmla="*/ 154 w 212"/>
                <a:gd name="T19" fmla="*/ 15 h 84"/>
                <a:gd name="T20" fmla="*/ 135 w 212"/>
                <a:gd name="T21" fmla="*/ 16 h 84"/>
                <a:gd name="T22" fmla="*/ 121 w 212"/>
                <a:gd name="T23" fmla="*/ 11 h 84"/>
                <a:gd name="T24" fmla="*/ 111 w 212"/>
                <a:gd name="T25" fmla="*/ 7 h 84"/>
                <a:gd name="T26" fmla="*/ 95 w 212"/>
                <a:gd name="T27" fmla="*/ 2 h 84"/>
                <a:gd name="T28" fmla="*/ 60 w 212"/>
                <a:gd name="T29" fmla="*/ 13 h 84"/>
                <a:gd name="T30" fmla="*/ 36 w 212"/>
                <a:gd name="T31" fmla="*/ 14 h 84"/>
                <a:gd name="T32" fmla="*/ 30 w 212"/>
                <a:gd name="T33" fmla="*/ 23 h 84"/>
                <a:gd name="T34" fmla="*/ 6 w 212"/>
                <a:gd name="T35" fmla="*/ 25 h 84"/>
                <a:gd name="T36" fmla="*/ 4 w 212"/>
                <a:gd name="T37" fmla="*/ 33 h 84"/>
                <a:gd name="T38" fmla="*/ 9 w 212"/>
                <a:gd name="T39" fmla="*/ 36 h 84"/>
                <a:gd name="T40" fmla="*/ 10 w 212"/>
                <a:gd name="T41" fmla="*/ 45 h 84"/>
                <a:gd name="T42" fmla="*/ 10 w 212"/>
                <a:gd name="T43" fmla="*/ 53 h 84"/>
                <a:gd name="T44" fmla="*/ 10 w 212"/>
                <a:gd name="T45" fmla="*/ 59 h 84"/>
                <a:gd name="T46" fmla="*/ 16 w 212"/>
                <a:gd name="T47" fmla="*/ 65 h 84"/>
                <a:gd name="T48" fmla="*/ 23 w 212"/>
                <a:gd name="T49" fmla="*/ 69 h 84"/>
                <a:gd name="T50" fmla="*/ 29 w 212"/>
                <a:gd name="T51" fmla="*/ 71 h 84"/>
                <a:gd name="T52" fmla="*/ 36 w 212"/>
                <a:gd name="T53" fmla="*/ 78 h 84"/>
                <a:gd name="T54" fmla="*/ 50 w 212"/>
                <a:gd name="T55" fmla="*/ 75 h 84"/>
                <a:gd name="T56" fmla="*/ 59 w 212"/>
                <a:gd name="T57" fmla="*/ 71 h 84"/>
                <a:gd name="T58" fmla="*/ 75 w 212"/>
                <a:gd name="T59" fmla="*/ 80 h 84"/>
                <a:gd name="T60" fmla="*/ 86 w 212"/>
                <a:gd name="T61" fmla="*/ 78 h 84"/>
                <a:gd name="T62" fmla="*/ 97 w 212"/>
                <a:gd name="T63" fmla="*/ 71 h 84"/>
                <a:gd name="T64" fmla="*/ 106 w 212"/>
                <a:gd name="T65" fmla="*/ 74 h 84"/>
                <a:gd name="T66" fmla="*/ 114 w 212"/>
                <a:gd name="T67" fmla="*/ 71 h 84"/>
                <a:gd name="T68" fmla="*/ 111 w 212"/>
                <a:gd name="T69" fmla="*/ 80 h 84"/>
                <a:gd name="T70" fmla="*/ 111 w 212"/>
                <a:gd name="T71" fmla="*/ 84 h 84"/>
                <a:gd name="T72" fmla="*/ 118 w 212"/>
                <a:gd name="T73" fmla="*/ 76 h 84"/>
                <a:gd name="T74" fmla="*/ 123 w 212"/>
                <a:gd name="T75" fmla="*/ 74 h 84"/>
                <a:gd name="T76" fmla="*/ 133 w 212"/>
                <a:gd name="T77" fmla="*/ 74 h 84"/>
                <a:gd name="T78" fmla="*/ 140 w 212"/>
                <a:gd name="T79" fmla="*/ 72 h 84"/>
                <a:gd name="T80" fmla="*/ 153 w 212"/>
                <a:gd name="T81" fmla="*/ 73 h 84"/>
                <a:gd name="T82" fmla="*/ 168 w 212"/>
                <a:gd name="T83" fmla="*/ 68 h 84"/>
                <a:gd name="T84" fmla="*/ 180 w 212"/>
                <a:gd name="T85" fmla="*/ 66 h 84"/>
                <a:gd name="T86" fmla="*/ 185 w 212"/>
                <a:gd name="T87" fmla="*/ 68 h 84"/>
                <a:gd name="T88" fmla="*/ 190 w 212"/>
                <a:gd name="T89" fmla="*/ 64 h 84"/>
                <a:gd name="T90" fmla="*/ 200 w 212"/>
                <a:gd name="T91" fmla="*/ 66 h 84"/>
                <a:gd name="T92" fmla="*/ 212 w 212"/>
                <a:gd name="T93" fmla="*/ 68 h 84"/>
                <a:gd name="T94" fmla="*/ 206 w 212"/>
                <a:gd name="T95" fmla="*/ 59 h 84"/>
                <a:gd name="T96" fmla="*/ 19 w 212"/>
                <a:gd name="T97" fmla="*/ 16 h 84"/>
                <a:gd name="T98" fmla="*/ 34 w 212"/>
                <a:gd name="T99" fmla="*/ 14 h 84"/>
                <a:gd name="T100" fmla="*/ 25 w 212"/>
                <a:gd name="T101" fmla="*/ 8 h 84"/>
                <a:gd name="T102" fmla="*/ 22 w 212"/>
                <a:gd name="T103" fmla="*/ 2 h 84"/>
                <a:gd name="T104" fmla="*/ 18 w 212"/>
                <a:gd name="T105" fmla="*/ 3 h 84"/>
                <a:gd name="T106" fmla="*/ 6 w 212"/>
                <a:gd name="T107" fmla="*/ 3 h 84"/>
                <a:gd name="T108" fmla="*/ 7 w 212"/>
                <a:gd name="T109" fmla="*/ 10 h 84"/>
                <a:gd name="T110" fmla="*/ 4 w 212"/>
                <a:gd name="T111" fmla="*/ 15 h 84"/>
                <a:gd name="T112" fmla="*/ 1 w 212"/>
                <a:gd name="T113" fmla="*/ 19 h 84"/>
                <a:gd name="T114" fmla="*/ 8 w 212"/>
                <a:gd name="T115" fmla="*/ 22 h 84"/>
                <a:gd name="T116" fmla="*/ 19 w 212"/>
                <a:gd name="T117" fmla="*/ 16 h 8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12"/>
                <a:gd name="T178" fmla="*/ 0 h 84"/>
                <a:gd name="T179" fmla="*/ 212 w 212"/>
                <a:gd name="T180" fmla="*/ 84 h 8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12" h="84">
                  <a:moveTo>
                    <a:pt x="206" y="59"/>
                  </a:moveTo>
                  <a:cubicBezTo>
                    <a:pt x="204" y="58"/>
                    <a:pt x="207" y="49"/>
                    <a:pt x="206" y="47"/>
                  </a:cubicBezTo>
                  <a:cubicBezTo>
                    <a:pt x="205" y="45"/>
                    <a:pt x="203" y="37"/>
                    <a:pt x="206" y="37"/>
                  </a:cubicBezTo>
                  <a:cubicBezTo>
                    <a:pt x="208" y="37"/>
                    <a:pt x="206" y="32"/>
                    <a:pt x="209" y="32"/>
                  </a:cubicBezTo>
                  <a:cubicBezTo>
                    <a:pt x="208" y="30"/>
                    <a:pt x="207" y="28"/>
                    <a:pt x="207" y="28"/>
                  </a:cubicBezTo>
                  <a:cubicBezTo>
                    <a:pt x="205" y="26"/>
                    <a:pt x="200" y="29"/>
                    <a:pt x="198" y="24"/>
                  </a:cubicBezTo>
                  <a:cubicBezTo>
                    <a:pt x="196" y="19"/>
                    <a:pt x="198" y="18"/>
                    <a:pt x="195" y="14"/>
                  </a:cubicBezTo>
                  <a:cubicBezTo>
                    <a:pt x="192" y="10"/>
                    <a:pt x="191" y="6"/>
                    <a:pt x="187" y="8"/>
                  </a:cubicBezTo>
                  <a:cubicBezTo>
                    <a:pt x="185" y="9"/>
                    <a:pt x="180" y="9"/>
                    <a:pt x="175" y="8"/>
                  </a:cubicBezTo>
                  <a:cubicBezTo>
                    <a:pt x="170" y="13"/>
                    <a:pt x="158" y="17"/>
                    <a:pt x="154" y="15"/>
                  </a:cubicBezTo>
                  <a:cubicBezTo>
                    <a:pt x="150" y="14"/>
                    <a:pt x="141" y="16"/>
                    <a:pt x="135" y="16"/>
                  </a:cubicBezTo>
                  <a:cubicBezTo>
                    <a:pt x="128" y="16"/>
                    <a:pt x="126" y="11"/>
                    <a:pt x="121" y="11"/>
                  </a:cubicBezTo>
                  <a:cubicBezTo>
                    <a:pt x="116" y="12"/>
                    <a:pt x="116" y="7"/>
                    <a:pt x="111" y="7"/>
                  </a:cubicBezTo>
                  <a:cubicBezTo>
                    <a:pt x="106" y="7"/>
                    <a:pt x="110" y="4"/>
                    <a:pt x="95" y="2"/>
                  </a:cubicBezTo>
                  <a:cubicBezTo>
                    <a:pt x="79" y="0"/>
                    <a:pt x="65" y="9"/>
                    <a:pt x="60" y="13"/>
                  </a:cubicBezTo>
                  <a:cubicBezTo>
                    <a:pt x="55" y="17"/>
                    <a:pt x="37" y="13"/>
                    <a:pt x="36" y="14"/>
                  </a:cubicBezTo>
                  <a:cubicBezTo>
                    <a:pt x="34" y="15"/>
                    <a:pt x="36" y="21"/>
                    <a:pt x="30" y="23"/>
                  </a:cubicBezTo>
                  <a:cubicBezTo>
                    <a:pt x="24" y="25"/>
                    <a:pt x="11" y="23"/>
                    <a:pt x="6" y="25"/>
                  </a:cubicBezTo>
                  <a:cubicBezTo>
                    <a:pt x="2" y="27"/>
                    <a:pt x="0" y="34"/>
                    <a:pt x="4" y="33"/>
                  </a:cubicBezTo>
                  <a:cubicBezTo>
                    <a:pt x="8" y="33"/>
                    <a:pt x="10" y="35"/>
                    <a:pt x="9" y="36"/>
                  </a:cubicBezTo>
                  <a:cubicBezTo>
                    <a:pt x="8" y="38"/>
                    <a:pt x="12" y="43"/>
                    <a:pt x="10" y="45"/>
                  </a:cubicBezTo>
                  <a:cubicBezTo>
                    <a:pt x="8" y="47"/>
                    <a:pt x="7" y="51"/>
                    <a:pt x="10" y="53"/>
                  </a:cubicBezTo>
                  <a:cubicBezTo>
                    <a:pt x="13" y="55"/>
                    <a:pt x="13" y="58"/>
                    <a:pt x="10" y="59"/>
                  </a:cubicBezTo>
                  <a:cubicBezTo>
                    <a:pt x="7" y="59"/>
                    <a:pt x="16" y="63"/>
                    <a:pt x="16" y="65"/>
                  </a:cubicBezTo>
                  <a:cubicBezTo>
                    <a:pt x="16" y="66"/>
                    <a:pt x="23" y="67"/>
                    <a:pt x="23" y="69"/>
                  </a:cubicBezTo>
                  <a:cubicBezTo>
                    <a:pt x="23" y="71"/>
                    <a:pt x="25" y="72"/>
                    <a:pt x="29" y="71"/>
                  </a:cubicBezTo>
                  <a:cubicBezTo>
                    <a:pt x="32" y="70"/>
                    <a:pt x="34" y="75"/>
                    <a:pt x="36" y="78"/>
                  </a:cubicBezTo>
                  <a:cubicBezTo>
                    <a:pt x="38" y="81"/>
                    <a:pt x="50" y="79"/>
                    <a:pt x="50" y="75"/>
                  </a:cubicBezTo>
                  <a:cubicBezTo>
                    <a:pt x="50" y="72"/>
                    <a:pt x="54" y="71"/>
                    <a:pt x="59" y="71"/>
                  </a:cubicBezTo>
                  <a:cubicBezTo>
                    <a:pt x="65" y="72"/>
                    <a:pt x="72" y="79"/>
                    <a:pt x="75" y="80"/>
                  </a:cubicBezTo>
                  <a:cubicBezTo>
                    <a:pt x="77" y="81"/>
                    <a:pt x="83" y="78"/>
                    <a:pt x="86" y="78"/>
                  </a:cubicBezTo>
                  <a:cubicBezTo>
                    <a:pt x="90" y="78"/>
                    <a:pt x="95" y="73"/>
                    <a:pt x="97" y="71"/>
                  </a:cubicBezTo>
                  <a:cubicBezTo>
                    <a:pt x="99" y="70"/>
                    <a:pt x="102" y="75"/>
                    <a:pt x="106" y="74"/>
                  </a:cubicBezTo>
                  <a:cubicBezTo>
                    <a:pt x="109" y="72"/>
                    <a:pt x="112" y="70"/>
                    <a:pt x="114" y="71"/>
                  </a:cubicBezTo>
                  <a:cubicBezTo>
                    <a:pt x="116" y="72"/>
                    <a:pt x="109" y="78"/>
                    <a:pt x="111" y="80"/>
                  </a:cubicBezTo>
                  <a:cubicBezTo>
                    <a:pt x="112" y="81"/>
                    <a:pt x="112" y="83"/>
                    <a:pt x="111" y="84"/>
                  </a:cubicBezTo>
                  <a:cubicBezTo>
                    <a:pt x="118" y="83"/>
                    <a:pt x="118" y="78"/>
                    <a:pt x="118" y="76"/>
                  </a:cubicBezTo>
                  <a:cubicBezTo>
                    <a:pt x="119" y="74"/>
                    <a:pt x="120" y="72"/>
                    <a:pt x="123" y="74"/>
                  </a:cubicBezTo>
                  <a:cubicBezTo>
                    <a:pt x="125" y="75"/>
                    <a:pt x="128" y="76"/>
                    <a:pt x="133" y="74"/>
                  </a:cubicBezTo>
                  <a:cubicBezTo>
                    <a:pt x="138" y="71"/>
                    <a:pt x="138" y="70"/>
                    <a:pt x="140" y="72"/>
                  </a:cubicBezTo>
                  <a:cubicBezTo>
                    <a:pt x="142" y="74"/>
                    <a:pt x="146" y="73"/>
                    <a:pt x="153" y="73"/>
                  </a:cubicBezTo>
                  <a:cubicBezTo>
                    <a:pt x="160" y="73"/>
                    <a:pt x="161" y="68"/>
                    <a:pt x="168" y="68"/>
                  </a:cubicBezTo>
                  <a:cubicBezTo>
                    <a:pt x="175" y="69"/>
                    <a:pt x="180" y="66"/>
                    <a:pt x="180" y="66"/>
                  </a:cubicBezTo>
                  <a:cubicBezTo>
                    <a:pt x="185" y="68"/>
                    <a:pt x="185" y="68"/>
                    <a:pt x="185" y="68"/>
                  </a:cubicBezTo>
                  <a:cubicBezTo>
                    <a:pt x="186" y="66"/>
                    <a:pt x="186" y="64"/>
                    <a:pt x="190" y="64"/>
                  </a:cubicBezTo>
                  <a:cubicBezTo>
                    <a:pt x="195" y="63"/>
                    <a:pt x="197" y="67"/>
                    <a:pt x="200" y="66"/>
                  </a:cubicBezTo>
                  <a:cubicBezTo>
                    <a:pt x="202" y="65"/>
                    <a:pt x="211" y="74"/>
                    <a:pt x="212" y="68"/>
                  </a:cubicBezTo>
                  <a:cubicBezTo>
                    <a:pt x="212" y="66"/>
                    <a:pt x="208" y="59"/>
                    <a:pt x="206" y="59"/>
                  </a:cubicBezTo>
                  <a:close/>
                  <a:moveTo>
                    <a:pt x="19" y="16"/>
                  </a:moveTo>
                  <a:cubicBezTo>
                    <a:pt x="23" y="14"/>
                    <a:pt x="32" y="16"/>
                    <a:pt x="34" y="14"/>
                  </a:cubicBezTo>
                  <a:cubicBezTo>
                    <a:pt x="36" y="12"/>
                    <a:pt x="28" y="10"/>
                    <a:pt x="25" y="8"/>
                  </a:cubicBezTo>
                  <a:cubicBezTo>
                    <a:pt x="24" y="6"/>
                    <a:pt x="23" y="4"/>
                    <a:pt x="22" y="2"/>
                  </a:cubicBezTo>
                  <a:cubicBezTo>
                    <a:pt x="21" y="3"/>
                    <a:pt x="19" y="3"/>
                    <a:pt x="18" y="3"/>
                  </a:cubicBezTo>
                  <a:cubicBezTo>
                    <a:pt x="15" y="1"/>
                    <a:pt x="8" y="2"/>
                    <a:pt x="6" y="3"/>
                  </a:cubicBezTo>
                  <a:cubicBezTo>
                    <a:pt x="5" y="3"/>
                    <a:pt x="7" y="7"/>
                    <a:pt x="7" y="10"/>
                  </a:cubicBezTo>
                  <a:cubicBezTo>
                    <a:pt x="7" y="13"/>
                    <a:pt x="4" y="14"/>
                    <a:pt x="4" y="15"/>
                  </a:cubicBezTo>
                  <a:cubicBezTo>
                    <a:pt x="4" y="17"/>
                    <a:pt x="3" y="18"/>
                    <a:pt x="1" y="19"/>
                  </a:cubicBezTo>
                  <a:cubicBezTo>
                    <a:pt x="4" y="21"/>
                    <a:pt x="6" y="22"/>
                    <a:pt x="8" y="22"/>
                  </a:cubicBezTo>
                  <a:cubicBezTo>
                    <a:pt x="13" y="22"/>
                    <a:pt x="15" y="17"/>
                    <a:pt x="19" y="16"/>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1" name="Freeform 57"/>
            <p:cNvSpPr>
              <a:spLocks noChangeArrowheads="1"/>
            </p:cNvSpPr>
            <p:nvPr/>
          </p:nvSpPr>
          <p:spPr bwMode="auto">
            <a:xfrm>
              <a:off x="5329256" y="1657351"/>
              <a:ext cx="50800" cy="47625"/>
            </a:xfrm>
            <a:custGeom>
              <a:avLst/>
              <a:gdLst>
                <a:gd name="T0" fmla="*/ 12 w 26"/>
                <a:gd name="T1" fmla="*/ 0 h 25"/>
                <a:gd name="T2" fmla="*/ 0 w 26"/>
                <a:gd name="T3" fmla="*/ 8 h 25"/>
                <a:gd name="T4" fmla="*/ 1 w 26"/>
                <a:gd name="T5" fmla="*/ 11 h 25"/>
                <a:gd name="T6" fmla="*/ 8 w 26"/>
                <a:gd name="T7" fmla="*/ 18 h 25"/>
                <a:gd name="T8" fmla="*/ 9 w 26"/>
                <a:gd name="T9" fmla="*/ 25 h 25"/>
                <a:gd name="T10" fmla="*/ 14 w 26"/>
                <a:gd name="T11" fmla="*/ 25 h 25"/>
                <a:gd name="T12" fmla="*/ 25 w 26"/>
                <a:gd name="T13" fmla="*/ 11 h 25"/>
                <a:gd name="T14" fmla="*/ 12 w 26"/>
                <a:gd name="T15" fmla="*/ 0 h 25"/>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25"/>
                <a:gd name="T26" fmla="*/ 26 w 26"/>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25">
                  <a:moveTo>
                    <a:pt x="12" y="0"/>
                  </a:moveTo>
                  <a:cubicBezTo>
                    <a:pt x="8" y="0"/>
                    <a:pt x="1" y="4"/>
                    <a:pt x="0" y="8"/>
                  </a:cubicBezTo>
                  <a:cubicBezTo>
                    <a:pt x="0" y="8"/>
                    <a:pt x="1" y="10"/>
                    <a:pt x="1" y="11"/>
                  </a:cubicBezTo>
                  <a:cubicBezTo>
                    <a:pt x="2" y="14"/>
                    <a:pt x="5" y="17"/>
                    <a:pt x="8" y="18"/>
                  </a:cubicBezTo>
                  <a:cubicBezTo>
                    <a:pt x="10" y="19"/>
                    <a:pt x="10" y="22"/>
                    <a:pt x="9" y="25"/>
                  </a:cubicBezTo>
                  <a:cubicBezTo>
                    <a:pt x="11" y="25"/>
                    <a:pt x="13" y="25"/>
                    <a:pt x="14" y="25"/>
                  </a:cubicBezTo>
                  <a:cubicBezTo>
                    <a:pt x="17" y="24"/>
                    <a:pt x="24" y="14"/>
                    <a:pt x="25" y="11"/>
                  </a:cubicBezTo>
                  <a:cubicBezTo>
                    <a:pt x="26" y="8"/>
                    <a:pt x="17" y="1"/>
                    <a:pt x="12" y="0"/>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2" name="Freeform 58"/>
            <p:cNvSpPr>
              <a:spLocks noChangeArrowheads="1"/>
            </p:cNvSpPr>
            <p:nvPr/>
          </p:nvSpPr>
          <p:spPr bwMode="auto">
            <a:xfrm>
              <a:off x="6302396" y="1477963"/>
              <a:ext cx="147638" cy="141288"/>
            </a:xfrm>
            <a:custGeom>
              <a:avLst/>
              <a:gdLst>
                <a:gd name="T0" fmla="*/ 74 w 77"/>
                <a:gd name="T1" fmla="*/ 4 h 74"/>
                <a:gd name="T2" fmla="*/ 65 w 77"/>
                <a:gd name="T3" fmla="*/ 0 h 74"/>
                <a:gd name="T4" fmla="*/ 58 w 77"/>
                <a:gd name="T5" fmla="*/ 9 h 74"/>
                <a:gd name="T6" fmla="*/ 50 w 77"/>
                <a:gd name="T7" fmla="*/ 15 h 74"/>
                <a:gd name="T8" fmla="*/ 46 w 77"/>
                <a:gd name="T9" fmla="*/ 19 h 74"/>
                <a:gd name="T10" fmla="*/ 38 w 77"/>
                <a:gd name="T11" fmla="*/ 21 h 74"/>
                <a:gd name="T12" fmla="*/ 31 w 77"/>
                <a:gd name="T13" fmla="*/ 18 h 74"/>
                <a:gd name="T14" fmla="*/ 24 w 77"/>
                <a:gd name="T15" fmla="*/ 26 h 74"/>
                <a:gd name="T16" fmla="*/ 3 w 77"/>
                <a:gd name="T17" fmla="*/ 38 h 74"/>
                <a:gd name="T18" fmla="*/ 0 w 77"/>
                <a:gd name="T19" fmla="*/ 43 h 74"/>
                <a:gd name="T20" fmla="*/ 13 w 77"/>
                <a:gd name="T21" fmla="*/ 49 h 74"/>
                <a:gd name="T22" fmla="*/ 6 w 77"/>
                <a:gd name="T23" fmla="*/ 62 h 74"/>
                <a:gd name="T24" fmla="*/ 8 w 77"/>
                <a:gd name="T25" fmla="*/ 68 h 74"/>
                <a:gd name="T26" fmla="*/ 14 w 77"/>
                <a:gd name="T27" fmla="*/ 71 h 74"/>
                <a:gd name="T28" fmla="*/ 22 w 77"/>
                <a:gd name="T29" fmla="*/ 70 h 74"/>
                <a:gd name="T30" fmla="*/ 25 w 77"/>
                <a:gd name="T31" fmla="*/ 71 h 74"/>
                <a:gd name="T32" fmla="*/ 31 w 77"/>
                <a:gd name="T33" fmla="*/ 66 h 74"/>
                <a:gd name="T34" fmla="*/ 42 w 77"/>
                <a:gd name="T35" fmla="*/ 64 h 74"/>
                <a:gd name="T36" fmla="*/ 48 w 77"/>
                <a:gd name="T37" fmla="*/ 62 h 74"/>
                <a:gd name="T38" fmla="*/ 38 w 77"/>
                <a:gd name="T39" fmla="*/ 52 h 74"/>
                <a:gd name="T40" fmla="*/ 41 w 77"/>
                <a:gd name="T41" fmla="*/ 42 h 74"/>
                <a:gd name="T42" fmla="*/ 61 w 77"/>
                <a:gd name="T43" fmla="*/ 30 h 74"/>
                <a:gd name="T44" fmla="*/ 65 w 77"/>
                <a:gd name="T45" fmla="*/ 17 h 74"/>
                <a:gd name="T46" fmla="*/ 77 w 77"/>
                <a:gd name="T47" fmla="*/ 4 h 74"/>
                <a:gd name="T48" fmla="*/ 74 w 77"/>
                <a:gd name="T49" fmla="*/ 4 h 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7"/>
                <a:gd name="T76" fmla="*/ 0 h 74"/>
                <a:gd name="T77" fmla="*/ 77 w 77"/>
                <a:gd name="T78" fmla="*/ 74 h 7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7" h="74">
                  <a:moveTo>
                    <a:pt x="74" y="4"/>
                  </a:moveTo>
                  <a:cubicBezTo>
                    <a:pt x="70" y="5"/>
                    <a:pt x="68" y="0"/>
                    <a:pt x="65" y="0"/>
                  </a:cubicBezTo>
                  <a:cubicBezTo>
                    <a:pt x="61" y="0"/>
                    <a:pt x="62" y="9"/>
                    <a:pt x="58" y="9"/>
                  </a:cubicBezTo>
                  <a:cubicBezTo>
                    <a:pt x="54" y="9"/>
                    <a:pt x="55" y="14"/>
                    <a:pt x="50" y="15"/>
                  </a:cubicBezTo>
                  <a:cubicBezTo>
                    <a:pt x="45" y="16"/>
                    <a:pt x="43" y="16"/>
                    <a:pt x="46" y="19"/>
                  </a:cubicBezTo>
                  <a:cubicBezTo>
                    <a:pt x="48" y="23"/>
                    <a:pt x="43" y="21"/>
                    <a:pt x="38" y="21"/>
                  </a:cubicBezTo>
                  <a:cubicBezTo>
                    <a:pt x="34" y="21"/>
                    <a:pt x="34" y="18"/>
                    <a:pt x="31" y="18"/>
                  </a:cubicBezTo>
                  <a:cubicBezTo>
                    <a:pt x="28" y="18"/>
                    <a:pt x="26" y="24"/>
                    <a:pt x="24" y="26"/>
                  </a:cubicBezTo>
                  <a:cubicBezTo>
                    <a:pt x="22" y="29"/>
                    <a:pt x="7" y="36"/>
                    <a:pt x="3" y="38"/>
                  </a:cubicBezTo>
                  <a:cubicBezTo>
                    <a:pt x="2" y="39"/>
                    <a:pt x="1" y="41"/>
                    <a:pt x="0" y="43"/>
                  </a:cubicBezTo>
                  <a:cubicBezTo>
                    <a:pt x="5" y="43"/>
                    <a:pt x="10" y="46"/>
                    <a:pt x="13" y="49"/>
                  </a:cubicBezTo>
                  <a:cubicBezTo>
                    <a:pt x="16" y="53"/>
                    <a:pt x="9" y="58"/>
                    <a:pt x="6" y="62"/>
                  </a:cubicBezTo>
                  <a:cubicBezTo>
                    <a:pt x="3" y="65"/>
                    <a:pt x="8" y="65"/>
                    <a:pt x="8" y="68"/>
                  </a:cubicBezTo>
                  <a:cubicBezTo>
                    <a:pt x="8" y="71"/>
                    <a:pt x="12" y="74"/>
                    <a:pt x="14" y="71"/>
                  </a:cubicBezTo>
                  <a:cubicBezTo>
                    <a:pt x="15" y="69"/>
                    <a:pt x="18" y="70"/>
                    <a:pt x="22" y="70"/>
                  </a:cubicBezTo>
                  <a:cubicBezTo>
                    <a:pt x="24" y="70"/>
                    <a:pt x="24" y="70"/>
                    <a:pt x="25" y="71"/>
                  </a:cubicBezTo>
                  <a:cubicBezTo>
                    <a:pt x="27" y="69"/>
                    <a:pt x="30" y="67"/>
                    <a:pt x="31" y="66"/>
                  </a:cubicBezTo>
                  <a:cubicBezTo>
                    <a:pt x="33" y="64"/>
                    <a:pt x="38" y="64"/>
                    <a:pt x="42" y="64"/>
                  </a:cubicBezTo>
                  <a:cubicBezTo>
                    <a:pt x="44" y="64"/>
                    <a:pt x="46" y="63"/>
                    <a:pt x="48" y="62"/>
                  </a:cubicBezTo>
                  <a:cubicBezTo>
                    <a:pt x="43" y="57"/>
                    <a:pt x="39" y="53"/>
                    <a:pt x="38" y="52"/>
                  </a:cubicBezTo>
                  <a:cubicBezTo>
                    <a:pt x="34" y="50"/>
                    <a:pt x="36" y="43"/>
                    <a:pt x="41" y="42"/>
                  </a:cubicBezTo>
                  <a:cubicBezTo>
                    <a:pt x="46" y="41"/>
                    <a:pt x="57" y="32"/>
                    <a:pt x="61" y="30"/>
                  </a:cubicBezTo>
                  <a:cubicBezTo>
                    <a:pt x="64" y="28"/>
                    <a:pt x="62" y="22"/>
                    <a:pt x="65" y="17"/>
                  </a:cubicBezTo>
                  <a:cubicBezTo>
                    <a:pt x="66" y="14"/>
                    <a:pt x="72" y="9"/>
                    <a:pt x="77" y="4"/>
                  </a:cubicBezTo>
                  <a:cubicBezTo>
                    <a:pt x="76" y="4"/>
                    <a:pt x="75" y="4"/>
                    <a:pt x="74" y="4"/>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3" name="Freeform 59"/>
            <p:cNvSpPr>
              <a:spLocks noChangeArrowheads="1"/>
            </p:cNvSpPr>
            <p:nvPr/>
          </p:nvSpPr>
          <p:spPr bwMode="auto">
            <a:xfrm>
              <a:off x="5373706" y="1793876"/>
              <a:ext cx="166689" cy="95250"/>
            </a:xfrm>
            <a:custGeom>
              <a:avLst/>
              <a:gdLst>
                <a:gd name="T0" fmla="*/ 85 w 87"/>
                <a:gd name="T1" fmla="*/ 32 h 50"/>
                <a:gd name="T2" fmla="*/ 83 w 87"/>
                <a:gd name="T3" fmla="*/ 32 h 50"/>
                <a:gd name="T4" fmla="*/ 68 w 87"/>
                <a:gd name="T5" fmla="*/ 29 h 50"/>
                <a:gd name="T6" fmla="*/ 46 w 87"/>
                <a:gd name="T7" fmla="*/ 20 h 50"/>
                <a:gd name="T8" fmla="*/ 23 w 87"/>
                <a:gd name="T9" fmla="*/ 3 h 50"/>
                <a:gd name="T10" fmla="*/ 14 w 87"/>
                <a:gd name="T11" fmla="*/ 2 h 50"/>
                <a:gd name="T12" fmla="*/ 7 w 87"/>
                <a:gd name="T13" fmla="*/ 4 h 50"/>
                <a:gd name="T14" fmla="*/ 2 w 87"/>
                <a:gd name="T15" fmla="*/ 10 h 50"/>
                <a:gd name="T16" fmla="*/ 0 w 87"/>
                <a:gd name="T17" fmla="*/ 19 h 50"/>
                <a:gd name="T18" fmla="*/ 6 w 87"/>
                <a:gd name="T19" fmla="*/ 23 h 50"/>
                <a:gd name="T20" fmla="*/ 15 w 87"/>
                <a:gd name="T21" fmla="*/ 27 h 50"/>
                <a:gd name="T22" fmla="*/ 23 w 87"/>
                <a:gd name="T23" fmla="*/ 32 h 50"/>
                <a:gd name="T24" fmla="*/ 33 w 87"/>
                <a:gd name="T25" fmla="*/ 37 h 50"/>
                <a:gd name="T26" fmla="*/ 43 w 87"/>
                <a:gd name="T27" fmla="*/ 35 h 50"/>
                <a:gd name="T28" fmla="*/ 50 w 87"/>
                <a:gd name="T29" fmla="*/ 42 h 50"/>
                <a:gd name="T30" fmla="*/ 64 w 87"/>
                <a:gd name="T31" fmla="*/ 47 h 50"/>
                <a:gd name="T32" fmla="*/ 84 w 87"/>
                <a:gd name="T33" fmla="*/ 46 h 50"/>
                <a:gd name="T34" fmla="*/ 84 w 87"/>
                <a:gd name="T35" fmla="*/ 34 h 50"/>
                <a:gd name="T36" fmla="*/ 85 w 87"/>
                <a:gd name="T37" fmla="*/ 32 h 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7"/>
                <a:gd name="T58" fmla="*/ 0 h 50"/>
                <a:gd name="T59" fmla="*/ 87 w 87"/>
                <a:gd name="T60" fmla="*/ 50 h 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7" h="50">
                  <a:moveTo>
                    <a:pt x="85" y="32"/>
                  </a:moveTo>
                  <a:cubicBezTo>
                    <a:pt x="84" y="32"/>
                    <a:pt x="84" y="31"/>
                    <a:pt x="83" y="32"/>
                  </a:cubicBezTo>
                  <a:cubicBezTo>
                    <a:pt x="76" y="32"/>
                    <a:pt x="72" y="29"/>
                    <a:pt x="68" y="29"/>
                  </a:cubicBezTo>
                  <a:cubicBezTo>
                    <a:pt x="64" y="29"/>
                    <a:pt x="51" y="24"/>
                    <a:pt x="46" y="20"/>
                  </a:cubicBezTo>
                  <a:cubicBezTo>
                    <a:pt x="41" y="16"/>
                    <a:pt x="27" y="7"/>
                    <a:pt x="23" y="3"/>
                  </a:cubicBezTo>
                  <a:cubicBezTo>
                    <a:pt x="20" y="0"/>
                    <a:pt x="15" y="0"/>
                    <a:pt x="14" y="2"/>
                  </a:cubicBezTo>
                  <a:cubicBezTo>
                    <a:pt x="14" y="3"/>
                    <a:pt x="11" y="3"/>
                    <a:pt x="7" y="4"/>
                  </a:cubicBezTo>
                  <a:cubicBezTo>
                    <a:pt x="6" y="5"/>
                    <a:pt x="2" y="8"/>
                    <a:pt x="2" y="10"/>
                  </a:cubicBezTo>
                  <a:cubicBezTo>
                    <a:pt x="2" y="13"/>
                    <a:pt x="0" y="16"/>
                    <a:pt x="0" y="19"/>
                  </a:cubicBezTo>
                  <a:cubicBezTo>
                    <a:pt x="0" y="21"/>
                    <a:pt x="5" y="21"/>
                    <a:pt x="6" y="23"/>
                  </a:cubicBezTo>
                  <a:cubicBezTo>
                    <a:pt x="7" y="25"/>
                    <a:pt x="15" y="26"/>
                    <a:pt x="15" y="27"/>
                  </a:cubicBezTo>
                  <a:cubicBezTo>
                    <a:pt x="15" y="29"/>
                    <a:pt x="20" y="31"/>
                    <a:pt x="23" y="32"/>
                  </a:cubicBezTo>
                  <a:cubicBezTo>
                    <a:pt x="27" y="32"/>
                    <a:pt x="31" y="36"/>
                    <a:pt x="33" y="37"/>
                  </a:cubicBezTo>
                  <a:cubicBezTo>
                    <a:pt x="35" y="39"/>
                    <a:pt x="41" y="35"/>
                    <a:pt x="43" y="35"/>
                  </a:cubicBezTo>
                  <a:cubicBezTo>
                    <a:pt x="46" y="35"/>
                    <a:pt x="49" y="39"/>
                    <a:pt x="50" y="42"/>
                  </a:cubicBezTo>
                  <a:cubicBezTo>
                    <a:pt x="50" y="44"/>
                    <a:pt x="62" y="45"/>
                    <a:pt x="64" y="47"/>
                  </a:cubicBezTo>
                  <a:cubicBezTo>
                    <a:pt x="67" y="50"/>
                    <a:pt x="81" y="48"/>
                    <a:pt x="84" y="46"/>
                  </a:cubicBezTo>
                  <a:cubicBezTo>
                    <a:pt x="87" y="43"/>
                    <a:pt x="84" y="38"/>
                    <a:pt x="84" y="34"/>
                  </a:cubicBezTo>
                  <a:cubicBezTo>
                    <a:pt x="84" y="33"/>
                    <a:pt x="85" y="32"/>
                    <a:pt x="85" y="32"/>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4" name="Freeform 60"/>
            <p:cNvSpPr>
              <a:spLocks noChangeArrowheads="1"/>
            </p:cNvSpPr>
            <p:nvPr/>
          </p:nvSpPr>
          <p:spPr bwMode="auto">
            <a:xfrm>
              <a:off x="5615007" y="1836739"/>
              <a:ext cx="182564" cy="407989"/>
            </a:xfrm>
            <a:custGeom>
              <a:avLst/>
              <a:gdLst>
                <a:gd name="T0" fmla="*/ 78 w 96"/>
                <a:gd name="T1" fmla="*/ 193 h 213"/>
                <a:gd name="T2" fmla="*/ 74 w 96"/>
                <a:gd name="T3" fmla="*/ 185 h 213"/>
                <a:gd name="T4" fmla="*/ 70 w 96"/>
                <a:gd name="T5" fmla="*/ 171 h 213"/>
                <a:gd name="T6" fmla="*/ 66 w 96"/>
                <a:gd name="T7" fmla="*/ 159 h 213"/>
                <a:gd name="T8" fmla="*/ 67 w 96"/>
                <a:gd name="T9" fmla="*/ 151 h 213"/>
                <a:gd name="T10" fmla="*/ 68 w 96"/>
                <a:gd name="T11" fmla="*/ 146 h 213"/>
                <a:gd name="T12" fmla="*/ 66 w 96"/>
                <a:gd name="T13" fmla="*/ 138 h 213"/>
                <a:gd name="T14" fmla="*/ 57 w 96"/>
                <a:gd name="T15" fmla="*/ 128 h 213"/>
                <a:gd name="T16" fmla="*/ 59 w 96"/>
                <a:gd name="T17" fmla="*/ 110 h 213"/>
                <a:gd name="T18" fmla="*/ 66 w 96"/>
                <a:gd name="T19" fmla="*/ 106 h 213"/>
                <a:gd name="T20" fmla="*/ 74 w 96"/>
                <a:gd name="T21" fmla="*/ 104 h 213"/>
                <a:gd name="T22" fmla="*/ 84 w 96"/>
                <a:gd name="T23" fmla="*/ 98 h 213"/>
                <a:gd name="T24" fmla="*/ 90 w 96"/>
                <a:gd name="T25" fmla="*/ 93 h 213"/>
                <a:gd name="T26" fmla="*/ 96 w 96"/>
                <a:gd name="T27" fmla="*/ 84 h 213"/>
                <a:gd name="T28" fmla="*/ 96 w 96"/>
                <a:gd name="T29" fmla="*/ 84 h 213"/>
                <a:gd name="T30" fmla="*/ 91 w 96"/>
                <a:gd name="T31" fmla="*/ 85 h 213"/>
                <a:gd name="T32" fmla="*/ 84 w 96"/>
                <a:gd name="T33" fmla="*/ 81 h 213"/>
                <a:gd name="T34" fmla="*/ 78 w 96"/>
                <a:gd name="T35" fmla="*/ 78 h 213"/>
                <a:gd name="T36" fmla="*/ 78 w 96"/>
                <a:gd name="T37" fmla="*/ 71 h 213"/>
                <a:gd name="T38" fmla="*/ 74 w 96"/>
                <a:gd name="T39" fmla="*/ 66 h 213"/>
                <a:gd name="T40" fmla="*/ 70 w 96"/>
                <a:gd name="T41" fmla="*/ 56 h 213"/>
                <a:gd name="T42" fmla="*/ 60 w 96"/>
                <a:gd name="T43" fmla="*/ 54 h 213"/>
                <a:gd name="T44" fmla="*/ 58 w 96"/>
                <a:gd name="T45" fmla="*/ 49 h 213"/>
                <a:gd name="T46" fmla="*/ 67 w 96"/>
                <a:gd name="T47" fmla="*/ 33 h 213"/>
                <a:gd name="T48" fmla="*/ 70 w 96"/>
                <a:gd name="T49" fmla="*/ 17 h 213"/>
                <a:gd name="T50" fmla="*/ 65 w 96"/>
                <a:gd name="T51" fmla="*/ 11 h 213"/>
                <a:gd name="T52" fmla="*/ 63 w 96"/>
                <a:gd name="T53" fmla="*/ 5 h 213"/>
                <a:gd name="T54" fmla="*/ 55 w 96"/>
                <a:gd name="T55" fmla="*/ 2 h 213"/>
                <a:gd name="T56" fmla="*/ 53 w 96"/>
                <a:gd name="T57" fmla="*/ 3 h 213"/>
                <a:gd name="T58" fmla="*/ 54 w 96"/>
                <a:gd name="T59" fmla="*/ 3 h 213"/>
                <a:gd name="T60" fmla="*/ 51 w 96"/>
                <a:gd name="T61" fmla="*/ 8 h 213"/>
                <a:gd name="T62" fmla="*/ 52 w 96"/>
                <a:gd name="T63" fmla="*/ 16 h 213"/>
                <a:gd name="T64" fmla="*/ 47 w 96"/>
                <a:gd name="T65" fmla="*/ 16 h 213"/>
                <a:gd name="T66" fmla="*/ 38 w 96"/>
                <a:gd name="T67" fmla="*/ 20 h 213"/>
                <a:gd name="T68" fmla="*/ 30 w 96"/>
                <a:gd name="T69" fmla="*/ 28 h 213"/>
                <a:gd name="T70" fmla="*/ 27 w 96"/>
                <a:gd name="T71" fmla="*/ 42 h 213"/>
                <a:gd name="T72" fmla="*/ 23 w 96"/>
                <a:gd name="T73" fmla="*/ 56 h 213"/>
                <a:gd name="T74" fmla="*/ 14 w 96"/>
                <a:gd name="T75" fmla="*/ 56 h 213"/>
                <a:gd name="T76" fmla="*/ 12 w 96"/>
                <a:gd name="T77" fmla="*/ 67 h 213"/>
                <a:gd name="T78" fmla="*/ 9 w 96"/>
                <a:gd name="T79" fmla="*/ 79 h 213"/>
                <a:gd name="T80" fmla="*/ 4 w 96"/>
                <a:gd name="T81" fmla="*/ 87 h 213"/>
                <a:gd name="T82" fmla="*/ 0 w 96"/>
                <a:gd name="T83" fmla="*/ 91 h 213"/>
                <a:gd name="T84" fmla="*/ 10 w 96"/>
                <a:gd name="T85" fmla="*/ 102 h 213"/>
                <a:gd name="T86" fmla="*/ 23 w 96"/>
                <a:gd name="T87" fmla="*/ 125 h 213"/>
                <a:gd name="T88" fmla="*/ 22 w 96"/>
                <a:gd name="T89" fmla="*/ 143 h 213"/>
                <a:gd name="T90" fmla="*/ 26 w 96"/>
                <a:gd name="T91" fmla="*/ 149 h 213"/>
                <a:gd name="T92" fmla="*/ 37 w 96"/>
                <a:gd name="T93" fmla="*/ 148 h 213"/>
                <a:gd name="T94" fmla="*/ 47 w 96"/>
                <a:gd name="T95" fmla="*/ 136 h 213"/>
                <a:gd name="T96" fmla="*/ 53 w 96"/>
                <a:gd name="T97" fmla="*/ 141 h 213"/>
                <a:gd name="T98" fmla="*/ 57 w 96"/>
                <a:gd name="T99" fmla="*/ 153 h 213"/>
                <a:gd name="T100" fmla="*/ 63 w 96"/>
                <a:gd name="T101" fmla="*/ 178 h 213"/>
                <a:gd name="T102" fmla="*/ 67 w 96"/>
                <a:gd name="T103" fmla="*/ 195 h 213"/>
                <a:gd name="T104" fmla="*/ 69 w 96"/>
                <a:gd name="T105" fmla="*/ 209 h 213"/>
                <a:gd name="T106" fmla="*/ 68 w 96"/>
                <a:gd name="T107" fmla="*/ 212 h 213"/>
                <a:gd name="T108" fmla="*/ 78 w 96"/>
                <a:gd name="T109" fmla="*/ 193 h 21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6"/>
                <a:gd name="T166" fmla="*/ 0 h 213"/>
                <a:gd name="T167" fmla="*/ 96 w 96"/>
                <a:gd name="T168" fmla="*/ 213 h 21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6" h="213">
                  <a:moveTo>
                    <a:pt x="78" y="193"/>
                  </a:moveTo>
                  <a:cubicBezTo>
                    <a:pt x="78" y="189"/>
                    <a:pt x="74" y="188"/>
                    <a:pt x="74" y="185"/>
                  </a:cubicBezTo>
                  <a:cubicBezTo>
                    <a:pt x="74" y="181"/>
                    <a:pt x="74" y="175"/>
                    <a:pt x="70" y="171"/>
                  </a:cubicBezTo>
                  <a:cubicBezTo>
                    <a:pt x="65" y="167"/>
                    <a:pt x="63" y="161"/>
                    <a:pt x="66" y="159"/>
                  </a:cubicBezTo>
                  <a:cubicBezTo>
                    <a:pt x="68" y="157"/>
                    <a:pt x="66" y="150"/>
                    <a:pt x="67" y="151"/>
                  </a:cubicBezTo>
                  <a:cubicBezTo>
                    <a:pt x="69" y="151"/>
                    <a:pt x="71" y="147"/>
                    <a:pt x="68" y="146"/>
                  </a:cubicBezTo>
                  <a:cubicBezTo>
                    <a:pt x="65" y="144"/>
                    <a:pt x="68" y="139"/>
                    <a:pt x="66" y="138"/>
                  </a:cubicBezTo>
                  <a:cubicBezTo>
                    <a:pt x="63" y="137"/>
                    <a:pt x="57" y="130"/>
                    <a:pt x="57" y="128"/>
                  </a:cubicBezTo>
                  <a:cubicBezTo>
                    <a:pt x="57" y="126"/>
                    <a:pt x="59" y="113"/>
                    <a:pt x="59" y="110"/>
                  </a:cubicBezTo>
                  <a:cubicBezTo>
                    <a:pt x="60" y="107"/>
                    <a:pt x="64" y="106"/>
                    <a:pt x="66" y="106"/>
                  </a:cubicBezTo>
                  <a:cubicBezTo>
                    <a:pt x="67" y="106"/>
                    <a:pt x="72" y="107"/>
                    <a:pt x="74" y="104"/>
                  </a:cubicBezTo>
                  <a:cubicBezTo>
                    <a:pt x="76" y="101"/>
                    <a:pt x="83" y="100"/>
                    <a:pt x="84" y="98"/>
                  </a:cubicBezTo>
                  <a:cubicBezTo>
                    <a:pt x="85" y="96"/>
                    <a:pt x="90" y="96"/>
                    <a:pt x="90" y="93"/>
                  </a:cubicBezTo>
                  <a:cubicBezTo>
                    <a:pt x="90" y="90"/>
                    <a:pt x="96" y="84"/>
                    <a:pt x="96" y="84"/>
                  </a:cubicBezTo>
                  <a:cubicBezTo>
                    <a:pt x="96" y="84"/>
                    <a:pt x="96" y="84"/>
                    <a:pt x="96" y="84"/>
                  </a:cubicBezTo>
                  <a:cubicBezTo>
                    <a:pt x="96" y="83"/>
                    <a:pt x="94" y="84"/>
                    <a:pt x="91" y="85"/>
                  </a:cubicBezTo>
                  <a:cubicBezTo>
                    <a:pt x="86" y="87"/>
                    <a:pt x="84" y="84"/>
                    <a:pt x="84" y="81"/>
                  </a:cubicBezTo>
                  <a:cubicBezTo>
                    <a:pt x="85" y="78"/>
                    <a:pt x="81" y="78"/>
                    <a:pt x="78" y="78"/>
                  </a:cubicBezTo>
                  <a:cubicBezTo>
                    <a:pt x="75" y="78"/>
                    <a:pt x="77" y="74"/>
                    <a:pt x="78" y="71"/>
                  </a:cubicBezTo>
                  <a:cubicBezTo>
                    <a:pt x="79" y="68"/>
                    <a:pt x="77" y="66"/>
                    <a:pt x="74" y="66"/>
                  </a:cubicBezTo>
                  <a:cubicBezTo>
                    <a:pt x="70" y="65"/>
                    <a:pt x="69" y="58"/>
                    <a:pt x="70" y="56"/>
                  </a:cubicBezTo>
                  <a:cubicBezTo>
                    <a:pt x="71" y="54"/>
                    <a:pt x="63" y="53"/>
                    <a:pt x="60" y="54"/>
                  </a:cubicBezTo>
                  <a:cubicBezTo>
                    <a:pt x="56" y="56"/>
                    <a:pt x="59" y="51"/>
                    <a:pt x="58" y="49"/>
                  </a:cubicBezTo>
                  <a:cubicBezTo>
                    <a:pt x="57" y="46"/>
                    <a:pt x="62" y="38"/>
                    <a:pt x="67" y="33"/>
                  </a:cubicBezTo>
                  <a:cubicBezTo>
                    <a:pt x="72" y="28"/>
                    <a:pt x="70" y="22"/>
                    <a:pt x="70" y="17"/>
                  </a:cubicBezTo>
                  <a:cubicBezTo>
                    <a:pt x="70" y="11"/>
                    <a:pt x="68" y="11"/>
                    <a:pt x="65" y="11"/>
                  </a:cubicBezTo>
                  <a:cubicBezTo>
                    <a:pt x="63" y="11"/>
                    <a:pt x="63" y="8"/>
                    <a:pt x="63" y="5"/>
                  </a:cubicBezTo>
                  <a:cubicBezTo>
                    <a:pt x="63" y="2"/>
                    <a:pt x="58" y="0"/>
                    <a:pt x="55" y="2"/>
                  </a:cubicBezTo>
                  <a:cubicBezTo>
                    <a:pt x="55" y="2"/>
                    <a:pt x="54" y="2"/>
                    <a:pt x="53" y="3"/>
                  </a:cubicBezTo>
                  <a:cubicBezTo>
                    <a:pt x="54" y="3"/>
                    <a:pt x="54" y="3"/>
                    <a:pt x="54" y="3"/>
                  </a:cubicBezTo>
                  <a:cubicBezTo>
                    <a:pt x="54" y="3"/>
                    <a:pt x="53" y="7"/>
                    <a:pt x="51" y="8"/>
                  </a:cubicBezTo>
                  <a:cubicBezTo>
                    <a:pt x="49" y="9"/>
                    <a:pt x="49" y="12"/>
                    <a:pt x="52" y="16"/>
                  </a:cubicBezTo>
                  <a:cubicBezTo>
                    <a:pt x="55" y="20"/>
                    <a:pt x="48" y="18"/>
                    <a:pt x="47" y="16"/>
                  </a:cubicBezTo>
                  <a:cubicBezTo>
                    <a:pt x="46" y="13"/>
                    <a:pt x="41" y="17"/>
                    <a:pt x="38" y="20"/>
                  </a:cubicBezTo>
                  <a:cubicBezTo>
                    <a:pt x="35" y="22"/>
                    <a:pt x="30" y="24"/>
                    <a:pt x="30" y="28"/>
                  </a:cubicBezTo>
                  <a:cubicBezTo>
                    <a:pt x="30" y="33"/>
                    <a:pt x="26" y="38"/>
                    <a:pt x="27" y="42"/>
                  </a:cubicBezTo>
                  <a:cubicBezTo>
                    <a:pt x="28" y="46"/>
                    <a:pt x="23" y="54"/>
                    <a:pt x="23" y="56"/>
                  </a:cubicBezTo>
                  <a:cubicBezTo>
                    <a:pt x="23" y="58"/>
                    <a:pt x="15" y="56"/>
                    <a:pt x="14" y="56"/>
                  </a:cubicBezTo>
                  <a:cubicBezTo>
                    <a:pt x="13" y="56"/>
                    <a:pt x="14" y="64"/>
                    <a:pt x="12" y="67"/>
                  </a:cubicBezTo>
                  <a:cubicBezTo>
                    <a:pt x="10" y="69"/>
                    <a:pt x="11" y="79"/>
                    <a:pt x="9" y="79"/>
                  </a:cubicBezTo>
                  <a:cubicBezTo>
                    <a:pt x="6" y="79"/>
                    <a:pt x="4" y="87"/>
                    <a:pt x="4" y="87"/>
                  </a:cubicBezTo>
                  <a:cubicBezTo>
                    <a:pt x="4" y="87"/>
                    <a:pt x="2" y="89"/>
                    <a:pt x="0" y="91"/>
                  </a:cubicBezTo>
                  <a:cubicBezTo>
                    <a:pt x="2" y="95"/>
                    <a:pt x="6" y="100"/>
                    <a:pt x="10" y="102"/>
                  </a:cubicBezTo>
                  <a:cubicBezTo>
                    <a:pt x="17" y="104"/>
                    <a:pt x="21" y="118"/>
                    <a:pt x="23" y="125"/>
                  </a:cubicBezTo>
                  <a:cubicBezTo>
                    <a:pt x="25" y="132"/>
                    <a:pt x="24" y="139"/>
                    <a:pt x="22" y="143"/>
                  </a:cubicBezTo>
                  <a:cubicBezTo>
                    <a:pt x="19" y="147"/>
                    <a:pt x="22" y="147"/>
                    <a:pt x="26" y="149"/>
                  </a:cubicBezTo>
                  <a:cubicBezTo>
                    <a:pt x="30" y="151"/>
                    <a:pt x="34" y="152"/>
                    <a:pt x="37" y="148"/>
                  </a:cubicBezTo>
                  <a:cubicBezTo>
                    <a:pt x="40" y="144"/>
                    <a:pt x="46" y="141"/>
                    <a:pt x="47" y="136"/>
                  </a:cubicBezTo>
                  <a:cubicBezTo>
                    <a:pt x="48" y="132"/>
                    <a:pt x="50" y="138"/>
                    <a:pt x="53" y="141"/>
                  </a:cubicBezTo>
                  <a:cubicBezTo>
                    <a:pt x="55" y="143"/>
                    <a:pt x="57" y="148"/>
                    <a:pt x="57" y="153"/>
                  </a:cubicBezTo>
                  <a:cubicBezTo>
                    <a:pt x="58" y="159"/>
                    <a:pt x="58" y="173"/>
                    <a:pt x="63" y="178"/>
                  </a:cubicBezTo>
                  <a:cubicBezTo>
                    <a:pt x="68" y="182"/>
                    <a:pt x="69" y="192"/>
                    <a:pt x="67" y="195"/>
                  </a:cubicBezTo>
                  <a:cubicBezTo>
                    <a:pt x="66" y="199"/>
                    <a:pt x="70" y="205"/>
                    <a:pt x="69" y="209"/>
                  </a:cubicBezTo>
                  <a:cubicBezTo>
                    <a:pt x="68" y="209"/>
                    <a:pt x="68" y="211"/>
                    <a:pt x="68" y="212"/>
                  </a:cubicBezTo>
                  <a:cubicBezTo>
                    <a:pt x="72" y="213"/>
                    <a:pt x="78" y="193"/>
                    <a:pt x="78" y="193"/>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5" name="Freeform 61"/>
            <p:cNvSpPr>
              <a:spLocks noChangeArrowheads="1"/>
            </p:cNvSpPr>
            <p:nvPr/>
          </p:nvSpPr>
          <p:spPr bwMode="auto">
            <a:xfrm>
              <a:off x="5551507" y="1843089"/>
              <a:ext cx="65088" cy="39688"/>
            </a:xfrm>
            <a:custGeom>
              <a:avLst/>
              <a:gdLst>
                <a:gd name="T0" fmla="*/ 33 w 34"/>
                <a:gd name="T1" fmla="*/ 7 h 21"/>
                <a:gd name="T2" fmla="*/ 20 w 34"/>
                <a:gd name="T3" fmla="*/ 3 h 21"/>
                <a:gd name="T4" fmla="*/ 11 w 34"/>
                <a:gd name="T5" fmla="*/ 2 h 21"/>
                <a:gd name="T6" fmla="*/ 3 w 34"/>
                <a:gd name="T7" fmla="*/ 9 h 21"/>
                <a:gd name="T8" fmla="*/ 0 w 34"/>
                <a:gd name="T9" fmla="*/ 14 h 21"/>
                <a:gd name="T10" fmla="*/ 3 w 34"/>
                <a:gd name="T11" fmla="*/ 16 h 21"/>
                <a:gd name="T12" fmla="*/ 11 w 34"/>
                <a:gd name="T13" fmla="*/ 18 h 21"/>
                <a:gd name="T14" fmla="*/ 21 w 34"/>
                <a:gd name="T15" fmla="*/ 19 h 21"/>
                <a:gd name="T16" fmla="*/ 32 w 34"/>
                <a:gd name="T17" fmla="*/ 17 h 21"/>
                <a:gd name="T18" fmla="*/ 31 w 34"/>
                <a:gd name="T19" fmla="*/ 8 h 21"/>
                <a:gd name="T20" fmla="*/ 33 w 34"/>
                <a:gd name="T21" fmla="*/ 7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21"/>
                <a:gd name="T35" fmla="*/ 34 w 34"/>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21">
                  <a:moveTo>
                    <a:pt x="33" y="7"/>
                  </a:moveTo>
                  <a:cubicBezTo>
                    <a:pt x="26" y="1"/>
                    <a:pt x="24" y="6"/>
                    <a:pt x="20" y="3"/>
                  </a:cubicBezTo>
                  <a:cubicBezTo>
                    <a:pt x="15" y="1"/>
                    <a:pt x="13" y="0"/>
                    <a:pt x="11" y="2"/>
                  </a:cubicBezTo>
                  <a:cubicBezTo>
                    <a:pt x="8" y="4"/>
                    <a:pt x="5" y="3"/>
                    <a:pt x="3" y="9"/>
                  </a:cubicBezTo>
                  <a:cubicBezTo>
                    <a:pt x="2" y="11"/>
                    <a:pt x="1" y="12"/>
                    <a:pt x="0" y="14"/>
                  </a:cubicBezTo>
                  <a:cubicBezTo>
                    <a:pt x="1" y="15"/>
                    <a:pt x="2" y="16"/>
                    <a:pt x="3" y="16"/>
                  </a:cubicBezTo>
                  <a:cubicBezTo>
                    <a:pt x="5" y="16"/>
                    <a:pt x="7" y="19"/>
                    <a:pt x="11" y="18"/>
                  </a:cubicBezTo>
                  <a:cubicBezTo>
                    <a:pt x="14" y="17"/>
                    <a:pt x="16" y="20"/>
                    <a:pt x="21" y="19"/>
                  </a:cubicBezTo>
                  <a:cubicBezTo>
                    <a:pt x="26" y="17"/>
                    <a:pt x="31" y="21"/>
                    <a:pt x="32" y="17"/>
                  </a:cubicBezTo>
                  <a:cubicBezTo>
                    <a:pt x="34" y="14"/>
                    <a:pt x="31" y="8"/>
                    <a:pt x="31" y="8"/>
                  </a:cubicBezTo>
                  <a:cubicBezTo>
                    <a:pt x="31" y="8"/>
                    <a:pt x="32" y="7"/>
                    <a:pt x="33" y="7"/>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6" name="Freeform 62"/>
            <p:cNvSpPr>
              <a:spLocks noChangeArrowheads="1"/>
            </p:cNvSpPr>
            <p:nvPr/>
          </p:nvSpPr>
          <p:spPr bwMode="auto">
            <a:xfrm>
              <a:off x="5821383" y="1955802"/>
              <a:ext cx="160339" cy="331788"/>
            </a:xfrm>
            <a:custGeom>
              <a:avLst/>
              <a:gdLst>
                <a:gd name="T0" fmla="*/ 62 w 84"/>
                <a:gd name="T1" fmla="*/ 22 h 174"/>
                <a:gd name="T2" fmla="*/ 51 w 84"/>
                <a:gd name="T3" fmla="*/ 13 h 174"/>
                <a:gd name="T4" fmla="*/ 48 w 84"/>
                <a:gd name="T5" fmla="*/ 7 h 174"/>
                <a:gd name="T6" fmla="*/ 38 w 84"/>
                <a:gd name="T7" fmla="*/ 2 h 174"/>
                <a:gd name="T8" fmla="*/ 29 w 84"/>
                <a:gd name="T9" fmla="*/ 7 h 174"/>
                <a:gd name="T10" fmla="*/ 22 w 84"/>
                <a:gd name="T11" fmla="*/ 9 h 174"/>
                <a:gd name="T12" fmla="*/ 12 w 84"/>
                <a:gd name="T13" fmla="*/ 9 h 174"/>
                <a:gd name="T14" fmla="*/ 4 w 84"/>
                <a:gd name="T15" fmla="*/ 10 h 174"/>
                <a:gd name="T16" fmla="*/ 0 w 84"/>
                <a:gd name="T17" fmla="*/ 12 h 174"/>
                <a:gd name="T18" fmla="*/ 5 w 84"/>
                <a:gd name="T19" fmla="*/ 18 h 174"/>
                <a:gd name="T20" fmla="*/ 10 w 84"/>
                <a:gd name="T21" fmla="*/ 27 h 174"/>
                <a:gd name="T22" fmla="*/ 20 w 84"/>
                <a:gd name="T23" fmla="*/ 32 h 174"/>
                <a:gd name="T24" fmla="*/ 27 w 84"/>
                <a:gd name="T25" fmla="*/ 34 h 174"/>
                <a:gd name="T26" fmla="*/ 31 w 84"/>
                <a:gd name="T27" fmla="*/ 42 h 174"/>
                <a:gd name="T28" fmla="*/ 22 w 84"/>
                <a:gd name="T29" fmla="*/ 47 h 174"/>
                <a:gd name="T30" fmla="*/ 35 w 84"/>
                <a:gd name="T31" fmla="*/ 58 h 174"/>
                <a:gd name="T32" fmla="*/ 40 w 84"/>
                <a:gd name="T33" fmla="*/ 68 h 174"/>
                <a:gd name="T34" fmla="*/ 50 w 84"/>
                <a:gd name="T35" fmla="*/ 80 h 174"/>
                <a:gd name="T36" fmla="*/ 59 w 84"/>
                <a:gd name="T37" fmla="*/ 89 h 174"/>
                <a:gd name="T38" fmla="*/ 61 w 84"/>
                <a:gd name="T39" fmla="*/ 100 h 174"/>
                <a:gd name="T40" fmla="*/ 65 w 84"/>
                <a:gd name="T41" fmla="*/ 119 h 174"/>
                <a:gd name="T42" fmla="*/ 57 w 84"/>
                <a:gd name="T43" fmla="*/ 132 h 174"/>
                <a:gd name="T44" fmla="*/ 47 w 84"/>
                <a:gd name="T45" fmla="*/ 138 h 174"/>
                <a:gd name="T46" fmla="*/ 47 w 84"/>
                <a:gd name="T47" fmla="*/ 148 h 174"/>
                <a:gd name="T48" fmla="*/ 34 w 84"/>
                <a:gd name="T49" fmla="*/ 148 h 174"/>
                <a:gd name="T50" fmla="*/ 27 w 84"/>
                <a:gd name="T51" fmla="*/ 153 h 174"/>
                <a:gd name="T52" fmla="*/ 32 w 84"/>
                <a:gd name="T53" fmla="*/ 157 h 174"/>
                <a:gd name="T54" fmla="*/ 29 w 84"/>
                <a:gd name="T55" fmla="*/ 167 h 174"/>
                <a:gd name="T56" fmla="*/ 34 w 84"/>
                <a:gd name="T57" fmla="*/ 172 h 174"/>
                <a:gd name="T58" fmla="*/ 45 w 84"/>
                <a:gd name="T59" fmla="*/ 164 h 174"/>
                <a:gd name="T60" fmla="*/ 47 w 84"/>
                <a:gd name="T61" fmla="*/ 159 h 174"/>
                <a:gd name="T62" fmla="*/ 50 w 84"/>
                <a:gd name="T63" fmla="*/ 153 h 174"/>
                <a:gd name="T64" fmla="*/ 57 w 84"/>
                <a:gd name="T65" fmla="*/ 152 h 174"/>
                <a:gd name="T66" fmla="*/ 73 w 84"/>
                <a:gd name="T67" fmla="*/ 145 h 174"/>
                <a:gd name="T68" fmla="*/ 81 w 84"/>
                <a:gd name="T69" fmla="*/ 130 h 174"/>
                <a:gd name="T70" fmla="*/ 79 w 84"/>
                <a:gd name="T71" fmla="*/ 104 h 174"/>
                <a:gd name="T72" fmla="*/ 68 w 84"/>
                <a:gd name="T73" fmla="*/ 86 h 174"/>
                <a:gd name="T74" fmla="*/ 50 w 84"/>
                <a:gd name="T75" fmla="*/ 71 h 174"/>
                <a:gd name="T76" fmla="*/ 45 w 84"/>
                <a:gd name="T77" fmla="*/ 62 h 174"/>
                <a:gd name="T78" fmla="*/ 42 w 84"/>
                <a:gd name="T79" fmla="*/ 47 h 174"/>
                <a:gd name="T80" fmla="*/ 50 w 84"/>
                <a:gd name="T81" fmla="*/ 37 h 174"/>
                <a:gd name="T82" fmla="*/ 54 w 84"/>
                <a:gd name="T83" fmla="*/ 30 h 174"/>
                <a:gd name="T84" fmla="*/ 63 w 84"/>
                <a:gd name="T85" fmla="*/ 24 h 174"/>
                <a:gd name="T86" fmla="*/ 64 w 84"/>
                <a:gd name="T87" fmla="*/ 24 h 174"/>
                <a:gd name="T88" fmla="*/ 62 w 84"/>
                <a:gd name="T89" fmla="*/ 22 h 17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4"/>
                <a:gd name="T136" fmla="*/ 0 h 174"/>
                <a:gd name="T137" fmla="*/ 84 w 84"/>
                <a:gd name="T138" fmla="*/ 174 h 17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4" h="174">
                  <a:moveTo>
                    <a:pt x="62" y="22"/>
                  </a:moveTo>
                  <a:cubicBezTo>
                    <a:pt x="59" y="21"/>
                    <a:pt x="51" y="15"/>
                    <a:pt x="51" y="13"/>
                  </a:cubicBezTo>
                  <a:cubicBezTo>
                    <a:pt x="51" y="11"/>
                    <a:pt x="55" y="7"/>
                    <a:pt x="48" y="7"/>
                  </a:cubicBezTo>
                  <a:cubicBezTo>
                    <a:pt x="40" y="6"/>
                    <a:pt x="40" y="3"/>
                    <a:pt x="38" y="2"/>
                  </a:cubicBezTo>
                  <a:cubicBezTo>
                    <a:pt x="37" y="0"/>
                    <a:pt x="31" y="4"/>
                    <a:pt x="29" y="7"/>
                  </a:cubicBezTo>
                  <a:cubicBezTo>
                    <a:pt x="28" y="11"/>
                    <a:pt x="26" y="7"/>
                    <a:pt x="22" y="9"/>
                  </a:cubicBezTo>
                  <a:cubicBezTo>
                    <a:pt x="18" y="11"/>
                    <a:pt x="14" y="6"/>
                    <a:pt x="12" y="9"/>
                  </a:cubicBezTo>
                  <a:cubicBezTo>
                    <a:pt x="10" y="12"/>
                    <a:pt x="6" y="7"/>
                    <a:pt x="4" y="10"/>
                  </a:cubicBezTo>
                  <a:cubicBezTo>
                    <a:pt x="3" y="11"/>
                    <a:pt x="2" y="11"/>
                    <a:pt x="0" y="12"/>
                  </a:cubicBezTo>
                  <a:cubicBezTo>
                    <a:pt x="2" y="14"/>
                    <a:pt x="5" y="16"/>
                    <a:pt x="5" y="18"/>
                  </a:cubicBezTo>
                  <a:cubicBezTo>
                    <a:pt x="5" y="21"/>
                    <a:pt x="10" y="23"/>
                    <a:pt x="10" y="27"/>
                  </a:cubicBezTo>
                  <a:cubicBezTo>
                    <a:pt x="10" y="30"/>
                    <a:pt x="17" y="33"/>
                    <a:pt x="20" y="32"/>
                  </a:cubicBezTo>
                  <a:cubicBezTo>
                    <a:pt x="22" y="30"/>
                    <a:pt x="27" y="29"/>
                    <a:pt x="27" y="34"/>
                  </a:cubicBezTo>
                  <a:cubicBezTo>
                    <a:pt x="28" y="39"/>
                    <a:pt x="31" y="39"/>
                    <a:pt x="31" y="42"/>
                  </a:cubicBezTo>
                  <a:cubicBezTo>
                    <a:pt x="31" y="46"/>
                    <a:pt x="24" y="44"/>
                    <a:pt x="22" y="47"/>
                  </a:cubicBezTo>
                  <a:cubicBezTo>
                    <a:pt x="21" y="51"/>
                    <a:pt x="35" y="55"/>
                    <a:pt x="35" y="58"/>
                  </a:cubicBezTo>
                  <a:cubicBezTo>
                    <a:pt x="35" y="61"/>
                    <a:pt x="39" y="64"/>
                    <a:pt x="40" y="68"/>
                  </a:cubicBezTo>
                  <a:cubicBezTo>
                    <a:pt x="42" y="72"/>
                    <a:pt x="48" y="76"/>
                    <a:pt x="50" y="80"/>
                  </a:cubicBezTo>
                  <a:cubicBezTo>
                    <a:pt x="51" y="84"/>
                    <a:pt x="57" y="87"/>
                    <a:pt x="59" y="89"/>
                  </a:cubicBezTo>
                  <a:cubicBezTo>
                    <a:pt x="61" y="91"/>
                    <a:pt x="62" y="96"/>
                    <a:pt x="61" y="100"/>
                  </a:cubicBezTo>
                  <a:cubicBezTo>
                    <a:pt x="60" y="104"/>
                    <a:pt x="60" y="112"/>
                    <a:pt x="65" y="119"/>
                  </a:cubicBezTo>
                  <a:cubicBezTo>
                    <a:pt x="69" y="125"/>
                    <a:pt x="60" y="128"/>
                    <a:pt x="57" y="132"/>
                  </a:cubicBezTo>
                  <a:cubicBezTo>
                    <a:pt x="54" y="135"/>
                    <a:pt x="55" y="140"/>
                    <a:pt x="47" y="138"/>
                  </a:cubicBezTo>
                  <a:cubicBezTo>
                    <a:pt x="38" y="136"/>
                    <a:pt x="48" y="145"/>
                    <a:pt x="47" y="148"/>
                  </a:cubicBezTo>
                  <a:cubicBezTo>
                    <a:pt x="45" y="151"/>
                    <a:pt x="34" y="145"/>
                    <a:pt x="34" y="148"/>
                  </a:cubicBezTo>
                  <a:cubicBezTo>
                    <a:pt x="34" y="150"/>
                    <a:pt x="30" y="152"/>
                    <a:pt x="27" y="153"/>
                  </a:cubicBezTo>
                  <a:cubicBezTo>
                    <a:pt x="28" y="155"/>
                    <a:pt x="30" y="156"/>
                    <a:pt x="32" y="157"/>
                  </a:cubicBezTo>
                  <a:cubicBezTo>
                    <a:pt x="35" y="159"/>
                    <a:pt x="29" y="162"/>
                    <a:pt x="29" y="167"/>
                  </a:cubicBezTo>
                  <a:cubicBezTo>
                    <a:pt x="29" y="172"/>
                    <a:pt x="33" y="174"/>
                    <a:pt x="34" y="172"/>
                  </a:cubicBezTo>
                  <a:cubicBezTo>
                    <a:pt x="36" y="169"/>
                    <a:pt x="42" y="165"/>
                    <a:pt x="45" y="164"/>
                  </a:cubicBezTo>
                  <a:cubicBezTo>
                    <a:pt x="47" y="163"/>
                    <a:pt x="45" y="159"/>
                    <a:pt x="47" y="159"/>
                  </a:cubicBezTo>
                  <a:cubicBezTo>
                    <a:pt x="50" y="160"/>
                    <a:pt x="49" y="156"/>
                    <a:pt x="50" y="153"/>
                  </a:cubicBezTo>
                  <a:cubicBezTo>
                    <a:pt x="51" y="151"/>
                    <a:pt x="53" y="152"/>
                    <a:pt x="57" y="152"/>
                  </a:cubicBezTo>
                  <a:cubicBezTo>
                    <a:pt x="61" y="152"/>
                    <a:pt x="67" y="149"/>
                    <a:pt x="73" y="145"/>
                  </a:cubicBezTo>
                  <a:cubicBezTo>
                    <a:pt x="78" y="141"/>
                    <a:pt x="79" y="140"/>
                    <a:pt x="81" y="130"/>
                  </a:cubicBezTo>
                  <a:cubicBezTo>
                    <a:pt x="84" y="119"/>
                    <a:pt x="79" y="107"/>
                    <a:pt x="79" y="104"/>
                  </a:cubicBezTo>
                  <a:cubicBezTo>
                    <a:pt x="79" y="101"/>
                    <a:pt x="71" y="86"/>
                    <a:pt x="68" y="86"/>
                  </a:cubicBezTo>
                  <a:cubicBezTo>
                    <a:pt x="65" y="86"/>
                    <a:pt x="52" y="73"/>
                    <a:pt x="50" y="71"/>
                  </a:cubicBezTo>
                  <a:cubicBezTo>
                    <a:pt x="48" y="69"/>
                    <a:pt x="48" y="65"/>
                    <a:pt x="45" y="62"/>
                  </a:cubicBezTo>
                  <a:cubicBezTo>
                    <a:pt x="42" y="59"/>
                    <a:pt x="41" y="52"/>
                    <a:pt x="42" y="47"/>
                  </a:cubicBezTo>
                  <a:cubicBezTo>
                    <a:pt x="43" y="42"/>
                    <a:pt x="50" y="40"/>
                    <a:pt x="50" y="37"/>
                  </a:cubicBezTo>
                  <a:cubicBezTo>
                    <a:pt x="50" y="33"/>
                    <a:pt x="51" y="30"/>
                    <a:pt x="54" y="30"/>
                  </a:cubicBezTo>
                  <a:cubicBezTo>
                    <a:pt x="58" y="30"/>
                    <a:pt x="62" y="27"/>
                    <a:pt x="63" y="24"/>
                  </a:cubicBezTo>
                  <a:cubicBezTo>
                    <a:pt x="63" y="24"/>
                    <a:pt x="64" y="24"/>
                    <a:pt x="64" y="24"/>
                  </a:cubicBezTo>
                  <a:cubicBezTo>
                    <a:pt x="63" y="22"/>
                    <a:pt x="62" y="22"/>
                    <a:pt x="62" y="22"/>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7" name="Freeform 63"/>
            <p:cNvSpPr>
              <a:spLocks noChangeArrowheads="1"/>
            </p:cNvSpPr>
            <p:nvPr/>
          </p:nvSpPr>
          <p:spPr bwMode="auto">
            <a:xfrm>
              <a:off x="5821383" y="2154240"/>
              <a:ext cx="131763" cy="93663"/>
            </a:xfrm>
            <a:custGeom>
              <a:avLst/>
              <a:gdLst>
                <a:gd name="T0" fmla="*/ 34 w 69"/>
                <a:gd name="T1" fmla="*/ 44 h 49"/>
                <a:gd name="T2" fmla="*/ 47 w 69"/>
                <a:gd name="T3" fmla="*/ 44 h 49"/>
                <a:gd name="T4" fmla="*/ 47 w 69"/>
                <a:gd name="T5" fmla="*/ 34 h 49"/>
                <a:gd name="T6" fmla="*/ 57 w 69"/>
                <a:gd name="T7" fmla="*/ 28 h 49"/>
                <a:gd name="T8" fmla="*/ 65 w 69"/>
                <a:gd name="T9" fmla="*/ 15 h 49"/>
                <a:gd name="T10" fmla="*/ 61 w 69"/>
                <a:gd name="T11" fmla="*/ 1 h 49"/>
                <a:gd name="T12" fmla="*/ 53 w 69"/>
                <a:gd name="T13" fmla="*/ 2 h 49"/>
                <a:gd name="T14" fmla="*/ 45 w 69"/>
                <a:gd name="T15" fmla="*/ 5 h 49"/>
                <a:gd name="T16" fmla="*/ 42 w 69"/>
                <a:gd name="T17" fmla="*/ 8 h 49"/>
                <a:gd name="T18" fmla="*/ 35 w 69"/>
                <a:gd name="T19" fmla="*/ 3 h 49"/>
                <a:gd name="T20" fmla="*/ 20 w 69"/>
                <a:gd name="T21" fmla="*/ 3 h 49"/>
                <a:gd name="T22" fmla="*/ 4 w 69"/>
                <a:gd name="T23" fmla="*/ 10 h 49"/>
                <a:gd name="T24" fmla="*/ 5 w 69"/>
                <a:gd name="T25" fmla="*/ 21 h 49"/>
                <a:gd name="T26" fmla="*/ 6 w 69"/>
                <a:gd name="T27" fmla="*/ 29 h 49"/>
                <a:gd name="T28" fmla="*/ 6 w 69"/>
                <a:gd name="T29" fmla="*/ 30 h 49"/>
                <a:gd name="T30" fmla="*/ 9 w 69"/>
                <a:gd name="T31" fmla="*/ 40 h 49"/>
                <a:gd name="T32" fmla="*/ 16 w 69"/>
                <a:gd name="T33" fmla="*/ 41 h 49"/>
                <a:gd name="T34" fmla="*/ 17 w 69"/>
                <a:gd name="T35" fmla="*/ 47 h 49"/>
                <a:gd name="T36" fmla="*/ 26 w 69"/>
                <a:gd name="T37" fmla="*/ 48 h 49"/>
                <a:gd name="T38" fmla="*/ 27 w 69"/>
                <a:gd name="T39" fmla="*/ 49 h 49"/>
                <a:gd name="T40" fmla="*/ 34 w 69"/>
                <a:gd name="T41" fmla="*/ 44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9"/>
                <a:gd name="T65" fmla="*/ 69 w 69"/>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9">
                  <a:moveTo>
                    <a:pt x="34" y="44"/>
                  </a:moveTo>
                  <a:cubicBezTo>
                    <a:pt x="34" y="41"/>
                    <a:pt x="45" y="47"/>
                    <a:pt x="47" y="44"/>
                  </a:cubicBezTo>
                  <a:cubicBezTo>
                    <a:pt x="48" y="41"/>
                    <a:pt x="38" y="32"/>
                    <a:pt x="47" y="34"/>
                  </a:cubicBezTo>
                  <a:cubicBezTo>
                    <a:pt x="55" y="36"/>
                    <a:pt x="54" y="31"/>
                    <a:pt x="57" y="28"/>
                  </a:cubicBezTo>
                  <a:cubicBezTo>
                    <a:pt x="60" y="24"/>
                    <a:pt x="69" y="21"/>
                    <a:pt x="65" y="15"/>
                  </a:cubicBezTo>
                  <a:cubicBezTo>
                    <a:pt x="61" y="10"/>
                    <a:pt x="61" y="5"/>
                    <a:pt x="61" y="1"/>
                  </a:cubicBezTo>
                  <a:cubicBezTo>
                    <a:pt x="58" y="3"/>
                    <a:pt x="54" y="3"/>
                    <a:pt x="53" y="2"/>
                  </a:cubicBezTo>
                  <a:cubicBezTo>
                    <a:pt x="50" y="1"/>
                    <a:pt x="45" y="1"/>
                    <a:pt x="45" y="5"/>
                  </a:cubicBezTo>
                  <a:cubicBezTo>
                    <a:pt x="45" y="9"/>
                    <a:pt x="41" y="9"/>
                    <a:pt x="42" y="8"/>
                  </a:cubicBezTo>
                  <a:cubicBezTo>
                    <a:pt x="42" y="6"/>
                    <a:pt x="38" y="6"/>
                    <a:pt x="35" y="3"/>
                  </a:cubicBezTo>
                  <a:cubicBezTo>
                    <a:pt x="33" y="0"/>
                    <a:pt x="24" y="4"/>
                    <a:pt x="20" y="3"/>
                  </a:cubicBezTo>
                  <a:cubicBezTo>
                    <a:pt x="16" y="1"/>
                    <a:pt x="9" y="5"/>
                    <a:pt x="4" y="10"/>
                  </a:cubicBezTo>
                  <a:cubicBezTo>
                    <a:pt x="0" y="16"/>
                    <a:pt x="5" y="16"/>
                    <a:pt x="5" y="21"/>
                  </a:cubicBezTo>
                  <a:cubicBezTo>
                    <a:pt x="5" y="25"/>
                    <a:pt x="8" y="25"/>
                    <a:pt x="6" y="29"/>
                  </a:cubicBezTo>
                  <a:cubicBezTo>
                    <a:pt x="6" y="29"/>
                    <a:pt x="6" y="29"/>
                    <a:pt x="6" y="30"/>
                  </a:cubicBezTo>
                  <a:cubicBezTo>
                    <a:pt x="11" y="31"/>
                    <a:pt x="9" y="37"/>
                    <a:pt x="9" y="40"/>
                  </a:cubicBezTo>
                  <a:cubicBezTo>
                    <a:pt x="10" y="43"/>
                    <a:pt x="14" y="41"/>
                    <a:pt x="16" y="41"/>
                  </a:cubicBezTo>
                  <a:cubicBezTo>
                    <a:pt x="19" y="41"/>
                    <a:pt x="15" y="45"/>
                    <a:pt x="17" y="47"/>
                  </a:cubicBezTo>
                  <a:cubicBezTo>
                    <a:pt x="19" y="49"/>
                    <a:pt x="25" y="45"/>
                    <a:pt x="26" y="48"/>
                  </a:cubicBezTo>
                  <a:cubicBezTo>
                    <a:pt x="26" y="48"/>
                    <a:pt x="26" y="49"/>
                    <a:pt x="27" y="49"/>
                  </a:cubicBezTo>
                  <a:cubicBezTo>
                    <a:pt x="30" y="48"/>
                    <a:pt x="34" y="46"/>
                    <a:pt x="34" y="44"/>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8" name="Freeform 64"/>
            <p:cNvSpPr>
              <a:spLocks noChangeArrowheads="1"/>
            </p:cNvSpPr>
            <p:nvPr/>
          </p:nvSpPr>
          <p:spPr bwMode="auto">
            <a:xfrm>
              <a:off x="5778520" y="1976439"/>
              <a:ext cx="160339" cy="195263"/>
            </a:xfrm>
            <a:custGeom>
              <a:avLst/>
              <a:gdLst>
                <a:gd name="T0" fmla="*/ 57 w 84"/>
                <a:gd name="T1" fmla="*/ 47 h 102"/>
                <a:gd name="T2" fmla="*/ 44 w 84"/>
                <a:gd name="T3" fmla="*/ 36 h 102"/>
                <a:gd name="T4" fmla="*/ 53 w 84"/>
                <a:gd name="T5" fmla="*/ 31 h 102"/>
                <a:gd name="T6" fmla="*/ 49 w 84"/>
                <a:gd name="T7" fmla="*/ 23 h 102"/>
                <a:gd name="T8" fmla="*/ 42 w 84"/>
                <a:gd name="T9" fmla="*/ 21 h 102"/>
                <a:gd name="T10" fmla="*/ 32 w 84"/>
                <a:gd name="T11" fmla="*/ 16 h 102"/>
                <a:gd name="T12" fmla="*/ 27 w 84"/>
                <a:gd name="T13" fmla="*/ 7 h 102"/>
                <a:gd name="T14" fmla="*/ 22 w 84"/>
                <a:gd name="T15" fmla="*/ 1 h 102"/>
                <a:gd name="T16" fmla="*/ 18 w 84"/>
                <a:gd name="T17" fmla="*/ 1 h 102"/>
                <a:gd name="T18" fmla="*/ 16 w 84"/>
                <a:gd name="T19" fmla="*/ 7 h 102"/>
                <a:gd name="T20" fmla="*/ 16 w 84"/>
                <a:gd name="T21" fmla="*/ 16 h 102"/>
                <a:gd name="T22" fmla="*/ 10 w 84"/>
                <a:gd name="T23" fmla="*/ 11 h 102"/>
                <a:gd name="T24" fmla="*/ 4 w 84"/>
                <a:gd name="T25" fmla="*/ 20 h 102"/>
                <a:gd name="T26" fmla="*/ 0 w 84"/>
                <a:gd name="T27" fmla="*/ 23 h 102"/>
                <a:gd name="T28" fmla="*/ 2 w 84"/>
                <a:gd name="T29" fmla="*/ 25 h 102"/>
                <a:gd name="T30" fmla="*/ 3 w 84"/>
                <a:gd name="T31" fmla="*/ 34 h 102"/>
                <a:gd name="T32" fmla="*/ 11 w 84"/>
                <a:gd name="T33" fmla="*/ 37 h 102"/>
                <a:gd name="T34" fmla="*/ 10 w 84"/>
                <a:gd name="T35" fmla="*/ 49 h 102"/>
                <a:gd name="T36" fmla="*/ 7 w 84"/>
                <a:gd name="T37" fmla="*/ 58 h 102"/>
                <a:gd name="T38" fmla="*/ 17 w 84"/>
                <a:gd name="T39" fmla="*/ 54 h 102"/>
                <a:gd name="T40" fmla="*/ 26 w 84"/>
                <a:gd name="T41" fmla="*/ 53 h 102"/>
                <a:gd name="T42" fmla="*/ 33 w 84"/>
                <a:gd name="T43" fmla="*/ 51 h 102"/>
                <a:gd name="T44" fmla="*/ 43 w 84"/>
                <a:gd name="T45" fmla="*/ 51 h 102"/>
                <a:gd name="T46" fmla="*/ 52 w 84"/>
                <a:gd name="T47" fmla="*/ 59 h 102"/>
                <a:gd name="T48" fmla="*/ 52 w 84"/>
                <a:gd name="T49" fmla="*/ 73 h 102"/>
                <a:gd name="T50" fmla="*/ 60 w 84"/>
                <a:gd name="T51" fmla="*/ 85 h 102"/>
                <a:gd name="T52" fmla="*/ 59 w 84"/>
                <a:gd name="T53" fmla="*/ 97 h 102"/>
                <a:gd name="T54" fmla="*/ 64 w 84"/>
                <a:gd name="T55" fmla="*/ 101 h 102"/>
                <a:gd name="T56" fmla="*/ 67 w 84"/>
                <a:gd name="T57" fmla="*/ 98 h 102"/>
                <a:gd name="T58" fmla="*/ 75 w 84"/>
                <a:gd name="T59" fmla="*/ 95 h 102"/>
                <a:gd name="T60" fmla="*/ 83 w 84"/>
                <a:gd name="T61" fmla="*/ 94 h 102"/>
                <a:gd name="T62" fmla="*/ 83 w 84"/>
                <a:gd name="T63" fmla="*/ 89 h 102"/>
                <a:gd name="T64" fmla="*/ 81 w 84"/>
                <a:gd name="T65" fmla="*/ 78 h 102"/>
                <a:gd name="T66" fmla="*/ 72 w 84"/>
                <a:gd name="T67" fmla="*/ 69 h 102"/>
                <a:gd name="T68" fmla="*/ 62 w 84"/>
                <a:gd name="T69" fmla="*/ 57 h 102"/>
                <a:gd name="T70" fmla="*/ 57 w 84"/>
                <a:gd name="T71" fmla="*/ 47 h 1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4"/>
                <a:gd name="T109" fmla="*/ 0 h 102"/>
                <a:gd name="T110" fmla="*/ 84 w 84"/>
                <a:gd name="T111" fmla="*/ 102 h 10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4" h="102">
                  <a:moveTo>
                    <a:pt x="57" y="47"/>
                  </a:moveTo>
                  <a:cubicBezTo>
                    <a:pt x="57" y="44"/>
                    <a:pt x="43" y="40"/>
                    <a:pt x="44" y="36"/>
                  </a:cubicBezTo>
                  <a:cubicBezTo>
                    <a:pt x="46" y="33"/>
                    <a:pt x="53" y="35"/>
                    <a:pt x="53" y="31"/>
                  </a:cubicBezTo>
                  <a:cubicBezTo>
                    <a:pt x="53" y="28"/>
                    <a:pt x="50" y="28"/>
                    <a:pt x="49" y="23"/>
                  </a:cubicBezTo>
                  <a:cubicBezTo>
                    <a:pt x="49" y="18"/>
                    <a:pt x="44" y="19"/>
                    <a:pt x="42" y="21"/>
                  </a:cubicBezTo>
                  <a:cubicBezTo>
                    <a:pt x="39" y="22"/>
                    <a:pt x="32" y="19"/>
                    <a:pt x="32" y="16"/>
                  </a:cubicBezTo>
                  <a:cubicBezTo>
                    <a:pt x="32" y="12"/>
                    <a:pt x="27" y="10"/>
                    <a:pt x="27" y="7"/>
                  </a:cubicBezTo>
                  <a:cubicBezTo>
                    <a:pt x="27" y="5"/>
                    <a:pt x="24" y="3"/>
                    <a:pt x="22" y="1"/>
                  </a:cubicBezTo>
                  <a:cubicBezTo>
                    <a:pt x="21" y="2"/>
                    <a:pt x="19" y="2"/>
                    <a:pt x="18" y="1"/>
                  </a:cubicBezTo>
                  <a:cubicBezTo>
                    <a:pt x="17" y="0"/>
                    <a:pt x="15" y="6"/>
                    <a:pt x="16" y="7"/>
                  </a:cubicBezTo>
                  <a:cubicBezTo>
                    <a:pt x="18" y="8"/>
                    <a:pt x="19" y="17"/>
                    <a:pt x="16" y="16"/>
                  </a:cubicBezTo>
                  <a:cubicBezTo>
                    <a:pt x="12" y="15"/>
                    <a:pt x="12" y="10"/>
                    <a:pt x="10" y="11"/>
                  </a:cubicBezTo>
                  <a:cubicBezTo>
                    <a:pt x="10" y="11"/>
                    <a:pt x="4" y="17"/>
                    <a:pt x="4" y="20"/>
                  </a:cubicBezTo>
                  <a:cubicBezTo>
                    <a:pt x="4" y="22"/>
                    <a:pt x="2" y="22"/>
                    <a:pt x="0" y="23"/>
                  </a:cubicBezTo>
                  <a:cubicBezTo>
                    <a:pt x="1" y="24"/>
                    <a:pt x="2" y="25"/>
                    <a:pt x="2" y="25"/>
                  </a:cubicBezTo>
                  <a:cubicBezTo>
                    <a:pt x="3" y="27"/>
                    <a:pt x="2" y="31"/>
                    <a:pt x="3" y="34"/>
                  </a:cubicBezTo>
                  <a:cubicBezTo>
                    <a:pt x="5" y="38"/>
                    <a:pt x="10" y="32"/>
                    <a:pt x="11" y="37"/>
                  </a:cubicBezTo>
                  <a:cubicBezTo>
                    <a:pt x="13" y="42"/>
                    <a:pt x="10" y="44"/>
                    <a:pt x="10" y="49"/>
                  </a:cubicBezTo>
                  <a:cubicBezTo>
                    <a:pt x="10" y="54"/>
                    <a:pt x="6" y="53"/>
                    <a:pt x="7" y="58"/>
                  </a:cubicBezTo>
                  <a:cubicBezTo>
                    <a:pt x="8" y="62"/>
                    <a:pt x="14" y="57"/>
                    <a:pt x="17" y="54"/>
                  </a:cubicBezTo>
                  <a:cubicBezTo>
                    <a:pt x="21" y="51"/>
                    <a:pt x="24" y="51"/>
                    <a:pt x="26" y="53"/>
                  </a:cubicBezTo>
                  <a:cubicBezTo>
                    <a:pt x="27" y="55"/>
                    <a:pt x="32" y="54"/>
                    <a:pt x="33" y="51"/>
                  </a:cubicBezTo>
                  <a:cubicBezTo>
                    <a:pt x="34" y="49"/>
                    <a:pt x="41" y="48"/>
                    <a:pt x="43" y="51"/>
                  </a:cubicBezTo>
                  <a:cubicBezTo>
                    <a:pt x="46" y="54"/>
                    <a:pt x="48" y="57"/>
                    <a:pt x="52" y="59"/>
                  </a:cubicBezTo>
                  <a:cubicBezTo>
                    <a:pt x="55" y="61"/>
                    <a:pt x="49" y="72"/>
                    <a:pt x="52" y="73"/>
                  </a:cubicBezTo>
                  <a:cubicBezTo>
                    <a:pt x="56" y="74"/>
                    <a:pt x="61" y="79"/>
                    <a:pt x="60" y="85"/>
                  </a:cubicBezTo>
                  <a:cubicBezTo>
                    <a:pt x="60" y="90"/>
                    <a:pt x="63" y="93"/>
                    <a:pt x="59" y="97"/>
                  </a:cubicBezTo>
                  <a:cubicBezTo>
                    <a:pt x="61" y="99"/>
                    <a:pt x="64" y="99"/>
                    <a:pt x="64" y="101"/>
                  </a:cubicBezTo>
                  <a:cubicBezTo>
                    <a:pt x="63" y="102"/>
                    <a:pt x="67" y="102"/>
                    <a:pt x="67" y="98"/>
                  </a:cubicBezTo>
                  <a:cubicBezTo>
                    <a:pt x="67" y="94"/>
                    <a:pt x="72" y="94"/>
                    <a:pt x="75" y="95"/>
                  </a:cubicBezTo>
                  <a:cubicBezTo>
                    <a:pt x="76" y="96"/>
                    <a:pt x="80" y="96"/>
                    <a:pt x="83" y="94"/>
                  </a:cubicBezTo>
                  <a:cubicBezTo>
                    <a:pt x="83" y="92"/>
                    <a:pt x="83" y="90"/>
                    <a:pt x="83" y="89"/>
                  </a:cubicBezTo>
                  <a:cubicBezTo>
                    <a:pt x="84" y="85"/>
                    <a:pt x="83" y="80"/>
                    <a:pt x="81" y="78"/>
                  </a:cubicBezTo>
                  <a:cubicBezTo>
                    <a:pt x="79" y="76"/>
                    <a:pt x="73" y="73"/>
                    <a:pt x="72" y="69"/>
                  </a:cubicBezTo>
                  <a:cubicBezTo>
                    <a:pt x="70" y="65"/>
                    <a:pt x="64" y="61"/>
                    <a:pt x="62" y="57"/>
                  </a:cubicBezTo>
                  <a:cubicBezTo>
                    <a:pt x="61" y="53"/>
                    <a:pt x="57" y="50"/>
                    <a:pt x="57" y="47"/>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9" name="Freeform 65"/>
            <p:cNvSpPr>
              <a:spLocks noChangeArrowheads="1"/>
            </p:cNvSpPr>
            <p:nvPr/>
          </p:nvSpPr>
          <p:spPr bwMode="auto">
            <a:xfrm>
              <a:off x="5722957" y="2020889"/>
              <a:ext cx="176213" cy="328613"/>
            </a:xfrm>
            <a:custGeom>
              <a:avLst/>
              <a:gdLst>
                <a:gd name="T0" fmla="*/ 56 w 92"/>
                <a:gd name="T1" fmla="*/ 91 h 172"/>
                <a:gd name="T2" fmla="*/ 55 w 92"/>
                <a:gd name="T3" fmla="*/ 80 h 172"/>
                <a:gd name="T4" fmla="*/ 71 w 92"/>
                <a:gd name="T5" fmla="*/ 73 h 172"/>
                <a:gd name="T6" fmla="*/ 86 w 92"/>
                <a:gd name="T7" fmla="*/ 73 h 172"/>
                <a:gd name="T8" fmla="*/ 88 w 92"/>
                <a:gd name="T9" fmla="*/ 74 h 172"/>
                <a:gd name="T10" fmla="*/ 89 w 92"/>
                <a:gd name="T11" fmla="*/ 62 h 172"/>
                <a:gd name="T12" fmla="*/ 81 w 92"/>
                <a:gd name="T13" fmla="*/ 50 h 172"/>
                <a:gd name="T14" fmla="*/ 81 w 92"/>
                <a:gd name="T15" fmla="*/ 36 h 172"/>
                <a:gd name="T16" fmla="*/ 72 w 92"/>
                <a:gd name="T17" fmla="*/ 28 h 172"/>
                <a:gd name="T18" fmla="*/ 62 w 92"/>
                <a:gd name="T19" fmla="*/ 28 h 172"/>
                <a:gd name="T20" fmla="*/ 55 w 92"/>
                <a:gd name="T21" fmla="*/ 30 h 172"/>
                <a:gd name="T22" fmla="*/ 46 w 92"/>
                <a:gd name="T23" fmla="*/ 31 h 172"/>
                <a:gd name="T24" fmla="*/ 36 w 92"/>
                <a:gd name="T25" fmla="*/ 35 h 172"/>
                <a:gd name="T26" fmla="*/ 39 w 92"/>
                <a:gd name="T27" fmla="*/ 26 h 172"/>
                <a:gd name="T28" fmla="*/ 40 w 92"/>
                <a:gd name="T29" fmla="*/ 14 h 172"/>
                <a:gd name="T30" fmla="*/ 32 w 92"/>
                <a:gd name="T31" fmla="*/ 11 h 172"/>
                <a:gd name="T32" fmla="*/ 31 w 92"/>
                <a:gd name="T33" fmla="*/ 2 h 172"/>
                <a:gd name="T34" fmla="*/ 29 w 92"/>
                <a:gd name="T35" fmla="*/ 0 h 172"/>
                <a:gd name="T36" fmla="*/ 27 w 92"/>
                <a:gd name="T37" fmla="*/ 2 h 172"/>
                <a:gd name="T38" fmla="*/ 17 w 92"/>
                <a:gd name="T39" fmla="*/ 8 h 172"/>
                <a:gd name="T40" fmla="*/ 9 w 92"/>
                <a:gd name="T41" fmla="*/ 10 h 172"/>
                <a:gd name="T42" fmla="*/ 2 w 92"/>
                <a:gd name="T43" fmla="*/ 14 h 172"/>
                <a:gd name="T44" fmla="*/ 0 w 92"/>
                <a:gd name="T45" fmla="*/ 32 h 172"/>
                <a:gd name="T46" fmla="*/ 9 w 92"/>
                <a:gd name="T47" fmla="*/ 42 h 172"/>
                <a:gd name="T48" fmla="*/ 11 w 92"/>
                <a:gd name="T49" fmla="*/ 50 h 172"/>
                <a:gd name="T50" fmla="*/ 10 w 92"/>
                <a:gd name="T51" fmla="*/ 55 h 172"/>
                <a:gd name="T52" fmla="*/ 9 w 92"/>
                <a:gd name="T53" fmla="*/ 63 h 172"/>
                <a:gd name="T54" fmla="*/ 13 w 92"/>
                <a:gd name="T55" fmla="*/ 75 h 172"/>
                <a:gd name="T56" fmla="*/ 17 w 92"/>
                <a:gd name="T57" fmla="*/ 89 h 172"/>
                <a:gd name="T58" fmla="*/ 21 w 92"/>
                <a:gd name="T59" fmla="*/ 97 h 172"/>
                <a:gd name="T60" fmla="*/ 11 w 92"/>
                <a:gd name="T61" fmla="*/ 116 h 172"/>
                <a:gd name="T62" fmla="*/ 8 w 92"/>
                <a:gd name="T63" fmla="*/ 132 h 172"/>
                <a:gd name="T64" fmla="*/ 9 w 92"/>
                <a:gd name="T65" fmla="*/ 142 h 172"/>
                <a:gd name="T66" fmla="*/ 23 w 92"/>
                <a:gd name="T67" fmla="*/ 157 h 172"/>
                <a:gd name="T68" fmla="*/ 27 w 92"/>
                <a:gd name="T69" fmla="*/ 162 h 172"/>
                <a:gd name="T70" fmla="*/ 33 w 92"/>
                <a:gd name="T71" fmla="*/ 163 h 172"/>
                <a:gd name="T72" fmla="*/ 39 w 92"/>
                <a:gd name="T73" fmla="*/ 170 h 172"/>
                <a:gd name="T74" fmla="*/ 48 w 92"/>
                <a:gd name="T75" fmla="*/ 171 h 172"/>
                <a:gd name="T76" fmla="*/ 51 w 92"/>
                <a:gd name="T77" fmla="*/ 166 h 172"/>
                <a:gd name="T78" fmla="*/ 38 w 92"/>
                <a:gd name="T79" fmla="*/ 159 h 172"/>
                <a:gd name="T80" fmla="*/ 30 w 92"/>
                <a:gd name="T81" fmla="*/ 146 h 172"/>
                <a:gd name="T82" fmla="*/ 26 w 92"/>
                <a:gd name="T83" fmla="*/ 135 h 172"/>
                <a:gd name="T84" fmla="*/ 19 w 92"/>
                <a:gd name="T85" fmla="*/ 130 h 172"/>
                <a:gd name="T86" fmla="*/ 20 w 92"/>
                <a:gd name="T87" fmla="*/ 112 h 172"/>
                <a:gd name="T88" fmla="*/ 27 w 92"/>
                <a:gd name="T89" fmla="*/ 89 h 172"/>
                <a:gd name="T90" fmla="*/ 36 w 92"/>
                <a:gd name="T91" fmla="*/ 86 h 172"/>
                <a:gd name="T92" fmla="*/ 45 w 92"/>
                <a:gd name="T93" fmla="*/ 93 h 172"/>
                <a:gd name="T94" fmla="*/ 57 w 92"/>
                <a:gd name="T95" fmla="*/ 99 h 172"/>
                <a:gd name="T96" fmla="*/ 57 w 92"/>
                <a:gd name="T97" fmla="*/ 100 h 172"/>
                <a:gd name="T98" fmla="*/ 57 w 92"/>
                <a:gd name="T99" fmla="*/ 99 h 172"/>
                <a:gd name="T100" fmla="*/ 56 w 92"/>
                <a:gd name="T101" fmla="*/ 91 h 17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92"/>
                <a:gd name="T154" fmla="*/ 0 h 172"/>
                <a:gd name="T155" fmla="*/ 92 w 92"/>
                <a:gd name="T156" fmla="*/ 172 h 17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92" h="172">
                  <a:moveTo>
                    <a:pt x="56" y="91"/>
                  </a:moveTo>
                  <a:cubicBezTo>
                    <a:pt x="56" y="86"/>
                    <a:pt x="51" y="86"/>
                    <a:pt x="55" y="80"/>
                  </a:cubicBezTo>
                  <a:cubicBezTo>
                    <a:pt x="60" y="75"/>
                    <a:pt x="67" y="71"/>
                    <a:pt x="71" y="73"/>
                  </a:cubicBezTo>
                  <a:cubicBezTo>
                    <a:pt x="75" y="74"/>
                    <a:pt x="84" y="70"/>
                    <a:pt x="86" y="73"/>
                  </a:cubicBezTo>
                  <a:cubicBezTo>
                    <a:pt x="87" y="74"/>
                    <a:pt x="87" y="74"/>
                    <a:pt x="88" y="74"/>
                  </a:cubicBezTo>
                  <a:cubicBezTo>
                    <a:pt x="92" y="70"/>
                    <a:pt x="89" y="67"/>
                    <a:pt x="89" y="62"/>
                  </a:cubicBezTo>
                  <a:cubicBezTo>
                    <a:pt x="90" y="56"/>
                    <a:pt x="85" y="51"/>
                    <a:pt x="81" y="50"/>
                  </a:cubicBezTo>
                  <a:cubicBezTo>
                    <a:pt x="78" y="49"/>
                    <a:pt x="84" y="38"/>
                    <a:pt x="81" y="36"/>
                  </a:cubicBezTo>
                  <a:cubicBezTo>
                    <a:pt x="77" y="34"/>
                    <a:pt x="75" y="31"/>
                    <a:pt x="72" y="28"/>
                  </a:cubicBezTo>
                  <a:cubicBezTo>
                    <a:pt x="70" y="25"/>
                    <a:pt x="63" y="26"/>
                    <a:pt x="62" y="28"/>
                  </a:cubicBezTo>
                  <a:cubicBezTo>
                    <a:pt x="61" y="31"/>
                    <a:pt x="56" y="32"/>
                    <a:pt x="55" y="30"/>
                  </a:cubicBezTo>
                  <a:cubicBezTo>
                    <a:pt x="53" y="28"/>
                    <a:pt x="50" y="28"/>
                    <a:pt x="46" y="31"/>
                  </a:cubicBezTo>
                  <a:cubicBezTo>
                    <a:pt x="43" y="34"/>
                    <a:pt x="37" y="39"/>
                    <a:pt x="36" y="35"/>
                  </a:cubicBezTo>
                  <a:cubicBezTo>
                    <a:pt x="35" y="30"/>
                    <a:pt x="39" y="31"/>
                    <a:pt x="39" y="26"/>
                  </a:cubicBezTo>
                  <a:cubicBezTo>
                    <a:pt x="39" y="21"/>
                    <a:pt x="42" y="19"/>
                    <a:pt x="40" y="14"/>
                  </a:cubicBezTo>
                  <a:cubicBezTo>
                    <a:pt x="39" y="9"/>
                    <a:pt x="34" y="15"/>
                    <a:pt x="32" y="11"/>
                  </a:cubicBezTo>
                  <a:cubicBezTo>
                    <a:pt x="31" y="8"/>
                    <a:pt x="32" y="4"/>
                    <a:pt x="31" y="2"/>
                  </a:cubicBezTo>
                  <a:cubicBezTo>
                    <a:pt x="31" y="2"/>
                    <a:pt x="30" y="1"/>
                    <a:pt x="29" y="0"/>
                  </a:cubicBezTo>
                  <a:cubicBezTo>
                    <a:pt x="28" y="1"/>
                    <a:pt x="28" y="1"/>
                    <a:pt x="27" y="2"/>
                  </a:cubicBezTo>
                  <a:cubicBezTo>
                    <a:pt x="26" y="4"/>
                    <a:pt x="19" y="5"/>
                    <a:pt x="17" y="8"/>
                  </a:cubicBezTo>
                  <a:cubicBezTo>
                    <a:pt x="15" y="11"/>
                    <a:pt x="10" y="10"/>
                    <a:pt x="9" y="10"/>
                  </a:cubicBezTo>
                  <a:cubicBezTo>
                    <a:pt x="7" y="10"/>
                    <a:pt x="3" y="11"/>
                    <a:pt x="2" y="14"/>
                  </a:cubicBezTo>
                  <a:cubicBezTo>
                    <a:pt x="2" y="17"/>
                    <a:pt x="0" y="30"/>
                    <a:pt x="0" y="32"/>
                  </a:cubicBezTo>
                  <a:cubicBezTo>
                    <a:pt x="0" y="34"/>
                    <a:pt x="6" y="41"/>
                    <a:pt x="9" y="42"/>
                  </a:cubicBezTo>
                  <a:cubicBezTo>
                    <a:pt x="11" y="43"/>
                    <a:pt x="8" y="48"/>
                    <a:pt x="11" y="50"/>
                  </a:cubicBezTo>
                  <a:cubicBezTo>
                    <a:pt x="14" y="51"/>
                    <a:pt x="12" y="55"/>
                    <a:pt x="10" y="55"/>
                  </a:cubicBezTo>
                  <a:cubicBezTo>
                    <a:pt x="9" y="54"/>
                    <a:pt x="11" y="61"/>
                    <a:pt x="9" y="63"/>
                  </a:cubicBezTo>
                  <a:cubicBezTo>
                    <a:pt x="6" y="65"/>
                    <a:pt x="8" y="71"/>
                    <a:pt x="13" y="75"/>
                  </a:cubicBezTo>
                  <a:cubicBezTo>
                    <a:pt x="17" y="79"/>
                    <a:pt x="17" y="85"/>
                    <a:pt x="17" y="89"/>
                  </a:cubicBezTo>
                  <a:cubicBezTo>
                    <a:pt x="17" y="92"/>
                    <a:pt x="21" y="93"/>
                    <a:pt x="21" y="97"/>
                  </a:cubicBezTo>
                  <a:cubicBezTo>
                    <a:pt x="21" y="97"/>
                    <a:pt x="15" y="117"/>
                    <a:pt x="11" y="116"/>
                  </a:cubicBezTo>
                  <a:cubicBezTo>
                    <a:pt x="10" y="121"/>
                    <a:pt x="9" y="128"/>
                    <a:pt x="8" y="132"/>
                  </a:cubicBezTo>
                  <a:cubicBezTo>
                    <a:pt x="7" y="138"/>
                    <a:pt x="6" y="142"/>
                    <a:pt x="9" y="142"/>
                  </a:cubicBezTo>
                  <a:cubicBezTo>
                    <a:pt x="12" y="143"/>
                    <a:pt x="18" y="150"/>
                    <a:pt x="23" y="157"/>
                  </a:cubicBezTo>
                  <a:cubicBezTo>
                    <a:pt x="25" y="159"/>
                    <a:pt x="26" y="161"/>
                    <a:pt x="27" y="162"/>
                  </a:cubicBezTo>
                  <a:cubicBezTo>
                    <a:pt x="29" y="162"/>
                    <a:pt x="31" y="162"/>
                    <a:pt x="33" y="163"/>
                  </a:cubicBezTo>
                  <a:cubicBezTo>
                    <a:pt x="38" y="164"/>
                    <a:pt x="39" y="167"/>
                    <a:pt x="39" y="170"/>
                  </a:cubicBezTo>
                  <a:cubicBezTo>
                    <a:pt x="39" y="172"/>
                    <a:pt x="46" y="171"/>
                    <a:pt x="48" y="171"/>
                  </a:cubicBezTo>
                  <a:cubicBezTo>
                    <a:pt x="49" y="170"/>
                    <a:pt x="47" y="167"/>
                    <a:pt x="51" y="166"/>
                  </a:cubicBezTo>
                  <a:cubicBezTo>
                    <a:pt x="49" y="163"/>
                    <a:pt x="43" y="159"/>
                    <a:pt x="38" y="159"/>
                  </a:cubicBezTo>
                  <a:cubicBezTo>
                    <a:pt x="33" y="158"/>
                    <a:pt x="30" y="150"/>
                    <a:pt x="30" y="146"/>
                  </a:cubicBezTo>
                  <a:cubicBezTo>
                    <a:pt x="31" y="142"/>
                    <a:pt x="26" y="139"/>
                    <a:pt x="26" y="135"/>
                  </a:cubicBezTo>
                  <a:cubicBezTo>
                    <a:pt x="26" y="132"/>
                    <a:pt x="23" y="132"/>
                    <a:pt x="19" y="130"/>
                  </a:cubicBezTo>
                  <a:cubicBezTo>
                    <a:pt x="15" y="128"/>
                    <a:pt x="20" y="117"/>
                    <a:pt x="20" y="112"/>
                  </a:cubicBezTo>
                  <a:cubicBezTo>
                    <a:pt x="21" y="107"/>
                    <a:pt x="29" y="93"/>
                    <a:pt x="27" y="89"/>
                  </a:cubicBezTo>
                  <a:cubicBezTo>
                    <a:pt x="24" y="85"/>
                    <a:pt x="35" y="81"/>
                    <a:pt x="36" y="86"/>
                  </a:cubicBezTo>
                  <a:cubicBezTo>
                    <a:pt x="37" y="91"/>
                    <a:pt x="38" y="93"/>
                    <a:pt x="45" y="93"/>
                  </a:cubicBezTo>
                  <a:cubicBezTo>
                    <a:pt x="51" y="93"/>
                    <a:pt x="51" y="98"/>
                    <a:pt x="57" y="99"/>
                  </a:cubicBezTo>
                  <a:cubicBezTo>
                    <a:pt x="57" y="99"/>
                    <a:pt x="57" y="99"/>
                    <a:pt x="57" y="100"/>
                  </a:cubicBezTo>
                  <a:cubicBezTo>
                    <a:pt x="57" y="99"/>
                    <a:pt x="57" y="99"/>
                    <a:pt x="57" y="99"/>
                  </a:cubicBezTo>
                  <a:cubicBezTo>
                    <a:pt x="59" y="95"/>
                    <a:pt x="56" y="95"/>
                    <a:pt x="56" y="91"/>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0" name="Freeform 66"/>
            <p:cNvSpPr>
              <a:spLocks noChangeArrowheads="1"/>
            </p:cNvSpPr>
            <p:nvPr/>
          </p:nvSpPr>
          <p:spPr bwMode="auto">
            <a:xfrm>
              <a:off x="3951301" y="1136650"/>
              <a:ext cx="207964" cy="169864"/>
            </a:xfrm>
            <a:custGeom>
              <a:avLst/>
              <a:gdLst>
                <a:gd name="T0" fmla="*/ 2 w 109"/>
                <a:gd name="T1" fmla="*/ 19 h 89"/>
                <a:gd name="T2" fmla="*/ 2 w 109"/>
                <a:gd name="T3" fmla="*/ 31 h 89"/>
                <a:gd name="T4" fmla="*/ 3 w 109"/>
                <a:gd name="T5" fmla="*/ 36 h 89"/>
                <a:gd name="T6" fmla="*/ 5 w 109"/>
                <a:gd name="T7" fmla="*/ 41 h 89"/>
                <a:gd name="T8" fmla="*/ 7 w 109"/>
                <a:gd name="T9" fmla="*/ 47 h 89"/>
                <a:gd name="T10" fmla="*/ 10 w 109"/>
                <a:gd name="T11" fmla="*/ 56 h 89"/>
                <a:gd name="T12" fmla="*/ 10 w 109"/>
                <a:gd name="T13" fmla="*/ 61 h 89"/>
                <a:gd name="T14" fmla="*/ 16 w 109"/>
                <a:gd name="T15" fmla="*/ 65 h 89"/>
                <a:gd name="T16" fmla="*/ 24 w 109"/>
                <a:gd name="T17" fmla="*/ 70 h 89"/>
                <a:gd name="T18" fmla="*/ 30 w 109"/>
                <a:gd name="T19" fmla="*/ 73 h 89"/>
                <a:gd name="T20" fmla="*/ 36 w 109"/>
                <a:gd name="T21" fmla="*/ 72 h 89"/>
                <a:gd name="T22" fmla="*/ 39 w 109"/>
                <a:gd name="T23" fmla="*/ 76 h 89"/>
                <a:gd name="T24" fmla="*/ 47 w 109"/>
                <a:gd name="T25" fmla="*/ 78 h 89"/>
                <a:gd name="T26" fmla="*/ 52 w 109"/>
                <a:gd name="T27" fmla="*/ 84 h 89"/>
                <a:gd name="T28" fmla="*/ 59 w 109"/>
                <a:gd name="T29" fmla="*/ 83 h 89"/>
                <a:gd name="T30" fmla="*/ 68 w 109"/>
                <a:gd name="T31" fmla="*/ 85 h 89"/>
                <a:gd name="T32" fmla="*/ 77 w 109"/>
                <a:gd name="T33" fmla="*/ 85 h 89"/>
                <a:gd name="T34" fmla="*/ 86 w 109"/>
                <a:gd name="T35" fmla="*/ 88 h 89"/>
                <a:gd name="T36" fmla="*/ 93 w 109"/>
                <a:gd name="T37" fmla="*/ 89 h 89"/>
                <a:gd name="T38" fmla="*/ 93 w 109"/>
                <a:gd name="T39" fmla="*/ 82 h 89"/>
                <a:gd name="T40" fmla="*/ 103 w 109"/>
                <a:gd name="T41" fmla="*/ 71 h 89"/>
                <a:gd name="T42" fmla="*/ 108 w 109"/>
                <a:gd name="T43" fmla="*/ 67 h 89"/>
                <a:gd name="T44" fmla="*/ 104 w 109"/>
                <a:gd name="T45" fmla="*/ 56 h 89"/>
                <a:gd name="T46" fmla="*/ 103 w 109"/>
                <a:gd name="T47" fmla="*/ 46 h 89"/>
                <a:gd name="T48" fmla="*/ 99 w 109"/>
                <a:gd name="T49" fmla="*/ 40 h 89"/>
                <a:gd name="T50" fmla="*/ 106 w 109"/>
                <a:gd name="T51" fmla="*/ 35 h 89"/>
                <a:gd name="T52" fmla="*/ 105 w 109"/>
                <a:gd name="T53" fmla="*/ 25 h 89"/>
                <a:gd name="T54" fmla="*/ 103 w 109"/>
                <a:gd name="T55" fmla="*/ 16 h 89"/>
                <a:gd name="T56" fmla="*/ 95 w 109"/>
                <a:gd name="T57" fmla="*/ 10 h 89"/>
                <a:gd name="T58" fmla="*/ 94 w 109"/>
                <a:gd name="T59" fmla="*/ 9 h 89"/>
                <a:gd name="T60" fmla="*/ 65 w 109"/>
                <a:gd name="T61" fmla="*/ 8 h 89"/>
                <a:gd name="T62" fmla="*/ 59 w 109"/>
                <a:gd name="T63" fmla="*/ 6 h 89"/>
                <a:gd name="T64" fmla="*/ 53 w 109"/>
                <a:gd name="T65" fmla="*/ 9 h 89"/>
                <a:gd name="T66" fmla="*/ 48 w 109"/>
                <a:gd name="T67" fmla="*/ 2 h 89"/>
                <a:gd name="T68" fmla="*/ 23 w 109"/>
                <a:gd name="T69" fmla="*/ 9 h 89"/>
                <a:gd name="T70" fmla="*/ 6 w 109"/>
                <a:gd name="T71" fmla="*/ 15 h 89"/>
                <a:gd name="T72" fmla="*/ 2 w 109"/>
                <a:gd name="T73" fmla="*/ 18 h 89"/>
                <a:gd name="T74" fmla="*/ 2 w 109"/>
                <a:gd name="T75" fmla="*/ 19 h 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89"/>
                <a:gd name="T116" fmla="*/ 109 w 109"/>
                <a:gd name="T117" fmla="*/ 89 h 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89">
                  <a:moveTo>
                    <a:pt x="2" y="19"/>
                  </a:moveTo>
                  <a:cubicBezTo>
                    <a:pt x="3" y="21"/>
                    <a:pt x="4" y="28"/>
                    <a:pt x="2" y="31"/>
                  </a:cubicBezTo>
                  <a:cubicBezTo>
                    <a:pt x="0" y="34"/>
                    <a:pt x="1" y="35"/>
                    <a:pt x="3" y="36"/>
                  </a:cubicBezTo>
                  <a:cubicBezTo>
                    <a:pt x="5" y="37"/>
                    <a:pt x="5" y="39"/>
                    <a:pt x="5" y="41"/>
                  </a:cubicBezTo>
                  <a:cubicBezTo>
                    <a:pt x="5" y="43"/>
                    <a:pt x="7" y="43"/>
                    <a:pt x="7" y="47"/>
                  </a:cubicBezTo>
                  <a:cubicBezTo>
                    <a:pt x="7" y="51"/>
                    <a:pt x="8" y="54"/>
                    <a:pt x="10" y="56"/>
                  </a:cubicBezTo>
                  <a:cubicBezTo>
                    <a:pt x="11" y="57"/>
                    <a:pt x="11" y="59"/>
                    <a:pt x="10" y="61"/>
                  </a:cubicBezTo>
                  <a:cubicBezTo>
                    <a:pt x="12" y="63"/>
                    <a:pt x="14" y="64"/>
                    <a:pt x="16" y="65"/>
                  </a:cubicBezTo>
                  <a:cubicBezTo>
                    <a:pt x="22" y="67"/>
                    <a:pt x="24" y="68"/>
                    <a:pt x="24" y="70"/>
                  </a:cubicBezTo>
                  <a:cubicBezTo>
                    <a:pt x="24" y="72"/>
                    <a:pt x="29" y="75"/>
                    <a:pt x="30" y="73"/>
                  </a:cubicBezTo>
                  <a:cubicBezTo>
                    <a:pt x="31" y="70"/>
                    <a:pt x="34" y="72"/>
                    <a:pt x="36" y="72"/>
                  </a:cubicBezTo>
                  <a:cubicBezTo>
                    <a:pt x="38" y="72"/>
                    <a:pt x="39" y="74"/>
                    <a:pt x="39" y="76"/>
                  </a:cubicBezTo>
                  <a:cubicBezTo>
                    <a:pt x="40" y="77"/>
                    <a:pt x="45" y="76"/>
                    <a:pt x="47" y="78"/>
                  </a:cubicBezTo>
                  <a:cubicBezTo>
                    <a:pt x="48" y="79"/>
                    <a:pt x="49" y="83"/>
                    <a:pt x="52" y="84"/>
                  </a:cubicBezTo>
                  <a:cubicBezTo>
                    <a:pt x="54" y="86"/>
                    <a:pt x="57" y="82"/>
                    <a:pt x="59" y="83"/>
                  </a:cubicBezTo>
                  <a:cubicBezTo>
                    <a:pt x="60" y="85"/>
                    <a:pt x="65" y="86"/>
                    <a:pt x="68" y="85"/>
                  </a:cubicBezTo>
                  <a:cubicBezTo>
                    <a:pt x="71" y="83"/>
                    <a:pt x="73" y="86"/>
                    <a:pt x="77" y="85"/>
                  </a:cubicBezTo>
                  <a:cubicBezTo>
                    <a:pt x="81" y="85"/>
                    <a:pt x="85" y="86"/>
                    <a:pt x="86" y="88"/>
                  </a:cubicBezTo>
                  <a:cubicBezTo>
                    <a:pt x="87" y="88"/>
                    <a:pt x="90" y="89"/>
                    <a:pt x="93" y="89"/>
                  </a:cubicBezTo>
                  <a:cubicBezTo>
                    <a:pt x="94" y="88"/>
                    <a:pt x="92" y="83"/>
                    <a:pt x="93" y="82"/>
                  </a:cubicBezTo>
                  <a:cubicBezTo>
                    <a:pt x="93" y="81"/>
                    <a:pt x="102" y="73"/>
                    <a:pt x="103" y="71"/>
                  </a:cubicBezTo>
                  <a:cubicBezTo>
                    <a:pt x="105" y="69"/>
                    <a:pt x="107" y="69"/>
                    <a:pt x="108" y="67"/>
                  </a:cubicBezTo>
                  <a:cubicBezTo>
                    <a:pt x="109" y="65"/>
                    <a:pt x="105" y="58"/>
                    <a:pt x="104" y="56"/>
                  </a:cubicBezTo>
                  <a:cubicBezTo>
                    <a:pt x="103" y="55"/>
                    <a:pt x="102" y="49"/>
                    <a:pt x="103" y="46"/>
                  </a:cubicBezTo>
                  <a:cubicBezTo>
                    <a:pt x="104" y="44"/>
                    <a:pt x="99" y="42"/>
                    <a:pt x="99" y="40"/>
                  </a:cubicBezTo>
                  <a:cubicBezTo>
                    <a:pt x="99" y="39"/>
                    <a:pt x="103" y="36"/>
                    <a:pt x="106" y="35"/>
                  </a:cubicBezTo>
                  <a:cubicBezTo>
                    <a:pt x="108" y="34"/>
                    <a:pt x="107" y="27"/>
                    <a:pt x="105" y="25"/>
                  </a:cubicBezTo>
                  <a:cubicBezTo>
                    <a:pt x="103" y="23"/>
                    <a:pt x="102" y="20"/>
                    <a:pt x="103" y="16"/>
                  </a:cubicBezTo>
                  <a:cubicBezTo>
                    <a:pt x="105" y="13"/>
                    <a:pt x="96" y="10"/>
                    <a:pt x="95" y="10"/>
                  </a:cubicBezTo>
                  <a:cubicBezTo>
                    <a:pt x="94" y="10"/>
                    <a:pt x="94" y="10"/>
                    <a:pt x="94" y="9"/>
                  </a:cubicBezTo>
                  <a:cubicBezTo>
                    <a:pt x="86" y="11"/>
                    <a:pt x="66" y="9"/>
                    <a:pt x="65" y="8"/>
                  </a:cubicBezTo>
                  <a:cubicBezTo>
                    <a:pt x="64" y="8"/>
                    <a:pt x="61" y="7"/>
                    <a:pt x="59" y="6"/>
                  </a:cubicBezTo>
                  <a:cubicBezTo>
                    <a:pt x="58" y="8"/>
                    <a:pt x="56" y="9"/>
                    <a:pt x="53" y="9"/>
                  </a:cubicBezTo>
                  <a:cubicBezTo>
                    <a:pt x="48" y="9"/>
                    <a:pt x="48" y="5"/>
                    <a:pt x="48" y="2"/>
                  </a:cubicBezTo>
                  <a:cubicBezTo>
                    <a:pt x="48" y="0"/>
                    <a:pt x="28" y="4"/>
                    <a:pt x="23" y="9"/>
                  </a:cubicBezTo>
                  <a:cubicBezTo>
                    <a:pt x="18" y="15"/>
                    <a:pt x="6" y="13"/>
                    <a:pt x="6" y="15"/>
                  </a:cubicBezTo>
                  <a:cubicBezTo>
                    <a:pt x="5" y="17"/>
                    <a:pt x="3" y="18"/>
                    <a:pt x="2" y="18"/>
                  </a:cubicBezTo>
                  <a:cubicBezTo>
                    <a:pt x="2" y="18"/>
                    <a:pt x="2" y="19"/>
                    <a:pt x="2" y="19"/>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1" name="Freeform 67"/>
            <p:cNvSpPr>
              <a:spLocks noChangeArrowheads="1"/>
            </p:cNvSpPr>
            <p:nvPr/>
          </p:nvSpPr>
          <p:spPr bwMode="auto">
            <a:xfrm>
              <a:off x="3981463" y="1412876"/>
              <a:ext cx="79375" cy="74613"/>
            </a:xfrm>
            <a:custGeom>
              <a:avLst/>
              <a:gdLst>
                <a:gd name="T0" fmla="*/ 31 w 41"/>
                <a:gd name="T1" fmla="*/ 35 h 39"/>
                <a:gd name="T2" fmla="*/ 39 w 41"/>
                <a:gd name="T3" fmla="*/ 23 h 39"/>
                <a:gd name="T4" fmla="*/ 40 w 41"/>
                <a:gd name="T5" fmla="*/ 8 h 39"/>
                <a:gd name="T6" fmla="*/ 30 w 41"/>
                <a:gd name="T7" fmla="*/ 2 h 39"/>
                <a:gd name="T8" fmla="*/ 13 w 41"/>
                <a:gd name="T9" fmla="*/ 1 h 39"/>
                <a:gd name="T10" fmla="*/ 6 w 41"/>
                <a:gd name="T11" fmla="*/ 2 h 39"/>
                <a:gd name="T12" fmla="*/ 1 w 41"/>
                <a:gd name="T13" fmla="*/ 5 h 39"/>
                <a:gd name="T14" fmla="*/ 6 w 41"/>
                <a:gd name="T15" fmla="*/ 13 h 39"/>
                <a:gd name="T16" fmla="*/ 15 w 41"/>
                <a:gd name="T17" fmla="*/ 24 h 39"/>
                <a:gd name="T18" fmla="*/ 24 w 41"/>
                <a:gd name="T19" fmla="*/ 34 h 39"/>
                <a:gd name="T20" fmla="*/ 30 w 41"/>
                <a:gd name="T21" fmla="*/ 39 h 39"/>
                <a:gd name="T22" fmla="*/ 31 w 41"/>
                <a:gd name="T23" fmla="*/ 35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
                <a:gd name="T37" fmla="*/ 0 h 39"/>
                <a:gd name="T38" fmla="*/ 41 w 41"/>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 h="39">
                  <a:moveTo>
                    <a:pt x="31" y="35"/>
                  </a:moveTo>
                  <a:cubicBezTo>
                    <a:pt x="30" y="33"/>
                    <a:pt x="37" y="23"/>
                    <a:pt x="39" y="23"/>
                  </a:cubicBezTo>
                  <a:cubicBezTo>
                    <a:pt x="41" y="23"/>
                    <a:pt x="41" y="13"/>
                    <a:pt x="40" y="8"/>
                  </a:cubicBezTo>
                  <a:cubicBezTo>
                    <a:pt x="35" y="4"/>
                    <a:pt x="30" y="2"/>
                    <a:pt x="30" y="2"/>
                  </a:cubicBezTo>
                  <a:cubicBezTo>
                    <a:pt x="30" y="2"/>
                    <a:pt x="15" y="2"/>
                    <a:pt x="13" y="1"/>
                  </a:cubicBezTo>
                  <a:cubicBezTo>
                    <a:pt x="10" y="0"/>
                    <a:pt x="8" y="4"/>
                    <a:pt x="6" y="2"/>
                  </a:cubicBezTo>
                  <a:cubicBezTo>
                    <a:pt x="3" y="0"/>
                    <a:pt x="0" y="3"/>
                    <a:pt x="1" y="5"/>
                  </a:cubicBezTo>
                  <a:cubicBezTo>
                    <a:pt x="1" y="8"/>
                    <a:pt x="6" y="9"/>
                    <a:pt x="6" y="13"/>
                  </a:cubicBezTo>
                  <a:cubicBezTo>
                    <a:pt x="6" y="17"/>
                    <a:pt x="15" y="22"/>
                    <a:pt x="15" y="24"/>
                  </a:cubicBezTo>
                  <a:cubicBezTo>
                    <a:pt x="15" y="25"/>
                    <a:pt x="21" y="29"/>
                    <a:pt x="24" y="34"/>
                  </a:cubicBezTo>
                  <a:cubicBezTo>
                    <a:pt x="26" y="35"/>
                    <a:pt x="28" y="37"/>
                    <a:pt x="30" y="39"/>
                  </a:cubicBezTo>
                  <a:cubicBezTo>
                    <a:pt x="30" y="37"/>
                    <a:pt x="31" y="36"/>
                    <a:pt x="31" y="35"/>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2" name="Freeform 68"/>
            <p:cNvSpPr>
              <a:spLocks noChangeArrowheads="1"/>
            </p:cNvSpPr>
            <p:nvPr/>
          </p:nvSpPr>
          <p:spPr bwMode="auto">
            <a:xfrm>
              <a:off x="3943364" y="1379539"/>
              <a:ext cx="114301" cy="98425"/>
            </a:xfrm>
            <a:custGeom>
              <a:avLst/>
              <a:gdLst>
                <a:gd name="T0" fmla="*/ 35 w 60"/>
                <a:gd name="T1" fmla="*/ 42 h 52"/>
                <a:gd name="T2" fmla="*/ 26 w 60"/>
                <a:gd name="T3" fmla="*/ 31 h 52"/>
                <a:gd name="T4" fmla="*/ 21 w 60"/>
                <a:gd name="T5" fmla="*/ 23 h 52"/>
                <a:gd name="T6" fmla="*/ 26 w 60"/>
                <a:gd name="T7" fmla="*/ 20 h 52"/>
                <a:gd name="T8" fmla="*/ 33 w 60"/>
                <a:gd name="T9" fmla="*/ 19 h 52"/>
                <a:gd name="T10" fmla="*/ 50 w 60"/>
                <a:gd name="T11" fmla="*/ 20 h 52"/>
                <a:gd name="T12" fmla="*/ 60 w 60"/>
                <a:gd name="T13" fmla="*/ 26 h 52"/>
                <a:gd name="T14" fmla="*/ 60 w 60"/>
                <a:gd name="T15" fmla="*/ 23 h 52"/>
                <a:gd name="T16" fmla="*/ 56 w 60"/>
                <a:gd name="T17" fmla="*/ 15 h 52"/>
                <a:gd name="T18" fmla="*/ 53 w 60"/>
                <a:gd name="T19" fmla="*/ 8 h 52"/>
                <a:gd name="T20" fmla="*/ 50 w 60"/>
                <a:gd name="T21" fmla="*/ 9 h 52"/>
                <a:gd name="T22" fmla="*/ 38 w 60"/>
                <a:gd name="T23" fmla="*/ 7 h 52"/>
                <a:gd name="T24" fmla="*/ 29 w 60"/>
                <a:gd name="T25" fmla="*/ 0 h 52"/>
                <a:gd name="T26" fmla="*/ 22 w 60"/>
                <a:gd name="T27" fmla="*/ 4 h 52"/>
                <a:gd name="T28" fmla="*/ 19 w 60"/>
                <a:gd name="T29" fmla="*/ 10 h 52"/>
                <a:gd name="T30" fmla="*/ 15 w 60"/>
                <a:gd name="T31" fmla="*/ 15 h 52"/>
                <a:gd name="T32" fmla="*/ 8 w 60"/>
                <a:gd name="T33" fmla="*/ 15 h 52"/>
                <a:gd name="T34" fmla="*/ 0 w 60"/>
                <a:gd name="T35" fmla="*/ 16 h 52"/>
                <a:gd name="T36" fmla="*/ 2 w 60"/>
                <a:gd name="T37" fmla="*/ 21 h 52"/>
                <a:gd name="T38" fmla="*/ 11 w 60"/>
                <a:gd name="T39" fmla="*/ 25 h 52"/>
                <a:gd name="T40" fmla="*/ 21 w 60"/>
                <a:gd name="T41" fmla="*/ 40 h 52"/>
                <a:gd name="T42" fmla="*/ 30 w 60"/>
                <a:gd name="T43" fmla="*/ 45 h 52"/>
                <a:gd name="T44" fmla="*/ 40 w 60"/>
                <a:gd name="T45" fmla="*/ 50 h 52"/>
                <a:gd name="T46" fmla="*/ 44 w 60"/>
                <a:gd name="T47" fmla="*/ 52 h 52"/>
                <a:gd name="T48" fmla="*/ 35 w 60"/>
                <a:gd name="T49" fmla="*/ 42 h 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0"/>
                <a:gd name="T76" fmla="*/ 0 h 52"/>
                <a:gd name="T77" fmla="*/ 60 w 60"/>
                <a:gd name="T78" fmla="*/ 52 h 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0" h="52">
                  <a:moveTo>
                    <a:pt x="35" y="42"/>
                  </a:moveTo>
                  <a:cubicBezTo>
                    <a:pt x="35" y="40"/>
                    <a:pt x="26" y="35"/>
                    <a:pt x="26" y="31"/>
                  </a:cubicBezTo>
                  <a:cubicBezTo>
                    <a:pt x="26" y="27"/>
                    <a:pt x="21" y="26"/>
                    <a:pt x="21" y="23"/>
                  </a:cubicBezTo>
                  <a:cubicBezTo>
                    <a:pt x="20" y="21"/>
                    <a:pt x="23" y="18"/>
                    <a:pt x="26" y="20"/>
                  </a:cubicBezTo>
                  <a:cubicBezTo>
                    <a:pt x="28" y="22"/>
                    <a:pt x="30" y="18"/>
                    <a:pt x="33" y="19"/>
                  </a:cubicBezTo>
                  <a:cubicBezTo>
                    <a:pt x="35" y="20"/>
                    <a:pt x="50" y="20"/>
                    <a:pt x="50" y="20"/>
                  </a:cubicBezTo>
                  <a:cubicBezTo>
                    <a:pt x="50" y="20"/>
                    <a:pt x="55" y="22"/>
                    <a:pt x="60" y="26"/>
                  </a:cubicBezTo>
                  <a:cubicBezTo>
                    <a:pt x="60" y="24"/>
                    <a:pt x="60" y="24"/>
                    <a:pt x="60" y="23"/>
                  </a:cubicBezTo>
                  <a:cubicBezTo>
                    <a:pt x="59" y="20"/>
                    <a:pt x="60" y="16"/>
                    <a:pt x="56" y="15"/>
                  </a:cubicBezTo>
                  <a:cubicBezTo>
                    <a:pt x="55" y="14"/>
                    <a:pt x="54" y="11"/>
                    <a:pt x="53" y="8"/>
                  </a:cubicBezTo>
                  <a:cubicBezTo>
                    <a:pt x="52" y="9"/>
                    <a:pt x="50" y="9"/>
                    <a:pt x="50" y="9"/>
                  </a:cubicBezTo>
                  <a:cubicBezTo>
                    <a:pt x="47" y="10"/>
                    <a:pt x="40" y="10"/>
                    <a:pt x="38" y="7"/>
                  </a:cubicBezTo>
                  <a:cubicBezTo>
                    <a:pt x="36" y="5"/>
                    <a:pt x="31" y="1"/>
                    <a:pt x="29" y="0"/>
                  </a:cubicBezTo>
                  <a:cubicBezTo>
                    <a:pt x="28" y="1"/>
                    <a:pt x="24" y="4"/>
                    <a:pt x="22" y="4"/>
                  </a:cubicBezTo>
                  <a:cubicBezTo>
                    <a:pt x="20" y="5"/>
                    <a:pt x="21" y="10"/>
                    <a:pt x="19" y="10"/>
                  </a:cubicBezTo>
                  <a:cubicBezTo>
                    <a:pt x="17" y="10"/>
                    <a:pt x="16" y="13"/>
                    <a:pt x="15" y="15"/>
                  </a:cubicBezTo>
                  <a:cubicBezTo>
                    <a:pt x="15" y="16"/>
                    <a:pt x="10" y="14"/>
                    <a:pt x="8" y="15"/>
                  </a:cubicBezTo>
                  <a:cubicBezTo>
                    <a:pt x="7" y="15"/>
                    <a:pt x="2" y="16"/>
                    <a:pt x="0" y="16"/>
                  </a:cubicBezTo>
                  <a:cubicBezTo>
                    <a:pt x="1" y="18"/>
                    <a:pt x="0" y="21"/>
                    <a:pt x="2" y="21"/>
                  </a:cubicBezTo>
                  <a:cubicBezTo>
                    <a:pt x="5" y="21"/>
                    <a:pt x="11" y="21"/>
                    <a:pt x="11" y="25"/>
                  </a:cubicBezTo>
                  <a:cubicBezTo>
                    <a:pt x="11" y="29"/>
                    <a:pt x="18" y="37"/>
                    <a:pt x="21" y="40"/>
                  </a:cubicBezTo>
                  <a:cubicBezTo>
                    <a:pt x="24" y="43"/>
                    <a:pt x="30" y="43"/>
                    <a:pt x="30" y="45"/>
                  </a:cubicBezTo>
                  <a:cubicBezTo>
                    <a:pt x="30" y="48"/>
                    <a:pt x="35" y="50"/>
                    <a:pt x="40" y="50"/>
                  </a:cubicBezTo>
                  <a:cubicBezTo>
                    <a:pt x="41" y="50"/>
                    <a:pt x="43" y="51"/>
                    <a:pt x="44" y="52"/>
                  </a:cubicBezTo>
                  <a:cubicBezTo>
                    <a:pt x="41" y="47"/>
                    <a:pt x="35" y="43"/>
                    <a:pt x="35" y="42"/>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3" name="Freeform 69"/>
            <p:cNvSpPr>
              <a:spLocks noChangeArrowheads="1"/>
            </p:cNvSpPr>
            <p:nvPr/>
          </p:nvSpPr>
          <p:spPr bwMode="auto">
            <a:xfrm>
              <a:off x="4054489" y="1484314"/>
              <a:ext cx="39688" cy="77788"/>
            </a:xfrm>
            <a:custGeom>
              <a:avLst/>
              <a:gdLst>
                <a:gd name="T0" fmla="*/ 14 w 21"/>
                <a:gd name="T1" fmla="*/ 35 h 41"/>
                <a:gd name="T2" fmla="*/ 17 w 21"/>
                <a:gd name="T3" fmla="*/ 31 h 41"/>
                <a:gd name="T4" fmla="*/ 21 w 21"/>
                <a:gd name="T5" fmla="*/ 24 h 41"/>
                <a:gd name="T6" fmla="*/ 21 w 21"/>
                <a:gd name="T7" fmla="*/ 24 h 41"/>
                <a:gd name="T8" fmla="*/ 15 w 21"/>
                <a:gd name="T9" fmla="*/ 17 h 41"/>
                <a:gd name="T10" fmla="*/ 16 w 21"/>
                <a:gd name="T11" fmla="*/ 5 h 41"/>
                <a:gd name="T12" fmla="*/ 6 w 21"/>
                <a:gd name="T13" fmla="*/ 0 h 41"/>
                <a:gd name="T14" fmla="*/ 1 w 21"/>
                <a:gd name="T15" fmla="*/ 8 h 41"/>
                <a:gd name="T16" fmla="*/ 4 w 21"/>
                <a:gd name="T17" fmla="*/ 15 h 41"/>
                <a:gd name="T18" fmla="*/ 3 w 21"/>
                <a:gd name="T19" fmla="*/ 32 h 41"/>
                <a:gd name="T20" fmla="*/ 11 w 21"/>
                <a:gd name="T21" fmla="*/ 41 h 41"/>
                <a:gd name="T22" fmla="*/ 14 w 21"/>
                <a:gd name="T23" fmla="*/ 35 h 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41"/>
                <a:gd name="T38" fmla="*/ 21 w 21"/>
                <a:gd name="T39" fmla="*/ 41 h 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41">
                  <a:moveTo>
                    <a:pt x="14" y="35"/>
                  </a:moveTo>
                  <a:cubicBezTo>
                    <a:pt x="17" y="35"/>
                    <a:pt x="15" y="33"/>
                    <a:pt x="17" y="31"/>
                  </a:cubicBezTo>
                  <a:cubicBezTo>
                    <a:pt x="19" y="29"/>
                    <a:pt x="21" y="26"/>
                    <a:pt x="21" y="24"/>
                  </a:cubicBezTo>
                  <a:cubicBezTo>
                    <a:pt x="21" y="24"/>
                    <a:pt x="21" y="24"/>
                    <a:pt x="21" y="24"/>
                  </a:cubicBezTo>
                  <a:cubicBezTo>
                    <a:pt x="18" y="21"/>
                    <a:pt x="15" y="20"/>
                    <a:pt x="15" y="17"/>
                  </a:cubicBezTo>
                  <a:cubicBezTo>
                    <a:pt x="14" y="14"/>
                    <a:pt x="15" y="9"/>
                    <a:pt x="16" y="5"/>
                  </a:cubicBezTo>
                  <a:cubicBezTo>
                    <a:pt x="14" y="4"/>
                    <a:pt x="8" y="0"/>
                    <a:pt x="6" y="0"/>
                  </a:cubicBezTo>
                  <a:cubicBezTo>
                    <a:pt x="4" y="0"/>
                    <a:pt x="1" y="4"/>
                    <a:pt x="1" y="8"/>
                  </a:cubicBezTo>
                  <a:cubicBezTo>
                    <a:pt x="5" y="10"/>
                    <a:pt x="7" y="12"/>
                    <a:pt x="4" y="15"/>
                  </a:cubicBezTo>
                  <a:cubicBezTo>
                    <a:pt x="1" y="18"/>
                    <a:pt x="0" y="29"/>
                    <a:pt x="3" y="32"/>
                  </a:cubicBezTo>
                  <a:cubicBezTo>
                    <a:pt x="7" y="34"/>
                    <a:pt x="8" y="40"/>
                    <a:pt x="11" y="41"/>
                  </a:cubicBezTo>
                  <a:cubicBezTo>
                    <a:pt x="12" y="38"/>
                    <a:pt x="12" y="35"/>
                    <a:pt x="14" y="35"/>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4" name="Freeform 70"/>
            <p:cNvSpPr>
              <a:spLocks noChangeArrowheads="1"/>
            </p:cNvSpPr>
            <p:nvPr/>
          </p:nvSpPr>
          <p:spPr bwMode="auto">
            <a:xfrm>
              <a:off x="3856051" y="1309688"/>
              <a:ext cx="160339" cy="71438"/>
            </a:xfrm>
            <a:custGeom>
              <a:avLst/>
              <a:gdLst>
                <a:gd name="T0" fmla="*/ 71 w 84"/>
                <a:gd name="T1" fmla="*/ 3 h 37"/>
                <a:gd name="T2" fmla="*/ 60 w 84"/>
                <a:gd name="T3" fmla="*/ 0 h 37"/>
                <a:gd name="T4" fmla="*/ 58 w 84"/>
                <a:gd name="T5" fmla="*/ 5 h 37"/>
                <a:gd name="T6" fmla="*/ 48 w 84"/>
                <a:gd name="T7" fmla="*/ 5 h 37"/>
                <a:gd name="T8" fmla="*/ 42 w 84"/>
                <a:gd name="T9" fmla="*/ 10 h 37"/>
                <a:gd name="T10" fmla="*/ 38 w 84"/>
                <a:gd name="T11" fmla="*/ 17 h 37"/>
                <a:gd name="T12" fmla="*/ 33 w 84"/>
                <a:gd name="T13" fmla="*/ 20 h 37"/>
                <a:gd name="T14" fmla="*/ 22 w 84"/>
                <a:gd name="T15" fmla="*/ 22 h 37"/>
                <a:gd name="T16" fmla="*/ 15 w 84"/>
                <a:gd name="T17" fmla="*/ 23 h 37"/>
                <a:gd name="T18" fmla="*/ 9 w 84"/>
                <a:gd name="T19" fmla="*/ 24 h 37"/>
                <a:gd name="T20" fmla="*/ 2 w 84"/>
                <a:gd name="T21" fmla="*/ 22 h 37"/>
                <a:gd name="T22" fmla="*/ 1 w 84"/>
                <a:gd name="T23" fmla="*/ 28 h 37"/>
                <a:gd name="T24" fmla="*/ 7 w 84"/>
                <a:gd name="T25" fmla="*/ 31 h 37"/>
                <a:gd name="T26" fmla="*/ 14 w 84"/>
                <a:gd name="T27" fmla="*/ 32 h 37"/>
                <a:gd name="T28" fmla="*/ 21 w 84"/>
                <a:gd name="T29" fmla="*/ 30 h 37"/>
                <a:gd name="T30" fmla="*/ 30 w 84"/>
                <a:gd name="T31" fmla="*/ 29 h 37"/>
                <a:gd name="T32" fmla="*/ 32 w 84"/>
                <a:gd name="T33" fmla="*/ 34 h 37"/>
                <a:gd name="T34" fmla="*/ 42 w 84"/>
                <a:gd name="T35" fmla="*/ 35 h 37"/>
                <a:gd name="T36" fmla="*/ 55 w 84"/>
                <a:gd name="T37" fmla="*/ 37 h 37"/>
                <a:gd name="T38" fmla="*/ 64 w 84"/>
                <a:gd name="T39" fmla="*/ 34 h 37"/>
                <a:gd name="T40" fmla="*/ 72 w 84"/>
                <a:gd name="T41" fmla="*/ 31 h 37"/>
                <a:gd name="T42" fmla="*/ 72 w 84"/>
                <a:gd name="T43" fmla="*/ 31 h 37"/>
                <a:gd name="T44" fmla="*/ 74 w 84"/>
                <a:gd name="T45" fmla="*/ 29 h 37"/>
                <a:gd name="T46" fmla="*/ 76 w 84"/>
                <a:gd name="T47" fmla="*/ 24 h 37"/>
                <a:gd name="T48" fmla="*/ 77 w 84"/>
                <a:gd name="T49" fmla="*/ 19 h 37"/>
                <a:gd name="T50" fmla="*/ 82 w 84"/>
                <a:gd name="T51" fmla="*/ 16 h 37"/>
                <a:gd name="T52" fmla="*/ 84 w 84"/>
                <a:gd name="T53" fmla="*/ 13 h 37"/>
                <a:gd name="T54" fmla="*/ 79 w 84"/>
                <a:gd name="T55" fmla="*/ 4 h 37"/>
                <a:gd name="T56" fmla="*/ 71 w 84"/>
                <a:gd name="T57" fmla="*/ 3 h 3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4"/>
                <a:gd name="T88" fmla="*/ 0 h 37"/>
                <a:gd name="T89" fmla="*/ 84 w 84"/>
                <a:gd name="T90" fmla="*/ 37 h 3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4" h="37">
                  <a:moveTo>
                    <a:pt x="71" y="3"/>
                  </a:moveTo>
                  <a:cubicBezTo>
                    <a:pt x="68" y="0"/>
                    <a:pt x="60" y="0"/>
                    <a:pt x="60" y="0"/>
                  </a:cubicBezTo>
                  <a:cubicBezTo>
                    <a:pt x="60" y="0"/>
                    <a:pt x="59" y="3"/>
                    <a:pt x="58" y="5"/>
                  </a:cubicBezTo>
                  <a:cubicBezTo>
                    <a:pt x="57" y="6"/>
                    <a:pt x="52" y="6"/>
                    <a:pt x="48" y="5"/>
                  </a:cubicBezTo>
                  <a:cubicBezTo>
                    <a:pt x="47" y="7"/>
                    <a:pt x="43" y="8"/>
                    <a:pt x="42" y="10"/>
                  </a:cubicBezTo>
                  <a:cubicBezTo>
                    <a:pt x="42" y="12"/>
                    <a:pt x="36" y="11"/>
                    <a:pt x="38" y="17"/>
                  </a:cubicBezTo>
                  <a:cubicBezTo>
                    <a:pt x="40" y="23"/>
                    <a:pt x="35" y="21"/>
                    <a:pt x="33" y="20"/>
                  </a:cubicBezTo>
                  <a:cubicBezTo>
                    <a:pt x="32" y="19"/>
                    <a:pt x="24" y="20"/>
                    <a:pt x="22" y="22"/>
                  </a:cubicBezTo>
                  <a:cubicBezTo>
                    <a:pt x="20" y="24"/>
                    <a:pt x="17" y="24"/>
                    <a:pt x="15" y="23"/>
                  </a:cubicBezTo>
                  <a:cubicBezTo>
                    <a:pt x="14" y="22"/>
                    <a:pt x="10" y="21"/>
                    <a:pt x="9" y="24"/>
                  </a:cubicBezTo>
                  <a:cubicBezTo>
                    <a:pt x="7" y="26"/>
                    <a:pt x="4" y="22"/>
                    <a:pt x="2" y="22"/>
                  </a:cubicBezTo>
                  <a:cubicBezTo>
                    <a:pt x="0" y="22"/>
                    <a:pt x="1" y="27"/>
                    <a:pt x="1" y="28"/>
                  </a:cubicBezTo>
                  <a:cubicBezTo>
                    <a:pt x="1" y="29"/>
                    <a:pt x="4" y="32"/>
                    <a:pt x="7" y="31"/>
                  </a:cubicBezTo>
                  <a:cubicBezTo>
                    <a:pt x="9" y="30"/>
                    <a:pt x="12" y="31"/>
                    <a:pt x="14" y="32"/>
                  </a:cubicBezTo>
                  <a:cubicBezTo>
                    <a:pt x="16" y="34"/>
                    <a:pt x="19" y="31"/>
                    <a:pt x="21" y="30"/>
                  </a:cubicBezTo>
                  <a:cubicBezTo>
                    <a:pt x="22" y="29"/>
                    <a:pt x="29" y="29"/>
                    <a:pt x="30" y="29"/>
                  </a:cubicBezTo>
                  <a:cubicBezTo>
                    <a:pt x="30" y="29"/>
                    <a:pt x="31" y="33"/>
                    <a:pt x="32" y="34"/>
                  </a:cubicBezTo>
                  <a:cubicBezTo>
                    <a:pt x="33" y="34"/>
                    <a:pt x="38" y="35"/>
                    <a:pt x="42" y="35"/>
                  </a:cubicBezTo>
                  <a:cubicBezTo>
                    <a:pt x="46" y="35"/>
                    <a:pt x="53" y="37"/>
                    <a:pt x="55" y="37"/>
                  </a:cubicBezTo>
                  <a:cubicBezTo>
                    <a:pt x="57" y="37"/>
                    <a:pt x="60" y="34"/>
                    <a:pt x="64" y="34"/>
                  </a:cubicBezTo>
                  <a:cubicBezTo>
                    <a:pt x="69" y="34"/>
                    <a:pt x="71" y="31"/>
                    <a:pt x="72" y="31"/>
                  </a:cubicBezTo>
                  <a:cubicBezTo>
                    <a:pt x="72" y="31"/>
                    <a:pt x="72" y="31"/>
                    <a:pt x="72" y="31"/>
                  </a:cubicBezTo>
                  <a:cubicBezTo>
                    <a:pt x="72" y="30"/>
                    <a:pt x="73" y="29"/>
                    <a:pt x="74" y="29"/>
                  </a:cubicBezTo>
                  <a:cubicBezTo>
                    <a:pt x="76" y="28"/>
                    <a:pt x="74" y="25"/>
                    <a:pt x="76" y="24"/>
                  </a:cubicBezTo>
                  <a:cubicBezTo>
                    <a:pt x="77" y="22"/>
                    <a:pt x="75" y="19"/>
                    <a:pt x="77" y="19"/>
                  </a:cubicBezTo>
                  <a:cubicBezTo>
                    <a:pt x="79" y="20"/>
                    <a:pt x="82" y="20"/>
                    <a:pt x="82" y="16"/>
                  </a:cubicBezTo>
                  <a:cubicBezTo>
                    <a:pt x="82" y="15"/>
                    <a:pt x="83" y="14"/>
                    <a:pt x="84" y="13"/>
                  </a:cubicBezTo>
                  <a:cubicBezTo>
                    <a:pt x="81" y="10"/>
                    <a:pt x="79" y="4"/>
                    <a:pt x="79" y="4"/>
                  </a:cubicBezTo>
                  <a:cubicBezTo>
                    <a:pt x="79" y="4"/>
                    <a:pt x="74" y="6"/>
                    <a:pt x="71" y="3"/>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5" name="Freeform 71"/>
            <p:cNvSpPr>
              <a:spLocks noChangeArrowheads="1"/>
            </p:cNvSpPr>
            <p:nvPr/>
          </p:nvSpPr>
          <p:spPr bwMode="auto">
            <a:xfrm>
              <a:off x="3992576" y="1317626"/>
              <a:ext cx="142876" cy="80963"/>
            </a:xfrm>
            <a:custGeom>
              <a:avLst/>
              <a:gdLst>
                <a:gd name="T0" fmla="*/ 71 w 74"/>
                <a:gd name="T1" fmla="*/ 8 h 42"/>
                <a:gd name="T2" fmla="*/ 68 w 74"/>
                <a:gd name="T3" fmla="*/ 7 h 42"/>
                <a:gd name="T4" fmla="*/ 61 w 74"/>
                <a:gd name="T5" fmla="*/ 4 h 42"/>
                <a:gd name="T6" fmla="*/ 51 w 74"/>
                <a:gd name="T7" fmla="*/ 1 h 42"/>
                <a:gd name="T8" fmla="*/ 40 w 74"/>
                <a:gd name="T9" fmla="*/ 7 h 42"/>
                <a:gd name="T10" fmla="*/ 28 w 74"/>
                <a:gd name="T11" fmla="*/ 11 h 42"/>
                <a:gd name="T12" fmla="*/ 13 w 74"/>
                <a:gd name="T13" fmla="*/ 11 h 42"/>
                <a:gd name="T14" fmla="*/ 12 w 74"/>
                <a:gd name="T15" fmla="*/ 9 h 42"/>
                <a:gd name="T16" fmla="*/ 10 w 74"/>
                <a:gd name="T17" fmla="*/ 12 h 42"/>
                <a:gd name="T18" fmla="*/ 5 w 74"/>
                <a:gd name="T19" fmla="*/ 15 h 42"/>
                <a:gd name="T20" fmla="*/ 4 w 74"/>
                <a:gd name="T21" fmla="*/ 20 h 42"/>
                <a:gd name="T22" fmla="*/ 2 w 74"/>
                <a:gd name="T23" fmla="*/ 25 h 42"/>
                <a:gd name="T24" fmla="*/ 0 w 74"/>
                <a:gd name="T25" fmla="*/ 27 h 42"/>
                <a:gd name="T26" fmla="*/ 3 w 74"/>
                <a:gd name="T27" fmla="*/ 32 h 42"/>
                <a:gd name="T28" fmla="*/ 3 w 74"/>
                <a:gd name="T29" fmla="*/ 32 h 42"/>
                <a:gd name="T30" fmla="*/ 12 w 74"/>
                <a:gd name="T31" fmla="*/ 39 h 42"/>
                <a:gd name="T32" fmla="*/ 24 w 74"/>
                <a:gd name="T33" fmla="*/ 41 h 42"/>
                <a:gd name="T34" fmla="*/ 39 w 74"/>
                <a:gd name="T35" fmla="*/ 37 h 42"/>
                <a:gd name="T36" fmla="*/ 44 w 74"/>
                <a:gd name="T37" fmla="*/ 38 h 42"/>
                <a:gd name="T38" fmla="*/ 47 w 74"/>
                <a:gd name="T39" fmla="*/ 39 h 42"/>
                <a:gd name="T40" fmla="*/ 54 w 74"/>
                <a:gd name="T41" fmla="*/ 34 h 42"/>
                <a:gd name="T42" fmla="*/ 64 w 74"/>
                <a:gd name="T43" fmla="*/ 17 h 42"/>
                <a:gd name="T44" fmla="*/ 72 w 74"/>
                <a:gd name="T45" fmla="*/ 12 h 42"/>
                <a:gd name="T46" fmla="*/ 71 w 74"/>
                <a:gd name="T47" fmla="*/ 8 h 4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4"/>
                <a:gd name="T73" fmla="*/ 0 h 42"/>
                <a:gd name="T74" fmla="*/ 74 w 74"/>
                <a:gd name="T75" fmla="*/ 42 h 4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4" h="42">
                  <a:moveTo>
                    <a:pt x="71" y="8"/>
                  </a:moveTo>
                  <a:cubicBezTo>
                    <a:pt x="70" y="8"/>
                    <a:pt x="69" y="7"/>
                    <a:pt x="68" y="7"/>
                  </a:cubicBezTo>
                  <a:cubicBezTo>
                    <a:pt x="65" y="6"/>
                    <a:pt x="62" y="5"/>
                    <a:pt x="61" y="4"/>
                  </a:cubicBezTo>
                  <a:cubicBezTo>
                    <a:pt x="59" y="2"/>
                    <a:pt x="52" y="1"/>
                    <a:pt x="51" y="1"/>
                  </a:cubicBezTo>
                  <a:cubicBezTo>
                    <a:pt x="50" y="0"/>
                    <a:pt x="43" y="7"/>
                    <a:pt x="40" y="7"/>
                  </a:cubicBezTo>
                  <a:cubicBezTo>
                    <a:pt x="38" y="7"/>
                    <a:pt x="28" y="9"/>
                    <a:pt x="28" y="11"/>
                  </a:cubicBezTo>
                  <a:cubicBezTo>
                    <a:pt x="28" y="14"/>
                    <a:pt x="16" y="14"/>
                    <a:pt x="13" y="11"/>
                  </a:cubicBezTo>
                  <a:cubicBezTo>
                    <a:pt x="13" y="11"/>
                    <a:pt x="12" y="10"/>
                    <a:pt x="12" y="9"/>
                  </a:cubicBezTo>
                  <a:cubicBezTo>
                    <a:pt x="11" y="10"/>
                    <a:pt x="10" y="11"/>
                    <a:pt x="10" y="12"/>
                  </a:cubicBezTo>
                  <a:cubicBezTo>
                    <a:pt x="10" y="16"/>
                    <a:pt x="7" y="16"/>
                    <a:pt x="5" y="15"/>
                  </a:cubicBezTo>
                  <a:cubicBezTo>
                    <a:pt x="3" y="15"/>
                    <a:pt x="5" y="18"/>
                    <a:pt x="4" y="20"/>
                  </a:cubicBezTo>
                  <a:cubicBezTo>
                    <a:pt x="2" y="21"/>
                    <a:pt x="4" y="24"/>
                    <a:pt x="2" y="25"/>
                  </a:cubicBezTo>
                  <a:cubicBezTo>
                    <a:pt x="1" y="25"/>
                    <a:pt x="0" y="26"/>
                    <a:pt x="0" y="27"/>
                  </a:cubicBezTo>
                  <a:cubicBezTo>
                    <a:pt x="1" y="28"/>
                    <a:pt x="3" y="32"/>
                    <a:pt x="3" y="32"/>
                  </a:cubicBezTo>
                  <a:cubicBezTo>
                    <a:pt x="3" y="32"/>
                    <a:pt x="3" y="32"/>
                    <a:pt x="3" y="32"/>
                  </a:cubicBezTo>
                  <a:cubicBezTo>
                    <a:pt x="5" y="33"/>
                    <a:pt x="10" y="37"/>
                    <a:pt x="12" y="39"/>
                  </a:cubicBezTo>
                  <a:cubicBezTo>
                    <a:pt x="14" y="42"/>
                    <a:pt x="21" y="42"/>
                    <a:pt x="24" y="41"/>
                  </a:cubicBezTo>
                  <a:cubicBezTo>
                    <a:pt x="26" y="41"/>
                    <a:pt x="39" y="37"/>
                    <a:pt x="39" y="37"/>
                  </a:cubicBezTo>
                  <a:cubicBezTo>
                    <a:pt x="39" y="37"/>
                    <a:pt x="42" y="38"/>
                    <a:pt x="44" y="38"/>
                  </a:cubicBezTo>
                  <a:cubicBezTo>
                    <a:pt x="44" y="38"/>
                    <a:pt x="46" y="38"/>
                    <a:pt x="47" y="39"/>
                  </a:cubicBezTo>
                  <a:cubicBezTo>
                    <a:pt x="48" y="38"/>
                    <a:pt x="51" y="37"/>
                    <a:pt x="54" y="34"/>
                  </a:cubicBezTo>
                  <a:cubicBezTo>
                    <a:pt x="57" y="30"/>
                    <a:pt x="63" y="18"/>
                    <a:pt x="64" y="17"/>
                  </a:cubicBezTo>
                  <a:cubicBezTo>
                    <a:pt x="66" y="16"/>
                    <a:pt x="70" y="14"/>
                    <a:pt x="72" y="12"/>
                  </a:cubicBezTo>
                  <a:cubicBezTo>
                    <a:pt x="74" y="11"/>
                    <a:pt x="73" y="9"/>
                    <a:pt x="71" y="8"/>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6" name="Freeform 72"/>
            <p:cNvSpPr>
              <a:spLocks noChangeArrowheads="1"/>
            </p:cNvSpPr>
            <p:nvPr/>
          </p:nvSpPr>
          <p:spPr bwMode="auto">
            <a:xfrm>
              <a:off x="3911613" y="1252538"/>
              <a:ext cx="134938" cy="69850"/>
            </a:xfrm>
            <a:custGeom>
              <a:avLst/>
              <a:gdLst>
                <a:gd name="T0" fmla="*/ 68 w 71"/>
                <a:gd name="T1" fmla="*/ 17 h 36"/>
                <a:gd name="T2" fmla="*/ 60 w 71"/>
                <a:gd name="T3" fmla="*/ 15 h 36"/>
                <a:gd name="T4" fmla="*/ 57 w 71"/>
                <a:gd name="T5" fmla="*/ 11 h 36"/>
                <a:gd name="T6" fmla="*/ 51 w 71"/>
                <a:gd name="T7" fmla="*/ 12 h 36"/>
                <a:gd name="T8" fmla="*/ 45 w 71"/>
                <a:gd name="T9" fmla="*/ 9 h 36"/>
                <a:gd name="T10" fmla="*/ 37 w 71"/>
                <a:gd name="T11" fmla="*/ 4 h 36"/>
                <a:gd name="T12" fmla="*/ 31 w 71"/>
                <a:gd name="T13" fmla="*/ 0 h 36"/>
                <a:gd name="T14" fmla="*/ 30 w 71"/>
                <a:gd name="T15" fmla="*/ 1 h 36"/>
                <a:gd name="T16" fmla="*/ 24 w 71"/>
                <a:gd name="T17" fmla="*/ 2 h 36"/>
                <a:gd name="T18" fmla="*/ 15 w 71"/>
                <a:gd name="T19" fmla="*/ 6 h 36"/>
                <a:gd name="T20" fmla="*/ 3 w 71"/>
                <a:gd name="T21" fmla="*/ 10 h 36"/>
                <a:gd name="T22" fmla="*/ 4 w 71"/>
                <a:gd name="T23" fmla="*/ 16 h 36"/>
                <a:gd name="T24" fmla="*/ 8 w 71"/>
                <a:gd name="T25" fmla="*/ 26 h 36"/>
                <a:gd name="T26" fmla="*/ 20 w 71"/>
                <a:gd name="T27" fmla="*/ 35 h 36"/>
                <a:gd name="T28" fmla="*/ 19 w 71"/>
                <a:gd name="T29" fmla="*/ 35 h 36"/>
                <a:gd name="T30" fmla="*/ 29 w 71"/>
                <a:gd name="T31" fmla="*/ 35 h 36"/>
                <a:gd name="T32" fmla="*/ 31 w 71"/>
                <a:gd name="T33" fmla="*/ 30 h 36"/>
                <a:gd name="T34" fmla="*/ 42 w 71"/>
                <a:gd name="T35" fmla="*/ 33 h 36"/>
                <a:gd name="T36" fmla="*/ 50 w 71"/>
                <a:gd name="T37" fmla="*/ 34 h 36"/>
                <a:gd name="T38" fmla="*/ 51 w 71"/>
                <a:gd name="T39" fmla="*/ 36 h 36"/>
                <a:gd name="T40" fmla="*/ 54 w 71"/>
                <a:gd name="T41" fmla="*/ 33 h 36"/>
                <a:gd name="T42" fmla="*/ 65 w 71"/>
                <a:gd name="T43" fmla="*/ 27 h 36"/>
                <a:gd name="T44" fmla="*/ 71 w 71"/>
                <a:gd name="T45" fmla="*/ 22 h 36"/>
                <a:gd name="T46" fmla="*/ 68 w 71"/>
                <a:gd name="T47" fmla="*/ 17 h 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1"/>
                <a:gd name="T73" fmla="*/ 0 h 36"/>
                <a:gd name="T74" fmla="*/ 71 w 71"/>
                <a:gd name="T75" fmla="*/ 36 h 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1" h="36">
                  <a:moveTo>
                    <a:pt x="68" y="17"/>
                  </a:moveTo>
                  <a:cubicBezTo>
                    <a:pt x="66" y="15"/>
                    <a:pt x="61" y="16"/>
                    <a:pt x="60" y="15"/>
                  </a:cubicBezTo>
                  <a:cubicBezTo>
                    <a:pt x="60" y="13"/>
                    <a:pt x="59" y="11"/>
                    <a:pt x="57" y="11"/>
                  </a:cubicBezTo>
                  <a:cubicBezTo>
                    <a:pt x="55" y="11"/>
                    <a:pt x="52" y="9"/>
                    <a:pt x="51" y="12"/>
                  </a:cubicBezTo>
                  <a:cubicBezTo>
                    <a:pt x="50" y="14"/>
                    <a:pt x="45" y="11"/>
                    <a:pt x="45" y="9"/>
                  </a:cubicBezTo>
                  <a:cubicBezTo>
                    <a:pt x="45" y="7"/>
                    <a:pt x="43" y="6"/>
                    <a:pt x="37" y="4"/>
                  </a:cubicBezTo>
                  <a:cubicBezTo>
                    <a:pt x="35" y="3"/>
                    <a:pt x="33" y="2"/>
                    <a:pt x="31" y="0"/>
                  </a:cubicBezTo>
                  <a:cubicBezTo>
                    <a:pt x="31" y="1"/>
                    <a:pt x="31" y="1"/>
                    <a:pt x="30" y="1"/>
                  </a:cubicBezTo>
                  <a:cubicBezTo>
                    <a:pt x="29" y="3"/>
                    <a:pt x="26" y="0"/>
                    <a:pt x="24" y="2"/>
                  </a:cubicBezTo>
                  <a:cubicBezTo>
                    <a:pt x="23" y="3"/>
                    <a:pt x="18" y="3"/>
                    <a:pt x="15" y="6"/>
                  </a:cubicBezTo>
                  <a:cubicBezTo>
                    <a:pt x="12" y="8"/>
                    <a:pt x="7" y="10"/>
                    <a:pt x="3" y="10"/>
                  </a:cubicBezTo>
                  <a:cubicBezTo>
                    <a:pt x="0" y="11"/>
                    <a:pt x="3" y="14"/>
                    <a:pt x="4" y="16"/>
                  </a:cubicBezTo>
                  <a:cubicBezTo>
                    <a:pt x="5" y="19"/>
                    <a:pt x="5" y="24"/>
                    <a:pt x="8" y="26"/>
                  </a:cubicBezTo>
                  <a:cubicBezTo>
                    <a:pt x="10" y="28"/>
                    <a:pt x="19" y="33"/>
                    <a:pt x="20" y="35"/>
                  </a:cubicBezTo>
                  <a:cubicBezTo>
                    <a:pt x="20" y="35"/>
                    <a:pt x="20" y="35"/>
                    <a:pt x="19" y="35"/>
                  </a:cubicBezTo>
                  <a:cubicBezTo>
                    <a:pt x="23" y="36"/>
                    <a:pt x="28" y="36"/>
                    <a:pt x="29" y="35"/>
                  </a:cubicBezTo>
                  <a:cubicBezTo>
                    <a:pt x="30" y="33"/>
                    <a:pt x="31" y="30"/>
                    <a:pt x="31" y="30"/>
                  </a:cubicBezTo>
                  <a:cubicBezTo>
                    <a:pt x="31" y="30"/>
                    <a:pt x="39" y="30"/>
                    <a:pt x="42" y="33"/>
                  </a:cubicBezTo>
                  <a:cubicBezTo>
                    <a:pt x="45" y="36"/>
                    <a:pt x="50" y="34"/>
                    <a:pt x="50" y="34"/>
                  </a:cubicBezTo>
                  <a:cubicBezTo>
                    <a:pt x="50" y="34"/>
                    <a:pt x="50" y="35"/>
                    <a:pt x="51" y="36"/>
                  </a:cubicBezTo>
                  <a:cubicBezTo>
                    <a:pt x="52" y="34"/>
                    <a:pt x="53" y="33"/>
                    <a:pt x="54" y="33"/>
                  </a:cubicBezTo>
                  <a:cubicBezTo>
                    <a:pt x="57" y="32"/>
                    <a:pt x="62" y="32"/>
                    <a:pt x="65" y="27"/>
                  </a:cubicBezTo>
                  <a:cubicBezTo>
                    <a:pt x="66" y="25"/>
                    <a:pt x="69" y="23"/>
                    <a:pt x="71" y="22"/>
                  </a:cubicBezTo>
                  <a:cubicBezTo>
                    <a:pt x="70" y="20"/>
                    <a:pt x="69" y="17"/>
                    <a:pt x="68" y="17"/>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7" name="Freeform 73"/>
            <p:cNvSpPr>
              <a:spLocks noChangeArrowheads="1"/>
            </p:cNvSpPr>
            <p:nvPr/>
          </p:nvSpPr>
          <p:spPr bwMode="auto">
            <a:xfrm>
              <a:off x="4008452" y="1293813"/>
              <a:ext cx="120651" cy="50800"/>
            </a:xfrm>
            <a:custGeom>
              <a:avLst/>
              <a:gdLst>
                <a:gd name="T0" fmla="*/ 47 w 63"/>
                <a:gd name="T1" fmla="*/ 3 h 27"/>
                <a:gd name="T2" fmla="*/ 38 w 63"/>
                <a:gd name="T3" fmla="*/ 3 h 27"/>
                <a:gd name="T4" fmla="*/ 29 w 63"/>
                <a:gd name="T5" fmla="*/ 1 h 27"/>
                <a:gd name="T6" fmla="*/ 22 w 63"/>
                <a:gd name="T7" fmla="*/ 2 h 27"/>
                <a:gd name="T8" fmla="*/ 20 w 63"/>
                <a:gd name="T9" fmla="*/ 1 h 27"/>
                <a:gd name="T10" fmla="*/ 14 w 63"/>
                <a:gd name="T11" fmla="*/ 6 h 27"/>
                <a:gd name="T12" fmla="*/ 3 w 63"/>
                <a:gd name="T13" fmla="*/ 12 h 27"/>
                <a:gd name="T14" fmla="*/ 0 w 63"/>
                <a:gd name="T15" fmla="*/ 15 h 27"/>
                <a:gd name="T16" fmla="*/ 5 w 63"/>
                <a:gd name="T17" fmla="*/ 24 h 27"/>
                <a:gd name="T18" fmla="*/ 20 w 63"/>
                <a:gd name="T19" fmla="*/ 24 h 27"/>
                <a:gd name="T20" fmla="*/ 32 w 63"/>
                <a:gd name="T21" fmla="*/ 20 h 27"/>
                <a:gd name="T22" fmla="*/ 43 w 63"/>
                <a:gd name="T23" fmla="*/ 14 h 27"/>
                <a:gd name="T24" fmla="*/ 53 w 63"/>
                <a:gd name="T25" fmla="*/ 17 h 27"/>
                <a:gd name="T26" fmla="*/ 60 w 63"/>
                <a:gd name="T27" fmla="*/ 20 h 27"/>
                <a:gd name="T28" fmla="*/ 58 w 63"/>
                <a:gd name="T29" fmla="*/ 16 h 27"/>
                <a:gd name="T30" fmla="*/ 63 w 63"/>
                <a:gd name="T31" fmla="*/ 8 h 27"/>
                <a:gd name="T32" fmla="*/ 63 w 63"/>
                <a:gd name="T33" fmla="*/ 7 h 27"/>
                <a:gd name="T34" fmla="*/ 56 w 63"/>
                <a:gd name="T35" fmla="*/ 6 h 27"/>
                <a:gd name="T36" fmla="*/ 47 w 63"/>
                <a:gd name="T37" fmla="*/ 3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3"/>
                <a:gd name="T58" fmla="*/ 0 h 27"/>
                <a:gd name="T59" fmla="*/ 63 w 63"/>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3" h="27">
                  <a:moveTo>
                    <a:pt x="47" y="3"/>
                  </a:moveTo>
                  <a:cubicBezTo>
                    <a:pt x="43" y="4"/>
                    <a:pt x="41" y="1"/>
                    <a:pt x="38" y="3"/>
                  </a:cubicBezTo>
                  <a:cubicBezTo>
                    <a:pt x="35" y="4"/>
                    <a:pt x="30" y="3"/>
                    <a:pt x="29" y="1"/>
                  </a:cubicBezTo>
                  <a:cubicBezTo>
                    <a:pt x="27" y="0"/>
                    <a:pt x="24" y="4"/>
                    <a:pt x="22" y="2"/>
                  </a:cubicBezTo>
                  <a:cubicBezTo>
                    <a:pt x="21" y="2"/>
                    <a:pt x="21" y="1"/>
                    <a:pt x="20" y="1"/>
                  </a:cubicBezTo>
                  <a:cubicBezTo>
                    <a:pt x="18" y="2"/>
                    <a:pt x="15" y="4"/>
                    <a:pt x="14" y="6"/>
                  </a:cubicBezTo>
                  <a:cubicBezTo>
                    <a:pt x="11" y="11"/>
                    <a:pt x="6" y="11"/>
                    <a:pt x="3" y="12"/>
                  </a:cubicBezTo>
                  <a:cubicBezTo>
                    <a:pt x="2" y="12"/>
                    <a:pt x="1" y="13"/>
                    <a:pt x="0" y="15"/>
                  </a:cubicBezTo>
                  <a:cubicBezTo>
                    <a:pt x="1" y="18"/>
                    <a:pt x="3" y="22"/>
                    <a:pt x="5" y="24"/>
                  </a:cubicBezTo>
                  <a:cubicBezTo>
                    <a:pt x="8" y="27"/>
                    <a:pt x="20" y="27"/>
                    <a:pt x="20" y="24"/>
                  </a:cubicBezTo>
                  <a:cubicBezTo>
                    <a:pt x="20" y="22"/>
                    <a:pt x="30" y="20"/>
                    <a:pt x="32" y="20"/>
                  </a:cubicBezTo>
                  <a:cubicBezTo>
                    <a:pt x="35" y="20"/>
                    <a:pt x="42" y="13"/>
                    <a:pt x="43" y="14"/>
                  </a:cubicBezTo>
                  <a:cubicBezTo>
                    <a:pt x="44" y="14"/>
                    <a:pt x="51" y="15"/>
                    <a:pt x="53" y="17"/>
                  </a:cubicBezTo>
                  <a:cubicBezTo>
                    <a:pt x="54" y="18"/>
                    <a:pt x="57" y="19"/>
                    <a:pt x="60" y="20"/>
                  </a:cubicBezTo>
                  <a:cubicBezTo>
                    <a:pt x="59" y="18"/>
                    <a:pt x="58" y="17"/>
                    <a:pt x="58" y="16"/>
                  </a:cubicBezTo>
                  <a:cubicBezTo>
                    <a:pt x="58" y="14"/>
                    <a:pt x="62" y="9"/>
                    <a:pt x="63" y="8"/>
                  </a:cubicBezTo>
                  <a:cubicBezTo>
                    <a:pt x="63" y="7"/>
                    <a:pt x="63" y="7"/>
                    <a:pt x="63" y="7"/>
                  </a:cubicBezTo>
                  <a:cubicBezTo>
                    <a:pt x="60" y="7"/>
                    <a:pt x="57" y="6"/>
                    <a:pt x="56" y="6"/>
                  </a:cubicBezTo>
                  <a:cubicBezTo>
                    <a:pt x="55" y="4"/>
                    <a:pt x="51" y="3"/>
                    <a:pt x="47" y="3"/>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8" name="Freeform 74"/>
            <p:cNvSpPr>
              <a:spLocks noChangeArrowheads="1"/>
            </p:cNvSpPr>
            <p:nvPr/>
          </p:nvSpPr>
          <p:spPr bwMode="auto">
            <a:xfrm>
              <a:off x="3436949" y="1495427"/>
              <a:ext cx="80963" cy="133350"/>
            </a:xfrm>
            <a:custGeom>
              <a:avLst/>
              <a:gdLst>
                <a:gd name="T0" fmla="*/ 30 w 42"/>
                <a:gd name="T1" fmla="*/ 57 h 70"/>
                <a:gd name="T2" fmla="*/ 28 w 42"/>
                <a:gd name="T3" fmla="*/ 52 h 70"/>
                <a:gd name="T4" fmla="*/ 31 w 42"/>
                <a:gd name="T5" fmla="*/ 45 h 70"/>
                <a:gd name="T6" fmla="*/ 27 w 42"/>
                <a:gd name="T7" fmla="*/ 39 h 70"/>
                <a:gd name="T8" fmla="*/ 30 w 42"/>
                <a:gd name="T9" fmla="*/ 35 h 70"/>
                <a:gd name="T10" fmla="*/ 32 w 42"/>
                <a:gd name="T11" fmla="*/ 27 h 70"/>
                <a:gd name="T12" fmla="*/ 31 w 42"/>
                <a:gd name="T13" fmla="*/ 17 h 70"/>
                <a:gd name="T14" fmla="*/ 39 w 42"/>
                <a:gd name="T15" fmla="*/ 10 h 70"/>
                <a:gd name="T16" fmla="*/ 36 w 42"/>
                <a:gd name="T17" fmla="*/ 6 h 70"/>
                <a:gd name="T18" fmla="*/ 29 w 42"/>
                <a:gd name="T19" fmla="*/ 4 h 70"/>
                <a:gd name="T20" fmla="*/ 25 w 42"/>
                <a:gd name="T21" fmla="*/ 4 h 70"/>
                <a:gd name="T22" fmla="*/ 18 w 42"/>
                <a:gd name="T23" fmla="*/ 3 h 70"/>
                <a:gd name="T24" fmla="*/ 14 w 42"/>
                <a:gd name="T25" fmla="*/ 2 h 70"/>
                <a:gd name="T26" fmla="*/ 11 w 42"/>
                <a:gd name="T27" fmla="*/ 4 h 70"/>
                <a:gd name="T28" fmla="*/ 11 w 42"/>
                <a:gd name="T29" fmla="*/ 11 h 70"/>
                <a:gd name="T30" fmla="*/ 4 w 42"/>
                <a:gd name="T31" fmla="*/ 38 h 70"/>
                <a:gd name="T32" fmla="*/ 8 w 42"/>
                <a:gd name="T33" fmla="*/ 48 h 70"/>
                <a:gd name="T34" fmla="*/ 10 w 42"/>
                <a:gd name="T35" fmla="*/ 67 h 70"/>
                <a:gd name="T36" fmla="*/ 18 w 42"/>
                <a:gd name="T37" fmla="*/ 70 h 70"/>
                <a:gd name="T38" fmla="*/ 27 w 42"/>
                <a:gd name="T39" fmla="*/ 68 h 70"/>
                <a:gd name="T40" fmla="*/ 26 w 42"/>
                <a:gd name="T41" fmla="*/ 64 h 70"/>
                <a:gd name="T42" fmla="*/ 30 w 42"/>
                <a:gd name="T43" fmla="*/ 57 h 7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2"/>
                <a:gd name="T67" fmla="*/ 0 h 70"/>
                <a:gd name="T68" fmla="*/ 42 w 42"/>
                <a:gd name="T69" fmla="*/ 70 h 7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2" h="70">
                  <a:moveTo>
                    <a:pt x="30" y="57"/>
                  </a:moveTo>
                  <a:cubicBezTo>
                    <a:pt x="35" y="56"/>
                    <a:pt x="29" y="53"/>
                    <a:pt x="28" y="52"/>
                  </a:cubicBezTo>
                  <a:cubicBezTo>
                    <a:pt x="27" y="50"/>
                    <a:pt x="28" y="45"/>
                    <a:pt x="31" y="45"/>
                  </a:cubicBezTo>
                  <a:cubicBezTo>
                    <a:pt x="33" y="45"/>
                    <a:pt x="31" y="43"/>
                    <a:pt x="27" y="39"/>
                  </a:cubicBezTo>
                  <a:cubicBezTo>
                    <a:pt x="24" y="36"/>
                    <a:pt x="27" y="35"/>
                    <a:pt x="30" y="35"/>
                  </a:cubicBezTo>
                  <a:cubicBezTo>
                    <a:pt x="33" y="35"/>
                    <a:pt x="29" y="30"/>
                    <a:pt x="32" y="27"/>
                  </a:cubicBezTo>
                  <a:cubicBezTo>
                    <a:pt x="35" y="24"/>
                    <a:pt x="31" y="19"/>
                    <a:pt x="31" y="17"/>
                  </a:cubicBezTo>
                  <a:cubicBezTo>
                    <a:pt x="31" y="14"/>
                    <a:pt x="35" y="13"/>
                    <a:pt x="39" y="10"/>
                  </a:cubicBezTo>
                  <a:cubicBezTo>
                    <a:pt x="42" y="7"/>
                    <a:pt x="36" y="8"/>
                    <a:pt x="36" y="6"/>
                  </a:cubicBezTo>
                  <a:cubicBezTo>
                    <a:pt x="36" y="3"/>
                    <a:pt x="32" y="2"/>
                    <a:pt x="29" y="4"/>
                  </a:cubicBezTo>
                  <a:cubicBezTo>
                    <a:pt x="26" y="6"/>
                    <a:pt x="27" y="4"/>
                    <a:pt x="25" y="4"/>
                  </a:cubicBezTo>
                  <a:cubicBezTo>
                    <a:pt x="22" y="4"/>
                    <a:pt x="18" y="5"/>
                    <a:pt x="18" y="3"/>
                  </a:cubicBezTo>
                  <a:cubicBezTo>
                    <a:pt x="18" y="0"/>
                    <a:pt x="16" y="0"/>
                    <a:pt x="14" y="2"/>
                  </a:cubicBezTo>
                  <a:cubicBezTo>
                    <a:pt x="13" y="3"/>
                    <a:pt x="12" y="4"/>
                    <a:pt x="11" y="4"/>
                  </a:cubicBezTo>
                  <a:cubicBezTo>
                    <a:pt x="10" y="7"/>
                    <a:pt x="10" y="10"/>
                    <a:pt x="11" y="11"/>
                  </a:cubicBezTo>
                  <a:cubicBezTo>
                    <a:pt x="13" y="15"/>
                    <a:pt x="8" y="33"/>
                    <a:pt x="4" y="38"/>
                  </a:cubicBezTo>
                  <a:cubicBezTo>
                    <a:pt x="0" y="43"/>
                    <a:pt x="4" y="45"/>
                    <a:pt x="8" y="48"/>
                  </a:cubicBezTo>
                  <a:cubicBezTo>
                    <a:pt x="13" y="52"/>
                    <a:pt x="10" y="64"/>
                    <a:pt x="10" y="67"/>
                  </a:cubicBezTo>
                  <a:cubicBezTo>
                    <a:pt x="10" y="70"/>
                    <a:pt x="14" y="70"/>
                    <a:pt x="18" y="70"/>
                  </a:cubicBezTo>
                  <a:cubicBezTo>
                    <a:pt x="21" y="70"/>
                    <a:pt x="24" y="68"/>
                    <a:pt x="27" y="68"/>
                  </a:cubicBezTo>
                  <a:cubicBezTo>
                    <a:pt x="26" y="66"/>
                    <a:pt x="26" y="65"/>
                    <a:pt x="26" y="64"/>
                  </a:cubicBezTo>
                  <a:cubicBezTo>
                    <a:pt x="26" y="62"/>
                    <a:pt x="26" y="58"/>
                    <a:pt x="30" y="57"/>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9" name="Freeform 75"/>
            <p:cNvSpPr>
              <a:spLocks noChangeArrowheads="1"/>
            </p:cNvSpPr>
            <p:nvPr/>
          </p:nvSpPr>
          <p:spPr bwMode="auto">
            <a:xfrm>
              <a:off x="3716350" y="1182688"/>
              <a:ext cx="88900" cy="76200"/>
            </a:xfrm>
            <a:custGeom>
              <a:avLst/>
              <a:gdLst>
                <a:gd name="T0" fmla="*/ 15 w 47"/>
                <a:gd name="T1" fmla="*/ 31 h 40"/>
                <a:gd name="T2" fmla="*/ 23 w 47"/>
                <a:gd name="T3" fmla="*/ 32 h 40"/>
                <a:gd name="T4" fmla="*/ 31 w 47"/>
                <a:gd name="T5" fmla="*/ 38 h 40"/>
                <a:gd name="T6" fmla="*/ 33 w 47"/>
                <a:gd name="T7" fmla="*/ 40 h 40"/>
                <a:gd name="T8" fmla="*/ 35 w 47"/>
                <a:gd name="T9" fmla="*/ 32 h 40"/>
                <a:gd name="T10" fmla="*/ 35 w 47"/>
                <a:gd name="T11" fmla="*/ 26 h 40"/>
                <a:gd name="T12" fmla="*/ 42 w 47"/>
                <a:gd name="T13" fmla="*/ 23 h 40"/>
                <a:gd name="T14" fmla="*/ 44 w 47"/>
                <a:gd name="T15" fmla="*/ 20 h 40"/>
                <a:gd name="T16" fmla="*/ 40 w 47"/>
                <a:gd name="T17" fmla="*/ 14 h 40"/>
                <a:gd name="T18" fmla="*/ 46 w 47"/>
                <a:gd name="T19" fmla="*/ 8 h 40"/>
                <a:gd name="T20" fmla="*/ 46 w 47"/>
                <a:gd name="T21" fmla="*/ 1 h 40"/>
                <a:gd name="T22" fmla="*/ 43 w 47"/>
                <a:gd name="T23" fmla="*/ 2 h 40"/>
                <a:gd name="T24" fmla="*/ 32 w 47"/>
                <a:gd name="T25" fmla="*/ 2 h 40"/>
                <a:gd name="T26" fmla="*/ 27 w 47"/>
                <a:gd name="T27" fmla="*/ 10 h 40"/>
                <a:gd name="T28" fmla="*/ 22 w 47"/>
                <a:gd name="T29" fmla="*/ 10 h 40"/>
                <a:gd name="T30" fmla="*/ 16 w 47"/>
                <a:gd name="T31" fmla="*/ 13 h 40"/>
                <a:gd name="T32" fmla="*/ 11 w 47"/>
                <a:gd name="T33" fmla="*/ 22 h 40"/>
                <a:gd name="T34" fmla="*/ 2 w 47"/>
                <a:gd name="T35" fmla="*/ 33 h 40"/>
                <a:gd name="T36" fmla="*/ 0 w 47"/>
                <a:gd name="T37" fmla="*/ 34 h 40"/>
                <a:gd name="T38" fmla="*/ 4 w 47"/>
                <a:gd name="T39" fmla="*/ 35 h 40"/>
                <a:gd name="T40" fmla="*/ 15 w 47"/>
                <a:gd name="T41" fmla="*/ 31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40"/>
                <a:gd name="T65" fmla="*/ 47 w 47"/>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40">
                  <a:moveTo>
                    <a:pt x="15" y="31"/>
                  </a:moveTo>
                  <a:cubicBezTo>
                    <a:pt x="17" y="29"/>
                    <a:pt x="21" y="30"/>
                    <a:pt x="23" y="32"/>
                  </a:cubicBezTo>
                  <a:cubicBezTo>
                    <a:pt x="25" y="34"/>
                    <a:pt x="28" y="35"/>
                    <a:pt x="31" y="38"/>
                  </a:cubicBezTo>
                  <a:cubicBezTo>
                    <a:pt x="32" y="39"/>
                    <a:pt x="33" y="40"/>
                    <a:pt x="33" y="40"/>
                  </a:cubicBezTo>
                  <a:cubicBezTo>
                    <a:pt x="34" y="38"/>
                    <a:pt x="34" y="34"/>
                    <a:pt x="35" y="32"/>
                  </a:cubicBezTo>
                  <a:cubicBezTo>
                    <a:pt x="36" y="29"/>
                    <a:pt x="34" y="26"/>
                    <a:pt x="35" y="26"/>
                  </a:cubicBezTo>
                  <a:cubicBezTo>
                    <a:pt x="37" y="26"/>
                    <a:pt x="42" y="26"/>
                    <a:pt x="42" y="23"/>
                  </a:cubicBezTo>
                  <a:cubicBezTo>
                    <a:pt x="42" y="20"/>
                    <a:pt x="43" y="21"/>
                    <a:pt x="44" y="20"/>
                  </a:cubicBezTo>
                  <a:cubicBezTo>
                    <a:pt x="45" y="18"/>
                    <a:pt x="41" y="15"/>
                    <a:pt x="40" y="14"/>
                  </a:cubicBezTo>
                  <a:cubicBezTo>
                    <a:pt x="40" y="13"/>
                    <a:pt x="43" y="12"/>
                    <a:pt x="46" y="8"/>
                  </a:cubicBezTo>
                  <a:cubicBezTo>
                    <a:pt x="47" y="7"/>
                    <a:pt x="47" y="4"/>
                    <a:pt x="46" y="1"/>
                  </a:cubicBezTo>
                  <a:cubicBezTo>
                    <a:pt x="45" y="2"/>
                    <a:pt x="44" y="3"/>
                    <a:pt x="43" y="2"/>
                  </a:cubicBezTo>
                  <a:cubicBezTo>
                    <a:pt x="40" y="0"/>
                    <a:pt x="37" y="1"/>
                    <a:pt x="32" y="2"/>
                  </a:cubicBezTo>
                  <a:cubicBezTo>
                    <a:pt x="27" y="3"/>
                    <a:pt x="25" y="8"/>
                    <a:pt x="27" y="10"/>
                  </a:cubicBezTo>
                  <a:cubicBezTo>
                    <a:pt x="29" y="12"/>
                    <a:pt x="22" y="13"/>
                    <a:pt x="22" y="10"/>
                  </a:cubicBezTo>
                  <a:cubicBezTo>
                    <a:pt x="21" y="8"/>
                    <a:pt x="16" y="9"/>
                    <a:pt x="16" y="13"/>
                  </a:cubicBezTo>
                  <a:cubicBezTo>
                    <a:pt x="17" y="16"/>
                    <a:pt x="11" y="18"/>
                    <a:pt x="11" y="22"/>
                  </a:cubicBezTo>
                  <a:cubicBezTo>
                    <a:pt x="12" y="26"/>
                    <a:pt x="6" y="30"/>
                    <a:pt x="2" y="33"/>
                  </a:cubicBezTo>
                  <a:cubicBezTo>
                    <a:pt x="2" y="33"/>
                    <a:pt x="1" y="33"/>
                    <a:pt x="0" y="34"/>
                  </a:cubicBezTo>
                  <a:cubicBezTo>
                    <a:pt x="2" y="34"/>
                    <a:pt x="4" y="35"/>
                    <a:pt x="4" y="35"/>
                  </a:cubicBezTo>
                  <a:cubicBezTo>
                    <a:pt x="8" y="35"/>
                    <a:pt x="13" y="33"/>
                    <a:pt x="15" y="31"/>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0" name="Freeform 76"/>
            <p:cNvSpPr>
              <a:spLocks noChangeArrowheads="1"/>
            </p:cNvSpPr>
            <p:nvPr/>
          </p:nvSpPr>
          <p:spPr bwMode="auto">
            <a:xfrm>
              <a:off x="3773500" y="1279526"/>
              <a:ext cx="15875" cy="19050"/>
            </a:xfrm>
            <a:custGeom>
              <a:avLst/>
              <a:gdLst>
                <a:gd name="T0" fmla="*/ 4 w 8"/>
                <a:gd name="T1" fmla="*/ 0 h 10"/>
                <a:gd name="T2" fmla="*/ 0 w 8"/>
                <a:gd name="T3" fmla="*/ 9 h 10"/>
                <a:gd name="T4" fmla="*/ 8 w 8"/>
                <a:gd name="T5" fmla="*/ 10 h 10"/>
                <a:gd name="T6" fmla="*/ 4 w 8"/>
                <a:gd name="T7" fmla="*/ 1 h 10"/>
                <a:gd name="T8" fmla="*/ 4 w 8"/>
                <a:gd name="T9" fmla="*/ 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4" y="0"/>
                  </a:moveTo>
                  <a:cubicBezTo>
                    <a:pt x="2" y="1"/>
                    <a:pt x="0" y="4"/>
                    <a:pt x="0" y="9"/>
                  </a:cubicBezTo>
                  <a:cubicBezTo>
                    <a:pt x="2" y="9"/>
                    <a:pt x="5" y="10"/>
                    <a:pt x="8" y="10"/>
                  </a:cubicBezTo>
                  <a:cubicBezTo>
                    <a:pt x="7" y="4"/>
                    <a:pt x="5" y="2"/>
                    <a:pt x="4" y="1"/>
                  </a:cubicBezTo>
                  <a:cubicBezTo>
                    <a:pt x="4" y="0"/>
                    <a:pt x="4" y="0"/>
                    <a:pt x="4" y="0"/>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1" name="Freeform 77"/>
            <p:cNvSpPr>
              <a:spLocks noChangeArrowheads="1"/>
            </p:cNvSpPr>
            <p:nvPr/>
          </p:nvSpPr>
          <p:spPr bwMode="auto">
            <a:xfrm>
              <a:off x="3702063" y="1238251"/>
              <a:ext cx="84139" cy="60326"/>
            </a:xfrm>
            <a:custGeom>
              <a:avLst/>
              <a:gdLst>
                <a:gd name="T0" fmla="*/ 1 w 44"/>
                <a:gd name="T1" fmla="*/ 9 h 32"/>
                <a:gd name="T2" fmla="*/ 5 w 44"/>
                <a:gd name="T3" fmla="*/ 14 h 32"/>
                <a:gd name="T4" fmla="*/ 11 w 44"/>
                <a:gd name="T5" fmla="*/ 17 h 32"/>
                <a:gd name="T6" fmla="*/ 18 w 44"/>
                <a:gd name="T7" fmla="*/ 21 h 32"/>
                <a:gd name="T8" fmla="*/ 21 w 44"/>
                <a:gd name="T9" fmla="*/ 25 h 32"/>
                <a:gd name="T10" fmla="*/ 26 w 44"/>
                <a:gd name="T11" fmla="*/ 23 h 32"/>
                <a:gd name="T12" fmla="*/ 30 w 44"/>
                <a:gd name="T13" fmla="*/ 28 h 32"/>
                <a:gd name="T14" fmla="*/ 35 w 44"/>
                <a:gd name="T15" fmla="*/ 32 h 32"/>
                <a:gd name="T16" fmla="*/ 37 w 44"/>
                <a:gd name="T17" fmla="*/ 31 h 32"/>
                <a:gd name="T18" fmla="*/ 41 w 44"/>
                <a:gd name="T19" fmla="*/ 22 h 32"/>
                <a:gd name="T20" fmla="*/ 43 w 44"/>
                <a:gd name="T21" fmla="*/ 19 h 32"/>
                <a:gd name="T22" fmla="*/ 40 w 44"/>
                <a:gd name="T23" fmla="*/ 12 h 32"/>
                <a:gd name="T24" fmla="*/ 40 w 44"/>
                <a:gd name="T25" fmla="*/ 11 h 32"/>
                <a:gd name="T26" fmla="*/ 38 w 44"/>
                <a:gd name="T27" fmla="*/ 9 h 32"/>
                <a:gd name="T28" fmla="*/ 30 w 44"/>
                <a:gd name="T29" fmla="*/ 3 h 32"/>
                <a:gd name="T30" fmla="*/ 22 w 44"/>
                <a:gd name="T31" fmla="*/ 2 h 32"/>
                <a:gd name="T32" fmla="*/ 11 w 44"/>
                <a:gd name="T33" fmla="*/ 6 h 32"/>
                <a:gd name="T34" fmla="*/ 7 w 44"/>
                <a:gd name="T35" fmla="*/ 5 h 32"/>
                <a:gd name="T36" fmla="*/ 0 w 44"/>
                <a:gd name="T37" fmla="*/ 8 h 32"/>
                <a:gd name="T38" fmla="*/ 1 w 44"/>
                <a:gd name="T39" fmla="*/ 9 h 3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4"/>
                <a:gd name="T61" fmla="*/ 0 h 32"/>
                <a:gd name="T62" fmla="*/ 44 w 44"/>
                <a:gd name="T63" fmla="*/ 32 h 3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4" h="32">
                  <a:moveTo>
                    <a:pt x="1" y="9"/>
                  </a:moveTo>
                  <a:cubicBezTo>
                    <a:pt x="2" y="11"/>
                    <a:pt x="4" y="15"/>
                    <a:pt x="5" y="14"/>
                  </a:cubicBezTo>
                  <a:cubicBezTo>
                    <a:pt x="6" y="12"/>
                    <a:pt x="9" y="16"/>
                    <a:pt x="11" y="17"/>
                  </a:cubicBezTo>
                  <a:cubicBezTo>
                    <a:pt x="13" y="18"/>
                    <a:pt x="18" y="20"/>
                    <a:pt x="18" y="21"/>
                  </a:cubicBezTo>
                  <a:cubicBezTo>
                    <a:pt x="18" y="23"/>
                    <a:pt x="19" y="26"/>
                    <a:pt x="21" y="25"/>
                  </a:cubicBezTo>
                  <a:cubicBezTo>
                    <a:pt x="24" y="24"/>
                    <a:pt x="26" y="21"/>
                    <a:pt x="26" y="23"/>
                  </a:cubicBezTo>
                  <a:cubicBezTo>
                    <a:pt x="26" y="25"/>
                    <a:pt x="27" y="28"/>
                    <a:pt x="30" y="28"/>
                  </a:cubicBezTo>
                  <a:cubicBezTo>
                    <a:pt x="32" y="27"/>
                    <a:pt x="33" y="32"/>
                    <a:pt x="35" y="32"/>
                  </a:cubicBezTo>
                  <a:cubicBezTo>
                    <a:pt x="36" y="31"/>
                    <a:pt x="36" y="31"/>
                    <a:pt x="37" y="31"/>
                  </a:cubicBezTo>
                  <a:cubicBezTo>
                    <a:pt x="37" y="26"/>
                    <a:pt x="39" y="23"/>
                    <a:pt x="41" y="22"/>
                  </a:cubicBezTo>
                  <a:cubicBezTo>
                    <a:pt x="42" y="21"/>
                    <a:pt x="43" y="20"/>
                    <a:pt x="43" y="19"/>
                  </a:cubicBezTo>
                  <a:cubicBezTo>
                    <a:pt x="44" y="17"/>
                    <a:pt x="40" y="14"/>
                    <a:pt x="40" y="12"/>
                  </a:cubicBezTo>
                  <a:cubicBezTo>
                    <a:pt x="40" y="11"/>
                    <a:pt x="40" y="11"/>
                    <a:pt x="40" y="11"/>
                  </a:cubicBezTo>
                  <a:cubicBezTo>
                    <a:pt x="40" y="11"/>
                    <a:pt x="39" y="10"/>
                    <a:pt x="38" y="9"/>
                  </a:cubicBezTo>
                  <a:cubicBezTo>
                    <a:pt x="35" y="6"/>
                    <a:pt x="32" y="5"/>
                    <a:pt x="30" y="3"/>
                  </a:cubicBezTo>
                  <a:cubicBezTo>
                    <a:pt x="28" y="1"/>
                    <a:pt x="24" y="0"/>
                    <a:pt x="22" y="2"/>
                  </a:cubicBezTo>
                  <a:cubicBezTo>
                    <a:pt x="20" y="4"/>
                    <a:pt x="15" y="6"/>
                    <a:pt x="11" y="6"/>
                  </a:cubicBezTo>
                  <a:cubicBezTo>
                    <a:pt x="11" y="6"/>
                    <a:pt x="9" y="5"/>
                    <a:pt x="7" y="5"/>
                  </a:cubicBezTo>
                  <a:cubicBezTo>
                    <a:pt x="5" y="6"/>
                    <a:pt x="2" y="7"/>
                    <a:pt x="0" y="8"/>
                  </a:cubicBezTo>
                  <a:cubicBezTo>
                    <a:pt x="0" y="8"/>
                    <a:pt x="1" y="8"/>
                    <a:pt x="1" y="9"/>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2" name="Freeform 78"/>
            <p:cNvSpPr>
              <a:spLocks noChangeArrowheads="1"/>
            </p:cNvSpPr>
            <p:nvPr/>
          </p:nvSpPr>
          <p:spPr bwMode="auto">
            <a:xfrm>
              <a:off x="4083064" y="1327151"/>
              <a:ext cx="195264" cy="128588"/>
            </a:xfrm>
            <a:custGeom>
              <a:avLst/>
              <a:gdLst>
                <a:gd name="T0" fmla="*/ 91 w 102"/>
                <a:gd name="T1" fmla="*/ 45 h 67"/>
                <a:gd name="T2" fmla="*/ 87 w 102"/>
                <a:gd name="T3" fmla="*/ 42 h 67"/>
                <a:gd name="T4" fmla="*/ 87 w 102"/>
                <a:gd name="T5" fmla="*/ 41 h 67"/>
                <a:gd name="T6" fmla="*/ 85 w 102"/>
                <a:gd name="T7" fmla="*/ 29 h 67"/>
                <a:gd name="T8" fmla="*/ 78 w 102"/>
                <a:gd name="T9" fmla="*/ 13 h 67"/>
                <a:gd name="T10" fmla="*/ 70 w 102"/>
                <a:gd name="T11" fmla="*/ 0 h 67"/>
                <a:gd name="T12" fmla="*/ 65 w 102"/>
                <a:gd name="T13" fmla="*/ 3 h 67"/>
                <a:gd name="T14" fmla="*/ 59 w 102"/>
                <a:gd name="T15" fmla="*/ 6 h 67"/>
                <a:gd name="T16" fmla="*/ 53 w 102"/>
                <a:gd name="T17" fmla="*/ 7 h 67"/>
                <a:gd name="T18" fmla="*/ 48 w 102"/>
                <a:gd name="T19" fmla="*/ 8 h 67"/>
                <a:gd name="T20" fmla="*/ 41 w 102"/>
                <a:gd name="T21" fmla="*/ 6 h 67"/>
                <a:gd name="T22" fmla="*/ 30 w 102"/>
                <a:gd name="T23" fmla="*/ 4 h 67"/>
                <a:gd name="T24" fmla="*/ 26 w 102"/>
                <a:gd name="T25" fmla="*/ 5 h 67"/>
                <a:gd name="T26" fmla="*/ 25 w 102"/>
                <a:gd name="T27" fmla="*/ 7 h 67"/>
                <a:gd name="T28" fmla="*/ 17 w 102"/>
                <a:gd name="T29" fmla="*/ 12 h 67"/>
                <a:gd name="T30" fmla="*/ 7 w 102"/>
                <a:gd name="T31" fmla="*/ 29 h 67"/>
                <a:gd name="T32" fmla="*/ 0 w 102"/>
                <a:gd name="T33" fmla="*/ 34 h 67"/>
                <a:gd name="T34" fmla="*/ 4 w 102"/>
                <a:gd name="T35" fmla="*/ 41 h 67"/>
                <a:gd name="T36" fmla="*/ 8 w 102"/>
                <a:gd name="T37" fmla="*/ 45 h 67"/>
                <a:gd name="T38" fmla="*/ 9 w 102"/>
                <a:gd name="T39" fmla="*/ 52 h 67"/>
                <a:gd name="T40" fmla="*/ 22 w 102"/>
                <a:gd name="T41" fmla="*/ 55 h 67"/>
                <a:gd name="T42" fmla="*/ 22 w 102"/>
                <a:gd name="T43" fmla="*/ 60 h 67"/>
                <a:gd name="T44" fmla="*/ 29 w 102"/>
                <a:gd name="T45" fmla="*/ 65 h 67"/>
                <a:gd name="T46" fmla="*/ 41 w 102"/>
                <a:gd name="T47" fmla="*/ 66 h 67"/>
                <a:gd name="T48" fmla="*/ 53 w 102"/>
                <a:gd name="T49" fmla="*/ 66 h 67"/>
                <a:gd name="T50" fmla="*/ 61 w 102"/>
                <a:gd name="T51" fmla="*/ 63 h 67"/>
                <a:gd name="T52" fmla="*/ 74 w 102"/>
                <a:gd name="T53" fmla="*/ 61 h 67"/>
                <a:gd name="T54" fmla="*/ 83 w 102"/>
                <a:gd name="T55" fmla="*/ 63 h 67"/>
                <a:gd name="T56" fmla="*/ 90 w 102"/>
                <a:gd name="T57" fmla="*/ 66 h 67"/>
                <a:gd name="T58" fmla="*/ 90 w 102"/>
                <a:gd name="T59" fmla="*/ 61 h 67"/>
                <a:gd name="T60" fmla="*/ 96 w 102"/>
                <a:gd name="T61" fmla="*/ 51 h 67"/>
                <a:gd name="T62" fmla="*/ 101 w 102"/>
                <a:gd name="T63" fmla="*/ 45 h 67"/>
                <a:gd name="T64" fmla="*/ 101 w 102"/>
                <a:gd name="T65" fmla="*/ 45 h 67"/>
                <a:gd name="T66" fmla="*/ 97 w 102"/>
                <a:gd name="T67" fmla="*/ 42 h 67"/>
                <a:gd name="T68" fmla="*/ 91 w 102"/>
                <a:gd name="T69" fmla="*/ 45 h 6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2"/>
                <a:gd name="T106" fmla="*/ 0 h 67"/>
                <a:gd name="T107" fmla="*/ 102 w 102"/>
                <a:gd name="T108" fmla="*/ 67 h 6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2" h="67">
                  <a:moveTo>
                    <a:pt x="91" y="45"/>
                  </a:moveTo>
                  <a:cubicBezTo>
                    <a:pt x="89" y="44"/>
                    <a:pt x="86" y="43"/>
                    <a:pt x="87" y="42"/>
                  </a:cubicBezTo>
                  <a:cubicBezTo>
                    <a:pt x="87" y="42"/>
                    <a:pt x="87" y="42"/>
                    <a:pt x="87" y="41"/>
                  </a:cubicBezTo>
                  <a:cubicBezTo>
                    <a:pt x="84" y="39"/>
                    <a:pt x="83" y="31"/>
                    <a:pt x="85" y="29"/>
                  </a:cubicBezTo>
                  <a:cubicBezTo>
                    <a:pt x="88" y="26"/>
                    <a:pt x="81" y="17"/>
                    <a:pt x="78" y="13"/>
                  </a:cubicBezTo>
                  <a:cubicBezTo>
                    <a:pt x="76" y="11"/>
                    <a:pt x="73" y="6"/>
                    <a:pt x="70" y="0"/>
                  </a:cubicBezTo>
                  <a:cubicBezTo>
                    <a:pt x="68" y="1"/>
                    <a:pt x="65" y="2"/>
                    <a:pt x="65" y="3"/>
                  </a:cubicBezTo>
                  <a:cubicBezTo>
                    <a:pt x="64" y="5"/>
                    <a:pt x="61" y="6"/>
                    <a:pt x="59" y="6"/>
                  </a:cubicBezTo>
                  <a:cubicBezTo>
                    <a:pt x="57" y="6"/>
                    <a:pt x="55" y="5"/>
                    <a:pt x="53" y="7"/>
                  </a:cubicBezTo>
                  <a:cubicBezTo>
                    <a:pt x="51" y="9"/>
                    <a:pt x="49" y="9"/>
                    <a:pt x="48" y="8"/>
                  </a:cubicBezTo>
                  <a:cubicBezTo>
                    <a:pt x="47" y="7"/>
                    <a:pt x="44" y="6"/>
                    <a:pt x="41" y="6"/>
                  </a:cubicBezTo>
                  <a:cubicBezTo>
                    <a:pt x="39" y="6"/>
                    <a:pt x="32" y="4"/>
                    <a:pt x="30" y="4"/>
                  </a:cubicBezTo>
                  <a:cubicBezTo>
                    <a:pt x="29" y="4"/>
                    <a:pt x="27" y="4"/>
                    <a:pt x="26" y="5"/>
                  </a:cubicBezTo>
                  <a:cubicBezTo>
                    <a:pt x="26" y="5"/>
                    <a:pt x="26" y="6"/>
                    <a:pt x="25" y="7"/>
                  </a:cubicBezTo>
                  <a:cubicBezTo>
                    <a:pt x="23" y="9"/>
                    <a:pt x="19" y="11"/>
                    <a:pt x="17" y="12"/>
                  </a:cubicBezTo>
                  <a:cubicBezTo>
                    <a:pt x="16" y="13"/>
                    <a:pt x="10" y="25"/>
                    <a:pt x="7" y="29"/>
                  </a:cubicBezTo>
                  <a:cubicBezTo>
                    <a:pt x="3" y="32"/>
                    <a:pt x="0" y="33"/>
                    <a:pt x="0" y="34"/>
                  </a:cubicBezTo>
                  <a:cubicBezTo>
                    <a:pt x="0" y="35"/>
                    <a:pt x="4" y="39"/>
                    <a:pt x="4" y="41"/>
                  </a:cubicBezTo>
                  <a:cubicBezTo>
                    <a:pt x="4" y="43"/>
                    <a:pt x="5" y="45"/>
                    <a:pt x="8" y="45"/>
                  </a:cubicBezTo>
                  <a:cubicBezTo>
                    <a:pt x="10" y="45"/>
                    <a:pt x="7" y="51"/>
                    <a:pt x="9" y="52"/>
                  </a:cubicBezTo>
                  <a:cubicBezTo>
                    <a:pt x="11" y="52"/>
                    <a:pt x="22" y="53"/>
                    <a:pt x="22" y="55"/>
                  </a:cubicBezTo>
                  <a:cubicBezTo>
                    <a:pt x="22" y="57"/>
                    <a:pt x="23" y="59"/>
                    <a:pt x="22" y="60"/>
                  </a:cubicBezTo>
                  <a:cubicBezTo>
                    <a:pt x="25" y="61"/>
                    <a:pt x="28" y="65"/>
                    <a:pt x="29" y="65"/>
                  </a:cubicBezTo>
                  <a:cubicBezTo>
                    <a:pt x="30" y="64"/>
                    <a:pt x="39" y="66"/>
                    <a:pt x="41" y="66"/>
                  </a:cubicBezTo>
                  <a:cubicBezTo>
                    <a:pt x="42" y="66"/>
                    <a:pt x="50" y="66"/>
                    <a:pt x="53" y="66"/>
                  </a:cubicBezTo>
                  <a:cubicBezTo>
                    <a:pt x="55" y="67"/>
                    <a:pt x="58" y="65"/>
                    <a:pt x="61" y="63"/>
                  </a:cubicBezTo>
                  <a:cubicBezTo>
                    <a:pt x="63" y="61"/>
                    <a:pt x="71" y="60"/>
                    <a:pt x="74" y="61"/>
                  </a:cubicBezTo>
                  <a:cubicBezTo>
                    <a:pt x="77" y="61"/>
                    <a:pt x="82" y="62"/>
                    <a:pt x="83" y="63"/>
                  </a:cubicBezTo>
                  <a:cubicBezTo>
                    <a:pt x="84" y="64"/>
                    <a:pt x="87" y="65"/>
                    <a:pt x="90" y="66"/>
                  </a:cubicBezTo>
                  <a:cubicBezTo>
                    <a:pt x="90" y="65"/>
                    <a:pt x="90" y="63"/>
                    <a:pt x="90" y="61"/>
                  </a:cubicBezTo>
                  <a:cubicBezTo>
                    <a:pt x="90" y="57"/>
                    <a:pt x="92" y="52"/>
                    <a:pt x="96" y="51"/>
                  </a:cubicBezTo>
                  <a:cubicBezTo>
                    <a:pt x="99" y="51"/>
                    <a:pt x="102" y="51"/>
                    <a:pt x="101" y="45"/>
                  </a:cubicBezTo>
                  <a:cubicBezTo>
                    <a:pt x="101" y="45"/>
                    <a:pt x="101" y="45"/>
                    <a:pt x="101" y="45"/>
                  </a:cubicBezTo>
                  <a:cubicBezTo>
                    <a:pt x="100" y="43"/>
                    <a:pt x="98" y="42"/>
                    <a:pt x="97" y="42"/>
                  </a:cubicBezTo>
                  <a:cubicBezTo>
                    <a:pt x="96" y="42"/>
                    <a:pt x="92" y="45"/>
                    <a:pt x="91" y="45"/>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3" name="Freeform 79"/>
            <p:cNvSpPr>
              <a:spLocks noChangeArrowheads="1"/>
            </p:cNvSpPr>
            <p:nvPr/>
          </p:nvSpPr>
          <p:spPr bwMode="auto">
            <a:xfrm>
              <a:off x="4216414" y="1323976"/>
              <a:ext cx="66675" cy="82550"/>
            </a:xfrm>
            <a:custGeom>
              <a:avLst/>
              <a:gdLst>
                <a:gd name="T0" fmla="*/ 26 w 35"/>
                <a:gd name="T1" fmla="*/ 11 h 43"/>
                <a:gd name="T2" fmla="*/ 18 w 35"/>
                <a:gd name="T3" fmla="*/ 5 h 43"/>
                <a:gd name="T4" fmla="*/ 9 w 35"/>
                <a:gd name="T5" fmla="*/ 0 h 43"/>
                <a:gd name="T6" fmla="*/ 0 w 35"/>
                <a:gd name="T7" fmla="*/ 2 h 43"/>
                <a:gd name="T8" fmla="*/ 8 w 35"/>
                <a:gd name="T9" fmla="*/ 15 h 43"/>
                <a:gd name="T10" fmla="*/ 15 w 35"/>
                <a:gd name="T11" fmla="*/ 31 h 43"/>
                <a:gd name="T12" fmla="*/ 17 w 35"/>
                <a:gd name="T13" fmla="*/ 43 h 43"/>
                <a:gd name="T14" fmla="*/ 23 w 35"/>
                <a:gd name="T15" fmla="*/ 34 h 43"/>
                <a:gd name="T16" fmla="*/ 28 w 35"/>
                <a:gd name="T17" fmla="*/ 29 h 43"/>
                <a:gd name="T18" fmla="*/ 35 w 35"/>
                <a:gd name="T19" fmla="*/ 30 h 43"/>
                <a:gd name="T20" fmla="*/ 33 w 35"/>
                <a:gd name="T21" fmla="*/ 23 h 43"/>
                <a:gd name="T22" fmla="*/ 26 w 35"/>
                <a:gd name="T23" fmla="*/ 11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
                <a:gd name="T37" fmla="*/ 0 h 43"/>
                <a:gd name="T38" fmla="*/ 35 w 35"/>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 h="43">
                  <a:moveTo>
                    <a:pt x="26" y="11"/>
                  </a:moveTo>
                  <a:cubicBezTo>
                    <a:pt x="24" y="7"/>
                    <a:pt x="20" y="5"/>
                    <a:pt x="18" y="5"/>
                  </a:cubicBezTo>
                  <a:cubicBezTo>
                    <a:pt x="15" y="5"/>
                    <a:pt x="11" y="0"/>
                    <a:pt x="9" y="0"/>
                  </a:cubicBezTo>
                  <a:cubicBezTo>
                    <a:pt x="7" y="0"/>
                    <a:pt x="4" y="1"/>
                    <a:pt x="0" y="2"/>
                  </a:cubicBezTo>
                  <a:cubicBezTo>
                    <a:pt x="3" y="8"/>
                    <a:pt x="6" y="13"/>
                    <a:pt x="8" y="15"/>
                  </a:cubicBezTo>
                  <a:cubicBezTo>
                    <a:pt x="11" y="19"/>
                    <a:pt x="18" y="28"/>
                    <a:pt x="15" y="31"/>
                  </a:cubicBezTo>
                  <a:cubicBezTo>
                    <a:pt x="13" y="33"/>
                    <a:pt x="14" y="41"/>
                    <a:pt x="17" y="43"/>
                  </a:cubicBezTo>
                  <a:cubicBezTo>
                    <a:pt x="18" y="42"/>
                    <a:pt x="23" y="35"/>
                    <a:pt x="23" y="34"/>
                  </a:cubicBezTo>
                  <a:cubicBezTo>
                    <a:pt x="23" y="32"/>
                    <a:pt x="24" y="28"/>
                    <a:pt x="28" y="29"/>
                  </a:cubicBezTo>
                  <a:cubicBezTo>
                    <a:pt x="32" y="30"/>
                    <a:pt x="35" y="31"/>
                    <a:pt x="35" y="30"/>
                  </a:cubicBezTo>
                  <a:cubicBezTo>
                    <a:pt x="35" y="29"/>
                    <a:pt x="34" y="24"/>
                    <a:pt x="33" y="23"/>
                  </a:cubicBezTo>
                  <a:cubicBezTo>
                    <a:pt x="31" y="21"/>
                    <a:pt x="27" y="16"/>
                    <a:pt x="26" y="11"/>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4" name="Freeform 80"/>
            <p:cNvSpPr>
              <a:spLocks noChangeArrowheads="1"/>
            </p:cNvSpPr>
            <p:nvPr/>
          </p:nvSpPr>
          <p:spPr bwMode="auto">
            <a:xfrm>
              <a:off x="4119577" y="1441451"/>
              <a:ext cx="134938" cy="74613"/>
            </a:xfrm>
            <a:custGeom>
              <a:avLst/>
              <a:gdLst>
                <a:gd name="T0" fmla="*/ 55 w 71"/>
                <a:gd name="T1" fmla="*/ 1 h 39"/>
                <a:gd name="T2" fmla="*/ 42 w 71"/>
                <a:gd name="T3" fmla="*/ 3 h 39"/>
                <a:gd name="T4" fmla="*/ 34 w 71"/>
                <a:gd name="T5" fmla="*/ 6 h 39"/>
                <a:gd name="T6" fmla="*/ 22 w 71"/>
                <a:gd name="T7" fmla="*/ 6 h 39"/>
                <a:gd name="T8" fmla="*/ 10 w 71"/>
                <a:gd name="T9" fmla="*/ 5 h 39"/>
                <a:gd name="T10" fmla="*/ 3 w 71"/>
                <a:gd name="T11" fmla="*/ 0 h 39"/>
                <a:gd name="T12" fmla="*/ 2 w 71"/>
                <a:gd name="T13" fmla="*/ 1 h 39"/>
                <a:gd name="T14" fmla="*/ 2 w 71"/>
                <a:gd name="T15" fmla="*/ 9 h 39"/>
                <a:gd name="T16" fmla="*/ 6 w 71"/>
                <a:gd name="T17" fmla="*/ 16 h 39"/>
                <a:gd name="T18" fmla="*/ 2 w 71"/>
                <a:gd name="T19" fmla="*/ 21 h 39"/>
                <a:gd name="T20" fmla="*/ 2 w 71"/>
                <a:gd name="T21" fmla="*/ 26 h 39"/>
                <a:gd name="T22" fmla="*/ 8 w 71"/>
                <a:gd name="T23" fmla="*/ 34 h 39"/>
                <a:gd name="T24" fmla="*/ 11 w 71"/>
                <a:gd name="T25" fmla="*/ 37 h 39"/>
                <a:gd name="T26" fmla="*/ 26 w 71"/>
                <a:gd name="T27" fmla="*/ 37 h 39"/>
                <a:gd name="T28" fmla="*/ 38 w 71"/>
                <a:gd name="T29" fmla="*/ 39 h 39"/>
                <a:gd name="T30" fmla="*/ 42 w 71"/>
                <a:gd name="T31" fmla="*/ 36 h 39"/>
                <a:gd name="T32" fmla="*/ 47 w 71"/>
                <a:gd name="T33" fmla="*/ 34 h 39"/>
                <a:gd name="T34" fmla="*/ 47 w 71"/>
                <a:gd name="T35" fmla="*/ 31 h 39"/>
                <a:gd name="T36" fmla="*/ 59 w 71"/>
                <a:gd name="T37" fmla="*/ 31 h 39"/>
                <a:gd name="T38" fmla="*/ 63 w 71"/>
                <a:gd name="T39" fmla="*/ 30 h 39"/>
                <a:gd name="T40" fmla="*/ 62 w 71"/>
                <a:gd name="T41" fmla="*/ 27 h 39"/>
                <a:gd name="T42" fmla="*/ 60 w 71"/>
                <a:gd name="T43" fmla="*/ 19 h 39"/>
                <a:gd name="T44" fmla="*/ 69 w 71"/>
                <a:gd name="T45" fmla="*/ 9 h 39"/>
                <a:gd name="T46" fmla="*/ 71 w 71"/>
                <a:gd name="T47" fmla="*/ 6 h 39"/>
                <a:gd name="T48" fmla="*/ 64 w 71"/>
                <a:gd name="T49" fmla="*/ 3 h 39"/>
                <a:gd name="T50" fmla="*/ 55 w 71"/>
                <a:gd name="T51" fmla="*/ 1 h 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1"/>
                <a:gd name="T79" fmla="*/ 0 h 39"/>
                <a:gd name="T80" fmla="*/ 71 w 71"/>
                <a:gd name="T81" fmla="*/ 39 h 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1" h="39">
                  <a:moveTo>
                    <a:pt x="55" y="1"/>
                  </a:moveTo>
                  <a:cubicBezTo>
                    <a:pt x="52" y="0"/>
                    <a:pt x="44" y="1"/>
                    <a:pt x="42" y="3"/>
                  </a:cubicBezTo>
                  <a:cubicBezTo>
                    <a:pt x="39" y="5"/>
                    <a:pt x="36" y="7"/>
                    <a:pt x="34" y="6"/>
                  </a:cubicBezTo>
                  <a:cubicBezTo>
                    <a:pt x="31" y="6"/>
                    <a:pt x="23" y="6"/>
                    <a:pt x="22" y="6"/>
                  </a:cubicBezTo>
                  <a:cubicBezTo>
                    <a:pt x="20" y="6"/>
                    <a:pt x="11" y="4"/>
                    <a:pt x="10" y="5"/>
                  </a:cubicBezTo>
                  <a:cubicBezTo>
                    <a:pt x="9" y="5"/>
                    <a:pt x="6" y="1"/>
                    <a:pt x="3" y="0"/>
                  </a:cubicBezTo>
                  <a:cubicBezTo>
                    <a:pt x="3" y="1"/>
                    <a:pt x="3" y="1"/>
                    <a:pt x="2" y="1"/>
                  </a:cubicBezTo>
                  <a:cubicBezTo>
                    <a:pt x="0" y="3"/>
                    <a:pt x="0" y="7"/>
                    <a:pt x="2" y="9"/>
                  </a:cubicBezTo>
                  <a:cubicBezTo>
                    <a:pt x="5" y="11"/>
                    <a:pt x="8" y="16"/>
                    <a:pt x="6" y="16"/>
                  </a:cubicBezTo>
                  <a:cubicBezTo>
                    <a:pt x="4" y="16"/>
                    <a:pt x="2" y="19"/>
                    <a:pt x="2" y="21"/>
                  </a:cubicBezTo>
                  <a:cubicBezTo>
                    <a:pt x="2" y="22"/>
                    <a:pt x="1" y="26"/>
                    <a:pt x="2" y="26"/>
                  </a:cubicBezTo>
                  <a:cubicBezTo>
                    <a:pt x="3" y="27"/>
                    <a:pt x="8" y="32"/>
                    <a:pt x="8" y="34"/>
                  </a:cubicBezTo>
                  <a:cubicBezTo>
                    <a:pt x="9" y="35"/>
                    <a:pt x="11" y="36"/>
                    <a:pt x="11" y="37"/>
                  </a:cubicBezTo>
                  <a:cubicBezTo>
                    <a:pt x="15" y="36"/>
                    <a:pt x="24" y="36"/>
                    <a:pt x="26" y="37"/>
                  </a:cubicBezTo>
                  <a:cubicBezTo>
                    <a:pt x="28" y="38"/>
                    <a:pt x="38" y="39"/>
                    <a:pt x="38" y="39"/>
                  </a:cubicBezTo>
                  <a:cubicBezTo>
                    <a:pt x="40" y="39"/>
                    <a:pt x="43" y="38"/>
                    <a:pt x="42" y="36"/>
                  </a:cubicBezTo>
                  <a:cubicBezTo>
                    <a:pt x="41" y="35"/>
                    <a:pt x="45" y="34"/>
                    <a:pt x="47" y="34"/>
                  </a:cubicBezTo>
                  <a:cubicBezTo>
                    <a:pt x="47" y="32"/>
                    <a:pt x="47" y="31"/>
                    <a:pt x="47" y="31"/>
                  </a:cubicBezTo>
                  <a:cubicBezTo>
                    <a:pt x="49" y="30"/>
                    <a:pt x="56" y="29"/>
                    <a:pt x="59" y="31"/>
                  </a:cubicBezTo>
                  <a:cubicBezTo>
                    <a:pt x="60" y="31"/>
                    <a:pt x="62" y="31"/>
                    <a:pt x="63" y="30"/>
                  </a:cubicBezTo>
                  <a:cubicBezTo>
                    <a:pt x="63" y="28"/>
                    <a:pt x="63" y="27"/>
                    <a:pt x="62" y="27"/>
                  </a:cubicBezTo>
                  <a:cubicBezTo>
                    <a:pt x="60" y="27"/>
                    <a:pt x="57" y="19"/>
                    <a:pt x="60" y="19"/>
                  </a:cubicBezTo>
                  <a:cubicBezTo>
                    <a:pt x="62" y="18"/>
                    <a:pt x="65" y="10"/>
                    <a:pt x="69" y="9"/>
                  </a:cubicBezTo>
                  <a:cubicBezTo>
                    <a:pt x="70" y="8"/>
                    <a:pt x="71" y="8"/>
                    <a:pt x="71" y="6"/>
                  </a:cubicBezTo>
                  <a:cubicBezTo>
                    <a:pt x="68" y="5"/>
                    <a:pt x="65" y="4"/>
                    <a:pt x="64" y="3"/>
                  </a:cubicBezTo>
                  <a:cubicBezTo>
                    <a:pt x="63" y="2"/>
                    <a:pt x="58" y="1"/>
                    <a:pt x="55" y="1"/>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5" name="Freeform 81"/>
            <p:cNvSpPr>
              <a:spLocks noChangeArrowheads="1"/>
            </p:cNvSpPr>
            <p:nvPr/>
          </p:nvSpPr>
          <p:spPr bwMode="auto">
            <a:xfrm>
              <a:off x="4081477" y="1487489"/>
              <a:ext cx="58738" cy="42863"/>
            </a:xfrm>
            <a:custGeom>
              <a:avLst/>
              <a:gdLst>
                <a:gd name="T0" fmla="*/ 7 w 31"/>
                <a:gd name="T1" fmla="*/ 22 h 22"/>
                <a:gd name="T2" fmla="*/ 7 w 31"/>
                <a:gd name="T3" fmla="*/ 22 h 22"/>
                <a:gd name="T4" fmla="*/ 8 w 31"/>
                <a:gd name="T5" fmla="*/ 22 h 22"/>
                <a:gd name="T6" fmla="*/ 8 w 31"/>
                <a:gd name="T7" fmla="*/ 22 h 22"/>
                <a:gd name="T8" fmla="*/ 8 w 31"/>
                <a:gd name="T9" fmla="*/ 22 h 22"/>
                <a:gd name="T10" fmla="*/ 8 w 31"/>
                <a:gd name="T11" fmla="*/ 22 h 22"/>
                <a:gd name="T12" fmla="*/ 12 w 31"/>
                <a:gd name="T13" fmla="*/ 22 h 22"/>
                <a:gd name="T14" fmla="*/ 12 w 31"/>
                <a:gd name="T15" fmla="*/ 22 h 22"/>
                <a:gd name="T16" fmla="*/ 13 w 31"/>
                <a:gd name="T17" fmla="*/ 21 h 22"/>
                <a:gd name="T18" fmla="*/ 13 w 31"/>
                <a:gd name="T19" fmla="*/ 21 h 22"/>
                <a:gd name="T20" fmla="*/ 15 w 31"/>
                <a:gd name="T21" fmla="*/ 21 h 22"/>
                <a:gd name="T22" fmla="*/ 20 w 31"/>
                <a:gd name="T23" fmla="*/ 18 h 22"/>
                <a:gd name="T24" fmla="*/ 30 w 31"/>
                <a:gd name="T25" fmla="*/ 13 h 22"/>
                <a:gd name="T26" fmla="*/ 31 w 31"/>
                <a:gd name="T27" fmla="*/ 13 h 22"/>
                <a:gd name="T28" fmla="*/ 28 w 31"/>
                <a:gd name="T29" fmla="*/ 10 h 22"/>
                <a:gd name="T30" fmla="*/ 22 w 31"/>
                <a:gd name="T31" fmla="*/ 2 h 22"/>
                <a:gd name="T32" fmla="*/ 22 w 31"/>
                <a:gd name="T33" fmla="*/ 1 h 22"/>
                <a:gd name="T34" fmla="*/ 22 w 31"/>
                <a:gd name="T35" fmla="*/ 1 h 22"/>
                <a:gd name="T36" fmla="*/ 22 w 31"/>
                <a:gd name="T37" fmla="*/ 0 h 22"/>
                <a:gd name="T38" fmla="*/ 2 w 31"/>
                <a:gd name="T39" fmla="*/ 4 h 22"/>
                <a:gd name="T40" fmla="*/ 2 w 31"/>
                <a:gd name="T41" fmla="*/ 3 h 22"/>
                <a:gd name="T42" fmla="*/ 1 w 31"/>
                <a:gd name="T43" fmla="*/ 15 h 22"/>
                <a:gd name="T44" fmla="*/ 7 w 31"/>
                <a:gd name="T45" fmla="*/ 22 h 2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1"/>
                <a:gd name="T70" fmla="*/ 0 h 22"/>
                <a:gd name="T71" fmla="*/ 31 w 31"/>
                <a:gd name="T72" fmla="*/ 22 h 2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1" h="22">
                  <a:moveTo>
                    <a:pt x="7" y="22"/>
                  </a:moveTo>
                  <a:cubicBezTo>
                    <a:pt x="7" y="22"/>
                    <a:pt x="7" y="22"/>
                    <a:pt x="7" y="22"/>
                  </a:cubicBezTo>
                  <a:cubicBezTo>
                    <a:pt x="7" y="22"/>
                    <a:pt x="7" y="22"/>
                    <a:pt x="8" y="22"/>
                  </a:cubicBezTo>
                  <a:cubicBezTo>
                    <a:pt x="8" y="22"/>
                    <a:pt x="8" y="22"/>
                    <a:pt x="8" y="22"/>
                  </a:cubicBezTo>
                  <a:cubicBezTo>
                    <a:pt x="8" y="22"/>
                    <a:pt x="8" y="22"/>
                    <a:pt x="8" y="22"/>
                  </a:cubicBezTo>
                  <a:cubicBezTo>
                    <a:pt x="8" y="22"/>
                    <a:pt x="8" y="22"/>
                    <a:pt x="8" y="22"/>
                  </a:cubicBezTo>
                  <a:cubicBezTo>
                    <a:pt x="9" y="22"/>
                    <a:pt x="11" y="22"/>
                    <a:pt x="12" y="22"/>
                  </a:cubicBezTo>
                  <a:cubicBezTo>
                    <a:pt x="12" y="22"/>
                    <a:pt x="12" y="22"/>
                    <a:pt x="12" y="22"/>
                  </a:cubicBezTo>
                  <a:cubicBezTo>
                    <a:pt x="13" y="22"/>
                    <a:pt x="13" y="22"/>
                    <a:pt x="13" y="21"/>
                  </a:cubicBezTo>
                  <a:cubicBezTo>
                    <a:pt x="13" y="21"/>
                    <a:pt x="13" y="21"/>
                    <a:pt x="13" y="21"/>
                  </a:cubicBezTo>
                  <a:cubicBezTo>
                    <a:pt x="14" y="21"/>
                    <a:pt x="14" y="21"/>
                    <a:pt x="15" y="21"/>
                  </a:cubicBezTo>
                  <a:cubicBezTo>
                    <a:pt x="18" y="21"/>
                    <a:pt x="18" y="17"/>
                    <a:pt x="20" y="18"/>
                  </a:cubicBezTo>
                  <a:cubicBezTo>
                    <a:pt x="21" y="19"/>
                    <a:pt x="29" y="15"/>
                    <a:pt x="30" y="13"/>
                  </a:cubicBezTo>
                  <a:cubicBezTo>
                    <a:pt x="30" y="13"/>
                    <a:pt x="31" y="13"/>
                    <a:pt x="31" y="13"/>
                  </a:cubicBezTo>
                  <a:cubicBezTo>
                    <a:pt x="31" y="12"/>
                    <a:pt x="29" y="11"/>
                    <a:pt x="28" y="10"/>
                  </a:cubicBezTo>
                  <a:cubicBezTo>
                    <a:pt x="28" y="8"/>
                    <a:pt x="23" y="3"/>
                    <a:pt x="22" y="2"/>
                  </a:cubicBezTo>
                  <a:cubicBezTo>
                    <a:pt x="22" y="2"/>
                    <a:pt x="22" y="2"/>
                    <a:pt x="22" y="1"/>
                  </a:cubicBezTo>
                  <a:cubicBezTo>
                    <a:pt x="22" y="1"/>
                    <a:pt x="22" y="1"/>
                    <a:pt x="22" y="1"/>
                  </a:cubicBezTo>
                  <a:cubicBezTo>
                    <a:pt x="22" y="1"/>
                    <a:pt x="22" y="1"/>
                    <a:pt x="22" y="0"/>
                  </a:cubicBezTo>
                  <a:cubicBezTo>
                    <a:pt x="14" y="1"/>
                    <a:pt x="2" y="4"/>
                    <a:pt x="2" y="4"/>
                  </a:cubicBezTo>
                  <a:cubicBezTo>
                    <a:pt x="2" y="4"/>
                    <a:pt x="2" y="4"/>
                    <a:pt x="2" y="3"/>
                  </a:cubicBezTo>
                  <a:cubicBezTo>
                    <a:pt x="1" y="7"/>
                    <a:pt x="0" y="12"/>
                    <a:pt x="1" y="15"/>
                  </a:cubicBezTo>
                  <a:cubicBezTo>
                    <a:pt x="1" y="18"/>
                    <a:pt x="4" y="19"/>
                    <a:pt x="7" y="22"/>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6" name="Freeform 82"/>
            <p:cNvSpPr>
              <a:spLocks noChangeArrowheads="1"/>
            </p:cNvSpPr>
            <p:nvPr/>
          </p:nvSpPr>
          <p:spPr bwMode="auto">
            <a:xfrm>
              <a:off x="4119577" y="1212851"/>
              <a:ext cx="384177" cy="223838"/>
            </a:xfrm>
            <a:custGeom>
              <a:avLst/>
              <a:gdLst>
                <a:gd name="T0" fmla="*/ 187 w 201"/>
                <a:gd name="T1" fmla="*/ 67 h 117"/>
                <a:gd name="T2" fmla="*/ 199 w 201"/>
                <a:gd name="T3" fmla="*/ 60 h 117"/>
                <a:gd name="T4" fmla="*/ 200 w 201"/>
                <a:gd name="T5" fmla="*/ 53 h 117"/>
                <a:gd name="T6" fmla="*/ 201 w 201"/>
                <a:gd name="T7" fmla="*/ 45 h 117"/>
                <a:gd name="T8" fmla="*/ 185 w 201"/>
                <a:gd name="T9" fmla="*/ 39 h 117"/>
                <a:gd name="T10" fmla="*/ 170 w 201"/>
                <a:gd name="T11" fmla="*/ 31 h 117"/>
                <a:gd name="T12" fmla="*/ 158 w 201"/>
                <a:gd name="T13" fmla="*/ 32 h 117"/>
                <a:gd name="T14" fmla="*/ 149 w 201"/>
                <a:gd name="T15" fmla="*/ 28 h 117"/>
                <a:gd name="T16" fmla="*/ 135 w 201"/>
                <a:gd name="T17" fmla="*/ 17 h 117"/>
                <a:gd name="T18" fmla="*/ 131 w 201"/>
                <a:gd name="T19" fmla="*/ 2 h 117"/>
                <a:gd name="T20" fmla="*/ 115 w 201"/>
                <a:gd name="T21" fmla="*/ 1 h 117"/>
                <a:gd name="T22" fmla="*/ 106 w 201"/>
                <a:gd name="T23" fmla="*/ 3 h 117"/>
                <a:gd name="T24" fmla="*/ 92 w 201"/>
                <a:gd name="T25" fmla="*/ 12 h 117"/>
                <a:gd name="T26" fmla="*/ 80 w 201"/>
                <a:gd name="T27" fmla="*/ 15 h 117"/>
                <a:gd name="T28" fmla="*/ 65 w 201"/>
                <a:gd name="T29" fmla="*/ 12 h 117"/>
                <a:gd name="T30" fmla="*/ 47 w 201"/>
                <a:gd name="T31" fmla="*/ 9 h 117"/>
                <a:gd name="T32" fmla="*/ 21 w 201"/>
                <a:gd name="T33" fmla="*/ 11 h 117"/>
                <a:gd name="T34" fmla="*/ 16 w 201"/>
                <a:gd name="T35" fmla="*/ 16 h 117"/>
                <a:gd name="T36" fmla="*/ 15 w 201"/>
                <a:gd name="T37" fmla="*/ 31 h 117"/>
                <a:gd name="T38" fmla="*/ 5 w 201"/>
                <a:gd name="T39" fmla="*/ 50 h 117"/>
                <a:gd name="T40" fmla="*/ 5 w 201"/>
                <a:gd name="T41" fmla="*/ 63 h 117"/>
                <a:gd name="T42" fmla="*/ 11 w 201"/>
                <a:gd name="T43" fmla="*/ 64 h 117"/>
                <a:gd name="T44" fmla="*/ 29 w 201"/>
                <a:gd name="T45" fmla="*/ 68 h 117"/>
                <a:gd name="T46" fmla="*/ 40 w 201"/>
                <a:gd name="T47" fmla="*/ 66 h 117"/>
                <a:gd name="T48" fmla="*/ 60 w 201"/>
                <a:gd name="T49" fmla="*/ 58 h 117"/>
                <a:gd name="T50" fmla="*/ 77 w 201"/>
                <a:gd name="T51" fmla="*/ 69 h 117"/>
                <a:gd name="T52" fmla="*/ 86 w 201"/>
                <a:gd name="T53" fmla="*/ 88 h 117"/>
                <a:gd name="T54" fmla="*/ 74 w 201"/>
                <a:gd name="T55" fmla="*/ 92 h 117"/>
                <a:gd name="T56" fmla="*/ 72 w 201"/>
                <a:gd name="T57" fmla="*/ 105 h 117"/>
                <a:gd name="T58" fmla="*/ 82 w 201"/>
                <a:gd name="T59" fmla="*/ 105 h 117"/>
                <a:gd name="T60" fmla="*/ 97 w 201"/>
                <a:gd name="T61" fmla="*/ 85 h 117"/>
                <a:gd name="T62" fmla="*/ 111 w 201"/>
                <a:gd name="T63" fmla="*/ 90 h 117"/>
                <a:gd name="T64" fmla="*/ 114 w 201"/>
                <a:gd name="T65" fmla="*/ 101 h 117"/>
                <a:gd name="T66" fmla="*/ 126 w 201"/>
                <a:gd name="T67" fmla="*/ 115 h 117"/>
                <a:gd name="T68" fmla="*/ 146 w 201"/>
                <a:gd name="T69" fmla="*/ 108 h 117"/>
                <a:gd name="T70" fmla="*/ 150 w 201"/>
                <a:gd name="T71" fmla="*/ 103 h 117"/>
                <a:gd name="T72" fmla="*/ 155 w 201"/>
                <a:gd name="T73" fmla="*/ 85 h 117"/>
                <a:gd name="T74" fmla="*/ 178 w 201"/>
                <a:gd name="T75" fmla="*/ 78 h 11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1"/>
                <a:gd name="T115" fmla="*/ 0 h 117"/>
                <a:gd name="T116" fmla="*/ 201 w 201"/>
                <a:gd name="T117" fmla="*/ 117 h 11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1" h="117">
                  <a:moveTo>
                    <a:pt x="179" y="73"/>
                  </a:moveTo>
                  <a:cubicBezTo>
                    <a:pt x="180" y="73"/>
                    <a:pt x="186" y="67"/>
                    <a:pt x="187" y="67"/>
                  </a:cubicBezTo>
                  <a:cubicBezTo>
                    <a:pt x="189" y="67"/>
                    <a:pt x="197" y="68"/>
                    <a:pt x="197" y="67"/>
                  </a:cubicBezTo>
                  <a:cubicBezTo>
                    <a:pt x="197" y="66"/>
                    <a:pt x="199" y="62"/>
                    <a:pt x="199" y="60"/>
                  </a:cubicBezTo>
                  <a:cubicBezTo>
                    <a:pt x="198" y="59"/>
                    <a:pt x="196" y="57"/>
                    <a:pt x="196" y="56"/>
                  </a:cubicBezTo>
                  <a:cubicBezTo>
                    <a:pt x="197" y="55"/>
                    <a:pt x="200" y="55"/>
                    <a:pt x="200" y="53"/>
                  </a:cubicBezTo>
                  <a:cubicBezTo>
                    <a:pt x="200" y="52"/>
                    <a:pt x="197" y="51"/>
                    <a:pt x="197" y="50"/>
                  </a:cubicBezTo>
                  <a:cubicBezTo>
                    <a:pt x="197" y="49"/>
                    <a:pt x="201" y="47"/>
                    <a:pt x="201" y="45"/>
                  </a:cubicBezTo>
                  <a:cubicBezTo>
                    <a:pt x="200" y="43"/>
                    <a:pt x="197" y="43"/>
                    <a:pt x="194" y="41"/>
                  </a:cubicBezTo>
                  <a:cubicBezTo>
                    <a:pt x="191" y="40"/>
                    <a:pt x="188" y="40"/>
                    <a:pt x="185" y="39"/>
                  </a:cubicBezTo>
                  <a:cubicBezTo>
                    <a:pt x="182" y="37"/>
                    <a:pt x="175" y="38"/>
                    <a:pt x="175" y="37"/>
                  </a:cubicBezTo>
                  <a:cubicBezTo>
                    <a:pt x="175" y="36"/>
                    <a:pt x="171" y="33"/>
                    <a:pt x="170" y="31"/>
                  </a:cubicBezTo>
                  <a:cubicBezTo>
                    <a:pt x="169" y="30"/>
                    <a:pt x="166" y="31"/>
                    <a:pt x="164" y="32"/>
                  </a:cubicBezTo>
                  <a:cubicBezTo>
                    <a:pt x="162" y="33"/>
                    <a:pt x="160" y="34"/>
                    <a:pt x="158" y="32"/>
                  </a:cubicBezTo>
                  <a:cubicBezTo>
                    <a:pt x="156" y="31"/>
                    <a:pt x="155" y="29"/>
                    <a:pt x="153" y="30"/>
                  </a:cubicBezTo>
                  <a:cubicBezTo>
                    <a:pt x="151" y="31"/>
                    <a:pt x="148" y="30"/>
                    <a:pt x="149" y="28"/>
                  </a:cubicBezTo>
                  <a:cubicBezTo>
                    <a:pt x="149" y="25"/>
                    <a:pt x="145" y="20"/>
                    <a:pt x="144" y="19"/>
                  </a:cubicBezTo>
                  <a:cubicBezTo>
                    <a:pt x="142" y="18"/>
                    <a:pt x="137" y="19"/>
                    <a:pt x="135" y="17"/>
                  </a:cubicBezTo>
                  <a:cubicBezTo>
                    <a:pt x="134" y="14"/>
                    <a:pt x="132" y="12"/>
                    <a:pt x="133" y="11"/>
                  </a:cubicBezTo>
                  <a:cubicBezTo>
                    <a:pt x="134" y="9"/>
                    <a:pt x="133" y="4"/>
                    <a:pt x="131" y="2"/>
                  </a:cubicBezTo>
                  <a:cubicBezTo>
                    <a:pt x="130" y="0"/>
                    <a:pt x="124" y="0"/>
                    <a:pt x="122" y="1"/>
                  </a:cubicBezTo>
                  <a:cubicBezTo>
                    <a:pt x="120" y="2"/>
                    <a:pt x="116" y="0"/>
                    <a:pt x="115" y="1"/>
                  </a:cubicBezTo>
                  <a:cubicBezTo>
                    <a:pt x="113" y="2"/>
                    <a:pt x="112" y="4"/>
                    <a:pt x="109" y="4"/>
                  </a:cubicBezTo>
                  <a:cubicBezTo>
                    <a:pt x="108" y="4"/>
                    <a:pt x="107" y="4"/>
                    <a:pt x="106" y="3"/>
                  </a:cubicBezTo>
                  <a:cubicBezTo>
                    <a:pt x="104" y="4"/>
                    <a:pt x="99" y="4"/>
                    <a:pt x="99" y="4"/>
                  </a:cubicBezTo>
                  <a:cubicBezTo>
                    <a:pt x="99" y="4"/>
                    <a:pt x="92" y="10"/>
                    <a:pt x="92" y="12"/>
                  </a:cubicBezTo>
                  <a:cubicBezTo>
                    <a:pt x="92" y="14"/>
                    <a:pt x="92" y="17"/>
                    <a:pt x="90" y="15"/>
                  </a:cubicBezTo>
                  <a:cubicBezTo>
                    <a:pt x="89" y="14"/>
                    <a:pt x="82" y="14"/>
                    <a:pt x="80" y="15"/>
                  </a:cubicBezTo>
                  <a:cubicBezTo>
                    <a:pt x="78" y="16"/>
                    <a:pt x="76" y="11"/>
                    <a:pt x="73" y="12"/>
                  </a:cubicBezTo>
                  <a:cubicBezTo>
                    <a:pt x="70" y="14"/>
                    <a:pt x="66" y="10"/>
                    <a:pt x="65" y="12"/>
                  </a:cubicBezTo>
                  <a:cubicBezTo>
                    <a:pt x="65" y="13"/>
                    <a:pt x="61" y="12"/>
                    <a:pt x="58" y="11"/>
                  </a:cubicBezTo>
                  <a:cubicBezTo>
                    <a:pt x="55" y="9"/>
                    <a:pt x="49" y="11"/>
                    <a:pt x="47" y="9"/>
                  </a:cubicBezTo>
                  <a:cubicBezTo>
                    <a:pt x="45" y="7"/>
                    <a:pt x="32" y="7"/>
                    <a:pt x="28" y="7"/>
                  </a:cubicBezTo>
                  <a:cubicBezTo>
                    <a:pt x="24" y="7"/>
                    <a:pt x="23" y="9"/>
                    <a:pt x="21" y="11"/>
                  </a:cubicBezTo>
                  <a:cubicBezTo>
                    <a:pt x="19" y="13"/>
                    <a:pt x="17" y="12"/>
                    <a:pt x="15" y="12"/>
                  </a:cubicBezTo>
                  <a:cubicBezTo>
                    <a:pt x="15" y="14"/>
                    <a:pt x="15" y="15"/>
                    <a:pt x="16" y="16"/>
                  </a:cubicBezTo>
                  <a:cubicBezTo>
                    <a:pt x="17" y="18"/>
                    <a:pt x="21" y="25"/>
                    <a:pt x="20" y="27"/>
                  </a:cubicBezTo>
                  <a:cubicBezTo>
                    <a:pt x="19" y="29"/>
                    <a:pt x="17" y="29"/>
                    <a:pt x="15" y="31"/>
                  </a:cubicBezTo>
                  <a:cubicBezTo>
                    <a:pt x="14" y="33"/>
                    <a:pt x="5" y="41"/>
                    <a:pt x="5" y="42"/>
                  </a:cubicBezTo>
                  <a:cubicBezTo>
                    <a:pt x="4" y="43"/>
                    <a:pt x="6" y="49"/>
                    <a:pt x="5" y="50"/>
                  </a:cubicBezTo>
                  <a:cubicBezTo>
                    <a:pt x="4" y="51"/>
                    <a:pt x="0" y="56"/>
                    <a:pt x="0" y="58"/>
                  </a:cubicBezTo>
                  <a:cubicBezTo>
                    <a:pt x="0" y="60"/>
                    <a:pt x="3" y="63"/>
                    <a:pt x="5" y="63"/>
                  </a:cubicBezTo>
                  <a:cubicBezTo>
                    <a:pt x="6" y="64"/>
                    <a:pt x="6" y="64"/>
                    <a:pt x="7" y="65"/>
                  </a:cubicBezTo>
                  <a:cubicBezTo>
                    <a:pt x="8" y="64"/>
                    <a:pt x="10" y="64"/>
                    <a:pt x="11" y="64"/>
                  </a:cubicBezTo>
                  <a:cubicBezTo>
                    <a:pt x="13" y="64"/>
                    <a:pt x="20" y="66"/>
                    <a:pt x="22" y="66"/>
                  </a:cubicBezTo>
                  <a:cubicBezTo>
                    <a:pt x="25" y="66"/>
                    <a:pt x="28" y="67"/>
                    <a:pt x="29" y="68"/>
                  </a:cubicBezTo>
                  <a:cubicBezTo>
                    <a:pt x="30" y="69"/>
                    <a:pt x="32" y="69"/>
                    <a:pt x="34" y="67"/>
                  </a:cubicBezTo>
                  <a:cubicBezTo>
                    <a:pt x="36" y="65"/>
                    <a:pt x="38" y="66"/>
                    <a:pt x="40" y="66"/>
                  </a:cubicBezTo>
                  <a:cubicBezTo>
                    <a:pt x="42" y="66"/>
                    <a:pt x="45" y="65"/>
                    <a:pt x="46" y="63"/>
                  </a:cubicBezTo>
                  <a:cubicBezTo>
                    <a:pt x="47" y="61"/>
                    <a:pt x="57" y="59"/>
                    <a:pt x="60" y="58"/>
                  </a:cubicBezTo>
                  <a:cubicBezTo>
                    <a:pt x="62" y="58"/>
                    <a:pt x="66" y="63"/>
                    <a:pt x="69" y="63"/>
                  </a:cubicBezTo>
                  <a:cubicBezTo>
                    <a:pt x="71" y="63"/>
                    <a:pt x="75" y="65"/>
                    <a:pt x="77" y="69"/>
                  </a:cubicBezTo>
                  <a:cubicBezTo>
                    <a:pt x="78" y="74"/>
                    <a:pt x="82" y="79"/>
                    <a:pt x="84" y="81"/>
                  </a:cubicBezTo>
                  <a:cubicBezTo>
                    <a:pt x="85" y="82"/>
                    <a:pt x="86" y="87"/>
                    <a:pt x="86" y="88"/>
                  </a:cubicBezTo>
                  <a:cubicBezTo>
                    <a:pt x="86" y="89"/>
                    <a:pt x="83" y="88"/>
                    <a:pt x="79" y="87"/>
                  </a:cubicBezTo>
                  <a:cubicBezTo>
                    <a:pt x="75" y="86"/>
                    <a:pt x="74" y="90"/>
                    <a:pt x="74" y="92"/>
                  </a:cubicBezTo>
                  <a:cubicBezTo>
                    <a:pt x="74" y="94"/>
                    <a:pt x="69" y="101"/>
                    <a:pt x="68" y="102"/>
                  </a:cubicBezTo>
                  <a:cubicBezTo>
                    <a:pt x="67" y="103"/>
                    <a:pt x="70" y="104"/>
                    <a:pt x="72" y="105"/>
                  </a:cubicBezTo>
                  <a:cubicBezTo>
                    <a:pt x="73" y="105"/>
                    <a:pt x="77" y="102"/>
                    <a:pt x="78" y="102"/>
                  </a:cubicBezTo>
                  <a:cubicBezTo>
                    <a:pt x="79" y="102"/>
                    <a:pt x="81" y="103"/>
                    <a:pt x="82" y="105"/>
                  </a:cubicBezTo>
                  <a:cubicBezTo>
                    <a:pt x="82" y="99"/>
                    <a:pt x="83" y="100"/>
                    <a:pt x="88" y="96"/>
                  </a:cubicBezTo>
                  <a:cubicBezTo>
                    <a:pt x="93" y="93"/>
                    <a:pt x="93" y="86"/>
                    <a:pt x="97" y="85"/>
                  </a:cubicBezTo>
                  <a:cubicBezTo>
                    <a:pt x="102" y="84"/>
                    <a:pt x="104" y="82"/>
                    <a:pt x="110" y="83"/>
                  </a:cubicBezTo>
                  <a:cubicBezTo>
                    <a:pt x="116" y="84"/>
                    <a:pt x="107" y="88"/>
                    <a:pt x="111" y="90"/>
                  </a:cubicBezTo>
                  <a:cubicBezTo>
                    <a:pt x="115" y="93"/>
                    <a:pt x="129" y="90"/>
                    <a:pt x="129" y="93"/>
                  </a:cubicBezTo>
                  <a:cubicBezTo>
                    <a:pt x="130" y="96"/>
                    <a:pt x="114" y="100"/>
                    <a:pt x="114" y="101"/>
                  </a:cubicBezTo>
                  <a:cubicBezTo>
                    <a:pt x="115" y="103"/>
                    <a:pt x="123" y="105"/>
                    <a:pt x="126" y="107"/>
                  </a:cubicBezTo>
                  <a:cubicBezTo>
                    <a:pt x="129" y="108"/>
                    <a:pt x="125" y="114"/>
                    <a:pt x="126" y="115"/>
                  </a:cubicBezTo>
                  <a:cubicBezTo>
                    <a:pt x="128" y="117"/>
                    <a:pt x="132" y="116"/>
                    <a:pt x="135" y="113"/>
                  </a:cubicBezTo>
                  <a:cubicBezTo>
                    <a:pt x="139" y="111"/>
                    <a:pt x="142" y="111"/>
                    <a:pt x="146" y="108"/>
                  </a:cubicBezTo>
                  <a:cubicBezTo>
                    <a:pt x="151" y="105"/>
                    <a:pt x="160" y="108"/>
                    <a:pt x="161" y="106"/>
                  </a:cubicBezTo>
                  <a:cubicBezTo>
                    <a:pt x="162" y="104"/>
                    <a:pt x="159" y="103"/>
                    <a:pt x="150" y="103"/>
                  </a:cubicBezTo>
                  <a:cubicBezTo>
                    <a:pt x="141" y="104"/>
                    <a:pt x="141" y="96"/>
                    <a:pt x="141" y="94"/>
                  </a:cubicBezTo>
                  <a:cubicBezTo>
                    <a:pt x="141" y="92"/>
                    <a:pt x="150" y="86"/>
                    <a:pt x="155" y="85"/>
                  </a:cubicBezTo>
                  <a:cubicBezTo>
                    <a:pt x="160" y="85"/>
                    <a:pt x="164" y="83"/>
                    <a:pt x="169" y="81"/>
                  </a:cubicBezTo>
                  <a:cubicBezTo>
                    <a:pt x="171" y="80"/>
                    <a:pt x="175" y="79"/>
                    <a:pt x="178" y="78"/>
                  </a:cubicBezTo>
                  <a:cubicBezTo>
                    <a:pt x="178" y="76"/>
                    <a:pt x="177" y="73"/>
                    <a:pt x="179" y="73"/>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7" name="Freeform 83"/>
            <p:cNvSpPr>
              <a:spLocks noChangeArrowheads="1"/>
            </p:cNvSpPr>
            <p:nvPr/>
          </p:nvSpPr>
          <p:spPr bwMode="auto">
            <a:xfrm>
              <a:off x="4140214" y="1098551"/>
              <a:ext cx="203201" cy="146050"/>
            </a:xfrm>
            <a:custGeom>
              <a:avLst/>
              <a:gdLst>
                <a:gd name="T0" fmla="*/ 99 w 106"/>
                <a:gd name="T1" fmla="*/ 38 h 77"/>
                <a:gd name="T2" fmla="*/ 93 w 106"/>
                <a:gd name="T3" fmla="*/ 32 h 77"/>
                <a:gd name="T4" fmla="*/ 88 w 106"/>
                <a:gd name="T5" fmla="*/ 25 h 77"/>
                <a:gd name="T6" fmla="*/ 86 w 106"/>
                <a:gd name="T7" fmla="*/ 17 h 77"/>
                <a:gd name="T8" fmla="*/ 85 w 106"/>
                <a:gd name="T9" fmla="*/ 9 h 77"/>
                <a:gd name="T10" fmla="*/ 75 w 106"/>
                <a:gd name="T11" fmla="*/ 6 h 77"/>
                <a:gd name="T12" fmla="*/ 69 w 106"/>
                <a:gd name="T13" fmla="*/ 6 h 77"/>
                <a:gd name="T14" fmla="*/ 63 w 106"/>
                <a:gd name="T15" fmla="*/ 3 h 77"/>
                <a:gd name="T16" fmla="*/ 57 w 106"/>
                <a:gd name="T17" fmla="*/ 1 h 77"/>
                <a:gd name="T18" fmla="*/ 57 w 106"/>
                <a:gd name="T19" fmla="*/ 0 h 77"/>
                <a:gd name="T20" fmla="*/ 53 w 106"/>
                <a:gd name="T21" fmla="*/ 2 h 77"/>
                <a:gd name="T22" fmla="*/ 49 w 106"/>
                <a:gd name="T23" fmla="*/ 6 h 77"/>
                <a:gd name="T24" fmla="*/ 41 w 106"/>
                <a:gd name="T25" fmla="*/ 7 h 77"/>
                <a:gd name="T26" fmla="*/ 38 w 106"/>
                <a:gd name="T27" fmla="*/ 13 h 77"/>
                <a:gd name="T28" fmla="*/ 37 w 106"/>
                <a:gd name="T29" fmla="*/ 17 h 77"/>
                <a:gd name="T30" fmla="*/ 33 w 106"/>
                <a:gd name="T31" fmla="*/ 20 h 77"/>
                <a:gd name="T32" fmla="*/ 27 w 106"/>
                <a:gd name="T33" fmla="*/ 26 h 77"/>
                <a:gd name="T34" fmla="*/ 26 w 106"/>
                <a:gd name="T35" fmla="*/ 31 h 77"/>
                <a:gd name="T36" fmla="*/ 18 w 106"/>
                <a:gd name="T37" fmla="*/ 33 h 77"/>
                <a:gd name="T38" fmla="*/ 13 w 106"/>
                <a:gd name="T39" fmla="*/ 36 h 77"/>
                <a:gd name="T40" fmla="*/ 4 w 106"/>
                <a:gd name="T41" fmla="*/ 35 h 77"/>
                <a:gd name="T42" fmla="*/ 4 w 106"/>
                <a:gd name="T43" fmla="*/ 36 h 77"/>
                <a:gd name="T44" fmla="*/ 6 w 106"/>
                <a:gd name="T45" fmla="*/ 45 h 77"/>
                <a:gd name="T46" fmla="*/ 7 w 106"/>
                <a:gd name="T47" fmla="*/ 55 h 77"/>
                <a:gd name="T48" fmla="*/ 0 w 106"/>
                <a:gd name="T49" fmla="*/ 60 h 77"/>
                <a:gd name="T50" fmla="*/ 4 w 106"/>
                <a:gd name="T51" fmla="*/ 66 h 77"/>
                <a:gd name="T52" fmla="*/ 4 w 106"/>
                <a:gd name="T53" fmla="*/ 72 h 77"/>
                <a:gd name="T54" fmla="*/ 10 w 106"/>
                <a:gd name="T55" fmla="*/ 71 h 77"/>
                <a:gd name="T56" fmla="*/ 17 w 106"/>
                <a:gd name="T57" fmla="*/ 67 h 77"/>
                <a:gd name="T58" fmla="*/ 36 w 106"/>
                <a:gd name="T59" fmla="*/ 69 h 77"/>
                <a:gd name="T60" fmla="*/ 47 w 106"/>
                <a:gd name="T61" fmla="*/ 71 h 77"/>
                <a:gd name="T62" fmla="*/ 54 w 106"/>
                <a:gd name="T63" fmla="*/ 72 h 77"/>
                <a:gd name="T64" fmla="*/ 62 w 106"/>
                <a:gd name="T65" fmla="*/ 72 h 77"/>
                <a:gd name="T66" fmla="*/ 69 w 106"/>
                <a:gd name="T67" fmla="*/ 75 h 77"/>
                <a:gd name="T68" fmla="*/ 79 w 106"/>
                <a:gd name="T69" fmla="*/ 75 h 77"/>
                <a:gd name="T70" fmla="*/ 81 w 106"/>
                <a:gd name="T71" fmla="*/ 72 h 77"/>
                <a:gd name="T72" fmla="*/ 88 w 106"/>
                <a:gd name="T73" fmla="*/ 64 h 77"/>
                <a:gd name="T74" fmla="*/ 95 w 106"/>
                <a:gd name="T75" fmla="*/ 63 h 77"/>
                <a:gd name="T76" fmla="*/ 94 w 106"/>
                <a:gd name="T77" fmla="*/ 58 h 77"/>
                <a:gd name="T78" fmla="*/ 92 w 106"/>
                <a:gd name="T79" fmla="*/ 48 h 77"/>
                <a:gd name="T80" fmla="*/ 100 w 106"/>
                <a:gd name="T81" fmla="*/ 49 h 77"/>
                <a:gd name="T82" fmla="*/ 106 w 106"/>
                <a:gd name="T83" fmla="*/ 44 h 77"/>
                <a:gd name="T84" fmla="*/ 99 w 106"/>
                <a:gd name="T85" fmla="*/ 38 h 7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6"/>
                <a:gd name="T130" fmla="*/ 0 h 77"/>
                <a:gd name="T131" fmla="*/ 106 w 106"/>
                <a:gd name="T132" fmla="*/ 77 h 7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6" h="77">
                  <a:moveTo>
                    <a:pt x="99" y="38"/>
                  </a:moveTo>
                  <a:cubicBezTo>
                    <a:pt x="97" y="37"/>
                    <a:pt x="96" y="33"/>
                    <a:pt x="93" y="32"/>
                  </a:cubicBezTo>
                  <a:cubicBezTo>
                    <a:pt x="90" y="30"/>
                    <a:pt x="90" y="26"/>
                    <a:pt x="88" y="25"/>
                  </a:cubicBezTo>
                  <a:cubicBezTo>
                    <a:pt x="85" y="23"/>
                    <a:pt x="87" y="19"/>
                    <a:pt x="86" y="17"/>
                  </a:cubicBezTo>
                  <a:cubicBezTo>
                    <a:pt x="86" y="14"/>
                    <a:pt x="87" y="10"/>
                    <a:pt x="85" y="9"/>
                  </a:cubicBezTo>
                  <a:cubicBezTo>
                    <a:pt x="84" y="8"/>
                    <a:pt x="78" y="5"/>
                    <a:pt x="75" y="6"/>
                  </a:cubicBezTo>
                  <a:cubicBezTo>
                    <a:pt x="72" y="7"/>
                    <a:pt x="70" y="8"/>
                    <a:pt x="69" y="6"/>
                  </a:cubicBezTo>
                  <a:cubicBezTo>
                    <a:pt x="68" y="4"/>
                    <a:pt x="66" y="2"/>
                    <a:pt x="63" y="3"/>
                  </a:cubicBezTo>
                  <a:cubicBezTo>
                    <a:pt x="60" y="4"/>
                    <a:pt x="59" y="3"/>
                    <a:pt x="57" y="1"/>
                  </a:cubicBezTo>
                  <a:cubicBezTo>
                    <a:pt x="57" y="1"/>
                    <a:pt x="57" y="1"/>
                    <a:pt x="57" y="0"/>
                  </a:cubicBezTo>
                  <a:cubicBezTo>
                    <a:pt x="55" y="1"/>
                    <a:pt x="54" y="1"/>
                    <a:pt x="53" y="2"/>
                  </a:cubicBezTo>
                  <a:cubicBezTo>
                    <a:pt x="51" y="3"/>
                    <a:pt x="51" y="6"/>
                    <a:pt x="49" y="6"/>
                  </a:cubicBezTo>
                  <a:cubicBezTo>
                    <a:pt x="46" y="6"/>
                    <a:pt x="44" y="5"/>
                    <a:pt x="41" y="7"/>
                  </a:cubicBezTo>
                  <a:cubicBezTo>
                    <a:pt x="38" y="9"/>
                    <a:pt x="38" y="11"/>
                    <a:pt x="38" y="13"/>
                  </a:cubicBezTo>
                  <a:cubicBezTo>
                    <a:pt x="38" y="15"/>
                    <a:pt x="39" y="17"/>
                    <a:pt x="37" y="17"/>
                  </a:cubicBezTo>
                  <a:cubicBezTo>
                    <a:pt x="35" y="17"/>
                    <a:pt x="35" y="20"/>
                    <a:pt x="33" y="20"/>
                  </a:cubicBezTo>
                  <a:cubicBezTo>
                    <a:pt x="31" y="21"/>
                    <a:pt x="28" y="24"/>
                    <a:pt x="27" y="26"/>
                  </a:cubicBezTo>
                  <a:cubicBezTo>
                    <a:pt x="27" y="27"/>
                    <a:pt x="27" y="31"/>
                    <a:pt x="26" y="31"/>
                  </a:cubicBezTo>
                  <a:cubicBezTo>
                    <a:pt x="24" y="31"/>
                    <a:pt x="20" y="32"/>
                    <a:pt x="18" y="33"/>
                  </a:cubicBezTo>
                  <a:cubicBezTo>
                    <a:pt x="17" y="35"/>
                    <a:pt x="15" y="37"/>
                    <a:pt x="13" y="36"/>
                  </a:cubicBezTo>
                  <a:cubicBezTo>
                    <a:pt x="11" y="36"/>
                    <a:pt x="8" y="35"/>
                    <a:pt x="4" y="35"/>
                  </a:cubicBezTo>
                  <a:cubicBezTo>
                    <a:pt x="4" y="36"/>
                    <a:pt x="4" y="36"/>
                    <a:pt x="4" y="36"/>
                  </a:cubicBezTo>
                  <a:cubicBezTo>
                    <a:pt x="3" y="40"/>
                    <a:pt x="4" y="43"/>
                    <a:pt x="6" y="45"/>
                  </a:cubicBezTo>
                  <a:cubicBezTo>
                    <a:pt x="8" y="47"/>
                    <a:pt x="9" y="54"/>
                    <a:pt x="7" y="55"/>
                  </a:cubicBezTo>
                  <a:cubicBezTo>
                    <a:pt x="4" y="56"/>
                    <a:pt x="0" y="59"/>
                    <a:pt x="0" y="60"/>
                  </a:cubicBezTo>
                  <a:cubicBezTo>
                    <a:pt x="0" y="62"/>
                    <a:pt x="5" y="64"/>
                    <a:pt x="4" y="66"/>
                  </a:cubicBezTo>
                  <a:cubicBezTo>
                    <a:pt x="3" y="67"/>
                    <a:pt x="3" y="70"/>
                    <a:pt x="4" y="72"/>
                  </a:cubicBezTo>
                  <a:cubicBezTo>
                    <a:pt x="6" y="72"/>
                    <a:pt x="8" y="73"/>
                    <a:pt x="10" y="71"/>
                  </a:cubicBezTo>
                  <a:cubicBezTo>
                    <a:pt x="12" y="69"/>
                    <a:pt x="13" y="67"/>
                    <a:pt x="17" y="67"/>
                  </a:cubicBezTo>
                  <a:cubicBezTo>
                    <a:pt x="21" y="67"/>
                    <a:pt x="34" y="67"/>
                    <a:pt x="36" y="69"/>
                  </a:cubicBezTo>
                  <a:cubicBezTo>
                    <a:pt x="38" y="71"/>
                    <a:pt x="44" y="69"/>
                    <a:pt x="47" y="71"/>
                  </a:cubicBezTo>
                  <a:cubicBezTo>
                    <a:pt x="50" y="72"/>
                    <a:pt x="54" y="73"/>
                    <a:pt x="54" y="72"/>
                  </a:cubicBezTo>
                  <a:cubicBezTo>
                    <a:pt x="55" y="70"/>
                    <a:pt x="59" y="74"/>
                    <a:pt x="62" y="72"/>
                  </a:cubicBezTo>
                  <a:cubicBezTo>
                    <a:pt x="65" y="71"/>
                    <a:pt x="67" y="76"/>
                    <a:pt x="69" y="75"/>
                  </a:cubicBezTo>
                  <a:cubicBezTo>
                    <a:pt x="71" y="74"/>
                    <a:pt x="78" y="74"/>
                    <a:pt x="79" y="75"/>
                  </a:cubicBezTo>
                  <a:cubicBezTo>
                    <a:pt x="81" y="77"/>
                    <a:pt x="81" y="74"/>
                    <a:pt x="81" y="72"/>
                  </a:cubicBezTo>
                  <a:cubicBezTo>
                    <a:pt x="81" y="70"/>
                    <a:pt x="88" y="64"/>
                    <a:pt x="88" y="64"/>
                  </a:cubicBezTo>
                  <a:cubicBezTo>
                    <a:pt x="88" y="64"/>
                    <a:pt x="93" y="64"/>
                    <a:pt x="95" y="63"/>
                  </a:cubicBezTo>
                  <a:cubicBezTo>
                    <a:pt x="95" y="62"/>
                    <a:pt x="94" y="60"/>
                    <a:pt x="94" y="58"/>
                  </a:cubicBezTo>
                  <a:cubicBezTo>
                    <a:pt x="92" y="53"/>
                    <a:pt x="90" y="49"/>
                    <a:pt x="92" y="48"/>
                  </a:cubicBezTo>
                  <a:cubicBezTo>
                    <a:pt x="93" y="46"/>
                    <a:pt x="98" y="50"/>
                    <a:pt x="100" y="49"/>
                  </a:cubicBezTo>
                  <a:cubicBezTo>
                    <a:pt x="102" y="48"/>
                    <a:pt x="106" y="46"/>
                    <a:pt x="106" y="44"/>
                  </a:cubicBezTo>
                  <a:cubicBezTo>
                    <a:pt x="105" y="41"/>
                    <a:pt x="101" y="38"/>
                    <a:pt x="99" y="38"/>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8" name="Freeform 84"/>
            <p:cNvSpPr>
              <a:spLocks noChangeArrowheads="1"/>
            </p:cNvSpPr>
            <p:nvPr/>
          </p:nvSpPr>
          <p:spPr bwMode="auto">
            <a:xfrm>
              <a:off x="4089414" y="1041401"/>
              <a:ext cx="160339" cy="74613"/>
            </a:xfrm>
            <a:custGeom>
              <a:avLst/>
              <a:gdLst>
                <a:gd name="T0" fmla="*/ 29 w 84"/>
                <a:gd name="T1" fmla="*/ 27 h 39"/>
                <a:gd name="T2" fmla="*/ 43 w 84"/>
                <a:gd name="T3" fmla="*/ 27 h 39"/>
                <a:gd name="T4" fmla="*/ 49 w 84"/>
                <a:gd name="T5" fmla="*/ 30 h 39"/>
                <a:gd name="T6" fmla="*/ 60 w 84"/>
                <a:gd name="T7" fmla="*/ 36 h 39"/>
                <a:gd name="T8" fmla="*/ 66 w 84"/>
                <a:gd name="T9" fmla="*/ 39 h 39"/>
                <a:gd name="T10" fmla="*/ 68 w 84"/>
                <a:gd name="T11" fmla="*/ 37 h 39"/>
                <a:gd name="T12" fmla="*/ 76 w 84"/>
                <a:gd name="T13" fmla="*/ 36 h 39"/>
                <a:gd name="T14" fmla="*/ 80 w 84"/>
                <a:gd name="T15" fmla="*/ 32 h 39"/>
                <a:gd name="T16" fmla="*/ 84 w 84"/>
                <a:gd name="T17" fmla="*/ 30 h 39"/>
                <a:gd name="T18" fmla="*/ 81 w 84"/>
                <a:gd name="T19" fmla="*/ 24 h 39"/>
                <a:gd name="T20" fmla="*/ 78 w 84"/>
                <a:gd name="T21" fmla="*/ 17 h 39"/>
                <a:gd name="T22" fmla="*/ 76 w 84"/>
                <a:gd name="T23" fmla="*/ 11 h 39"/>
                <a:gd name="T24" fmla="*/ 74 w 84"/>
                <a:gd name="T25" fmla="*/ 8 h 39"/>
                <a:gd name="T26" fmla="*/ 64 w 84"/>
                <a:gd name="T27" fmla="*/ 7 h 39"/>
                <a:gd name="T28" fmla="*/ 52 w 84"/>
                <a:gd name="T29" fmla="*/ 1 h 39"/>
                <a:gd name="T30" fmla="*/ 40 w 84"/>
                <a:gd name="T31" fmla="*/ 1 h 39"/>
                <a:gd name="T32" fmla="*/ 39 w 84"/>
                <a:gd name="T33" fmla="*/ 12 h 39"/>
                <a:gd name="T34" fmla="*/ 30 w 84"/>
                <a:gd name="T35" fmla="*/ 16 h 39"/>
                <a:gd name="T36" fmla="*/ 20 w 84"/>
                <a:gd name="T37" fmla="*/ 5 h 39"/>
                <a:gd name="T38" fmla="*/ 9 w 84"/>
                <a:gd name="T39" fmla="*/ 10 h 39"/>
                <a:gd name="T40" fmla="*/ 5 w 84"/>
                <a:gd name="T41" fmla="*/ 19 h 39"/>
                <a:gd name="T42" fmla="*/ 3 w 84"/>
                <a:gd name="T43" fmla="*/ 29 h 39"/>
                <a:gd name="T44" fmla="*/ 3 w 84"/>
                <a:gd name="T45" fmla="*/ 30 h 39"/>
                <a:gd name="T46" fmla="*/ 12 w 84"/>
                <a:gd name="T47" fmla="*/ 27 h 39"/>
                <a:gd name="T48" fmla="*/ 29 w 84"/>
                <a:gd name="T49" fmla="*/ 27 h 3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4"/>
                <a:gd name="T76" fmla="*/ 0 h 39"/>
                <a:gd name="T77" fmla="*/ 84 w 84"/>
                <a:gd name="T78" fmla="*/ 39 h 3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4" h="39">
                  <a:moveTo>
                    <a:pt x="29" y="27"/>
                  </a:moveTo>
                  <a:cubicBezTo>
                    <a:pt x="32" y="27"/>
                    <a:pt x="39" y="29"/>
                    <a:pt x="43" y="27"/>
                  </a:cubicBezTo>
                  <a:cubicBezTo>
                    <a:pt x="47" y="26"/>
                    <a:pt x="47" y="31"/>
                    <a:pt x="49" y="30"/>
                  </a:cubicBezTo>
                  <a:cubicBezTo>
                    <a:pt x="52" y="29"/>
                    <a:pt x="57" y="33"/>
                    <a:pt x="60" y="36"/>
                  </a:cubicBezTo>
                  <a:cubicBezTo>
                    <a:pt x="62" y="37"/>
                    <a:pt x="64" y="38"/>
                    <a:pt x="66" y="39"/>
                  </a:cubicBezTo>
                  <a:cubicBezTo>
                    <a:pt x="66" y="38"/>
                    <a:pt x="67" y="38"/>
                    <a:pt x="68" y="37"/>
                  </a:cubicBezTo>
                  <a:cubicBezTo>
                    <a:pt x="71" y="35"/>
                    <a:pt x="73" y="36"/>
                    <a:pt x="76" y="36"/>
                  </a:cubicBezTo>
                  <a:cubicBezTo>
                    <a:pt x="78" y="36"/>
                    <a:pt x="78" y="33"/>
                    <a:pt x="80" y="32"/>
                  </a:cubicBezTo>
                  <a:cubicBezTo>
                    <a:pt x="81" y="31"/>
                    <a:pt x="82" y="31"/>
                    <a:pt x="84" y="30"/>
                  </a:cubicBezTo>
                  <a:cubicBezTo>
                    <a:pt x="83" y="29"/>
                    <a:pt x="83" y="25"/>
                    <a:pt x="81" y="24"/>
                  </a:cubicBezTo>
                  <a:cubicBezTo>
                    <a:pt x="79" y="22"/>
                    <a:pt x="77" y="19"/>
                    <a:pt x="78" y="17"/>
                  </a:cubicBezTo>
                  <a:cubicBezTo>
                    <a:pt x="78" y="15"/>
                    <a:pt x="78" y="13"/>
                    <a:pt x="76" y="11"/>
                  </a:cubicBezTo>
                  <a:cubicBezTo>
                    <a:pt x="75" y="10"/>
                    <a:pt x="75" y="9"/>
                    <a:pt x="74" y="8"/>
                  </a:cubicBezTo>
                  <a:cubicBezTo>
                    <a:pt x="70" y="7"/>
                    <a:pt x="65" y="7"/>
                    <a:pt x="64" y="7"/>
                  </a:cubicBezTo>
                  <a:cubicBezTo>
                    <a:pt x="62" y="8"/>
                    <a:pt x="54" y="2"/>
                    <a:pt x="52" y="1"/>
                  </a:cubicBezTo>
                  <a:cubicBezTo>
                    <a:pt x="51" y="0"/>
                    <a:pt x="46" y="0"/>
                    <a:pt x="40" y="1"/>
                  </a:cubicBezTo>
                  <a:cubicBezTo>
                    <a:pt x="37" y="4"/>
                    <a:pt x="39" y="7"/>
                    <a:pt x="39" y="12"/>
                  </a:cubicBezTo>
                  <a:cubicBezTo>
                    <a:pt x="39" y="17"/>
                    <a:pt x="33" y="16"/>
                    <a:pt x="30" y="16"/>
                  </a:cubicBezTo>
                  <a:cubicBezTo>
                    <a:pt x="27" y="16"/>
                    <a:pt x="22" y="7"/>
                    <a:pt x="20" y="5"/>
                  </a:cubicBezTo>
                  <a:cubicBezTo>
                    <a:pt x="18" y="2"/>
                    <a:pt x="13" y="7"/>
                    <a:pt x="9" y="10"/>
                  </a:cubicBezTo>
                  <a:cubicBezTo>
                    <a:pt x="5" y="12"/>
                    <a:pt x="7" y="16"/>
                    <a:pt x="5" y="19"/>
                  </a:cubicBezTo>
                  <a:cubicBezTo>
                    <a:pt x="2" y="21"/>
                    <a:pt x="0" y="24"/>
                    <a:pt x="3" y="29"/>
                  </a:cubicBezTo>
                  <a:cubicBezTo>
                    <a:pt x="3" y="29"/>
                    <a:pt x="3" y="30"/>
                    <a:pt x="3" y="30"/>
                  </a:cubicBezTo>
                  <a:cubicBezTo>
                    <a:pt x="7" y="30"/>
                    <a:pt x="10" y="29"/>
                    <a:pt x="12" y="27"/>
                  </a:cubicBezTo>
                  <a:cubicBezTo>
                    <a:pt x="16" y="25"/>
                    <a:pt x="25" y="27"/>
                    <a:pt x="29" y="27"/>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9" name="Freeform 85"/>
            <p:cNvSpPr>
              <a:spLocks noChangeArrowheads="1"/>
            </p:cNvSpPr>
            <p:nvPr/>
          </p:nvSpPr>
          <p:spPr bwMode="auto">
            <a:xfrm>
              <a:off x="4089414" y="1089026"/>
              <a:ext cx="125413" cy="79375"/>
            </a:xfrm>
            <a:custGeom>
              <a:avLst/>
              <a:gdLst>
                <a:gd name="T0" fmla="*/ 10 w 66"/>
                <a:gd name="T1" fmla="*/ 21 h 42"/>
                <a:gd name="T2" fmla="*/ 16 w 66"/>
                <a:gd name="T3" fmla="*/ 23 h 42"/>
                <a:gd name="T4" fmla="*/ 23 w 66"/>
                <a:gd name="T5" fmla="*/ 27 h 42"/>
                <a:gd name="T6" fmla="*/ 23 w 66"/>
                <a:gd name="T7" fmla="*/ 35 h 42"/>
                <a:gd name="T8" fmla="*/ 31 w 66"/>
                <a:gd name="T9" fmla="*/ 40 h 42"/>
                <a:gd name="T10" fmla="*/ 40 w 66"/>
                <a:gd name="T11" fmla="*/ 41 h 42"/>
                <a:gd name="T12" fmla="*/ 45 w 66"/>
                <a:gd name="T13" fmla="*/ 38 h 42"/>
                <a:gd name="T14" fmla="*/ 53 w 66"/>
                <a:gd name="T15" fmla="*/ 36 h 42"/>
                <a:gd name="T16" fmla="*/ 54 w 66"/>
                <a:gd name="T17" fmla="*/ 31 h 42"/>
                <a:gd name="T18" fmla="*/ 60 w 66"/>
                <a:gd name="T19" fmla="*/ 25 h 42"/>
                <a:gd name="T20" fmla="*/ 64 w 66"/>
                <a:gd name="T21" fmla="*/ 22 h 42"/>
                <a:gd name="T22" fmla="*/ 65 w 66"/>
                <a:gd name="T23" fmla="*/ 18 h 42"/>
                <a:gd name="T24" fmla="*/ 66 w 66"/>
                <a:gd name="T25" fmla="*/ 14 h 42"/>
                <a:gd name="T26" fmla="*/ 60 w 66"/>
                <a:gd name="T27" fmla="*/ 11 h 42"/>
                <a:gd name="T28" fmla="*/ 49 w 66"/>
                <a:gd name="T29" fmla="*/ 5 h 42"/>
                <a:gd name="T30" fmla="*/ 43 w 66"/>
                <a:gd name="T31" fmla="*/ 2 h 42"/>
                <a:gd name="T32" fmla="*/ 29 w 66"/>
                <a:gd name="T33" fmla="*/ 2 h 42"/>
                <a:gd name="T34" fmla="*/ 12 w 66"/>
                <a:gd name="T35" fmla="*/ 2 h 42"/>
                <a:gd name="T36" fmla="*/ 3 w 66"/>
                <a:gd name="T37" fmla="*/ 5 h 42"/>
                <a:gd name="T38" fmla="*/ 2 w 66"/>
                <a:gd name="T39" fmla="*/ 17 h 42"/>
                <a:gd name="T40" fmla="*/ 3 w 66"/>
                <a:gd name="T41" fmla="*/ 20 h 42"/>
                <a:gd name="T42" fmla="*/ 10 w 66"/>
                <a:gd name="T43" fmla="*/ 21 h 4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6"/>
                <a:gd name="T67" fmla="*/ 0 h 42"/>
                <a:gd name="T68" fmla="*/ 66 w 66"/>
                <a:gd name="T69" fmla="*/ 42 h 4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6" h="42">
                  <a:moveTo>
                    <a:pt x="10" y="21"/>
                  </a:moveTo>
                  <a:cubicBezTo>
                    <a:pt x="11" y="23"/>
                    <a:pt x="15" y="24"/>
                    <a:pt x="16" y="23"/>
                  </a:cubicBezTo>
                  <a:cubicBezTo>
                    <a:pt x="18" y="23"/>
                    <a:pt x="23" y="25"/>
                    <a:pt x="23" y="27"/>
                  </a:cubicBezTo>
                  <a:cubicBezTo>
                    <a:pt x="23" y="29"/>
                    <a:pt x="21" y="35"/>
                    <a:pt x="23" y="35"/>
                  </a:cubicBezTo>
                  <a:cubicBezTo>
                    <a:pt x="24" y="35"/>
                    <a:pt x="31" y="37"/>
                    <a:pt x="31" y="40"/>
                  </a:cubicBezTo>
                  <a:cubicBezTo>
                    <a:pt x="35" y="40"/>
                    <a:pt x="38" y="41"/>
                    <a:pt x="40" y="41"/>
                  </a:cubicBezTo>
                  <a:cubicBezTo>
                    <a:pt x="42" y="42"/>
                    <a:pt x="44" y="40"/>
                    <a:pt x="45" y="38"/>
                  </a:cubicBezTo>
                  <a:cubicBezTo>
                    <a:pt x="47" y="37"/>
                    <a:pt x="51" y="36"/>
                    <a:pt x="53" y="36"/>
                  </a:cubicBezTo>
                  <a:cubicBezTo>
                    <a:pt x="54" y="36"/>
                    <a:pt x="54" y="32"/>
                    <a:pt x="54" y="31"/>
                  </a:cubicBezTo>
                  <a:cubicBezTo>
                    <a:pt x="55" y="29"/>
                    <a:pt x="58" y="26"/>
                    <a:pt x="60" y="25"/>
                  </a:cubicBezTo>
                  <a:cubicBezTo>
                    <a:pt x="62" y="25"/>
                    <a:pt x="62" y="22"/>
                    <a:pt x="64" y="22"/>
                  </a:cubicBezTo>
                  <a:cubicBezTo>
                    <a:pt x="66" y="22"/>
                    <a:pt x="65" y="20"/>
                    <a:pt x="65" y="18"/>
                  </a:cubicBezTo>
                  <a:cubicBezTo>
                    <a:pt x="65" y="17"/>
                    <a:pt x="65" y="16"/>
                    <a:pt x="66" y="14"/>
                  </a:cubicBezTo>
                  <a:cubicBezTo>
                    <a:pt x="64" y="13"/>
                    <a:pt x="62" y="12"/>
                    <a:pt x="60" y="11"/>
                  </a:cubicBezTo>
                  <a:cubicBezTo>
                    <a:pt x="57" y="8"/>
                    <a:pt x="52" y="4"/>
                    <a:pt x="49" y="5"/>
                  </a:cubicBezTo>
                  <a:cubicBezTo>
                    <a:pt x="47" y="6"/>
                    <a:pt x="47" y="1"/>
                    <a:pt x="43" y="2"/>
                  </a:cubicBezTo>
                  <a:cubicBezTo>
                    <a:pt x="39" y="4"/>
                    <a:pt x="32" y="2"/>
                    <a:pt x="29" y="2"/>
                  </a:cubicBezTo>
                  <a:cubicBezTo>
                    <a:pt x="25" y="2"/>
                    <a:pt x="16" y="0"/>
                    <a:pt x="12" y="2"/>
                  </a:cubicBezTo>
                  <a:cubicBezTo>
                    <a:pt x="10" y="4"/>
                    <a:pt x="7" y="5"/>
                    <a:pt x="3" y="5"/>
                  </a:cubicBezTo>
                  <a:cubicBezTo>
                    <a:pt x="6" y="9"/>
                    <a:pt x="5" y="14"/>
                    <a:pt x="2" y="17"/>
                  </a:cubicBezTo>
                  <a:cubicBezTo>
                    <a:pt x="0" y="19"/>
                    <a:pt x="1" y="19"/>
                    <a:pt x="3" y="20"/>
                  </a:cubicBezTo>
                  <a:cubicBezTo>
                    <a:pt x="5" y="20"/>
                    <a:pt x="9" y="19"/>
                    <a:pt x="10" y="21"/>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0" name="Freeform 86"/>
            <p:cNvSpPr>
              <a:spLocks noChangeArrowheads="1"/>
            </p:cNvSpPr>
            <p:nvPr/>
          </p:nvSpPr>
          <p:spPr bwMode="auto">
            <a:xfrm>
              <a:off x="3781437" y="1346201"/>
              <a:ext cx="96838" cy="55564"/>
            </a:xfrm>
            <a:custGeom>
              <a:avLst/>
              <a:gdLst>
                <a:gd name="T0" fmla="*/ 46 w 51"/>
                <a:gd name="T1" fmla="*/ 12 h 29"/>
                <a:gd name="T2" fmla="*/ 40 w 51"/>
                <a:gd name="T3" fmla="*/ 9 h 29"/>
                <a:gd name="T4" fmla="*/ 40 w 51"/>
                <a:gd name="T5" fmla="*/ 4 h 29"/>
                <a:gd name="T6" fmla="*/ 33 w 51"/>
                <a:gd name="T7" fmla="*/ 1 h 29"/>
                <a:gd name="T8" fmla="*/ 26 w 51"/>
                <a:gd name="T9" fmla="*/ 2 h 29"/>
                <a:gd name="T10" fmla="*/ 16 w 51"/>
                <a:gd name="T11" fmla="*/ 2 h 29"/>
                <a:gd name="T12" fmla="*/ 15 w 51"/>
                <a:gd name="T13" fmla="*/ 4 h 29"/>
                <a:gd name="T14" fmla="*/ 9 w 51"/>
                <a:gd name="T15" fmla="*/ 8 h 29"/>
                <a:gd name="T16" fmla="*/ 2 w 51"/>
                <a:gd name="T17" fmla="*/ 17 h 29"/>
                <a:gd name="T18" fmla="*/ 3 w 51"/>
                <a:gd name="T19" fmla="*/ 21 h 29"/>
                <a:gd name="T20" fmla="*/ 8 w 51"/>
                <a:gd name="T21" fmla="*/ 22 h 29"/>
                <a:gd name="T22" fmla="*/ 10 w 51"/>
                <a:gd name="T23" fmla="*/ 27 h 29"/>
                <a:gd name="T24" fmla="*/ 10 w 51"/>
                <a:gd name="T25" fmla="*/ 27 h 29"/>
                <a:gd name="T26" fmla="*/ 20 w 51"/>
                <a:gd name="T27" fmla="*/ 27 h 29"/>
                <a:gd name="T28" fmla="*/ 25 w 51"/>
                <a:gd name="T29" fmla="*/ 19 h 29"/>
                <a:gd name="T30" fmla="*/ 32 w 51"/>
                <a:gd name="T31" fmla="*/ 26 h 29"/>
                <a:gd name="T32" fmla="*/ 35 w 51"/>
                <a:gd name="T33" fmla="*/ 22 h 29"/>
                <a:gd name="T34" fmla="*/ 39 w 51"/>
                <a:gd name="T35" fmla="*/ 20 h 29"/>
                <a:gd name="T36" fmla="*/ 44 w 51"/>
                <a:gd name="T37" fmla="*/ 19 h 29"/>
                <a:gd name="T38" fmla="*/ 47 w 51"/>
                <a:gd name="T39" fmla="*/ 17 h 29"/>
                <a:gd name="T40" fmla="*/ 49 w 51"/>
                <a:gd name="T41" fmla="*/ 15 h 29"/>
                <a:gd name="T42" fmla="*/ 51 w 51"/>
                <a:gd name="T43" fmla="*/ 12 h 29"/>
                <a:gd name="T44" fmla="*/ 46 w 51"/>
                <a:gd name="T45" fmla="*/ 12 h 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1"/>
                <a:gd name="T70" fmla="*/ 0 h 29"/>
                <a:gd name="T71" fmla="*/ 51 w 51"/>
                <a:gd name="T72" fmla="*/ 29 h 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1" h="29">
                  <a:moveTo>
                    <a:pt x="46" y="12"/>
                  </a:moveTo>
                  <a:cubicBezTo>
                    <a:pt x="43" y="13"/>
                    <a:pt x="40" y="10"/>
                    <a:pt x="40" y="9"/>
                  </a:cubicBezTo>
                  <a:cubicBezTo>
                    <a:pt x="40" y="8"/>
                    <a:pt x="39" y="6"/>
                    <a:pt x="40" y="4"/>
                  </a:cubicBezTo>
                  <a:cubicBezTo>
                    <a:pt x="38" y="3"/>
                    <a:pt x="35" y="2"/>
                    <a:pt x="33" y="1"/>
                  </a:cubicBezTo>
                  <a:cubicBezTo>
                    <a:pt x="30" y="0"/>
                    <a:pt x="28" y="0"/>
                    <a:pt x="26" y="2"/>
                  </a:cubicBezTo>
                  <a:cubicBezTo>
                    <a:pt x="24" y="2"/>
                    <a:pt x="19" y="2"/>
                    <a:pt x="16" y="2"/>
                  </a:cubicBezTo>
                  <a:cubicBezTo>
                    <a:pt x="16" y="3"/>
                    <a:pt x="15" y="4"/>
                    <a:pt x="15" y="4"/>
                  </a:cubicBezTo>
                  <a:cubicBezTo>
                    <a:pt x="12" y="4"/>
                    <a:pt x="9" y="6"/>
                    <a:pt x="9" y="8"/>
                  </a:cubicBezTo>
                  <a:cubicBezTo>
                    <a:pt x="8" y="11"/>
                    <a:pt x="3" y="13"/>
                    <a:pt x="2" y="17"/>
                  </a:cubicBezTo>
                  <a:cubicBezTo>
                    <a:pt x="0" y="22"/>
                    <a:pt x="1" y="24"/>
                    <a:pt x="3" y="21"/>
                  </a:cubicBezTo>
                  <a:cubicBezTo>
                    <a:pt x="5" y="18"/>
                    <a:pt x="8" y="19"/>
                    <a:pt x="8" y="22"/>
                  </a:cubicBezTo>
                  <a:cubicBezTo>
                    <a:pt x="8" y="24"/>
                    <a:pt x="11" y="24"/>
                    <a:pt x="10" y="27"/>
                  </a:cubicBezTo>
                  <a:cubicBezTo>
                    <a:pt x="10" y="27"/>
                    <a:pt x="10" y="27"/>
                    <a:pt x="10" y="27"/>
                  </a:cubicBezTo>
                  <a:cubicBezTo>
                    <a:pt x="13" y="27"/>
                    <a:pt x="18" y="27"/>
                    <a:pt x="20" y="27"/>
                  </a:cubicBezTo>
                  <a:cubicBezTo>
                    <a:pt x="22" y="27"/>
                    <a:pt x="24" y="19"/>
                    <a:pt x="25" y="19"/>
                  </a:cubicBezTo>
                  <a:cubicBezTo>
                    <a:pt x="26" y="18"/>
                    <a:pt x="29" y="24"/>
                    <a:pt x="32" y="26"/>
                  </a:cubicBezTo>
                  <a:cubicBezTo>
                    <a:pt x="34" y="29"/>
                    <a:pt x="35" y="24"/>
                    <a:pt x="35" y="22"/>
                  </a:cubicBezTo>
                  <a:cubicBezTo>
                    <a:pt x="35" y="20"/>
                    <a:pt x="37" y="20"/>
                    <a:pt x="39" y="20"/>
                  </a:cubicBezTo>
                  <a:cubicBezTo>
                    <a:pt x="40" y="20"/>
                    <a:pt x="44" y="21"/>
                    <a:pt x="44" y="19"/>
                  </a:cubicBezTo>
                  <a:cubicBezTo>
                    <a:pt x="44" y="16"/>
                    <a:pt x="46" y="17"/>
                    <a:pt x="47" y="17"/>
                  </a:cubicBezTo>
                  <a:cubicBezTo>
                    <a:pt x="49" y="17"/>
                    <a:pt x="49" y="15"/>
                    <a:pt x="49" y="15"/>
                  </a:cubicBezTo>
                  <a:cubicBezTo>
                    <a:pt x="51" y="12"/>
                    <a:pt x="51" y="12"/>
                    <a:pt x="51" y="12"/>
                  </a:cubicBezTo>
                  <a:cubicBezTo>
                    <a:pt x="49" y="12"/>
                    <a:pt x="47" y="11"/>
                    <a:pt x="46" y="12"/>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1" name="Freeform 87"/>
            <p:cNvSpPr>
              <a:spLocks noChangeArrowheads="1"/>
            </p:cNvSpPr>
            <p:nvPr/>
          </p:nvSpPr>
          <p:spPr bwMode="auto">
            <a:xfrm>
              <a:off x="3779850" y="1141412"/>
              <a:ext cx="192088" cy="219075"/>
            </a:xfrm>
            <a:custGeom>
              <a:avLst/>
              <a:gdLst>
                <a:gd name="T0" fmla="*/ 13 w 101"/>
                <a:gd name="T1" fmla="*/ 29 h 114"/>
                <a:gd name="T2" fmla="*/ 7 w 101"/>
                <a:gd name="T3" fmla="*/ 35 h 114"/>
                <a:gd name="T4" fmla="*/ 11 w 101"/>
                <a:gd name="T5" fmla="*/ 41 h 114"/>
                <a:gd name="T6" fmla="*/ 9 w 101"/>
                <a:gd name="T7" fmla="*/ 44 h 114"/>
                <a:gd name="T8" fmla="*/ 2 w 101"/>
                <a:gd name="T9" fmla="*/ 47 h 114"/>
                <a:gd name="T10" fmla="*/ 2 w 101"/>
                <a:gd name="T11" fmla="*/ 53 h 114"/>
                <a:gd name="T12" fmla="*/ 0 w 101"/>
                <a:gd name="T13" fmla="*/ 62 h 114"/>
                <a:gd name="T14" fmla="*/ 3 w 101"/>
                <a:gd name="T15" fmla="*/ 69 h 114"/>
                <a:gd name="T16" fmla="*/ 1 w 101"/>
                <a:gd name="T17" fmla="*/ 73 h 114"/>
                <a:gd name="T18" fmla="*/ 5 w 101"/>
                <a:gd name="T19" fmla="*/ 82 h 114"/>
                <a:gd name="T20" fmla="*/ 7 w 101"/>
                <a:gd name="T21" fmla="*/ 84 h 114"/>
                <a:gd name="T22" fmla="*/ 14 w 101"/>
                <a:gd name="T23" fmla="*/ 87 h 114"/>
                <a:gd name="T24" fmla="*/ 20 w 101"/>
                <a:gd name="T25" fmla="*/ 89 h 114"/>
                <a:gd name="T26" fmla="*/ 23 w 101"/>
                <a:gd name="T27" fmla="*/ 93 h 114"/>
                <a:gd name="T28" fmla="*/ 18 w 101"/>
                <a:gd name="T29" fmla="*/ 102 h 114"/>
                <a:gd name="T30" fmla="*/ 17 w 101"/>
                <a:gd name="T31" fmla="*/ 109 h 114"/>
                <a:gd name="T32" fmla="*/ 27 w 101"/>
                <a:gd name="T33" fmla="*/ 109 h 114"/>
                <a:gd name="T34" fmla="*/ 34 w 101"/>
                <a:gd name="T35" fmla="*/ 108 h 114"/>
                <a:gd name="T36" fmla="*/ 41 w 101"/>
                <a:gd name="T37" fmla="*/ 111 h 114"/>
                <a:gd name="T38" fmla="*/ 42 w 101"/>
                <a:gd name="T39" fmla="*/ 110 h 114"/>
                <a:gd name="T40" fmla="*/ 49 w 101"/>
                <a:gd name="T41" fmla="*/ 112 h 114"/>
                <a:gd name="T42" fmla="*/ 55 w 101"/>
                <a:gd name="T43" fmla="*/ 111 h 114"/>
                <a:gd name="T44" fmla="*/ 62 w 101"/>
                <a:gd name="T45" fmla="*/ 110 h 114"/>
                <a:gd name="T46" fmla="*/ 73 w 101"/>
                <a:gd name="T47" fmla="*/ 108 h 114"/>
                <a:gd name="T48" fmla="*/ 78 w 101"/>
                <a:gd name="T49" fmla="*/ 105 h 114"/>
                <a:gd name="T50" fmla="*/ 82 w 101"/>
                <a:gd name="T51" fmla="*/ 98 h 114"/>
                <a:gd name="T52" fmla="*/ 89 w 101"/>
                <a:gd name="T53" fmla="*/ 93 h 114"/>
                <a:gd name="T54" fmla="*/ 77 w 101"/>
                <a:gd name="T55" fmla="*/ 84 h 114"/>
                <a:gd name="T56" fmla="*/ 73 w 101"/>
                <a:gd name="T57" fmla="*/ 74 h 114"/>
                <a:gd name="T58" fmla="*/ 72 w 101"/>
                <a:gd name="T59" fmla="*/ 68 h 114"/>
                <a:gd name="T60" fmla="*/ 84 w 101"/>
                <a:gd name="T61" fmla="*/ 64 h 114"/>
                <a:gd name="T62" fmla="*/ 93 w 101"/>
                <a:gd name="T63" fmla="*/ 60 h 114"/>
                <a:gd name="T64" fmla="*/ 99 w 101"/>
                <a:gd name="T65" fmla="*/ 59 h 114"/>
                <a:gd name="T66" fmla="*/ 100 w 101"/>
                <a:gd name="T67" fmla="*/ 53 h 114"/>
                <a:gd name="T68" fmla="*/ 97 w 101"/>
                <a:gd name="T69" fmla="*/ 44 h 114"/>
                <a:gd name="T70" fmla="*/ 95 w 101"/>
                <a:gd name="T71" fmla="*/ 38 h 114"/>
                <a:gd name="T72" fmla="*/ 93 w 101"/>
                <a:gd name="T73" fmla="*/ 33 h 114"/>
                <a:gd name="T74" fmla="*/ 92 w 101"/>
                <a:gd name="T75" fmla="*/ 28 h 114"/>
                <a:gd name="T76" fmla="*/ 92 w 101"/>
                <a:gd name="T77" fmla="*/ 16 h 114"/>
                <a:gd name="T78" fmla="*/ 92 w 101"/>
                <a:gd name="T79" fmla="*/ 15 h 114"/>
                <a:gd name="T80" fmla="*/ 91 w 101"/>
                <a:gd name="T81" fmla="*/ 14 h 114"/>
                <a:gd name="T82" fmla="*/ 85 w 101"/>
                <a:gd name="T83" fmla="*/ 10 h 114"/>
                <a:gd name="T84" fmla="*/ 86 w 101"/>
                <a:gd name="T85" fmla="*/ 3 h 114"/>
                <a:gd name="T86" fmla="*/ 76 w 101"/>
                <a:gd name="T87" fmla="*/ 6 h 114"/>
                <a:gd name="T88" fmla="*/ 63 w 101"/>
                <a:gd name="T89" fmla="*/ 13 h 114"/>
                <a:gd name="T90" fmla="*/ 57 w 101"/>
                <a:gd name="T91" fmla="*/ 9 h 114"/>
                <a:gd name="T92" fmla="*/ 53 w 101"/>
                <a:gd name="T93" fmla="*/ 7 h 114"/>
                <a:gd name="T94" fmla="*/ 45 w 101"/>
                <a:gd name="T95" fmla="*/ 3 h 114"/>
                <a:gd name="T96" fmla="*/ 44 w 101"/>
                <a:gd name="T97" fmla="*/ 0 h 114"/>
                <a:gd name="T98" fmla="*/ 40 w 101"/>
                <a:gd name="T99" fmla="*/ 1 h 114"/>
                <a:gd name="T100" fmla="*/ 30 w 101"/>
                <a:gd name="T101" fmla="*/ 0 h 114"/>
                <a:gd name="T102" fmla="*/ 32 w 101"/>
                <a:gd name="T103" fmla="*/ 5 h 114"/>
                <a:gd name="T104" fmla="*/ 35 w 101"/>
                <a:gd name="T105" fmla="*/ 15 h 114"/>
                <a:gd name="T106" fmla="*/ 30 w 101"/>
                <a:gd name="T107" fmla="*/ 19 h 114"/>
                <a:gd name="T108" fmla="*/ 22 w 101"/>
                <a:gd name="T109" fmla="*/ 18 h 114"/>
                <a:gd name="T110" fmla="*/ 13 w 101"/>
                <a:gd name="T111" fmla="*/ 19 h 114"/>
                <a:gd name="T112" fmla="*/ 13 w 101"/>
                <a:gd name="T113" fmla="*/ 22 h 114"/>
                <a:gd name="T114" fmla="*/ 13 w 101"/>
                <a:gd name="T115" fmla="*/ 29 h 11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01"/>
                <a:gd name="T175" fmla="*/ 0 h 114"/>
                <a:gd name="T176" fmla="*/ 101 w 101"/>
                <a:gd name="T177" fmla="*/ 114 h 11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01" h="114">
                  <a:moveTo>
                    <a:pt x="13" y="29"/>
                  </a:moveTo>
                  <a:cubicBezTo>
                    <a:pt x="10" y="33"/>
                    <a:pt x="7" y="34"/>
                    <a:pt x="7" y="35"/>
                  </a:cubicBezTo>
                  <a:cubicBezTo>
                    <a:pt x="8" y="36"/>
                    <a:pt x="12" y="39"/>
                    <a:pt x="11" y="41"/>
                  </a:cubicBezTo>
                  <a:cubicBezTo>
                    <a:pt x="10" y="42"/>
                    <a:pt x="9" y="41"/>
                    <a:pt x="9" y="44"/>
                  </a:cubicBezTo>
                  <a:cubicBezTo>
                    <a:pt x="9" y="47"/>
                    <a:pt x="4" y="47"/>
                    <a:pt x="2" y="47"/>
                  </a:cubicBezTo>
                  <a:cubicBezTo>
                    <a:pt x="1" y="47"/>
                    <a:pt x="3" y="50"/>
                    <a:pt x="2" y="53"/>
                  </a:cubicBezTo>
                  <a:cubicBezTo>
                    <a:pt x="1" y="55"/>
                    <a:pt x="1" y="60"/>
                    <a:pt x="0" y="62"/>
                  </a:cubicBezTo>
                  <a:cubicBezTo>
                    <a:pt x="0" y="64"/>
                    <a:pt x="4" y="67"/>
                    <a:pt x="3" y="69"/>
                  </a:cubicBezTo>
                  <a:cubicBezTo>
                    <a:pt x="3" y="70"/>
                    <a:pt x="0" y="72"/>
                    <a:pt x="1" y="73"/>
                  </a:cubicBezTo>
                  <a:cubicBezTo>
                    <a:pt x="2" y="74"/>
                    <a:pt x="4" y="76"/>
                    <a:pt x="5" y="82"/>
                  </a:cubicBezTo>
                  <a:cubicBezTo>
                    <a:pt x="6" y="83"/>
                    <a:pt x="7" y="83"/>
                    <a:pt x="7" y="84"/>
                  </a:cubicBezTo>
                  <a:cubicBezTo>
                    <a:pt x="9" y="86"/>
                    <a:pt x="11" y="87"/>
                    <a:pt x="14" y="87"/>
                  </a:cubicBezTo>
                  <a:cubicBezTo>
                    <a:pt x="18" y="87"/>
                    <a:pt x="19" y="89"/>
                    <a:pt x="20" y="89"/>
                  </a:cubicBezTo>
                  <a:cubicBezTo>
                    <a:pt x="22" y="89"/>
                    <a:pt x="26" y="90"/>
                    <a:pt x="23" y="93"/>
                  </a:cubicBezTo>
                  <a:cubicBezTo>
                    <a:pt x="19" y="96"/>
                    <a:pt x="19" y="99"/>
                    <a:pt x="18" y="102"/>
                  </a:cubicBezTo>
                  <a:cubicBezTo>
                    <a:pt x="18" y="104"/>
                    <a:pt x="18" y="107"/>
                    <a:pt x="17" y="109"/>
                  </a:cubicBezTo>
                  <a:cubicBezTo>
                    <a:pt x="20" y="109"/>
                    <a:pt x="25" y="109"/>
                    <a:pt x="27" y="109"/>
                  </a:cubicBezTo>
                  <a:cubicBezTo>
                    <a:pt x="29" y="107"/>
                    <a:pt x="31" y="107"/>
                    <a:pt x="34" y="108"/>
                  </a:cubicBezTo>
                  <a:cubicBezTo>
                    <a:pt x="36" y="109"/>
                    <a:pt x="39" y="110"/>
                    <a:pt x="41" y="111"/>
                  </a:cubicBezTo>
                  <a:cubicBezTo>
                    <a:pt x="41" y="110"/>
                    <a:pt x="41" y="110"/>
                    <a:pt x="42" y="110"/>
                  </a:cubicBezTo>
                  <a:cubicBezTo>
                    <a:pt x="44" y="110"/>
                    <a:pt x="47" y="114"/>
                    <a:pt x="49" y="112"/>
                  </a:cubicBezTo>
                  <a:cubicBezTo>
                    <a:pt x="50" y="109"/>
                    <a:pt x="54" y="110"/>
                    <a:pt x="55" y="111"/>
                  </a:cubicBezTo>
                  <a:cubicBezTo>
                    <a:pt x="57" y="112"/>
                    <a:pt x="60" y="112"/>
                    <a:pt x="62" y="110"/>
                  </a:cubicBezTo>
                  <a:cubicBezTo>
                    <a:pt x="64" y="108"/>
                    <a:pt x="72" y="107"/>
                    <a:pt x="73" y="108"/>
                  </a:cubicBezTo>
                  <a:cubicBezTo>
                    <a:pt x="75" y="109"/>
                    <a:pt x="80" y="111"/>
                    <a:pt x="78" y="105"/>
                  </a:cubicBezTo>
                  <a:cubicBezTo>
                    <a:pt x="76" y="99"/>
                    <a:pt x="82" y="100"/>
                    <a:pt x="82" y="98"/>
                  </a:cubicBezTo>
                  <a:cubicBezTo>
                    <a:pt x="83" y="95"/>
                    <a:pt x="90" y="94"/>
                    <a:pt x="89" y="93"/>
                  </a:cubicBezTo>
                  <a:cubicBezTo>
                    <a:pt x="88" y="91"/>
                    <a:pt x="79" y="86"/>
                    <a:pt x="77" y="84"/>
                  </a:cubicBezTo>
                  <a:cubicBezTo>
                    <a:pt x="74" y="82"/>
                    <a:pt x="74" y="77"/>
                    <a:pt x="73" y="74"/>
                  </a:cubicBezTo>
                  <a:cubicBezTo>
                    <a:pt x="72" y="72"/>
                    <a:pt x="69" y="69"/>
                    <a:pt x="72" y="68"/>
                  </a:cubicBezTo>
                  <a:cubicBezTo>
                    <a:pt x="76" y="68"/>
                    <a:pt x="81" y="66"/>
                    <a:pt x="84" y="64"/>
                  </a:cubicBezTo>
                  <a:cubicBezTo>
                    <a:pt x="87" y="61"/>
                    <a:pt x="92" y="61"/>
                    <a:pt x="93" y="60"/>
                  </a:cubicBezTo>
                  <a:cubicBezTo>
                    <a:pt x="95" y="58"/>
                    <a:pt x="98" y="61"/>
                    <a:pt x="99" y="59"/>
                  </a:cubicBezTo>
                  <a:cubicBezTo>
                    <a:pt x="100" y="58"/>
                    <a:pt x="101" y="55"/>
                    <a:pt x="100" y="53"/>
                  </a:cubicBezTo>
                  <a:cubicBezTo>
                    <a:pt x="98" y="51"/>
                    <a:pt x="97" y="48"/>
                    <a:pt x="97" y="44"/>
                  </a:cubicBezTo>
                  <a:cubicBezTo>
                    <a:pt x="97" y="40"/>
                    <a:pt x="95" y="40"/>
                    <a:pt x="95" y="38"/>
                  </a:cubicBezTo>
                  <a:cubicBezTo>
                    <a:pt x="95" y="36"/>
                    <a:pt x="95" y="34"/>
                    <a:pt x="93" y="33"/>
                  </a:cubicBezTo>
                  <a:cubicBezTo>
                    <a:pt x="91" y="32"/>
                    <a:pt x="90" y="31"/>
                    <a:pt x="92" y="28"/>
                  </a:cubicBezTo>
                  <a:cubicBezTo>
                    <a:pt x="94" y="25"/>
                    <a:pt x="93" y="18"/>
                    <a:pt x="92" y="16"/>
                  </a:cubicBezTo>
                  <a:cubicBezTo>
                    <a:pt x="92" y="16"/>
                    <a:pt x="92" y="15"/>
                    <a:pt x="92" y="15"/>
                  </a:cubicBezTo>
                  <a:cubicBezTo>
                    <a:pt x="92" y="15"/>
                    <a:pt x="91" y="14"/>
                    <a:pt x="91" y="14"/>
                  </a:cubicBezTo>
                  <a:cubicBezTo>
                    <a:pt x="91" y="11"/>
                    <a:pt x="89" y="10"/>
                    <a:pt x="85" y="10"/>
                  </a:cubicBezTo>
                  <a:cubicBezTo>
                    <a:pt x="80" y="10"/>
                    <a:pt x="87" y="6"/>
                    <a:pt x="86" y="3"/>
                  </a:cubicBezTo>
                  <a:cubicBezTo>
                    <a:pt x="84" y="1"/>
                    <a:pt x="80" y="7"/>
                    <a:pt x="76" y="6"/>
                  </a:cubicBezTo>
                  <a:cubicBezTo>
                    <a:pt x="72" y="5"/>
                    <a:pt x="67" y="11"/>
                    <a:pt x="63" y="13"/>
                  </a:cubicBezTo>
                  <a:cubicBezTo>
                    <a:pt x="60" y="16"/>
                    <a:pt x="55" y="13"/>
                    <a:pt x="57" y="9"/>
                  </a:cubicBezTo>
                  <a:cubicBezTo>
                    <a:pt x="60" y="5"/>
                    <a:pt x="57" y="6"/>
                    <a:pt x="53" y="7"/>
                  </a:cubicBezTo>
                  <a:cubicBezTo>
                    <a:pt x="49" y="9"/>
                    <a:pt x="44" y="7"/>
                    <a:pt x="45" y="3"/>
                  </a:cubicBezTo>
                  <a:cubicBezTo>
                    <a:pt x="45" y="2"/>
                    <a:pt x="45" y="1"/>
                    <a:pt x="44" y="0"/>
                  </a:cubicBezTo>
                  <a:cubicBezTo>
                    <a:pt x="42" y="1"/>
                    <a:pt x="41" y="1"/>
                    <a:pt x="40" y="1"/>
                  </a:cubicBezTo>
                  <a:cubicBezTo>
                    <a:pt x="38" y="0"/>
                    <a:pt x="34" y="0"/>
                    <a:pt x="30" y="0"/>
                  </a:cubicBezTo>
                  <a:cubicBezTo>
                    <a:pt x="31" y="1"/>
                    <a:pt x="32" y="3"/>
                    <a:pt x="32" y="5"/>
                  </a:cubicBezTo>
                  <a:cubicBezTo>
                    <a:pt x="30" y="8"/>
                    <a:pt x="33" y="10"/>
                    <a:pt x="35" y="15"/>
                  </a:cubicBezTo>
                  <a:cubicBezTo>
                    <a:pt x="37" y="19"/>
                    <a:pt x="30" y="16"/>
                    <a:pt x="30" y="19"/>
                  </a:cubicBezTo>
                  <a:cubicBezTo>
                    <a:pt x="30" y="22"/>
                    <a:pt x="24" y="19"/>
                    <a:pt x="22" y="18"/>
                  </a:cubicBezTo>
                  <a:cubicBezTo>
                    <a:pt x="20" y="17"/>
                    <a:pt x="13" y="18"/>
                    <a:pt x="13" y="19"/>
                  </a:cubicBezTo>
                  <a:cubicBezTo>
                    <a:pt x="13" y="20"/>
                    <a:pt x="13" y="21"/>
                    <a:pt x="13" y="22"/>
                  </a:cubicBezTo>
                  <a:cubicBezTo>
                    <a:pt x="14" y="25"/>
                    <a:pt x="14" y="28"/>
                    <a:pt x="13" y="29"/>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2" name="Freeform 88"/>
            <p:cNvSpPr>
              <a:spLocks noChangeArrowheads="1"/>
            </p:cNvSpPr>
            <p:nvPr/>
          </p:nvSpPr>
          <p:spPr bwMode="auto">
            <a:xfrm>
              <a:off x="4094176" y="619125"/>
              <a:ext cx="225426" cy="360363"/>
            </a:xfrm>
            <a:custGeom>
              <a:avLst/>
              <a:gdLst>
                <a:gd name="T0" fmla="*/ 100 w 118"/>
                <a:gd name="T1" fmla="*/ 158 h 189"/>
                <a:gd name="T2" fmla="*/ 117 w 118"/>
                <a:gd name="T3" fmla="*/ 142 h 189"/>
                <a:gd name="T4" fmla="*/ 114 w 118"/>
                <a:gd name="T5" fmla="*/ 133 h 189"/>
                <a:gd name="T6" fmla="*/ 100 w 118"/>
                <a:gd name="T7" fmla="*/ 122 h 189"/>
                <a:gd name="T8" fmla="*/ 107 w 118"/>
                <a:gd name="T9" fmla="*/ 116 h 189"/>
                <a:gd name="T10" fmla="*/ 101 w 118"/>
                <a:gd name="T11" fmla="*/ 110 h 189"/>
                <a:gd name="T12" fmla="*/ 102 w 118"/>
                <a:gd name="T13" fmla="*/ 104 h 189"/>
                <a:gd name="T14" fmla="*/ 97 w 118"/>
                <a:gd name="T15" fmla="*/ 101 h 189"/>
                <a:gd name="T16" fmla="*/ 99 w 118"/>
                <a:gd name="T17" fmla="*/ 97 h 189"/>
                <a:gd name="T18" fmla="*/ 98 w 118"/>
                <a:gd name="T19" fmla="*/ 89 h 189"/>
                <a:gd name="T20" fmla="*/ 101 w 118"/>
                <a:gd name="T21" fmla="*/ 82 h 189"/>
                <a:gd name="T22" fmla="*/ 91 w 118"/>
                <a:gd name="T23" fmla="*/ 65 h 189"/>
                <a:gd name="T24" fmla="*/ 94 w 118"/>
                <a:gd name="T25" fmla="*/ 58 h 189"/>
                <a:gd name="T26" fmla="*/ 101 w 118"/>
                <a:gd name="T27" fmla="*/ 50 h 189"/>
                <a:gd name="T28" fmla="*/ 93 w 118"/>
                <a:gd name="T29" fmla="*/ 42 h 189"/>
                <a:gd name="T30" fmla="*/ 86 w 118"/>
                <a:gd name="T31" fmla="*/ 38 h 189"/>
                <a:gd name="T32" fmla="*/ 84 w 118"/>
                <a:gd name="T33" fmla="*/ 31 h 189"/>
                <a:gd name="T34" fmla="*/ 86 w 118"/>
                <a:gd name="T35" fmla="*/ 25 h 189"/>
                <a:gd name="T36" fmla="*/ 90 w 118"/>
                <a:gd name="T37" fmla="*/ 22 h 189"/>
                <a:gd name="T38" fmla="*/ 93 w 118"/>
                <a:gd name="T39" fmla="*/ 18 h 189"/>
                <a:gd name="T40" fmla="*/ 93 w 118"/>
                <a:gd name="T41" fmla="*/ 11 h 189"/>
                <a:gd name="T42" fmla="*/ 81 w 118"/>
                <a:gd name="T43" fmla="*/ 3 h 189"/>
                <a:gd name="T44" fmla="*/ 72 w 118"/>
                <a:gd name="T45" fmla="*/ 3 h 189"/>
                <a:gd name="T46" fmla="*/ 61 w 118"/>
                <a:gd name="T47" fmla="*/ 6 h 189"/>
                <a:gd name="T48" fmla="*/ 54 w 118"/>
                <a:gd name="T49" fmla="*/ 14 h 189"/>
                <a:gd name="T50" fmla="*/ 52 w 118"/>
                <a:gd name="T51" fmla="*/ 23 h 189"/>
                <a:gd name="T52" fmla="*/ 47 w 118"/>
                <a:gd name="T53" fmla="*/ 30 h 189"/>
                <a:gd name="T54" fmla="*/ 40 w 118"/>
                <a:gd name="T55" fmla="*/ 28 h 189"/>
                <a:gd name="T56" fmla="*/ 32 w 118"/>
                <a:gd name="T57" fmla="*/ 28 h 189"/>
                <a:gd name="T58" fmla="*/ 19 w 118"/>
                <a:gd name="T59" fmla="*/ 27 h 189"/>
                <a:gd name="T60" fmla="*/ 7 w 118"/>
                <a:gd name="T61" fmla="*/ 18 h 189"/>
                <a:gd name="T62" fmla="*/ 0 w 118"/>
                <a:gd name="T63" fmla="*/ 23 h 189"/>
                <a:gd name="T64" fmla="*/ 12 w 118"/>
                <a:gd name="T65" fmla="*/ 32 h 189"/>
                <a:gd name="T66" fmla="*/ 28 w 118"/>
                <a:gd name="T67" fmla="*/ 42 h 189"/>
                <a:gd name="T68" fmla="*/ 29 w 118"/>
                <a:gd name="T69" fmla="*/ 53 h 189"/>
                <a:gd name="T70" fmla="*/ 31 w 118"/>
                <a:gd name="T71" fmla="*/ 63 h 189"/>
                <a:gd name="T72" fmla="*/ 31 w 118"/>
                <a:gd name="T73" fmla="*/ 73 h 189"/>
                <a:gd name="T74" fmla="*/ 33 w 118"/>
                <a:gd name="T75" fmla="*/ 78 h 189"/>
                <a:gd name="T76" fmla="*/ 34 w 118"/>
                <a:gd name="T77" fmla="*/ 84 h 189"/>
                <a:gd name="T78" fmla="*/ 44 w 118"/>
                <a:gd name="T79" fmla="*/ 88 h 189"/>
                <a:gd name="T80" fmla="*/ 48 w 118"/>
                <a:gd name="T81" fmla="*/ 96 h 189"/>
                <a:gd name="T82" fmla="*/ 46 w 118"/>
                <a:gd name="T83" fmla="*/ 100 h 189"/>
                <a:gd name="T84" fmla="*/ 39 w 118"/>
                <a:gd name="T85" fmla="*/ 105 h 189"/>
                <a:gd name="T86" fmla="*/ 28 w 118"/>
                <a:gd name="T87" fmla="*/ 117 h 189"/>
                <a:gd name="T88" fmla="*/ 21 w 118"/>
                <a:gd name="T89" fmla="*/ 122 h 189"/>
                <a:gd name="T90" fmla="*/ 15 w 118"/>
                <a:gd name="T91" fmla="*/ 128 h 189"/>
                <a:gd name="T92" fmla="*/ 7 w 118"/>
                <a:gd name="T93" fmla="*/ 132 h 189"/>
                <a:gd name="T94" fmla="*/ 2 w 118"/>
                <a:gd name="T95" fmla="*/ 139 h 189"/>
                <a:gd name="T96" fmla="*/ 3 w 118"/>
                <a:gd name="T97" fmla="*/ 146 h 189"/>
                <a:gd name="T98" fmla="*/ 4 w 118"/>
                <a:gd name="T99" fmla="*/ 153 h 189"/>
                <a:gd name="T100" fmla="*/ 6 w 118"/>
                <a:gd name="T101" fmla="*/ 166 h 189"/>
                <a:gd name="T102" fmla="*/ 3 w 118"/>
                <a:gd name="T103" fmla="*/ 178 h 189"/>
                <a:gd name="T104" fmla="*/ 13 w 118"/>
                <a:gd name="T105" fmla="*/ 182 h 189"/>
                <a:gd name="T106" fmla="*/ 20 w 118"/>
                <a:gd name="T107" fmla="*/ 186 h 189"/>
                <a:gd name="T108" fmla="*/ 33 w 118"/>
                <a:gd name="T109" fmla="*/ 188 h 189"/>
                <a:gd name="T110" fmla="*/ 68 w 118"/>
                <a:gd name="T111" fmla="*/ 180 h 189"/>
                <a:gd name="T112" fmla="*/ 78 w 118"/>
                <a:gd name="T113" fmla="*/ 179 h 189"/>
                <a:gd name="T114" fmla="*/ 83 w 118"/>
                <a:gd name="T115" fmla="*/ 172 h 189"/>
                <a:gd name="T116" fmla="*/ 100 w 118"/>
                <a:gd name="T117" fmla="*/ 158 h 18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8"/>
                <a:gd name="T178" fmla="*/ 0 h 189"/>
                <a:gd name="T179" fmla="*/ 118 w 118"/>
                <a:gd name="T180" fmla="*/ 189 h 18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8" h="189">
                  <a:moveTo>
                    <a:pt x="100" y="158"/>
                  </a:moveTo>
                  <a:cubicBezTo>
                    <a:pt x="103" y="152"/>
                    <a:pt x="115" y="148"/>
                    <a:pt x="117" y="142"/>
                  </a:cubicBezTo>
                  <a:cubicBezTo>
                    <a:pt x="118" y="140"/>
                    <a:pt x="118" y="138"/>
                    <a:pt x="114" y="133"/>
                  </a:cubicBezTo>
                  <a:cubicBezTo>
                    <a:pt x="110" y="128"/>
                    <a:pt x="100" y="125"/>
                    <a:pt x="100" y="122"/>
                  </a:cubicBezTo>
                  <a:cubicBezTo>
                    <a:pt x="99" y="120"/>
                    <a:pt x="107" y="119"/>
                    <a:pt x="107" y="116"/>
                  </a:cubicBezTo>
                  <a:cubicBezTo>
                    <a:pt x="106" y="113"/>
                    <a:pt x="102" y="113"/>
                    <a:pt x="101" y="110"/>
                  </a:cubicBezTo>
                  <a:cubicBezTo>
                    <a:pt x="99" y="107"/>
                    <a:pt x="103" y="106"/>
                    <a:pt x="102" y="104"/>
                  </a:cubicBezTo>
                  <a:cubicBezTo>
                    <a:pt x="102" y="103"/>
                    <a:pt x="97" y="102"/>
                    <a:pt x="97" y="101"/>
                  </a:cubicBezTo>
                  <a:cubicBezTo>
                    <a:pt x="96" y="99"/>
                    <a:pt x="100" y="99"/>
                    <a:pt x="99" y="97"/>
                  </a:cubicBezTo>
                  <a:cubicBezTo>
                    <a:pt x="99" y="95"/>
                    <a:pt x="95" y="92"/>
                    <a:pt x="98" y="89"/>
                  </a:cubicBezTo>
                  <a:cubicBezTo>
                    <a:pt x="100" y="86"/>
                    <a:pt x="105" y="89"/>
                    <a:pt x="101" y="82"/>
                  </a:cubicBezTo>
                  <a:cubicBezTo>
                    <a:pt x="98" y="75"/>
                    <a:pt x="92" y="67"/>
                    <a:pt x="91" y="65"/>
                  </a:cubicBezTo>
                  <a:cubicBezTo>
                    <a:pt x="89" y="63"/>
                    <a:pt x="92" y="60"/>
                    <a:pt x="94" y="58"/>
                  </a:cubicBezTo>
                  <a:cubicBezTo>
                    <a:pt x="96" y="57"/>
                    <a:pt x="101" y="52"/>
                    <a:pt x="101" y="50"/>
                  </a:cubicBezTo>
                  <a:cubicBezTo>
                    <a:pt x="101" y="48"/>
                    <a:pt x="95" y="43"/>
                    <a:pt x="93" y="42"/>
                  </a:cubicBezTo>
                  <a:cubicBezTo>
                    <a:pt x="91" y="41"/>
                    <a:pt x="88" y="41"/>
                    <a:pt x="86" y="38"/>
                  </a:cubicBezTo>
                  <a:cubicBezTo>
                    <a:pt x="84" y="34"/>
                    <a:pt x="83" y="33"/>
                    <a:pt x="84" y="31"/>
                  </a:cubicBezTo>
                  <a:cubicBezTo>
                    <a:pt x="86" y="29"/>
                    <a:pt x="86" y="27"/>
                    <a:pt x="86" y="25"/>
                  </a:cubicBezTo>
                  <a:cubicBezTo>
                    <a:pt x="86" y="23"/>
                    <a:pt x="90" y="25"/>
                    <a:pt x="90" y="22"/>
                  </a:cubicBezTo>
                  <a:cubicBezTo>
                    <a:pt x="91" y="20"/>
                    <a:pt x="92" y="19"/>
                    <a:pt x="93" y="18"/>
                  </a:cubicBezTo>
                  <a:cubicBezTo>
                    <a:pt x="93" y="15"/>
                    <a:pt x="93" y="13"/>
                    <a:pt x="93" y="11"/>
                  </a:cubicBezTo>
                  <a:cubicBezTo>
                    <a:pt x="92" y="8"/>
                    <a:pt x="83" y="7"/>
                    <a:pt x="81" y="3"/>
                  </a:cubicBezTo>
                  <a:cubicBezTo>
                    <a:pt x="79" y="0"/>
                    <a:pt x="74" y="1"/>
                    <a:pt x="72" y="3"/>
                  </a:cubicBezTo>
                  <a:cubicBezTo>
                    <a:pt x="70" y="6"/>
                    <a:pt x="61" y="3"/>
                    <a:pt x="61" y="6"/>
                  </a:cubicBezTo>
                  <a:cubicBezTo>
                    <a:pt x="61" y="9"/>
                    <a:pt x="54" y="10"/>
                    <a:pt x="54" y="14"/>
                  </a:cubicBezTo>
                  <a:cubicBezTo>
                    <a:pt x="54" y="17"/>
                    <a:pt x="57" y="24"/>
                    <a:pt x="52" y="23"/>
                  </a:cubicBezTo>
                  <a:cubicBezTo>
                    <a:pt x="46" y="23"/>
                    <a:pt x="50" y="25"/>
                    <a:pt x="47" y="30"/>
                  </a:cubicBezTo>
                  <a:cubicBezTo>
                    <a:pt x="44" y="34"/>
                    <a:pt x="44" y="27"/>
                    <a:pt x="40" y="28"/>
                  </a:cubicBezTo>
                  <a:cubicBezTo>
                    <a:pt x="37" y="29"/>
                    <a:pt x="33" y="25"/>
                    <a:pt x="32" y="28"/>
                  </a:cubicBezTo>
                  <a:cubicBezTo>
                    <a:pt x="30" y="30"/>
                    <a:pt x="25" y="28"/>
                    <a:pt x="19" y="27"/>
                  </a:cubicBezTo>
                  <a:cubicBezTo>
                    <a:pt x="14" y="26"/>
                    <a:pt x="11" y="18"/>
                    <a:pt x="7" y="18"/>
                  </a:cubicBezTo>
                  <a:cubicBezTo>
                    <a:pt x="4" y="18"/>
                    <a:pt x="1" y="20"/>
                    <a:pt x="0" y="23"/>
                  </a:cubicBezTo>
                  <a:cubicBezTo>
                    <a:pt x="4" y="26"/>
                    <a:pt x="7" y="30"/>
                    <a:pt x="12" y="32"/>
                  </a:cubicBezTo>
                  <a:cubicBezTo>
                    <a:pt x="18" y="35"/>
                    <a:pt x="29" y="38"/>
                    <a:pt x="28" y="42"/>
                  </a:cubicBezTo>
                  <a:cubicBezTo>
                    <a:pt x="28" y="46"/>
                    <a:pt x="26" y="51"/>
                    <a:pt x="29" y="53"/>
                  </a:cubicBezTo>
                  <a:cubicBezTo>
                    <a:pt x="31" y="54"/>
                    <a:pt x="28" y="61"/>
                    <a:pt x="31" y="63"/>
                  </a:cubicBezTo>
                  <a:cubicBezTo>
                    <a:pt x="34" y="64"/>
                    <a:pt x="33" y="73"/>
                    <a:pt x="31" y="73"/>
                  </a:cubicBezTo>
                  <a:cubicBezTo>
                    <a:pt x="28" y="73"/>
                    <a:pt x="31" y="77"/>
                    <a:pt x="33" y="78"/>
                  </a:cubicBezTo>
                  <a:cubicBezTo>
                    <a:pt x="34" y="79"/>
                    <a:pt x="34" y="81"/>
                    <a:pt x="34" y="84"/>
                  </a:cubicBezTo>
                  <a:cubicBezTo>
                    <a:pt x="38" y="85"/>
                    <a:pt x="41" y="86"/>
                    <a:pt x="44" y="88"/>
                  </a:cubicBezTo>
                  <a:cubicBezTo>
                    <a:pt x="48" y="90"/>
                    <a:pt x="47" y="93"/>
                    <a:pt x="48" y="96"/>
                  </a:cubicBezTo>
                  <a:cubicBezTo>
                    <a:pt x="48" y="100"/>
                    <a:pt x="48" y="102"/>
                    <a:pt x="46" y="100"/>
                  </a:cubicBezTo>
                  <a:cubicBezTo>
                    <a:pt x="43" y="99"/>
                    <a:pt x="41" y="100"/>
                    <a:pt x="39" y="105"/>
                  </a:cubicBezTo>
                  <a:cubicBezTo>
                    <a:pt x="38" y="110"/>
                    <a:pt x="32" y="116"/>
                    <a:pt x="28" y="117"/>
                  </a:cubicBezTo>
                  <a:cubicBezTo>
                    <a:pt x="24" y="117"/>
                    <a:pt x="24" y="121"/>
                    <a:pt x="21" y="122"/>
                  </a:cubicBezTo>
                  <a:cubicBezTo>
                    <a:pt x="18" y="123"/>
                    <a:pt x="15" y="125"/>
                    <a:pt x="15" y="128"/>
                  </a:cubicBezTo>
                  <a:cubicBezTo>
                    <a:pt x="15" y="132"/>
                    <a:pt x="11" y="132"/>
                    <a:pt x="7" y="132"/>
                  </a:cubicBezTo>
                  <a:cubicBezTo>
                    <a:pt x="4" y="132"/>
                    <a:pt x="5" y="138"/>
                    <a:pt x="2" y="139"/>
                  </a:cubicBezTo>
                  <a:cubicBezTo>
                    <a:pt x="0" y="141"/>
                    <a:pt x="0" y="143"/>
                    <a:pt x="3" y="146"/>
                  </a:cubicBezTo>
                  <a:cubicBezTo>
                    <a:pt x="5" y="149"/>
                    <a:pt x="3" y="151"/>
                    <a:pt x="4" y="153"/>
                  </a:cubicBezTo>
                  <a:cubicBezTo>
                    <a:pt x="5" y="156"/>
                    <a:pt x="8" y="161"/>
                    <a:pt x="6" y="166"/>
                  </a:cubicBezTo>
                  <a:cubicBezTo>
                    <a:pt x="3" y="172"/>
                    <a:pt x="1" y="178"/>
                    <a:pt x="3" y="178"/>
                  </a:cubicBezTo>
                  <a:cubicBezTo>
                    <a:pt x="5" y="177"/>
                    <a:pt x="10" y="182"/>
                    <a:pt x="13" y="182"/>
                  </a:cubicBezTo>
                  <a:cubicBezTo>
                    <a:pt x="17" y="182"/>
                    <a:pt x="17" y="187"/>
                    <a:pt x="20" y="186"/>
                  </a:cubicBezTo>
                  <a:cubicBezTo>
                    <a:pt x="23" y="185"/>
                    <a:pt x="23" y="189"/>
                    <a:pt x="33" y="188"/>
                  </a:cubicBezTo>
                  <a:cubicBezTo>
                    <a:pt x="42" y="188"/>
                    <a:pt x="60" y="180"/>
                    <a:pt x="68" y="180"/>
                  </a:cubicBezTo>
                  <a:cubicBezTo>
                    <a:pt x="72" y="180"/>
                    <a:pt x="75" y="180"/>
                    <a:pt x="78" y="179"/>
                  </a:cubicBezTo>
                  <a:cubicBezTo>
                    <a:pt x="79" y="177"/>
                    <a:pt x="81" y="174"/>
                    <a:pt x="83" y="172"/>
                  </a:cubicBezTo>
                  <a:cubicBezTo>
                    <a:pt x="88" y="168"/>
                    <a:pt x="98" y="164"/>
                    <a:pt x="100" y="158"/>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3" name="Freeform 89"/>
            <p:cNvSpPr>
              <a:spLocks noChangeArrowheads="1"/>
            </p:cNvSpPr>
            <p:nvPr/>
          </p:nvSpPr>
          <p:spPr bwMode="auto">
            <a:xfrm>
              <a:off x="4383103" y="1747839"/>
              <a:ext cx="455615" cy="363538"/>
            </a:xfrm>
            <a:custGeom>
              <a:avLst/>
              <a:gdLst>
                <a:gd name="T0" fmla="*/ 142 w 238"/>
                <a:gd name="T1" fmla="*/ 40 h 190"/>
                <a:gd name="T2" fmla="*/ 122 w 238"/>
                <a:gd name="T3" fmla="*/ 38 h 190"/>
                <a:gd name="T4" fmla="*/ 109 w 238"/>
                <a:gd name="T5" fmla="*/ 33 h 190"/>
                <a:gd name="T6" fmla="*/ 82 w 238"/>
                <a:gd name="T7" fmla="*/ 13 h 190"/>
                <a:gd name="T8" fmla="*/ 59 w 238"/>
                <a:gd name="T9" fmla="*/ 0 h 190"/>
                <a:gd name="T10" fmla="*/ 50 w 238"/>
                <a:gd name="T11" fmla="*/ 0 h 190"/>
                <a:gd name="T12" fmla="*/ 38 w 238"/>
                <a:gd name="T13" fmla="*/ 4 h 190"/>
                <a:gd name="T14" fmla="*/ 27 w 238"/>
                <a:gd name="T15" fmla="*/ 11 h 190"/>
                <a:gd name="T16" fmla="*/ 36 w 238"/>
                <a:gd name="T17" fmla="*/ 21 h 190"/>
                <a:gd name="T18" fmla="*/ 29 w 238"/>
                <a:gd name="T19" fmla="*/ 26 h 190"/>
                <a:gd name="T20" fmla="*/ 22 w 238"/>
                <a:gd name="T21" fmla="*/ 29 h 190"/>
                <a:gd name="T22" fmla="*/ 13 w 238"/>
                <a:gd name="T23" fmla="*/ 36 h 190"/>
                <a:gd name="T24" fmla="*/ 2 w 238"/>
                <a:gd name="T25" fmla="*/ 31 h 190"/>
                <a:gd name="T26" fmla="*/ 1 w 238"/>
                <a:gd name="T27" fmla="*/ 34 h 190"/>
                <a:gd name="T28" fmla="*/ 0 w 238"/>
                <a:gd name="T29" fmla="*/ 37 h 190"/>
                <a:gd name="T30" fmla="*/ 2 w 238"/>
                <a:gd name="T31" fmla="*/ 50 h 190"/>
                <a:gd name="T32" fmla="*/ 11 w 238"/>
                <a:gd name="T33" fmla="*/ 61 h 190"/>
                <a:gd name="T34" fmla="*/ 28 w 238"/>
                <a:gd name="T35" fmla="*/ 87 h 190"/>
                <a:gd name="T36" fmla="*/ 36 w 238"/>
                <a:gd name="T37" fmla="*/ 99 h 190"/>
                <a:gd name="T38" fmla="*/ 47 w 238"/>
                <a:gd name="T39" fmla="*/ 112 h 190"/>
                <a:gd name="T40" fmla="*/ 49 w 238"/>
                <a:gd name="T41" fmla="*/ 124 h 190"/>
                <a:gd name="T42" fmla="*/ 59 w 238"/>
                <a:gd name="T43" fmla="*/ 143 h 190"/>
                <a:gd name="T44" fmla="*/ 72 w 238"/>
                <a:gd name="T45" fmla="*/ 158 h 190"/>
                <a:gd name="T46" fmla="*/ 82 w 238"/>
                <a:gd name="T47" fmla="*/ 175 h 190"/>
                <a:gd name="T48" fmla="*/ 86 w 238"/>
                <a:gd name="T49" fmla="*/ 184 h 190"/>
                <a:gd name="T50" fmla="*/ 89 w 238"/>
                <a:gd name="T51" fmla="*/ 190 h 190"/>
                <a:gd name="T52" fmla="*/ 95 w 238"/>
                <a:gd name="T53" fmla="*/ 188 h 190"/>
                <a:gd name="T54" fmla="*/ 94 w 238"/>
                <a:gd name="T55" fmla="*/ 181 h 190"/>
                <a:gd name="T56" fmla="*/ 99 w 238"/>
                <a:gd name="T57" fmla="*/ 177 h 190"/>
                <a:gd name="T58" fmla="*/ 107 w 238"/>
                <a:gd name="T59" fmla="*/ 179 h 190"/>
                <a:gd name="T60" fmla="*/ 121 w 238"/>
                <a:gd name="T61" fmla="*/ 180 h 190"/>
                <a:gd name="T62" fmla="*/ 137 w 238"/>
                <a:gd name="T63" fmla="*/ 182 h 190"/>
                <a:gd name="T64" fmla="*/ 145 w 238"/>
                <a:gd name="T65" fmla="*/ 179 h 190"/>
                <a:gd name="T66" fmla="*/ 162 w 238"/>
                <a:gd name="T67" fmla="*/ 164 h 190"/>
                <a:gd name="T68" fmla="*/ 184 w 238"/>
                <a:gd name="T69" fmla="*/ 163 h 190"/>
                <a:gd name="T70" fmla="*/ 230 w 238"/>
                <a:gd name="T71" fmla="*/ 148 h 190"/>
                <a:gd name="T72" fmla="*/ 238 w 238"/>
                <a:gd name="T73" fmla="*/ 125 h 190"/>
                <a:gd name="T74" fmla="*/ 232 w 238"/>
                <a:gd name="T75" fmla="*/ 117 h 190"/>
                <a:gd name="T76" fmla="*/ 203 w 238"/>
                <a:gd name="T77" fmla="*/ 113 h 190"/>
                <a:gd name="T78" fmla="*/ 195 w 238"/>
                <a:gd name="T79" fmla="*/ 101 h 190"/>
                <a:gd name="T80" fmla="*/ 190 w 238"/>
                <a:gd name="T81" fmla="*/ 94 h 190"/>
                <a:gd name="T82" fmla="*/ 181 w 238"/>
                <a:gd name="T83" fmla="*/ 88 h 190"/>
                <a:gd name="T84" fmla="*/ 175 w 238"/>
                <a:gd name="T85" fmla="*/ 76 h 190"/>
                <a:gd name="T86" fmla="*/ 170 w 238"/>
                <a:gd name="T87" fmla="*/ 63 h 190"/>
                <a:gd name="T88" fmla="*/ 158 w 238"/>
                <a:gd name="T89" fmla="*/ 50 h 190"/>
                <a:gd name="T90" fmla="*/ 157 w 238"/>
                <a:gd name="T91" fmla="*/ 45 h 190"/>
                <a:gd name="T92" fmla="*/ 148 w 238"/>
                <a:gd name="T93" fmla="*/ 45 h 190"/>
                <a:gd name="T94" fmla="*/ 142 w 238"/>
                <a:gd name="T95" fmla="*/ 40 h 19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8"/>
                <a:gd name="T145" fmla="*/ 0 h 190"/>
                <a:gd name="T146" fmla="*/ 238 w 238"/>
                <a:gd name="T147" fmla="*/ 190 h 19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8" h="190">
                  <a:moveTo>
                    <a:pt x="142" y="40"/>
                  </a:moveTo>
                  <a:cubicBezTo>
                    <a:pt x="142" y="40"/>
                    <a:pt x="125" y="38"/>
                    <a:pt x="122" y="38"/>
                  </a:cubicBezTo>
                  <a:cubicBezTo>
                    <a:pt x="119" y="38"/>
                    <a:pt x="113" y="37"/>
                    <a:pt x="109" y="33"/>
                  </a:cubicBezTo>
                  <a:cubicBezTo>
                    <a:pt x="105" y="30"/>
                    <a:pt x="85" y="15"/>
                    <a:pt x="82" y="13"/>
                  </a:cubicBezTo>
                  <a:cubicBezTo>
                    <a:pt x="78" y="11"/>
                    <a:pt x="63" y="1"/>
                    <a:pt x="59" y="0"/>
                  </a:cubicBezTo>
                  <a:cubicBezTo>
                    <a:pt x="55" y="0"/>
                    <a:pt x="55" y="0"/>
                    <a:pt x="50" y="0"/>
                  </a:cubicBezTo>
                  <a:cubicBezTo>
                    <a:pt x="45" y="0"/>
                    <a:pt x="47" y="3"/>
                    <a:pt x="38" y="4"/>
                  </a:cubicBezTo>
                  <a:cubicBezTo>
                    <a:pt x="30" y="4"/>
                    <a:pt x="25" y="10"/>
                    <a:pt x="27" y="11"/>
                  </a:cubicBezTo>
                  <a:cubicBezTo>
                    <a:pt x="30" y="12"/>
                    <a:pt x="38" y="19"/>
                    <a:pt x="36" y="21"/>
                  </a:cubicBezTo>
                  <a:cubicBezTo>
                    <a:pt x="33" y="22"/>
                    <a:pt x="33" y="26"/>
                    <a:pt x="29" y="26"/>
                  </a:cubicBezTo>
                  <a:cubicBezTo>
                    <a:pt x="26" y="26"/>
                    <a:pt x="22" y="27"/>
                    <a:pt x="22" y="29"/>
                  </a:cubicBezTo>
                  <a:cubicBezTo>
                    <a:pt x="22" y="32"/>
                    <a:pt x="17" y="36"/>
                    <a:pt x="13" y="36"/>
                  </a:cubicBezTo>
                  <a:cubicBezTo>
                    <a:pt x="11" y="36"/>
                    <a:pt x="6" y="33"/>
                    <a:pt x="2" y="31"/>
                  </a:cubicBezTo>
                  <a:cubicBezTo>
                    <a:pt x="1" y="34"/>
                    <a:pt x="1" y="34"/>
                    <a:pt x="1" y="34"/>
                  </a:cubicBezTo>
                  <a:cubicBezTo>
                    <a:pt x="0" y="37"/>
                    <a:pt x="0" y="37"/>
                    <a:pt x="0" y="37"/>
                  </a:cubicBezTo>
                  <a:cubicBezTo>
                    <a:pt x="1" y="40"/>
                    <a:pt x="0" y="49"/>
                    <a:pt x="2" y="50"/>
                  </a:cubicBezTo>
                  <a:cubicBezTo>
                    <a:pt x="5" y="51"/>
                    <a:pt x="6" y="55"/>
                    <a:pt x="11" y="61"/>
                  </a:cubicBezTo>
                  <a:cubicBezTo>
                    <a:pt x="17" y="67"/>
                    <a:pt x="28" y="83"/>
                    <a:pt x="28" y="87"/>
                  </a:cubicBezTo>
                  <a:cubicBezTo>
                    <a:pt x="28" y="90"/>
                    <a:pt x="30" y="95"/>
                    <a:pt x="36" y="99"/>
                  </a:cubicBezTo>
                  <a:cubicBezTo>
                    <a:pt x="43" y="104"/>
                    <a:pt x="43" y="109"/>
                    <a:pt x="47" y="112"/>
                  </a:cubicBezTo>
                  <a:cubicBezTo>
                    <a:pt x="50" y="114"/>
                    <a:pt x="49" y="118"/>
                    <a:pt x="49" y="124"/>
                  </a:cubicBezTo>
                  <a:cubicBezTo>
                    <a:pt x="50" y="131"/>
                    <a:pt x="53" y="140"/>
                    <a:pt x="59" y="143"/>
                  </a:cubicBezTo>
                  <a:cubicBezTo>
                    <a:pt x="65" y="147"/>
                    <a:pt x="69" y="151"/>
                    <a:pt x="72" y="158"/>
                  </a:cubicBezTo>
                  <a:cubicBezTo>
                    <a:pt x="74" y="165"/>
                    <a:pt x="78" y="171"/>
                    <a:pt x="82" y="175"/>
                  </a:cubicBezTo>
                  <a:cubicBezTo>
                    <a:pt x="86" y="179"/>
                    <a:pt x="84" y="181"/>
                    <a:pt x="86" y="184"/>
                  </a:cubicBezTo>
                  <a:cubicBezTo>
                    <a:pt x="87" y="185"/>
                    <a:pt x="88" y="188"/>
                    <a:pt x="89" y="190"/>
                  </a:cubicBezTo>
                  <a:cubicBezTo>
                    <a:pt x="92" y="189"/>
                    <a:pt x="94" y="188"/>
                    <a:pt x="95" y="188"/>
                  </a:cubicBezTo>
                  <a:cubicBezTo>
                    <a:pt x="95" y="186"/>
                    <a:pt x="93" y="183"/>
                    <a:pt x="94" y="181"/>
                  </a:cubicBezTo>
                  <a:cubicBezTo>
                    <a:pt x="95" y="180"/>
                    <a:pt x="97" y="178"/>
                    <a:pt x="99" y="177"/>
                  </a:cubicBezTo>
                  <a:cubicBezTo>
                    <a:pt x="101" y="177"/>
                    <a:pt x="103" y="179"/>
                    <a:pt x="107" y="179"/>
                  </a:cubicBezTo>
                  <a:cubicBezTo>
                    <a:pt x="112" y="178"/>
                    <a:pt x="120" y="179"/>
                    <a:pt x="121" y="180"/>
                  </a:cubicBezTo>
                  <a:cubicBezTo>
                    <a:pt x="122" y="181"/>
                    <a:pt x="134" y="180"/>
                    <a:pt x="137" y="182"/>
                  </a:cubicBezTo>
                  <a:cubicBezTo>
                    <a:pt x="140" y="185"/>
                    <a:pt x="143" y="184"/>
                    <a:pt x="145" y="179"/>
                  </a:cubicBezTo>
                  <a:cubicBezTo>
                    <a:pt x="147" y="175"/>
                    <a:pt x="160" y="165"/>
                    <a:pt x="162" y="164"/>
                  </a:cubicBezTo>
                  <a:cubicBezTo>
                    <a:pt x="164" y="163"/>
                    <a:pt x="179" y="164"/>
                    <a:pt x="184" y="163"/>
                  </a:cubicBezTo>
                  <a:cubicBezTo>
                    <a:pt x="190" y="162"/>
                    <a:pt x="228" y="150"/>
                    <a:pt x="230" y="148"/>
                  </a:cubicBezTo>
                  <a:cubicBezTo>
                    <a:pt x="231" y="147"/>
                    <a:pt x="238" y="127"/>
                    <a:pt x="238" y="125"/>
                  </a:cubicBezTo>
                  <a:cubicBezTo>
                    <a:pt x="238" y="122"/>
                    <a:pt x="235" y="116"/>
                    <a:pt x="232" y="117"/>
                  </a:cubicBezTo>
                  <a:cubicBezTo>
                    <a:pt x="229" y="117"/>
                    <a:pt x="205" y="114"/>
                    <a:pt x="203" y="113"/>
                  </a:cubicBezTo>
                  <a:cubicBezTo>
                    <a:pt x="202" y="113"/>
                    <a:pt x="196" y="108"/>
                    <a:pt x="195" y="101"/>
                  </a:cubicBezTo>
                  <a:cubicBezTo>
                    <a:pt x="193" y="100"/>
                    <a:pt x="191" y="97"/>
                    <a:pt x="190" y="94"/>
                  </a:cubicBezTo>
                  <a:cubicBezTo>
                    <a:pt x="188" y="95"/>
                    <a:pt x="183" y="94"/>
                    <a:pt x="181" y="88"/>
                  </a:cubicBezTo>
                  <a:cubicBezTo>
                    <a:pt x="179" y="86"/>
                    <a:pt x="173" y="78"/>
                    <a:pt x="175" y="76"/>
                  </a:cubicBezTo>
                  <a:cubicBezTo>
                    <a:pt x="177" y="73"/>
                    <a:pt x="174" y="67"/>
                    <a:pt x="170" y="63"/>
                  </a:cubicBezTo>
                  <a:cubicBezTo>
                    <a:pt x="166" y="60"/>
                    <a:pt x="159" y="54"/>
                    <a:pt x="158" y="50"/>
                  </a:cubicBezTo>
                  <a:cubicBezTo>
                    <a:pt x="158" y="49"/>
                    <a:pt x="158" y="47"/>
                    <a:pt x="157" y="45"/>
                  </a:cubicBezTo>
                  <a:cubicBezTo>
                    <a:pt x="148" y="45"/>
                    <a:pt x="148" y="45"/>
                    <a:pt x="148" y="45"/>
                  </a:cubicBezTo>
                  <a:lnTo>
                    <a:pt x="142" y="40"/>
                  </a:ln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4" name="Freeform 90"/>
            <p:cNvSpPr>
              <a:spLocks noChangeArrowheads="1"/>
            </p:cNvSpPr>
            <p:nvPr/>
          </p:nvSpPr>
          <p:spPr bwMode="auto">
            <a:xfrm>
              <a:off x="4756166" y="1914527"/>
              <a:ext cx="174626" cy="192089"/>
            </a:xfrm>
            <a:custGeom>
              <a:avLst/>
              <a:gdLst>
                <a:gd name="T0" fmla="*/ 45 w 91"/>
                <a:gd name="T1" fmla="*/ 3 h 101"/>
                <a:gd name="T2" fmla="*/ 45 w 91"/>
                <a:gd name="T3" fmla="*/ 11 h 101"/>
                <a:gd name="T4" fmla="*/ 38 w 91"/>
                <a:gd name="T5" fmla="*/ 20 h 101"/>
                <a:gd name="T6" fmla="*/ 35 w 91"/>
                <a:gd name="T7" fmla="*/ 30 h 101"/>
                <a:gd name="T8" fmla="*/ 37 w 91"/>
                <a:gd name="T9" fmla="*/ 30 h 101"/>
                <a:gd name="T10" fmla="*/ 43 w 91"/>
                <a:gd name="T11" fmla="*/ 38 h 101"/>
                <a:gd name="T12" fmla="*/ 35 w 91"/>
                <a:gd name="T13" fmla="*/ 61 h 101"/>
                <a:gd name="T14" fmla="*/ 0 w 91"/>
                <a:gd name="T15" fmla="*/ 73 h 101"/>
                <a:gd name="T16" fmla="*/ 14 w 91"/>
                <a:gd name="T17" fmla="*/ 101 h 101"/>
                <a:gd name="T18" fmla="*/ 17 w 91"/>
                <a:gd name="T19" fmla="*/ 100 h 101"/>
                <a:gd name="T20" fmla="*/ 35 w 91"/>
                <a:gd name="T21" fmla="*/ 97 h 101"/>
                <a:gd name="T22" fmla="*/ 40 w 91"/>
                <a:gd name="T23" fmla="*/ 88 h 101"/>
                <a:gd name="T24" fmla="*/ 52 w 91"/>
                <a:gd name="T25" fmla="*/ 86 h 101"/>
                <a:gd name="T26" fmla="*/ 59 w 91"/>
                <a:gd name="T27" fmla="*/ 76 h 101"/>
                <a:gd name="T28" fmla="*/ 67 w 91"/>
                <a:gd name="T29" fmla="*/ 72 h 101"/>
                <a:gd name="T30" fmla="*/ 70 w 91"/>
                <a:gd name="T31" fmla="*/ 57 h 101"/>
                <a:gd name="T32" fmla="*/ 80 w 91"/>
                <a:gd name="T33" fmla="*/ 51 h 101"/>
                <a:gd name="T34" fmla="*/ 89 w 91"/>
                <a:gd name="T35" fmla="*/ 37 h 101"/>
                <a:gd name="T36" fmla="*/ 88 w 91"/>
                <a:gd name="T37" fmla="*/ 31 h 101"/>
                <a:gd name="T38" fmla="*/ 79 w 91"/>
                <a:gd name="T39" fmla="*/ 19 h 101"/>
                <a:gd name="T40" fmla="*/ 60 w 91"/>
                <a:gd name="T41" fmla="*/ 12 h 101"/>
                <a:gd name="T42" fmla="*/ 54 w 91"/>
                <a:gd name="T43" fmla="*/ 0 h 101"/>
                <a:gd name="T44" fmla="*/ 50 w 91"/>
                <a:gd name="T45" fmla="*/ 3 h 101"/>
                <a:gd name="T46" fmla="*/ 45 w 91"/>
                <a:gd name="T47" fmla="*/ 3 h 1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1"/>
                <a:gd name="T73" fmla="*/ 0 h 101"/>
                <a:gd name="T74" fmla="*/ 91 w 91"/>
                <a:gd name="T75" fmla="*/ 101 h 1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1" h="101">
                  <a:moveTo>
                    <a:pt x="45" y="3"/>
                  </a:moveTo>
                  <a:cubicBezTo>
                    <a:pt x="45" y="11"/>
                    <a:pt x="45" y="11"/>
                    <a:pt x="45" y="11"/>
                  </a:cubicBezTo>
                  <a:cubicBezTo>
                    <a:pt x="38" y="20"/>
                    <a:pt x="38" y="20"/>
                    <a:pt x="38" y="20"/>
                  </a:cubicBezTo>
                  <a:cubicBezTo>
                    <a:pt x="35" y="30"/>
                    <a:pt x="35" y="30"/>
                    <a:pt x="35" y="30"/>
                  </a:cubicBezTo>
                  <a:cubicBezTo>
                    <a:pt x="36" y="30"/>
                    <a:pt x="36" y="30"/>
                    <a:pt x="37" y="30"/>
                  </a:cubicBezTo>
                  <a:cubicBezTo>
                    <a:pt x="40" y="29"/>
                    <a:pt x="43" y="35"/>
                    <a:pt x="43" y="38"/>
                  </a:cubicBezTo>
                  <a:cubicBezTo>
                    <a:pt x="43" y="40"/>
                    <a:pt x="36" y="60"/>
                    <a:pt x="35" y="61"/>
                  </a:cubicBezTo>
                  <a:cubicBezTo>
                    <a:pt x="34" y="62"/>
                    <a:pt x="14" y="69"/>
                    <a:pt x="0" y="73"/>
                  </a:cubicBezTo>
                  <a:cubicBezTo>
                    <a:pt x="3" y="79"/>
                    <a:pt x="9" y="91"/>
                    <a:pt x="14" y="101"/>
                  </a:cubicBezTo>
                  <a:cubicBezTo>
                    <a:pt x="15" y="101"/>
                    <a:pt x="16" y="101"/>
                    <a:pt x="17" y="100"/>
                  </a:cubicBezTo>
                  <a:cubicBezTo>
                    <a:pt x="23" y="96"/>
                    <a:pt x="31" y="98"/>
                    <a:pt x="35" y="97"/>
                  </a:cubicBezTo>
                  <a:cubicBezTo>
                    <a:pt x="40" y="96"/>
                    <a:pt x="36" y="92"/>
                    <a:pt x="40" y="88"/>
                  </a:cubicBezTo>
                  <a:cubicBezTo>
                    <a:pt x="44" y="85"/>
                    <a:pt x="50" y="87"/>
                    <a:pt x="52" y="86"/>
                  </a:cubicBezTo>
                  <a:cubicBezTo>
                    <a:pt x="54" y="85"/>
                    <a:pt x="56" y="77"/>
                    <a:pt x="59" y="76"/>
                  </a:cubicBezTo>
                  <a:cubicBezTo>
                    <a:pt x="63" y="74"/>
                    <a:pt x="67" y="75"/>
                    <a:pt x="67" y="72"/>
                  </a:cubicBezTo>
                  <a:cubicBezTo>
                    <a:pt x="66" y="69"/>
                    <a:pt x="67" y="58"/>
                    <a:pt x="70" y="57"/>
                  </a:cubicBezTo>
                  <a:cubicBezTo>
                    <a:pt x="74" y="56"/>
                    <a:pt x="79" y="53"/>
                    <a:pt x="80" y="51"/>
                  </a:cubicBezTo>
                  <a:cubicBezTo>
                    <a:pt x="80" y="49"/>
                    <a:pt x="87" y="41"/>
                    <a:pt x="89" y="37"/>
                  </a:cubicBezTo>
                  <a:cubicBezTo>
                    <a:pt x="91" y="34"/>
                    <a:pt x="91" y="32"/>
                    <a:pt x="88" y="31"/>
                  </a:cubicBezTo>
                  <a:cubicBezTo>
                    <a:pt x="85" y="31"/>
                    <a:pt x="80" y="22"/>
                    <a:pt x="79" y="19"/>
                  </a:cubicBezTo>
                  <a:cubicBezTo>
                    <a:pt x="77" y="17"/>
                    <a:pt x="68" y="19"/>
                    <a:pt x="60" y="12"/>
                  </a:cubicBezTo>
                  <a:cubicBezTo>
                    <a:pt x="57" y="10"/>
                    <a:pt x="55" y="5"/>
                    <a:pt x="54" y="0"/>
                  </a:cubicBezTo>
                  <a:cubicBezTo>
                    <a:pt x="50" y="3"/>
                    <a:pt x="50" y="3"/>
                    <a:pt x="50" y="3"/>
                  </a:cubicBezTo>
                  <a:lnTo>
                    <a:pt x="45" y="3"/>
                  </a:ln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5" name="Freeform 91"/>
            <p:cNvSpPr>
              <a:spLocks noChangeArrowheads="1"/>
            </p:cNvSpPr>
            <p:nvPr/>
          </p:nvSpPr>
          <p:spPr bwMode="auto">
            <a:xfrm>
              <a:off x="4729179" y="1890714"/>
              <a:ext cx="25400" cy="38100"/>
            </a:xfrm>
            <a:custGeom>
              <a:avLst/>
              <a:gdLst>
                <a:gd name="T0" fmla="*/ 9 w 13"/>
                <a:gd name="T1" fmla="*/ 19 h 20"/>
                <a:gd name="T2" fmla="*/ 10 w 13"/>
                <a:gd name="T3" fmla="*/ 16 h 20"/>
                <a:gd name="T4" fmla="*/ 8 w 13"/>
                <a:gd name="T5" fmla="*/ 2 h 20"/>
                <a:gd name="T6" fmla="*/ 1 w 13"/>
                <a:gd name="T7" fmla="*/ 13 h 20"/>
                <a:gd name="T8" fmla="*/ 0 w 13"/>
                <a:gd name="T9" fmla="*/ 13 h 20"/>
                <a:gd name="T10" fmla="*/ 9 w 13"/>
                <a:gd name="T11" fmla="*/ 19 h 20"/>
                <a:gd name="T12" fmla="*/ 0 60000 65536"/>
                <a:gd name="T13" fmla="*/ 0 60000 65536"/>
                <a:gd name="T14" fmla="*/ 0 60000 65536"/>
                <a:gd name="T15" fmla="*/ 0 60000 65536"/>
                <a:gd name="T16" fmla="*/ 0 60000 65536"/>
                <a:gd name="T17" fmla="*/ 0 60000 65536"/>
                <a:gd name="T18" fmla="*/ 0 w 13"/>
                <a:gd name="T19" fmla="*/ 0 h 20"/>
                <a:gd name="T20" fmla="*/ 13 w 13"/>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3" h="20">
                  <a:moveTo>
                    <a:pt x="9" y="19"/>
                  </a:moveTo>
                  <a:cubicBezTo>
                    <a:pt x="9" y="18"/>
                    <a:pt x="9" y="17"/>
                    <a:pt x="10" y="16"/>
                  </a:cubicBezTo>
                  <a:cubicBezTo>
                    <a:pt x="12" y="12"/>
                    <a:pt x="13" y="3"/>
                    <a:pt x="8" y="2"/>
                  </a:cubicBezTo>
                  <a:cubicBezTo>
                    <a:pt x="3" y="0"/>
                    <a:pt x="1" y="10"/>
                    <a:pt x="1" y="13"/>
                  </a:cubicBezTo>
                  <a:cubicBezTo>
                    <a:pt x="1" y="13"/>
                    <a:pt x="0" y="13"/>
                    <a:pt x="0" y="13"/>
                  </a:cubicBezTo>
                  <a:cubicBezTo>
                    <a:pt x="2" y="19"/>
                    <a:pt x="7" y="20"/>
                    <a:pt x="9" y="19"/>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6" name="Freeform 92"/>
            <p:cNvSpPr>
              <a:spLocks noChangeArrowheads="1"/>
            </p:cNvSpPr>
            <p:nvPr/>
          </p:nvSpPr>
          <p:spPr bwMode="auto">
            <a:xfrm>
              <a:off x="4756166" y="1887539"/>
              <a:ext cx="103188" cy="84138"/>
            </a:xfrm>
            <a:custGeom>
              <a:avLst/>
              <a:gdLst>
                <a:gd name="T0" fmla="*/ 8 w 54"/>
                <a:gd name="T1" fmla="*/ 40 h 44"/>
                <a:gd name="T2" fmla="*/ 35 w 54"/>
                <a:gd name="T3" fmla="*/ 44 h 44"/>
                <a:gd name="T4" fmla="*/ 38 w 54"/>
                <a:gd name="T5" fmla="*/ 34 h 44"/>
                <a:gd name="T6" fmla="*/ 45 w 54"/>
                <a:gd name="T7" fmla="*/ 25 h 44"/>
                <a:gd name="T8" fmla="*/ 45 w 54"/>
                <a:gd name="T9" fmla="*/ 17 h 44"/>
                <a:gd name="T10" fmla="*/ 50 w 54"/>
                <a:gd name="T11" fmla="*/ 17 h 44"/>
                <a:gd name="T12" fmla="*/ 54 w 54"/>
                <a:gd name="T13" fmla="*/ 14 h 44"/>
                <a:gd name="T14" fmla="*/ 51 w 54"/>
                <a:gd name="T15" fmla="*/ 0 h 44"/>
                <a:gd name="T16" fmla="*/ 37 w 54"/>
                <a:gd name="T17" fmla="*/ 16 h 44"/>
                <a:gd name="T18" fmla="*/ 16 w 54"/>
                <a:gd name="T19" fmla="*/ 26 h 44"/>
                <a:gd name="T20" fmla="*/ 2 w 54"/>
                <a:gd name="T21" fmla="*/ 29 h 44"/>
                <a:gd name="T22" fmla="*/ 0 w 54"/>
                <a:gd name="T23" fmla="*/ 28 h 44"/>
                <a:gd name="T24" fmla="*/ 8 w 54"/>
                <a:gd name="T25" fmla="*/ 4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4"/>
                <a:gd name="T40" fmla="*/ 0 h 44"/>
                <a:gd name="T41" fmla="*/ 54 w 54"/>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4" h="44">
                  <a:moveTo>
                    <a:pt x="8" y="40"/>
                  </a:moveTo>
                  <a:cubicBezTo>
                    <a:pt x="10" y="41"/>
                    <a:pt x="28" y="43"/>
                    <a:pt x="35" y="44"/>
                  </a:cubicBezTo>
                  <a:cubicBezTo>
                    <a:pt x="38" y="34"/>
                    <a:pt x="38" y="34"/>
                    <a:pt x="38" y="34"/>
                  </a:cubicBezTo>
                  <a:cubicBezTo>
                    <a:pt x="45" y="25"/>
                    <a:pt x="45" y="25"/>
                    <a:pt x="45" y="25"/>
                  </a:cubicBezTo>
                  <a:cubicBezTo>
                    <a:pt x="45" y="17"/>
                    <a:pt x="45" y="17"/>
                    <a:pt x="45" y="17"/>
                  </a:cubicBezTo>
                  <a:cubicBezTo>
                    <a:pt x="50" y="17"/>
                    <a:pt x="50" y="17"/>
                    <a:pt x="50" y="17"/>
                  </a:cubicBezTo>
                  <a:cubicBezTo>
                    <a:pt x="54" y="14"/>
                    <a:pt x="54" y="14"/>
                    <a:pt x="54" y="14"/>
                  </a:cubicBezTo>
                  <a:cubicBezTo>
                    <a:pt x="52" y="7"/>
                    <a:pt x="52" y="0"/>
                    <a:pt x="51" y="0"/>
                  </a:cubicBezTo>
                  <a:cubicBezTo>
                    <a:pt x="49" y="0"/>
                    <a:pt x="40" y="9"/>
                    <a:pt x="37" y="16"/>
                  </a:cubicBezTo>
                  <a:cubicBezTo>
                    <a:pt x="34" y="22"/>
                    <a:pt x="24" y="27"/>
                    <a:pt x="16" y="26"/>
                  </a:cubicBezTo>
                  <a:cubicBezTo>
                    <a:pt x="7" y="24"/>
                    <a:pt x="5" y="28"/>
                    <a:pt x="2" y="29"/>
                  </a:cubicBezTo>
                  <a:cubicBezTo>
                    <a:pt x="2" y="29"/>
                    <a:pt x="1" y="29"/>
                    <a:pt x="0" y="28"/>
                  </a:cubicBezTo>
                  <a:cubicBezTo>
                    <a:pt x="1" y="35"/>
                    <a:pt x="7" y="40"/>
                    <a:pt x="8" y="40"/>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7" name="Freeform 93"/>
            <p:cNvSpPr>
              <a:spLocks noEditPoints="1" noChangeArrowheads="1"/>
            </p:cNvSpPr>
            <p:nvPr/>
          </p:nvSpPr>
          <p:spPr bwMode="auto">
            <a:xfrm>
              <a:off x="5775344" y="2328864"/>
              <a:ext cx="419102" cy="130175"/>
            </a:xfrm>
            <a:custGeom>
              <a:avLst/>
              <a:gdLst>
                <a:gd name="T0" fmla="*/ 39 w 219"/>
                <a:gd name="T1" fmla="*/ 24 h 68"/>
                <a:gd name="T2" fmla="*/ 31 w 219"/>
                <a:gd name="T3" fmla="*/ 12 h 68"/>
                <a:gd name="T4" fmla="*/ 25 w 219"/>
                <a:gd name="T5" fmla="*/ 7 h 68"/>
                <a:gd name="T6" fmla="*/ 24 w 219"/>
                <a:gd name="T7" fmla="*/ 5 h 68"/>
                <a:gd name="T8" fmla="*/ 21 w 219"/>
                <a:gd name="T9" fmla="*/ 10 h 68"/>
                <a:gd name="T10" fmla="*/ 12 w 219"/>
                <a:gd name="T11" fmla="*/ 9 h 68"/>
                <a:gd name="T12" fmla="*/ 6 w 219"/>
                <a:gd name="T13" fmla="*/ 2 h 68"/>
                <a:gd name="T14" fmla="*/ 0 w 219"/>
                <a:gd name="T15" fmla="*/ 1 h 68"/>
                <a:gd name="T16" fmla="*/ 3 w 219"/>
                <a:gd name="T17" fmla="*/ 19 h 68"/>
                <a:gd name="T18" fmla="*/ 14 w 219"/>
                <a:gd name="T19" fmla="*/ 40 h 68"/>
                <a:gd name="T20" fmla="*/ 25 w 219"/>
                <a:gd name="T21" fmla="*/ 51 h 68"/>
                <a:gd name="T22" fmla="*/ 47 w 219"/>
                <a:gd name="T23" fmla="*/ 62 h 68"/>
                <a:gd name="T24" fmla="*/ 39 w 219"/>
                <a:gd name="T25" fmla="*/ 46 h 68"/>
                <a:gd name="T26" fmla="*/ 39 w 219"/>
                <a:gd name="T27" fmla="*/ 24 h 68"/>
                <a:gd name="T28" fmla="*/ 210 w 219"/>
                <a:gd name="T29" fmla="*/ 11 h 68"/>
                <a:gd name="T30" fmla="*/ 200 w 219"/>
                <a:gd name="T31" fmla="*/ 9 h 68"/>
                <a:gd name="T32" fmla="*/ 189 w 219"/>
                <a:gd name="T33" fmla="*/ 0 h 68"/>
                <a:gd name="T34" fmla="*/ 180 w 219"/>
                <a:gd name="T35" fmla="*/ 11 h 68"/>
                <a:gd name="T36" fmla="*/ 174 w 219"/>
                <a:gd name="T37" fmla="*/ 19 h 68"/>
                <a:gd name="T38" fmla="*/ 172 w 219"/>
                <a:gd name="T39" fmla="*/ 22 h 68"/>
                <a:gd name="T40" fmla="*/ 172 w 219"/>
                <a:gd name="T41" fmla="*/ 29 h 68"/>
                <a:gd name="T42" fmla="*/ 165 w 219"/>
                <a:gd name="T43" fmla="*/ 31 h 68"/>
                <a:gd name="T44" fmla="*/ 159 w 219"/>
                <a:gd name="T45" fmla="*/ 23 h 68"/>
                <a:gd name="T46" fmla="*/ 158 w 219"/>
                <a:gd name="T47" fmla="*/ 23 h 68"/>
                <a:gd name="T48" fmla="*/ 148 w 219"/>
                <a:gd name="T49" fmla="*/ 39 h 68"/>
                <a:gd name="T50" fmla="*/ 132 w 219"/>
                <a:gd name="T51" fmla="*/ 44 h 68"/>
                <a:gd name="T52" fmla="*/ 125 w 219"/>
                <a:gd name="T53" fmla="*/ 58 h 68"/>
                <a:gd name="T54" fmla="*/ 108 w 219"/>
                <a:gd name="T55" fmla="*/ 54 h 68"/>
                <a:gd name="T56" fmla="*/ 111 w 219"/>
                <a:gd name="T57" fmla="*/ 61 h 68"/>
                <a:gd name="T58" fmla="*/ 121 w 219"/>
                <a:gd name="T59" fmla="*/ 66 h 68"/>
                <a:gd name="T60" fmla="*/ 135 w 219"/>
                <a:gd name="T61" fmla="*/ 65 h 68"/>
                <a:gd name="T62" fmla="*/ 147 w 219"/>
                <a:gd name="T63" fmla="*/ 60 h 68"/>
                <a:gd name="T64" fmla="*/ 157 w 219"/>
                <a:gd name="T65" fmla="*/ 62 h 68"/>
                <a:gd name="T66" fmla="*/ 167 w 219"/>
                <a:gd name="T67" fmla="*/ 55 h 68"/>
                <a:gd name="T68" fmla="*/ 171 w 219"/>
                <a:gd name="T69" fmla="*/ 45 h 68"/>
                <a:gd name="T70" fmla="*/ 177 w 219"/>
                <a:gd name="T71" fmla="*/ 35 h 68"/>
                <a:gd name="T72" fmla="*/ 195 w 219"/>
                <a:gd name="T73" fmla="*/ 27 h 68"/>
                <a:gd name="T74" fmla="*/ 200 w 219"/>
                <a:gd name="T75" fmla="*/ 29 h 68"/>
                <a:gd name="T76" fmla="*/ 207 w 219"/>
                <a:gd name="T77" fmla="*/ 22 h 68"/>
                <a:gd name="T78" fmla="*/ 217 w 219"/>
                <a:gd name="T79" fmla="*/ 18 h 68"/>
                <a:gd name="T80" fmla="*/ 210 w 219"/>
                <a:gd name="T81" fmla="*/ 11 h 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19"/>
                <a:gd name="T124" fmla="*/ 0 h 68"/>
                <a:gd name="T125" fmla="*/ 219 w 219"/>
                <a:gd name="T126" fmla="*/ 68 h 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19" h="68">
                  <a:moveTo>
                    <a:pt x="39" y="24"/>
                  </a:moveTo>
                  <a:cubicBezTo>
                    <a:pt x="39" y="17"/>
                    <a:pt x="32" y="17"/>
                    <a:pt x="31" y="12"/>
                  </a:cubicBezTo>
                  <a:cubicBezTo>
                    <a:pt x="29" y="7"/>
                    <a:pt x="26" y="10"/>
                    <a:pt x="25" y="7"/>
                  </a:cubicBezTo>
                  <a:cubicBezTo>
                    <a:pt x="25" y="6"/>
                    <a:pt x="25" y="6"/>
                    <a:pt x="24" y="5"/>
                  </a:cubicBezTo>
                  <a:cubicBezTo>
                    <a:pt x="20" y="6"/>
                    <a:pt x="22" y="9"/>
                    <a:pt x="21" y="10"/>
                  </a:cubicBezTo>
                  <a:cubicBezTo>
                    <a:pt x="19" y="10"/>
                    <a:pt x="12" y="11"/>
                    <a:pt x="12" y="9"/>
                  </a:cubicBezTo>
                  <a:cubicBezTo>
                    <a:pt x="12" y="6"/>
                    <a:pt x="11" y="3"/>
                    <a:pt x="6" y="2"/>
                  </a:cubicBezTo>
                  <a:cubicBezTo>
                    <a:pt x="4" y="1"/>
                    <a:pt x="2" y="1"/>
                    <a:pt x="0" y="1"/>
                  </a:cubicBezTo>
                  <a:cubicBezTo>
                    <a:pt x="2" y="7"/>
                    <a:pt x="3" y="14"/>
                    <a:pt x="3" y="19"/>
                  </a:cubicBezTo>
                  <a:cubicBezTo>
                    <a:pt x="3" y="25"/>
                    <a:pt x="13" y="36"/>
                    <a:pt x="14" y="40"/>
                  </a:cubicBezTo>
                  <a:cubicBezTo>
                    <a:pt x="16" y="45"/>
                    <a:pt x="19" y="46"/>
                    <a:pt x="25" y="51"/>
                  </a:cubicBezTo>
                  <a:cubicBezTo>
                    <a:pt x="32" y="55"/>
                    <a:pt x="44" y="63"/>
                    <a:pt x="47" y="62"/>
                  </a:cubicBezTo>
                  <a:cubicBezTo>
                    <a:pt x="49" y="61"/>
                    <a:pt x="43" y="50"/>
                    <a:pt x="39" y="46"/>
                  </a:cubicBezTo>
                  <a:cubicBezTo>
                    <a:pt x="36" y="42"/>
                    <a:pt x="39" y="32"/>
                    <a:pt x="39" y="24"/>
                  </a:cubicBezTo>
                  <a:close/>
                  <a:moveTo>
                    <a:pt x="210" y="11"/>
                  </a:moveTo>
                  <a:cubicBezTo>
                    <a:pt x="207" y="12"/>
                    <a:pt x="200" y="12"/>
                    <a:pt x="200" y="9"/>
                  </a:cubicBezTo>
                  <a:cubicBezTo>
                    <a:pt x="200" y="6"/>
                    <a:pt x="193" y="0"/>
                    <a:pt x="189" y="0"/>
                  </a:cubicBezTo>
                  <a:cubicBezTo>
                    <a:pt x="185" y="0"/>
                    <a:pt x="181" y="8"/>
                    <a:pt x="180" y="11"/>
                  </a:cubicBezTo>
                  <a:cubicBezTo>
                    <a:pt x="180" y="15"/>
                    <a:pt x="174" y="14"/>
                    <a:pt x="174" y="19"/>
                  </a:cubicBezTo>
                  <a:cubicBezTo>
                    <a:pt x="175" y="21"/>
                    <a:pt x="173" y="21"/>
                    <a:pt x="172" y="22"/>
                  </a:cubicBezTo>
                  <a:cubicBezTo>
                    <a:pt x="173" y="26"/>
                    <a:pt x="174" y="29"/>
                    <a:pt x="172" y="29"/>
                  </a:cubicBezTo>
                  <a:cubicBezTo>
                    <a:pt x="169" y="28"/>
                    <a:pt x="169" y="31"/>
                    <a:pt x="165" y="31"/>
                  </a:cubicBezTo>
                  <a:cubicBezTo>
                    <a:pt x="163" y="31"/>
                    <a:pt x="161" y="28"/>
                    <a:pt x="159" y="23"/>
                  </a:cubicBezTo>
                  <a:cubicBezTo>
                    <a:pt x="159" y="23"/>
                    <a:pt x="158" y="23"/>
                    <a:pt x="158" y="23"/>
                  </a:cubicBezTo>
                  <a:cubicBezTo>
                    <a:pt x="156" y="23"/>
                    <a:pt x="150" y="33"/>
                    <a:pt x="148" y="39"/>
                  </a:cubicBezTo>
                  <a:cubicBezTo>
                    <a:pt x="147" y="45"/>
                    <a:pt x="141" y="43"/>
                    <a:pt x="132" y="44"/>
                  </a:cubicBezTo>
                  <a:cubicBezTo>
                    <a:pt x="123" y="45"/>
                    <a:pt x="127" y="54"/>
                    <a:pt x="125" y="58"/>
                  </a:cubicBezTo>
                  <a:cubicBezTo>
                    <a:pt x="123" y="62"/>
                    <a:pt x="113" y="55"/>
                    <a:pt x="108" y="54"/>
                  </a:cubicBezTo>
                  <a:cubicBezTo>
                    <a:pt x="109" y="58"/>
                    <a:pt x="110" y="61"/>
                    <a:pt x="111" y="61"/>
                  </a:cubicBezTo>
                  <a:cubicBezTo>
                    <a:pt x="114" y="61"/>
                    <a:pt x="118" y="68"/>
                    <a:pt x="121" y="66"/>
                  </a:cubicBezTo>
                  <a:cubicBezTo>
                    <a:pt x="123" y="64"/>
                    <a:pt x="131" y="66"/>
                    <a:pt x="135" y="65"/>
                  </a:cubicBezTo>
                  <a:cubicBezTo>
                    <a:pt x="139" y="63"/>
                    <a:pt x="140" y="60"/>
                    <a:pt x="147" y="60"/>
                  </a:cubicBezTo>
                  <a:cubicBezTo>
                    <a:pt x="153" y="60"/>
                    <a:pt x="151" y="65"/>
                    <a:pt x="157" y="62"/>
                  </a:cubicBezTo>
                  <a:cubicBezTo>
                    <a:pt x="164" y="59"/>
                    <a:pt x="168" y="61"/>
                    <a:pt x="167" y="55"/>
                  </a:cubicBezTo>
                  <a:cubicBezTo>
                    <a:pt x="167" y="49"/>
                    <a:pt x="171" y="49"/>
                    <a:pt x="171" y="45"/>
                  </a:cubicBezTo>
                  <a:cubicBezTo>
                    <a:pt x="170" y="40"/>
                    <a:pt x="178" y="43"/>
                    <a:pt x="177" y="35"/>
                  </a:cubicBezTo>
                  <a:cubicBezTo>
                    <a:pt x="177" y="26"/>
                    <a:pt x="189" y="27"/>
                    <a:pt x="195" y="27"/>
                  </a:cubicBezTo>
                  <a:cubicBezTo>
                    <a:pt x="196" y="27"/>
                    <a:pt x="198" y="28"/>
                    <a:pt x="200" y="29"/>
                  </a:cubicBezTo>
                  <a:cubicBezTo>
                    <a:pt x="204" y="27"/>
                    <a:pt x="210" y="24"/>
                    <a:pt x="207" y="22"/>
                  </a:cubicBezTo>
                  <a:cubicBezTo>
                    <a:pt x="204" y="20"/>
                    <a:pt x="216" y="22"/>
                    <a:pt x="217" y="18"/>
                  </a:cubicBezTo>
                  <a:cubicBezTo>
                    <a:pt x="219" y="14"/>
                    <a:pt x="213" y="11"/>
                    <a:pt x="210" y="11"/>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8" name="Freeform 94"/>
            <p:cNvSpPr>
              <a:spLocks noChangeArrowheads="1"/>
            </p:cNvSpPr>
            <p:nvPr/>
          </p:nvSpPr>
          <p:spPr bwMode="auto">
            <a:xfrm>
              <a:off x="6078558" y="2370140"/>
              <a:ext cx="28575" cy="17463"/>
            </a:xfrm>
            <a:custGeom>
              <a:avLst/>
              <a:gdLst>
                <a:gd name="T0" fmla="*/ 6 w 15"/>
                <a:gd name="T1" fmla="*/ 9 h 9"/>
                <a:gd name="T2" fmla="*/ 13 w 15"/>
                <a:gd name="T3" fmla="*/ 7 h 9"/>
                <a:gd name="T4" fmla="*/ 13 w 15"/>
                <a:gd name="T5" fmla="*/ 0 h 9"/>
                <a:gd name="T6" fmla="*/ 7 w 15"/>
                <a:gd name="T7" fmla="*/ 3 h 9"/>
                <a:gd name="T8" fmla="*/ 0 w 15"/>
                <a:gd name="T9" fmla="*/ 1 h 9"/>
                <a:gd name="T10" fmla="*/ 6 w 15"/>
                <a:gd name="T11" fmla="*/ 9 h 9"/>
                <a:gd name="T12" fmla="*/ 0 60000 65536"/>
                <a:gd name="T13" fmla="*/ 0 60000 65536"/>
                <a:gd name="T14" fmla="*/ 0 60000 65536"/>
                <a:gd name="T15" fmla="*/ 0 60000 65536"/>
                <a:gd name="T16" fmla="*/ 0 60000 65536"/>
                <a:gd name="T17" fmla="*/ 0 60000 65536"/>
                <a:gd name="T18" fmla="*/ 0 w 15"/>
                <a:gd name="T19" fmla="*/ 0 h 9"/>
                <a:gd name="T20" fmla="*/ 15 w 15"/>
                <a:gd name="T21" fmla="*/ 9 h 9"/>
              </a:gdLst>
              <a:ahLst/>
              <a:cxnLst>
                <a:cxn ang="T12">
                  <a:pos x="T0" y="T1"/>
                </a:cxn>
                <a:cxn ang="T13">
                  <a:pos x="T2" y="T3"/>
                </a:cxn>
                <a:cxn ang="T14">
                  <a:pos x="T4" y="T5"/>
                </a:cxn>
                <a:cxn ang="T15">
                  <a:pos x="T6" y="T7"/>
                </a:cxn>
                <a:cxn ang="T16">
                  <a:pos x="T8" y="T9"/>
                </a:cxn>
                <a:cxn ang="T17">
                  <a:pos x="T10" y="T11"/>
                </a:cxn>
              </a:cxnLst>
              <a:rect l="T18" t="T19" r="T20" b="T21"/>
              <a:pathLst>
                <a:path w="15" h="9">
                  <a:moveTo>
                    <a:pt x="6" y="9"/>
                  </a:moveTo>
                  <a:cubicBezTo>
                    <a:pt x="10" y="9"/>
                    <a:pt x="10" y="6"/>
                    <a:pt x="13" y="7"/>
                  </a:cubicBezTo>
                  <a:cubicBezTo>
                    <a:pt x="15" y="7"/>
                    <a:pt x="14" y="4"/>
                    <a:pt x="13" y="0"/>
                  </a:cubicBezTo>
                  <a:cubicBezTo>
                    <a:pt x="11" y="1"/>
                    <a:pt x="7" y="1"/>
                    <a:pt x="7" y="3"/>
                  </a:cubicBezTo>
                  <a:cubicBezTo>
                    <a:pt x="7" y="5"/>
                    <a:pt x="2" y="1"/>
                    <a:pt x="0" y="1"/>
                  </a:cubicBezTo>
                  <a:cubicBezTo>
                    <a:pt x="2" y="6"/>
                    <a:pt x="4" y="9"/>
                    <a:pt x="6" y="9"/>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9" name="Freeform 95"/>
            <p:cNvSpPr>
              <a:spLocks noChangeArrowheads="1"/>
            </p:cNvSpPr>
            <p:nvPr/>
          </p:nvSpPr>
          <p:spPr bwMode="auto">
            <a:xfrm>
              <a:off x="4473590" y="1616077"/>
              <a:ext cx="209551" cy="206375"/>
            </a:xfrm>
            <a:custGeom>
              <a:avLst/>
              <a:gdLst>
                <a:gd name="T0" fmla="*/ 93 w 110"/>
                <a:gd name="T1" fmla="*/ 98 h 108"/>
                <a:gd name="T2" fmla="*/ 98 w 110"/>
                <a:gd name="T3" fmla="*/ 94 h 108"/>
                <a:gd name="T4" fmla="*/ 106 w 110"/>
                <a:gd name="T5" fmla="*/ 98 h 108"/>
                <a:gd name="T6" fmla="*/ 110 w 110"/>
                <a:gd name="T7" fmla="*/ 95 h 108"/>
                <a:gd name="T8" fmla="*/ 104 w 110"/>
                <a:gd name="T9" fmla="*/ 87 h 108"/>
                <a:gd name="T10" fmla="*/ 100 w 110"/>
                <a:gd name="T11" fmla="*/ 79 h 108"/>
                <a:gd name="T12" fmla="*/ 101 w 110"/>
                <a:gd name="T13" fmla="*/ 71 h 108"/>
                <a:gd name="T14" fmla="*/ 96 w 110"/>
                <a:gd name="T15" fmla="*/ 65 h 108"/>
                <a:gd name="T16" fmla="*/ 83 w 110"/>
                <a:gd name="T17" fmla="*/ 56 h 108"/>
                <a:gd name="T18" fmla="*/ 78 w 110"/>
                <a:gd name="T19" fmla="*/ 50 h 108"/>
                <a:gd name="T20" fmla="*/ 76 w 110"/>
                <a:gd name="T21" fmla="*/ 40 h 108"/>
                <a:gd name="T22" fmla="*/ 81 w 110"/>
                <a:gd name="T23" fmla="*/ 31 h 108"/>
                <a:gd name="T24" fmla="*/ 82 w 110"/>
                <a:gd name="T25" fmla="*/ 24 h 108"/>
                <a:gd name="T26" fmla="*/ 78 w 110"/>
                <a:gd name="T27" fmla="*/ 20 h 108"/>
                <a:gd name="T28" fmla="*/ 72 w 110"/>
                <a:gd name="T29" fmla="*/ 14 h 108"/>
                <a:gd name="T30" fmla="*/ 68 w 110"/>
                <a:gd name="T31" fmla="*/ 5 h 108"/>
                <a:gd name="T32" fmla="*/ 56 w 110"/>
                <a:gd name="T33" fmla="*/ 3 h 108"/>
                <a:gd name="T34" fmla="*/ 46 w 110"/>
                <a:gd name="T35" fmla="*/ 1 h 108"/>
                <a:gd name="T36" fmla="*/ 41 w 110"/>
                <a:gd name="T37" fmla="*/ 5 h 108"/>
                <a:gd name="T38" fmla="*/ 41 w 110"/>
                <a:gd name="T39" fmla="*/ 5 h 108"/>
                <a:gd name="T40" fmla="*/ 34 w 110"/>
                <a:gd name="T41" fmla="*/ 10 h 108"/>
                <a:gd name="T42" fmla="*/ 27 w 110"/>
                <a:gd name="T43" fmla="*/ 15 h 108"/>
                <a:gd name="T44" fmla="*/ 28 w 110"/>
                <a:gd name="T45" fmla="*/ 24 h 108"/>
                <a:gd name="T46" fmla="*/ 27 w 110"/>
                <a:gd name="T47" fmla="*/ 33 h 108"/>
                <a:gd name="T48" fmla="*/ 24 w 110"/>
                <a:gd name="T49" fmla="*/ 40 h 108"/>
                <a:gd name="T50" fmla="*/ 0 w 110"/>
                <a:gd name="T51" fmla="*/ 53 h 108"/>
                <a:gd name="T52" fmla="*/ 1 w 110"/>
                <a:gd name="T53" fmla="*/ 58 h 108"/>
                <a:gd name="T54" fmla="*/ 4 w 110"/>
                <a:gd name="T55" fmla="*/ 69 h 108"/>
                <a:gd name="T56" fmla="*/ 12 w 110"/>
                <a:gd name="T57" fmla="*/ 69 h 108"/>
                <a:gd name="T58" fmla="*/ 35 w 110"/>
                <a:gd name="T59" fmla="*/ 82 h 108"/>
                <a:gd name="T60" fmla="*/ 62 w 110"/>
                <a:gd name="T61" fmla="*/ 102 h 108"/>
                <a:gd name="T62" fmla="*/ 75 w 110"/>
                <a:gd name="T63" fmla="*/ 107 h 108"/>
                <a:gd name="T64" fmla="*/ 88 w 110"/>
                <a:gd name="T65" fmla="*/ 108 h 108"/>
                <a:gd name="T66" fmla="*/ 93 w 110"/>
                <a:gd name="T67" fmla="*/ 98 h 10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0"/>
                <a:gd name="T103" fmla="*/ 0 h 108"/>
                <a:gd name="T104" fmla="*/ 110 w 110"/>
                <a:gd name="T105" fmla="*/ 108 h 10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0" h="108">
                  <a:moveTo>
                    <a:pt x="93" y="98"/>
                  </a:moveTo>
                  <a:cubicBezTo>
                    <a:pt x="94" y="97"/>
                    <a:pt x="95" y="94"/>
                    <a:pt x="98" y="94"/>
                  </a:cubicBezTo>
                  <a:cubicBezTo>
                    <a:pt x="101" y="94"/>
                    <a:pt x="103" y="95"/>
                    <a:pt x="106" y="98"/>
                  </a:cubicBezTo>
                  <a:cubicBezTo>
                    <a:pt x="107" y="97"/>
                    <a:pt x="109" y="96"/>
                    <a:pt x="110" y="95"/>
                  </a:cubicBezTo>
                  <a:cubicBezTo>
                    <a:pt x="107" y="92"/>
                    <a:pt x="104" y="89"/>
                    <a:pt x="104" y="87"/>
                  </a:cubicBezTo>
                  <a:cubicBezTo>
                    <a:pt x="105" y="83"/>
                    <a:pt x="101" y="81"/>
                    <a:pt x="100" y="79"/>
                  </a:cubicBezTo>
                  <a:cubicBezTo>
                    <a:pt x="100" y="77"/>
                    <a:pt x="103" y="73"/>
                    <a:pt x="101" y="71"/>
                  </a:cubicBezTo>
                  <a:cubicBezTo>
                    <a:pt x="99" y="70"/>
                    <a:pt x="99" y="65"/>
                    <a:pt x="96" y="65"/>
                  </a:cubicBezTo>
                  <a:cubicBezTo>
                    <a:pt x="93" y="64"/>
                    <a:pt x="83" y="59"/>
                    <a:pt x="83" y="56"/>
                  </a:cubicBezTo>
                  <a:cubicBezTo>
                    <a:pt x="84" y="53"/>
                    <a:pt x="80" y="51"/>
                    <a:pt x="78" y="50"/>
                  </a:cubicBezTo>
                  <a:cubicBezTo>
                    <a:pt x="76" y="49"/>
                    <a:pt x="74" y="41"/>
                    <a:pt x="76" y="40"/>
                  </a:cubicBezTo>
                  <a:cubicBezTo>
                    <a:pt x="79" y="39"/>
                    <a:pt x="78" y="31"/>
                    <a:pt x="81" y="31"/>
                  </a:cubicBezTo>
                  <a:cubicBezTo>
                    <a:pt x="84" y="31"/>
                    <a:pt x="81" y="27"/>
                    <a:pt x="82" y="24"/>
                  </a:cubicBezTo>
                  <a:cubicBezTo>
                    <a:pt x="83" y="22"/>
                    <a:pt x="80" y="20"/>
                    <a:pt x="78" y="20"/>
                  </a:cubicBezTo>
                  <a:cubicBezTo>
                    <a:pt x="76" y="20"/>
                    <a:pt x="72" y="17"/>
                    <a:pt x="72" y="14"/>
                  </a:cubicBezTo>
                  <a:cubicBezTo>
                    <a:pt x="72" y="11"/>
                    <a:pt x="67" y="6"/>
                    <a:pt x="68" y="5"/>
                  </a:cubicBezTo>
                  <a:cubicBezTo>
                    <a:pt x="67" y="11"/>
                    <a:pt x="58" y="2"/>
                    <a:pt x="56" y="3"/>
                  </a:cubicBezTo>
                  <a:cubicBezTo>
                    <a:pt x="53" y="4"/>
                    <a:pt x="51" y="0"/>
                    <a:pt x="46" y="1"/>
                  </a:cubicBezTo>
                  <a:cubicBezTo>
                    <a:pt x="42" y="1"/>
                    <a:pt x="42" y="3"/>
                    <a:pt x="41" y="5"/>
                  </a:cubicBezTo>
                  <a:cubicBezTo>
                    <a:pt x="41" y="5"/>
                    <a:pt x="41" y="5"/>
                    <a:pt x="41" y="5"/>
                  </a:cubicBezTo>
                  <a:cubicBezTo>
                    <a:pt x="34" y="10"/>
                    <a:pt x="34" y="10"/>
                    <a:pt x="34" y="10"/>
                  </a:cubicBezTo>
                  <a:cubicBezTo>
                    <a:pt x="34" y="10"/>
                    <a:pt x="28" y="11"/>
                    <a:pt x="27" y="15"/>
                  </a:cubicBezTo>
                  <a:cubicBezTo>
                    <a:pt x="26" y="19"/>
                    <a:pt x="30" y="22"/>
                    <a:pt x="28" y="24"/>
                  </a:cubicBezTo>
                  <a:cubicBezTo>
                    <a:pt x="26" y="27"/>
                    <a:pt x="27" y="31"/>
                    <a:pt x="27" y="33"/>
                  </a:cubicBezTo>
                  <a:cubicBezTo>
                    <a:pt x="28" y="35"/>
                    <a:pt x="24" y="40"/>
                    <a:pt x="24" y="40"/>
                  </a:cubicBezTo>
                  <a:cubicBezTo>
                    <a:pt x="24" y="40"/>
                    <a:pt x="11" y="47"/>
                    <a:pt x="0" y="53"/>
                  </a:cubicBezTo>
                  <a:cubicBezTo>
                    <a:pt x="0" y="55"/>
                    <a:pt x="1" y="57"/>
                    <a:pt x="1" y="58"/>
                  </a:cubicBezTo>
                  <a:cubicBezTo>
                    <a:pt x="2" y="61"/>
                    <a:pt x="3" y="65"/>
                    <a:pt x="4" y="69"/>
                  </a:cubicBezTo>
                  <a:cubicBezTo>
                    <a:pt x="8" y="69"/>
                    <a:pt x="9" y="69"/>
                    <a:pt x="12" y="69"/>
                  </a:cubicBezTo>
                  <a:cubicBezTo>
                    <a:pt x="16" y="70"/>
                    <a:pt x="31" y="80"/>
                    <a:pt x="35" y="82"/>
                  </a:cubicBezTo>
                  <a:cubicBezTo>
                    <a:pt x="38" y="84"/>
                    <a:pt x="58" y="99"/>
                    <a:pt x="62" y="102"/>
                  </a:cubicBezTo>
                  <a:cubicBezTo>
                    <a:pt x="66" y="106"/>
                    <a:pt x="72" y="107"/>
                    <a:pt x="75" y="107"/>
                  </a:cubicBezTo>
                  <a:cubicBezTo>
                    <a:pt x="77" y="107"/>
                    <a:pt x="83" y="107"/>
                    <a:pt x="88" y="108"/>
                  </a:cubicBezTo>
                  <a:cubicBezTo>
                    <a:pt x="90" y="104"/>
                    <a:pt x="92" y="99"/>
                    <a:pt x="93" y="98"/>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0" name="Freeform 96"/>
            <p:cNvSpPr>
              <a:spLocks noChangeArrowheads="1"/>
            </p:cNvSpPr>
            <p:nvPr/>
          </p:nvSpPr>
          <p:spPr bwMode="auto">
            <a:xfrm>
              <a:off x="4641866" y="1795464"/>
              <a:ext cx="41275" cy="38100"/>
            </a:xfrm>
            <a:custGeom>
              <a:avLst/>
              <a:gdLst>
                <a:gd name="T0" fmla="*/ 7 w 22"/>
                <a:gd name="T1" fmla="*/ 15 h 20"/>
                <a:gd name="T2" fmla="*/ 13 w 22"/>
                <a:gd name="T3" fmla="*/ 20 h 20"/>
                <a:gd name="T4" fmla="*/ 22 w 22"/>
                <a:gd name="T5" fmla="*/ 20 h 20"/>
                <a:gd name="T6" fmla="*/ 17 w 22"/>
                <a:gd name="T7" fmla="*/ 6 h 20"/>
                <a:gd name="T8" fmla="*/ 18 w 22"/>
                <a:gd name="T9" fmla="*/ 4 h 20"/>
                <a:gd name="T10" fmla="*/ 10 w 22"/>
                <a:gd name="T11" fmla="*/ 0 h 20"/>
                <a:gd name="T12" fmla="*/ 5 w 22"/>
                <a:gd name="T13" fmla="*/ 4 h 20"/>
                <a:gd name="T14" fmla="*/ 0 w 22"/>
                <a:gd name="T15" fmla="*/ 14 h 20"/>
                <a:gd name="T16" fmla="*/ 7 w 22"/>
                <a:gd name="T17" fmla="*/ 15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0"/>
                <a:gd name="T29" fmla="*/ 22 w 22"/>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0">
                  <a:moveTo>
                    <a:pt x="7" y="15"/>
                  </a:moveTo>
                  <a:cubicBezTo>
                    <a:pt x="13" y="20"/>
                    <a:pt x="13" y="20"/>
                    <a:pt x="13" y="20"/>
                  </a:cubicBezTo>
                  <a:cubicBezTo>
                    <a:pt x="22" y="20"/>
                    <a:pt x="22" y="20"/>
                    <a:pt x="22" y="20"/>
                  </a:cubicBezTo>
                  <a:cubicBezTo>
                    <a:pt x="20" y="15"/>
                    <a:pt x="17" y="8"/>
                    <a:pt x="17" y="6"/>
                  </a:cubicBezTo>
                  <a:cubicBezTo>
                    <a:pt x="17" y="5"/>
                    <a:pt x="17" y="5"/>
                    <a:pt x="18" y="4"/>
                  </a:cubicBezTo>
                  <a:cubicBezTo>
                    <a:pt x="15" y="1"/>
                    <a:pt x="13" y="0"/>
                    <a:pt x="10" y="0"/>
                  </a:cubicBezTo>
                  <a:cubicBezTo>
                    <a:pt x="7" y="0"/>
                    <a:pt x="6" y="3"/>
                    <a:pt x="5" y="4"/>
                  </a:cubicBezTo>
                  <a:cubicBezTo>
                    <a:pt x="4" y="5"/>
                    <a:pt x="2" y="10"/>
                    <a:pt x="0" y="14"/>
                  </a:cubicBezTo>
                  <a:cubicBezTo>
                    <a:pt x="4" y="14"/>
                    <a:pt x="7" y="15"/>
                    <a:pt x="7" y="15"/>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1" name="Freeform 97"/>
            <p:cNvSpPr>
              <a:spLocks noEditPoints="1" noChangeArrowheads="1"/>
            </p:cNvSpPr>
            <p:nvPr/>
          </p:nvSpPr>
          <p:spPr bwMode="auto">
            <a:xfrm>
              <a:off x="3541725" y="1252538"/>
              <a:ext cx="315914" cy="261938"/>
            </a:xfrm>
            <a:custGeom>
              <a:avLst/>
              <a:gdLst>
                <a:gd name="T0" fmla="*/ 144 w 165"/>
                <a:gd name="T1" fmla="*/ 31 h 137"/>
                <a:gd name="T2" fmla="*/ 138 w 165"/>
                <a:gd name="T3" fmla="*/ 29 h 137"/>
                <a:gd name="T4" fmla="*/ 131 w 165"/>
                <a:gd name="T5" fmla="*/ 26 h 137"/>
                <a:gd name="T6" fmla="*/ 119 w 165"/>
                <a:gd name="T7" fmla="*/ 24 h 137"/>
                <a:gd name="T8" fmla="*/ 114 w 165"/>
                <a:gd name="T9" fmla="*/ 20 h 137"/>
                <a:gd name="T10" fmla="*/ 110 w 165"/>
                <a:gd name="T11" fmla="*/ 15 h 137"/>
                <a:gd name="T12" fmla="*/ 105 w 165"/>
                <a:gd name="T13" fmla="*/ 17 h 137"/>
                <a:gd name="T14" fmla="*/ 102 w 165"/>
                <a:gd name="T15" fmla="*/ 13 h 137"/>
                <a:gd name="T16" fmla="*/ 95 w 165"/>
                <a:gd name="T17" fmla="*/ 9 h 137"/>
                <a:gd name="T18" fmla="*/ 89 w 165"/>
                <a:gd name="T19" fmla="*/ 6 h 137"/>
                <a:gd name="T20" fmla="*/ 85 w 165"/>
                <a:gd name="T21" fmla="*/ 1 h 137"/>
                <a:gd name="T22" fmla="*/ 84 w 165"/>
                <a:gd name="T23" fmla="*/ 0 h 137"/>
                <a:gd name="T24" fmla="*/ 81 w 165"/>
                <a:gd name="T25" fmla="*/ 0 h 137"/>
                <a:gd name="T26" fmla="*/ 75 w 165"/>
                <a:gd name="T27" fmla="*/ 10 h 137"/>
                <a:gd name="T28" fmla="*/ 63 w 165"/>
                <a:gd name="T29" fmla="*/ 18 h 137"/>
                <a:gd name="T30" fmla="*/ 56 w 165"/>
                <a:gd name="T31" fmla="*/ 26 h 137"/>
                <a:gd name="T32" fmla="*/ 41 w 165"/>
                <a:gd name="T33" fmla="*/ 21 h 137"/>
                <a:gd name="T34" fmla="*/ 35 w 165"/>
                <a:gd name="T35" fmla="*/ 25 h 137"/>
                <a:gd name="T36" fmla="*/ 36 w 165"/>
                <a:gd name="T37" fmla="*/ 37 h 137"/>
                <a:gd name="T38" fmla="*/ 27 w 165"/>
                <a:gd name="T39" fmla="*/ 37 h 137"/>
                <a:gd name="T40" fmla="*/ 20 w 165"/>
                <a:gd name="T41" fmla="*/ 33 h 137"/>
                <a:gd name="T42" fmla="*/ 9 w 165"/>
                <a:gd name="T43" fmla="*/ 34 h 137"/>
                <a:gd name="T44" fmla="*/ 2 w 165"/>
                <a:gd name="T45" fmla="*/ 40 h 137"/>
                <a:gd name="T46" fmla="*/ 3 w 165"/>
                <a:gd name="T47" fmla="*/ 47 h 137"/>
                <a:gd name="T48" fmla="*/ 18 w 165"/>
                <a:gd name="T49" fmla="*/ 52 h 137"/>
                <a:gd name="T50" fmla="*/ 28 w 165"/>
                <a:gd name="T51" fmla="*/ 54 h 137"/>
                <a:gd name="T52" fmla="*/ 32 w 165"/>
                <a:gd name="T53" fmla="*/ 59 h 137"/>
                <a:gd name="T54" fmla="*/ 40 w 165"/>
                <a:gd name="T55" fmla="*/ 69 h 137"/>
                <a:gd name="T56" fmla="*/ 43 w 165"/>
                <a:gd name="T57" fmla="*/ 78 h 137"/>
                <a:gd name="T58" fmla="*/ 42 w 165"/>
                <a:gd name="T59" fmla="*/ 91 h 137"/>
                <a:gd name="T60" fmla="*/ 36 w 165"/>
                <a:gd name="T61" fmla="*/ 112 h 137"/>
                <a:gd name="T62" fmla="*/ 36 w 165"/>
                <a:gd name="T63" fmla="*/ 112 h 137"/>
                <a:gd name="T64" fmla="*/ 42 w 165"/>
                <a:gd name="T65" fmla="*/ 115 h 137"/>
                <a:gd name="T66" fmla="*/ 53 w 165"/>
                <a:gd name="T67" fmla="*/ 120 h 137"/>
                <a:gd name="T68" fmla="*/ 62 w 165"/>
                <a:gd name="T69" fmla="*/ 119 h 137"/>
                <a:gd name="T70" fmla="*/ 67 w 165"/>
                <a:gd name="T71" fmla="*/ 121 h 137"/>
                <a:gd name="T72" fmla="*/ 81 w 165"/>
                <a:gd name="T73" fmla="*/ 124 h 137"/>
                <a:gd name="T74" fmla="*/ 92 w 165"/>
                <a:gd name="T75" fmla="*/ 124 h 137"/>
                <a:gd name="T76" fmla="*/ 92 w 165"/>
                <a:gd name="T77" fmla="*/ 121 h 137"/>
                <a:gd name="T78" fmla="*/ 101 w 165"/>
                <a:gd name="T79" fmla="*/ 110 h 137"/>
                <a:gd name="T80" fmla="*/ 122 w 165"/>
                <a:gd name="T81" fmla="*/ 115 h 137"/>
                <a:gd name="T82" fmla="*/ 135 w 165"/>
                <a:gd name="T83" fmla="*/ 110 h 137"/>
                <a:gd name="T84" fmla="*/ 142 w 165"/>
                <a:gd name="T85" fmla="*/ 106 h 137"/>
                <a:gd name="T86" fmla="*/ 143 w 165"/>
                <a:gd name="T87" fmla="*/ 102 h 137"/>
                <a:gd name="T88" fmla="*/ 138 w 165"/>
                <a:gd name="T89" fmla="*/ 100 h 137"/>
                <a:gd name="T90" fmla="*/ 135 w 165"/>
                <a:gd name="T91" fmla="*/ 95 h 137"/>
                <a:gd name="T92" fmla="*/ 132 w 165"/>
                <a:gd name="T93" fmla="*/ 89 h 137"/>
                <a:gd name="T94" fmla="*/ 134 w 165"/>
                <a:gd name="T95" fmla="*/ 86 h 137"/>
                <a:gd name="T96" fmla="*/ 136 w 165"/>
                <a:gd name="T97" fmla="*/ 82 h 137"/>
                <a:gd name="T98" fmla="*/ 135 w 165"/>
                <a:gd name="T99" fmla="*/ 76 h 137"/>
                <a:gd name="T100" fmla="*/ 133 w 165"/>
                <a:gd name="T101" fmla="*/ 71 h 137"/>
                <a:gd name="T102" fmla="*/ 128 w 165"/>
                <a:gd name="T103" fmla="*/ 70 h 137"/>
                <a:gd name="T104" fmla="*/ 127 w 165"/>
                <a:gd name="T105" fmla="*/ 66 h 137"/>
                <a:gd name="T106" fmla="*/ 134 w 165"/>
                <a:gd name="T107" fmla="*/ 57 h 137"/>
                <a:gd name="T108" fmla="*/ 140 w 165"/>
                <a:gd name="T109" fmla="*/ 53 h 137"/>
                <a:gd name="T110" fmla="*/ 142 w 165"/>
                <a:gd name="T111" fmla="*/ 44 h 137"/>
                <a:gd name="T112" fmla="*/ 147 w 165"/>
                <a:gd name="T113" fmla="*/ 35 h 137"/>
                <a:gd name="T114" fmla="*/ 144 w 165"/>
                <a:gd name="T115" fmla="*/ 31 h 137"/>
                <a:gd name="T116" fmla="*/ 162 w 165"/>
                <a:gd name="T117" fmla="*/ 116 h 137"/>
                <a:gd name="T118" fmla="*/ 155 w 165"/>
                <a:gd name="T119" fmla="*/ 122 h 137"/>
                <a:gd name="T120" fmla="*/ 160 w 165"/>
                <a:gd name="T121" fmla="*/ 137 h 137"/>
                <a:gd name="T122" fmla="*/ 162 w 165"/>
                <a:gd name="T123" fmla="*/ 116 h 13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65"/>
                <a:gd name="T187" fmla="*/ 0 h 137"/>
                <a:gd name="T188" fmla="*/ 165 w 165"/>
                <a:gd name="T189" fmla="*/ 137 h 13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65" h="137">
                  <a:moveTo>
                    <a:pt x="144" y="31"/>
                  </a:moveTo>
                  <a:cubicBezTo>
                    <a:pt x="143" y="31"/>
                    <a:pt x="142" y="29"/>
                    <a:pt x="138" y="29"/>
                  </a:cubicBezTo>
                  <a:cubicBezTo>
                    <a:pt x="135" y="29"/>
                    <a:pt x="133" y="28"/>
                    <a:pt x="131" y="26"/>
                  </a:cubicBezTo>
                  <a:cubicBezTo>
                    <a:pt x="130" y="24"/>
                    <a:pt x="122" y="23"/>
                    <a:pt x="119" y="24"/>
                  </a:cubicBezTo>
                  <a:cubicBezTo>
                    <a:pt x="117" y="24"/>
                    <a:pt x="116" y="19"/>
                    <a:pt x="114" y="20"/>
                  </a:cubicBezTo>
                  <a:cubicBezTo>
                    <a:pt x="111" y="20"/>
                    <a:pt x="110" y="17"/>
                    <a:pt x="110" y="15"/>
                  </a:cubicBezTo>
                  <a:cubicBezTo>
                    <a:pt x="110" y="13"/>
                    <a:pt x="108" y="16"/>
                    <a:pt x="105" y="17"/>
                  </a:cubicBezTo>
                  <a:cubicBezTo>
                    <a:pt x="103" y="18"/>
                    <a:pt x="102" y="15"/>
                    <a:pt x="102" y="13"/>
                  </a:cubicBezTo>
                  <a:cubicBezTo>
                    <a:pt x="102" y="12"/>
                    <a:pt x="97" y="10"/>
                    <a:pt x="95" y="9"/>
                  </a:cubicBezTo>
                  <a:cubicBezTo>
                    <a:pt x="93" y="8"/>
                    <a:pt x="90" y="4"/>
                    <a:pt x="89" y="6"/>
                  </a:cubicBezTo>
                  <a:cubicBezTo>
                    <a:pt x="88" y="7"/>
                    <a:pt x="86" y="3"/>
                    <a:pt x="85" y="1"/>
                  </a:cubicBezTo>
                  <a:cubicBezTo>
                    <a:pt x="85" y="0"/>
                    <a:pt x="84" y="0"/>
                    <a:pt x="84" y="0"/>
                  </a:cubicBezTo>
                  <a:cubicBezTo>
                    <a:pt x="83" y="0"/>
                    <a:pt x="82" y="0"/>
                    <a:pt x="81" y="0"/>
                  </a:cubicBezTo>
                  <a:cubicBezTo>
                    <a:pt x="77" y="0"/>
                    <a:pt x="74" y="3"/>
                    <a:pt x="75" y="10"/>
                  </a:cubicBezTo>
                  <a:cubicBezTo>
                    <a:pt x="75" y="16"/>
                    <a:pt x="70" y="17"/>
                    <a:pt x="63" y="18"/>
                  </a:cubicBezTo>
                  <a:cubicBezTo>
                    <a:pt x="56" y="18"/>
                    <a:pt x="58" y="23"/>
                    <a:pt x="56" y="26"/>
                  </a:cubicBezTo>
                  <a:cubicBezTo>
                    <a:pt x="53" y="28"/>
                    <a:pt x="43" y="24"/>
                    <a:pt x="41" y="21"/>
                  </a:cubicBezTo>
                  <a:cubicBezTo>
                    <a:pt x="40" y="17"/>
                    <a:pt x="31" y="21"/>
                    <a:pt x="35" y="25"/>
                  </a:cubicBezTo>
                  <a:cubicBezTo>
                    <a:pt x="39" y="29"/>
                    <a:pt x="39" y="35"/>
                    <a:pt x="36" y="37"/>
                  </a:cubicBezTo>
                  <a:cubicBezTo>
                    <a:pt x="34" y="39"/>
                    <a:pt x="30" y="34"/>
                    <a:pt x="27" y="37"/>
                  </a:cubicBezTo>
                  <a:cubicBezTo>
                    <a:pt x="24" y="39"/>
                    <a:pt x="23" y="35"/>
                    <a:pt x="20" y="33"/>
                  </a:cubicBezTo>
                  <a:cubicBezTo>
                    <a:pt x="16" y="32"/>
                    <a:pt x="15" y="35"/>
                    <a:pt x="9" y="34"/>
                  </a:cubicBezTo>
                  <a:cubicBezTo>
                    <a:pt x="3" y="34"/>
                    <a:pt x="0" y="37"/>
                    <a:pt x="2" y="40"/>
                  </a:cubicBezTo>
                  <a:cubicBezTo>
                    <a:pt x="4" y="42"/>
                    <a:pt x="1" y="45"/>
                    <a:pt x="3" y="47"/>
                  </a:cubicBezTo>
                  <a:cubicBezTo>
                    <a:pt x="5" y="49"/>
                    <a:pt x="12" y="49"/>
                    <a:pt x="18" y="52"/>
                  </a:cubicBezTo>
                  <a:cubicBezTo>
                    <a:pt x="24" y="55"/>
                    <a:pt x="25" y="52"/>
                    <a:pt x="28" y="54"/>
                  </a:cubicBezTo>
                  <a:cubicBezTo>
                    <a:pt x="31" y="56"/>
                    <a:pt x="31" y="55"/>
                    <a:pt x="32" y="59"/>
                  </a:cubicBezTo>
                  <a:cubicBezTo>
                    <a:pt x="32" y="63"/>
                    <a:pt x="35" y="67"/>
                    <a:pt x="40" y="69"/>
                  </a:cubicBezTo>
                  <a:cubicBezTo>
                    <a:pt x="46" y="70"/>
                    <a:pt x="42" y="74"/>
                    <a:pt x="43" y="78"/>
                  </a:cubicBezTo>
                  <a:cubicBezTo>
                    <a:pt x="45" y="81"/>
                    <a:pt x="41" y="87"/>
                    <a:pt x="42" y="91"/>
                  </a:cubicBezTo>
                  <a:cubicBezTo>
                    <a:pt x="43" y="96"/>
                    <a:pt x="39" y="110"/>
                    <a:pt x="36" y="112"/>
                  </a:cubicBezTo>
                  <a:cubicBezTo>
                    <a:pt x="36" y="112"/>
                    <a:pt x="36" y="112"/>
                    <a:pt x="36" y="112"/>
                  </a:cubicBezTo>
                  <a:cubicBezTo>
                    <a:pt x="38" y="113"/>
                    <a:pt x="41" y="114"/>
                    <a:pt x="42" y="115"/>
                  </a:cubicBezTo>
                  <a:cubicBezTo>
                    <a:pt x="45" y="116"/>
                    <a:pt x="50" y="118"/>
                    <a:pt x="53" y="120"/>
                  </a:cubicBezTo>
                  <a:cubicBezTo>
                    <a:pt x="56" y="122"/>
                    <a:pt x="62" y="122"/>
                    <a:pt x="62" y="119"/>
                  </a:cubicBezTo>
                  <a:cubicBezTo>
                    <a:pt x="62" y="117"/>
                    <a:pt x="65" y="118"/>
                    <a:pt x="67" y="121"/>
                  </a:cubicBezTo>
                  <a:cubicBezTo>
                    <a:pt x="69" y="123"/>
                    <a:pt x="77" y="123"/>
                    <a:pt x="81" y="124"/>
                  </a:cubicBezTo>
                  <a:cubicBezTo>
                    <a:pt x="84" y="124"/>
                    <a:pt x="88" y="124"/>
                    <a:pt x="92" y="124"/>
                  </a:cubicBezTo>
                  <a:cubicBezTo>
                    <a:pt x="92" y="123"/>
                    <a:pt x="92" y="122"/>
                    <a:pt x="92" y="121"/>
                  </a:cubicBezTo>
                  <a:cubicBezTo>
                    <a:pt x="90" y="115"/>
                    <a:pt x="95" y="111"/>
                    <a:pt x="101" y="110"/>
                  </a:cubicBezTo>
                  <a:cubicBezTo>
                    <a:pt x="106" y="109"/>
                    <a:pt x="118" y="113"/>
                    <a:pt x="122" y="115"/>
                  </a:cubicBezTo>
                  <a:cubicBezTo>
                    <a:pt x="125" y="117"/>
                    <a:pt x="129" y="116"/>
                    <a:pt x="135" y="110"/>
                  </a:cubicBezTo>
                  <a:cubicBezTo>
                    <a:pt x="137" y="107"/>
                    <a:pt x="140" y="106"/>
                    <a:pt x="142" y="106"/>
                  </a:cubicBezTo>
                  <a:cubicBezTo>
                    <a:pt x="142" y="104"/>
                    <a:pt x="142" y="103"/>
                    <a:pt x="143" y="102"/>
                  </a:cubicBezTo>
                  <a:cubicBezTo>
                    <a:pt x="144" y="100"/>
                    <a:pt x="140" y="100"/>
                    <a:pt x="138" y="100"/>
                  </a:cubicBezTo>
                  <a:cubicBezTo>
                    <a:pt x="135" y="100"/>
                    <a:pt x="133" y="97"/>
                    <a:pt x="135" y="95"/>
                  </a:cubicBezTo>
                  <a:cubicBezTo>
                    <a:pt x="137" y="92"/>
                    <a:pt x="134" y="92"/>
                    <a:pt x="132" y="89"/>
                  </a:cubicBezTo>
                  <a:cubicBezTo>
                    <a:pt x="130" y="86"/>
                    <a:pt x="133" y="87"/>
                    <a:pt x="134" y="86"/>
                  </a:cubicBezTo>
                  <a:cubicBezTo>
                    <a:pt x="136" y="85"/>
                    <a:pt x="138" y="82"/>
                    <a:pt x="136" y="82"/>
                  </a:cubicBezTo>
                  <a:cubicBezTo>
                    <a:pt x="135" y="81"/>
                    <a:pt x="134" y="79"/>
                    <a:pt x="135" y="76"/>
                  </a:cubicBezTo>
                  <a:cubicBezTo>
                    <a:pt x="136" y="73"/>
                    <a:pt x="133" y="73"/>
                    <a:pt x="133" y="71"/>
                  </a:cubicBezTo>
                  <a:cubicBezTo>
                    <a:pt x="133" y="68"/>
                    <a:pt x="130" y="67"/>
                    <a:pt x="128" y="70"/>
                  </a:cubicBezTo>
                  <a:cubicBezTo>
                    <a:pt x="126" y="73"/>
                    <a:pt x="125" y="71"/>
                    <a:pt x="127" y="66"/>
                  </a:cubicBezTo>
                  <a:cubicBezTo>
                    <a:pt x="128" y="62"/>
                    <a:pt x="133" y="60"/>
                    <a:pt x="134" y="57"/>
                  </a:cubicBezTo>
                  <a:cubicBezTo>
                    <a:pt x="134" y="55"/>
                    <a:pt x="137" y="53"/>
                    <a:pt x="140" y="53"/>
                  </a:cubicBezTo>
                  <a:cubicBezTo>
                    <a:pt x="142" y="53"/>
                    <a:pt x="141" y="47"/>
                    <a:pt x="142" y="44"/>
                  </a:cubicBezTo>
                  <a:cubicBezTo>
                    <a:pt x="143" y="41"/>
                    <a:pt x="143" y="38"/>
                    <a:pt x="147" y="35"/>
                  </a:cubicBezTo>
                  <a:cubicBezTo>
                    <a:pt x="150" y="32"/>
                    <a:pt x="146" y="31"/>
                    <a:pt x="144" y="31"/>
                  </a:cubicBezTo>
                  <a:close/>
                  <a:moveTo>
                    <a:pt x="162" y="116"/>
                  </a:moveTo>
                  <a:cubicBezTo>
                    <a:pt x="160" y="116"/>
                    <a:pt x="160" y="119"/>
                    <a:pt x="155" y="122"/>
                  </a:cubicBezTo>
                  <a:cubicBezTo>
                    <a:pt x="151" y="125"/>
                    <a:pt x="155" y="137"/>
                    <a:pt x="160" y="137"/>
                  </a:cubicBezTo>
                  <a:cubicBezTo>
                    <a:pt x="165" y="136"/>
                    <a:pt x="164" y="116"/>
                    <a:pt x="162" y="116"/>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2" name="Freeform 98"/>
            <p:cNvSpPr>
              <a:spLocks noChangeArrowheads="1"/>
            </p:cNvSpPr>
            <p:nvPr/>
          </p:nvSpPr>
          <p:spPr bwMode="auto">
            <a:xfrm>
              <a:off x="1689106" y="2155828"/>
              <a:ext cx="50800" cy="26988"/>
            </a:xfrm>
            <a:custGeom>
              <a:avLst/>
              <a:gdLst>
                <a:gd name="T0" fmla="*/ 26 w 26"/>
                <a:gd name="T1" fmla="*/ 5 h 14"/>
                <a:gd name="T2" fmla="*/ 14 w 26"/>
                <a:gd name="T3" fmla="*/ 2 h 14"/>
                <a:gd name="T4" fmla="*/ 9 w 26"/>
                <a:gd name="T5" fmla="*/ 0 h 14"/>
                <a:gd name="T6" fmla="*/ 8 w 26"/>
                <a:gd name="T7" fmla="*/ 0 h 14"/>
                <a:gd name="T8" fmla="*/ 0 w 26"/>
                <a:gd name="T9" fmla="*/ 7 h 14"/>
                <a:gd name="T10" fmla="*/ 22 w 26"/>
                <a:gd name="T11" fmla="*/ 14 h 14"/>
                <a:gd name="T12" fmla="*/ 26 w 26"/>
                <a:gd name="T13" fmla="*/ 13 h 14"/>
                <a:gd name="T14" fmla="*/ 26 w 26"/>
                <a:gd name="T15" fmla="*/ 5 h 14"/>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4"/>
                <a:gd name="T26" fmla="*/ 26 w 26"/>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4">
                  <a:moveTo>
                    <a:pt x="26" y="5"/>
                  </a:moveTo>
                  <a:cubicBezTo>
                    <a:pt x="24" y="3"/>
                    <a:pt x="19" y="6"/>
                    <a:pt x="14" y="2"/>
                  </a:cubicBezTo>
                  <a:cubicBezTo>
                    <a:pt x="12" y="1"/>
                    <a:pt x="10" y="1"/>
                    <a:pt x="9" y="0"/>
                  </a:cubicBezTo>
                  <a:cubicBezTo>
                    <a:pt x="9" y="0"/>
                    <a:pt x="8" y="0"/>
                    <a:pt x="8" y="0"/>
                  </a:cubicBezTo>
                  <a:cubicBezTo>
                    <a:pt x="7" y="0"/>
                    <a:pt x="4" y="4"/>
                    <a:pt x="0" y="7"/>
                  </a:cubicBezTo>
                  <a:cubicBezTo>
                    <a:pt x="4" y="10"/>
                    <a:pt x="18" y="14"/>
                    <a:pt x="22" y="14"/>
                  </a:cubicBezTo>
                  <a:cubicBezTo>
                    <a:pt x="24" y="14"/>
                    <a:pt x="25" y="13"/>
                    <a:pt x="26" y="13"/>
                  </a:cubicBezTo>
                  <a:cubicBezTo>
                    <a:pt x="26" y="9"/>
                    <a:pt x="26" y="6"/>
                    <a:pt x="26" y="5"/>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3" name="Freeform 99"/>
            <p:cNvSpPr>
              <a:spLocks noChangeArrowheads="1"/>
            </p:cNvSpPr>
            <p:nvPr/>
          </p:nvSpPr>
          <p:spPr bwMode="auto">
            <a:xfrm>
              <a:off x="1706568" y="2116139"/>
              <a:ext cx="131763" cy="73025"/>
            </a:xfrm>
            <a:custGeom>
              <a:avLst/>
              <a:gdLst>
                <a:gd name="T0" fmla="*/ 29 w 69"/>
                <a:gd name="T1" fmla="*/ 34 h 38"/>
                <a:gd name="T2" fmla="*/ 32 w 69"/>
                <a:gd name="T3" fmla="*/ 27 h 38"/>
                <a:gd name="T4" fmla="*/ 45 w 69"/>
                <a:gd name="T5" fmla="*/ 22 h 38"/>
                <a:gd name="T6" fmla="*/ 55 w 69"/>
                <a:gd name="T7" fmla="*/ 19 h 38"/>
                <a:gd name="T8" fmla="*/ 69 w 69"/>
                <a:gd name="T9" fmla="*/ 14 h 38"/>
                <a:gd name="T10" fmla="*/ 56 w 69"/>
                <a:gd name="T11" fmla="*/ 5 h 38"/>
                <a:gd name="T12" fmla="*/ 32 w 69"/>
                <a:gd name="T13" fmla="*/ 5 h 38"/>
                <a:gd name="T14" fmla="*/ 11 w 69"/>
                <a:gd name="T15" fmla="*/ 6 h 38"/>
                <a:gd name="T16" fmla="*/ 11 w 69"/>
                <a:gd name="T17" fmla="*/ 6 h 38"/>
                <a:gd name="T18" fmla="*/ 5 w 69"/>
                <a:gd name="T19" fmla="*/ 12 h 38"/>
                <a:gd name="T20" fmla="*/ 0 w 69"/>
                <a:gd name="T21" fmla="*/ 21 h 38"/>
                <a:gd name="T22" fmla="*/ 5 w 69"/>
                <a:gd name="T23" fmla="*/ 23 h 38"/>
                <a:gd name="T24" fmla="*/ 17 w 69"/>
                <a:gd name="T25" fmla="*/ 26 h 38"/>
                <a:gd name="T26" fmla="*/ 17 w 69"/>
                <a:gd name="T27" fmla="*/ 34 h 38"/>
                <a:gd name="T28" fmla="*/ 20 w 69"/>
                <a:gd name="T29" fmla="*/ 34 h 38"/>
                <a:gd name="T30" fmla="*/ 21 w 69"/>
                <a:gd name="T31" fmla="*/ 38 h 38"/>
                <a:gd name="T32" fmla="*/ 25 w 69"/>
                <a:gd name="T33" fmla="*/ 37 h 38"/>
                <a:gd name="T34" fmla="*/ 29 w 69"/>
                <a:gd name="T35" fmla="*/ 34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9"/>
                <a:gd name="T55" fmla="*/ 0 h 38"/>
                <a:gd name="T56" fmla="*/ 69 w 69"/>
                <a:gd name="T57" fmla="*/ 38 h 3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9" h="38">
                  <a:moveTo>
                    <a:pt x="29" y="34"/>
                  </a:moveTo>
                  <a:cubicBezTo>
                    <a:pt x="29" y="33"/>
                    <a:pt x="26" y="27"/>
                    <a:pt x="32" y="27"/>
                  </a:cubicBezTo>
                  <a:cubicBezTo>
                    <a:pt x="39" y="26"/>
                    <a:pt x="44" y="26"/>
                    <a:pt x="45" y="22"/>
                  </a:cubicBezTo>
                  <a:cubicBezTo>
                    <a:pt x="46" y="17"/>
                    <a:pt x="53" y="19"/>
                    <a:pt x="55" y="19"/>
                  </a:cubicBezTo>
                  <a:cubicBezTo>
                    <a:pt x="57" y="19"/>
                    <a:pt x="63" y="14"/>
                    <a:pt x="69" y="14"/>
                  </a:cubicBezTo>
                  <a:cubicBezTo>
                    <a:pt x="69" y="8"/>
                    <a:pt x="61" y="10"/>
                    <a:pt x="56" y="5"/>
                  </a:cubicBezTo>
                  <a:cubicBezTo>
                    <a:pt x="51" y="0"/>
                    <a:pt x="39" y="2"/>
                    <a:pt x="32" y="5"/>
                  </a:cubicBezTo>
                  <a:cubicBezTo>
                    <a:pt x="26" y="7"/>
                    <a:pt x="18" y="2"/>
                    <a:pt x="11" y="6"/>
                  </a:cubicBezTo>
                  <a:cubicBezTo>
                    <a:pt x="11" y="6"/>
                    <a:pt x="11" y="6"/>
                    <a:pt x="11" y="6"/>
                  </a:cubicBezTo>
                  <a:cubicBezTo>
                    <a:pt x="9" y="8"/>
                    <a:pt x="7" y="10"/>
                    <a:pt x="5" y="12"/>
                  </a:cubicBezTo>
                  <a:cubicBezTo>
                    <a:pt x="0" y="16"/>
                    <a:pt x="1" y="20"/>
                    <a:pt x="0" y="21"/>
                  </a:cubicBezTo>
                  <a:cubicBezTo>
                    <a:pt x="1" y="22"/>
                    <a:pt x="3" y="22"/>
                    <a:pt x="5" y="23"/>
                  </a:cubicBezTo>
                  <a:cubicBezTo>
                    <a:pt x="10" y="27"/>
                    <a:pt x="15" y="24"/>
                    <a:pt x="17" y="26"/>
                  </a:cubicBezTo>
                  <a:cubicBezTo>
                    <a:pt x="17" y="27"/>
                    <a:pt x="17" y="30"/>
                    <a:pt x="17" y="34"/>
                  </a:cubicBezTo>
                  <a:cubicBezTo>
                    <a:pt x="18" y="33"/>
                    <a:pt x="18" y="32"/>
                    <a:pt x="20" y="34"/>
                  </a:cubicBezTo>
                  <a:cubicBezTo>
                    <a:pt x="22" y="35"/>
                    <a:pt x="21" y="37"/>
                    <a:pt x="21" y="38"/>
                  </a:cubicBezTo>
                  <a:cubicBezTo>
                    <a:pt x="25" y="37"/>
                    <a:pt x="25" y="37"/>
                    <a:pt x="25" y="37"/>
                  </a:cubicBezTo>
                  <a:cubicBezTo>
                    <a:pt x="25" y="37"/>
                    <a:pt x="28" y="35"/>
                    <a:pt x="29" y="34"/>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4" name="Freeform 100"/>
            <p:cNvSpPr>
              <a:spLocks noChangeArrowheads="1"/>
            </p:cNvSpPr>
            <p:nvPr/>
          </p:nvSpPr>
          <p:spPr bwMode="auto">
            <a:xfrm>
              <a:off x="1106492" y="1736727"/>
              <a:ext cx="657227" cy="406401"/>
            </a:xfrm>
            <a:custGeom>
              <a:avLst/>
              <a:gdLst>
                <a:gd name="T0" fmla="*/ 301 w 344"/>
                <a:gd name="T1" fmla="*/ 199 h 213"/>
                <a:gd name="T2" fmla="*/ 296 w 344"/>
                <a:gd name="T3" fmla="*/ 180 h 213"/>
                <a:gd name="T4" fmla="*/ 324 w 344"/>
                <a:gd name="T5" fmla="*/ 173 h 213"/>
                <a:gd name="T6" fmla="*/ 334 w 344"/>
                <a:gd name="T7" fmla="*/ 161 h 213"/>
                <a:gd name="T8" fmla="*/ 343 w 344"/>
                <a:gd name="T9" fmla="*/ 139 h 213"/>
                <a:gd name="T10" fmla="*/ 315 w 344"/>
                <a:gd name="T11" fmla="*/ 137 h 213"/>
                <a:gd name="T12" fmla="*/ 297 w 344"/>
                <a:gd name="T13" fmla="*/ 161 h 213"/>
                <a:gd name="T14" fmla="*/ 281 w 344"/>
                <a:gd name="T15" fmla="*/ 170 h 213"/>
                <a:gd name="T16" fmla="*/ 242 w 344"/>
                <a:gd name="T17" fmla="*/ 169 h 213"/>
                <a:gd name="T18" fmla="*/ 224 w 344"/>
                <a:gd name="T19" fmla="*/ 143 h 213"/>
                <a:gd name="T20" fmla="*/ 223 w 344"/>
                <a:gd name="T21" fmla="*/ 90 h 213"/>
                <a:gd name="T22" fmla="*/ 219 w 344"/>
                <a:gd name="T23" fmla="*/ 83 h 213"/>
                <a:gd name="T24" fmla="*/ 200 w 344"/>
                <a:gd name="T25" fmla="*/ 71 h 213"/>
                <a:gd name="T26" fmla="*/ 187 w 344"/>
                <a:gd name="T27" fmla="*/ 47 h 213"/>
                <a:gd name="T28" fmla="*/ 158 w 344"/>
                <a:gd name="T29" fmla="*/ 46 h 213"/>
                <a:gd name="T30" fmla="*/ 141 w 344"/>
                <a:gd name="T31" fmla="*/ 32 h 213"/>
                <a:gd name="T32" fmla="*/ 121 w 344"/>
                <a:gd name="T33" fmla="*/ 11 h 213"/>
                <a:gd name="T34" fmla="*/ 100 w 344"/>
                <a:gd name="T35" fmla="*/ 16 h 213"/>
                <a:gd name="T36" fmla="*/ 39 w 344"/>
                <a:gd name="T37" fmla="*/ 6 h 213"/>
                <a:gd name="T38" fmla="*/ 0 w 344"/>
                <a:gd name="T39" fmla="*/ 3 h 213"/>
                <a:gd name="T40" fmla="*/ 16 w 344"/>
                <a:gd name="T41" fmla="*/ 35 h 213"/>
                <a:gd name="T42" fmla="*/ 35 w 344"/>
                <a:gd name="T43" fmla="*/ 61 h 213"/>
                <a:gd name="T44" fmla="*/ 40 w 344"/>
                <a:gd name="T45" fmla="*/ 72 h 213"/>
                <a:gd name="T46" fmla="*/ 56 w 344"/>
                <a:gd name="T47" fmla="*/ 94 h 213"/>
                <a:gd name="T48" fmla="*/ 81 w 344"/>
                <a:gd name="T49" fmla="*/ 120 h 213"/>
                <a:gd name="T50" fmla="*/ 84 w 344"/>
                <a:gd name="T51" fmla="*/ 107 h 213"/>
                <a:gd name="T52" fmla="*/ 71 w 344"/>
                <a:gd name="T53" fmla="*/ 93 h 213"/>
                <a:gd name="T54" fmla="*/ 52 w 344"/>
                <a:gd name="T55" fmla="*/ 60 h 213"/>
                <a:gd name="T56" fmla="*/ 44 w 344"/>
                <a:gd name="T57" fmla="*/ 42 h 213"/>
                <a:gd name="T58" fmla="*/ 29 w 344"/>
                <a:gd name="T59" fmla="*/ 29 h 213"/>
                <a:gd name="T60" fmla="*/ 29 w 344"/>
                <a:gd name="T61" fmla="*/ 11 h 213"/>
                <a:gd name="T62" fmla="*/ 39 w 344"/>
                <a:gd name="T63" fmla="*/ 16 h 213"/>
                <a:gd name="T64" fmla="*/ 49 w 344"/>
                <a:gd name="T65" fmla="*/ 32 h 213"/>
                <a:gd name="T66" fmla="*/ 56 w 344"/>
                <a:gd name="T67" fmla="*/ 47 h 213"/>
                <a:gd name="T68" fmla="*/ 73 w 344"/>
                <a:gd name="T69" fmla="*/ 60 h 213"/>
                <a:gd name="T70" fmla="*/ 87 w 344"/>
                <a:gd name="T71" fmla="*/ 74 h 213"/>
                <a:gd name="T72" fmla="*/ 95 w 344"/>
                <a:gd name="T73" fmla="*/ 89 h 213"/>
                <a:gd name="T74" fmla="*/ 129 w 344"/>
                <a:gd name="T75" fmla="*/ 125 h 213"/>
                <a:gd name="T76" fmla="*/ 134 w 344"/>
                <a:gd name="T77" fmla="*/ 145 h 213"/>
                <a:gd name="T78" fmla="*/ 139 w 344"/>
                <a:gd name="T79" fmla="*/ 163 h 213"/>
                <a:gd name="T80" fmla="*/ 174 w 344"/>
                <a:gd name="T81" fmla="*/ 180 h 213"/>
                <a:gd name="T82" fmla="*/ 221 w 344"/>
                <a:gd name="T83" fmla="*/ 202 h 213"/>
                <a:gd name="T84" fmla="*/ 265 w 344"/>
                <a:gd name="T85" fmla="*/ 204 h 213"/>
                <a:gd name="T86" fmla="*/ 286 w 344"/>
                <a:gd name="T87" fmla="*/ 201 h 21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44"/>
                <a:gd name="T133" fmla="*/ 0 h 213"/>
                <a:gd name="T134" fmla="*/ 344 w 344"/>
                <a:gd name="T135" fmla="*/ 213 h 21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44" h="213">
                  <a:moveTo>
                    <a:pt x="286" y="201"/>
                  </a:moveTo>
                  <a:cubicBezTo>
                    <a:pt x="287" y="201"/>
                    <a:pt x="300" y="202"/>
                    <a:pt x="301" y="199"/>
                  </a:cubicBezTo>
                  <a:cubicBezTo>
                    <a:pt x="302" y="196"/>
                    <a:pt x="292" y="189"/>
                    <a:pt x="293" y="188"/>
                  </a:cubicBezTo>
                  <a:cubicBezTo>
                    <a:pt x="294" y="188"/>
                    <a:pt x="294" y="180"/>
                    <a:pt x="296" y="180"/>
                  </a:cubicBezTo>
                  <a:cubicBezTo>
                    <a:pt x="298" y="180"/>
                    <a:pt x="316" y="181"/>
                    <a:pt x="317" y="180"/>
                  </a:cubicBezTo>
                  <a:cubicBezTo>
                    <a:pt x="318" y="180"/>
                    <a:pt x="321" y="173"/>
                    <a:pt x="324" y="173"/>
                  </a:cubicBezTo>
                  <a:cubicBezTo>
                    <a:pt x="325" y="173"/>
                    <a:pt x="327" y="175"/>
                    <a:pt x="329" y="176"/>
                  </a:cubicBezTo>
                  <a:cubicBezTo>
                    <a:pt x="333" y="173"/>
                    <a:pt x="334" y="167"/>
                    <a:pt x="334" y="161"/>
                  </a:cubicBezTo>
                  <a:cubicBezTo>
                    <a:pt x="335" y="154"/>
                    <a:pt x="333" y="152"/>
                    <a:pt x="336" y="148"/>
                  </a:cubicBezTo>
                  <a:cubicBezTo>
                    <a:pt x="340" y="145"/>
                    <a:pt x="344" y="144"/>
                    <a:pt x="343" y="139"/>
                  </a:cubicBezTo>
                  <a:cubicBezTo>
                    <a:pt x="342" y="134"/>
                    <a:pt x="337" y="139"/>
                    <a:pt x="333" y="137"/>
                  </a:cubicBezTo>
                  <a:cubicBezTo>
                    <a:pt x="329" y="134"/>
                    <a:pt x="325" y="136"/>
                    <a:pt x="315" y="137"/>
                  </a:cubicBezTo>
                  <a:cubicBezTo>
                    <a:pt x="305" y="139"/>
                    <a:pt x="300" y="143"/>
                    <a:pt x="301" y="150"/>
                  </a:cubicBezTo>
                  <a:cubicBezTo>
                    <a:pt x="301" y="158"/>
                    <a:pt x="297" y="154"/>
                    <a:pt x="297" y="161"/>
                  </a:cubicBezTo>
                  <a:cubicBezTo>
                    <a:pt x="298" y="167"/>
                    <a:pt x="289" y="167"/>
                    <a:pt x="290" y="171"/>
                  </a:cubicBezTo>
                  <a:cubicBezTo>
                    <a:pt x="290" y="175"/>
                    <a:pt x="283" y="171"/>
                    <a:pt x="281" y="170"/>
                  </a:cubicBezTo>
                  <a:cubicBezTo>
                    <a:pt x="279" y="168"/>
                    <a:pt x="258" y="175"/>
                    <a:pt x="255" y="175"/>
                  </a:cubicBezTo>
                  <a:cubicBezTo>
                    <a:pt x="252" y="176"/>
                    <a:pt x="246" y="169"/>
                    <a:pt x="242" y="169"/>
                  </a:cubicBezTo>
                  <a:cubicBezTo>
                    <a:pt x="238" y="170"/>
                    <a:pt x="236" y="163"/>
                    <a:pt x="236" y="158"/>
                  </a:cubicBezTo>
                  <a:cubicBezTo>
                    <a:pt x="235" y="153"/>
                    <a:pt x="227" y="148"/>
                    <a:pt x="224" y="143"/>
                  </a:cubicBezTo>
                  <a:cubicBezTo>
                    <a:pt x="220" y="138"/>
                    <a:pt x="220" y="128"/>
                    <a:pt x="219" y="121"/>
                  </a:cubicBezTo>
                  <a:cubicBezTo>
                    <a:pt x="219" y="114"/>
                    <a:pt x="218" y="103"/>
                    <a:pt x="223" y="90"/>
                  </a:cubicBezTo>
                  <a:cubicBezTo>
                    <a:pt x="224" y="88"/>
                    <a:pt x="224" y="86"/>
                    <a:pt x="224" y="85"/>
                  </a:cubicBezTo>
                  <a:cubicBezTo>
                    <a:pt x="222" y="84"/>
                    <a:pt x="221" y="83"/>
                    <a:pt x="219" y="83"/>
                  </a:cubicBezTo>
                  <a:cubicBezTo>
                    <a:pt x="215" y="83"/>
                    <a:pt x="206" y="77"/>
                    <a:pt x="204" y="77"/>
                  </a:cubicBezTo>
                  <a:cubicBezTo>
                    <a:pt x="202" y="77"/>
                    <a:pt x="202" y="73"/>
                    <a:pt x="200" y="71"/>
                  </a:cubicBezTo>
                  <a:cubicBezTo>
                    <a:pt x="199" y="68"/>
                    <a:pt x="200" y="64"/>
                    <a:pt x="198" y="62"/>
                  </a:cubicBezTo>
                  <a:cubicBezTo>
                    <a:pt x="196" y="60"/>
                    <a:pt x="189" y="54"/>
                    <a:pt x="187" y="47"/>
                  </a:cubicBezTo>
                  <a:cubicBezTo>
                    <a:pt x="185" y="39"/>
                    <a:pt x="172" y="36"/>
                    <a:pt x="167" y="35"/>
                  </a:cubicBezTo>
                  <a:cubicBezTo>
                    <a:pt x="162" y="35"/>
                    <a:pt x="160" y="45"/>
                    <a:pt x="158" y="46"/>
                  </a:cubicBezTo>
                  <a:cubicBezTo>
                    <a:pt x="157" y="46"/>
                    <a:pt x="148" y="40"/>
                    <a:pt x="145" y="39"/>
                  </a:cubicBezTo>
                  <a:cubicBezTo>
                    <a:pt x="143" y="38"/>
                    <a:pt x="141" y="35"/>
                    <a:pt x="141" y="32"/>
                  </a:cubicBezTo>
                  <a:cubicBezTo>
                    <a:pt x="141" y="29"/>
                    <a:pt x="136" y="24"/>
                    <a:pt x="134" y="23"/>
                  </a:cubicBezTo>
                  <a:cubicBezTo>
                    <a:pt x="132" y="22"/>
                    <a:pt x="121" y="11"/>
                    <a:pt x="121" y="11"/>
                  </a:cubicBezTo>
                  <a:cubicBezTo>
                    <a:pt x="104" y="11"/>
                    <a:pt x="104" y="11"/>
                    <a:pt x="104" y="11"/>
                  </a:cubicBezTo>
                  <a:cubicBezTo>
                    <a:pt x="100" y="16"/>
                    <a:pt x="100" y="16"/>
                    <a:pt x="100" y="16"/>
                  </a:cubicBezTo>
                  <a:cubicBezTo>
                    <a:pt x="68" y="17"/>
                    <a:pt x="68" y="17"/>
                    <a:pt x="68" y="17"/>
                  </a:cubicBezTo>
                  <a:cubicBezTo>
                    <a:pt x="68" y="17"/>
                    <a:pt x="43" y="7"/>
                    <a:pt x="39" y="6"/>
                  </a:cubicBezTo>
                  <a:cubicBezTo>
                    <a:pt x="34" y="5"/>
                    <a:pt x="26" y="0"/>
                    <a:pt x="26" y="0"/>
                  </a:cubicBezTo>
                  <a:cubicBezTo>
                    <a:pt x="0" y="3"/>
                    <a:pt x="0" y="3"/>
                    <a:pt x="0" y="3"/>
                  </a:cubicBezTo>
                  <a:cubicBezTo>
                    <a:pt x="1" y="6"/>
                    <a:pt x="3" y="9"/>
                    <a:pt x="6" y="13"/>
                  </a:cubicBezTo>
                  <a:cubicBezTo>
                    <a:pt x="11" y="19"/>
                    <a:pt x="15" y="31"/>
                    <a:pt x="16" y="35"/>
                  </a:cubicBezTo>
                  <a:cubicBezTo>
                    <a:pt x="16" y="39"/>
                    <a:pt x="23" y="42"/>
                    <a:pt x="30" y="46"/>
                  </a:cubicBezTo>
                  <a:cubicBezTo>
                    <a:pt x="36" y="50"/>
                    <a:pt x="36" y="59"/>
                    <a:pt x="35" y="61"/>
                  </a:cubicBezTo>
                  <a:cubicBezTo>
                    <a:pt x="34" y="63"/>
                    <a:pt x="27" y="59"/>
                    <a:pt x="26" y="62"/>
                  </a:cubicBezTo>
                  <a:cubicBezTo>
                    <a:pt x="26" y="64"/>
                    <a:pt x="36" y="73"/>
                    <a:pt x="40" y="72"/>
                  </a:cubicBezTo>
                  <a:cubicBezTo>
                    <a:pt x="44" y="72"/>
                    <a:pt x="46" y="74"/>
                    <a:pt x="52" y="80"/>
                  </a:cubicBezTo>
                  <a:cubicBezTo>
                    <a:pt x="59" y="85"/>
                    <a:pt x="58" y="92"/>
                    <a:pt x="56" y="94"/>
                  </a:cubicBezTo>
                  <a:cubicBezTo>
                    <a:pt x="53" y="96"/>
                    <a:pt x="61" y="100"/>
                    <a:pt x="69" y="105"/>
                  </a:cubicBezTo>
                  <a:cubicBezTo>
                    <a:pt x="77" y="110"/>
                    <a:pt x="80" y="117"/>
                    <a:pt x="81" y="120"/>
                  </a:cubicBezTo>
                  <a:cubicBezTo>
                    <a:pt x="81" y="122"/>
                    <a:pt x="85" y="120"/>
                    <a:pt x="86" y="116"/>
                  </a:cubicBezTo>
                  <a:cubicBezTo>
                    <a:pt x="87" y="112"/>
                    <a:pt x="84" y="111"/>
                    <a:pt x="84" y="107"/>
                  </a:cubicBezTo>
                  <a:cubicBezTo>
                    <a:pt x="84" y="103"/>
                    <a:pt x="77" y="104"/>
                    <a:pt x="74" y="103"/>
                  </a:cubicBezTo>
                  <a:cubicBezTo>
                    <a:pt x="71" y="103"/>
                    <a:pt x="74" y="96"/>
                    <a:pt x="71" y="93"/>
                  </a:cubicBezTo>
                  <a:cubicBezTo>
                    <a:pt x="68" y="90"/>
                    <a:pt x="66" y="83"/>
                    <a:pt x="64" y="77"/>
                  </a:cubicBezTo>
                  <a:cubicBezTo>
                    <a:pt x="63" y="72"/>
                    <a:pt x="55" y="66"/>
                    <a:pt x="52" y="60"/>
                  </a:cubicBezTo>
                  <a:cubicBezTo>
                    <a:pt x="48" y="54"/>
                    <a:pt x="45" y="49"/>
                    <a:pt x="43" y="48"/>
                  </a:cubicBezTo>
                  <a:cubicBezTo>
                    <a:pt x="40" y="46"/>
                    <a:pt x="46" y="44"/>
                    <a:pt x="44" y="42"/>
                  </a:cubicBezTo>
                  <a:cubicBezTo>
                    <a:pt x="42" y="40"/>
                    <a:pt x="39" y="40"/>
                    <a:pt x="35" y="38"/>
                  </a:cubicBezTo>
                  <a:cubicBezTo>
                    <a:pt x="31" y="36"/>
                    <a:pt x="29" y="33"/>
                    <a:pt x="29" y="29"/>
                  </a:cubicBezTo>
                  <a:cubicBezTo>
                    <a:pt x="29" y="25"/>
                    <a:pt x="26" y="16"/>
                    <a:pt x="25" y="13"/>
                  </a:cubicBezTo>
                  <a:cubicBezTo>
                    <a:pt x="24" y="9"/>
                    <a:pt x="28" y="10"/>
                    <a:pt x="29" y="11"/>
                  </a:cubicBezTo>
                  <a:cubicBezTo>
                    <a:pt x="30" y="13"/>
                    <a:pt x="31" y="14"/>
                    <a:pt x="33" y="13"/>
                  </a:cubicBezTo>
                  <a:cubicBezTo>
                    <a:pt x="35" y="12"/>
                    <a:pt x="38" y="13"/>
                    <a:pt x="39" y="16"/>
                  </a:cubicBezTo>
                  <a:cubicBezTo>
                    <a:pt x="40" y="19"/>
                    <a:pt x="45" y="16"/>
                    <a:pt x="47" y="17"/>
                  </a:cubicBezTo>
                  <a:cubicBezTo>
                    <a:pt x="49" y="19"/>
                    <a:pt x="42" y="20"/>
                    <a:pt x="49" y="32"/>
                  </a:cubicBezTo>
                  <a:cubicBezTo>
                    <a:pt x="55" y="43"/>
                    <a:pt x="51" y="37"/>
                    <a:pt x="51" y="44"/>
                  </a:cubicBezTo>
                  <a:cubicBezTo>
                    <a:pt x="51" y="52"/>
                    <a:pt x="55" y="49"/>
                    <a:pt x="56" y="47"/>
                  </a:cubicBezTo>
                  <a:cubicBezTo>
                    <a:pt x="57" y="46"/>
                    <a:pt x="61" y="50"/>
                    <a:pt x="64" y="54"/>
                  </a:cubicBezTo>
                  <a:cubicBezTo>
                    <a:pt x="67" y="58"/>
                    <a:pt x="73" y="58"/>
                    <a:pt x="73" y="60"/>
                  </a:cubicBezTo>
                  <a:cubicBezTo>
                    <a:pt x="73" y="63"/>
                    <a:pt x="75" y="67"/>
                    <a:pt x="79" y="68"/>
                  </a:cubicBezTo>
                  <a:cubicBezTo>
                    <a:pt x="83" y="69"/>
                    <a:pt x="84" y="73"/>
                    <a:pt x="87" y="74"/>
                  </a:cubicBezTo>
                  <a:cubicBezTo>
                    <a:pt x="89" y="74"/>
                    <a:pt x="90" y="77"/>
                    <a:pt x="88" y="81"/>
                  </a:cubicBezTo>
                  <a:cubicBezTo>
                    <a:pt x="87" y="84"/>
                    <a:pt x="88" y="87"/>
                    <a:pt x="95" y="89"/>
                  </a:cubicBezTo>
                  <a:cubicBezTo>
                    <a:pt x="102" y="92"/>
                    <a:pt x="99" y="93"/>
                    <a:pt x="105" y="98"/>
                  </a:cubicBezTo>
                  <a:cubicBezTo>
                    <a:pt x="110" y="103"/>
                    <a:pt x="126" y="120"/>
                    <a:pt x="129" y="125"/>
                  </a:cubicBezTo>
                  <a:cubicBezTo>
                    <a:pt x="132" y="130"/>
                    <a:pt x="133" y="134"/>
                    <a:pt x="134" y="137"/>
                  </a:cubicBezTo>
                  <a:cubicBezTo>
                    <a:pt x="136" y="141"/>
                    <a:pt x="132" y="142"/>
                    <a:pt x="134" y="145"/>
                  </a:cubicBezTo>
                  <a:cubicBezTo>
                    <a:pt x="136" y="148"/>
                    <a:pt x="130" y="147"/>
                    <a:pt x="130" y="149"/>
                  </a:cubicBezTo>
                  <a:cubicBezTo>
                    <a:pt x="131" y="152"/>
                    <a:pt x="134" y="163"/>
                    <a:pt x="139" y="163"/>
                  </a:cubicBezTo>
                  <a:cubicBezTo>
                    <a:pt x="145" y="164"/>
                    <a:pt x="151" y="171"/>
                    <a:pt x="156" y="174"/>
                  </a:cubicBezTo>
                  <a:cubicBezTo>
                    <a:pt x="160" y="178"/>
                    <a:pt x="167" y="177"/>
                    <a:pt x="174" y="180"/>
                  </a:cubicBezTo>
                  <a:cubicBezTo>
                    <a:pt x="180" y="182"/>
                    <a:pt x="186" y="188"/>
                    <a:pt x="196" y="191"/>
                  </a:cubicBezTo>
                  <a:cubicBezTo>
                    <a:pt x="206" y="194"/>
                    <a:pt x="215" y="198"/>
                    <a:pt x="221" y="202"/>
                  </a:cubicBezTo>
                  <a:cubicBezTo>
                    <a:pt x="228" y="206"/>
                    <a:pt x="235" y="204"/>
                    <a:pt x="244" y="201"/>
                  </a:cubicBezTo>
                  <a:cubicBezTo>
                    <a:pt x="253" y="197"/>
                    <a:pt x="260" y="202"/>
                    <a:pt x="265" y="204"/>
                  </a:cubicBezTo>
                  <a:cubicBezTo>
                    <a:pt x="267" y="205"/>
                    <a:pt x="272" y="209"/>
                    <a:pt x="277" y="213"/>
                  </a:cubicBezTo>
                  <a:cubicBezTo>
                    <a:pt x="281" y="207"/>
                    <a:pt x="285" y="201"/>
                    <a:pt x="286" y="201"/>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5" name="Freeform 101"/>
            <p:cNvSpPr>
              <a:spLocks noChangeArrowheads="1"/>
            </p:cNvSpPr>
            <p:nvPr/>
          </p:nvSpPr>
          <p:spPr bwMode="auto">
            <a:xfrm>
              <a:off x="1635131" y="2079627"/>
              <a:ext cx="92076" cy="90488"/>
            </a:xfrm>
            <a:custGeom>
              <a:avLst/>
              <a:gdLst>
                <a:gd name="T0" fmla="*/ 42 w 48"/>
                <a:gd name="T1" fmla="*/ 31 h 47"/>
                <a:gd name="T2" fmla="*/ 48 w 48"/>
                <a:gd name="T3" fmla="*/ 25 h 47"/>
                <a:gd name="T4" fmla="*/ 43 w 48"/>
                <a:gd name="T5" fmla="*/ 22 h 47"/>
                <a:gd name="T6" fmla="*/ 38 w 48"/>
                <a:gd name="T7" fmla="*/ 23 h 47"/>
                <a:gd name="T8" fmla="*/ 38 w 48"/>
                <a:gd name="T9" fmla="*/ 0 h 47"/>
                <a:gd name="T10" fmla="*/ 19 w 48"/>
                <a:gd name="T11" fmla="*/ 0 h 47"/>
                <a:gd name="T12" fmla="*/ 16 w 48"/>
                <a:gd name="T13" fmla="*/ 8 h 47"/>
                <a:gd name="T14" fmla="*/ 24 w 48"/>
                <a:gd name="T15" fmla="*/ 19 h 47"/>
                <a:gd name="T16" fmla="*/ 9 w 48"/>
                <a:gd name="T17" fmla="*/ 21 h 47"/>
                <a:gd name="T18" fmla="*/ 0 w 48"/>
                <a:gd name="T19" fmla="*/ 33 h 47"/>
                <a:gd name="T20" fmla="*/ 12 w 48"/>
                <a:gd name="T21" fmla="*/ 44 h 47"/>
                <a:gd name="T22" fmla="*/ 28 w 48"/>
                <a:gd name="T23" fmla="*/ 47 h 47"/>
                <a:gd name="T24" fmla="*/ 28 w 48"/>
                <a:gd name="T25" fmla="*/ 47 h 47"/>
                <a:gd name="T26" fmla="*/ 36 w 48"/>
                <a:gd name="T27" fmla="*/ 40 h 47"/>
                <a:gd name="T28" fmla="*/ 42 w 48"/>
                <a:gd name="T29" fmla="*/ 31 h 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47"/>
                <a:gd name="T47" fmla="*/ 48 w 48"/>
                <a:gd name="T48" fmla="*/ 47 h 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47">
                  <a:moveTo>
                    <a:pt x="42" y="31"/>
                  </a:moveTo>
                  <a:cubicBezTo>
                    <a:pt x="44" y="29"/>
                    <a:pt x="46" y="27"/>
                    <a:pt x="48" y="25"/>
                  </a:cubicBezTo>
                  <a:cubicBezTo>
                    <a:pt x="44" y="27"/>
                    <a:pt x="43" y="25"/>
                    <a:pt x="43" y="22"/>
                  </a:cubicBezTo>
                  <a:cubicBezTo>
                    <a:pt x="38" y="23"/>
                    <a:pt x="38" y="23"/>
                    <a:pt x="38" y="23"/>
                  </a:cubicBezTo>
                  <a:cubicBezTo>
                    <a:pt x="38" y="0"/>
                    <a:pt x="38" y="0"/>
                    <a:pt x="38" y="0"/>
                  </a:cubicBezTo>
                  <a:cubicBezTo>
                    <a:pt x="34" y="0"/>
                    <a:pt x="21" y="0"/>
                    <a:pt x="19" y="0"/>
                  </a:cubicBezTo>
                  <a:cubicBezTo>
                    <a:pt x="17" y="0"/>
                    <a:pt x="17" y="8"/>
                    <a:pt x="16" y="8"/>
                  </a:cubicBezTo>
                  <a:cubicBezTo>
                    <a:pt x="15" y="9"/>
                    <a:pt x="25" y="16"/>
                    <a:pt x="24" y="19"/>
                  </a:cubicBezTo>
                  <a:cubicBezTo>
                    <a:pt x="23" y="22"/>
                    <a:pt x="10" y="21"/>
                    <a:pt x="9" y="21"/>
                  </a:cubicBezTo>
                  <a:cubicBezTo>
                    <a:pt x="8" y="21"/>
                    <a:pt x="4" y="27"/>
                    <a:pt x="0" y="33"/>
                  </a:cubicBezTo>
                  <a:cubicBezTo>
                    <a:pt x="5" y="38"/>
                    <a:pt x="10" y="42"/>
                    <a:pt x="12" y="44"/>
                  </a:cubicBezTo>
                  <a:cubicBezTo>
                    <a:pt x="17" y="47"/>
                    <a:pt x="25" y="44"/>
                    <a:pt x="28" y="47"/>
                  </a:cubicBezTo>
                  <a:cubicBezTo>
                    <a:pt x="28" y="47"/>
                    <a:pt x="28" y="47"/>
                    <a:pt x="28" y="47"/>
                  </a:cubicBezTo>
                  <a:cubicBezTo>
                    <a:pt x="32" y="44"/>
                    <a:pt x="35" y="40"/>
                    <a:pt x="36" y="40"/>
                  </a:cubicBezTo>
                  <a:cubicBezTo>
                    <a:pt x="39" y="39"/>
                    <a:pt x="37" y="35"/>
                    <a:pt x="42" y="31"/>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6" name="Freeform 102"/>
            <p:cNvSpPr>
              <a:spLocks noChangeArrowheads="1"/>
            </p:cNvSpPr>
            <p:nvPr/>
          </p:nvSpPr>
          <p:spPr bwMode="auto">
            <a:xfrm>
              <a:off x="1708156" y="2066927"/>
              <a:ext cx="26988" cy="57151"/>
            </a:xfrm>
            <a:custGeom>
              <a:avLst/>
              <a:gdLst>
                <a:gd name="T0" fmla="*/ 2 w 14"/>
                <a:gd name="T1" fmla="*/ 7 h 30"/>
                <a:gd name="T2" fmla="*/ 0 w 14"/>
                <a:gd name="T3" fmla="*/ 7 h 30"/>
                <a:gd name="T4" fmla="*/ 0 w 14"/>
                <a:gd name="T5" fmla="*/ 30 h 30"/>
                <a:gd name="T6" fmla="*/ 5 w 14"/>
                <a:gd name="T7" fmla="*/ 29 h 30"/>
                <a:gd name="T8" fmla="*/ 9 w 14"/>
                <a:gd name="T9" fmla="*/ 24 h 30"/>
                <a:gd name="T10" fmla="*/ 12 w 14"/>
                <a:gd name="T11" fmla="*/ 5 h 30"/>
                <a:gd name="T12" fmla="*/ 14 w 14"/>
                <a:gd name="T13" fmla="*/ 3 h 30"/>
                <a:gd name="T14" fmla="*/ 9 w 14"/>
                <a:gd name="T15" fmla="*/ 0 h 30"/>
                <a:gd name="T16" fmla="*/ 2 w 14"/>
                <a:gd name="T17" fmla="*/ 7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30"/>
                <a:gd name="T29" fmla="*/ 14 w 1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30">
                  <a:moveTo>
                    <a:pt x="2" y="7"/>
                  </a:moveTo>
                  <a:cubicBezTo>
                    <a:pt x="2" y="7"/>
                    <a:pt x="1" y="7"/>
                    <a:pt x="0" y="7"/>
                  </a:cubicBezTo>
                  <a:cubicBezTo>
                    <a:pt x="0" y="30"/>
                    <a:pt x="0" y="30"/>
                    <a:pt x="0" y="30"/>
                  </a:cubicBezTo>
                  <a:cubicBezTo>
                    <a:pt x="5" y="29"/>
                    <a:pt x="5" y="29"/>
                    <a:pt x="5" y="29"/>
                  </a:cubicBezTo>
                  <a:cubicBezTo>
                    <a:pt x="6" y="27"/>
                    <a:pt x="7" y="25"/>
                    <a:pt x="9" y="24"/>
                  </a:cubicBezTo>
                  <a:cubicBezTo>
                    <a:pt x="13" y="20"/>
                    <a:pt x="7" y="6"/>
                    <a:pt x="12" y="5"/>
                  </a:cubicBezTo>
                  <a:cubicBezTo>
                    <a:pt x="13" y="5"/>
                    <a:pt x="14" y="4"/>
                    <a:pt x="14" y="3"/>
                  </a:cubicBezTo>
                  <a:cubicBezTo>
                    <a:pt x="12" y="2"/>
                    <a:pt x="10" y="0"/>
                    <a:pt x="9" y="0"/>
                  </a:cubicBezTo>
                  <a:cubicBezTo>
                    <a:pt x="6" y="0"/>
                    <a:pt x="3" y="7"/>
                    <a:pt x="2" y="7"/>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7" name="Freeform 103"/>
            <p:cNvSpPr>
              <a:spLocks noChangeArrowheads="1"/>
            </p:cNvSpPr>
            <p:nvPr/>
          </p:nvSpPr>
          <p:spPr bwMode="auto">
            <a:xfrm>
              <a:off x="2024070" y="2024064"/>
              <a:ext cx="65088" cy="55564"/>
            </a:xfrm>
            <a:custGeom>
              <a:avLst/>
              <a:gdLst>
                <a:gd name="T0" fmla="*/ 16 w 34"/>
                <a:gd name="T1" fmla="*/ 3 h 29"/>
                <a:gd name="T2" fmla="*/ 23 w 34"/>
                <a:gd name="T3" fmla="*/ 19 h 29"/>
                <a:gd name="T4" fmla="*/ 1 w 34"/>
                <a:gd name="T5" fmla="*/ 23 h 29"/>
                <a:gd name="T6" fmla="*/ 16 w 34"/>
                <a:gd name="T7" fmla="*/ 26 h 29"/>
                <a:gd name="T8" fmla="*/ 31 w 34"/>
                <a:gd name="T9" fmla="*/ 28 h 29"/>
                <a:gd name="T10" fmla="*/ 34 w 34"/>
                <a:gd name="T11" fmla="*/ 6 h 29"/>
                <a:gd name="T12" fmla="*/ 16 w 34"/>
                <a:gd name="T13" fmla="*/ 3 h 29"/>
                <a:gd name="T14" fmla="*/ 0 60000 65536"/>
                <a:gd name="T15" fmla="*/ 0 60000 65536"/>
                <a:gd name="T16" fmla="*/ 0 60000 65536"/>
                <a:gd name="T17" fmla="*/ 0 60000 65536"/>
                <a:gd name="T18" fmla="*/ 0 60000 65536"/>
                <a:gd name="T19" fmla="*/ 0 60000 65536"/>
                <a:gd name="T20" fmla="*/ 0 60000 65536"/>
                <a:gd name="T21" fmla="*/ 0 w 34"/>
                <a:gd name="T22" fmla="*/ 0 h 29"/>
                <a:gd name="T23" fmla="*/ 34 w 34"/>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29">
                  <a:moveTo>
                    <a:pt x="16" y="3"/>
                  </a:moveTo>
                  <a:cubicBezTo>
                    <a:pt x="11" y="7"/>
                    <a:pt x="23" y="14"/>
                    <a:pt x="23" y="19"/>
                  </a:cubicBezTo>
                  <a:cubicBezTo>
                    <a:pt x="23" y="23"/>
                    <a:pt x="3" y="18"/>
                    <a:pt x="1" y="23"/>
                  </a:cubicBezTo>
                  <a:cubicBezTo>
                    <a:pt x="0" y="25"/>
                    <a:pt x="8" y="29"/>
                    <a:pt x="16" y="26"/>
                  </a:cubicBezTo>
                  <a:cubicBezTo>
                    <a:pt x="23" y="24"/>
                    <a:pt x="28" y="26"/>
                    <a:pt x="31" y="28"/>
                  </a:cubicBezTo>
                  <a:cubicBezTo>
                    <a:pt x="32" y="21"/>
                    <a:pt x="33" y="12"/>
                    <a:pt x="34" y="6"/>
                  </a:cubicBezTo>
                  <a:cubicBezTo>
                    <a:pt x="27" y="5"/>
                    <a:pt x="19" y="0"/>
                    <a:pt x="16" y="3"/>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8" name="Freeform 104"/>
            <p:cNvSpPr>
              <a:spLocks noChangeArrowheads="1"/>
            </p:cNvSpPr>
            <p:nvPr/>
          </p:nvSpPr>
          <p:spPr bwMode="auto">
            <a:xfrm>
              <a:off x="2082807" y="2033590"/>
              <a:ext cx="74613" cy="50800"/>
            </a:xfrm>
            <a:custGeom>
              <a:avLst/>
              <a:gdLst>
                <a:gd name="T0" fmla="*/ 15 w 39"/>
                <a:gd name="T1" fmla="*/ 19 h 26"/>
                <a:gd name="T2" fmla="*/ 39 w 39"/>
                <a:gd name="T3" fmla="*/ 14 h 26"/>
                <a:gd name="T4" fmla="*/ 9 w 39"/>
                <a:gd name="T5" fmla="*/ 2 h 26"/>
                <a:gd name="T6" fmla="*/ 3 w 39"/>
                <a:gd name="T7" fmla="*/ 1 h 26"/>
                <a:gd name="T8" fmla="*/ 0 w 39"/>
                <a:gd name="T9" fmla="*/ 23 h 26"/>
                <a:gd name="T10" fmla="*/ 1 w 39"/>
                <a:gd name="T11" fmla="*/ 24 h 26"/>
                <a:gd name="T12" fmla="*/ 15 w 39"/>
                <a:gd name="T13" fmla="*/ 19 h 26"/>
                <a:gd name="T14" fmla="*/ 0 60000 65536"/>
                <a:gd name="T15" fmla="*/ 0 60000 65536"/>
                <a:gd name="T16" fmla="*/ 0 60000 65536"/>
                <a:gd name="T17" fmla="*/ 0 60000 65536"/>
                <a:gd name="T18" fmla="*/ 0 60000 65536"/>
                <a:gd name="T19" fmla="*/ 0 60000 65536"/>
                <a:gd name="T20" fmla="*/ 0 60000 65536"/>
                <a:gd name="T21" fmla="*/ 0 w 39"/>
                <a:gd name="T22" fmla="*/ 0 h 26"/>
                <a:gd name="T23" fmla="*/ 39 w 39"/>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26">
                  <a:moveTo>
                    <a:pt x="15" y="19"/>
                  </a:moveTo>
                  <a:cubicBezTo>
                    <a:pt x="24" y="16"/>
                    <a:pt x="39" y="21"/>
                    <a:pt x="39" y="14"/>
                  </a:cubicBezTo>
                  <a:cubicBezTo>
                    <a:pt x="39" y="7"/>
                    <a:pt x="15" y="0"/>
                    <a:pt x="9" y="2"/>
                  </a:cubicBezTo>
                  <a:cubicBezTo>
                    <a:pt x="7" y="2"/>
                    <a:pt x="5" y="2"/>
                    <a:pt x="3" y="1"/>
                  </a:cubicBezTo>
                  <a:cubicBezTo>
                    <a:pt x="2" y="7"/>
                    <a:pt x="1" y="16"/>
                    <a:pt x="0" y="23"/>
                  </a:cubicBezTo>
                  <a:cubicBezTo>
                    <a:pt x="1" y="23"/>
                    <a:pt x="1" y="23"/>
                    <a:pt x="1" y="24"/>
                  </a:cubicBezTo>
                  <a:cubicBezTo>
                    <a:pt x="5" y="26"/>
                    <a:pt x="6" y="22"/>
                    <a:pt x="15" y="19"/>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9" name="Freeform 105"/>
            <p:cNvSpPr>
              <a:spLocks noChangeArrowheads="1"/>
            </p:cNvSpPr>
            <p:nvPr/>
          </p:nvSpPr>
          <p:spPr bwMode="auto">
            <a:xfrm>
              <a:off x="1746256" y="2143128"/>
              <a:ext cx="92076" cy="93663"/>
            </a:xfrm>
            <a:custGeom>
              <a:avLst/>
              <a:gdLst>
                <a:gd name="T0" fmla="*/ 26 w 48"/>
                <a:gd name="T1" fmla="*/ 46 h 49"/>
                <a:gd name="T2" fmla="*/ 37 w 48"/>
                <a:gd name="T3" fmla="*/ 48 h 49"/>
                <a:gd name="T4" fmla="*/ 42 w 48"/>
                <a:gd name="T5" fmla="*/ 49 h 49"/>
                <a:gd name="T6" fmla="*/ 41 w 48"/>
                <a:gd name="T7" fmla="*/ 47 h 49"/>
                <a:gd name="T8" fmla="*/ 44 w 48"/>
                <a:gd name="T9" fmla="*/ 32 h 49"/>
                <a:gd name="T10" fmla="*/ 45 w 48"/>
                <a:gd name="T11" fmla="*/ 13 h 49"/>
                <a:gd name="T12" fmla="*/ 48 w 48"/>
                <a:gd name="T13" fmla="*/ 1 h 49"/>
                <a:gd name="T14" fmla="*/ 48 w 48"/>
                <a:gd name="T15" fmla="*/ 0 h 49"/>
                <a:gd name="T16" fmla="*/ 34 w 48"/>
                <a:gd name="T17" fmla="*/ 5 h 49"/>
                <a:gd name="T18" fmla="*/ 24 w 48"/>
                <a:gd name="T19" fmla="*/ 8 h 49"/>
                <a:gd name="T20" fmla="*/ 11 w 48"/>
                <a:gd name="T21" fmla="*/ 13 h 49"/>
                <a:gd name="T22" fmla="*/ 8 w 48"/>
                <a:gd name="T23" fmla="*/ 20 h 49"/>
                <a:gd name="T24" fmla="*/ 4 w 48"/>
                <a:gd name="T25" fmla="*/ 23 h 49"/>
                <a:gd name="T26" fmla="*/ 0 w 48"/>
                <a:gd name="T27" fmla="*/ 24 h 49"/>
                <a:gd name="T28" fmla="*/ 2 w 48"/>
                <a:gd name="T29" fmla="*/ 28 h 49"/>
                <a:gd name="T30" fmla="*/ 16 w 48"/>
                <a:gd name="T31" fmla="*/ 42 h 49"/>
                <a:gd name="T32" fmla="*/ 19 w 48"/>
                <a:gd name="T33" fmla="*/ 46 h 49"/>
                <a:gd name="T34" fmla="*/ 26 w 48"/>
                <a:gd name="T35" fmla="*/ 46 h 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49"/>
                <a:gd name="T56" fmla="*/ 48 w 48"/>
                <a:gd name="T57" fmla="*/ 49 h 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49">
                  <a:moveTo>
                    <a:pt x="26" y="46"/>
                  </a:moveTo>
                  <a:cubicBezTo>
                    <a:pt x="28" y="48"/>
                    <a:pt x="34" y="46"/>
                    <a:pt x="37" y="48"/>
                  </a:cubicBezTo>
                  <a:cubicBezTo>
                    <a:pt x="38" y="49"/>
                    <a:pt x="40" y="49"/>
                    <a:pt x="42" y="49"/>
                  </a:cubicBezTo>
                  <a:cubicBezTo>
                    <a:pt x="42" y="48"/>
                    <a:pt x="41" y="47"/>
                    <a:pt x="41" y="47"/>
                  </a:cubicBezTo>
                  <a:cubicBezTo>
                    <a:pt x="39" y="43"/>
                    <a:pt x="42" y="37"/>
                    <a:pt x="44" y="32"/>
                  </a:cubicBezTo>
                  <a:cubicBezTo>
                    <a:pt x="45" y="27"/>
                    <a:pt x="42" y="16"/>
                    <a:pt x="45" y="13"/>
                  </a:cubicBezTo>
                  <a:cubicBezTo>
                    <a:pt x="48" y="10"/>
                    <a:pt x="46" y="8"/>
                    <a:pt x="48" y="1"/>
                  </a:cubicBezTo>
                  <a:cubicBezTo>
                    <a:pt x="48" y="1"/>
                    <a:pt x="48" y="0"/>
                    <a:pt x="48" y="0"/>
                  </a:cubicBezTo>
                  <a:cubicBezTo>
                    <a:pt x="42" y="0"/>
                    <a:pt x="36" y="5"/>
                    <a:pt x="34" y="5"/>
                  </a:cubicBezTo>
                  <a:cubicBezTo>
                    <a:pt x="32" y="5"/>
                    <a:pt x="25" y="3"/>
                    <a:pt x="24" y="8"/>
                  </a:cubicBezTo>
                  <a:cubicBezTo>
                    <a:pt x="23" y="12"/>
                    <a:pt x="18" y="12"/>
                    <a:pt x="11" y="13"/>
                  </a:cubicBezTo>
                  <a:cubicBezTo>
                    <a:pt x="5" y="13"/>
                    <a:pt x="8" y="19"/>
                    <a:pt x="8" y="20"/>
                  </a:cubicBezTo>
                  <a:cubicBezTo>
                    <a:pt x="7" y="21"/>
                    <a:pt x="4" y="23"/>
                    <a:pt x="4" y="23"/>
                  </a:cubicBezTo>
                  <a:cubicBezTo>
                    <a:pt x="0" y="24"/>
                    <a:pt x="0" y="24"/>
                    <a:pt x="0" y="24"/>
                  </a:cubicBezTo>
                  <a:cubicBezTo>
                    <a:pt x="0" y="26"/>
                    <a:pt x="0" y="27"/>
                    <a:pt x="2" y="28"/>
                  </a:cubicBezTo>
                  <a:cubicBezTo>
                    <a:pt x="6" y="31"/>
                    <a:pt x="11" y="39"/>
                    <a:pt x="16" y="42"/>
                  </a:cubicBezTo>
                  <a:cubicBezTo>
                    <a:pt x="18" y="43"/>
                    <a:pt x="19" y="44"/>
                    <a:pt x="19" y="46"/>
                  </a:cubicBezTo>
                  <a:cubicBezTo>
                    <a:pt x="22" y="46"/>
                    <a:pt x="24" y="46"/>
                    <a:pt x="26" y="46"/>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0" name="Freeform 106"/>
            <p:cNvSpPr>
              <a:spLocks noChangeArrowheads="1"/>
            </p:cNvSpPr>
            <p:nvPr/>
          </p:nvSpPr>
          <p:spPr bwMode="auto">
            <a:xfrm>
              <a:off x="2036770" y="2357440"/>
              <a:ext cx="860428" cy="877889"/>
            </a:xfrm>
            <a:custGeom>
              <a:avLst/>
              <a:gdLst>
                <a:gd name="T0" fmla="*/ 253 w 450"/>
                <a:gd name="T1" fmla="*/ 427 h 460"/>
                <a:gd name="T2" fmla="*/ 260 w 450"/>
                <a:gd name="T3" fmla="*/ 429 h 460"/>
                <a:gd name="T4" fmla="*/ 289 w 450"/>
                <a:gd name="T5" fmla="*/ 379 h 460"/>
                <a:gd name="T6" fmla="*/ 307 w 450"/>
                <a:gd name="T7" fmla="*/ 343 h 460"/>
                <a:gd name="T8" fmla="*/ 337 w 450"/>
                <a:gd name="T9" fmla="*/ 326 h 460"/>
                <a:gd name="T10" fmla="*/ 372 w 450"/>
                <a:gd name="T11" fmla="*/ 316 h 460"/>
                <a:gd name="T12" fmla="*/ 386 w 450"/>
                <a:gd name="T13" fmla="*/ 290 h 460"/>
                <a:gd name="T14" fmla="*/ 397 w 450"/>
                <a:gd name="T15" fmla="*/ 264 h 460"/>
                <a:gd name="T16" fmla="*/ 401 w 450"/>
                <a:gd name="T17" fmla="*/ 211 h 460"/>
                <a:gd name="T18" fmla="*/ 409 w 450"/>
                <a:gd name="T19" fmla="*/ 206 h 460"/>
                <a:gd name="T20" fmla="*/ 445 w 450"/>
                <a:gd name="T21" fmla="*/ 158 h 460"/>
                <a:gd name="T22" fmla="*/ 406 w 450"/>
                <a:gd name="T23" fmla="*/ 104 h 460"/>
                <a:gd name="T24" fmla="*/ 336 w 450"/>
                <a:gd name="T25" fmla="*/ 96 h 460"/>
                <a:gd name="T26" fmla="*/ 295 w 450"/>
                <a:gd name="T27" fmla="*/ 74 h 460"/>
                <a:gd name="T28" fmla="*/ 291 w 450"/>
                <a:gd name="T29" fmla="*/ 67 h 460"/>
                <a:gd name="T30" fmla="*/ 264 w 450"/>
                <a:gd name="T31" fmla="*/ 60 h 460"/>
                <a:gd name="T32" fmla="*/ 258 w 450"/>
                <a:gd name="T33" fmla="*/ 13 h 460"/>
                <a:gd name="T34" fmla="*/ 222 w 450"/>
                <a:gd name="T35" fmla="*/ 32 h 460"/>
                <a:gd name="T36" fmla="*/ 191 w 450"/>
                <a:gd name="T37" fmla="*/ 39 h 460"/>
                <a:gd name="T38" fmla="*/ 165 w 450"/>
                <a:gd name="T39" fmla="*/ 40 h 460"/>
                <a:gd name="T40" fmla="*/ 157 w 450"/>
                <a:gd name="T41" fmla="*/ 1 h 460"/>
                <a:gd name="T42" fmla="*/ 129 w 450"/>
                <a:gd name="T43" fmla="*/ 17 h 460"/>
                <a:gd name="T44" fmla="*/ 107 w 450"/>
                <a:gd name="T45" fmla="*/ 15 h 460"/>
                <a:gd name="T46" fmla="*/ 120 w 450"/>
                <a:gd name="T47" fmla="*/ 32 h 460"/>
                <a:gd name="T48" fmla="*/ 105 w 450"/>
                <a:gd name="T49" fmla="*/ 46 h 460"/>
                <a:gd name="T50" fmla="*/ 84 w 450"/>
                <a:gd name="T51" fmla="*/ 49 h 460"/>
                <a:gd name="T52" fmla="*/ 48 w 450"/>
                <a:gd name="T53" fmla="*/ 42 h 460"/>
                <a:gd name="T54" fmla="*/ 45 w 450"/>
                <a:gd name="T55" fmla="*/ 59 h 460"/>
                <a:gd name="T56" fmla="*/ 46 w 450"/>
                <a:gd name="T57" fmla="*/ 108 h 460"/>
                <a:gd name="T58" fmla="*/ 12 w 450"/>
                <a:gd name="T59" fmla="*/ 120 h 460"/>
                <a:gd name="T60" fmla="*/ 2 w 450"/>
                <a:gd name="T61" fmla="*/ 144 h 460"/>
                <a:gd name="T62" fmla="*/ 15 w 450"/>
                <a:gd name="T63" fmla="*/ 168 h 460"/>
                <a:gd name="T64" fmla="*/ 38 w 450"/>
                <a:gd name="T65" fmla="*/ 172 h 460"/>
                <a:gd name="T66" fmla="*/ 65 w 450"/>
                <a:gd name="T67" fmla="*/ 184 h 460"/>
                <a:gd name="T68" fmla="*/ 99 w 450"/>
                <a:gd name="T69" fmla="*/ 174 h 460"/>
                <a:gd name="T70" fmla="*/ 124 w 450"/>
                <a:gd name="T71" fmla="*/ 206 h 460"/>
                <a:gd name="T72" fmla="*/ 150 w 450"/>
                <a:gd name="T73" fmla="*/ 217 h 460"/>
                <a:gd name="T74" fmla="*/ 158 w 450"/>
                <a:gd name="T75" fmla="*/ 242 h 460"/>
                <a:gd name="T76" fmla="*/ 186 w 450"/>
                <a:gd name="T77" fmla="*/ 265 h 460"/>
                <a:gd name="T78" fmla="*/ 182 w 450"/>
                <a:gd name="T79" fmla="*/ 293 h 460"/>
                <a:gd name="T80" fmla="*/ 199 w 450"/>
                <a:gd name="T81" fmla="*/ 317 h 460"/>
                <a:gd name="T82" fmla="*/ 222 w 450"/>
                <a:gd name="T83" fmla="*/ 337 h 460"/>
                <a:gd name="T84" fmla="*/ 230 w 450"/>
                <a:gd name="T85" fmla="*/ 375 h 460"/>
                <a:gd name="T86" fmla="*/ 187 w 450"/>
                <a:gd name="T87" fmla="*/ 415 h 460"/>
                <a:gd name="T88" fmla="*/ 205 w 450"/>
                <a:gd name="T89" fmla="*/ 426 h 460"/>
                <a:gd name="T90" fmla="*/ 232 w 450"/>
                <a:gd name="T91" fmla="*/ 443 h 46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50"/>
                <a:gd name="T139" fmla="*/ 0 h 460"/>
                <a:gd name="T140" fmla="*/ 450 w 450"/>
                <a:gd name="T141" fmla="*/ 460 h 46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50" h="460">
                  <a:moveTo>
                    <a:pt x="238" y="455"/>
                  </a:moveTo>
                  <a:cubicBezTo>
                    <a:pt x="245" y="450"/>
                    <a:pt x="244" y="447"/>
                    <a:pt x="247" y="441"/>
                  </a:cubicBezTo>
                  <a:cubicBezTo>
                    <a:pt x="250" y="435"/>
                    <a:pt x="247" y="432"/>
                    <a:pt x="253" y="427"/>
                  </a:cubicBezTo>
                  <a:cubicBezTo>
                    <a:pt x="258" y="422"/>
                    <a:pt x="252" y="418"/>
                    <a:pt x="259" y="415"/>
                  </a:cubicBezTo>
                  <a:cubicBezTo>
                    <a:pt x="266" y="412"/>
                    <a:pt x="265" y="418"/>
                    <a:pt x="259" y="425"/>
                  </a:cubicBezTo>
                  <a:cubicBezTo>
                    <a:pt x="253" y="432"/>
                    <a:pt x="252" y="434"/>
                    <a:pt x="260" y="429"/>
                  </a:cubicBezTo>
                  <a:cubicBezTo>
                    <a:pt x="267" y="423"/>
                    <a:pt x="270" y="416"/>
                    <a:pt x="274" y="407"/>
                  </a:cubicBezTo>
                  <a:cubicBezTo>
                    <a:pt x="279" y="398"/>
                    <a:pt x="282" y="395"/>
                    <a:pt x="286" y="395"/>
                  </a:cubicBezTo>
                  <a:cubicBezTo>
                    <a:pt x="289" y="394"/>
                    <a:pt x="289" y="385"/>
                    <a:pt x="289" y="379"/>
                  </a:cubicBezTo>
                  <a:cubicBezTo>
                    <a:pt x="288" y="372"/>
                    <a:pt x="286" y="366"/>
                    <a:pt x="289" y="362"/>
                  </a:cubicBezTo>
                  <a:cubicBezTo>
                    <a:pt x="292" y="358"/>
                    <a:pt x="289" y="354"/>
                    <a:pt x="293" y="354"/>
                  </a:cubicBezTo>
                  <a:cubicBezTo>
                    <a:pt x="296" y="354"/>
                    <a:pt x="301" y="348"/>
                    <a:pt x="307" y="343"/>
                  </a:cubicBezTo>
                  <a:cubicBezTo>
                    <a:pt x="312" y="337"/>
                    <a:pt x="316" y="337"/>
                    <a:pt x="322" y="336"/>
                  </a:cubicBezTo>
                  <a:cubicBezTo>
                    <a:pt x="327" y="336"/>
                    <a:pt x="324" y="334"/>
                    <a:pt x="328" y="333"/>
                  </a:cubicBezTo>
                  <a:cubicBezTo>
                    <a:pt x="332" y="332"/>
                    <a:pt x="334" y="328"/>
                    <a:pt x="337" y="326"/>
                  </a:cubicBezTo>
                  <a:cubicBezTo>
                    <a:pt x="339" y="324"/>
                    <a:pt x="349" y="326"/>
                    <a:pt x="355" y="326"/>
                  </a:cubicBezTo>
                  <a:cubicBezTo>
                    <a:pt x="361" y="326"/>
                    <a:pt x="365" y="327"/>
                    <a:pt x="365" y="323"/>
                  </a:cubicBezTo>
                  <a:cubicBezTo>
                    <a:pt x="365" y="319"/>
                    <a:pt x="368" y="316"/>
                    <a:pt x="372" y="316"/>
                  </a:cubicBezTo>
                  <a:cubicBezTo>
                    <a:pt x="375" y="316"/>
                    <a:pt x="377" y="315"/>
                    <a:pt x="377" y="310"/>
                  </a:cubicBezTo>
                  <a:cubicBezTo>
                    <a:pt x="377" y="305"/>
                    <a:pt x="378" y="302"/>
                    <a:pt x="381" y="300"/>
                  </a:cubicBezTo>
                  <a:cubicBezTo>
                    <a:pt x="384" y="298"/>
                    <a:pt x="385" y="293"/>
                    <a:pt x="386" y="290"/>
                  </a:cubicBezTo>
                  <a:cubicBezTo>
                    <a:pt x="387" y="286"/>
                    <a:pt x="390" y="288"/>
                    <a:pt x="390" y="284"/>
                  </a:cubicBezTo>
                  <a:cubicBezTo>
                    <a:pt x="390" y="279"/>
                    <a:pt x="392" y="274"/>
                    <a:pt x="392" y="270"/>
                  </a:cubicBezTo>
                  <a:cubicBezTo>
                    <a:pt x="392" y="266"/>
                    <a:pt x="396" y="267"/>
                    <a:pt x="397" y="264"/>
                  </a:cubicBezTo>
                  <a:cubicBezTo>
                    <a:pt x="399" y="261"/>
                    <a:pt x="396" y="258"/>
                    <a:pt x="399" y="250"/>
                  </a:cubicBezTo>
                  <a:cubicBezTo>
                    <a:pt x="401" y="242"/>
                    <a:pt x="399" y="235"/>
                    <a:pt x="399" y="228"/>
                  </a:cubicBezTo>
                  <a:cubicBezTo>
                    <a:pt x="399" y="221"/>
                    <a:pt x="399" y="214"/>
                    <a:pt x="401" y="211"/>
                  </a:cubicBezTo>
                  <a:cubicBezTo>
                    <a:pt x="404" y="209"/>
                    <a:pt x="402" y="208"/>
                    <a:pt x="400" y="207"/>
                  </a:cubicBezTo>
                  <a:cubicBezTo>
                    <a:pt x="398" y="206"/>
                    <a:pt x="401" y="203"/>
                    <a:pt x="402" y="204"/>
                  </a:cubicBezTo>
                  <a:cubicBezTo>
                    <a:pt x="404" y="204"/>
                    <a:pt x="406" y="208"/>
                    <a:pt x="409" y="206"/>
                  </a:cubicBezTo>
                  <a:cubicBezTo>
                    <a:pt x="413" y="204"/>
                    <a:pt x="416" y="195"/>
                    <a:pt x="418" y="188"/>
                  </a:cubicBezTo>
                  <a:cubicBezTo>
                    <a:pt x="421" y="181"/>
                    <a:pt x="426" y="182"/>
                    <a:pt x="429" y="180"/>
                  </a:cubicBezTo>
                  <a:cubicBezTo>
                    <a:pt x="433" y="179"/>
                    <a:pt x="440" y="170"/>
                    <a:pt x="445" y="158"/>
                  </a:cubicBezTo>
                  <a:cubicBezTo>
                    <a:pt x="450" y="146"/>
                    <a:pt x="445" y="134"/>
                    <a:pt x="443" y="125"/>
                  </a:cubicBezTo>
                  <a:cubicBezTo>
                    <a:pt x="441" y="117"/>
                    <a:pt x="438" y="118"/>
                    <a:pt x="433" y="119"/>
                  </a:cubicBezTo>
                  <a:cubicBezTo>
                    <a:pt x="428" y="119"/>
                    <a:pt x="418" y="118"/>
                    <a:pt x="406" y="104"/>
                  </a:cubicBezTo>
                  <a:cubicBezTo>
                    <a:pt x="393" y="91"/>
                    <a:pt x="381" y="92"/>
                    <a:pt x="373" y="94"/>
                  </a:cubicBezTo>
                  <a:cubicBezTo>
                    <a:pt x="365" y="96"/>
                    <a:pt x="356" y="90"/>
                    <a:pt x="351" y="89"/>
                  </a:cubicBezTo>
                  <a:cubicBezTo>
                    <a:pt x="345" y="87"/>
                    <a:pt x="340" y="94"/>
                    <a:pt x="336" y="96"/>
                  </a:cubicBezTo>
                  <a:cubicBezTo>
                    <a:pt x="332" y="97"/>
                    <a:pt x="338" y="90"/>
                    <a:pt x="338" y="85"/>
                  </a:cubicBezTo>
                  <a:cubicBezTo>
                    <a:pt x="338" y="80"/>
                    <a:pt x="323" y="74"/>
                    <a:pt x="312" y="69"/>
                  </a:cubicBezTo>
                  <a:cubicBezTo>
                    <a:pt x="300" y="65"/>
                    <a:pt x="295" y="67"/>
                    <a:pt x="295" y="74"/>
                  </a:cubicBezTo>
                  <a:cubicBezTo>
                    <a:pt x="295" y="81"/>
                    <a:pt x="291" y="72"/>
                    <a:pt x="287" y="80"/>
                  </a:cubicBezTo>
                  <a:cubicBezTo>
                    <a:pt x="284" y="87"/>
                    <a:pt x="277" y="82"/>
                    <a:pt x="281" y="80"/>
                  </a:cubicBezTo>
                  <a:cubicBezTo>
                    <a:pt x="286" y="77"/>
                    <a:pt x="290" y="72"/>
                    <a:pt x="291" y="67"/>
                  </a:cubicBezTo>
                  <a:cubicBezTo>
                    <a:pt x="293" y="62"/>
                    <a:pt x="275" y="58"/>
                    <a:pt x="268" y="61"/>
                  </a:cubicBezTo>
                  <a:cubicBezTo>
                    <a:pt x="262" y="63"/>
                    <a:pt x="266" y="72"/>
                    <a:pt x="261" y="70"/>
                  </a:cubicBezTo>
                  <a:cubicBezTo>
                    <a:pt x="256" y="67"/>
                    <a:pt x="260" y="60"/>
                    <a:pt x="264" y="60"/>
                  </a:cubicBezTo>
                  <a:cubicBezTo>
                    <a:pt x="268" y="61"/>
                    <a:pt x="273" y="52"/>
                    <a:pt x="275" y="46"/>
                  </a:cubicBezTo>
                  <a:cubicBezTo>
                    <a:pt x="278" y="40"/>
                    <a:pt x="271" y="39"/>
                    <a:pt x="266" y="34"/>
                  </a:cubicBezTo>
                  <a:cubicBezTo>
                    <a:pt x="262" y="29"/>
                    <a:pt x="263" y="15"/>
                    <a:pt x="258" y="13"/>
                  </a:cubicBezTo>
                  <a:cubicBezTo>
                    <a:pt x="253" y="17"/>
                    <a:pt x="247" y="25"/>
                    <a:pt x="245" y="31"/>
                  </a:cubicBezTo>
                  <a:cubicBezTo>
                    <a:pt x="242" y="38"/>
                    <a:pt x="239" y="34"/>
                    <a:pt x="233" y="36"/>
                  </a:cubicBezTo>
                  <a:cubicBezTo>
                    <a:pt x="226" y="38"/>
                    <a:pt x="223" y="35"/>
                    <a:pt x="222" y="32"/>
                  </a:cubicBezTo>
                  <a:cubicBezTo>
                    <a:pt x="220" y="30"/>
                    <a:pt x="214" y="32"/>
                    <a:pt x="209" y="32"/>
                  </a:cubicBezTo>
                  <a:cubicBezTo>
                    <a:pt x="205" y="32"/>
                    <a:pt x="207" y="37"/>
                    <a:pt x="204" y="39"/>
                  </a:cubicBezTo>
                  <a:cubicBezTo>
                    <a:pt x="201" y="41"/>
                    <a:pt x="194" y="36"/>
                    <a:pt x="191" y="39"/>
                  </a:cubicBezTo>
                  <a:cubicBezTo>
                    <a:pt x="188" y="42"/>
                    <a:pt x="186" y="39"/>
                    <a:pt x="185" y="41"/>
                  </a:cubicBezTo>
                  <a:cubicBezTo>
                    <a:pt x="184" y="44"/>
                    <a:pt x="179" y="42"/>
                    <a:pt x="178" y="44"/>
                  </a:cubicBezTo>
                  <a:cubicBezTo>
                    <a:pt x="176" y="46"/>
                    <a:pt x="172" y="47"/>
                    <a:pt x="165" y="40"/>
                  </a:cubicBezTo>
                  <a:cubicBezTo>
                    <a:pt x="159" y="33"/>
                    <a:pt x="160" y="22"/>
                    <a:pt x="163" y="20"/>
                  </a:cubicBezTo>
                  <a:cubicBezTo>
                    <a:pt x="166" y="18"/>
                    <a:pt x="166" y="12"/>
                    <a:pt x="162" y="11"/>
                  </a:cubicBezTo>
                  <a:cubicBezTo>
                    <a:pt x="158" y="9"/>
                    <a:pt x="162" y="2"/>
                    <a:pt x="157" y="1"/>
                  </a:cubicBezTo>
                  <a:cubicBezTo>
                    <a:pt x="153" y="0"/>
                    <a:pt x="153" y="7"/>
                    <a:pt x="150" y="8"/>
                  </a:cubicBezTo>
                  <a:cubicBezTo>
                    <a:pt x="147" y="9"/>
                    <a:pt x="140" y="14"/>
                    <a:pt x="136" y="13"/>
                  </a:cubicBezTo>
                  <a:cubicBezTo>
                    <a:pt x="133" y="12"/>
                    <a:pt x="129" y="14"/>
                    <a:pt x="129" y="17"/>
                  </a:cubicBezTo>
                  <a:cubicBezTo>
                    <a:pt x="129" y="21"/>
                    <a:pt x="125" y="20"/>
                    <a:pt x="124" y="17"/>
                  </a:cubicBezTo>
                  <a:cubicBezTo>
                    <a:pt x="124" y="14"/>
                    <a:pt x="116" y="16"/>
                    <a:pt x="114" y="14"/>
                  </a:cubicBezTo>
                  <a:cubicBezTo>
                    <a:pt x="112" y="12"/>
                    <a:pt x="103" y="13"/>
                    <a:pt x="107" y="15"/>
                  </a:cubicBezTo>
                  <a:cubicBezTo>
                    <a:pt x="111" y="17"/>
                    <a:pt x="111" y="20"/>
                    <a:pt x="111" y="23"/>
                  </a:cubicBezTo>
                  <a:cubicBezTo>
                    <a:pt x="111" y="27"/>
                    <a:pt x="114" y="26"/>
                    <a:pt x="114" y="31"/>
                  </a:cubicBezTo>
                  <a:cubicBezTo>
                    <a:pt x="114" y="35"/>
                    <a:pt x="118" y="32"/>
                    <a:pt x="120" y="32"/>
                  </a:cubicBezTo>
                  <a:cubicBezTo>
                    <a:pt x="123" y="32"/>
                    <a:pt x="123" y="36"/>
                    <a:pt x="119" y="37"/>
                  </a:cubicBezTo>
                  <a:cubicBezTo>
                    <a:pt x="115" y="37"/>
                    <a:pt x="113" y="39"/>
                    <a:pt x="112" y="43"/>
                  </a:cubicBezTo>
                  <a:cubicBezTo>
                    <a:pt x="111" y="46"/>
                    <a:pt x="108" y="44"/>
                    <a:pt x="105" y="46"/>
                  </a:cubicBezTo>
                  <a:cubicBezTo>
                    <a:pt x="102" y="49"/>
                    <a:pt x="99" y="52"/>
                    <a:pt x="97" y="51"/>
                  </a:cubicBezTo>
                  <a:cubicBezTo>
                    <a:pt x="95" y="49"/>
                    <a:pt x="93" y="50"/>
                    <a:pt x="91" y="52"/>
                  </a:cubicBezTo>
                  <a:cubicBezTo>
                    <a:pt x="89" y="53"/>
                    <a:pt x="88" y="52"/>
                    <a:pt x="84" y="49"/>
                  </a:cubicBezTo>
                  <a:cubicBezTo>
                    <a:pt x="82" y="47"/>
                    <a:pt x="80" y="42"/>
                    <a:pt x="76" y="37"/>
                  </a:cubicBezTo>
                  <a:cubicBezTo>
                    <a:pt x="73" y="39"/>
                    <a:pt x="68" y="41"/>
                    <a:pt x="65" y="41"/>
                  </a:cubicBezTo>
                  <a:cubicBezTo>
                    <a:pt x="61" y="41"/>
                    <a:pt x="48" y="40"/>
                    <a:pt x="48" y="42"/>
                  </a:cubicBezTo>
                  <a:cubicBezTo>
                    <a:pt x="47" y="44"/>
                    <a:pt x="49" y="48"/>
                    <a:pt x="51" y="48"/>
                  </a:cubicBezTo>
                  <a:cubicBezTo>
                    <a:pt x="53" y="49"/>
                    <a:pt x="57" y="50"/>
                    <a:pt x="53" y="53"/>
                  </a:cubicBezTo>
                  <a:cubicBezTo>
                    <a:pt x="49" y="56"/>
                    <a:pt x="45" y="52"/>
                    <a:pt x="45" y="59"/>
                  </a:cubicBezTo>
                  <a:cubicBezTo>
                    <a:pt x="45" y="66"/>
                    <a:pt x="54" y="71"/>
                    <a:pt x="52" y="77"/>
                  </a:cubicBezTo>
                  <a:cubicBezTo>
                    <a:pt x="51" y="81"/>
                    <a:pt x="50" y="89"/>
                    <a:pt x="50" y="93"/>
                  </a:cubicBezTo>
                  <a:cubicBezTo>
                    <a:pt x="50" y="96"/>
                    <a:pt x="49" y="107"/>
                    <a:pt x="46" y="108"/>
                  </a:cubicBezTo>
                  <a:cubicBezTo>
                    <a:pt x="43" y="109"/>
                    <a:pt x="40" y="105"/>
                    <a:pt x="36" y="109"/>
                  </a:cubicBezTo>
                  <a:cubicBezTo>
                    <a:pt x="32" y="112"/>
                    <a:pt x="27" y="110"/>
                    <a:pt x="22" y="114"/>
                  </a:cubicBezTo>
                  <a:cubicBezTo>
                    <a:pt x="18" y="117"/>
                    <a:pt x="13" y="116"/>
                    <a:pt x="12" y="120"/>
                  </a:cubicBezTo>
                  <a:cubicBezTo>
                    <a:pt x="12" y="125"/>
                    <a:pt x="8" y="127"/>
                    <a:pt x="9" y="131"/>
                  </a:cubicBezTo>
                  <a:cubicBezTo>
                    <a:pt x="10" y="135"/>
                    <a:pt x="7" y="134"/>
                    <a:pt x="4" y="137"/>
                  </a:cubicBezTo>
                  <a:cubicBezTo>
                    <a:pt x="1" y="140"/>
                    <a:pt x="4" y="142"/>
                    <a:pt x="2" y="144"/>
                  </a:cubicBezTo>
                  <a:cubicBezTo>
                    <a:pt x="0" y="147"/>
                    <a:pt x="3" y="150"/>
                    <a:pt x="5" y="154"/>
                  </a:cubicBezTo>
                  <a:cubicBezTo>
                    <a:pt x="7" y="158"/>
                    <a:pt x="10" y="160"/>
                    <a:pt x="10" y="164"/>
                  </a:cubicBezTo>
                  <a:cubicBezTo>
                    <a:pt x="9" y="167"/>
                    <a:pt x="12" y="168"/>
                    <a:pt x="15" y="168"/>
                  </a:cubicBezTo>
                  <a:cubicBezTo>
                    <a:pt x="19" y="168"/>
                    <a:pt x="16" y="174"/>
                    <a:pt x="21" y="174"/>
                  </a:cubicBezTo>
                  <a:cubicBezTo>
                    <a:pt x="27" y="174"/>
                    <a:pt x="32" y="176"/>
                    <a:pt x="33" y="173"/>
                  </a:cubicBezTo>
                  <a:cubicBezTo>
                    <a:pt x="35" y="170"/>
                    <a:pt x="38" y="167"/>
                    <a:pt x="38" y="172"/>
                  </a:cubicBezTo>
                  <a:cubicBezTo>
                    <a:pt x="38" y="176"/>
                    <a:pt x="37" y="188"/>
                    <a:pt x="41" y="186"/>
                  </a:cubicBezTo>
                  <a:cubicBezTo>
                    <a:pt x="45" y="185"/>
                    <a:pt x="52" y="185"/>
                    <a:pt x="56" y="187"/>
                  </a:cubicBezTo>
                  <a:cubicBezTo>
                    <a:pt x="59" y="188"/>
                    <a:pt x="63" y="187"/>
                    <a:pt x="65" y="184"/>
                  </a:cubicBezTo>
                  <a:cubicBezTo>
                    <a:pt x="68" y="182"/>
                    <a:pt x="70" y="182"/>
                    <a:pt x="75" y="179"/>
                  </a:cubicBezTo>
                  <a:cubicBezTo>
                    <a:pt x="80" y="177"/>
                    <a:pt x="84" y="173"/>
                    <a:pt x="88" y="173"/>
                  </a:cubicBezTo>
                  <a:cubicBezTo>
                    <a:pt x="93" y="173"/>
                    <a:pt x="100" y="171"/>
                    <a:pt x="99" y="174"/>
                  </a:cubicBezTo>
                  <a:cubicBezTo>
                    <a:pt x="98" y="177"/>
                    <a:pt x="97" y="190"/>
                    <a:pt x="103" y="196"/>
                  </a:cubicBezTo>
                  <a:cubicBezTo>
                    <a:pt x="108" y="202"/>
                    <a:pt x="111" y="205"/>
                    <a:pt x="116" y="204"/>
                  </a:cubicBezTo>
                  <a:cubicBezTo>
                    <a:pt x="121" y="203"/>
                    <a:pt x="120" y="206"/>
                    <a:pt x="124" y="206"/>
                  </a:cubicBezTo>
                  <a:cubicBezTo>
                    <a:pt x="128" y="205"/>
                    <a:pt x="125" y="210"/>
                    <a:pt x="129" y="210"/>
                  </a:cubicBezTo>
                  <a:cubicBezTo>
                    <a:pt x="132" y="210"/>
                    <a:pt x="138" y="210"/>
                    <a:pt x="138" y="214"/>
                  </a:cubicBezTo>
                  <a:cubicBezTo>
                    <a:pt x="138" y="218"/>
                    <a:pt x="148" y="215"/>
                    <a:pt x="150" y="217"/>
                  </a:cubicBezTo>
                  <a:cubicBezTo>
                    <a:pt x="153" y="219"/>
                    <a:pt x="155" y="220"/>
                    <a:pt x="155" y="224"/>
                  </a:cubicBezTo>
                  <a:cubicBezTo>
                    <a:pt x="154" y="228"/>
                    <a:pt x="160" y="231"/>
                    <a:pt x="156" y="233"/>
                  </a:cubicBezTo>
                  <a:cubicBezTo>
                    <a:pt x="153" y="235"/>
                    <a:pt x="157" y="238"/>
                    <a:pt x="158" y="242"/>
                  </a:cubicBezTo>
                  <a:cubicBezTo>
                    <a:pt x="158" y="247"/>
                    <a:pt x="163" y="248"/>
                    <a:pt x="170" y="248"/>
                  </a:cubicBezTo>
                  <a:cubicBezTo>
                    <a:pt x="177" y="248"/>
                    <a:pt x="179" y="248"/>
                    <a:pt x="179" y="254"/>
                  </a:cubicBezTo>
                  <a:cubicBezTo>
                    <a:pt x="179" y="259"/>
                    <a:pt x="184" y="260"/>
                    <a:pt x="186" y="265"/>
                  </a:cubicBezTo>
                  <a:cubicBezTo>
                    <a:pt x="188" y="270"/>
                    <a:pt x="184" y="275"/>
                    <a:pt x="185" y="279"/>
                  </a:cubicBezTo>
                  <a:cubicBezTo>
                    <a:pt x="185" y="282"/>
                    <a:pt x="183" y="286"/>
                    <a:pt x="181" y="287"/>
                  </a:cubicBezTo>
                  <a:cubicBezTo>
                    <a:pt x="184" y="290"/>
                    <a:pt x="184" y="292"/>
                    <a:pt x="182" y="293"/>
                  </a:cubicBezTo>
                  <a:cubicBezTo>
                    <a:pt x="179" y="295"/>
                    <a:pt x="185" y="299"/>
                    <a:pt x="184" y="307"/>
                  </a:cubicBezTo>
                  <a:cubicBezTo>
                    <a:pt x="182" y="314"/>
                    <a:pt x="182" y="316"/>
                    <a:pt x="190" y="316"/>
                  </a:cubicBezTo>
                  <a:cubicBezTo>
                    <a:pt x="197" y="316"/>
                    <a:pt x="197" y="319"/>
                    <a:pt x="199" y="317"/>
                  </a:cubicBezTo>
                  <a:cubicBezTo>
                    <a:pt x="202" y="315"/>
                    <a:pt x="206" y="323"/>
                    <a:pt x="207" y="326"/>
                  </a:cubicBezTo>
                  <a:cubicBezTo>
                    <a:pt x="208" y="330"/>
                    <a:pt x="211" y="339"/>
                    <a:pt x="213" y="339"/>
                  </a:cubicBezTo>
                  <a:cubicBezTo>
                    <a:pt x="214" y="339"/>
                    <a:pt x="218" y="335"/>
                    <a:pt x="222" y="337"/>
                  </a:cubicBezTo>
                  <a:cubicBezTo>
                    <a:pt x="226" y="339"/>
                    <a:pt x="221" y="351"/>
                    <a:pt x="221" y="357"/>
                  </a:cubicBezTo>
                  <a:cubicBezTo>
                    <a:pt x="224" y="357"/>
                    <a:pt x="227" y="357"/>
                    <a:pt x="228" y="358"/>
                  </a:cubicBezTo>
                  <a:cubicBezTo>
                    <a:pt x="230" y="359"/>
                    <a:pt x="231" y="372"/>
                    <a:pt x="230" y="375"/>
                  </a:cubicBezTo>
                  <a:cubicBezTo>
                    <a:pt x="229" y="377"/>
                    <a:pt x="221" y="380"/>
                    <a:pt x="217" y="382"/>
                  </a:cubicBezTo>
                  <a:cubicBezTo>
                    <a:pt x="212" y="385"/>
                    <a:pt x="202" y="395"/>
                    <a:pt x="197" y="403"/>
                  </a:cubicBezTo>
                  <a:cubicBezTo>
                    <a:pt x="194" y="408"/>
                    <a:pt x="190" y="411"/>
                    <a:pt x="187" y="415"/>
                  </a:cubicBezTo>
                  <a:cubicBezTo>
                    <a:pt x="189" y="415"/>
                    <a:pt x="190" y="415"/>
                    <a:pt x="191" y="415"/>
                  </a:cubicBezTo>
                  <a:cubicBezTo>
                    <a:pt x="193" y="413"/>
                    <a:pt x="196" y="413"/>
                    <a:pt x="200" y="418"/>
                  </a:cubicBezTo>
                  <a:cubicBezTo>
                    <a:pt x="204" y="423"/>
                    <a:pt x="204" y="426"/>
                    <a:pt x="205" y="426"/>
                  </a:cubicBezTo>
                  <a:cubicBezTo>
                    <a:pt x="207" y="426"/>
                    <a:pt x="209" y="420"/>
                    <a:pt x="212" y="424"/>
                  </a:cubicBezTo>
                  <a:cubicBezTo>
                    <a:pt x="215" y="428"/>
                    <a:pt x="223" y="432"/>
                    <a:pt x="224" y="434"/>
                  </a:cubicBezTo>
                  <a:cubicBezTo>
                    <a:pt x="226" y="436"/>
                    <a:pt x="232" y="437"/>
                    <a:pt x="232" y="443"/>
                  </a:cubicBezTo>
                  <a:cubicBezTo>
                    <a:pt x="232" y="446"/>
                    <a:pt x="230" y="454"/>
                    <a:pt x="233" y="460"/>
                  </a:cubicBezTo>
                  <a:cubicBezTo>
                    <a:pt x="235" y="458"/>
                    <a:pt x="236" y="456"/>
                    <a:pt x="238" y="455"/>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1" name="Freeform 107"/>
            <p:cNvSpPr>
              <a:spLocks noChangeArrowheads="1"/>
            </p:cNvSpPr>
            <p:nvPr/>
          </p:nvSpPr>
          <p:spPr bwMode="auto">
            <a:xfrm>
              <a:off x="2376496" y="3146429"/>
              <a:ext cx="106364" cy="117475"/>
            </a:xfrm>
            <a:custGeom>
              <a:avLst/>
              <a:gdLst>
                <a:gd name="T0" fmla="*/ 55 w 56"/>
                <a:gd name="T1" fmla="*/ 30 h 62"/>
                <a:gd name="T2" fmla="*/ 47 w 56"/>
                <a:gd name="T3" fmla="*/ 21 h 62"/>
                <a:gd name="T4" fmla="*/ 35 w 56"/>
                <a:gd name="T5" fmla="*/ 11 h 62"/>
                <a:gd name="T6" fmla="*/ 28 w 56"/>
                <a:gd name="T7" fmla="*/ 13 h 62"/>
                <a:gd name="T8" fmla="*/ 23 w 56"/>
                <a:gd name="T9" fmla="*/ 5 h 62"/>
                <a:gd name="T10" fmla="*/ 14 w 56"/>
                <a:gd name="T11" fmla="*/ 2 h 62"/>
                <a:gd name="T12" fmla="*/ 10 w 56"/>
                <a:gd name="T13" fmla="*/ 2 h 62"/>
                <a:gd name="T14" fmla="*/ 7 w 56"/>
                <a:gd name="T15" fmla="*/ 8 h 62"/>
                <a:gd name="T16" fmla="*/ 3 w 56"/>
                <a:gd name="T17" fmla="*/ 27 h 62"/>
                <a:gd name="T18" fmla="*/ 0 w 56"/>
                <a:gd name="T19" fmla="*/ 42 h 62"/>
                <a:gd name="T20" fmla="*/ 3 w 56"/>
                <a:gd name="T21" fmla="*/ 49 h 62"/>
                <a:gd name="T22" fmla="*/ 2 w 56"/>
                <a:gd name="T23" fmla="*/ 54 h 62"/>
                <a:gd name="T24" fmla="*/ 7 w 56"/>
                <a:gd name="T25" fmla="*/ 56 h 62"/>
                <a:gd name="T26" fmla="*/ 21 w 56"/>
                <a:gd name="T27" fmla="*/ 60 h 62"/>
                <a:gd name="T28" fmla="*/ 30 w 56"/>
                <a:gd name="T29" fmla="*/ 60 h 62"/>
                <a:gd name="T30" fmla="*/ 47 w 56"/>
                <a:gd name="T31" fmla="*/ 57 h 62"/>
                <a:gd name="T32" fmla="*/ 56 w 56"/>
                <a:gd name="T33" fmla="*/ 47 h 62"/>
                <a:gd name="T34" fmla="*/ 55 w 56"/>
                <a:gd name="T35" fmla="*/ 30 h 6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6"/>
                <a:gd name="T55" fmla="*/ 0 h 62"/>
                <a:gd name="T56" fmla="*/ 56 w 56"/>
                <a:gd name="T57" fmla="*/ 62 h 6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6" h="62">
                  <a:moveTo>
                    <a:pt x="55" y="30"/>
                  </a:moveTo>
                  <a:cubicBezTo>
                    <a:pt x="55" y="24"/>
                    <a:pt x="49" y="23"/>
                    <a:pt x="47" y="21"/>
                  </a:cubicBezTo>
                  <a:cubicBezTo>
                    <a:pt x="46" y="19"/>
                    <a:pt x="38" y="15"/>
                    <a:pt x="35" y="11"/>
                  </a:cubicBezTo>
                  <a:cubicBezTo>
                    <a:pt x="32" y="7"/>
                    <a:pt x="30" y="13"/>
                    <a:pt x="28" y="13"/>
                  </a:cubicBezTo>
                  <a:cubicBezTo>
                    <a:pt x="27" y="13"/>
                    <a:pt x="27" y="10"/>
                    <a:pt x="23" y="5"/>
                  </a:cubicBezTo>
                  <a:cubicBezTo>
                    <a:pt x="19" y="0"/>
                    <a:pt x="16" y="0"/>
                    <a:pt x="14" y="2"/>
                  </a:cubicBezTo>
                  <a:cubicBezTo>
                    <a:pt x="13" y="2"/>
                    <a:pt x="12" y="2"/>
                    <a:pt x="10" y="2"/>
                  </a:cubicBezTo>
                  <a:cubicBezTo>
                    <a:pt x="8" y="4"/>
                    <a:pt x="7" y="6"/>
                    <a:pt x="7" y="8"/>
                  </a:cubicBezTo>
                  <a:cubicBezTo>
                    <a:pt x="7" y="13"/>
                    <a:pt x="3" y="18"/>
                    <a:pt x="3" y="27"/>
                  </a:cubicBezTo>
                  <a:cubicBezTo>
                    <a:pt x="3" y="36"/>
                    <a:pt x="0" y="35"/>
                    <a:pt x="0" y="42"/>
                  </a:cubicBezTo>
                  <a:cubicBezTo>
                    <a:pt x="0" y="49"/>
                    <a:pt x="2" y="48"/>
                    <a:pt x="3" y="49"/>
                  </a:cubicBezTo>
                  <a:cubicBezTo>
                    <a:pt x="4" y="49"/>
                    <a:pt x="3" y="52"/>
                    <a:pt x="2" y="54"/>
                  </a:cubicBezTo>
                  <a:cubicBezTo>
                    <a:pt x="3" y="55"/>
                    <a:pt x="5" y="56"/>
                    <a:pt x="7" y="56"/>
                  </a:cubicBezTo>
                  <a:cubicBezTo>
                    <a:pt x="11" y="55"/>
                    <a:pt x="16" y="57"/>
                    <a:pt x="21" y="60"/>
                  </a:cubicBezTo>
                  <a:cubicBezTo>
                    <a:pt x="27" y="62"/>
                    <a:pt x="25" y="59"/>
                    <a:pt x="30" y="60"/>
                  </a:cubicBezTo>
                  <a:cubicBezTo>
                    <a:pt x="35" y="60"/>
                    <a:pt x="41" y="61"/>
                    <a:pt x="47" y="57"/>
                  </a:cubicBezTo>
                  <a:cubicBezTo>
                    <a:pt x="51" y="55"/>
                    <a:pt x="53" y="51"/>
                    <a:pt x="56" y="47"/>
                  </a:cubicBezTo>
                  <a:cubicBezTo>
                    <a:pt x="53" y="41"/>
                    <a:pt x="55" y="33"/>
                    <a:pt x="55" y="30"/>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2" name="Freeform 108"/>
            <p:cNvSpPr>
              <a:spLocks noEditPoints="1" noChangeArrowheads="1"/>
            </p:cNvSpPr>
            <p:nvPr/>
          </p:nvSpPr>
          <p:spPr bwMode="auto">
            <a:xfrm>
              <a:off x="2043120" y="2951166"/>
              <a:ext cx="436565" cy="860426"/>
            </a:xfrm>
            <a:custGeom>
              <a:avLst/>
              <a:gdLst>
                <a:gd name="T0" fmla="*/ 65 w 228"/>
                <a:gd name="T1" fmla="*/ 427 h 450"/>
                <a:gd name="T2" fmla="*/ 60 w 228"/>
                <a:gd name="T3" fmla="*/ 417 h 450"/>
                <a:gd name="T4" fmla="*/ 56 w 228"/>
                <a:gd name="T5" fmla="*/ 448 h 450"/>
                <a:gd name="T6" fmla="*/ 80 w 228"/>
                <a:gd name="T7" fmla="*/ 449 h 450"/>
                <a:gd name="T8" fmla="*/ 87 w 228"/>
                <a:gd name="T9" fmla="*/ 441 h 450"/>
                <a:gd name="T10" fmla="*/ 218 w 228"/>
                <a:gd name="T11" fmla="*/ 46 h 450"/>
                <a:gd name="T12" fmla="*/ 212 w 228"/>
                <a:gd name="T13" fmla="*/ 64 h 450"/>
                <a:gd name="T14" fmla="*/ 194 w 228"/>
                <a:gd name="T15" fmla="*/ 70 h 450"/>
                <a:gd name="T16" fmla="*/ 172 w 228"/>
                <a:gd name="T17" fmla="*/ 67 h 450"/>
                <a:gd name="T18" fmla="*/ 185 w 228"/>
                <a:gd name="T19" fmla="*/ 44 h 450"/>
                <a:gd name="T20" fmla="*/ 151 w 228"/>
                <a:gd name="T21" fmla="*/ 27 h 450"/>
                <a:gd name="T22" fmla="*/ 123 w 228"/>
                <a:gd name="T23" fmla="*/ 3 h 450"/>
                <a:gd name="T24" fmla="*/ 105 w 228"/>
                <a:gd name="T25" fmla="*/ 10 h 450"/>
                <a:gd name="T26" fmla="*/ 82 w 228"/>
                <a:gd name="T27" fmla="*/ 5 h 450"/>
                <a:gd name="T28" fmla="*/ 72 w 228"/>
                <a:gd name="T29" fmla="*/ 25 h 450"/>
                <a:gd name="T30" fmla="*/ 58 w 228"/>
                <a:gd name="T31" fmla="*/ 43 h 450"/>
                <a:gd name="T32" fmla="*/ 60 w 228"/>
                <a:gd name="T33" fmla="*/ 63 h 450"/>
                <a:gd name="T34" fmla="*/ 49 w 228"/>
                <a:gd name="T35" fmla="*/ 78 h 450"/>
                <a:gd name="T36" fmla="*/ 41 w 228"/>
                <a:gd name="T37" fmla="*/ 94 h 450"/>
                <a:gd name="T38" fmla="*/ 37 w 228"/>
                <a:gd name="T39" fmla="*/ 115 h 450"/>
                <a:gd name="T40" fmla="*/ 40 w 228"/>
                <a:gd name="T41" fmla="*/ 138 h 450"/>
                <a:gd name="T42" fmla="*/ 40 w 228"/>
                <a:gd name="T43" fmla="*/ 157 h 450"/>
                <a:gd name="T44" fmla="*/ 37 w 228"/>
                <a:gd name="T45" fmla="*/ 180 h 450"/>
                <a:gd name="T46" fmla="*/ 28 w 228"/>
                <a:gd name="T47" fmla="*/ 206 h 450"/>
                <a:gd name="T48" fmla="*/ 25 w 228"/>
                <a:gd name="T49" fmla="*/ 216 h 450"/>
                <a:gd name="T50" fmla="*/ 21 w 228"/>
                <a:gd name="T51" fmla="*/ 232 h 450"/>
                <a:gd name="T52" fmla="*/ 20 w 228"/>
                <a:gd name="T53" fmla="*/ 248 h 450"/>
                <a:gd name="T54" fmla="*/ 18 w 228"/>
                <a:gd name="T55" fmla="*/ 272 h 450"/>
                <a:gd name="T56" fmla="*/ 21 w 228"/>
                <a:gd name="T57" fmla="*/ 285 h 450"/>
                <a:gd name="T58" fmla="*/ 26 w 228"/>
                <a:gd name="T59" fmla="*/ 296 h 450"/>
                <a:gd name="T60" fmla="*/ 23 w 228"/>
                <a:gd name="T61" fmla="*/ 305 h 450"/>
                <a:gd name="T62" fmla="*/ 21 w 228"/>
                <a:gd name="T63" fmla="*/ 323 h 450"/>
                <a:gd name="T64" fmla="*/ 13 w 228"/>
                <a:gd name="T65" fmla="*/ 338 h 450"/>
                <a:gd name="T66" fmla="*/ 9 w 228"/>
                <a:gd name="T67" fmla="*/ 355 h 450"/>
                <a:gd name="T68" fmla="*/ 3 w 228"/>
                <a:gd name="T69" fmla="*/ 373 h 450"/>
                <a:gd name="T70" fmla="*/ 15 w 228"/>
                <a:gd name="T71" fmla="*/ 384 h 450"/>
                <a:gd name="T72" fmla="*/ 21 w 228"/>
                <a:gd name="T73" fmla="*/ 401 h 450"/>
                <a:gd name="T74" fmla="*/ 47 w 228"/>
                <a:gd name="T75" fmla="*/ 404 h 450"/>
                <a:gd name="T76" fmla="*/ 52 w 228"/>
                <a:gd name="T77" fmla="*/ 395 h 450"/>
                <a:gd name="T78" fmla="*/ 53 w 228"/>
                <a:gd name="T79" fmla="*/ 376 h 450"/>
                <a:gd name="T80" fmla="*/ 66 w 228"/>
                <a:gd name="T81" fmla="*/ 364 h 450"/>
                <a:gd name="T82" fmla="*/ 87 w 228"/>
                <a:gd name="T83" fmla="*/ 340 h 450"/>
                <a:gd name="T84" fmla="*/ 78 w 228"/>
                <a:gd name="T85" fmla="*/ 326 h 450"/>
                <a:gd name="T86" fmla="*/ 89 w 228"/>
                <a:gd name="T87" fmla="*/ 299 h 450"/>
                <a:gd name="T88" fmla="*/ 95 w 228"/>
                <a:gd name="T89" fmla="*/ 285 h 450"/>
                <a:gd name="T90" fmla="*/ 102 w 228"/>
                <a:gd name="T91" fmla="*/ 270 h 450"/>
                <a:gd name="T92" fmla="*/ 109 w 228"/>
                <a:gd name="T93" fmla="*/ 269 h 450"/>
                <a:gd name="T94" fmla="*/ 106 w 228"/>
                <a:gd name="T95" fmla="*/ 262 h 450"/>
                <a:gd name="T96" fmla="*/ 98 w 228"/>
                <a:gd name="T97" fmla="*/ 251 h 450"/>
                <a:gd name="T98" fmla="*/ 115 w 228"/>
                <a:gd name="T99" fmla="*/ 245 h 450"/>
                <a:gd name="T100" fmla="*/ 129 w 228"/>
                <a:gd name="T101" fmla="*/ 228 h 450"/>
                <a:gd name="T102" fmla="*/ 133 w 228"/>
                <a:gd name="T103" fmla="*/ 215 h 450"/>
                <a:gd name="T104" fmla="*/ 183 w 228"/>
                <a:gd name="T105" fmla="*/ 203 h 450"/>
                <a:gd name="T106" fmla="*/ 189 w 228"/>
                <a:gd name="T107" fmla="*/ 181 h 450"/>
                <a:gd name="T108" fmla="*/ 180 w 228"/>
                <a:gd name="T109" fmla="*/ 164 h 450"/>
                <a:gd name="T110" fmla="*/ 176 w 228"/>
                <a:gd name="T111" fmla="*/ 156 h 450"/>
                <a:gd name="T112" fmla="*/ 174 w 228"/>
                <a:gd name="T113" fmla="*/ 144 h 450"/>
                <a:gd name="T114" fmla="*/ 181 w 228"/>
                <a:gd name="T115" fmla="*/ 110 h 450"/>
                <a:gd name="T116" fmla="*/ 214 w 228"/>
                <a:gd name="T117" fmla="*/ 71 h 450"/>
                <a:gd name="T118" fmla="*/ 225 w 228"/>
                <a:gd name="T119" fmla="*/ 47 h 45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28"/>
                <a:gd name="T181" fmla="*/ 0 h 450"/>
                <a:gd name="T182" fmla="*/ 228 w 228"/>
                <a:gd name="T183" fmla="*/ 450 h 45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28" h="450">
                  <a:moveTo>
                    <a:pt x="87" y="441"/>
                  </a:moveTo>
                  <a:cubicBezTo>
                    <a:pt x="81" y="441"/>
                    <a:pt x="68" y="430"/>
                    <a:pt x="65" y="427"/>
                  </a:cubicBezTo>
                  <a:cubicBezTo>
                    <a:pt x="61" y="424"/>
                    <a:pt x="64" y="421"/>
                    <a:pt x="59" y="421"/>
                  </a:cubicBezTo>
                  <a:cubicBezTo>
                    <a:pt x="55" y="422"/>
                    <a:pt x="58" y="418"/>
                    <a:pt x="60" y="417"/>
                  </a:cubicBezTo>
                  <a:cubicBezTo>
                    <a:pt x="62" y="415"/>
                    <a:pt x="59" y="411"/>
                    <a:pt x="56" y="410"/>
                  </a:cubicBezTo>
                  <a:cubicBezTo>
                    <a:pt x="56" y="417"/>
                    <a:pt x="54" y="447"/>
                    <a:pt x="56" y="448"/>
                  </a:cubicBezTo>
                  <a:cubicBezTo>
                    <a:pt x="58" y="448"/>
                    <a:pt x="71" y="446"/>
                    <a:pt x="75" y="449"/>
                  </a:cubicBezTo>
                  <a:cubicBezTo>
                    <a:pt x="77" y="449"/>
                    <a:pt x="79" y="450"/>
                    <a:pt x="80" y="449"/>
                  </a:cubicBezTo>
                  <a:cubicBezTo>
                    <a:pt x="83" y="446"/>
                    <a:pt x="90" y="447"/>
                    <a:pt x="94" y="445"/>
                  </a:cubicBezTo>
                  <a:cubicBezTo>
                    <a:pt x="98" y="442"/>
                    <a:pt x="93" y="442"/>
                    <a:pt x="87" y="441"/>
                  </a:cubicBezTo>
                  <a:close/>
                  <a:moveTo>
                    <a:pt x="225" y="47"/>
                  </a:moveTo>
                  <a:cubicBezTo>
                    <a:pt x="224" y="46"/>
                    <a:pt x="221" y="46"/>
                    <a:pt x="218" y="46"/>
                  </a:cubicBezTo>
                  <a:cubicBezTo>
                    <a:pt x="218" y="46"/>
                    <a:pt x="218" y="47"/>
                    <a:pt x="218" y="47"/>
                  </a:cubicBezTo>
                  <a:cubicBezTo>
                    <a:pt x="219" y="52"/>
                    <a:pt x="216" y="64"/>
                    <a:pt x="212" y="64"/>
                  </a:cubicBezTo>
                  <a:cubicBezTo>
                    <a:pt x="209" y="63"/>
                    <a:pt x="206" y="69"/>
                    <a:pt x="203" y="68"/>
                  </a:cubicBezTo>
                  <a:cubicBezTo>
                    <a:pt x="201" y="67"/>
                    <a:pt x="197" y="72"/>
                    <a:pt x="194" y="70"/>
                  </a:cubicBezTo>
                  <a:cubicBezTo>
                    <a:pt x="190" y="68"/>
                    <a:pt x="186" y="71"/>
                    <a:pt x="183" y="69"/>
                  </a:cubicBezTo>
                  <a:cubicBezTo>
                    <a:pt x="180" y="67"/>
                    <a:pt x="172" y="69"/>
                    <a:pt x="172" y="67"/>
                  </a:cubicBezTo>
                  <a:cubicBezTo>
                    <a:pt x="172" y="65"/>
                    <a:pt x="176" y="65"/>
                    <a:pt x="176" y="59"/>
                  </a:cubicBezTo>
                  <a:cubicBezTo>
                    <a:pt x="176" y="53"/>
                    <a:pt x="186" y="47"/>
                    <a:pt x="185" y="44"/>
                  </a:cubicBezTo>
                  <a:cubicBezTo>
                    <a:pt x="183" y="42"/>
                    <a:pt x="166" y="37"/>
                    <a:pt x="164" y="34"/>
                  </a:cubicBezTo>
                  <a:cubicBezTo>
                    <a:pt x="161" y="31"/>
                    <a:pt x="158" y="28"/>
                    <a:pt x="151" y="27"/>
                  </a:cubicBezTo>
                  <a:cubicBezTo>
                    <a:pt x="145" y="27"/>
                    <a:pt x="145" y="23"/>
                    <a:pt x="139" y="19"/>
                  </a:cubicBezTo>
                  <a:cubicBezTo>
                    <a:pt x="134" y="16"/>
                    <a:pt x="126" y="8"/>
                    <a:pt x="123" y="3"/>
                  </a:cubicBezTo>
                  <a:cubicBezTo>
                    <a:pt x="119" y="3"/>
                    <a:pt x="113" y="2"/>
                    <a:pt x="112" y="4"/>
                  </a:cubicBezTo>
                  <a:cubicBezTo>
                    <a:pt x="110" y="6"/>
                    <a:pt x="108" y="15"/>
                    <a:pt x="105" y="10"/>
                  </a:cubicBezTo>
                  <a:cubicBezTo>
                    <a:pt x="103" y="6"/>
                    <a:pt x="97" y="6"/>
                    <a:pt x="92" y="5"/>
                  </a:cubicBezTo>
                  <a:cubicBezTo>
                    <a:pt x="87" y="4"/>
                    <a:pt x="88" y="0"/>
                    <a:pt x="82" y="5"/>
                  </a:cubicBezTo>
                  <a:cubicBezTo>
                    <a:pt x="80" y="8"/>
                    <a:pt x="77" y="10"/>
                    <a:pt x="74" y="12"/>
                  </a:cubicBezTo>
                  <a:cubicBezTo>
                    <a:pt x="74" y="17"/>
                    <a:pt x="73" y="23"/>
                    <a:pt x="72" y="25"/>
                  </a:cubicBezTo>
                  <a:cubicBezTo>
                    <a:pt x="70" y="28"/>
                    <a:pt x="59" y="33"/>
                    <a:pt x="59" y="35"/>
                  </a:cubicBezTo>
                  <a:cubicBezTo>
                    <a:pt x="59" y="38"/>
                    <a:pt x="60" y="42"/>
                    <a:pt x="58" y="43"/>
                  </a:cubicBezTo>
                  <a:cubicBezTo>
                    <a:pt x="56" y="45"/>
                    <a:pt x="63" y="54"/>
                    <a:pt x="59" y="56"/>
                  </a:cubicBezTo>
                  <a:cubicBezTo>
                    <a:pt x="56" y="58"/>
                    <a:pt x="62" y="61"/>
                    <a:pt x="60" y="63"/>
                  </a:cubicBezTo>
                  <a:cubicBezTo>
                    <a:pt x="57" y="65"/>
                    <a:pt x="53" y="66"/>
                    <a:pt x="53" y="69"/>
                  </a:cubicBezTo>
                  <a:cubicBezTo>
                    <a:pt x="53" y="71"/>
                    <a:pt x="53" y="77"/>
                    <a:pt x="49" y="78"/>
                  </a:cubicBezTo>
                  <a:cubicBezTo>
                    <a:pt x="46" y="79"/>
                    <a:pt x="44" y="84"/>
                    <a:pt x="44" y="88"/>
                  </a:cubicBezTo>
                  <a:cubicBezTo>
                    <a:pt x="44" y="92"/>
                    <a:pt x="40" y="89"/>
                    <a:pt x="41" y="94"/>
                  </a:cubicBezTo>
                  <a:cubicBezTo>
                    <a:pt x="43" y="99"/>
                    <a:pt x="45" y="105"/>
                    <a:pt x="41" y="106"/>
                  </a:cubicBezTo>
                  <a:cubicBezTo>
                    <a:pt x="38" y="107"/>
                    <a:pt x="39" y="115"/>
                    <a:pt x="37" y="115"/>
                  </a:cubicBezTo>
                  <a:cubicBezTo>
                    <a:pt x="35" y="115"/>
                    <a:pt x="34" y="123"/>
                    <a:pt x="37" y="127"/>
                  </a:cubicBezTo>
                  <a:cubicBezTo>
                    <a:pt x="40" y="131"/>
                    <a:pt x="40" y="134"/>
                    <a:pt x="40" y="138"/>
                  </a:cubicBezTo>
                  <a:cubicBezTo>
                    <a:pt x="40" y="142"/>
                    <a:pt x="44" y="144"/>
                    <a:pt x="43" y="148"/>
                  </a:cubicBezTo>
                  <a:cubicBezTo>
                    <a:pt x="42" y="152"/>
                    <a:pt x="42" y="155"/>
                    <a:pt x="40" y="157"/>
                  </a:cubicBezTo>
                  <a:cubicBezTo>
                    <a:pt x="38" y="159"/>
                    <a:pt x="40" y="164"/>
                    <a:pt x="37" y="165"/>
                  </a:cubicBezTo>
                  <a:cubicBezTo>
                    <a:pt x="34" y="167"/>
                    <a:pt x="39" y="177"/>
                    <a:pt x="37" y="180"/>
                  </a:cubicBezTo>
                  <a:cubicBezTo>
                    <a:pt x="34" y="182"/>
                    <a:pt x="28" y="183"/>
                    <a:pt x="28" y="191"/>
                  </a:cubicBezTo>
                  <a:cubicBezTo>
                    <a:pt x="28" y="198"/>
                    <a:pt x="29" y="202"/>
                    <a:pt x="28" y="206"/>
                  </a:cubicBezTo>
                  <a:cubicBezTo>
                    <a:pt x="28" y="208"/>
                    <a:pt x="32" y="208"/>
                    <a:pt x="31" y="212"/>
                  </a:cubicBezTo>
                  <a:cubicBezTo>
                    <a:pt x="31" y="216"/>
                    <a:pt x="25" y="214"/>
                    <a:pt x="25" y="216"/>
                  </a:cubicBezTo>
                  <a:cubicBezTo>
                    <a:pt x="24" y="219"/>
                    <a:pt x="26" y="225"/>
                    <a:pt x="24" y="225"/>
                  </a:cubicBezTo>
                  <a:cubicBezTo>
                    <a:pt x="22" y="225"/>
                    <a:pt x="21" y="227"/>
                    <a:pt x="21" y="232"/>
                  </a:cubicBezTo>
                  <a:cubicBezTo>
                    <a:pt x="21" y="237"/>
                    <a:pt x="18" y="237"/>
                    <a:pt x="18" y="240"/>
                  </a:cubicBezTo>
                  <a:cubicBezTo>
                    <a:pt x="18" y="242"/>
                    <a:pt x="20" y="245"/>
                    <a:pt x="20" y="248"/>
                  </a:cubicBezTo>
                  <a:cubicBezTo>
                    <a:pt x="20" y="250"/>
                    <a:pt x="22" y="259"/>
                    <a:pt x="20" y="260"/>
                  </a:cubicBezTo>
                  <a:cubicBezTo>
                    <a:pt x="17" y="260"/>
                    <a:pt x="16" y="270"/>
                    <a:pt x="18" y="272"/>
                  </a:cubicBezTo>
                  <a:cubicBezTo>
                    <a:pt x="20" y="273"/>
                    <a:pt x="20" y="276"/>
                    <a:pt x="19" y="278"/>
                  </a:cubicBezTo>
                  <a:cubicBezTo>
                    <a:pt x="18" y="280"/>
                    <a:pt x="24" y="282"/>
                    <a:pt x="21" y="285"/>
                  </a:cubicBezTo>
                  <a:cubicBezTo>
                    <a:pt x="18" y="288"/>
                    <a:pt x="20" y="292"/>
                    <a:pt x="24" y="291"/>
                  </a:cubicBezTo>
                  <a:cubicBezTo>
                    <a:pt x="27" y="290"/>
                    <a:pt x="29" y="296"/>
                    <a:pt x="26" y="296"/>
                  </a:cubicBezTo>
                  <a:cubicBezTo>
                    <a:pt x="22" y="296"/>
                    <a:pt x="18" y="296"/>
                    <a:pt x="21" y="298"/>
                  </a:cubicBezTo>
                  <a:cubicBezTo>
                    <a:pt x="24" y="300"/>
                    <a:pt x="27" y="304"/>
                    <a:pt x="23" y="305"/>
                  </a:cubicBezTo>
                  <a:cubicBezTo>
                    <a:pt x="19" y="307"/>
                    <a:pt x="22" y="310"/>
                    <a:pt x="21" y="314"/>
                  </a:cubicBezTo>
                  <a:cubicBezTo>
                    <a:pt x="20" y="318"/>
                    <a:pt x="24" y="322"/>
                    <a:pt x="21" y="323"/>
                  </a:cubicBezTo>
                  <a:cubicBezTo>
                    <a:pt x="18" y="324"/>
                    <a:pt x="22" y="330"/>
                    <a:pt x="18" y="331"/>
                  </a:cubicBezTo>
                  <a:cubicBezTo>
                    <a:pt x="13" y="331"/>
                    <a:pt x="16" y="336"/>
                    <a:pt x="13" y="338"/>
                  </a:cubicBezTo>
                  <a:cubicBezTo>
                    <a:pt x="10" y="341"/>
                    <a:pt x="17" y="345"/>
                    <a:pt x="13" y="347"/>
                  </a:cubicBezTo>
                  <a:cubicBezTo>
                    <a:pt x="10" y="349"/>
                    <a:pt x="12" y="355"/>
                    <a:pt x="9" y="355"/>
                  </a:cubicBezTo>
                  <a:cubicBezTo>
                    <a:pt x="5" y="355"/>
                    <a:pt x="3" y="360"/>
                    <a:pt x="2" y="362"/>
                  </a:cubicBezTo>
                  <a:cubicBezTo>
                    <a:pt x="2" y="365"/>
                    <a:pt x="0" y="369"/>
                    <a:pt x="3" y="373"/>
                  </a:cubicBezTo>
                  <a:cubicBezTo>
                    <a:pt x="6" y="376"/>
                    <a:pt x="2" y="379"/>
                    <a:pt x="5" y="380"/>
                  </a:cubicBezTo>
                  <a:cubicBezTo>
                    <a:pt x="7" y="382"/>
                    <a:pt x="17" y="380"/>
                    <a:pt x="15" y="384"/>
                  </a:cubicBezTo>
                  <a:cubicBezTo>
                    <a:pt x="14" y="388"/>
                    <a:pt x="14" y="396"/>
                    <a:pt x="16" y="396"/>
                  </a:cubicBezTo>
                  <a:cubicBezTo>
                    <a:pt x="18" y="396"/>
                    <a:pt x="19" y="402"/>
                    <a:pt x="21" y="401"/>
                  </a:cubicBezTo>
                  <a:cubicBezTo>
                    <a:pt x="24" y="401"/>
                    <a:pt x="36" y="399"/>
                    <a:pt x="41" y="401"/>
                  </a:cubicBezTo>
                  <a:cubicBezTo>
                    <a:pt x="44" y="402"/>
                    <a:pt x="46" y="403"/>
                    <a:pt x="47" y="404"/>
                  </a:cubicBezTo>
                  <a:cubicBezTo>
                    <a:pt x="50" y="403"/>
                    <a:pt x="57" y="407"/>
                    <a:pt x="58" y="406"/>
                  </a:cubicBezTo>
                  <a:cubicBezTo>
                    <a:pt x="60" y="404"/>
                    <a:pt x="52" y="398"/>
                    <a:pt x="52" y="395"/>
                  </a:cubicBezTo>
                  <a:cubicBezTo>
                    <a:pt x="52" y="393"/>
                    <a:pt x="51" y="389"/>
                    <a:pt x="51" y="387"/>
                  </a:cubicBezTo>
                  <a:cubicBezTo>
                    <a:pt x="51" y="384"/>
                    <a:pt x="50" y="379"/>
                    <a:pt x="53" y="376"/>
                  </a:cubicBezTo>
                  <a:cubicBezTo>
                    <a:pt x="57" y="374"/>
                    <a:pt x="57" y="371"/>
                    <a:pt x="59" y="372"/>
                  </a:cubicBezTo>
                  <a:cubicBezTo>
                    <a:pt x="61" y="372"/>
                    <a:pt x="66" y="370"/>
                    <a:pt x="66" y="364"/>
                  </a:cubicBezTo>
                  <a:cubicBezTo>
                    <a:pt x="66" y="358"/>
                    <a:pt x="69" y="356"/>
                    <a:pt x="74" y="351"/>
                  </a:cubicBezTo>
                  <a:cubicBezTo>
                    <a:pt x="80" y="347"/>
                    <a:pt x="89" y="342"/>
                    <a:pt x="87" y="340"/>
                  </a:cubicBezTo>
                  <a:cubicBezTo>
                    <a:pt x="86" y="338"/>
                    <a:pt x="89" y="332"/>
                    <a:pt x="89" y="329"/>
                  </a:cubicBezTo>
                  <a:cubicBezTo>
                    <a:pt x="89" y="327"/>
                    <a:pt x="81" y="327"/>
                    <a:pt x="78" y="326"/>
                  </a:cubicBezTo>
                  <a:cubicBezTo>
                    <a:pt x="75" y="325"/>
                    <a:pt x="65" y="318"/>
                    <a:pt x="70" y="309"/>
                  </a:cubicBezTo>
                  <a:cubicBezTo>
                    <a:pt x="75" y="300"/>
                    <a:pt x="86" y="299"/>
                    <a:pt x="89" y="299"/>
                  </a:cubicBezTo>
                  <a:cubicBezTo>
                    <a:pt x="92" y="298"/>
                    <a:pt x="89" y="294"/>
                    <a:pt x="92" y="293"/>
                  </a:cubicBezTo>
                  <a:cubicBezTo>
                    <a:pt x="94" y="291"/>
                    <a:pt x="95" y="289"/>
                    <a:pt x="95" y="285"/>
                  </a:cubicBezTo>
                  <a:cubicBezTo>
                    <a:pt x="95" y="281"/>
                    <a:pt x="95" y="274"/>
                    <a:pt x="99" y="273"/>
                  </a:cubicBezTo>
                  <a:cubicBezTo>
                    <a:pt x="104" y="273"/>
                    <a:pt x="105" y="270"/>
                    <a:pt x="102" y="270"/>
                  </a:cubicBezTo>
                  <a:cubicBezTo>
                    <a:pt x="99" y="269"/>
                    <a:pt x="98" y="266"/>
                    <a:pt x="103" y="265"/>
                  </a:cubicBezTo>
                  <a:cubicBezTo>
                    <a:pt x="107" y="265"/>
                    <a:pt x="106" y="269"/>
                    <a:pt x="109" y="269"/>
                  </a:cubicBezTo>
                  <a:cubicBezTo>
                    <a:pt x="112" y="269"/>
                    <a:pt x="118" y="263"/>
                    <a:pt x="113" y="260"/>
                  </a:cubicBezTo>
                  <a:cubicBezTo>
                    <a:pt x="109" y="257"/>
                    <a:pt x="108" y="262"/>
                    <a:pt x="106" y="262"/>
                  </a:cubicBezTo>
                  <a:cubicBezTo>
                    <a:pt x="103" y="263"/>
                    <a:pt x="102" y="259"/>
                    <a:pt x="99" y="259"/>
                  </a:cubicBezTo>
                  <a:cubicBezTo>
                    <a:pt x="97" y="259"/>
                    <a:pt x="99" y="253"/>
                    <a:pt x="98" y="251"/>
                  </a:cubicBezTo>
                  <a:cubicBezTo>
                    <a:pt x="97" y="248"/>
                    <a:pt x="95" y="243"/>
                    <a:pt x="97" y="240"/>
                  </a:cubicBezTo>
                  <a:cubicBezTo>
                    <a:pt x="99" y="237"/>
                    <a:pt x="108" y="244"/>
                    <a:pt x="115" y="245"/>
                  </a:cubicBezTo>
                  <a:cubicBezTo>
                    <a:pt x="123" y="245"/>
                    <a:pt x="128" y="241"/>
                    <a:pt x="128" y="238"/>
                  </a:cubicBezTo>
                  <a:cubicBezTo>
                    <a:pt x="128" y="236"/>
                    <a:pt x="125" y="231"/>
                    <a:pt x="129" y="228"/>
                  </a:cubicBezTo>
                  <a:cubicBezTo>
                    <a:pt x="134" y="225"/>
                    <a:pt x="130" y="224"/>
                    <a:pt x="129" y="220"/>
                  </a:cubicBezTo>
                  <a:cubicBezTo>
                    <a:pt x="127" y="216"/>
                    <a:pt x="131" y="213"/>
                    <a:pt x="133" y="215"/>
                  </a:cubicBezTo>
                  <a:cubicBezTo>
                    <a:pt x="135" y="217"/>
                    <a:pt x="149" y="216"/>
                    <a:pt x="162" y="213"/>
                  </a:cubicBezTo>
                  <a:cubicBezTo>
                    <a:pt x="174" y="211"/>
                    <a:pt x="182" y="206"/>
                    <a:pt x="183" y="203"/>
                  </a:cubicBezTo>
                  <a:cubicBezTo>
                    <a:pt x="184" y="199"/>
                    <a:pt x="192" y="191"/>
                    <a:pt x="193" y="188"/>
                  </a:cubicBezTo>
                  <a:cubicBezTo>
                    <a:pt x="195" y="185"/>
                    <a:pt x="194" y="181"/>
                    <a:pt x="189" y="181"/>
                  </a:cubicBezTo>
                  <a:cubicBezTo>
                    <a:pt x="184" y="180"/>
                    <a:pt x="184" y="174"/>
                    <a:pt x="187" y="171"/>
                  </a:cubicBezTo>
                  <a:cubicBezTo>
                    <a:pt x="189" y="168"/>
                    <a:pt x="185" y="165"/>
                    <a:pt x="180" y="164"/>
                  </a:cubicBezTo>
                  <a:cubicBezTo>
                    <a:pt x="176" y="164"/>
                    <a:pt x="168" y="160"/>
                    <a:pt x="172" y="156"/>
                  </a:cubicBezTo>
                  <a:cubicBezTo>
                    <a:pt x="174" y="154"/>
                    <a:pt x="175" y="155"/>
                    <a:pt x="176" y="156"/>
                  </a:cubicBezTo>
                  <a:cubicBezTo>
                    <a:pt x="177" y="154"/>
                    <a:pt x="178" y="151"/>
                    <a:pt x="177" y="151"/>
                  </a:cubicBezTo>
                  <a:cubicBezTo>
                    <a:pt x="176" y="150"/>
                    <a:pt x="174" y="151"/>
                    <a:pt x="174" y="144"/>
                  </a:cubicBezTo>
                  <a:cubicBezTo>
                    <a:pt x="174" y="137"/>
                    <a:pt x="177" y="138"/>
                    <a:pt x="177" y="129"/>
                  </a:cubicBezTo>
                  <a:cubicBezTo>
                    <a:pt x="177" y="120"/>
                    <a:pt x="181" y="115"/>
                    <a:pt x="181" y="110"/>
                  </a:cubicBezTo>
                  <a:cubicBezTo>
                    <a:pt x="181" y="105"/>
                    <a:pt x="189" y="100"/>
                    <a:pt x="194" y="92"/>
                  </a:cubicBezTo>
                  <a:cubicBezTo>
                    <a:pt x="199" y="84"/>
                    <a:pt x="209" y="74"/>
                    <a:pt x="214" y="71"/>
                  </a:cubicBezTo>
                  <a:cubicBezTo>
                    <a:pt x="218" y="69"/>
                    <a:pt x="226" y="66"/>
                    <a:pt x="227" y="64"/>
                  </a:cubicBezTo>
                  <a:cubicBezTo>
                    <a:pt x="228" y="61"/>
                    <a:pt x="227" y="48"/>
                    <a:pt x="225" y="47"/>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3" name="Freeform 109"/>
            <p:cNvSpPr>
              <a:spLocks noChangeArrowheads="1"/>
            </p:cNvSpPr>
            <p:nvPr/>
          </p:nvSpPr>
          <p:spPr bwMode="auto">
            <a:xfrm>
              <a:off x="1995495" y="2854329"/>
              <a:ext cx="190500" cy="973140"/>
            </a:xfrm>
            <a:custGeom>
              <a:avLst/>
              <a:gdLst>
                <a:gd name="T0" fmla="*/ 40 w 100"/>
                <a:gd name="T1" fmla="*/ 435 h 510"/>
                <a:gd name="T2" fmla="*/ 27 w 100"/>
                <a:gd name="T3" fmla="*/ 413 h 510"/>
                <a:gd name="T4" fmla="*/ 38 w 100"/>
                <a:gd name="T5" fmla="*/ 389 h 510"/>
                <a:gd name="T6" fmla="*/ 46 w 100"/>
                <a:gd name="T7" fmla="*/ 365 h 510"/>
                <a:gd name="T8" fmla="*/ 51 w 100"/>
                <a:gd name="T9" fmla="*/ 347 h 510"/>
                <a:gd name="T10" fmla="*/ 44 w 100"/>
                <a:gd name="T11" fmla="*/ 329 h 510"/>
                <a:gd name="T12" fmla="*/ 45 w 100"/>
                <a:gd name="T13" fmla="*/ 299 h 510"/>
                <a:gd name="T14" fmla="*/ 49 w 100"/>
                <a:gd name="T15" fmla="*/ 276 h 510"/>
                <a:gd name="T16" fmla="*/ 53 w 100"/>
                <a:gd name="T17" fmla="*/ 257 h 510"/>
                <a:gd name="T18" fmla="*/ 62 w 100"/>
                <a:gd name="T19" fmla="*/ 216 h 510"/>
                <a:gd name="T20" fmla="*/ 65 w 100"/>
                <a:gd name="T21" fmla="*/ 189 h 510"/>
                <a:gd name="T22" fmla="*/ 66 w 100"/>
                <a:gd name="T23" fmla="*/ 157 h 510"/>
                <a:gd name="T24" fmla="*/ 74 w 100"/>
                <a:gd name="T25" fmla="*/ 129 h 510"/>
                <a:gd name="T26" fmla="*/ 84 w 100"/>
                <a:gd name="T27" fmla="*/ 107 h 510"/>
                <a:gd name="T28" fmla="*/ 97 w 100"/>
                <a:gd name="T29" fmla="*/ 76 h 510"/>
                <a:gd name="T30" fmla="*/ 89 w 100"/>
                <a:gd name="T31" fmla="*/ 53 h 510"/>
                <a:gd name="T32" fmla="*/ 84 w 100"/>
                <a:gd name="T33" fmla="*/ 25 h 510"/>
                <a:gd name="T34" fmla="*/ 71 w 100"/>
                <a:gd name="T35" fmla="*/ 2 h 510"/>
                <a:gd name="T36" fmla="*/ 64 w 100"/>
                <a:gd name="T37" fmla="*/ 23 h 510"/>
                <a:gd name="T38" fmla="*/ 62 w 100"/>
                <a:gd name="T39" fmla="*/ 75 h 510"/>
                <a:gd name="T40" fmla="*/ 53 w 100"/>
                <a:gd name="T41" fmla="*/ 128 h 510"/>
                <a:gd name="T42" fmla="*/ 48 w 100"/>
                <a:gd name="T43" fmla="*/ 163 h 510"/>
                <a:gd name="T44" fmla="*/ 41 w 100"/>
                <a:gd name="T45" fmla="*/ 210 h 510"/>
                <a:gd name="T46" fmla="*/ 26 w 100"/>
                <a:gd name="T47" fmla="*/ 251 h 510"/>
                <a:gd name="T48" fmla="*/ 24 w 100"/>
                <a:gd name="T49" fmla="*/ 286 h 510"/>
                <a:gd name="T50" fmla="*/ 17 w 100"/>
                <a:gd name="T51" fmla="*/ 319 h 510"/>
                <a:gd name="T52" fmla="*/ 32 w 100"/>
                <a:gd name="T53" fmla="*/ 302 h 510"/>
                <a:gd name="T54" fmla="*/ 34 w 100"/>
                <a:gd name="T55" fmla="*/ 320 h 510"/>
                <a:gd name="T56" fmla="*/ 30 w 100"/>
                <a:gd name="T57" fmla="*/ 342 h 510"/>
                <a:gd name="T58" fmla="*/ 25 w 100"/>
                <a:gd name="T59" fmla="*/ 357 h 510"/>
                <a:gd name="T60" fmla="*/ 23 w 100"/>
                <a:gd name="T61" fmla="*/ 354 h 510"/>
                <a:gd name="T62" fmla="*/ 15 w 100"/>
                <a:gd name="T63" fmla="*/ 357 h 510"/>
                <a:gd name="T64" fmla="*/ 2 w 100"/>
                <a:gd name="T65" fmla="*/ 374 h 510"/>
                <a:gd name="T66" fmla="*/ 17 w 100"/>
                <a:gd name="T67" fmla="*/ 376 h 510"/>
                <a:gd name="T68" fmla="*/ 25 w 100"/>
                <a:gd name="T69" fmla="*/ 389 h 510"/>
                <a:gd name="T70" fmla="*/ 11 w 100"/>
                <a:gd name="T71" fmla="*/ 393 h 510"/>
                <a:gd name="T72" fmla="*/ 13 w 100"/>
                <a:gd name="T73" fmla="*/ 400 h 510"/>
                <a:gd name="T74" fmla="*/ 6 w 100"/>
                <a:gd name="T75" fmla="*/ 412 h 510"/>
                <a:gd name="T76" fmla="*/ 15 w 100"/>
                <a:gd name="T77" fmla="*/ 416 h 510"/>
                <a:gd name="T78" fmla="*/ 16 w 100"/>
                <a:gd name="T79" fmla="*/ 427 h 510"/>
                <a:gd name="T80" fmla="*/ 9 w 100"/>
                <a:gd name="T81" fmla="*/ 441 h 510"/>
                <a:gd name="T82" fmla="*/ 23 w 100"/>
                <a:gd name="T83" fmla="*/ 444 h 510"/>
                <a:gd name="T84" fmla="*/ 28 w 100"/>
                <a:gd name="T85" fmla="*/ 448 h 510"/>
                <a:gd name="T86" fmla="*/ 22 w 100"/>
                <a:gd name="T87" fmla="*/ 462 h 510"/>
                <a:gd name="T88" fmla="*/ 41 w 100"/>
                <a:gd name="T89" fmla="*/ 462 h 510"/>
                <a:gd name="T90" fmla="*/ 28 w 100"/>
                <a:gd name="T91" fmla="*/ 472 h 510"/>
                <a:gd name="T92" fmla="*/ 42 w 100"/>
                <a:gd name="T93" fmla="*/ 470 h 510"/>
                <a:gd name="T94" fmla="*/ 26 w 100"/>
                <a:gd name="T95" fmla="*/ 481 h 510"/>
                <a:gd name="T96" fmla="*/ 41 w 100"/>
                <a:gd name="T97" fmla="*/ 483 h 510"/>
                <a:gd name="T98" fmla="*/ 64 w 100"/>
                <a:gd name="T99" fmla="*/ 461 h 510"/>
                <a:gd name="T100" fmla="*/ 71 w 100"/>
                <a:gd name="T101" fmla="*/ 473 h 510"/>
                <a:gd name="T102" fmla="*/ 61 w 100"/>
                <a:gd name="T103" fmla="*/ 477 h 510"/>
                <a:gd name="T104" fmla="*/ 50 w 100"/>
                <a:gd name="T105" fmla="*/ 486 h 510"/>
                <a:gd name="T106" fmla="*/ 58 w 100"/>
                <a:gd name="T107" fmla="*/ 503 h 510"/>
                <a:gd name="T108" fmla="*/ 74 w 100"/>
                <a:gd name="T109" fmla="*/ 500 h 510"/>
                <a:gd name="T110" fmla="*/ 91 w 100"/>
                <a:gd name="T111" fmla="*/ 501 h 510"/>
                <a:gd name="T112" fmla="*/ 81 w 100"/>
                <a:gd name="T113" fmla="*/ 499 h 510"/>
                <a:gd name="T114" fmla="*/ 71 w 100"/>
                <a:gd name="T115" fmla="*/ 457 h 510"/>
                <a:gd name="T116" fmla="*/ 46 w 100"/>
                <a:gd name="T117" fmla="*/ 452 h 51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0"/>
                <a:gd name="T178" fmla="*/ 0 h 510"/>
                <a:gd name="T179" fmla="*/ 100 w 100"/>
                <a:gd name="T180" fmla="*/ 510 h 51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0" h="510">
                  <a:moveTo>
                    <a:pt x="46" y="452"/>
                  </a:moveTo>
                  <a:cubicBezTo>
                    <a:pt x="44" y="453"/>
                    <a:pt x="43" y="447"/>
                    <a:pt x="41" y="447"/>
                  </a:cubicBezTo>
                  <a:cubicBezTo>
                    <a:pt x="39" y="447"/>
                    <a:pt x="39" y="439"/>
                    <a:pt x="40" y="435"/>
                  </a:cubicBezTo>
                  <a:cubicBezTo>
                    <a:pt x="42" y="431"/>
                    <a:pt x="32" y="433"/>
                    <a:pt x="30" y="431"/>
                  </a:cubicBezTo>
                  <a:cubicBezTo>
                    <a:pt x="27" y="430"/>
                    <a:pt x="31" y="427"/>
                    <a:pt x="28" y="424"/>
                  </a:cubicBezTo>
                  <a:cubicBezTo>
                    <a:pt x="25" y="420"/>
                    <a:pt x="27" y="416"/>
                    <a:pt x="27" y="413"/>
                  </a:cubicBezTo>
                  <a:cubicBezTo>
                    <a:pt x="28" y="411"/>
                    <a:pt x="30" y="406"/>
                    <a:pt x="34" y="406"/>
                  </a:cubicBezTo>
                  <a:cubicBezTo>
                    <a:pt x="37" y="406"/>
                    <a:pt x="35" y="400"/>
                    <a:pt x="38" y="398"/>
                  </a:cubicBezTo>
                  <a:cubicBezTo>
                    <a:pt x="42" y="396"/>
                    <a:pt x="35" y="392"/>
                    <a:pt x="38" y="389"/>
                  </a:cubicBezTo>
                  <a:cubicBezTo>
                    <a:pt x="41" y="387"/>
                    <a:pt x="38" y="382"/>
                    <a:pt x="43" y="382"/>
                  </a:cubicBezTo>
                  <a:cubicBezTo>
                    <a:pt x="47" y="381"/>
                    <a:pt x="43" y="375"/>
                    <a:pt x="46" y="374"/>
                  </a:cubicBezTo>
                  <a:cubicBezTo>
                    <a:pt x="49" y="373"/>
                    <a:pt x="45" y="369"/>
                    <a:pt x="46" y="365"/>
                  </a:cubicBezTo>
                  <a:cubicBezTo>
                    <a:pt x="47" y="361"/>
                    <a:pt x="44" y="358"/>
                    <a:pt x="48" y="356"/>
                  </a:cubicBezTo>
                  <a:cubicBezTo>
                    <a:pt x="52" y="355"/>
                    <a:pt x="49" y="351"/>
                    <a:pt x="46" y="349"/>
                  </a:cubicBezTo>
                  <a:cubicBezTo>
                    <a:pt x="43" y="347"/>
                    <a:pt x="47" y="347"/>
                    <a:pt x="51" y="347"/>
                  </a:cubicBezTo>
                  <a:cubicBezTo>
                    <a:pt x="54" y="347"/>
                    <a:pt x="52" y="341"/>
                    <a:pt x="49" y="342"/>
                  </a:cubicBezTo>
                  <a:cubicBezTo>
                    <a:pt x="45" y="343"/>
                    <a:pt x="43" y="339"/>
                    <a:pt x="46" y="336"/>
                  </a:cubicBezTo>
                  <a:cubicBezTo>
                    <a:pt x="49" y="333"/>
                    <a:pt x="43" y="331"/>
                    <a:pt x="44" y="329"/>
                  </a:cubicBezTo>
                  <a:cubicBezTo>
                    <a:pt x="45" y="327"/>
                    <a:pt x="45" y="324"/>
                    <a:pt x="43" y="323"/>
                  </a:cubicBezTo>
                  <a:cubicBezTo>
                    <a:pt x="41" y="321"/>
                    <a:pt x="42" y="311"/>
                    <a:pt x="45" y="311"/>
                  </a:cubicBezTo>
                  <a:cubicBezTo>
                    <a:pt x="47" y="310"/>
                    <a:pt x="45" y="301"/>
                    <a:pt x="45" y="299"/>
                  </a:cubicBezTo>
                  <a:cubicBezTo>
                    <a:pt x="45" y="296"/>
                    <a:pt x="43" y="293"/>
                    <a:pt x="43" y="291"/>
                  </a:cubicBezTo>
                  <a:cubicBezTo>
                    <a:pt x="43" y="288"/>
                    <a:pt x="46" y="288"/>
                    <a:pt x="46" y="283"/>
                  </a:cubicBezTo>
                  <a:cubicBezTo>
                    <a:pt x="46" y="278"/>
                    <a:pt x="47" y="276"/>
                    <a:pt x="49" y="276"/>
                  </a:cubicBezTo>
                  <a:cubicBezTo>
                    <a:pt x="51" y="276"/>
                    <a:pt x="49" y="270"/>
                    <a:pt x="50" y="267"/>
                  </a:cubicBezTo>
                  <a:cubicBezTo>
                    <a:pt x="50" y="265"/>
                    <a:pt x="56" y="267"/>
                    <a:pt x="56" y="263"/>
                  </a:cubicBezTo>
                  <a:cubicBezTo>
                    <a:pt x="57" y="259"/>
                    <a:pt x="53" y="259"/>
                    <a:pt x="53" y="257"/>
                  </a:cubicBezTo>
                  <a:cubicBezTo>
                    <a:pt x="54" y="253"/>
                    <a:pt x="53" y="249"/>
                    <a:pt x="53" y="242"/>
                  </a:cubicBezTo>
                  <a:cubicBezTo>
                    <a:pt x="53" y="234"/>
                    <a:pt x="59" y="233"/>
                    <a:pt x="62" y="231"/>
                  </a:cubicBezTo>
                  <a:cubicBezTo>
                    <a:pt x="64" y="228"/>
                    <a:pt x="59" y="218"/>
                    <a:pt x="62" y="216"/>
                  </a:cubicBezTo>
                  <a:cubicBezTo>
                    <a:pt x="65" y="215"/>
                    <a:pt x="63" y="210"/>
                    <a:pt x="65" y="208"/>
                  </a:cubicBezTo>
                  <a:cubicBezTo>
                    <a:pt x="67" y="206"/>
                    <a:pt x="67" y="203"/>
                    <a:pt x="68" y="199"/>
                  </a:cubicBezTo>
                  <a:cubicBezTo>
                    <a:pt x="69" y="195"/>
                    <a:pt x="65" y="193"/>
                    <a:pt x="65" y="189"/>
                  </a:cubicBezTo>
                  <a:cubicBezTo>
                    <a:pt x="65" y="185"/>
                    <a:pt x="65" y="182"/>
                    <a:pt x="62" y="178"/>
                  </a:cubicBezTo>
                  <a:cubicBezTo>
                    <a:pt x="59" y="174"/>
                    <a:pt x="60" y="166"/>
                    <a:pt x="62" y="166"/>
                  </a:cubicBezTo>
                  <a:cubicBezTo>
                    <a:pt x="64" y="166"/>
                    <a:pt x="63" y="158"/>
                    <a:pt x="66" y="157"/>
                  </a:cubicBezTo>
                  <a:cubicBezTo>
                    <a:pt x="70" y="156"/>
                    <a:pt x="68" y="150"/>
                    <a:pt x="66" y="145"/>
                  </a:cubicBezTo>
                  <a:cubicBezTo>
                    <a:pt x="65" y="140"/>
                    <a:pt x="69" y="143"/>
                    <a:pt x="69" y="139"/>
                  </a:cubicBezTo>
                  <a:cubicBezTo>
                    <a:pt x="69" y="135"/>
                    <a:pt x="71" y="130"/>
                    <a:pt x="74" y="129"/>
                  </a:cubicBezTo>
                  <a:cubicBezTo>
                    <a:pt x="78" y="128"/>
                    <a:pt x="78" y="122"/>
                    <a:pt x="78" y="120"/>
                  </a:cubicBezTo>
                  <a:cubicBezTo>
                    <a:pt x="78" y="117"/>
                    <a:pt x="82" y="116"/>
                    <a:pt x="85" y="114"/>
                  </a:cubicBezTo>
                  <a:cubicBezTo>
                    <a:pt x="87" y="112"/>
                    <a:pt x="81" y="109"/>
                    <a:pt x="84" y="107"/>
                  </a:cubicBezTo>
                  <a:cubicBezTo>
                    <a:pt x="88" y="105"/>
                    <a:pt x="81" y="96"/>
                    <a:pt x="83" y="94"/>
                  </a:cubicBezTo>
                  <a:cubicBezTo>
                    <a:pt x="85" y="93"/>
                    <a:pt x="84" y="89"/>
                    <a:pt x="84" y="86"/>
                  </a:cubicBezTo>
                  <a:cubicBezTo>
                    <a:pt x="84" y="84"/>
                    <a:pt x="95" y="79"/>
                    <a:pt x="97" y="76"/>
                  </a:cubicBezTo>
                  <a:cubicBezTo>
                    <a:pt x="98" y="74"/>
                    <a:pt x="99" y="68"/>
                    <a:pt x="99" y="63"/>
                  </a:cubicBezTo>
                  <a:cubicBezTo>
                    <a:pt x="96" y="65"/>
                    <a:pt x="93" y="66"/>
                    <a:pt x="92" y="65"/>
                  </a:cubicBezTo>
                  <a:cubicBezTo>
                    <a:pt x="91" y="63"/>
                    <a:pt x="92" y="56"/>
                    <a:pt x="89" y="53"/>
                  </a:cubicBezTo>
                  <a:cubicBezTo>
                    <a:pt x="86" y="50"/>
                    <a:pt x="88" y="44"/>
                    <a:pt x="85" y="43"/>
                  </a:cubicBezTo>
                  <a:cubicBezTo>
                    <a:pt x="82" y="41"/>
                    <a:pt x="79" y="35"/>
                    <a:pt x="81" y="33"/>
                  </a:cubicBezTo>
                  <a:cubicBezTo>
                    <a:pt x="84" y="31"/>
                    <a:pt x="81" y="27"/>
                    <a:pt x="84" y="25"/>
                  </a:cubicBezTo>
                  <a:cubicBezTo>
                    <a:pt x="86" y="23"/>
                    <a:pt x="82" y="23"/>
                    <a:pt x="79" y="19"/>
                  </a:cubicBezTo>
                  <a:cubicBezTo>
                    <a:pt x="76" y="15"/>
                    <a:pt x="80" y="10"/>
                    <a:pt x="76" y="7"/>
                  </a:cubicBezTo>
                  <a:cubicBezTo>
                    <a:pt x="72" y="4"/>
                    <a:pt x="72" y="0"/>
                    <a:pt x="71" y="2"/>
                  </a:cubicBezTo>
                  <a:cubicBezTo>
                    <a:pt x="70" y="4"/>
                    <a:pt x="70" y="9"/>
                    <a:pt x="67" y="11"/>
                  </a:cubicBezTo>
                  <a:cubicBezTo>
                    <a:pt x="66" y="11"/>
                    <a:pt x="65" y="12"/>
                    <a:pt x="64" y="13"/>
                  </a:cubicBezTo>
                  <a:cubicBezTo>
                    <a:pt x="64" y="15"/>
                    <a:pt x="63" y="20"/>
                    <a:pt x="64" y="23"/>
                  </a:cubicBezTo>
                  <a:cubicBezTo>
                    <a:pt x="66" y="27"/>
                    <a:pt x="67" y="45"/>
                    <a:pt x="65" y="52"/>
                  </a:cubicBezTo>
                  <a:cubicBezTo>
                    <a:pt x="64" y="59"/>
                    <a:pt x="62" y="65"/>
                    <a:pt x="61" y="69"/>
                  </a:cubicBezTo>
                  <a:cubicBezTo>
                    <a:pt x="59" y="73"/>
                    <a:pt x="64" y="73"/>
                    <a:pt x="62" y="75"/>
                  </a:cubicBezTo>
                  <a:cubicBezTo>
                    <a:pt x="60" y="77"/>
                    <a:pt x="61" y="82"/>
                    <a:pt x="61" y="90"/>
                  </a:cubicBezTo>
                  <a:cubicBezTo>
                    <a:pt x="61" y="98"/>
                    <a:pt x="56" y="112"/>
                    <a:pt x="56" y="116"/>
                  </a:cubicBezTo>
                  <a:cubicBezTo>
                    <a:pt x="56" y="120"/>
                    <a:pt x="52" y="123"/>
                    <a:pt x="53" y="128"/>
                  </a:cubicBezTo>
                  <a:cubicBezTo>
                    <a:pt x="53" y="133"/>
                    <a:pt x="51" y="135"/>
                    <a:pt x="48" y="138"/>
                  </a:cubicBezTo>
                  <a:cubicBezTo>
                    <a:pt x="45" y="140"/>
                    <a:pt x="52" y="147"/>
                    <a:pt x="52" y="151"/>
                  </a:cubicBezTo>
                  <a:cubicBezTo>
                    <a:pt x="52" y="155"/>
                    <a:pt x="47" y="157"/>
                    <a:pt x="48" y="163"/>
                  </a:cubicBezTo>
                  <a:cubicBezTo>
                    <a:pt x="49" y="171"/>
                    <a:pt x="48" y="185"/>
                    <a:pt x="48" y="188"/>
                  </a:cubicBezTo>
                  <a:cubicBezTo>
                    <a:pt x="48" y="191"/>
                    <a:pt x="45" y="191"/>
                    <a:pt x="45" y="196"/>
                  </a:cubicBezTo>
                  <a:cubicBezTo>
                    <a:pt x="46" y="201"/>
                    <a:pt x="42" y="202"/>
                    <a:pt x="41" y="210"/>
                  </a:cubicBezTo>
                  <a:cubicBezTo>
                    <a:pt x="41" y="217"/>
                    <a:pt x="35" y="228"/>
                    <a:pt x="33" y="234"/>
                  </a:cubicBezTo>
                  <a:cubicBezTo>
                    <a:pt x="30" y="240"/>
                    <a:pt x="30" y="243"/>
                    <a:pt x="27" y="243"/>
                  </a:cubicBezTo>
                  <a:cubicBezTo>
                    <a:pt x="24" y="243"/>
                    <a:pt x="24" y="246"/>
                    <a:pt x="26" y="251"/>
                  </a:cubicBezTo>
                  <a:cubicBezTo>
                    <a:pt x="28" y="256"/>
                    <a:pt x="24" y="260"/>
                    <a:pt x="27" y="265"/>
                  </a:cubicBezTo>
                  <a:cubicBezTo>
                    <a:pt x="30" y="270"/>
                    <a:pt x="29" y="272"/>
                    <a:pt x="28" y="277"/>
                  </a:cubicBezTo>
                  <a:cubicBezTo>
                    <a:pt x="26" y="282"/>
                    <a:pt x="24" y="282"/>
                    <a:pt x="24" y="286"/>
                  </a:cubicBezTo>
                  <a:cubicBezTo>
                    <a:pt x="24" y="291"/>
                    <a:pt x="21" y="295"/>
                    <a:pt x="23" y="300"/>
                  </a:cubicBezTo>
                  <a:cubicBezTo>
                    <a:pt x="25" y="305"/>
                    <a:pt x="24" y="306"/>
                    <a:pt x="22" y="306"/>
                  </a:cubicBezTo>
                  <a:cubicBezTo>
                    <a:pt x="19" y="306"/>
                    <a:pt x="18" y="310"/>
                    <a:pt x="17" y="319"/>
                  </a:cubicBezTo>
                  <a:cubicBezTo>
                    <a:pt x="16" y="327"/>
                    <a:pt x="16" y="327"/>
                    <a:pt x="22" y="326"/>
                  </a:cubicBezTo>
                  <a:cubicBezTo>
                    <a:pt x="28" y="326"/>
                    <a:pt x="24" y="306"/>
                    <a:pt x="27" y="306"/>
                  </a:cubicBezTo>
                  <a:cubicBezTo>
                    <a:pt x="31" y="306"/>
                    <a:pt x="28" y="303"/>
                    <a:pt x="32" y="302"/>
                  </a:cubicBezTo>
                  <a:cubicBezTo>
                    <a:pt x="35" y="301"/>
                    <a:pt x="32" y="305"/>
                    <a:pt x="35" y="306"/>
                  </a:cubicBezTo>
                  <a:cubicBezTo>
                    <a:pt x="37" y="307"/>
                    <a:pt x="39" y="309"/>
                    <a:pt x="35" y="311"/>
                  </a:cubicBezTo>
                  <a:cubicBezTo>
                    <a:pt x="32" y="313"/>
                    <a:pt x="36" y="318"/>
                    <a:pt x="34" y="320"/>
                  </a:cubicBezTo>
                  <a:cubicBezTo>
                    <a:pt x="33" y="323"/>
                    <a:pt x="30" y="326"/>
                    <a:pt x="32" y="329"/>
                  </a:cubicBezTo>
                  <a:cubicBezTo>
                    <a:pt x="33" y="333"/>
                    <a:pt x="30" y="332"/>
                    <a:pt x="30" y="337"/>
                  </a:cubicBezTo>
                  <a:cubicBezTo>
                    <a:pt x="29" y="341"/>
                    <a:pt x="32" y="341"/>
                    <a:pt x="30" y="342"/>
                  </a:cubicBezTo>
                  <a:cubicBezTo>
                    <a:pt x="28" y="343"/>
                    <a:pt x="32" y="346"/>
                    <a:pt x="30" y="347"/>
                  </a:cubicBezTo>
                  <a:cubicBezTo>
                    <a:pt x="27" y="347"/>
                    <a:pt x="29" y="351"/>
                    <a:pt x="30" y="354"/>
                  </a:cubicBezTo>
                  <a:cubicBezTo>
                    <a:pt x="32" y="357"/>
                    <a:pt x="27" y="355"/>
                    <a:pt x="25" y="357"/>
                  </a:cubicBezTo>
                  <a:cubicBezTo>
                    <a:pt x="22" y="359"/>
                    <a:pt x="27" y="362"/>
                    <a:pt x="26" y="364"/>
                  </a:cubicBezTo>
                  <a:cubicBezTo>
                    <a:pt x="24" y="367"/>
                    <a:pt x="20" y="363"/>
                    <a:pt x="18" y="361"/>
                  </a:cubicBezTo>
                  <a:cubicBezTo>
                    <a:pt x="17" y="360"/>
                    <a:pt x="21" y="357"/>
                    <a:pt x="23" y="354"/>
                  </a:cubicBezTo>
                  <a:cubicBezTo>
                    <a:pt x="26" y="351"/>
                    <a:pt x="21" y="344"/>
                    <a:pt x="17" y="346"/>
                  </a:cubicBezTo>
                  <a:cubicBezTo>
                    <a:pt x="14" y="347"/>
                    <a:pt x="21" y="351"/>
                    <a:pt x="21" y="355"/>
                  </a:cubicBezTo>
                  <a:cubicBezTo>
                    <a:pt x="21" y="358"/>
                    <a:pt x="15" y="354"/>
                    <a:pt x="15" y="357"/>
                  </a:cubicBezTo>
                  <a:cubicBezTo>
                    <a:pt x="15" y="361"/>
                    <a:pt x="11" y="360"/>
                    <a:pt x="9" y="362"/>
                  </a:cubicBezTo>
                  <a:cubicBezTo>
                    <a:pt x="6" y="365"/>
                    <a:pt x="12" y="367"/>
                    <a:pt x="9" y="368"/>
                  </a:cubicBezTo>
                  <a:cubicBezTo>
                    <a:pt x="7" y="368"/>
                    <a:pt x="2" y="372"/>
                    <a:pt x="2" y="374"/>
                  </a:cubicBezTo>
                  <a:cubicBezTo>
                    <a:pt x="2" y="377"/>
                    <a:pt x="5" y="377"/>
                    <a:pt x="5" y="375"/>
                  </a:cubicBezTo>
                  <a:cubicBezTo>
                    <a:pt x="5" y="372"/>
                    <a:pt x="9" y="372"/>
                    <a:pt x="10" y="375"/>
                  </a:cubicBezTo>
                  <a:cubicBezTo>
                    <a:pt x="11" y="378"/>
                    <a:pt x="13" y="375"/>
                    <a:pt x="17" y="376"/>
                  </a:cubicBezTo>
                  <a:cubicBezTo>
                    <a:pt x="20" y="376"/>
                    <a:pt x="20" y="382"/>
                    <a:pt x="18" y="381"/>
                  </a:cubicBezTo>
                  <a:cubicBezTo>
                    <a:pt x="16" y="381"/>
                    <a:pt x="14" y="385"/>
                    <a:pt x="14" y="388"/>
                  </a:cubicBezTo>
                  <a:cubicBezTo>
                    <a:pt x="15" y="392"/>
                    <a:pt x="22" y="388"/>
                    <a:pt x="25" y="389"/>
                  </a:cubicBezTo>
                  <a:cubicBezTo>
                    <a:pt x="28" y="390"/>
                    <a:pt x="27" y="396"/>
                    <a:pt x="25" y="394"/>
                  </a:cubicBezTo>
                  <a:cubicBezTo>
                    <a:pt x="23" y="392"/>
                    <a:pt x="19" y="389"/>
                    <a:pt x="17" y="392"/>
                  </a:cubicBezTo>
                  <a:cubicBezTo>
                    <a:pt x="16" y="395"/>
                    <a:pt x="13" y="394"/>
                    <a:pt x="11" y="393"/>
                  </a:cubicBezTo>
                  <a:cubicBezTo>
                    <a:pt x="8" y="392"/>
                    <a:pt x="0" y="397"/>
                    <a:pt x="3" y="399"/>
                  </a:cubicBezTo>
                  <a:cubicBezTo>
                    <a:pt x="6" y="401"/>
                    <a:pt x="6" y="404"/>
                    <a:pt x="7" y="404"/>
                  </a:cubicBezTo>
                  <a:cubicBezTo>
                    <a:pt x="9" y="404"/>
                    <a:pt x="12" y="402"/>
                    <a:pt x="13" y="400"/>
                  </a:cubicBezTo>
                  <a:cubicBezTo>
                    <a:pt x="14" y="398"/>
                    <a:pt x="17" y="396"/>
                    <a:pt x="18" y="401"/>
                  </a:cubicBezTo>
                  <a:cubicBezTo>
                    <a:pt x="18" y="405"/>
                    <a:pt x="13" y="403"/>
                    <a:pt x="12" y="406"/>
                  </a:cubicBezTo>
                  <a:cubicBezTo>
                    <a:pt x="11" y="408"/>
                    <a:pt x="9" y="410"/>
                    <a:pt x="6" y="412"/>
                  </a:cubicBezTo>
                  <a:cubicBezTo>
                    <a:pt x="3" y="415"/>
                    <a:pt x="6" y="418"/>
                    <a:pt x="8" y="417"/>
                  </a:cubicBezTo>
                  <a:cubicBezTo>
                    <a:pt x="11" y="416"/>
                    <a:pt x="8" y="420"/>
                    <a:pt x="11" y="421"/>
                  </a:cubicBezTo>
                  <a:cubicBezTo>
                    <a:pt x="14" y="421"/>
                    <a:pt x="15" y="419"/>
                    <a:pt x="15" y="416"/>
                  </a:cubicBezTo>
                  <a:cubicBezTo>
                    <a:pt x="14" y="414"/>
                    <a:pt x="16" y="408"/>
                    <a:pt x="19" y="411"/>
                  </a:cubicBezTo>
                  <a:cubicBezTo>
                    <a:pt x="22" y="414"/>
                    <a:pt x="18" y="416"/>
                    <a:pt x="18" y="419"/>
                  </a:cubicBezTo>
                  <a:cubicBezTo>
                    <a:pt x="18" y="421"/>
                    <a:pt x="16" y="425"/>
                    <a:pt x="16" y="427"/>
                  </a:cubicBezTo>
                  <a:cubicBezTo>
                    <a:pt x="16" y="430"/>
                    <a:pt x="13" y="429"/>
                    <a:pt x="13" y="432"/>
                  </a:cubicBezTo>
                  <a:cubicBezTo>
                    <a:pt x="13" y="435"/>
                    <a:pt x="6" y="433"/>
                    <a:pt x="9" y="435"/>
                  </a:cubicBezTo>
                  <a:cubicBezTo>
                    <a:pt x="13" y="437"/>
                    <a:pt x="7" y="439"/>
                    <a:pt x="9" y="441"/>
                  </a:cubicBezTo>
                  <a:cubicBezTo>
                    <a:pt x="11" y="443"/>
                    <a:pt x="12" y="439"/>
                    <a:pt x="15" y="440"/>
                  </a:cubicBezTo>
                  <a:cubicBezTo>
                    <a:pt x="18" y="441"/>
                    <a:pt x="17" y="441"/>
                    <a:pt x="21" y="440"/>
                  </a:cubicBezTo>
                  <a:cubicBezTo>
                    <a:pt x="24" y="438"/>
                    <a:pt x="26" y="443"/>
                    <a:pt x="23" y="444"/>
                  </a:cubicBezTo>
                  <a:cubicBezTo>
                    <a:pt x="20" y="445"/>
                    <a:pt x="16" y="448"/>
                    <a:pt x="18" y="449"/>
                  </a:cubicBezTo>
                  <a:cubicBezTo>
                    <a:pt x="19" y="449"/>
                    <a:pt x="24" y="446"/>
                    <a:pt x="25" y="450"/>
                  </a:cubicBezTo>
                  <a:cubicBezTo>
                    <a:pt x="26" y="453"/>
                    <a:pt x="28" y="452"/>
                    <a:pt x="28" y="448"/>
                  </a:cubicBezTo>
                  <a:cubicBezTo>
                    <a:pt x="29" y="445"/>
                    <a:pt x="35" y="448"/>
                    <a:pt x="36" y="451"/>
                  </a:cubicBezTo>
                  <a:cubicBezTo>
                    <a:pt x="37" y="454"/>
                    <a:pt x="29" y="456"/>
                    <a:pt x="26" y="455"/>
                  </a:cubicBezTo>
                  <a:cubicBezTo>
                    <a:pt x="22" y="454"/>
                    <a:pt x="20" y="458"/>
                    <a:pt x="22" y="462"/>
                  </a:cubicBezTo>
                  <a:cubicBezTo>
                    <a:pt x="25" y="465"/>
                    <a:pt x="28" y="462"/>
                    <a:pt x="31" y="459"/>
                  </a:cubicBezTo>
                  <a:cubicBezTo>
                    <a:pt x="33" y="456"/>
                    <a:pt x="47" y="457"/>
                    <a:pt x="48" y="460"/>
                  </a:cubicBezTo>
                  <a:cubicBezTo>
                    <a:pt x="49" y="463"/>
                    <a:pt x="42" y="460"/>
                    <a:pt x="41" y="462"/>
                  </a:cubicBezTo>
                  <a:cubicBezTo>
                    <a:pt x="40" y="464"/>
                    <a:pt x="35" y="465"/>
                    <a:pt x="34" y="463"/>
                  </a:cubicBezTo>
                  <a:cubicBezTo>
                    <a:pt x="33" y="461"/>
                    <a:pt x="28" y="464"/>
                    <a:pt x="28" y="467"/>
                  </a:cubicBezTo>
                  <a:cubicBezTo>
                    <a:pt x="27" y="471"/>
                    <a:pt x="23" y="471"/>
                    <a:pt x="28" y="472"/>
                  </a:cubicBezTo>
                  <a:cubicBezTo>
                    <a:pt x="32" y="473"/>
                    <a:pt x="31" y="467"/>
                    <a:pt x="38" y="468"/>
                  </a:cubicBezTo>
                  <a:cubicBezTo>
                    <a:pt x="45" y="468"/>
                    <a:pt x="49" y="461"/>
                    <a:pt x="51" y="465"/>
                  </a:cubicBezTo>
                  <a:cubicBezTo>
                    <a:pt x="53" y="469"/>
                    <a:pt x="45" y="472"/>
                    <a:pt x="42" y="470"/>
                  </a:cubicBezTo>
                  <a:cubicBezTo>
                    <a:pt x="40" y="467"/>
                    <a:pt x="36" y="472"/>
                    <a:pt x="37" y="475"/>
                  </a:cubicBezTo>
                  <a:cubicBezTo>
                    <a:pt x="37" y="479"/>
                    <a:pt x="29" y="474"/>
                    <a:pt x="25" y="474"/>
                  </a:cubicBezTo>
                  <a:cubicBezTo>
                    <a:pt x="21" y="473"/>
                    <a:pt x="22" y="478"/>
                    <a:pt x="26" y="481"/>
                  </a:cubicBezTo>
                  <a:cubicBezTo>
                    <a:pt x="29" y="485"/>
                    <a:pt x="31" y="481"/>
                    <a:pt x="36" y="484"/>
                  </a:cubicBezTo>
                  <a:cubicBezTo>
                    <a:pt x="40" y="486"/>
                    <a:pt x="40" y="489"/>
                    <a:pt x="43" y="487"/>
                  </a:cubicBezTo>
                  <a:cubicBezTo>
                    <a:pt x="46" y="484"/>
                    <a:pt x="43" y="484"/>
                    <a:pt x="41" y="483"/>
                  </a:cubicBezTo>
                  <a:cubicBezTo>
                    <a:pt x="39" y="482"/>
                    <a:pt x="41" y="477"/>
                    <a:pt x="45" y="480"/>
                  </a:cubicBezTo>
                  <a:cubicBezTo>
                    <a:pt x="50" y="482"/>
                    <a:pt x="56" y="478"/>
                    <a:pt x="54" y="472"/>
                  </a:cubicBezTo>
                  <a:cubicBezTo>
                    <a:pt x="53" y="466"/>
                    <a:pt x="58" y="463"/>
                    <a:pt x="64" y="461"/>
                  </a:cubicBezTo>
                  <a:cubicBezTo>
                    <a:pt x="70" y="459"/>
                    <a:pt x="67" y="465"/>
                    <a:pt x="63" y="466"/>
                  </a:cubicBezTo>
                  <a:cubicBezTo>
                    <a:pt x="58" y="468"/>
                    <a:pt x="58" y="469"/>
                    <a:pt x="61" y="473"/>
                  </a:cubicBezTo>
                  <a:cubicBezTo>
                    <a:pt x="64" y="476"/>
                    <a:pt x="68" y="471"/>
                    <a:pt x="71" y="473"/>
                  </a:cubicBezTo>
                  <a:cubicBezTo>
                    <a:pt x="74" y="476"/>
                    <a:pt x="66" y="476"/>
                    <a:pt x="65" y="478"/>
                  </a:cubicBezTo>
                  <a:cubicBezTo>
                    <a:pt x="64" y="481"/>
                    <a:pt x="70" y="484"/>
                    <a:pt x="65" y="486"/>
                  </a:cubicBezTo>
                  <a:cubicBezTo>
                    <a:pt x="61" y="488"/>
                    <a:pt x="63" y="478"/>
                    <a:pt x="61" y="477"/>
                  </a:cubicBezTo>
                  <a:cubicBezTo>
                    <a:pt x="58" y="476"/>
                    <a:pt x="56" y="478"/>
                    <a:pt x="58" y="484"/>
                  </a:cubicBezTo>
                  <a:cubicBezTo>
                    <a:pt x="61" y="490"/>
                    <a:pt x="55" y="485"/>
                    <a:pt x="53" y="482"/>
                  </a:cubicBezTo>
                  <a:cubicBezTo>
                    <a:pt x="50" y="479"/>
                    <a:pt x="47" y="483"/>
                    <a:pt x="50" y="486"/>
                  </a:cubicBezTo>
                  <a:cubicBezTo>
                    <a:pt x="53" y="489"/>
                    <a:pt x="44" y="486"/>
                    <a:pt x="44" y="491"/>
                  </a:cubicBezTo>
                  <a:cubicBezTo>
                    <a:pt x="44" y="496"/>
                    <a:pt x="48" y="492"/>
                    <a:pt x="52" y="493"/>
                  </a:cubicBezTo>
                  <a:cubicBezTo>
                    <a:pt x="57" y="494"/>
                    <a:pt x="55" y="500"/>
                    <a:pt x="58" y="503"/>
                  </a:cubicBezTo>
                  <a:cubicBezTo>
                    <a:pt x="61" y="505"/>
                    <a:pt x="59" y="495"/>
                    <a:pt x="62" y="494"/>
                  </a:cubicBezTo>
                  <a:cubicBezTo>
                    <a:pt x="66" y="493"/>
                    <a:pt x="62" y="502"/>
                    <a:pt x="70" y="504"/>
                  </a:cubicBezTo>
                  <a:cubicBezTo>
                    <a:pt x="78" y="507"/>
                    <a:pt x="71" y="503"/>
                    <a:pt x="74" y="500"/>
                  </a:cubicBezTo>
                  <a:cubicBezTo>
                    <a:pt x="78" y="498"/>
                    <a:pt x="82" y="508"/>
                    <a:pt x="86" y="509"/>
                  </a:cubicBezTo>
                  <a:cubicBezTo>
                    <a:pt x="90" y="510"/>
                    <a:pt x="87" y="504"/>
                    <a:pt x="84" y="501"/>
                  </a:cubicBezTo>
                  <a:cubicBezTo>
                    <a:pt x="82" y="498"/>
                    <a:pt x="87" y="500"/>
                    <a:pt x="91" y="501"/>
                  </a:cubicBezTo>
                  <a:cubicBezTo>
                    <a:pt x="95" y="503"/>
                    <a:pt x="98" y="503"/>
                    <a:pt x="98" y="500"/>
                  </a:cubicBezTo>
                  <a:cubicBezTo>
                    <a:pt x="99" y="499"/>
                    <a:pt x="99" y="499"/>
                    <a:pt x="100" y="500"/>
                  </a:cubicBezTo>
                  <a:cubicBezTo>
                    <a:pt x="96" y="497"/>
                    <a:pt x="83" y="499"/>
                    <a:pt x="81" y="499"/>
                  </a:cubicBezTo>
                  <a:cubicBezTo>
                    <a:pt x="79" y="498"/>
                    <a:pt x="81" y="468"/>
                    <a:pt x="81" y="461"/>
                  </a:cubicBezTo>
                  <a:cubicBezTo>
                    <a:pt x="81" y="461"/>
                    <a:pt x="81" y="461"/>
                    <a:pt x="80" y="461"/>
                  </a:cubicBezTo>
                  <a:cubicBezTo>
                    <a:pt x="77" y="461"/>
                    <a:pt x="70" y="462"/>
                    <a:pt x="71" y="457"/>
                  </a:cubicBezTo>
                  <a:cubicBezTo>
                    <a:pt x="71" y="456"/>
                    <a:pt x="72" y="456"/>
                    <a:pt x="72" y="455"/>
                  </a:cubicBezTo>
                  <a:cubicBezTo>
                    <a:pt x="71" y="454"/>
                    <a:pt x="69" y="453"/>
                    <a:pt x="66" y="452"/>
                  </a:cubicBezTo>
                  <a:cubicBezTo>
                    <a:pt x="61" y="450"/>
                    <a:pt x="49" y="452"/>
                    <a:pt x="46" y="452"/>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4" name="Freeform 110"/>
            <p:cNvSpPr>
              <a:spLocks noChangeArrowheads="1"/>
            </p:cNvSpPr>
            <p:nvPr/>
          </p:nvSpPr>
          <p:spPr bwMode="auto">
            <a:xfrm>
              <a:off x="2278071" y="2897190"/>
              <a:ext cx="192088" cy="192089"/>
            </a:xfrm>
            <a:custGeom>
              <a:avLst/>
              <a:gdLst>
                <a:gd name="T0" fmla="*/ 96 w 100"/>
                <a:gd name="T1" fmla="*/ 54 h 100"/>
                <a:gd name="T2" fmla="*/ 87 w 100"/>
                <a:gd name="T3" fmla="*/ 56 h 100"/>
                <a:gd name="T4" fmla="*/ 81 w 100"/>
                <a:gd name="T5" fmla="*/ 43 h 100"/>
                <a:gd name="T6" fmla="*/ 73 w 100"/>
                <a:gd name="T7" fmla="*/ 34 h 100"/>
                <a:gd name="T8" fmla="*/ 64 w 100"/>
                <a:gd name="T9" fmla="*/ 33 h 100"/>
                <a:gd name="T10" fmla="*/ 58 w 100"/>
                <a:gd name="T11" fmla="*/ 24 h 100"/>
                <a:gd name="T12" fmla="*/ 56 w 100"/>
                <a:gd name="T13" fmla="*/ 10 h 100"/>
                <a:gd name="T14" fmla="*/ 55 w 100"/>
                <a:gd name="T15" fmla="*/ 4 h 100"/>
                <a:gd name="T16" fmla="*/ 53 w 100"/>
                <a:gd name="T17" fmla="*/ 5 h 100"/>
                <a:gd name="T18" fmla="*/ 43 w 100"/>
                <a:gd name="T19" fmla="*/ 0 h 100"/>
                <a:gd name="T20" fmla="*/ 30 w 100"/>
                <a:gd name="T21" fmla="*/ 1 h 100"/>
                <a:gd name="T22" fmla="*/ 16 w 100"/>
                <a:gd name="T23" fmla="*/ 4 h 100"/>
                <a:gd name="T24" fmla="*/ 7 w 100"/>
                <a:gd name="T25" fmla="*/ 14 h 100"/>
                <a:gd name="T26" fmla="*/ 4 w 100"/>
                <a:gd name="T27" fmla="*/ 32 h 100"/>
                <a:gd name="T28" fmla="*/ 0 w 100"/>
                <a:gd name="T29" fmla="*/ 31 h 100"/>
                <a:gd name="T30" fmla="*/ 16 w 100"/>
                <a:gd name="T31" fmla="*/ 47 h 100"/>
                <a:gd name="T32" fmla="*/ 28 w 100"/>
                <a:gd name="T33" fmla="*/ 55 h 100"/>
                <a:gd name="T34" fmla="*/ 41 w 100"/>
                <a:gd name="T35" fmla="*/ 62 h 100"/>
                <a:gd name="T36" fmla="*/ 62 w 100"/>
                <a:gd name="T37" fmla="*/ 72 h 100"/>
                <a:gd name="T38" fmla="*/ 53 w 100"/>
                <a:gd name="T39" fmla="*/ 87 h 100"/>
                <a:gd name="T40" fmla="*/ 49 w 100"/>
                <a:gd name="T41" fmla="*/ 95 h 100"/>
                <a:gd name="T42" fmla="*/ 60 w 100"/>
                <a:gd name="T43" fmla="*/ 97 h 100"/>
                <a:gd name="T44" fmla="*/ 71 w 100"/>
                <a:gd name="T45" fmla="*/ 98 h 100"/>
                <a:gd name="T46" fmla="*/ 80 w 100"/>
                <a:gd name="T47" fmla="*/ 96 h 100"/>
                <a:gd name="T48" fmla="*/ 89 w 100"/>
                <a:gd name="T49" fmla="*/ 92 h 100"/>
                <a:gd name="T50" fmla="*/ 95 w 100"/>
                <a:gd name="T51" fmla="*/ 75 h 100"/>
                <a:gd name="T52" fmla="*/ 96 w 100"/>
                <a:gd name="T53" fmla="*/ 54 h 10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0"/>
                <a:gd name="T82" fmla="*/ 0 h 100"/>
                <a:gd name="T83" fmla="*/ 100 w 100"/>
                <a:gd name="T84" fmla="*/ 100 h 10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0" h="100">
                  <a:moveTo>
                    <a:pt x="96" y="54"/>
                  </a:moveTo>
                  <a:cubicBezTo>
                    <a:pt x="92" y="52"/>
                    <a:pt x="88" y="56"/>
                    <a:pt x="87" y="56"/>
                  </a:cubicBezTo>
                  <a:cubicBezTo>
                    <a:pt x="85" y="56"/>
                    <a:pt x="82" y="47"/>
                    <a:pt x="81" y="43"/>
                  </a:cubicBezTo>
                  <a:cubicBezTo>
                    <a:pt x="80" y="40"/>
                    <a:pt x="76" y="32"/>
                    <a:pt x="73" y="34"/>
                  </a:cubicBezTo>
                  <a:cubicBezTo>
                    <a:pt x="71" y="36"/>
                    <a:pt x="71" y="33"/>
                    <a:pt x="64" y="33"/>
                  </a:cubicBezTo>
                  <a:cubicBezTo>
                    <a:pt x="56" y="33"/>
                    <a:pt x="56" y="31"/>
                    <a:pt x="58" y="24"/>
                  </a:cubicBezTo>
                  <a:cubicBezTo>
                    <a:pt x="59" y="16"/>
                    <a:pt x="53" y="12"/>
                    <a:pt x="56" y="10"/>
                  </a:cubicBezTo>
                  <a:cubicBezTo>
                    <a:pt x="58" y="9"/>
                    <a:pt x="58" y="7"/>
                    <a:pt x="55" y="4"/>
                  </a:cubicBezTo>
                  <a:cubicBezTo>
                    <a:pt x="55" y="4"/>
                    <a:pt x="54" y="5"/>
                    <a:pt x="53" y="5"/>
                  </a:cubicBezTo>
                  <a:cubicBezTo>
                    <a:pt x="51" y="5"/>
                    <a:pt x="47" y="0"/>
                    <a:pt x="43" y="0"/>
                  </a:cubicBezTo>
                  <a:cubicBezTo>
                    <a:pt x="38" y="0"/>
                    <a:pt x="33" y="0"/>
                    <a:pt x="30" y="1"/>
                  </a:cubicBezTo>
                  <a:cubicBezTo>
                    <a:pt x="26" y="3"/>
                    <a:pt x="20" y="1"/>
                    <a:pt x="16" y="4"/>
                  </a:cubicBezTo>
                  <a:cubicBezTo>
                    <a:pt x="12" y="6"/>
                    <a:pt x="7" y="12"/>
                    <a:pt x="7" y="14"/>
                  </a:cubicBezTo>
                  <a:cubicBezTo>
                    <a:pt x="8" y="17"/>
                    <a:pt x="6" y="31"/>
                    <a:pt x="4" y="32"/>
                  </a:cubicBezTo>
                  <a:cubicBezTo>
                    <a:pt x="3" y="32"/>
                    <a:pt x="2" y="32"/>
                    <a:pt x="0" y="31"/>
                  </a:cubicBezTo>
                  <a:cubicBezTo>
                    <a:pt x="3" y="36"/>
                    <a:pt x="11" y="44"/>
                    <a:pt x="16" y="47"/>
                  </a:cubicBezTo>
                  <a:cubicBezTo>
                    <a:pt x="22" y="51"/>
                    <a:pt x="22" y="55"/>
                    <a:pt x="28" y="55"/>
                  </a:cubicBezTo>
                  <a:cubicBezTo>
                    <a:pt x="35" y="56"/>
                    <a:pt x="38" y="59"/>
                    <a:pt x="41" y="62"/>
                  </a:cubicBezTo>
                  <a:cubicBezTo>
                    <a:pt x="43" y="65"/>
                    <a:pt x="60" y="70"/>
                    <a:pt x="62" y="72"/>
                  </a:cubicBezTo>
                  <a:cubicBezTo>
                    <a:pt x="63" y="75"/>
                    <a:pt x="53" y="81"/>
                    <a:pt x="53" y="87"/>
                  </a:cubicBezTo>
                  <a:cubicBezTo>
                    <a:pt x="53" y="93"/>
                    <a:pt x="49" y="93"/>
                    <a:pt x="49" y="95"/>
                  </a:cubicBezTo>
                  <a:cubicBezTo>
                    <a:pt x="49" y="97"/>
                    <a:pt x="57" y="95"/>
                    <a:pt x="60" y="97"/>
                  </a:cubicBezTo>
                  <a:cubicBezTo>
                    <a:pt x="63" y="99"/>
                    <a:pt x="67" y="96"/>
                    <a:pt x="71" y="98"/>
                  </a:cubicBezTo>
                  <a:cubicBezTo>
                    <a:pt x="74" y="100"/>
                    <a:pt x="78" y="95"/>
                    <a:pt x="80" y="96"/>
                  </a:cubicBezTo>
                  <a:cubicBezTo>
                    <a:pt x="83" y="97"/>
                    <a:pt x="86" y="91"/>
                    <a:pt x="89" y="92"/>
                  </a:cubicBezTo>
                  <a:cubicBezTo>
                    <a:pt x="93" y="92"/>
                    <a:pt x="96" y="80"/>
                    <a:pt x="95" y="75"/>
                  </a:cubicBezTo>
                  <a:cubicBezTo>
                    <a:pt x="94" y="70"/>
                    <a:pt x="100" y="56"/>
                    <a:pt x="96" y="54"/>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5" name="Freeform 111"/>
            <p:cNvSpPr>
              <a:spLocks noChangeArrowheads="1"/>
            </p:cNvSpPr>
            <p:nvPr/>
          </p:nvSpPr>
          <p:spPr bwMode="auto">
            <a:xfrm>
              <a:off x="1778006" y="2230439"/>
              <a:ext cx="71438" cy="57151"/>
            </a:xfrm>
            <a:custGeom>
              <a:avLst/>
              <a:gdLst>
                <a:gd name="T0" fmla="*/ 36 w 38"/>
                <a:gd name="T1" fmla="*/ 24 h 30"/>
                <a:gd name="T2" fmla="*/ 38 w 38"/>
                <a:gd name="T3" fmla="*/ 17 h 30"/>
                <a:gd name="T4" fmla="*/ 26 w 38"/>
                <a:gd name="T5" fmla="*/ 3 h 30"/>
                <a:gd name="T6" fmla="*/ 21 w 38"/>
                <a:gd name="T7" fmla="*/ 2 h 30"/>
                <a:gd name="T8" fmla="*/ 10 w 38"/>
                <a:gd name="T9" fmla="*/ 0 h 30"/>
                <a:gd name="T10" fmla="*/ 3 w 38"/>
                <a:gd name="T11" fmla="*/ 0 h 30"/>
                <a:gd name="T12" fmla="*/ 3 w 38"/>
                <a:gd name="T13" fmla="*/ 5 h 30"/>
                <a:gd name="T14" fmla="*/ 6 w 38"/>
                <a:gd name="T15" fmla="*/ 14 h 30"/>
                <a:gd name="T16" fmla="*/ 12 w 38"/>
                <a:gd name="T17" fmla="*/ 13 h 30"/>
                <a:gd name="T18" fmla="*/ 17 w 38"/>
                <a:gd name="T19" fmla="*/ 17 h 30"/>
                <a:gd name="T20" fmla="*/ 25 w 38"/>
                <a:gd name="T21" fmla="*/ 24 h 30"/>
                <a:gd name="T22" fmla="*/ 32 w 38"/>
                <a:gd name="T23" fmla="*/ 30 h 30"/>
                <a:gd name="T24" fmla="*/ 34 w 38"/>
                <a:gd name="T25" fmla="*/ 30 h 30"/>
                <a:gd name="T26" fmla="*/ 36 w 38"/>
                <a:gd name="T27" fmla="*/ 24 h 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30"/>
                <a:gd name="T44" fmla="*/ 38 w 38"/>
                <a:gd name="T45" fmla="*/ 30 h 3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30">
                  <a:moveTo>
                    <a:pt x="36" y="24"/>
                  </a:moveTo>
                  <a:cubicBezTo>
                    <a:pt x="35" y="23"/>
                    <a:pt x="36" y="19"/>
                    <a:pt x="38" y="17"/>
                  </a:cubicBezTo>
                  <a:cubicBezTo>
                    <a:pt x="33" y="12"/>
                    <a:pt x="29" y="6"/>
                    <a:pt x="26" y="3"/>
                  </a:cubicBezTo>
                  <a:cubicBezTo>
                    <a:pt x="24" y="3"/>
                    <a:pt x="22" y="3"/>
                    <a:pt x="21" y="2"/>
                  </a:cubicBezTo>
                  <a:cubicBezTo>
                    <a:pt x="18" y="0"/>
                    <a:pt x="12" y="2"/>
                    <a:pt x="10" y="0"/>
                  </a:cubicBezTo>
                  <a:cubicBezTo>
                    <a:pt x="8" y="0"/>
                    <a:pt x="6" y="0"/>
                    <a:pt x="3" y="0"/>
                  </a:cubicBezTo>
                  <a:cubicBezTo>
                    <a:pt x="4" y="2"/>
                    <a:pt x="4" y="4"/>
                    <a:pt x="3" y="5"/>
                  </a:cubicBezTo>
                  <a:cubicBezTo>
                    <a:pt x="0" y="6"/>
                    <a:pt x="0" y="12"/>
                    <a:pt x="6" y="14"/>
                  </a:cubicBezTo>
                  <a:cubicBezTo>
                    <a:pt x="11" y="17"/>
                    <a:pt x="9" y="13"/>
                    <a:pt x="12" y="13"/>
                  </a:cubicBezTo>
                  <a:cubicBezTo>
                    <a:pt x="15" y="13"/>
                    <a:pt x="15" y="17"/>
                    <a:pt x="17" y="17"/>
                  </a:cubicBezTo>
                  <a:cubicBezTo>
                    <a:pt x="20" y="17"/>
                    <a:pt x="25" y="20"/>
                    <a:pt x="25" y="24"/>
                  </a:cubicBezTo>
                  <a:cubicBezTo>
                    <a:pt x="25" y="28"/>
                    <a:pt x="27" y="30"/>
                    <a:pt x="32" y="30"/>
                  </a:cubicBezTo>
                  <a:cubicBezTo>
                    <a:pt x="32" y="30"/>
                    <a:pt x="33" y="30"/>
                    <a:pt x="34" y="30"/>
                  </a:cubicBezTo>
                  <a:cubicBezTo>
                    <a:pt x="35" y="28"/>
                    <a:pt x="36" y="25"/>
                    <a:pt x="36" y="24"/>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6" name="Freeform 112"/>
            <p:cNvSpPr>
              <a:spLocks noChangeArrowheads="1"/>
            </p:cNvSpPr>
            <p:nvPr/>
          </p:nvSpPr>
          <p:spPr bwMode="auto">
            <a:xfrm>
              <a:off x="1843094" y="2259015"/>
              <a:ext cx="125413" cy="60326"/>
            </a:xfrm>
            <a:custGeom>
              <a:avLst/>
              <a:gdLst>
                <a:gd name="T0" fmla="*/ 59 w 66"/>
                <a:gd name="T1" fmla="*/ 9 h 31"/>
                <a:gd name="T2" fmla="*/ 43 w 66"/>
                <a:gd name="T3" fmla="*/ 2 h 31"/>
                <a:gd name="T4" fmla="*/ 27 w 66"/>
                <a:gd name="T5" fmla="*/ 8 h 31"/>
                <a:gd name="T6" fmla="*/ 9 w 66"/>
                <a:gd name="T7" fmla="*/ 7 h 31"/>
                <a:gd name="T8" fmla="*/ 4 w 66"/>
                <a:gd name="T9" fmla="*/ 2 h 31"/>
                <a:gd name="T10" fmla="*/ 2 w 66"/>
                <a:gd name="T11" fmla="*/ 9 h 31"/>
                <a:gd name="T12" fmla="*/ 0 w 66"/>
                <a:gd name="T13" fmla="*/ 15 h 31"/>
                <a:gd name="T14" fmla="*/ 15 w 66"/>
                <a:gd name="T15" fmla="*/ 22 h 31"/>
                <a:gd name="T16" fmla="*/ 23 w 66"/>
                <a:gd name="T17" fmla="*/ 27 h 31"/>
                <a:gd name="T18" fmla="*/ 32 w 66"/>
                <a:gd name="T19" fmla="*/ 25 h 31"/>
                <a:gd name="T20" fmla="*/ 29 w 66"/>
                <a:gd name="T21" fmla="*/ 19 h 31"/>
                <a:gd name="T22" fmla="*/ 35 w 66"/>
                <a:gd name="T23" fmla="*/ 13 h 31"/>
                <a:gd name="T24" fmla="*/ 47 w 66"/>
                <a:gd name="T25" fmla="*/ 9 h 31"/>
                <a:gd name="T26" fmla="*/ 50 w 66"/>
                <a:gd name="T27" fmla="*/ 17 h 31"/>
                <a:gd name="T28" fmla="*/ 57 w 66"/>
                <a:gd name="T29" fmla="*/ 29 h 31"/>
                <a:gd name="T30" fmla="*/ 65 w 66"/>
                <a:gd name="T31" fmla="*/ 21 h 31"/>
                <a:gd name="T32" fmla="*/ 66 w 66"/>
                <a:gd name="T33" fmla="*/ 18 h 31"/>
                <a:gd name="T34" fmla="*/ 59 w 66"/>
                <a:gd name="T35" fmla="*/ 9 h 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6"/>
                <a:gd name="T55" fmla="*/ 0 h 31"/>
                <a:gd name="T56" fmla="*/ 66 w 66"/>
                <a:gd name="T57" fmla="*/ 31 h 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6" h="31">
                  <a:moveTo>
                    <a:pt x="59" y="9"/>
                  </a:moveTo>
                  <a:cubicBezTo>
                    <a:pt x="55" y="3"/>
                    <a:pt x="48" y="4"/>
                    <a:pt x="43" y="2"/>
                  </a:cubicBezTo>
                  <a:cubicBezTo>
                    <a:pt x="39" y="0"/>
                    <a:pt x="33" y="2"/>
                    <a:pt x="27" y="8"/>
                  </a:cubicBezTo>
                  <a:cubicBezTo>
                    <a:pt x="22" y="13"/>
                    <a:pt x="14" y="10"/>
                    <a:pt x="9" y="7"/>
                  </a:cubicBezTo>
                  <a:cubicBezTo>
                    <a:pt x="8" y="6"/>
                    <a:pt x="6" y="4"/>
                    <a:pt x="4" y="2"/>
                  </a:cubicBezTo>
                  <a:cubicBezTo>
                    <a:pt x="2" y="4"/>
                    <a:pt x="1" y="8"/>
                    <a:pt x="2" y="9"/>
                  </a:cubicBezTo>
                  <a:cubicBezTo>
                    <a:pt x="2" y="10"/>
                    <a:pt x="1" y="13"/>
                    <a:pt x="0" y="15"/>
                  </a:cubicBezTo>
                  <a:cubicBezTo>
                    <a:pt x="5" y="16"/>
                    <a:pt x="12" y="18"/>
                    <a:pt x="15" y="22"/>
                  </a:cubicBezTo>
                  <a:cubicBezTo>
                    <a:pt x="19" y="26"/>
                    <a:pt x="21" y="23"/>
                    <a:pt x="23" y="27"/>
                  </a:cubicBezTo>
                  <a:cubicBezTo>
                    <a:pt x="25" y="31"/>
                    <a:pt x="31" y="28"/>
                    <a:pt x="32" y="25"/>
                  </a:cubicBezTo>
                  <a:cubicBezTo>
                    <a:pt x="33" y="23"/>
                    <a:pt x="29" y="22"/>
                    <a:pt x="29" y="19"/>
                  </a:cubicBezTo>
                  <a:cubicBezTo>
                    <a:pt x="28" y="16"/>
                    <a:pt x="34" y="17"/>
                    <a:pt x="35" y="13"/>
                  </a:cubicBezTo>
                  <a:cubicBezTo>
                    <a:pt x="36" y="10"/>
                    <a:pt x="44" y="8"/>
                    <a:pt x="47" y="9"/>
                  </a:cubicBezTo>
                  <a:cubicBezTo>
                    <a:pt x="51" y="11"/>
                    <a:pt x="54" y="13"/>
                    <a:pt x="50" y="17"/>
                  </a:cubicBezTo>
                  <a:cubicBezTo>
                    <a:pt x="48" y="20"/>
                    <a:pt x="53" y="25"/>
                    <a:pt x="57" y="29"/>
                  </a:cubicBezTo>
                  <a:cubicBezTo>
                    <a:pt x="60" y="26"/>
                    <a:pt x="63" y="22"/>
                    <a:pt x="65" y="21"/>
                  </a:cubicBezTo>
                  <a:cubicBezTo>
                    <a:pt x="65" y="21"/>
                    <a:pt x="66" y="19"/>
                    <a:pt x="66" y="18"/>
                  </a:cubicBezTo>
                  <a:cubicBezTo>
                    <a:pt x="64" y="17"/>
                    <a:pt x="62" y="13"/>
                    <a:pt x="59" y="9"/>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7" name="Freeform 113"/>
            <p:cNvSpPr>
              <a:spLocks noChangeArrowheads="1"/>
            </p:cNvSpPr>
            <p:nvPr/>
          </p:nvSpPr>
          <p:spPr bwMode="auto">
            <a:xfrm>
              <a:off x="1928820" y="2197103"/>
              <a:ext cx="257176" cy="366713"/>
            </a:xfrm>
            <a:custGeom>
              <a:avLst/>
              <a:gdLst>
                <a:gd name="T0" fmla="*/ 21 w 135"/>
                <a:gd name="T1" fmla="*/ 140 h 192"/>
                <a:gd name="T2" fmla="*/ 30 w 135"/>
                <a:gd name="T3" fmla="*/ 140 h 192"/>
                <a:gd name="T4" fmla="*/ 38 w 135"/>
                <a:gd name="T5" fmla="*/ 146 h 192"/>
                <a:gd name="T6" fmla="*/ 38 w 135"/>
                <a:gd name="T7" fmla="*/ 147 h 192"/>
                <a:gd name="T8" fmla="*/ 48 w 135"/>
                <a:gd name="T9" fmla="*/ 147 h 192"/>
                <a:gd name="T10" fmla="*/ 55 w 135"/>
                <a:gd name="T11" fmla="*/ 156 h 192"/>
                <a:gd name="T12" fmla="*/ 62 w 135"/>
                <a:gd name="T13" fmla="*/ 163 h 192"/>
                <a:gd name="T14" fmla="*/ 66 w 135"/>
                <a:gd name="T15" fmla="*/ 170 h 192"/>
                <a:gd name="T16" fmla="*/ 79 w 135"/>
                <a:gd name="T17" fmla="*/ 172 h 192"/>
                <a:gd name="T18" fmla="*/ 86 w 135"/>
                <a:gd name="T19" fmla="*/ 171 h 192"/>
                <a:gd name="T20" fmla="*/ 93 w 135"/>
                <a:gd name="T21" fmla="*/ 170 h 192"/>
                <a:gd name="T22" fmla="*/ 101 w 135"/>
                <a:gd name="T23" fmla="*/ 177 h 192"/>
                <a:gd name="T24" fmla="*/ 95 w 135"/>
                <a:gd name="T25" fmla="*/ 187 h 192"/>
                <a:gd name="T26" fmla="*/ 102 w 135"/>
                <a:gd name="T27" fmla="*/ 192 h 192"/>
                <a:gd name="T28" fmla="*/ 103 w 135"/>
                <a:gd name="T29" fmla="*/ 192 h 192"/>
                <a:gd name="T30" fmla="*/ 107 w 135"/>
                <a:gd name="T31" fmla="*/ 177 h 192"/>
                <a:gd name="T32" fmla="*/ 109 w 135"/>
                <a:gd name="T33" fmla="*/ 161 h 192"/>
                <a:gd name="T34" fmla="*/ 102 w 135"/>
                <a:gd name="T35" fmla="*/ 143 h 192"/>
                <a:gd name="T36" fmla="*/ 110 w 135"/>
                <a:gd name="T37" fmla="*/ 137 h 192"/>
                <a:gd name="T38" fmla="*/ 108 w 135"/>
                <a:gd name="T39" fmla="*/ 132 h 192"/>
                <a:gd name="T40" fmla="*/ 105 w 135"/>
                <a:gd name="T41" fmla="*/ 126 h 192"/>
                <a:gd name="T42" fmla="*/ 122 w 135"/>
                <a:gd name="T43" fmla="*/ 125 h 192"/>
                <a:gd name="T44" fmla="*/ 134 w 135"/>
                <a:gd name="T45" fmla="*/ 121 h 192"/>
                <a:gd name="T46" fmla="*/ 132 w 135"/>
                <a:gd name="T47" fmla="*/ 115 h 192"/>
                <a:gd name="T48" fmla="*/ 133 w 135"/>
                <a:gd name="T49" fmla="*/ 106 h 192"/>
                <a:gd name="T50" fmla="*/ 128 w 135"/>
                <a:gd name="T51" fmla="*/ 98 h 192"/>
                <a:gd name="T52" fmla="*/ 131 w 135"/>
                <a:gd name="T53" fmla="*/ 77 h 192"/>
                <a:gd name="T54" fmla="*/ 118 w 135"/>
                <a:gd name="T55" fmla="*/ 74 h 192"/>
                <a:gd name="T56" fmla="*/ 102 w 135"/>
                <a:gd name="T57" fmla="*/ 67 h 192"/>
                <a:gd name="T58" fmla="*/ 83 w 135"/>
                <a:gd name="T59" fmla="*/ 65 h 192"/>
                <a:gd name="T60" fmla="*/ 75 w 135"/>
                <a:gd name="T61" fmla="*/ 50 h 192"/>
                <a:gd name="T62" fmla="*/ 70 w 135"/>
                <a:gd name="T63" fmla="*/ 43 h 192"/>
                <a:gd name="T64" fmla="*/ 65 w 135"/>
                <a:gd name="T65" fmla="*/ 40 h 192"/>
                <a:gd name="T66" fmla="*/ 67 w 135"/>
                <a:gd name="T67" fmla="*/ 35 h 192"/>
                <a:gd name="T68" fmla="*/ 69 w 135"/>
                <a:gd name="T69" fmla="*/ 27 h 192"/>
                <a:gd name="T70" fmla="*/ 78 w 135"/>
                <a:gd name="T71" fmla="*/ 14 h 192"/>
                <a:gd name="T72" fmla="*/ 82 w 135"/>
                <a:gd name="T73" fmla="*/ 12 h 192"/>
                <a:gd name="T74" fmla="*/ 85 w 135"/>
                <a:gd name="T75" fmla="*/ 10 h 192"/>
                <a:gd name="T76" fmla="*/ 87 w 135"/>
                <a:gd name="T77" fmla="*/ 3 h 192"/>
                <a:gd name="T78" fmla="*/ 75 w 135"/>
                <a:gd name="T79" fmla="*/ 9 h 192"/>
                <a:gd name="T80" fmla="*/ 65 w 135"/>
                <a:gd name="T81" fmla="*/ 14 h 192"/>
                <a:gd name="T82" fmla="*/ 55 w 135"/>
                <a:gd name="T83" fmla="*/ 18 h 192"/>
                <a:gd name="T84" fmla="*/ 49 w 135"/>
                <a:gd name="T85" fmla="*/ 17 h 192"/>
                <a:gd name="T86" fmla="*/ 39 w 135"/>
                <a:gd name="T87" fmla="*/ 27 h 192"/>
                <a:gd name="T88" fmla="*/ 35 w 135"/>
                <a:gd name="T89" fmla="*/ 37 h 192"/>
                <a:gd name="T90" fmla="*/ 24 w 135"/>
                <a:gd name="T91" fmla="*/ 50 h 192"/>
                <a:gd name="T92" fmla="*/ 21 w 135"/>
                <a:gd name="T93" fmla="*/ 51 h 192"/>
                <a:gd name="T94" fmla="*/ 20 w 135"/>
                <a:gd name="T95" fmla="*/ 54 h 192"/>
                <a:gd name="T96" fmla="*/ 12 w 135"/>
                <a:gd name="T97" fmla="*/ 62 h 192"/>
                <a:gd name="T98" fmla="*/ 16 w 135"/>
                <a:gd name="T99" fmla="*/ 65 h 192"/>
                <a:gd name="T100" fmla="*/ 18 w 135"/>
                <a:gd name="T101" fmla="*/ 74 h 192"/>
                <a:gd name="T102" fmla="*/ 18 w 135"/>
                <a:gd name="T103" fmla="*/ 80 h 192"/>
                <a:gd name="T104" fmla="*/ 20 w 135"/>
                <a:gd name="T105" fmla="*/ 98 h 192"/>
                <a:gd name="T106" fmla="*/ 17 w 135"/>
                <a:gd name="T107" fmla="*/ 108 h 192"/>
                <a:gd name="T108" fmla="*/ 8 w 135"/>
                <a:gd name="T109" fmla="*/ 115 h 192"/>
                <a:gd name="T110" fmla="*/ 2 w 135"/>
                <a:gd name="T111" fmla="*/ 122 h 192"/>
                <a:gd name="T112" fmla="*/ 0 w 135"/>
                <a:gd name="T113" fmla="*/ 127 h 192"/>
                <a:gd name="T114" fmla="*/ 14 w 135"/>
                <a:gd name="T115" fmla="*/ 135 h 192"/>
                <a:gd name="T116" fmla="*/ 21 w 135"/>
                <a:gd name="T117" fmla="*/ 140 h 19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35"/>
                <a:gd name="T178" fmla="*/ 0 h 192"/>
                <a:gd name="T179" fmla="*/ 135 w 135"/>
                <a:gd name="T180" fmla="*/ 192 h 192"/>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35" h="192">
                  <a:moveTo>
                    <a:pt x="21" y="140"/>
                  </a:moveTo>
                  <a:cubicBezTo>
                    <a:pt x="24" y="142"/>
                    <a:pt x="29" y="141"/>
                    <a:pt x="30" y="140"/>
                  </a:cubicBezTo>
                  <a:cubicBezTo>
                    <a:pt x="31" y="139"/>
                    <a:pt x="34" y="142"/>
                    <a:pt x="38" y="146"/>
                  </a:cubicBezTo>
                  <a:cubicBezTo>
                    <a:pt x="38" y="146"/>
                    <a:pt x="38" y="147"/>
                    <a:pt x="38" y="147"/>
                  </a:cubicBezTo>
                  <a:cubicBezTo>
                    <a:pt x="42" y="146"/>
                    <a:pt x="46" y="145"/>
                    <a:pt x="48" y="147"/>
                  </a:cubicBezTo>
                  <a:cubicBezTo>
                    <a:pt x="51" y="148"/>
                    <a:pt x="50" y="156"/>
                    <a:pt x="55" y="156"/>
                  </a:cubicBezTo>
                  <a:cubicBezTo>
                    <a:pt x="59" y="156"/>
                    <a:pt x="62" y="161"/>
                    <a:pt x="62" y="163"/>
                  </a:cubicBezTo>
                  <a:cubicBezTo>
                    <a:pt x="61" y="165"/>
                    <a:pt x="66" y="167"/>
                    <a:pt x="66" y="170"/>
                  </a:cubicBezTo>
                  <a:cubicBezTo>
                    <a:pt x="66" y="174"/>
                    <a:pt x="77" y="173"/>
                    <a:pt x="79" y="172"/>
                  </a:cubicBezTo>
                  <a:cubicBezTo>
                    <a:pt x="81" y="170"/>
                    <a:pt x="84" y="170"/>
                    <a:pt x="86" y="171"/>
                  </a:cubicBezTo>
                  <a:cubicBezTo>
                    <a:pt x="88" y="172"/>
                    <a:pt x="91" y="170"/>
                    <a:pt x="93" y="170"/>
                  </a:cubicBezTo>
                  <a:cubicBezTo>
                    <a:pt x="95" y="171"/>
                    <a:pt x="103" y="174"/>
                    <a:pt x="101" y="177"/>
                  </a:cubicBezTo>
                  <a:cubicBezTo>
                    <a:pt x="100" y="180"/>
                    <a:pt x="94" y="184"/>
                    <a:pt x="95" y="187"/>
                  </a:cubicBezTo>
                  <a:cubicBezTo>
                    <a:pt x="96" y="188"/>
                    <a:pt x="100" y="190"/>
                    <a:pt x="102" y="192"/>
                  </a:cubicBezTo>
                  <a:cubicBezTo>
                    <a:pt x="102" y="192"/>
                    <a:pt x="103" y="192"/>
                    <a:pt x="103" y="192"/>
                  </a:cubicBezTo>
                  <a:cubicBezTo>
                    <a:pt x="106" y="191"/>
                    <a:pt x="107" y="180"/>
                    <a:pt x="107" y="177"/>
                  </a:cubicBezTo>
                  <a:cubicBezTo>
                    <a:pt x="107" y="173"/>
                    <a:pt x="108" y="165"/>
                    <a:pt x="109" y="161"/>
                  </a:cubicBezTo>
                  <a:cubicBezTo>
                    <a:pt x="111" y="155"/>
                    <a:pt x="102" y="150"/>
                    <a:pt x="102" y="143"/>
                  </a:cubicBezTo>
                  <a:cubicBezTo>
                    <a:pt x="102" y="136"/>
                    <a:pt x="106" y="140"/>
                    <a:pt x="110" y="137"/>
                  </a:cubicBezTo>
                  <a:cubicBezTo>
                    <a:pt x="114" y="134"/>
                    <a:pt x="110" y="133"/>
                    <a:pt x="108" y="132"/>
                  </a:cubicBezTo>
                  <a:cubicBezTo>
                    <a:pt x="106" y="132"/>
                    <a:pt x="104" y="128"/>
                    <a:pt x="105" y="126"/>
                  </a:cubicBezTo>
                  <a:cubicBezTo>
                    <a:pt x="105" y="124"/>
                    <a:pt x="118" y="125"/>
                    <a:pt x="122" y="125"/>
                  </a:cubicBezTo>
                  <a:cubicBezTo>
                    <a:pt x="126" y="125"/>
                    <a:pt x="134" y="121"/>
                    <a:pt x="134" y="121"/>
                  </a:cubicBezTo>
                  <a:cubicBezTo>
                    <a:pt x="134" y="120"/>
                    <a:pt x="135" y="117"/>
                    <a:pt x="132" y="115"/>
                  </a:cubicBezTo>
                  <a:cubicBezTo>
                    <a:pt x="129" y="112"/>
                    <a:pt x="130" y="109"/>
                    <a:pt x="133" y="106"/>
                  </a:cubicBezTo>
                  <a:cubicBezTo>
                    <a:pt x="135" y="104"/>
                    <a:pt x="131" y="101"/>
                    <a:pt x="128" y="98"/>
                  </a:cubicBezTo>
                  <a:cubicBezTo>
                    <a:pt x="125" y="94"/>
                    <a:pt x="128" y="83"/>
                    <a:pt x="131" y="77"/>
                  </a:cubicBezTo>
                  <a:cubicBezTo>
                    <a:pt x="134" y="72"/>
                    <a:pt x="124" y="73"/>
                    <a:pt x="118" y="74"/>
                  </a:cubicBezTo>
                  <a:cubicBezTo>
                    <a:pt x="111" y="74"/>
                    <a:pt x="106" y="72"/>
                    <a:pt x="102" y="67"/>
                  </a:cubicBezTo>
                  <a:cubicBezTo>
                    <a:pt x="98" y="61"/>
                    <a:pt x="92" y="65"/>
                    <a:pt x="83" y="65"/>
                  </a:cubicBezTo>
                  <a:cubicBezTo>
                    <a:pt x="73" y="65"/>
                    <a:pt x="75" y="54"/>
                    <a:pt x="75" y="50"/>
                  </a:cubicBezTo>
                  <a:cubicBezTo>
                    <a:pt x="76" y="46"/>
                    <a:pt x="70" y="45"/>
                    <a:pt x="70" y="43"/>
                  </a:cubicBezTo>
                  <a:cubicBezTo>
                    <a:pt x="70" y="40"/>
                    <a:pt x="68" y="40"/>
                    <a:pt x="65" y="40"/>
                  </a:cubicBezTo>
                  <a:cubicBezTo>
                    <a:pt x="63" y="40"/>
                    <a:pt x="65" y="37"/>
                    <a:pt x="67" y="35"/>
                  </a:cubicBezTo>
                  <a:cubicBezTo>
                    <a:pt x="69" y="33"/>
                    <a:pt x="68" y="31"/>
                    <a:pt x="69" y="27"/>
                  </a:cubicBezTo>
                  <a:cubicBezTo>
                    <a:pt x="69" y="22"/>
                    <a:pt x="75" y="18"/>
                    <a:pt x="78" y="14"/>
                  </a:cubicBezTo>
                  <a:cubicBezTo>
                    <a:pt x="79" y="13"/>
                    <a:pt x="80" y="12"/>
                    <a:pt x="82" y="12"/>
                  </a:cubicBezTo>
                  <a:cubicBezTo>
                    <a:pt x="82" y="11"/>
                    <a:pt x="83" y="10"/>
                    <a:pt x="85" y="10"/>
                  </a:cubicBezTo>
                  <a:cubicBezTo>
                    <a:pt x="90" y="9"/>
                    <a:pt x="92" y="5"/>
                    <a:pt x="87" y="3"/>
                  </a:cubicBezTo>
                  <a:cubicBezTo>
                    <a:pt x="83" y="0"/>
                    <a:pt x="80" y="8"/>
                    <a:pt x="75" y="9"/>
                  </a:cubicBezTo>
                  <a:cubicBezTo>
                    <a:pt x="69" y="9"/>
                    <a:pt x="68" y="13"/>
                    <a:pt x="65" y="14"/>
                  </a:cubicBezTo>
                  <a:cubicBezTo>
                    <a:pt x="61" y="16"/>
                    <a:pt x="55" y="15"/>
                    <a:pt x="55" y="18"/>
                  </a:cubicBezTo>
                  <a:cubicBezTo>
                    <a:pt x="54" y="21"/>
                    <a:pt x="52" y="18"/>
                    <a:pt x="49" y="17"/>
                  </a:cubicBezTo>
                  <a:cubicBezTo>
                    <a:pt x="46" y="16"/>
                    <a:pt x="39" y="23"/>
                    <a:pt x="39" y="27"/>
                  </a:cubicBezTo>
                  <a:cubicBezTo>
                    <a:pt x="39" y="30"/>
                    <a:pt x="40" y="34"/>
                    <a:pt x="35" y="37"/>
                  </a:cubicBezTo>
                  <a:cubicBezTo>
                    <a:pt x="29" y="41"/>
                    <a:pt x="26" y="47"/>
                    <a:pt x="24" y="50"/>
                  </a:cubicBezTo>
                  <a:cubicBezTo>
                    <a:pt x="23" y="51"/>
                    <a:pt x="22" y="51"/>
                    <a:pt x="21" y="51"/>
                  </a:cubicBezTo>
                  <a:cubicBezTo>
                    <a:pt x="21" y="52"/>
                    <a:pt x="20" y="54"/>
                    <a:pt x="20" y="54"/>
                  </a:cubicBezTo>
                  <a:cubicBezTo>
                    <a:pt x="18" y="55"/>
                    <a:pt x="15" y="59"/>
                    <a:pt x="12" y="62"/>
                  </a:cubicBezTo>
                  <a:cubicBezTo>
                    <a:pt x="13" y="63"/>
                    <a:pt x="15" y="64"/>
                    <a:pt x="16" y="65"/>
                  </a:cubicBezTo>
                  <a:cubicBezTo>
                    <a:pt x="19" y="69"/>
                    <a:pt x="17" y="72"/>
                    <a:pt x="18" y="74"/>
                  </a:cubicBezTo>
                  <a:cubicBezTo>
                    <a:pt x="19" y="76"/>
                    <a:pt x="20" y="79"/>
                    <a:pt x="18" y="80"/>
                  </a:cubicBezTo>
                  <a:cubicBezTo>
                    <a:pt x="16" y="82"/>
                    <a:pt x="18" y="95"/>
                    <a:pt x="20" y="98"/>
                  </a:cubicBezTo>
                  <a:cubicBezTo>
                    <a:pt x="22" y="100"/>
                    <a:pt x="20" y="103"/>
                    <a:pt x="17" y="108"/>
                  </a:cubicBezTo>
                  <a:cubicBezTo>
                    <a:pt x="15" y="113"/>
                    <a:pt x="13" y="115"/>
                    <a:pt x="8" y="115"/>
                  </a:cubicBezTo>
                  <a:cubicBezTo>
                    <a:pt x="4" y="115"/>
                    <a:pt x="4" y="122"/>
                    <a:pt x="2" y="122"/>
                  </a:cubicBezTo>
                  <a:cubicBezTo>
                    <a:pt x="1" y="122"/>
                    <a:pt x="0" y="125"/>
                    <a:pt x="0" y="127"/>
                  </a:cubicBezTo>
                  <a:cubicBezTo>
                    <a:pt x="4" y="131"/>
                    <a:pt x="12" y="135"/>
                    <a:pt x="14" y="135"/>
                  </a:cubicBezTo>
                  <a:cubicBezTo>
                    <a:pt x="16" y="135"/>
                    <a:pt x="18" y="138"/>
                    <a:pt x="21" y="140"/>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8" name="Freeform 114"/>
            <p:cNvSpPr>
              <a:spLocks noChangeArrowheads="1"/>
            </p:cNvSpPr>
            <p:nvPr/>
          </p:nvSpPr>
          <p:spPr bwMode="auto">
            <a:xfrm>
              <a:off x="2130432" y="2684465"/>
              <a:ext cx="266701" cy="300039"/>
            </a:xfrm>
            <a:custGeom>
              <a:avLst/>
              <a:gdLst>
                <a:gd name="T0" fmla="*/ 137 w 139"/>
                <a:gd name="T1" fmla="*/ 94 h 157"/>
                <a:gd name="T2" fmla="*/ 130 w 139"/>
                <a:gd name="T3" fmla="*/ 83 h 157"/>
                <a:gd name="T4" fmla="*/ 121 w 139"/>
                <a:gd name="T5" fmla="*/ 77 h 157"/>
                <a:gd name="T6" fmla="*/ 109 w 139"/>
                <a:gd name="T7" fmla="*/ 71 h 157"/>
                <a:gd name="T8" fmla="*/ 107 w 139"/>
                <a:gd name="T9" fmla="*/ 62 h 157"/>
                <a:gd name="T10" fmla="*/ 106 w 139"/>
                <a:gd name="T11" fmla="*/ 53 h 157"/>
                <a:gd name="T12" fmla="*/ 101 w 139"/>
                <a:gd name="T13" fmla="*/ 46 h 157"/>
                <a:gd name="T14" fmla="*/ 89 w 139"/>
                <a:gd name="T15" fmla="*/ 43 h 157"/>
                <a:gd name="T16" fmla="*/ 80 w 139"/>
                <a:gd name="T17" fmla="*/ 39 h 157"/>
                <a:gd name="T18" fmla="*/ 75 w 139"/>
                <a:gd name="T19" fmla="*/ 35 h 157"/>
                <a:gd name="T20" fmla="*/ 67 w 139"/>
                <a:gd name="T21" fmla="*/ 33 h 157"/>
                <a:gd name="T22" fmla="*/ 54 w 139"/>
                <a:gd name="T23" fmla="*/ 25 h 157"/>
                <a:gd name="T24" fmla="*/ 50 w 139"/>
                <a:gd name="T25" fmla="*/ 3 h 157"/>
                <a:gd name="T26" fmla="*/ 39 w 139"/>
                <a:gd name="T27" fmla="*/ 2 h 157"/>
                <a:gd name="T28" fmla="*/ 26 w 139"/>
                <a:gd name="T29" fmla="*/ 8 h 157"/>
                <a:gd name="T30" fmla="*/ 16 w 139"/>
                <a:gd name="T31" fmla="*/ 13 h 157"/>
                <a:gd name="T32" fmla="*/ 7 w 139"/>
                <a:gd name="T33" fmla="*/ 16 h 157"/>
                <a:gd name="T34" fmla="*/ 3 w 139"/>
                <a:gd name="T35" fmla="*/ 15 h 157"/>
                <a:gd name="T36" fmla="*/ 11 w 139"/>
                <a:gd name="T37" fmla="*/ 31 h 157"/>
                <a:gd name="T38" fmla="*/ 8 w 139"/>
                <a:gd name="T39" fmla="*/ 37 h 157"/>
                <a:gd name="T40" fmla="*/ 9 w 139"/>
                <a:gd name="T41" fmla="*/ 53 h 157"/>
                <a:gd name="T42" fmla="*/ 6 w 139"/>
                <a:gd name="T43" fmla="*/ 62 h 157"/>
                <a:gd name="T44" fmla="*/ 3 w 139"/>
                <a:gd name="T45" fmla="*/ 72 h 157"/>
                <a:gd name="T46" fmla="*/ 8 w 139"/>
                <a:gd name="T47" fmla="*/ 77 h 157"/>
                <a:gd name="T48" fmla="*/ 2 w 139"/>
                <a:gd name="T49" fmla="*/ 86 h 157"/>
                <a:gd name="T50" fmla="*/ 1 w 139"/>
                <a:gd name="T51" fmla="*/ 90 h 157"/>
                <a:gd name="T52" fmla="*/ 5 w 139"/>
                <a:gd name="T53" fmla="*/ 96 h 157"/>
                <a:gd name="T54" fmla="*/ 8 w 139"/>
                <a:gd name="T55" fmla="*/ 108 h 157"/>
                <a:gd name="T56" fmla="*/ 13 w 139"/>
                <a:gd name="T57" fmla="*/ 114 h 157"/>
                <a:gd name="T58" fmla="*/ 10 w 139"/>
                <a:gd name="T59" fmla="*/ 122 h 157"/>
                <a:gd name="T60" fmla="*/ 14 w 139"/>
                <a:gd name="T61" fmla="*/ 132 h 157"/>
                <a:gd name="T62" fmla="*/ 18 w 139"/>
                <a:gd name="T63" fmla="*/ 142 h 157"/>
                <a:gd name="T64" fmla="*/ 21 w 139"/>
                <a:gd name="T65" fmla="*/ 154 h 157"/>
                <a:gd name="T66" fmla="*/ 36 w 139"/>
                <a:gd name="T67" fmla="*/ 145 h 157"/>
                <a:gd name="T68" fmla="*/ 46 w 139"/>
                <a:gd name="T69" fmla="*/ 145 h 157"/>
                <a:gd name="T70" fmla="*/ 59 w 139"/>
                <a:gd name="T71" fmla="*/ 150 h 157"/>
                <a:gd name="T72" fmla="*/ 66 w 139"/>
                <a:gd name="T73" fmla="*/ 144 h 157"/>
                <a:gd name="T74" fmla="*/ 81 w 139"/>
                <a:gd name="T75" fmla="*/ 144 h 157"/>
                <a:gd name="T76" fmla="*/ 84 w 139"/>
                <a:gd name="T77" fmla="*/ 126 h 157"/>
                <a:gd name="T78" fmla="*/ 93 w 139"/>
                <a:gd name="T79" fmla="*/ 116 h 157"/>
                <a:gd name="T80" fmla="*/ 107 w 139"/>
                <a:gd name="T81" fmla="*/ 113 h 157"/>
                <a:gd name="T82" fmla="*/ 120 w 139"/>
                <a:gd name="T83" fmla="*/ 112 h 157"/>
                <a:gd name="T84" fmla="*/ 130 w 139"/>
                <a:gd name="T85" fmla="*/ 117 h 157"/>
                <a:gd name="T86" fmla="*/ 136 w 139"/>
                <a:gd name="T87" fmla="*/ 108 h 157"/>
                <a:gd name="T88" fmla="*/ 137 w 139"/>
                <a:gd name="T89" fmla="*/ 94 h 15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9"/>
                <a:gd name="T136" fmla="*/ 0 h 157"/>
                <a:gd name="T137" fmla="*/ 139 w 139"/>
                <a:gd name="T138" fmla="*/ 157 h 15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9" h="157">
                  <a:moveTo>
                    <a:pt x="137" y="94"/>
                  </a:moveTo>
                  <a:cubicBezTo>
                    <a:pt x="135" y="89"/>
                    <a:pt x="130" y="88"/>
                    <a:pt x="130" y="83"/>
                  </a:cubicBezTo>
                  <a:cubicBezTo>
                    <a:pt x="130" y="77"/>
                    <a:pt x="128" y="77"/>
                    <a:pt x="121" y="77"/>
                  </a:cubicBezTo>
                  <a:cubicBezTo>
                    <a:pt x="114" y="77"/>
                    <a:pt x="109" y="76"/>
                    <a:pt x="109" y="71"/>
                  </a:cubicBezTo>
                  <a:cubicBezTo>
                    <a:pt x="108" y="67"/>
                    <a:pt x="104" y="64"/>
                    <a:pt x="107" y="62"/>
                  </a:cubicBezTo>
                  <a:cubicBezTo>
                    <a:pt x="111" y="60"/>
                    <a:pt x="105" y="57"/>
                    <a:pt x="106" y="53"/>
                  </a:cubicBezTo>
                  <a:cubicBezTo>
                    <a:pt x="106" y="49"/>
                    <a:pt x="104" y="48"/>
                    <a:pt x="101" y="46"/>
                  </a:cubicBezTo>
                  <a:cubicBezTo>
                    <a:pt x="99" y="44"/>
                    <a:pt x="89" y="47"/>
                    <a:pt x="89" y="43"/>
                  </a:cubicBezTo>
                  <a:cubicBezTo>
                    <a:pt x="89" y="39"/>
                    <a:pt x="83" y="39"/>
                    <a:pt x="80" y="39"/>
                  </a:cubicBezTo>
                  <a:cubicBezTo>
                    <a:pt x="76" y="39"/>
                    <a:pt x="79" y="34"/>
                    <a:pt x="75" y="35"/>
                  </a:cubicBezTo>
                  <a:cubicBezTo>
                    <a:pt x="71" y="35"/>
                    <a:pt x="72" y="32"/>
                    <a:pt x="67" y="33"/>
                  </a:cubicBezTo>
                  <a:cubicBezTo>
                    <a:pt x="62" y="34"/>
                    <a:pt x="59" y="31"/>
                    <a:pt x="54" y="25"/>
                  </a:cubicBezTo>
                  <a:cubicBezTo>
                    <a:pt x="48" y="19"/>
                    <a:pt x="49" y="6"/>
                    <a:pt x="50" y="3"/>
                  </a:cubicBezTo>
                  <a:cubicBezTo>
                    <a:pt x="51" y="0"/>
                    <a:pt x="44" y="2"/>
                    <a:pt x="39" y="2"/>
                  </a:cubicBezTo>
                  <a:cubicBezTo>
                    <a:pt x="35" y="2"/>
                    <a:pt x="31" y="6"/>
                    <a:pt x="26" y="8"/>
                  </a:cubicBezTo>
                  <a:cubicBezTo>
                    <a:pt x="21" y="11"/>
                    <a:pt x="19" y="11"/>
                    <a:pt x="16" y="13"/>
                  </a:cubicBezTo>
                  <a:cubicBezTo>
                    <a:pt x="14" y="16"/>
                    <a:pt x="10" y="17"/>
                    <a:pt x="7" y="16"/>
                  </a:cubicBezTo>
                  <a:cubicBezTo>
                    <a:pt x="6" y="15"/>
                    <a:pt x="4" y="15"/>
                    <a:pt x="3" y="15"/>
                  </a:cubicBezTo>
                  <a:cubicBezTo>
                    <a:pt x="5" y="20"/>
                    <a:pt x="10" y="28"/>
                    <a:pt x="11" y="31"/>
                  </a:cubicBezTo>
                  <a:cubicBezTo>
                    <a:pt x="12" y="34"/>
                    <a:pt x="9" y="35"/>
                    <a:pt x="8" y="37"/>
                  </a:cubicBezTo>
                  <a:cubicBezTo>
                    <a:pt x="6" y="38"/>
                    <a:pt x="8" y="50"/>
                    <a:pt x="9" y="53"/>
                  </a:cubicBezTo>
                  <a:cubicBezTo>
                    <a:pt x="9" y="55"/>
                    <a:pt x="4" y="60"/>
                    <a:pt x="6" y="62"/>
                  </a:cubicBezTo>
                  <a:cubicBezTo>
                    <a:pt x="8" y="64"/>
                    <a:pt x="3" y="69"/>
                    <a:pt x="3" y="72"/>
                  </a:cubicBezTo>
                  <a:cubicBezTo>
                    <a:pt x="3" y="75"/>
                    <a:pt x="8" y="75"/>
                    <a:pt x="8" y="77"/>
                  </a:cubicBezTo>
                  <a:cubicBezTo>
                    <a:pt x="8" y="79"/>
                    <a:pt x="4" y="85"/>
                    <a:pt x="2" y="86"/>
                  </a:cubicBezTo>
                  <a:cubicBezTo>
                    <a:pt x="0" y="87"/>
                    <a:pt x="0" y="88"/>
                    <a:pt x="1" y="90"/>
                  </a:cubicBezTo>
                  <a:cubicBezTo>
                    <a:pt x="1" y="90"/>
                    <a:pt x="2" y="93"/>
                    <a:pt x="5" y="96"/>
                  </a:cubicBezTo>
                  <a:cubicBezTo>
                    <a:pt x="9" y="99"/>
                    <a:pt x="5" y="104"/>
                    <a:pt x="8" y="108"/>
                  </a:cubicBezTo>
                  <a:cubicBezTo>
                    <a:pt x="11" y="112"/>
                    <a:pt x="15" y="112"/>
                    <a:pt x="13" y="114"/>
                  </a:cubicBezTo>
                  <a:cubicBezTo>
                    <a:pt x="10" y="116"/>
                    <a:pt x="13" y="120"/>
                    <a:pt x="10" y="122"/>
                  </a:cubicBezTo>
                  <a:cubicBezTo>
                    <a:pt x="8" y="124"/>
                    <a:pt x="11" y="130"/>
                    <a:pt x="14" y="132"/>
                  </a:cubicBezTo>
                  <a:cubicBezTo>
                    <a:pt x="17" y="133"/>
                    <a:pt x="15" y="139"/>
                    <a:pt x="18" y="142"/>
                  </a:cubicBezTo>
                  <a:cubicBezTo>
                    <a:pt x="21" y="145"/>
                    <a:pt x="20" y="152"/>
                    <a:pt x="21" y="154"/>
                  </a:cubicBezTo>
                  <a:cubicBezTo>
                    <a:pt x="22" y="157"/>
                    <a:pt x="31" y="151"/>
                    <a:pt x="36" y="145"/>
                  </a:cubicBezTo>
                  <a:cubicBezTo>
                    <a:pt x="42" y="140"/>
                    <a:pt x="41" y="144"/>
                    <a:pt x="46" y="145"/>
                  </a:cubicBezTo>
                  <a:cubicBezTo>
                    <a:pt x="51" y="146"/>
                    <a:pt x="57" y="146"/>
                    <a:pt x="59" y="150"/>
                  </a:cubicBezTo>
                  <a:cubicBezTo>
                    <a:pt x="62" y="155"/>
                    <a:pt x="64" y="146"/>
                    <a:pt x="66" y="144"/>
                  </a:cubicBezTo>
                  <a:cubicBezTo>
                    <a:pt x="68" y="142"/>
                    <a:pt x="79" y="144"/>
                    <a:pt x="81" y="144"/>
                  </a:cubicBezTo>
                  <a:cubicBezTo>
                    <a:pt x="83" y="143"/>
                    <a:pt x="85" y="129"/>
                    <a:pt x="84" y="126"/>
                  </a:cubicBezTo>
                  <a:cubicBezTo>
                    <a:pt x="84" y="124"/>
                    <a:pt x="89" y="118"/>
                    <a:pt x="93" y="116"/>
                  </a:cubicBezTo>
                  <a:cubicBezTo>
                    <a:pt x="97" y="113"/>
                    <a:pt x="103" y="115"/>
                    <a:pt x="107" y="113"/>
                  </a:cubicBezTo>
                  <a:cubicBezTo>
                    <a:pt x="110" y="112"/>
                    <a:pt x="115" y="112"/>
                    <a:pt x="120" y="112"/>
                  </a:cubicBezTo>
                  <a:cubicBezTo>
                    <a:pt x="124" y="112"/>
                    <a:pt x="128" y="117"/>
                    <a:pt x="130" y="117"/>
                  </a:cubicBezTo>
                  <a:cubicBezTo>
                    <a:pt x="133" y="117"/>
                    <a:pt x="136" y="112"/>
                    <a:pt x="136" y="108"/>
                  </a:cubicBezTo>
                  <a:cubicBezTo>
                    <a:pt x="135" y="104"/>
                    <a:pt x="139" y="99"/>
                    <a:pt x="137" y="94"/>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9" name="Freeform 115"/>
            <p:cNvSpPr>
              <a:spLocks noChangeArrowheads="1"/>
            </p:cNvSpPr>
            <p:nvPr/>
          </p:nvSpPr>
          <p:spPr bwMode="auto">
            <a:xfrm>
              <a:off x="1874844" y="2473328"/>
              <a:ext cx="279401" cy="404814"/>
            </a:xfrm>
            <a:custGeom>
              <a:avLst/>
              <a:gdLst>
                <a:gd name="T0" fmla="*/ 134 w 146"/>
                <a:gd name="T1" fmla="*/ 201 h 212"/>
                <a:gd name="T2" fmla="*/ 135 w 146"/>
                <a:gd name="T3" fmla="*/ 200 h 212"/>
                <a:gd name="T4" fmla="*/ 136 w 146"/>
                <a:gd name="T5" fmla="*/ 196 h 212"/>
                <a:gd name="T6" fmla="*/ 142 w 146"/>
                <a:gd name="T7" fmla="*/ 187 h 212"/>
                <a:gd name="T8" fmla="*/ 137 w 146"/>
                <a:gd name="T9" fmla="*/ 182 h 212"/>
                <a:gd name="T10" fmla="*/ 140 w 146"/>
                <a:gd name="T11" fmla="*/ 172 h 212"/>
                <a:gd name="T12" fmla="*/ 143 w 146"/>
                <a:gd name="T13" fmla="*/ 163 h 212"/>
                <a:gd name="T14" fmla="*/ 142 w 146"/>
                <a:gd name="T15" fmla="*/ 147 h 212"/>
                <a:gd name="T16" fmla="*/ 145 w 146"/>
                <a:gd name="T17" fmla="*/ 141 h 212"/>
                <a:gd name="T18" fmla="*/ 137 w 146"/>
                <a:gd name="T19" fmla="*/ 125 h 212"/>
                <a:gd name="T20" fmla="*/ 126 w 146"/>
                <a:gd name="T21" fmla="*/ 125 h 212"/>
                <a:gd name="T22" fmla="*/ 123 w 146"/>
                <a:gd name="T23" fmla="*/ 111 h 212"/>
                <a:gd name="T24" fmla="*/ 118 w 146"/>
                <a:gd name="T25" fmla="*/ 112 h 212"/>
                <a:gd name="T26" fmla="*/ 106 w 146"/>
                <a:gd name="T27" fmla="*/ 113 h 212"/>
                <a:gd name="T28" fmla="*/ 100 w 146"/>
                <a:gd name="T29" fmla="*/ 107 h 212"/>
                <a:gd name="T30" fmla="*/ 95 w 146"/>
                <a:gd name="T31" fmla="*/ 103 h 212"/>
                <a:gd name="T32" fmla="*/ 90 w 146"/>
                <a:gd name="T33" fmla="*/ 93 h 212"/>
                <a:gd name="T34" fmla="*/ 87 w 146"/>
                <a:gd name="T35" fmla="*/ 83 h 212"/>
                <a:gd name="T36" fmla="*/ 89 w 146"/>
                <a:gd name="T37" fmla="*/ 76 h 212"/>
                <a:gd name="T38" fmla="*/ 94 w 146"/>
                <a:gd name="T39" fmla="*/ 70 h 212"/>
                <a:gd name="T40" fmla="*/ 97 w 146"/>
                <a:gd name="T41" fmla="*/ 59 h 212"/>
                <a:gd name="T42" fmla="*/ 107 w 146"/>
                <a:gd name="T43" fmla="*/ 53 h 212"/>
                <a:gd name="T44" fmla="*/ 121 w 146"/>
                <a:gd name="T45" fmla="*/ 48 h 212"/>
                <a:gd name="T46" fmla="*/ 130 w 146"/>
                <a:gd name="T47" fmla="*/ 47 h 212"/>
                <a:gd name="T48" fmla="*/ 123 w 146"/>
                <a:gd name="T49" fmla="*/ 42 h 212"/>
                <a:gd name="T50" fmla="*/ 129 w 146"/>
                <a:gd name="T51" fmla="*/ 32 h 212"/>
                <a:gd name="T52" fmla="*/ 121 w 146"/>
                <a:gd name="T53" fmla="*/ 25 h 212"/>
                <a:gd name="T54" fmla="*/ 114 w 146"/>
                <a:gd name="T55" fmla="*/ 26 h 212"/>
                <a:gd name="T56" fmla="*/ 107 w 146"/>
                <a:gd name="T57" fmla="*/ 27 h 212"/>
                <a:gd name="T58" fmla="*/ 94 w 146"/>
                <a:gd name="T59" fmla="*/ 25 h 212"/>
                <a:gd name="T60" fmla="*/ 90 w 146"/>
                <a:gd name="T61" fmla="*/ 18 h 212"/>
                <a:gd name="T62" fmla="*/ 83 w 146"/>
                <a:gd name="T63" fmla="*/ 11 h 212"/>
                <a:gd name="T64" fmla="*/ 76 w 146"/>
                <a:gd name="T65" fmla="*/ 2 h 212"/>
                <a:gd name="T66" fmla="*/ 66 w 146"/>
                <a:gd name="T67" fmla="*/ 2 h 212"/>
                <a:gd name="T68" fmla="*/ 69 w 146"/>
                <a:gd name="T69" fmla="*/ 10 h 212"/>
                <a:gd name="T70" fmla="*/ 63 w 146"/>
                <a:gd name="T71" fmla="*/ 21 h 212"/>
                <a:gd name="T72" fmla="*/ 40 w 146"/>
                <a:gd name="T73" fmla="*/ 33 h 212"/>
                <a:gd name="T74" fmla="*/ 30 w 146"/>
                <a:gd name="T75" fmla="*/ 51 h 212"/>
                <a:gd name="T76" fmla="*/ 22 w 146"/>
                <a:gd name="T77" fmla="*/ 52 h 212"/>
                <a:gd name="T78" fmla="*/ 14 w 146"/>
                <a:gd name="T79" fmla="*/ 49 h 212"/>
                <a:gd name="T80" fmla="*/ 14 w 146"/>
                <a:gd name="T81" fmla="*/ 44 h 212"/>
                <a:gd name="T82" fmla="*/ 11 w 146"/>
                <a:gd name="T83" fmla="*/ 38 h 212"/>
                <a:gd name="T84" fmla="*/ 2 w 146"/>
                <a:gd name="T85" fmla="*/ 48 h 212"/>
                <a:gd name="T86" fmla="*/ 6 w 146"/>
                <a:gd name="T87" fmla="*/ 63 h 212"/>
                <a:gd name="T88" fmla="*/ 3 w 146"/>
                <a:gd name="T89" fmla="*/ 66 h 212"/>
                <a:gd name="T90" fmla="*/ 15 w 146"/>
                <a:gd name="T91" fmla="*/ 76 h 212"/>
                <a:gd name="T92" fmla="*/ 26 w 146"/>
                <a:gd name="T93" fmla="*/ 92 h 212"/>
                <a:gd name="T94" fmla="*/ 34 w 146"/>
                <a:gd name="T95" fmla="*/ 109 h 212"/>
                <a:gd name="T96" fmla="*/ 52 w 146"/>
                <a:gd name="T97" fmla="*/ 142 h 212"/>
                <a:gd name="T98" fmla="*/ 59 w 146"/>
                <a:gd name="T99" fmla="*/ 157 h 212"/>
                <a:gd name="T100" fmla="*/ 63 w 146"/>
                <a:gd name="T101" fmla="*/ 167 h 212"/>
                <a:gd name="T102" fmla="*/ 81 w 146"/>
                <a:gd name="T103" fmla="*/ 179 h 212"/>
                <a:gd name="T104" fmla="*/ 113 w 146"/>
                <a:gd name="T105" fmla="*/ 199 h 212"/>
                <a:gd name="T106" fmla="*/ 127 w 146"/>
                <a:gd name="T107" fmla="*/ 210 h 212"/>
                <a:gd name="T108" fmla="*/ 127 w 146"/>
                <a:gd name="T109" fmla="*/ 212 h 212"/>
                <a:gd name="T110" fmla="*/ 130 w 146"/>
                <a:gd name="T111" fmla="*/ 210 h 212"/>
                <a:gd name="T112" fmla="*/ 134 w 146"/>
                <a:gd name="T113" fmla="*/ 201 h 21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6"/>
                <a:gd name="T172" fmla="*/ 0 h 212"/>
                <a:gd name="T173" fmla="*/ 146 w 146"/>
                <a:gd name="T174" fmla="*/ 212 h 21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6" h="212">
                  <a:moveTo>
                    <a:pt x="134" y="201"/>
                  </a:moveTo>
                  <a:cubicBezTo>
                    <a:pt x="134" y="201"/>
                    <a:pt x="135" y="201"/>
                    <a:pt x="135" y="200"/>
                  </a:cubicBezTo>
                  <a:cubicBezTo>
                    <a:pt x="134" y="198"/>
                    <a:pt x="134" y="197"/>
                    <a:pt x="136" y="196"/>
                  </a:cubicBezTo>
                  <a:cubicBezTo>
                    <a:pt x="138" y="195"/>
                    <a:pt x="142" y="189"/>
                    <a:pt x="142" y="187"/>
                  </a:cubicBezTo>
                  <a:cubicBezTo>
                    <a:pt x="142" y="185"/>
                    <a:pt x="137" y="185"/>
                    <a:pt x="137" y="182"/>
                  </a:cubicBezTo>
                  <a:cubicBezTo>
                    <a:pt x="137" y="179"/>
                    <a:pt x="142" y="174"/>
                    <a:pt x="140" y="172"/>
                  </a:cubicBezTo>
                  <a:cubicBezTo>
                    <a:pt x="138" y="170"/>
                    <a:pt x="143" y="165"/>
                    <a:pt x="143" y="163"/>
                  </a:cubicBezTo>
                  <a:cubicBezTo>
                    <a:pt x="142" y="160"/>
                    <a:pt x="140" y="148"/>
                    <a:pt x="142" y="147"/>
                  </a:cubicBezTo>
                  <a:cubicBezTo>
                    <a:pt x="143" y="145"/>
                    <a:pt x="146" y="144"/>
                    <a:pt x="145" y="141"/>
                  </a:cubicBezTo>
                  <a:cubicBezTo>
                    <a:pt x="144" y="138"/>
                    <a:pt x="139" y="130"/>
                    <a:pt x="137" y="125"/>
                  </a:cubicBezTo>
                  <a:cubicBezTo>
                    <a:pt x="133" y="124"/>
                    <a:pt x="129" y="124"/>
                    <a:pt x="126" y="125"/>
                  </a:cubicBezTo>
                  <a:cubicBezTo>
                    <a:pt x="122" y="127"/>
                    <a:pt x="123" y="115"/>
                    <a:pt x="123" y="111"/>
                  </a:cubicBezTo>
                  <a:cubicBezTo>
                    <a:pt x="123" y="106"/>
                    <a:pt x="120" y="109"/>
                    <a:pt x="118" y="112"/>
                  </a:cubicBezTo>
                  <a:cubicBezTo>
                    <a:pt x="117" y="115"/>
                    <a:pt x="112" y="113"/>
                    <a:pt x="106" y="113"/>
                  </a:cubicBezTo>
                  <a:cubicBezTo>
                    <a:pt x="101" y="113"/>
                    <a:pt x="104" y="107"/>
                    <a:pt x="100" y="107"/>
                  </a:cubicBezTo>
                  <a:cubicBezTo>
                    <a:pt x="97" y="107"/>
                    <a:pt x="94" y="106"/>
                    <a:pt x="95" y="103"/>
                  </a:cubicBezTo>
                  <a:cubicBezTo>
                    <a:pt x="95" y="99"/>
                    <a:pt x="92" y="97"/>
                    <a:pt x="90" y="93"/>
                  </a:cubicBezTo>
                  <a:cubicBezTo>
                    <a:pt x="88" y="89"/>
                    <a:pt x="85" y="86"/>
                    <a:pt x="87" y="83"/>
                  </a:cubicBezTo>
                  <a:cubicBezTo>
                    <a:pt x="89" y="81"/>
                    <a:pt x="86" y="79"/>
                    <a:pt x="89" y="76"/>
                  </a:cubicBezTo>
                  <a:cubicBezTo>
                    <a:pt x="92" y="73"/>
                    <a:pt x="95" y="74"/>
                    <a:pt x="94" y="70"/>
                  </a:cubicBezTo>
                  <a:cubicBezTo>
                    <a:pt x="93" y="66"/>
                    <a:pt x="97" y="64"/>
                    <a:pt x="97" y="59"/>
                  </a:cubicBezTo>
                  <a:cubicBezTo>
                    <a:pt x="98" y="55"/>
                    <a:pt x="103" y="56"/>
                    <a:pt x="107" y="53"/>
                  </a:cubicBezTo>
                  <a:cubicBezTo>
                    <a:pt x="112" y="49"/>
                    <a:pt x="117" y="51"/>
                    <a:pt x="121" y="48"/>
                  </a:cubicBezTo>
                  <a:cubicBezTo>
                    <a:pt x="125" y="44"/>
                    <a:pt x="127" y="47"/>
                    <a:pt x="130" y="47"/>
                  </a:cubicBezTo>
                  <a:cubicBezTo>
                    <a:pt x="128" y="45"/>
                    <a:pt x="124" y="43"/>
                    <a:pt x="123" y="42"/>
                  </a:cubicBezTo>
                  <a:cubicBezTo>
                    <a:pt x="122" y="39"/>
                    <a:pt x="128" y="35"/>
                    <a:pt x="129" y="32"/>
                  </a:cubicBezTo>
                  <a:cubicBezTo>
                    <a:pt x="131" y="29"/>
                    <a:pt x="123" y="26"/>
                    <a:pt x="121" y="25"/>
                  </a:cubicBezTo>
                  <a:cubicBezTo>
                    <a:pt x="119" y="25"/>
                    <a:pt x="116" y="27"/>
                    <a:pt x="114" y="26"/>
                  </a:cubicBezTo>
                  <a:cubicBezTo>
                    <a:pt x="112" y="25"/>
                    <a:pt x="109" y="25"/>
                    <a:pt x="107" y="27"/>
                  </a:cubicBezTo>
                  <a:cubicBezTo>
                    <a:pt x="105" y="28"/>
                    <a:pt x="94" y="29"/>
                    <a:pt x="94" y="25"/>
                  </a:cubicBezTo>
                  <a:cubicBezTo>
                    <a:pt x="94" y="22"/>
                    <a:pt x="89" y="20"/>
                    <a:pt x="90" y="18"/>
                  </a:cubicBezTo>
                  <a:cubicBezTo>
                    <a:pt x="90" y="16"/>
                    <a:pt x="87" y="11"/>
                    <a:pt x="83" y="11"/>
                  </a:cubicBezTo>
                  <a:cubicBezTo>
                    <a:pt x="78" y="11"/>
                    <a:pt x="79" y="3"/>
                    <a:pt x="76" y="2"/>
                  </a:cubicBezTo>
                  <a:cubicBezTo>
                    <a:pt x="74" y="0"/>
                    <a:pt x="70" y="1"/>
                    <a:pt x="66" y="2"/>
                  </a:cubicBezTo>
                  <a:cubicBezTo>
                    <a:pt x="70" y="6"/>
                    <a:pt x="71" y="8"/>
                    <a:pt x="69" y="10"/>
                  </a:cubicBezTo>
                  <a:cubicBezTo>
                    <a:pt x="66" y="12"/>
                    <a:pt x="69" y="13"/>
                    <a:pt x="63" y="21"/>
                  </a:cubicBezTo>
                  <a:cubicBezTo>
                    <a:pt x="56" y="30"/>
                    <a:pt x="46" y="32"/>
                    <a:pt x="40" y="33"/>
                  </a:cubicBezTo>
                  <a:cubicBezTo>
                    <a:pt x="35" y="35"/>
                    <a:pt x="33" y="45"/>
                    <a:pt x="30" y="51"/>
                  </a:cubicBezTo>
                  <a:cubicBezTo>
                    <a:pt x="27" y="58"/>
                    <a:pt x="25" y="56"/>
                    <a:pt x="22" y="52"/>
                  </a:cubicBezTo>
                  <a:cubicBezTo>
                    <a:pt x="19" y="48"/>
                    <a:pt x="17" y="53"/>
                    <a:pt x="14" y="49"/>
                  </a:cubicBezTo>
                  <a:cubicBezTo>
                    <a:pt x="10" y="46"/>
                    <a:pt x="12" y="46"/>
                    <a:pt x="14" y="44"/>
                  </a:cubicBezTo>
                  <a:cubicBezTo>
                    <a:pt x="15" y="42"/>
                    <a:pt x="14" y="40"/>
                    <a:pt x="11" y="38"/>
                  </a:cubicBezTo>
                  <a:cubicBezTo>
                    <a:pt x="8" y="39"/>
                    <a:pt x="4" y="44"/>
                    <a:pt x="2" y="48"/>
                  </a:cubicBezTo>
                  <a:cubicBezTo>
                    <a:pt x="0" y="52"/>
                    <a:pt x="6" y="60"/>
                    <a:pt x="6" y="63"/>
                  </a:cubicBezTo>
                  <a:cubicBezTo>
                    <a:pt x="7" y="66"/>
                    <a:pt x="3" y="64"/>
                    <a:pt x="3" y="66"/>
                  </a:cubicBezTo>
                  <a:cubicBezTo>
                    <a:pt x="2" y="69"/>
                    <a:pt x="11" y="73"/>
                    <a:pt x="15" y="76"/>
                  </a:cubicBezTo>
                  <a:cubicBezTo>
                    <a:pt x="19" y="79"/>
                    <a:pt x="23" y="88"/>
                    <a:pt x="26" y="92"/>
                  </a:cubicBezTo>
                  <a:cubicBezTo>
                    <a:pt x="30" y="96"/>
                    <a:pt x="30" y="99"/>
                    <a:pt x="34" y="109"/>
                  </a:cubicBezTo>
                  <a:cubicBezTo>
                    <a:pt x="38" y="119"/>
                    <a:pt x="46" y="135"/>
                    <a:pt x="52" y="142"/>
                  </a:cubicBezTo>
                  <a:cubicBezTo>
                    <a:pt x="57" y="149"/>
                    <a:pt x="60" y="155"/>
                    <a:pt x="59" y="157"/>
                  </a:cubicBezTo>
                  <a:cubicBezTo>
                    <a:pt x="57" y="159"/>
                    <a:pt x="59" y="164"/>
                    <a:pt x="63" y="167"/>
                  </a:cubicBezTo>
                  <a:cubicBezTo>
                    <a:pt x="67" y="170"/>
                    <a:pt x="70" y="174"/>
                    <a:pt x="81" y="179"/>
                  </a:cubicBezTo>
                  <a:cubicBezTo>
                    <a:pt x="91" y="185"/>
                    <a:pt x="110" y="195"/>
                    <a:pt x="113" y="199"/>
                  </a:cubicBezTo>
                  <a:cubicBezTo>
                    <a:pt x="116" y="204"/>
                    <a:pt x="125" y="209"/>
                    <a:pt x="127" y="210"/>
                  </a:cubicBezTo>
                  <a:cubicBezTo>
                    <a:pt x="127" y="210"/>
                    <a:pt x="127" y="211"/>
                    <a:pt x="127" y="212"/>
                  </a:cubicBezTo>
                  <a:cubicBezTo>
                    <a:pt x="128" y="211"/>
                    <a:pt x="129" y="210"/>
                    <a:pt x="130" y="210"/>
                  </a:cubicBezTo>
                  <a:cubicBezTo>
                    <a:pt x="133" y="208"/>
                    <a:pt x="133" y="203"/>
                    <a:pt x="134" y="201"/>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0" name="Freeform 116"/>
            <p:cNvSpPr>
              <a:spLocks noChangeArrowheads="1"/>
            </p:cNvSpPr>
            <p:nvPr/>
          </p:nvSpPr>
          <p:spPr bwMode="auto">
            <a:xfrm>
              <a:off x="2049470" y="2208214"/>
              <a:ext cx="296864" cy="250825"/>
            </a:xfrm>
            <a:custGeom>
              <a:avLst/>
              <a:gdLst>
                <a:gd name="T0" fmla="*/ 15 w 156"/>
                <a:gd name="T1" fmla="*/ 8 h 131"/>
                <a:gd name="T2" fmla="*/ 6 w 156"/>
                <a:gd name="T3" fmla="*/ 21 h 131"/>
                <a:gd name="T4" fmla="*/ 4 w 156"/>
                <a:gd name="T5" fmla="*/ 29 h 131"/>
                <a:gd name="T6" fmla="*/ 2 w 156"/>
                <a:gd name="T7" fmla="*/ 34 h 131"/>
                <a:gd name="T8" fmla="*/ 7 w 156"/>
                <a:gd name="T9" fmla="*/ 37 h 131"/>
                <a:gd name="T10" fmla="*/ 12 w 156"/>
                <a:gd name="T11" fmla="*/ 44 h 131"/>
                <a:gd name="T12" fmla="*/ 20 w 156"/>
                <a:gd name="T13" fmla="*/ 59 h 131"/>
                <a:gd name="T14" fmla="*/ 39 w 156"/>
                <a:gd name="T15" fmla="*/ 61 h 131"/>
                <a:gd name="T16" fmla="*/ 55 w 156"/>
                <a:gd name="T17" fmla="*/ 68 h 131"/>
                <a:gd name="T18" fmla="*/ 68 w 156"/>
                <a:gd name="T19" fmla="*/ 71 h 131"/>
                <a:gd name="T20" fmla="*/ 65 w 156"/>
                <a:gd name="T21" fmla="*/ 92 h 131"/>
                <a:gd name="T22" fmla="*/ 70 w 156"/>
                <a:gd name="T23" fmla="*/ 100 h 131"/>
                <a:gd name="T24" fmla="*/ 69 w 156"/>
                <a:gd name="T25" fmla="*/ 109 h 131"/>
                <a:gd name="T26" fmla="*/ 71 w 156"/>
                <a:gd name="T27" fmla="*/ 115 h 131"/>
                <a:gd name="T28" fmla="*/ 70 w 156"/>
                <a:gd name="T29" fmla="*/ 115 h 131"/>
                <a:gd name="T30" fmla="*/ 78 w 156"/>
                <a:gd name="T31" fmla="*/ 127 h 131"/>
                <a:gd name="T32" fmla="*/ 85 w 156"/>
                <a:gd name="T33" fmla="*/ 130 h 131"/>
                <a:gd name="T34" fmla="*/ 91 w 156"/>
                <a:gd name="T35" fmla="*/ 129 h 131"/>
                <a:gd name="T36" fmla="*/ 99 w 156"/>
                <a:gd name="T37" fmla="*/ 124 h 131"/>
                <a:gd name="T38" fmla="*/ 106 w 156"/>
                <a:gd name="T39" fmla="*/ 121 h 131"/>
                <a:gd name="T40" fmla="*/ 113 w 156"/>
                <a:gd name="T41" fmla="*/ 115 h 131"/>
                <a:gd name="T42" fmla="*/ 114 w 156"/>
                <a:gd name="T43" fmla="*/ 110 h 131"/>
                <a:gd name="T44" fmla="*/ 108 w 156"/>
                <a:gd name="T45" fmla="*/ 109 h 131"/>
                <a:gd name="T46" fmla="*/ 105 w 156"/>
                <a:gd name="T47" fmla="*/ 101 h 131"/>
                <a:gd name="T48" fmla="*/ 101 w 156"/>
                <a:gd name="T49" fmla="*/ 93 h 131"/>
                <a:gd name="T50" fmla="*/ 108 w 156"/>
                <a:gd name="T51" fmla="*/ 92 h 131"/>
                <a:gd name="T52" fmla="*/ 118 w 156"/>
                <a:gd name="T53" fmla="*/ 95 h 131"/>
                <a:gd name="T54" fmla="*/ 123 w 156"/>
                <a:gd name="T55" fmla="*/ 95 h 131"/>
                <a:gd name="T56" fmla="*/ 130 w 156"/>
                <a:gd name="T57" fmla="*/ 91 h 131"/>
                <a:gd name="T58" fmla="*/ 144 w 156"/>
                <a:gd name="T59" fmla="*/ 86 h 131"/>
                <a:gd name="T60" fmla="*/ 147 w 156"/>
                <a:gd name="T61" fmla="*/ 82 h 131"/>
                <a:gd name="T62" fmla="*/ 140 w 156"/>
                <a:gd name="T63" fmla="*/ 72 h 131"/>
                <a:gd name="T64" fmla="*/ 141 w 156"/>
                <a:gd name="T65" fmla="*/ 66 h 131"/>
                <a:gd name="T66" fmla="*/ 146 w 156"/>
                <a:gd name="T67" fmla="*/ 61 h 131"/>
                <a:gd name="T68" fmla="*/ 148 w 156"/>
                <a:gd name="T69" fmla="*/ 55 h 131"/>
                <a:gd name="T70" fmla="*/ 152 w 156"/>
                <a:gd name="T71" fmla="*/ 47 h 131"/>
                <a:gd name="T72" fmla="*/ 156 w 156"/>
                <a:gd name="T73" fmla="*/ 42 h 131"/>
                <a:gd name="T74" fmla="*/ 140 w 156"/>
                <a:gd name="T75" fmla="*/ 40 h 131"/>
                <a:gd name="T76" fmla="*/ 143 w 156"/>
                <a:gd name="T77" fmla="*/ 31 h 131"/>
                <a:gd name="T78" fmla="*/ 126 w 156"/>
                <a:gd name="T79" fmla="*/ 25 h 131"/>
                <a:gd name="T80" fmla="*/ 128 w 156"/>
                <a:gd name="T81" fmla="*/ 19 h 131"/>
                <a:gd name="T82" fmla="*/ 118 w 156"/>
                <a:gd name="T83" fmla="*/ 16 h 131"/>
                <a:gd name="T84" fmla="*/ 96 w 156"/>
                <a:gd name="T85" fmla="*/ 24 h 131"/>
                <a:gd name="T86" fmla="*/ 75 w 156"/>
                <a:gd name="T87" fmla="*/ 17 h 131"/>
                <a:gd name="T88" fmla="*/ 60 w 156"/>
                <a:gd name="T89" fmla="*/ 15 h 131"/>
                <a:gd name="T90" fmla="*/ 52 w 156"/>
                <a:gd name="T91" fmla="*/ 6 h 131"/>
                <a:gd name="T92" fmla="*/ 42 w 156"/>
                <a:gd name="T93" fmla="*/ 0 h 131"/>
                <a:gd name="T94" fmla="*/ 39 w 156"/>
                <a:gd name="T95" fmla="*/ 7 h 131"/>
                <a:gd name="T96" fmla="*/ 24 w 156"/>
                <a:gd name="T97" fmla="*/ 16 h 131"/>
                <a:gd name="T98" fmla="*/ 27 w 156"/>
                <a:gd name="T99" fmla="*/ 32 h 131"/>
                <a:gd name="T100" fmla="*/ 15 w 156"/>
                <a:gd name="T101" fmla="*/ 28 h 131"/>
                <a:gd name="T102" fmla="*/ 20 w 156"/>
                <a:gd name="T103" fmla="*/ 14 h 131"/>
                <a:gd name="T104" fmla="*/ 19 w 156"/>
                <a:gd name="T105" fmla="*/ 6 h 131"/>
                <a:gd name="T106" fmla="*/ 15 w 156"/>
                <a:gd name="T107" fmla="*/ 8 h 13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56"/>
                <a:gd name="T163" fmla="*/ 0 h 131"/>
                <a:gd name="T164" fmla="*/ 156 w 156"/>
                <a:gd name="T165" fmla="*/ 131 h 131"/>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56" h="131">
                  <a:moveTo>
                    <a:pt x="15" y="8"/>
                  </a:moveTo>
                  <a:cubicBezTo>
                    <a:pt x="12" y="12"/>
                    <a:pt x="6" y="16"/>
                    <a:pt x="6" y="21"/>
                  </a:cubicBezTo>
                  <a:cubicBezTo>
                    <a:pt x="5" y="25"/>
                    <a:pt x="6" y="27"/>
                    <a:pt x="4" y="29"/>
                  </a:cubicBezTo>
                  <a:cubicBezTo>
                    <a:pt x="2" y="31"/>
                    <a:pt x="0" y="34"/>
                    <a:pt x="2" y="34"/>
                  </a:cubicBezTo>
                  <a:cubicBezTo>
                    <a:pt x="5" y="34"/>
                    <a:pt x="7" y="34"/>
                    <a:pt x="7" y="37"/>
                  </a:cubicBezTo>
                  <a:cubicBezTo>
                    <a:pt x="7" y="39"/>
                    <a:pt x="13" y="40"/>
                    <a:pt x="12" y="44"/>
                  </a:cubicBezTo>
                  <a:cubicBezTo>
                    <a:pt x="12" y="48"/>
                    <a:pt x="10" y="59"/>
                    <a:pt x="20" y="59"/>
                  </a:cubicBezTo>
                  <a:cubicBezTo>
                    <a:pt x="29" y="59"/>
                    <a:pt x="35" y="55"/>
                    <a:pt x="39" y="61"/>
                  </a:cubicBezTo>
                  <a:cubicBezTo>
                    <a:pt x="43" y="66"/>
                    <a:pt x="48" y="68"/>
                    <a:pt x="55" y="68"/>
                  </a:cubicBezTo>
                  <a:cubicBezTo>
                    <a:pt x="61" y="67"/>
                    <a:pt x="71" y="66"/>
                    <a:pt x="68" y="71"/>
                  </a:cubicBezTo>
                  <a:cubicBezTo>
                    <a:pt x="65" y="77"/>
                    <a:pt x="62" y="88"/>
                    <a:pt x="65" y="92"/>
                  </a:cubicBezTo>
                  <a:cubicBezTo>
                    <a:pt x="68" y="95"/>
                    <a:pt x="72" y="98"/>
                    <a:pt x="70" y="100"/>
                  </a:cubicBezTo>
                  <a:cubicBezTo>
                    <a:pt x="67" y="103"/>
                    <a:pt x="66" y="106"/>
                    <a:pt x="69" y="109"/>
                  </a:cubicBezTo>
                  <a:cubicBezTo>
                    <a:pt x="72" y="111"/>
                    <a:pt x="71" y="114"/>
                    <a:pt x="71" y="115"/>
                  </a:cubicBezTo>
                  <a:cubicBezTo>
                    <a:pt x="71" y="115"/>
                    <a:pt x="71" y="115"/>
                    <a:pt x="70" y="115"/>
                  </a:cubicBezTo>
                  <a:cubicBezTo>
                    <a:pt x="74" y="120"/>
                    <a:pt x="76" y="125"/>
                    <a:pt x="78" y="127"/>
                  </a:cubicBezTo>
                  <a:cubicBezTo>
                    <a:pt x="82" y="130"/>
                    <a:pt x="83" y="131"/>
                    <a:pt x="85" y="130"/>
                  </a:cubicBezTo>
                  <a:cubicBezTo>
                    <a:pt x="87" y="128"/>
                    <a:pt x="89" y="127"/>
                    <a:pt x="91" y="129"/>
                  </a:cubicBezTo>
                  <a:cubicBezTo>
                    <a:pt x="93" y="130"/>
                    <a:pt x="96" y="127"/>
                    <a:pt x="99" y="124"/>
                  </a:cubicBezTo>
                  <a:cubicBezTo>
                    <a:pt x="102" y="122"/>
                    <a:pt x="105" y="124"/>
                    <a:pt x="106" y="121"/>
                  </a:cubicBezTo>
                  <a:cubicBezTo>
                    <a:pt x="107" y="117"/>
                    <a:pt x="109" y="115"/>
                    <a:pt x="113" y="115"/>
                  </a:cubicBezTo>
                  <a:cubicBezTo>
                    <a:pt x="117" y="114"/>
                    <a:pt x="117" y="110"/>
                    <a:pt x="114" y="110"/>
                  </a:cubicBezTo>
                  <a:cubicBezTo>
                    <a:pt x="112" y="110"/>
                    <a:pt x="108" y="113"/>
                    <a:pt x="108" y="109"/>
                  </a:cubicBezTo>
                  <a:cubicBezTo>
                    <a:pt x="108" y="104"/>
                    <a:pt x="105" y="105"/>
                    <a:pt x="105" y="101"/>
                  </a:cubicBezTo>
                  <a:cubicBezTo>
                    <a:pt x="105" y="98"/>
                    <a:pt x="105" y="95"/>
                    <a:pt x="101" y="93"/>
                  </a:cubicBezTo>
                  <a:cubicBezTo>
                    <a:pt x="97" y="91"/>
                    <a:pt x="106" y="90"/>
                    <a:pt x="108" y="92"/>
                  </a:cubicBezTo>
                  <a:cubicBezTo>
                    <a:pt x="110" y="94"/>
                    <a:pt x="118" y="92"/>
                    <a:pt x="118" y="95"/>
                  </a:cubicBezTo>
                  <a:cubicBezTo>
                    <a:pt x="119" y="98"/>
                    <a:pt x="123" y="99"/>
                    <a:pt x="123" y="95"/>
                  </a:cubicBezTo>
                  <a:cubicBezTo>
                    <a:pt x="123" y="92"/>
                    <a:pt x="127" y="90"/>
                    <a:pt x="130" y="91"/>
                  </a:cubicBezTo>
                  <a:cubicBezTo>
                    <a:pt x="134" y="92"/>
                    <a:pt x="141" y="87"/>
                    <a:pt x="144" y="86"/>
                  </a:cubicBezTo>
                  <a:cubicBezTo>
                    <a:pt x="146" y="85"/>
                    <a:pt x="146" y="83"/>
                    <a:pt x="147" y="82"/>
                  </a:cubicBezTo>
                  <a:cubicBezTo>
                    <a:pt x="145" y="78"/>
                    <a:pt x="142" y="74"/>
                    <a:pt x="140" y="72"/>
                  </a:cubicBezTo>
                  <a:cubicBezTo>
                    <a:pt x="137" y="70"/>
                    <a:pt x="142" y="69"/>
                    <a:pt x="141" y="66"/>
                  </a:cubicBezTo>
                  <a:cubicBezTo>
                    <a:pt x="141" y="64"/>
                    <a:pt x="141" y="62"/>
                    <a:pt x="146" y="61"/>
                  </a:cubicBezTo>
                  <a:cubicBezTo>
                    <a:pt x="152" y="61"/>
                    <a:pt x="151" y="57"/>
                    <a:pt x="148" y="55"/>
                  </a:cubicBezTo>
                  <a:cubicBezTo>
                    <a:pt x="145" y="53"/>
                    <a:pt x="149" y="49"/>
                    <a:pt x="152" y="47"/>
                  </a:cubicBezTo>
                  <a:cubicBezTo>
                    <a:pt x="153" y="47"/>
                    <a:pt x="155" y="45"/>
                    <a:pt x="156" y="42"/>
                  </a:cubicBezTo>
                  <a:cubicBezTo>
                    <a:pt x="151" y="40"/>
                    <a:pt x="143" y="40"/>
                    <a:pt x="140" y="40"/>
                  </a:cubicBezTo>
                  <a:cubicBezTo>
                    <a:pt x="136" y="41"/>
                    <a:pt x="143" y="36"/>
                    <a:pt x="143" y="31"/>
                  </a:cubicBezTo>
                  <a:cubicBezTo>
                    <a:pt x="143" y="27"/>
                    <a:pt x="131" y="26"/>
                    <a:pt x="126" y="25"/>
                  </a:cubicBezTo>
                  <a:cubicBezTo>
                    <a:pt x="121" y="24"/>
                    <a:pt x="123" y="19"/>
                    <a:pt x="128" y="19"/>
                  </a:cubicBezTo>
                  <a:cubicBezTo>
                    <a:pt x="133" y="18"/>
                    <a:pt x="125" y="15"/>
                    <a:pt x="118" y="16"/>
                  </a:cubicBezTo>
                  <a:cubicBezTo>
                    <a:pt x="111" y="17"/>
                    <a:pt x="102" y="21"/>
                    <a:pt x="96" y="24"/>
                  </a:cubicBezTo>
                  <a:cubicBezTo>
                    <a:pt x="91" y="27"/>
                    <a:pt x="81" y="15"/>
                    <a:pt x="75" y="17"/>
                  </a:cubicBezTo>
                  <a:cubicBezTo>
                    <a:pt x="69" y="20"/>
                    <a:pt x="60" y="20"/>
                    <a:pt x="60" y="15"/>
                  </a:cubicBezTo>
                  <a:cubicBezTo>
                    <a:pt x="61" y="10"/>
                    <a:pt x="58" y="6"/>
                    <a:pt x="52" y="6"/>
                  </a:cubicBezTo>
                  <a:cubicBezTo>
                    <a:pt x="45" y="7"/>
                    <a:pt x="47" y="0"/>
                    <a:pt x="42" y="0"/>
                  </a:cubicBezTo>
                  <a:cubicBezTo>
                    <a:pt x="37" y="0"/>
                    <a:pt x="42" y="6"/>
                    <a:pt x="39" y="7"/>
                  </a:cubicBezTo>
                  <a:cubicBezTo>
                    <a:pt x="36" y="9"/>
                    <a:pt x="24" y="11"/>
                    <a:pt x="24" y="16"/>
                  </a:cubicBezTo>
                  <a:cubicBezTo>
                    <a:pt x="23" y="20"/>
                    <a:pt x="30" y="28"/>
                    <a:pt x="27" y="32"/>
                  </a:cubicBezTo>
                  <a:cubicBezTo>
                    <a:pt x="25" y="37"/>
                    <a:pt x="18" y="33"/>
                    <a:pt x="15" y="28"/>
                  </a:cubicBezTo>
                  <a:cubicBezTo>
                    <a:pt x="13" y="24"/>
                    <a:pt x="22" y="16"/>
                    <a:pt x="20" y="14"/>
                  </a:cubicBezTo>
                  <a:cubicBezTo>
                    <a:pt x="19" y="12"/>
                    <a:pt x="18" y="8"/>
                    <a:pt x="19" y="6"/>
                  </a:cubicBezTo>
                  <a:cubicBezTo>
                    <a:pt x="17" y="6"/>
                    <a:pt x="16" y="7"/>
                    <a:pt x="15" y="8"/>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1" name="Freeform 117"/>
            <p:cNvSpPr>
              <a:spLocks noChangeArrowheads="1"/>
            </p:cNvSpPr>
            <p:nvPr/>
          </p:nvSpPr>
          <p:spPr bwMode="auto">
            <a:xfrm>
              <a:off x="2382846" y="2336802"/>
              <a:ext cx="92076" cy="96838"/>
            </a:xfrm>
            <a:custGeom>
              <a:avLst/>
              <a:gdLst>
                <a:gd name="T0" fmla="*/ 11 w 48"/>
                <a:gd name="T1" fmla="*/ 10 h 51"/>
                <a:gd name="T2" fmla="*/ 6 w 48"/>
                <a:gd name="T3" fmla="*/ 16 h 51"/>
                <a:gd name="T4" fmla="*/ 2 w 48"/>
                <a:gd name="T5" fmla="*/ 25 h 51"/>
                <a:gd name="T6" fmla="*/ 11 w 48"/>
                <a:gd name="T7" fmla="*/ 37 h 51"/>
                <a:gd name="T8" fmla="*/ 18 w 48"/>
                <a:gd name="T9" fmla="*/ 50 h 51"/>
                <a:gd name="T10" fmla="*/ 23 w 48"/>
                <a:gd name="T11" fmla="*/ 50 h 51"/>
                <a:gd name="T12" fmla="*/ 28 w 48"/>
                <a:gd name="T13" fmla="*/ 43 h 51"/>
                <a:gd name="T14" fmla="*/ 41 w 48"/>
                <a:gd name="T15" fmla="*/ 43 h 51"/>
                <a:gd name="T16" fmla="*/ 42 w 48"/>
                <a:gd name="T17" fmla="*/ 45 h 51"/>
                <a:gd name="T18" fmla="*/ 45 w 48"/>
                <a:gd name="T19" fmla="*/ 39 h 51"/>
                <a:gd name="T20" fmla="*/ 44 w 48"/>
                <a:gd name="T21" fmla="*/ 24 h 51"/>
                <a:gd name="T22" fmla="*/ 46 w 48"/>
                <a:gd name="T23" fmla="*/ 11 h 51"/>
                <a:gd name="T24" fmla="*/ 48 w 48"/>
                <a:gd name="T25" fmla="*/ 5 h 51"/>
                <a:gd name="T26" fmla="*/ 37 w 48"/>
                <a:gd name="T27" fmla="*/ 3 h 51"/>
                <a:gd name="T28" fmla="*/ 22 w 48"/>
                <a:gd name="T29" fmla="*/ 3 h 51"/>
                <a:gd name="T30" fmla="*/ 14 w 48"/>
                <a:gd name="T31" fmla="*/ 3 h 51"/>
                <a:gd name="T32" fmla="*/ 13 w 48"/>
                <a:gd name="T33" fmla="*/ 3 h 51"/>
                <a:gd name="T34" fmla="*/ 11 w 48"/>
                <a:gd name="T35" fmla="*/ 10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51"/>
                <a:gd name="T56" fmla="*/ 48 w 48"/>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51">
                  <a:moveTo>
                    <a:pt x="11" y="10"/>
                  </a:moveTo>
                  <a:cubicBezTo>
                    <a:pt x="13" y="14"/>
                    <a:pt x="9" y="15"/>
                    <a:pt x="6" y="16"/>
                  </a:cubicBezTo>
                  <a:cubicBezTo>
                    <a:pt x="3" y="16"/>
                    <a:pt x="4" y="23"/>
                    <a:pt x="2" y="25"/>
                  </a:cubicBezTo>
                  <a:cubicBezTo>
                    <a:pt x="0" y="27"/>
                    <a:pt x="9" y="33"/>
                    <a:pt x="11" y="37"/>
                  </a:cubicBezTo>
                  <a:cubicBezTo>
                    <a:pt x="12" y="40"/>
                    <a:pt x="15" y="45"/>
                    <a:pt x="18" y="50"/>
                  </a:cubicBezTo>
                  <a:cubicBezTo>
                    <a:pt x="20" y="50"/>
                    <a:pt x="22" y="51"/>
                    <a:pt x="23" y="50"/>
                  </a:cubicBezTo>
                  <a:cubicBezTo>
                    <a:pt x="26" y="48"/>
                    <a:pt x="24" y="43"/>
                    <a:pt x="28" y="43"/>
                  </a:cubicBezTo>
                  <a:cubicBezTo>
                    <a:pt x="33" y="43"/>
                    <a:pt x="39" y="41"/>
                    <a:pt x="41" y="43"/>
                  </a:cubicBezTo>
                  <a:cubicBezTo>
                    <a:pt x="41" y="44"/>
                    <a:pt x="41" y="44"/>
                    <a:pt x="42" y="45"/>
                  </a:cubicBezTo>
                  <a:cubicBezTo>
                    <a:pt x="43" y="43"/>
                    <a:pt x="45" y="40"/>
                    <a:pt x="45" y="39"/>
                  </a:cubicBezTo>
                  <a:cubicBezTo>
                    <a:pt x="46" y="38"/>
                    <a:pt x="46" y="29"/>
                    <a:pt x="44" y="24"/>
                  </a:cubicBezTo>
                  <a:cubicBezTo>
                    <a:pt x="42" y="20"/>
                    <a:pt x="43" y="13"/>
                    <a:pt x="46" y="11"/>
                  </a:cubicBezTo>
                  <a:cubicBezTo>
                    <a:pt x="46" y="11"/>
                    <a:pt x="47" y="8"/>
                    <a:pt x="48" y="5"/>
                  </a:cubicBezTo>
                  <a:cubicBezTo>
                    <a:pt x="44" y="4"/>
                    <a:pt x="40" y="2"/>
                    <a:pt x="37" y="3"/>
                  </a:cubicBezTo>
                  <a:cubicBezTo>
                    <a:pt x="31" y="4"/>
                    <a:pt x="25" y="6"/>
                    <a:pt x="22" y="3"/>
                  </a:cubicBezTo>
                  <a:cubicBezTo>
                    <a:pt x="20" y="0"/>
                    <a:pt x="17" y="0"/>
                    <a:pt x="14" y="3"/>
                  </a:cubicBezTo>
                  <a:cubicBezTo>
                    <a:pt x="14" y="3"/>
                    <a:pt x="13" y="3"/>
                    <a:pt x="13" y="3"/>
                  </a:cubicBezTo>
                  <a:cubicBezTo>
                    <a:pt x="12" y="6"/>
                    <a:pt x="11" y="9"/>
                    <a:pt x="11" y="10"/>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2" name="Freeform 118"/>
            <p:cNvSpPr>
              <a:spLocks noChangeArrowheads="1"/>
            </p:cNvSpPr>
            <p:nvPr/>
          </p:nvSpPr>
          <p:spPr bwMode="auto">
            <a:xfrm>
              <a:off x="2311408" y="2287590"/>
              <a:ext cx="106364" cy="158750"/>
            </a:xfrm>
            <a:custGeom>
              <a:avLst/>
              <a:gdLst>
                <a:gd name="T0" fmla="*/ 15 w 56"/>
                <a:gd name="T1" fmla="*/ 5 h 83"/>
                <a:gd name="T2" fmla="*/ 11 w 56"/>
                <a:gd name="T3" fmla="*/ 13 h 83"/>
                <a:gd name="T4" fmla="*/ 9 w 56"/>
                <a:gd name="T5" fmla="*/ 19 h 83"/>
                <a:gd name="T6" fmla="*/ 4 w 56"/>
                <a:gd name="T7" fmla="*/ 24 h 83"/>
                <a:gd name="T8" fmla="*/ 3 w 56"/>
                <a:gd name="T9" fmla="*/ 30 h 83"/>
                <a:gd name="T10" fmla="*/ 10 w 56"/>
                <a:gd name="T11" fmla="*/ 40 h 83"/>
                <a:gd name="T12" fmla="*/ 14 w 56"/>
                <a:gd name="T13" fmla="*/ 37 h 83"/>
                <a:gd name="T14" fmla="*/ 19 w 56"/>
                <a:gd name="T15" fmla="*/ 47 h 83"/>
                <a:gd name="T16" fmla="*/ 20 w 56"/>
                <a:gd name="T17" fmla="*/ 56 h 83"/>
                <a:gd name="T18" fmla="*/ 22 w 56"/>
                <a:gd name="T19" fmla="*/ 76 h 83"/>
                <a:gd name="T20" fmla="*/ 35 w 56"/>
                <a:gd name="T21" fmla="*/ 80 h 83"/>
                <a:gd name="T22" fmla="*/ 42 w 56"/>
                <a:gd name="T23" fmla="*/ 77 h 83"/>
                <a:gd name="T24" fmla="*/ 48 w 56"/>
                <a:gd name="T25" fmla="*/ 75 h 83"/>
                <a:gd name="T26" fmla="*/ 56 w 56"/>
                <a:gd name="T27" fmla="*/ 75 h 83"/>
                <a:gd name="T28" fmla="*/ 49 w 56"/>
                <a:gd name="T29" fmla="*/ 62 h 83"/>
                <a:gd name="T30" fmla="*/ 40 w 56"/>
                <a:gd name="T31" fmla="*/ 50 h 83"/>
                <a:gd name="T32" fmla="*/ 44 w 56"/>
                <a:gd name="T33" fmla="*/ 41 h 83"/>
                <a:gd name="T34" fmla="*/ 49 w 56"/>
                <a:gd name="T35" fmla="*/ 35 h 83"/>
                <a:gd name="T36" fmla="*/ 51 w 56"/>
                <a:gd name="T37" fmla="*/ 28 h 83"/>
                <a:gd name="T38" fmla="*/ 40 w 56"/>
                <a:gd name="T39" fmla="*/ 19 h 83"/>
                <a:gd name="T40" fmla="*/ 35 w 56"/>
                <a:gd name="T41" fmla="*/ 12 h 83"/>
                <a:gd name="T42" fmla="*/ 23 w 56"/>
                <a:gd name="T43" fmla="*/ 3 h 83"/>
                <a:gd name="T44" fmla="*/ 19 w 56"/>
                <a:gd name="T45" fmla="*/ 0 h 83"/>
                <a:gd name="T46" fmla="*/ 15 w 56"/>
                <a:gd name="T47" fmla="*/ 5 h 8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
                <a:gd name="T73" fmla="*/ 0 h 83"/>
                <a:gd name="T74" fmla="*/ 56 w 56"/>
                <a:gd name="T75" fmla="*/ 83 h 8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 h="83">
                  <a:moveTo>
                    <a:pt x="15" y="5"/>
                  </a:moveTo>
                  <a:cubicBezTo>
                    <a:pt x="12" y="7"/>
                    <a:pt x="8" y="11"/>
                    <a:pt x="11" y="13"/>
                  </a:cubicBezTo>
                  <a:cubicBezTo>
                    <a:pt x="14" y="15"/>
                    <a:pt x="15" y="19"/>
                    <a:pt x="9" y="19"/>
                  </a:cubicBezTo>
                  <a:cubicBezTo>
                    <a:pt x="4" y="20"/>
                    <a:pt x="4" y="22"/>
                    <a:pt x="4" y="24"/>
                  </a:cubicBezTo>
                  <a:cubicBezTo>
                    <a:pt x="5" y="27"/>
                    <a:pt x="0" y="28"/>
                    <a:pt x="3" y="30"/>
                  </a:cubicBezTo>
                  <a:cubicBezTo>
                    <a:pt x="5" y="32"/>
                    <a:pt x="8" y="36"/>
                    <a:pt x="10" y="40"/>
                  </a:cubicBezTo>
                  <a:cubicBezTo>
                    <a:pt x="11" y="38"/>
                    <a:pt x="12" y="37"/>
                    <a:pt x="14" y="37"/>
                  </a:cubicBezTo>
                  <a:cubicBezTo>
                    <a:pt x="19" y="38"/>
                    <a:pt x="15" y="45"/>
                    <a:pt x="19" y="47"/>
                  </a:cubicBezTo>
                  <a:cubicBezTo>
                    <a:pt x="23" y="48"/>
                    <a:pt x="23" y="54"/>
                    <a:pt x="20" y="56"/>
                  </a:cubicBezTo>
                  <a:cubicBezTo>
                    <a:pt x="17" y="58"/>
                    <a:pt x="16" y="69"/>
                    <a:pt x="22" y="76"/>
                  </a:cubicBezTo>
                  <a:cubicBezTo>
                    <a:pt x="29" y="83"/>
                    <a:pt x="33" y="82"/>
                    <a:pt x="35" y="80"/>
                  </a:cubicBezTo>
                  <a:cubicBezTo>
                    <a:pt x="36" y="78"/>
                    <a:pt x="41" y="80"/>
                    <a:pt x="42" y="77"/>
                  </a:cubicBezTo>
                  <a:cubicBezTo>
                    <a:pt x="43" y="75"/>
                    <a:pt x="45" y="78"/>
                    <a:pt x="48" y="75"/>
                  </a:cubicBezTo>
                  <a:cubicBezTo>
                    <a:pt x="49" y="73"/>
                    <a:pt x="53" y="74"/>
                    <a:pt x="56" y="75"/>
                  </a:cubicBezTo>
                  <a:cubicBezTo>
                    <a:pt x="53" y="70"/>
                    <a:pt x="50" y="65"/>
                    <a:pt x="49" y="62"/>
                  </a:cubicBezTo>
                  <a:cubicBezTo>
                    <a:pt x="47" y="58"/>
                    <a:pt x="38" y="52"/>
                    <a:pt x="40" y="50"/>
                  </a:cubicBezTo>
                  <a:cubicBezTo>
                    <a:pt x="42" y="48"/>
                    <a:pt x="41" y="41"/>
                    <a:pt x="44" y="41"/>
                  </a:cubicBezTo>
                  <a:cubicBezTo>
                    <a:pt x="47" y="40"/>
                    <a:pt x="51" y="39"/>
                    <a:pt x="49" y="35"/>
                  </a:cubicBezTo>
                  <a:cubicBezTo>
                    <a:pt x="49" y="34"/>
                    <a:pt x="50" y="31"/>
                    <a:pt x="51" y="28"/>
                  </a:cubicBezTo>
                  <a:cubicBezTo>
                    <a:pt x="48" y="28"/>
                    <a:pt x="43" y="19"/>
                    <a:pt x="40" y="19"/>
                  </a:cubicBezTo>
                  <a:cubicBezTo>
                    <a:pt x="37" y="19"/>
                    <a:pt x="34" y="16"/>
                    <a:pt x="35" y="12"/>
                  </a:cubicBezTo>
                  <a:cubicBezTo>
                    <a:pt x="35" y="8"/>
                    <a:pt x="28" y="7"/>
                    <a:pt x="23" y="3"/>
                  </a:cubicBezTo>
                  <a:cubicBezTo>
                    <a:pt x="22" y="1"/>
                    <a:pt x="21" y="1"/>
                    <a:pt x="19" y="0"/>
                  </a:cubicBezTo>
                  <a:cubicBezTo>
                    <a:pt x="18" y="3"/>
                    <a:pt x="16" y="5"/>
                    <a:pt x="15" y="5"/>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3" name="Freeform 119"/>
            <p:cNvSpPr>
              <a:spLocks noChangeArrowheads="1"/>
            </p:cNvSpPr>
            <p:nvPr/>
          </p:nvSpPr>
          <p:spPr bwMode="auto">
            <a:xfrm>
              <a:off x="2463808" y="2346327"/>
              <a:ext cx="66675" cy="84138"/>
            </a:xfrm>
            <a:custGeom>
              <a:avLst/>
              <a:gdLst>
                <a:gd name="T0" fmla="*/ 2 w 35"/>
                <a:gd name="T1" fmla="*/ 19 h 44"/>
                <a:gd name="T2" fmla="*/ 3 w 35"/>
                <a:gd name="T3" fmla="*/ 34 h 44"/>
                <a:gd name="T4" fmla="*/ 0 w 35"/>
                <a:gd name="T5" fmla="*/ 40 h 44"/>
                <a:gd name="T6" fmla="*/ 10 w 35"/>
                <a:gd name="T7" fmla="*/ 42 h 44"/>
                <a:gd name="T8" fmla="*/ 22 w 35"/>
                <a:gd name="T9" fmla="*/ 37 h 44"/>
                <a:gd name="T10" fmla="*/ 35 w 35"/>
                <a:gd name="T11" fmla="*/ 19 h 44"/>
                <a:gd name="T12" fmla="*/ 35 w 35"/>
                <a:gd name="T13" fmla="*/ 19 h 44"/>
                <a:gd name="T14" fmla="*/ 16 w 35"/>
                <a:gd name="T15" fmla="*/ 4 h 44"/>
                <a:gd name="T16" fmla="*/ 6 w 35"/>
                <a:gd name="T17" fmla="*/ 0 h 44"/>
                <a:gd name="T18" fmla="*/ 4 w 35"/>
                <a:gd name="T19" fmla="*/ 6 h 44"/>
                <a:gd name="T20" fmla="*/ 2 w 35"/>
                <a:gd name="T21" fmla="*/ 19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
                <a:gd name="T34" fmla="*/ 0 h 44"/>
                <a:gd name="T35" fmla="*/ 35 w 35"/>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 h="44">
                  <a:moveTo>
                    <a:pt x="2" y="19"/>
                  </a:moveTo>
                  <a:cubicBezTo>
                    <a:pt x="4" y="24"/>
                    <a:pt x="4" y="33"/>
                    <a:pt x="3" y="34"/>
                  </a:cubicBezTo>
                  <a:cubicBezTo>
                    <a:pt x="3" y="35"/>
                    <a:pt x="1" y="38"/>
                    <a:pt x="0" y="40"/>
                  </a:cubicBezTo>
                  <a:cubicBezTo>
                    <a:pt x="2" y="42"/>
                    <a:pt x="5" y="43"/>
                    <a:pt x="10" y="42"/>
                  </a:cubicBezTo>
                  <a:cubicBezTo>
                    <a:pt x="16" y="40"/>
                    <a:pt x="19" y="44"/>
                    <a:pt x="22" y="37"/>
                  </a:cubicBezTo>
                  <a:cubicBezTo>
                    <a:pt x="24" y="31"/>
                    <a:pt x="30" y="23"/>
                    <a:pt x="35" y="19"/>
                  </a:cubicBezTo>
                  <a:cubicBezTo>
                    <a:pt x="35" y="19"/>
                    <a:pt x="35" y="19"/>
                    <a:pt x="35" y="19"/>
                  </a:cubicBezTo>
                  <a:cubicBezTo>
                    <a:pt x="30" y="17"/>
                    <a:pt x="23" y="5"/>
                    <a:pt x="16" y="4"/>
                  </a:cubicBezTo>
                  <a:cubicBezTo>
                    <a:pt x="12" y="3"/>
                    <a:pt x="9" y="2"/>
                    <a:pt x="6" y="0"/>
                  </a:cubicBezTo>
                  <a:cubicBezTo>
                    <a:pt x="5" y="3"/>
                    <a:pt x="4" y="6"/>
                    <a:pt x="4" y="6"/>
                  </a:cubicBezTo>
                  <a:cubicBezTo>
                    <a:pt x="1" y="8"/>
                    <a:pt x="0" y="15"/>
                    <a:pt x="2" y="19"/>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4" name="Freeform 120"/>
            <p:cNvSpPr>
              <a:spLocks noChangeArrowheads="1"/>
            </p:cNvSpPr>
            <p:nvPr/>
          </p:nvSpPr>
          <p:spPr bwMode="auto">
            <a:xfrm>
              <a:off x="1806581" y="1952627"/>
              <a:ext cx="227014" cy="80963"/>
            </a:xfrm>
            <a:custGeom>
              <a:avLst/>
              <a:gdLst>
                <a:gd name="T0" fmla="*/ 96 w 119"/>
                <a:gd name="T1" fmla="*/ 27 h 43"/>
                <a:gd name="T2" fmla="*/ 42 w 119"/>
                <a:gd name="T3" fmla="*/ 5 h 43"/>
                <a:gd name="T4" fmla="*/ 2 w 119"/>
                <a:gd name="T5" fmla="*/ 19 h 43"/>
                <a:gd name="T6" fmla="*/ 21 w 119"/>
                <a:gd name="T7" fmla="*/ 10 h 43"/>
                <a:gd name="T8" fmla="*/ 32 w 119"/>
                <a:gd name="T9" fmla="*/ 15 h 43"/>
                <a:gd name="T10" fmla="*/ 51 w 119"/>
                <a:gd name="T11" fmla="*/ 19 h 43"/>
                <a:gd name="T12" fmla="*/ 75 w 119"/>
                <a:gd name="T13" fmla="*/ 32 h 43"/>
                <a:gd name="T14" fmla="*/ 81 w 119"/>
                <a:gd name="T15" fmla="*/ 41 h 43"/>
                <a:gd name="T16" fmla="*/ 117 w 119"/>
                <a:gd name="T17" fmla="*/ 40 h 43"/>
                <a:gd name="T18" fmla="*/ 96 w 119"/>
                <a:gd name="T19" fmla="*/ 27 h 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9"/>
                <a:gd name="T31" fmla="*/ 0 h 43"/>
                <a:gd name="T32" fmla="*/ 119 w 119"/>
                <a:gd name="T33" fmla="*/ 43 h 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9" h="43">
                  <a:moveTo>
                    <a:pt x="96" y="27"/>
                  </a:moveTo>
                  <a:cubicBezTo>
                    <a:pt x="89" y="27"/>
                    <a:pt x="64" y="10"/>
                    <a:pt x="42" y="5"/>
                  </a:cubicBezTo>
                  <a:cubicBezTo>
                    <a:pt x="19" y="0"/>
                    <a:pt x="0" y="16"/>
                    <a:pt x="2" y="19"/>
                  </a:cubicBezTo>
                  <a:cubicBezTo>
                    <a:pt x="5" y="23"/>
                    <a:pt x="16" y="14"/>
                    <a:pt x="21" y="10"/>
                  </a:cubicBezTo>
                  <a:cubicBezTo>
                    <a:pt x="27" y="6"/>
                    <a:pt x="32" y="12"/>
                    <a:pt x="32" y="15"/>
                  </a:cubicBezTo>
                  <a:cubicBezTo>
                    <a:pt x="33" y="17"/>
                    <a:pt x="40" y="19"/>
                    <a:pt x="51" y="19"/>
                  </a:cubicBezTo>
                  <a:cubicBezTo>
                    <a:pt x="63" y="20"/>
                    <a:pt x="64" y="29"/>
                    <a:pt x="75" y="32"/>
                  </a:cubicBezTo>
                  <a:cubicBezTo>
                    <a:pt x="86" y="34"/>
                    <a:pt x="75" y="39"/>
                    <a:pt x="81" y="41"/>
                  </a:cubicBezTo>
                  <a:cubicBezTo>
                    <a:pt x="86" y="43"/>
                    <a:pt x="115" y="42"/>
                    <a:pt x="117" y="40"/>
                  </a:cubicBezTo>
                  <a:cubicBezTo>
                    <a:pt x="119" y="37"/>
                    <a:pt x="104" y="27"/>
                    <a:pt x="96" y="27"/>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5" name="Freeform 121"/>
            <p:cNvSpPr>
              <a:spLocks noChangeArrowheads="1"/>
            </p:cNvSpPr>
            <p:nvPr/>
          </p:nvSpPr>
          <p:spPr bwMode="auto">
            <a:xfrm>
              <a:off x="1936756" y="2060578"/>
              <a:ext cx="52388" cy="25400"/>
            </a:xfrm>
            <a:custGeom>
              <a:avLst/>
              <a:gdLst>
                <a:gd name="T0" fmla="*/ 3 w 28"/>
                <a:gd name="T1" fmla="*/ 5 h 13"/>
                <a:gd name="T2" fmla="*/ 26 w 28"/>
                <a:gd name="T3" fmla="*/ 9 h 13"/>
                <a:gd name="T4" fmla="*/ 3 w 28"/>
                <a:gd name="T5" fmla="*/ 5 h 13"/>
                <a:gd name="T6" fmla="*/ 0 60000 65536"/>
                <a:gd name="T7" fmla="*/ 0 60000 65536"/>
                <a:gd name="T8" fmla="*/ 0 60000 65536"/>
                <a:gd name="T9" fmla="*/ 0 w 28"/>
                <a:gd name="T10" fmla="*/ 0 h 13"/>
                <a:gd name="T11" fmla="*/ 28 w 28"/>
                <a:gd name="T12" fmla="*/ 13 h 13"/>
              </a:gdLst>
              <a:ahLst/>
              <a:cxnLst>
                <a:cxn ang="T6">
                  <a:pos x="T0" y="T1"/>
                </a:cxn>
                <a:cxn ang="T7">
                  <a:pos x="T2" y="T3"/>
                </a:cxn>
                <a:cxn ang="T8">
                  <a:pos x="T4" y="T5"/>
                </a:cxn>
              </a:cxnLst>
              <a:rect l="T9" t="T10" r="T11" b="T12"/>
              <a:pathLst>
                <a:path w="28" h="13">
                  <a:moveTo>
                    <a:pt x="3" y="5"/>
                  </a:moveTo>
                  <a:cubicBezTo>
                    <a:pt x="5" y="8"/>
                    <a:pt x="24" y="13"/>
                    <a:pt x="26" y="9"/>
                  </a:cubicBezTo>
                  <a:cubicBezTo>
                    <a:pt x="28" y="4"/>
                    <a:pt x="0" y="0"/>
                    <a:pt x="3" y="5"/>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6" name="Freeform 122"/>
            <p:cNvSpPr>
              <a:spLocks noChangeArrowheads="1"/>
            </p:cNvSpPr>
            <p:nvPr/>
          </p:nvSpPr>
          <p:spPr bwMode="auto">
            <a:xfrm>
              <a:off x="2179645" y="2058990"/>
              <a:ext cx="47626" cy="26988"/>
            </a:xfrm>
            <a:custGeom>
              <a:avLst/>
              <a:gdLst>
                <a:gd name="T0" fmla="*/ 4 w 25"/>
                <a:gd name="T1" fmla="*/ 7 h 14"/>
                <a:gd name="T2" fmla="*/ 23 w 25"/>
                <a:gd name="T3" fmla="*/ 7 h 14"/>
                <a:gd name="T4" fmla="*/ 4 w 25"/>
                <a:gd name="T5" fmla="*/ 7 h 14"/>
                <a:gd name="T6" fmla="*/ 0 60000 65536"/>
                <a:gd name="T7" fmla="*/ 0 60000 65536"/>
                <a:gd name="T8" fmla="*/ 0 60000 65536"/>
                <a:gd name="T9" fmla="*/ 0 w 25"/>
                <a:gd name="T10" fmla="*/ 0 h 14"/>
                <a:gd name="T11" fmla="*/ 25 w 25"/>
                <a:gd name="T12" fmla="*/ 14 h 14"/>
              </a:gdLst>
              <a:ahLst/>
              <a:cxnLst>
                <a:cxn ang="T6">
                  <a:pos x="T0" y="T1"/>
                </a:cxn>
                <a:cxn ang="T7">
                  <a:pos x="T2" y="T3"/>
                </a:cxn>
                <a:cxn ang="T8">
                  <a:pos x="T4" y="T5"/>
                </a:cxn>
              </a:cxnLst>
              <a:rect l="T9" t="T10" r="T11" b="T12"/>
              <a:pathLst>
                <a:path w="25" h="14">
                  <a:moveTo>
                    <a:pt x="4" y="7"/>
                  </a:moveTo>
                  <a:cubicBezTo>
                    <a:pt x="9" y="14"/>
                    <a:pt x="22" y="9"/>
                    <a:pt x="23" y="7"/>
                  </a:cubicBezTo>
                  <a:cubicBezTo>
                    <a:pt x="25" y="2"/>
                    <a:pt x="0" y="0"/>
                    <a:pt x="4" y="7"/>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7" name="Freeform 123"/>
            <p:cNvSpPr>
              <a:spLocks noEditPoints="1" noChangeArrowheads="1"/>
            </p:cNvSpPr>
            <p:nvPr/>
          </p:nvSpPr>
          <p:spPr bwMode="auto">
            <a:xfrm>
              <a:off x="2065345" y="-1"/>
              <a:ext cx="1322393" cy="985840"/>
            </a:xfrm>
            <a:custGeom>
              <a:avLst/>
              <a:gdLst>
                <a:gd name="T0" fmla="*/ 606 w 691"/>
                <a:gd name="T1" fmla="*/ 59 h 516"/>
                <a:gd name="T2" fmla="*/ 555 w 691"/>
                <a:gd name="T3" fmla="*/ 83 h 516"/>
                <a:gd name="T4" fmla="*/ 552 w 691"/>
                <a:gd name="T5" fmla="*/ 52 h 516"/>
                <a:gd name="T6" fmla="*/ 494 w 691"/>
                <a:gd name="T7" fmla="*/ 47 h 516"/>
                <a:gd name="T8" fmla="*/ 551 w 691"/>
                <a:gd name="T9" fmla="*/ 38 h 516"/>
                <a:gd name="T10" fmla="*/ 546 w 691"/>
                <a:gd name="T11" fmla="*/ 17 h 516"/>
                <a:gd name="T12" fmla="*/ 467 w 691"/>
                <a:gd name="T13" fmla="*/ 1 h 516"/>
                <a:gd name="T14" fmla="*/ 393 w 691"/>
                <a:gd name="T15" fmla="*/ 10 h 516"/>
                <a:gd name="T16" fmla="*/ 337 w 691"/>
                <a:gd name="T17" fmla="*/ 11 h 516"/>
                <a:gd name="T18" fmla="*/ 291 w 691"/>
                <a:gd name="T19" fmla="*/ 31 h 516"/>
                <a:gd name="T20" fmla="*/ 280 w 691"/>
                <a:gd name="T21" fmla="*/ 37 h 516"/>
                <a:gd name="T22" fmla="*/ 247 w 691"/>
                <a:gd name="T23" fmla="*/ 47 h 516"/>
                <a:gd name="T24" fmla="*/ 216 w 691"/>
                <a:gd name="T25" fmla="*/ 58 h 516"/>
                <a:gd name="T26" fmla="*/ 162 w 691"/>
                <a:gd name="T27" fmla="*/ 47 h 516"/>
                <a:gd name="T28" fmla="*/ 133 w 691"/>
                <a:gd name="T29" fmla="*/ 70 h 516"/>
                <a:gd name="T30" fmla="*/ 88 w 691"/>
                <a:gd name="T31" fmla="*/ 99 h 516"/>
                <a:gd name="T32" fmla="*/ 0 w 691"/>
                <a:gd name="T33" fmla="*/ 142 h 516"/>
                <a:gd name="T34" fmla="*/ 56 w 691"/>
                <a:gd name="T35" fmla="*/ 158 h 516"/>
                <a:gd name="T36" fmla="*/ 16 w 691"/>
                <a:gd name="T37" fmla="*/ 172 h 516"/>
                <a:gd name="T38" fmla="*/ 50 w 691"/>
                <a:gd name="T39" fmla="*/ 194 h 516"/>
                <a:gd name="T40" fmla="*/ 95 w 691"/>
                <a:gd name="T41" fmla="*/ 192 h 516"/>
                <a:gd name="T42" fmla="*/ 163 w 691"/>
                <a:gd name="T43" fmla="*/ 211 h 516"/>
                <a:gd name="T44" fmla="*/ 197 w 691"/>
                <a:gd name="T45" fmla="*/ 256 h 516"/>
                <a:gd name="T46" fmla="*/ 202 w 691"/>
                <a:gd name="T47" fmla="*/ 297 h 516"/>
                <a:gd name="T48" fmla="*/ 245 w 691"/>
                <a:gd name="T49" fmla="*/ 312 h 516"/>
                <a:gd name="T50" fmla="*/ 240 w 691"/>
                <a:gd name="T51" fmla="*/ 328 h 516"/>
                <a:gd name="T52" fmla="*/ 234 w 691"/>
                <a:gd name="T53" fmla="*/ 356 h 516"/>
                <a:gd name="T54" fmla="*/ 226 w 691"/>
                <a:gd name="T55" fmla="*/ 390 h 516"/>
                <a:gd name="T56" fmla="*/ 235 w 691"/>
                <a:gd name="T57" fmla="*/ 436 h 516"/>
                <a:gd name="T58" fmla="*/ 256 w 691"/>
                <a:gd name="T59" fmla="*/ 463 h 516"/>
                <a:gd name="T60" fmla="*/ 287 w 691"/>
                <a:gd name="T61" fmla="*/ 498 h 516"/>
                <a:gd name="T62" fmla="*/ 331 w 691"/>
                <a:gd name="T63" fmla="*/ 515 h 516"/>
                <a:gd name="T64" fmla="*/ 344 w 691"/>
                <a:gd name="T65" fmla="*/ 471 h 516"/>
                <a:gd name="T66" fmla="*/ 363 w 691"/>
                <a:gd name="T67" fmla="*/ 449 h 516"/>
                <a:gd name="T68" fmla="*/ 365 w 691"/>
                <a:gd name="T69" fmla="*/ 427 h 516"/>
                <a:gd name="T70" fmla="*/ 384 w 691"/>
                <a:gd name="T71" fmla="*/ 413 h 516"/>
                <a:gd name="T72" fmla="*/ 401 w 691"/>
                <a:gd name="T73" fmla="*/ 409 h 516"/>
                <a:gd name="T74" fmla="*/ 461 w 691"/>
                <a:gd name="T75" fmla="*/ 369 h 516"/>
                <a:gd name="T76" fmla="*/ 500 w 691"/>
                <a:gd name="T77" fmla="*/ 359 h 516"/>
                <a:gd name="T78" fmla="*/ 576 w 691"/>
                <a:gd name="T79" fmla="*/ 325 h 516"/>
                <a:gd name="T80" fmla="*/ 535 w 691"/>
                <a:gd name="T81" fmla="*/ 316 h 516"/>
                <a:gd name="T82" fmla="*/ 577 w 691"/>
                <a:gd name="T83" fmla="*/ 319 h 516"/>
                <a:gd name="T84" fmla="*/ 569 w 691"/>
                <a:gd name="T85" fmla="*/ 280 h 516"/>
                <a:gd name="T86" fmla="*/ 547 w 691"/>
                <a:gd name="T87" fmla="*/ 261 h 516"/>
                <a:gd name="T88" fmla="*/ 596 w 691"/>
                <a:gd name="T89" fmla="*/ 254 h 516"/>
                <a:gd name="T90" fmla="*/ 609 w 691"/>
                <a:gd name="T91" fmla="*/ 230 h 516"/>
                <a:gd name="T92" fmla="*/ 603 w 691"/>
                <a:gd name="T93" fmla="*/ 193 h 516"/>
                <a:gd name="T94" fmla="*/ 590 w 691"/>
                <a:gd name="T95" fmla="*/ 178 h 516"/>
                <a:gd name="T96" fmla="*/ 595 w 691"/>
                <a:gd name="T97" fmla="*/ 162 h 516"/>
                <a:gd name="T98" fmla="*/ 578 w 691"/>
                <a:gd name="T99" fmla="*/ 154 h 516"/>
                <a:gd name="T100" fmla="*/ 624 w 691"/>
                <a:gd name="T101" fmla="*/ 106 h 516"/>
                <a:gd name="T102" fmla="*/ 613 w 691"/>
                <a:gd name="T103" fmla="*/ 94 h 516"/>
                <a:gd name="T104" fmla="*/ 626 w 691"/>
                <a:gd name="T105" fmla="*/ 81 h 516"/>
                <a:gd name="T106" fmla="*/ 691 w 691"/>
                <a:gd name="T107" fmla="*/ 58 h 516"/>
                <a:gd name="T108" fmla="*/ 228 w 691"/>
                <a:gd name="T109" fmla="*/ 329 h 516"/>
                <a:gd name="T110" fmla="*/ 216 w 691"/>
                <a:gd name="T111" fmla="*/ 342 h 5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691"/>
                <a:gd name="T169" fmla="*/ 0 h 516"/>
                <a:gd name="T170" fmla="*/ 691 w 691"/>
                <a:gd name="T171" fmla="*/ 516 h 5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691" h="516">
                  <a:moveTo>
                    <a:pt x="652" y="47"/>
                  </a:moveTo>
                  <a:cubicBezTo>
                    <a:pt x="640" y="47"/>
                    <a:pt x="630" y="49"/>
                    <a:pt x="629" y="58"/>
                  </a:cubicBezTo>
                  <a:cubicBezTo>
                    <a:pt x="628" y="67"/>
                    <a:pt x="613" y="56"/>
                    <a:pt x="606" y="59"/>
                  </a:cubicBezTo>
                  <a:cubicBezTo>
                    <a:pt x="599" y="62"/>
                    <a:pt x="603" y="52"/>
                    <a:pt x="596" y="56"/>
                  </a:cubicBezTo>
                  <a:cubicBezTo>
                    <a:pt x="589" y="59"/>
                    <a:pt x="582" y="67"/>
                    <a:pt x="574" y="70"/>
                  </a:cubicBezTo>
                  <a:cubicBezTo>
                    <a:pt x="566" y="74"/>
                    <a:pt x="560" y="82"/>
                    <a:pt x="555" y="83"/>
                  </a:cubicBezTo>
                  <a:cubicBezTo>
                    <a:pt x="550" y="83"/>
                    <a:pt x="566" y="67"/>
                    <a:pt x="574" y="59"/>
                  </a:cubicBezTo>
                  <a:cubicBezTo>
                    <a:pt x="582" y="51"/>
                    <a:pt x="577" y="42"/>
                    <a:pt x="567" y="43"/>
                  </a:cubicBezTo>
                  <a:cubicBezTo>
                    <a:pt x="556" y="44"/>
                    <a:pt x="558" y="51"/>
                    <a:pt x="552" y="52"/>
                  </a:cubicBezTo>
                  <a:cubicBezTo>
                    <a:pt x="546" y="53"/>
                    <a:pt x="518" y="68"/>
                    <a:pt x="516" y="63"/>
                  </a:cubicBezTo>
                  <a:cubicBezTo>
                    <a:pt x="515" y="59"/>
                    <a:pt x="540" y="52"/>
                    <a:pt x="540" y="49"/>
                  </a:cubicBezTo>
                  <a:cubicBezTo>
                    <a:pt x="539" y="46"/>
                    <a:pt x="508" y="45"/>
                    <a:pt x="494" y="47"/>
                  </a:cubicBezTo>
                  <a:cubicBezTo>
                    <a:pt x="480" y="49"/>
                    <a:pt x="455" y="57"/>
                    <a:pt x="455" y="53"/>
                  </a:cubicBezTo>
                  <a:cubicBezTo>
                    <a:pt x="455" y="49"/>
                    <a:pt x="484" y="44"/>
                    <a:pt x="498" y="42"/>
                  </a:cubicBezTo>
                  <a:cubicBezTo>
                    <a:pt x="513" y="40"/>
                    <a:pt x="540" y="43"/>
                    <a:pt x="551" y="38"/>
                  </a:cubicBezTo>
                  <a:cubicBezTo>
                    <a:pt x="563" y="34"/>
                    <a:pt x="580" y="33"/>
                    <a:pt x="583" y="30"/>
                  </a:cubicBezTo>
                  <a:cubicBezTo>
                    <a:pt x="586" y="26"/>
                    <a:pt x="570" y="21"/>
                    <a:pt x="562" y="21"/>
                  </a:cubicBezTo>
                  <a:cubicBezTo>
                    <a:pt x="554" y="22"/>
                    <a:pt x="546" y="21"/>
                    <a:pt x="546" y="17"/>
                  </a:cubicBezTo>
                  <a:cubicBezTo>
                    <a:pt x="547" y="13"/>
                    <a:pt x="534" y="12"/>
                    <a:pt x="533" y="9"/>
                  </a:cubicBezTo>
                  <a:cubicBezTo>
                    <a:pt x="531" y="6"/>
                    <a:pt x="506" y="8"/>
                    <a:pt x="501" y="5"/>
                  </a:cubicBezTo>
                  <a:cubicBezTo>
                    <a:pt x="496" y="1"/>
                    <a:pt x="480" y="0"/>
                    <a:pt x="467" y="1"/>
                  </a:cubicBezTo>
                  <a:cubicBezTo>
                    <a:pt x="453" y="2"/>
                    <a:pt x="426" y="1"/>
                    <a:pt x="420" y="2"/>
                  </a:cubicBezTo>
                  <a:cubicBezTo>
                    <a:pt x="413" y="3"/>
                    <a:pt x="409" y="5"/>
                    <a:pt x="404" y="5"/>
                  </a:cubicBezTo>
                  <a:cubicBezTo>
                    <a:pt x="398" y="4"/>
                    <a:pt x="389" y="6"/>
                    <a:pt x="393" y="10"/>
                  </a:cubicBezTo>
                  <a:cubicBezTo>
                    <a:pt x="399" y="16"/>
                    <a:pt x="384" y="19"/>
                    <a:pt x="385" y="14"/>
                  </a:cubicBezTo>
                  <a:cubicBezTo>
                    <a:pt x="386" y="9"/>
                    <a:pt x="372" y="7"/>
                    <a:pt x="367" y="11"/>
                  </a:cubicBezTo>
                  <a:cubicBezTo>
                    <a:pt x="362" y="15"/>
                    <a:pt x="340" y="6"/>
                    <a:pt x="337" y="11"/>
                  </a:cubicBezTo>
                  <a:cubicBezTo>
                    <a:pt x="333" y="15"/>
                    <a:pt x="307" y="14"/>
                    <a:pt x="299" y="15"/>
                  </a:cubicBezTo>
                  <a:cubicBezTo>
                    <a:pt x="292" y="16"/>
                    <a:pt x="311" y="22"/>
                    <a:pt x="311" y="25"/>
                  </a:cubicBezTo>
                  <a:cubicBezTo>
                    <a:pt x="310" y="29"/>
                    <a:pt x="286" y="25"/>
                    <a:pt x="291" y="31"/>
                  </a:cubicBezTo>
                  <a:cubicBezTo>
                    <a:pt x="296" y="37"/>
                    <a:pt x="312" y="42"/>
                    <a:pt x="319" y="49"/>
                  </a:cubicBezTo>
                  <a:cubicBezTo>
                    <a:pt x="327" y="57"/>
                    <a:pt x="313" y="52"/>
                    <a:pt x="305" y="47"/>
                  </a:cubicBezTo>
                  <a:cubicBezTo>
                    <a:pt x="296" y="41"/>
                    <a:pt x="285" y="43"/>
                    <a:pt x="280" y="37"/>
                  </a:cubicBezTo>
                  <a:cubicBezTo>
                    <a:pt x="274" y="32"/>
                    <a:pt x="254" y="27"/>
                    <a:pt x="249" y="31"/>
                  </a:cubicBezTo>
                  <a:cubicBezTo>
                    <a:pt x="243" y="34"/>
                    <a:pt x="263" y="42"/>
                    <a:pt x="263" y="46"/>
                  </a:cubicBezTo>
                  <a:cubicBezTo>
                    <a:pt x="263" y="51"/>
                    <a:pt x="250" y="45"/>
                    <a:pt x="247" y="47"/>
                  </a:cubicBezTo>
                  <a:cubicBezTo>
                    <a:pt x="245" y="49"/>
                    <a:pt x="233" y="36"/>
                    <a:pt x="227" y="36"/>
                  </a:cubicBezTo>
                  <a:cubicBezTo>
                    <a:pt x="220" y="36"/>
                    <a:pt x="226" y="42"/>
                    <a:pt x="226" y="50"/>
                  </a:cubicBezTo>
                  <a:cubicBezTo>
                    <a:pt x="226" y="58"/>
                    <a:pt x="213" y="63"/>
                    <a:pt x="216" y="58"/>
                  </a:cubicBezTo>
                  <a:cubicBezTo>
                    <a:pt x="220" y="52"/>
                    <a:pt x="217" y="37"/>
                    <a:pt x="210" y="35"/>
                  </a:cubicBezTo>
                  <a:cubicBezTo>
                    <a:pt x="203" y="32"/>
                    <a:pt x="185" y="40"/>
                    <a:pt x="176" y="40"/>
                  </a:cubicBezTo>
                  <a:cubicBezTo>
                    <a:pt x="167" y="40"/>
                    <a:pt x="154" y="43"/>
                    <a:pt x="162" y="47"/>
                  </a:cubicBezTo>
                  <a:cubicBezTo>
                    <a:pt x="170" y="52"/>
                    <a:pt x="162" y="55"/>
                    <a:pt x="155" y="50"/>
                  </a:cubicBezTo>
                  <a:cubicBezTo>
                    <a:pt x="148" y="45"/>
                    <a:pt x="125" y="50"/>
                    <a:pt x="130" y="53"/>
                  </a:cubicBezTo>
                  <a:cubicBezTo>
                    <a:pt x="134" y="56"/>
                    <a:pt x="136" y="66"/>
                    <a:pt x="133" y="70"/>
                  </a:cubicBezTo>
                  <a:cubicBezTo>
                    <a:pt x="130" y="74"/>
                    <a:pt x="120" y="66"/>
                    <a:pt x="111" y="67"/>
                  </a:cubicBezTo>
                  <a:cubicBezTo>
                    <a:pt x="102" y="67"/>
                    <a:pt x="58" y="89"/>
                    <a:pt x="60" y="94"/>
                  </a:cubicBezTo>
                  <a:cubicBezTo>
                    <a:pt x="63" y="100"/>
                    <a:pt x="82" y="95"/>
                    <a:pt x="88" y="99"/>
                  </a:cubicBezTo>
                  <a:cubicBezTo>
                    <a:pt x="94" y="102"/>
                    <a:pt x="86" y="114"/>
                    <a:pt x="79" y="119"/>
                  </a:cubicBezTo>
                  <a:cubicBezTo>
                    <a:pt x="71" y="124"/>
                    <a:pt x="44" y="120"/>
                    <a:pt x="43" y="126"/>
                  </a:cubicBezTo>
                  <a:cubicBezTo>
                    <a:pt x="43" y="132"/>
                    <a:pt x="0" y="133"/>
                    <a:pt x="0" y="142"/>
                  </a:cubicBezTo>
                  <a:cubicBezTo>
                    <a:pt x="0" y="146"/>
                    <a:pt x="2" y="150"/>
                    <a:pt x="7" y="151"/>
                  </a:cubicBezTo>
                  <a:cubicBezTo>
                    <a:pt x="13" y="152"/>
                    <a:pt x="20" y="150"/>
                    <a:pt x="26" y="156"/>
                  </a:cubicBezTo>
                  <a:cubicBezTo>
                    <a:pt x="31" y="162"/>
                    <a:pt x="46" y="162"/>
                    <a:pt x="56" y="158"/>
                  </a:cubicBezTo>
                  <a:cubicBezTo>
                    <a:pt x="67" y="154"/>
                    <a:pt x="74" y="159"/>
                    <a:pt x="74" y="165"/>
                  </a:cubicBezTo>
                  <a:cubicBezTo>
                    <a:pt x="74" y="171"/>
                    <a:pt x="51" y="163"/>
                    <a:pt x="44" y="167"/>
                  </a:cubicBezTo>
                  <a:cubicBezTo>
                    <a:pt x="37" y="171"/>
                    <a:pt x="15" y="168"/>
                    <a:pt x="16" y="172"/>
                  </a:cubicBezTo>
                  <a:cubicBezTo>
                    <a:pt x="17" y="177"/>
                    <a:pt x="28" y="176"/>
                    <a:pt x="36" y="178"/>
                  </a:cubicBezTo>
                  <a:cubicBezTo>
                    <a:pt x="45" y="179"/>
                    <a:pt x="37" y="183"/>
                    <a:pt x="37" y="187"/>
                  </a:cubicBezTo>
                  <a:cubicBezTo>
                    <a:pt x="36" y="190"/>
                    <a:pt x="41" y="190"/>
                    <a:pt x="50" y="194"/>
                  </a:cubicBezTo>
                  <a:cubicBezTo>
                    <a:pt x="59" y="198"/>
                    <a:pt x="73" y="201"/>
                    <a:pt x="68" y="196"/>
                  </a:cubicBezTo>
                  <a:cubicBezTo>
                    <a:pt x="64" y="191"/>
                    <a:pt x="77" y="192"/>
                    <a:pt x="80" y="195"/>
                  </a:cubicBezTo>
                  <a:cubicBezTo>
                    <a:pt x="82" y="198"/>
                    <a:pt x="88" y="190"/>
                    <a:pt x="95" y="192"/>
                  </a:cubicBezTo>
                  <a:cubicBezTo>
                    <a:pt x="101" y="194"/>
                    <a:pt x="103" y="186"/>
                    <a:pt x="108" y="189"/>
                  </a:cubicBezTo>
                  <a:cubicBezTo>
                    <a:pt x="113" y="193"/>
                    <a:pt x="137" y="195"/>
                    <a:pt x="145" y="199"/>
                  </a:cubicBezTo>
                  <a:cubicBezTo>
                    <a:pt x="153" y="203"/>
                    <a:pt x="164" y="204"/>
                    <a:pt x="163" y="211"/>
                  </a:cubicBezTo>
                  <a:cubicBezTo>
                    <a:pt x="162" y="217"/>
                    <a:pt x="169" y="222"/>
                    <a:pt x="178" y="226"/>
                  </a:cubicBezTo>
                  <a:cubicBezTo>
                    <a:pt x="187" y="230"/>
                    <a:pt x="189" y="238"/>
                    <a:pt x="189" y="244"/>
                  </a:cubicBezTo>
                  <a:cubicBezTo>
                    <a:pt x="188" y="250"/>
                    <a:pt x="198" y="254"/>
                    <a:pt x="197" y="256"/>
                  </a:cubicBezTo>
                  <a:cubicBezTo>
                    <a:pt x="195" y="259"/>
                    <a:pt x="196" y="263"/>
                    <a:pt x="202" y="268"/>
                  </a:cubicBezTo>
                  <a:cubicBezTo>
                    <a:pt x="208" y="273"/>
                    <a:pt x="193" y="277"/>
                    <a:pt x="197" y="282"/>
                  </a:cubicBezTo>
                  <a:cubicBezTo>
                    <a:pt x="200" y="287"/>
                    <a:pt x="191" y="296"/>
                    <a:pt x="202" y="297"/>
                  </a:cubicBezTo>
                  <a:cubicBezTo>
                    <a:pt x="213" y="299"/>
                    <a:pt x="211" y="290"/>
                    <a:pt x="219" y="290"/>
                  </a:cubicBezTo>
                  <a:cubicBezTo>
                    <a:pt x="227" y="290"/>
                    <a:pt x="219" y="297"/>
                    <a:pt x="223" y="301"/>
                  </a:cubicBezTo>
                  <a:cubicBezTo>
                    <a:pt x="227" y="306"/>
                    <a:pt x="236" y="305"/>
                    <a:pt x="245" y="312"/>
                  </a:cubicBezTo>
                  <a:cubicBezTo>
                    <a:pt x="253" y="319"/>
                    <a:pt x="248" y="322"/>
                    <a:pt x="240" y="316"/>
                  </a:cubicBezTo>
                  <a:cubicBezTo>
                    <a:pt x="232" y="311"/>
                    <a:pt x="210" y="312"/>
                    <a:pt x="210" y="314"/>
                  </a:cubicBezTo>
                  <a:cubicBezTo>
                    <a:pt x="210" y="316"/>
                    <a:pt x="235" y="330"/>
                    <a:pt x="240" y="328"/>
                  </a:cubicBezTo>
                  <a:cubicBezTo>
                    <a:pt x="246" y="326"/>
                    <a:pt x="254" y="336"/>
                    <a:pt x="250" y="340"/>
                  </a:cubicBezTo>
                  <a:cubicBezTo>
                    <a:pt x="247" y="343"/>
                    <a:pt x="249" y="351"/>
                    <a:pt x="248" y="355"/>
                  </a:cubicBezTo>
                  <a:cubicBezTo>
                    <a:pt x="247" y="359"/>
                    <a:pt x="239" y="355"/>
                    <a:pt x="234" y="356"/>
                  </a:cubicBezTo>
                  <a:cubicBezTo>
                    <a:pt x="228" y="357"/>
                    <a:pt x="225" y="358"/>
                    <a:pt x="225" y="364"/>
                  </a:cubicBezTo>
                  <a:cubicBezTo>
                    <a:pt x="225" y="370"/>
                    <a:pt x="216" y="374"/>
                    <a:pt x="215" y="381"/>
                  </a:cubicBezTo>
                  <a:cubicBezTo>
                    <a:pt x="214" y="388"/>
                    <a:pt x="222" y="387"/>
                    <a:pt x="226" y="390"/>
                  </a:cubicBezTo>
                  <a:cubicBezTo>
                    <a:pt x="231" y="393"/>
                    <a:pt x="218" y="395"/>
                    <a:pt x="218" y="400"/>
                  </a:cubicBezTo>
                  <a:cubicBezTo>
                    <a:pt x="217" y="405"/>
                    <a:pt x="229" y="414"/>
                    <a:pt x="233" y="417"/>
                  </a:cubicBezTo>
                  <a:cubicBezTo>
                    <a:pt x="238" y="419"/>
                    <a:pt x="234" y="430"/>
                    <a:pt x="235" y="436"/>
                  </a:cubicBezTo>
                  <a:cubicBezTo>
                    <a:pt x="237" y="442"/>
                    <a:pt x="243" y="435"/>
                    <a:pt x="242" y="442"/>
                  </a:cubicBezTo>
                  <a:cubicBezTo>
                    <a:pt x="241" y="449"/>
                    <a:pt x="247" y="449"/>
                    <a:pt x="248" y="453"/>
                  </a:cubicBezTo>
                  <a:cubicBezTo>
                    <a:pt x="248" y="458"/>
                    <a:pt x="258" y="457"/>
                    <a:pt x="256" y="463"/>
                  </a:cubicBezTo>
                  <a:cubicBezTo>
                    <a:pt x="254" y="469"/>
                    <a:pt x="259" y="473"/>
                    <a:pt x="262" y="477"/>
                  </a:cubicBezTo>
                  <a:cubicBezTo>
                    <a:pt x="264" y="480"/>
                    <a:pt x="273" y="486"/>
                    <a:pt x="274" y="490"/>
                  </a:cubicBezTo>
                  <a:cubicBezTo>
                    <a:pt x="276" y="494"/>
                    <a:pt x="281" y="500"/>
                    <a:pt x="287" y="498"/>
                  </a:cubicBezTo>
                  <a:cubicBezTo>
                    <a:pt x="293" y="497"/>
                    <a:pt x="293" y="502"/>
                    <a:pt x="298" y="502"/>
                  </a:cubicBezTo>
                  <a:cubicBezTo>
                    <a:pt x="303" y="501"/>
                    <a:pt x="310" y="504"/>
                    <a:pt x="311" y="507"/>
                  </a:cubicBezTo>
                  <a:cubicBezTo>
                    <a:pt x="313" y="511"/>
                    <a:pt x="327" y="514"/>
                    <a:pt x="331" y="515"/>
                  </a:cubicBezTo>
                  <a:cubicBezTo>
                    <a:pt x="335" y="516"/>
                    <a:pt x="336" y="508"/>
                    <a:pt x="339" y="506"/>
                  </a:cubicBezTo>
                  <a:cubicBezTo>
                    <a:pt x="343" y="504"/>
                    <a:pt x="342" y="490"/>
                    <a:pt x="345" y="489"/>
                  </a:cubicBezTo>
                  <a:cubicBezTo>
                    <a:pt x="348" y="488"/>
                    <a:pt x="347" y="472"/>
                    <a:pt x="344" y="471"/>
                  </a:cubicBezTo>
                  <a:cubicBezTo>
                    <a:pt x="341" y="470"/>
                    <a:pt x="342" y="464"/>
                    <a:pt x="350" y="465"/>
                  </a:cubicBezTo>
                  <a:cubicBezTo>
                    <a:pt x="357" y="466"/>
                    <a:pt x="355" y="459"/>
                    <a:pt x="358" y="458"/>
                  </a:cubicBezTo>
                  <a:cubicBezTo>
                    <a:pt x="362" y="457"/>
                    <a:pt x="360" y="450"/>
                    <a:pt x="363" y="449"/>
                  </a:cubicBezTo>
                  <a:cubicBezTo>
                    <a:pt x="366" y="448"/>
                    <a:pt x="365" y="444"/>
                    <a:pt x="363" y="441"/>
                  </a:cubicBezTo>
                  <a:cubicBezTo>
                    <a:pt x="361" y="438"/>
                    <a:pt x="364" y="436"/>
                    <a:pt x="368" y="436"/>
                  </a:cubicBezTo>
                  <a:cubicBezTo>
                    <a:pt x="372" y="435"/>
                    <a:pt x="371" y="429"/>
                    <a:pt x="365" y="427"/>
                  </a:cubicBezTo>
                  <a:cubicBezTo>
                    <a:pt x="360" y="425"/>
                    <a:pt x="362" y="419"/>
                    <a:pt x="367" y="423"/>
                  </a:cubicBezTo>
                  <a:cubicBezTo>
                    <a:pt x="372" y="427"/>
                    <a:pt x="376" y="424"/>
                    <a:pt x="373" y="420"/>
                  </a:cubicBezTo>
                  <a:cubicBezTo>
                    <a:pt x="370" y="416"/>
                    <a:pt x="377" y="414"/>
                    <a:pt x="384" y="413"/>
                  </a:cubicBezTo>
                  <a:cubicBezTo>
                    <a:pt x="391" y="413"/>
                    <a:pt x="395" y="409"/>
                    <a:pt x="393" y="404"/>
                  </a:cubicBezTo>
                  <a:cubicBezTo>
                    <a:pt x="392" y="398"/>
                    <a:pt x="401" y="399"/>
                    <a:pt x="399" y="403"/>
                  </a:cubicBezTo>
                  <a:cubicBezTo>
                    <a:pt x="397" y="408"/>
                    <a:pt x="398" y="413"/>
                    <a:pt x="401" y="409"/>
                  </a:cubicBezTo>
                  <a:cubicBezTo>
                    <a:pt x="405" y="406"/>
                    <a:pt x="411" y="408"/>
                    <a:pt x="422" y="405"/>
                  </a:cubicBezTo>
                  <a:cubicBezTo>
                    <a:pt x="434" y="402"/>
                    <a:pt x="445" y="392"/>
                    <a:pt x="447" y="383"/>
                  </a:cubicBezTo>
                  <a:cubicBezTo>
                    <a:pt x="450" y="374"/>
                    <a:pt x="463" y="375"/>
                    <a:pt x="461" y="369"/>
                  </a:cubicBezTo>
                  <a:cubicBezTo>
                    <a:pt x="460" y="363"/>
                    <a:pt x="464" y="361"/>
                    <a:pt x="472" y="365"/>
                  </a:cubicBezTo>
                  <a:cubicBezTo>
                    <a:pt x="480" y="369"/>
                    <a:pt x="474" y="362"/>
                    <a:pt x="483" y="362"/>
                  </a:cubicBezTo>
                  <a:cubicBezTo>
                    <a:pt x="492" y="362"/>
                    <a:pt x="491" y="359"/>
                    <a:pt x="500" y="359"/>
                  </a:cubicBezTo>
                  <a:cubicBezTo>
                    <a:pt x="509" y="358"/>
                    <a:pt x="532" y="354"/>
                    <a:pt x="540" y="348"/>
                  </a:cubicBezTo>
                  <a:cubicBezTo>
                    <a:pt x="548" y="341"/>
                    <a:pt x="565" y="335"/>
                    <a:pt x="572" y="331"/>
                  </a:cubicBezTo>
                  <a:cubicBezTo>
                    <a:pt x="579" y="327"/>
                    <a:pt x="581" y="323"/>
                    <a:pt x="576" y="325"/>
                  </a:cubicBezTo>
                  <a:cubicBezTo>
                    <a:pt x="572" y="328"/>
                    <a:pt x="563" y="328"/>
                    <a:pt x="556" y="326"/>
                  </a:cubicBezTo>
                  <a:cubicBezTo>
                    <a:pt x="550" y="325"/>
                    <a:pt x="539" y="319"/>
                    <a:pt x="531" y="323"/>
                  </a:cubicBezTo>
                  <a:cubicBezTo>
                    <a:pt x="524" y="328"/>
                    <a:pt x="528" y="317"/>
                    <a:pt x="535" y="316"/>
                  </a:cubicBezTo>
                  <a:cubicBezTo>
                    <a:pt x="541" y="315"/>
                    <a:pt x="538" y="312"/>
                    <a:pt x="537" y="305"/>
                  </a:cubicBezTo>
                  <a:cubicBezTo>
                    <a:pt x="535" y="299"/>
                    <a:pt x="547" y="303"/>
                    <a:pt x="553" y="311"/>
                  </a:cubicBezTo>
                  <a:cubicBezTo>
                    <a:pt x="558" y="318"/>
                    <a:pt x="568" y="322"/>
                    <a:pt x="577" y="319"/>
                  </a:cubicBezTo>
                  <a:cubicBezTo>
                    <a:pt x="586" y="316"/>
                    <a:pt x="578" y="309"/>
                    <a:pt x="581" y="304"/>
                  </a:cubicBezTo>
                  <a:cubicBezTo>
                    <a:pt x="585" y="299"/>
                    <a:pt x="554" y="283"/>
                    <a:pt x="552" y="278"/>
                  </a:cubicBezTo>
                  <a:cubicBezTo>
                    <a:pt x="550" y="273"/>
                    <a:pt x="560" y="276"/>
                    <a:pt x="569" y="280"/>
                  </a:cubicBezTo>
                  <a:cubicBezTo>
                    <a:pt x="577" y="284"/>
                    <a:pt x="579" y="273"/>
                    <a:pt x="579" y="268"/>
                  </a:cubicBezTo>
                  <a:cubicBezTo>
                    <a:pt x="579" y="264"/>
                    <a:pt x="561" y="263"/>
                    <a:pt x="552" y="268"/>
                  </a:cubicBezTo>
                  <a:cubicBezTo>
                    <a:pt x="544" y="273"/>
                    <a:pt x="536" y="262"/>
                    <a:pt x="547" y="261"/>
                  </a:cubicBezTo>
                  <a:cubicBezTo>
                    <a:pt x="559" y="259"/>
                    <a:pt x="548" y="255"/>
                    <a:pt x="552" y="251"/>
                  </a:cubicBezTo>
                  <a:cubicBezTo>
                    <a:pt x="555" y="248"/>
                    <a:pt x="569" y="261"/>
                    <a:pt x="577" y="259"/>
                  </a:cubicBezTo>
                  <a:cubicBezTo>
                    <a:pt x="584" y="256"/>
                    <a:pt x="589" y="259"/>
                    <a:pt x="596" y="254"/>
                  </a:cubicBezTo>
                  <a:cubicBezTo>
                    <a:pt x="602" y="249"/>
                    <a:pt x="584" y="244"/>
                    <a:pt x="581" y="240"/>
                  </a:cubicBezTo>
                  <a:cubicBezTo>
                    <a:pt x="577" y="236"/>
                    <a:pt x="599" y="237"/>
                    <a:pt x="606" y="238"/>
                  </a:cubicBezTo>
                  <a:cubicBezTo>
                    <a:pt x="612" y="238"/>
                    <a:pt x="614" y="228"/>
                    <a:pt x="609" y="230"/>
                  </a:cubicBezTo>
                  <a:cubicBezTo>
                    <a:pt x="603" y="232"/>
                    <a:pt x="584" y="223"/>
                    <a:pt x="588" y="217"/>
                  </a:cubicBezTo>
                  <a:cubicBezTo>
                    <a:pt x="592" y="211"/>
                    <a:pt x="600" y="218"/>
                    <a:pt x="608" y="214"/>
                  </a:cubicBezTo>
                  <a:cubicBezTo>
                    <a:pt x="616" y="210"/>
                    <a:pt x="609" y="193"/>
                    <a:pt x="603" y="193"/>
                  </a:cubicBezTo>
                  <a:cubicBezTo>
                    <a:pt x="597" y="193"/>
                    <a:pt x="583" y="191"/>
                    <a:pt x="583" y="188"/>
                  </a:cubicBezTo>
                  <a:cubicBezTo>
                    <a:pt x="583" y="185"/>
                    <a:pt x="571" y="183"/>
                    <a:pt x="574" y="180"/>
                  </a:cubicBezTo>
                  <a:cubicBezTo>
                    <a:pt x="578" y="177"/>
                    <a:pt x="582" y="183"/>
                    <a:pt x="590" y="178"/>
                  </a:cubicBezTo>
                  <a:cubicBezTo>
                    <a:pt x="597" y="172"/>
                    <a:pt x="613" y="179"/>
                    <a:pt x="620" y="178"/>
                  </a:cubicBezTo>
                  <a:cubicBezTo>
                    <a:pt x="627" y="176"/>
                    <a:pt x="617" y="163"/>
                    <a:pt x="613" y="166"/>
                  </a:cubicBezTo>
                  <a:cubicBezTo>
                    <a:pt x="609" y="168"/>
                    <a:pt x="596" y="169"/>
                    <a:pt x="595" y="162"/>
                  </a:cubicBezTo>
                  <a:cubicBezTo>
                    <a:pt x="594" y="155"/>
                    <a:pt x="608" y="162"/>
                    <a:pt x="610" y="158"/>
                  </a:cubicBezTo>
                  <a:cubicBezTo>
                    <a:pt x="612" y="155"/>
                    <a:pt x="591" y="146"/>
                    <a:pt x="587" y="153"/>
                  </a:cubicBezTo>
                  <a:cubicBezTo>
                    <a:pt x="584" y="160"/>
                    <a:pt x="572" y="158"/>
                    <a:pt x="578" y="154"/>
                  </a:cubicBezTo>
                  <a:cubicBezTo>
                    <a:pt x="585" y="150"/>
                    <a:pt x="586" y="139"/>
                    <a:pt x="585" y="133"/>
                  </a:cubicBezTo>
                  <a:cubicBezTo>
                    <a:pt x="585" y="127"/>
                    <a:pt x="608" y="127"/>
                    <a:pt x="605" y="118"/>
                  </a:cubicBezTo>
                  <a:cubicBezTo>
                    <a:pt x="603" y="108"/>
                    <a:pt x="616" y="106"/>
                    <a:pt x="624" y="106"/>
                  </a:cubicBezTo>
                  <a:cubicBezTo>
                    <a:pt x="632" y="106"/>
                    <a:pt x="624" y="96"/>
                    <a:pt x="616" y="97"/>
                  </a:cubicBezTo>
                  <a:cubicBezTo>
                    <a:pt x="609" y="98"/>
                    <a:pt x="601" y="107"/>
                    <a:pt x="598" y="103"/>
                  </a:cubicBezTo>
                  <a:cubicBezTo>
                    <a:pt x="594" y="100"/>
                    <a:pt x="606" y="94"/>
                    <a:pt x="613" y="94"/>
                  </a:cubicBezTo>
                  <a:cubicBezTo>
                    <a:pt x="620" y="94"/>
                    <a:pt x="636" y="93"/>
                    <a:pt x="641" y="90"/>
                  </a:cubicBezTo>
                  <a:cubicBezTo>
                    <a:pt x="647" y="87"/>
                    <a:pt x="631" y="84"/>
                    <a:pt x="621" y="85"/>
                  </a:cubicBezTo>
                  <a:cubicBezTo>
                    <a:pt x="610" y="86"/>
                    <a:pt x="610" y="82"/>
                    <a:pt x="626" y="81"/>
                  </a:cubicBezTo>
                  <a:cubicBezTo>
                    <a:pt x="642" y="81"/>
                    <a:pt x="639" y="78"/>
                    <a:pt x="651" y="76"/>
                  </a:cubicBezTo>
                  <a:cubicBezTo>
                    <a:pt x="662" y="75"/>
                    <a:pt x="658" y="70"/>
                    <a:pt x="665" y="70"/>
                  </a:cubicBezTo>
                  <a:cubicBezTo>
                    <a:pt x="672" y="70"/>
                    <a:pt x="691" y="62"/>
                    <a:pt x="691" y="58"/>
                  </a:cubicBezTo>
                  <a:cubicBezTo>
                    <a:pt x="691" y="55"/>
                    <a:pt x="664" y="47"/>
                    <a:pt x="652" y="47"/>
                  </a:cubicBezTo>
                  <a:close/>
                  <a:moveTo>
                    <a:pt x="237" y="338"/>
                  </a:moveTo>
                  <a:cubicBezTo>
                    <a:pt x="237" y="332"/>
                    <a:pt x="231" y="336"/>
                    <a:pt x="228" y="329"/>
                  </a:cubicBezTo>
                  <a:cubicBezTo>
                    <a:pt x="224" y="323"/>
                    <a:pt x="207" y="320"/>
                    <a:pt x="206" y="325"/>
                  </a:cubicBezTo>
                  <a:cubicBezTo>
                    <a:pt x="205" y="327"/>
                    <a:pt x="200" y="330"/>
                    <a:pt x="204" y="335"/>
                  </a:cubicBezTo>
                  <a:cubicBezTo>
                    <a:pt x="208" y="340"/>
                    <a:pt x="211" y="338"/>
                    <a:pt x="216" y="342"/>
                  </a:cubicBezTo>
                  <a:cubicBezTo>
                    <a:pt x="221" y="347"/>
                    <a:pt x="236" y="343"/>
                    <a:pt x="237" y="338"/>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8" name="Freeform 124"/>
            <p:cNvSpPr>
              <a:spLocks noEditPoints="1" noChangeArrowheads="1"/>
            </p:cNvSpPr>
            <p:nvPr/>
          </p:nvSpPr>
          <p:spPr bwMode="auto">
            <a:xfrm>
              <a:off x="584202" y="17461"/>
              <a:ext cx="1920882" cy="1477966"/>
            </a:xfrm>
            <a:custGeom>
              <a:avLst/>
              <a:gdLst>
                <a:gd name="T0" fmla="*/ 205 w 1005"/>
                <a:gd name="T1" fmla="*/ 683 h 774"/>
                <a:gd name="T2" fmla="*/ 189 w 1005"/>
                <a:gd name="T3" fmla="*/ 227 h 774"/>
                <a:gd name="T4" fmla="*/ 387 w 1005"/>
                <a:gd name="T5" fmla="*/ 251 h 774"/>
                <a:gd name="T6" fmla="*/ 257 w 1005"/>
                <a:gd name="T7" fmla="*/ 269 h 774"/>
                <a:gd name="T8" fmla="*/ 386 w 1005"/>
                <a:gd name="T9" fmla="*/ 334 h 774"/>
                <a:gd name="T10" fmla="*/ 237 w 1005"/>
                <a:gd name="T11" fmla="*/ 194 h 774"/>
                <a:gd name="T12" fmla="*/ 208 w 1005"/>
                <a:gd name="T13" fmla="*/ 185 h 774"/>
                <a:gd name="T14" fmla="*/ 369 w 1005"/>
                <a:gd name="T15" fmla="*/ 213 h 774"/>
                <a:gd name="T16" fmla="*/ 297 w 1005"/>
                <a:gd name="T17" fmla="*/ 144 h 774"/>
                <a:gd name="T18" fmla="*/ 413 w 1005"/>
                <a:gd name="T19" fmla="*/ 119 h 774"/>
                <a:gd name="T20" fmla="*/ 416 w 1005"/>
                <a:gd name="T21" fmla="*/ 161 h 774"/>
                <a:gd name="T22" fmla="*/ 420 w 1005"/>
                <a:gd name="T23" fmla="*/ 185 h 774"/>
                <a:gd name="T24" fmla="*/ 543 w 1005"/>
                <a:gd name="T25" fmla="*/ 147 h 774"/>
                <a:gd name="T26" fmla="*/ 492 w 1005"/>
                <a:gd name="T27" fmla="*/ 232 h 774"/>
                <a:gd name="T28" fmla="*/ 687 w 1005"/>
                <a:gd name="T29" fmla="*/ 220 h 774"/>
                <a:gd name="T30" fmla="*/ 580 w 1005"/>
                <a:gd name="T31" fmla="*/ 151 h 774"/>
                <a:gd name="T32" fmla="*/ 598 w 1005"/>
                <a:gd name="T33" fmla="*/ 83 h 774"/>
                <a:gd name="T34" fmla="*/ 587 w 1005"/>
                <a:gd name="T35" fmla="*/ 66 h 774"/>
                <a:gd name="T36" fmla="*/ 634 w 1005"/>
                <a:gd name="T37" fmla="*/ 120 h 774"/>
                <a:gd name="T38" fmla="*/ 698 w 1005"/>
                <a:gd name="T39" fmla="*/ 180 h 774"/>
                <a:gd name="T40" fmla="*/ 795 w 1005"/>
                <a:gd name="T41" fmla="*/ 87 h 774"/>
                <a:gd name="T42" fmla="*/ 760 w 1005"/>
                <a:gd name="T43" fmla="*/ 9 h 774"/>
                <a:gd name="T44" fmla="*/ 569 w 1005"/>
                <a:gd name="T45" fmla="*/ 46 h 774"/>
                <a:gd name="T46" fmla="*/ 624 w 1005"/>
                <a:gd name="T47" fmla="*/ 440 h 774"/>
                <a:gd name="T48" fmla="*/ 827 w 1005"/>
                <a:gd name="T49" fmla="*/ 340 h 774"/>
                <a:gd name="T50" fmla="*/ 746 w 1005"/>
                <a:gd name="T51" fmla="*/ 272 h 774"/>
                <a:gd name="T52" fmla="*/ 624 w 1005"/>
                <a:gd name="T53" fmla="*/ 250 h 774"/>
                <a:gd name="T54" fmla="*/ 704 w 1005"/>
                <a:gd name="T55" fmla="*/ 309 h 774"/>
                <a:gd name="T56" fmla="*/ 736 w 1005"/>
                <a:gd name="T57" fmla="*/ 409 h 774"/>
                <a:gd name="T58" fmla="*/ 850 w 1005"/>
                <a:gd name="T59" fmla="*/ 419 h 774"/>
                <a:gd name="T60" fmla="*/ 682 w 1005"/>
                <a:gd name="T61" fmla="*/ 241 h 774"/>
                <a:gd name="T62" fmla="*/ 963 w 1005"/>
                <a:gd name="T63" fmla="*/ 641 h 774"/>
                <a:gd name="T64" fmla="*/ 110 w 1005"/>
                <a:gd name="T65" fmla="*/ 629 h 774"/>
                <a:gd name="T66" fmla="*/ 821 w 1005"/>
                <a:gd name="T67" fmla="*/ 686 h 774"/>
                <a:gd name="T68" fmla="*/ 963 w 1005"/>
                <a:gd name="T69" fmla="*/ 609 h 774"/>
                <a:gd name="T70" fmla="*/ 895 w 1005"/>
                <a:gd name="T71" fmla="*/ 560 h 774"/>
                <a:gd name="T72" fmla="*/ 844 w 1005"/>
                <a:gd name="T73" fmla="*/ 528 h 774"/>
                <a:gd name="T74" fmla="*/ 763 w 1005"/>
                <a:gd name="T75" fmla="*/ 463 h 774"/>
                <a:gd name="T76" fmla="*/ 727 w 1005"/>
                <a:gd name="T77" fmla="*/ 543 h 774"/>
                <a:gd name="T78" fmla="*/ 666 w 1005"/>
                <a:gd name="T79" fmla="*/ 617 h 774"/>
                <a:gd name="T80" fmla="*/ 538 w 1005"/>
                <a:gd name="T81" fmla="*/ 525 h 774"/>
                <a:gd name="T82" fmla="*/ 579 w 1005"/>
                <a:gd name="T83" fmla="*/ 430 h 774"/>
                <a:gd name="T84" fmla="*/ 649 w 1005"/>
                <a:gd name="T85" fmla="*/ 387 h 774"/>
                <a:gd name="T86" fmla="*/ 636 w 1005"/>
                <a:gd name="T87" fmla="*/ 339 h 774"/>
                <a:gd name="T88" fmla="*/ 580 w 1005"/>
                <a:gd name="T89" fmla="*/ 343 h 774"/>
                <a:gd name="T90" fmla="*/ 537 w 1005"/>
                <a:gd name="T91" fmla="*/ 271 h 774"/>
                <a:gd name="T92" fmla="*/ 518 w 1005"/>
                <a:gd name="T93" fmla="*/ 292 h 774"/>
                <a:gd name="T94" fmla="*/ 508 w 1005"/>
                <a:gd name="T95" fmla="*/ 364 h 774"/>
                <a:gd name="T96" fmla="*/ 492 w 1005"/>
                <a:gd name="T97" fmla="*/ 348 h 774"/>
                <a:gd name="T98" fmla="*/ 399 w 1005"/>
                <a:gd name="T99" fmla="*/ 348 h 774"/>
                <a:gd name="T100" fmla="*/ 268 w 1005"/>
                <a:gd name="T101" fmla="*/ 339 h 774"/>
                <a:gd name="T102" fmla="*/ 97 w 1005"/>
                <a:gd name="T103" fmla="*/ 340 h 774"/>
                <a:gd name="T104" fmla="*/ 47 w 1005"/>
                <a:gd name="T105" fmla="*/ 341 h 774"/>
                <a:gd name="T106" fmla="*/ 127 w 1005"/>
                <a:gd name="T107" fmla="*/ 588 h 774"/>
                <a:gd name="T108" fmla="*/ 182 w 1005"/>
                <a:gd name="T109" fmla="*/ 658 h 774"/>
                <a:gd name="T110" fmla="*/ 623 w 1005"/>
                <a:gd name="T111" fmla="*/ 689 h 774"/>
                <a:gd name="T112" fmla="*/ 701 w 1005"/>
                <a:gd name="T113" fmla="*/ 766 h 774"/>
                <a:gd name="T114" fmla="*/ 866 w 1005"/>
                <a:gd name="T115" fmla="*/ 722 h 774"/>
                <a:gd name="T116" fmla="*/ 243 w 1005"/>
                <a:gd name="T117" fmla="*/ 407 h 774"/>
                <a:gd name="T118" fmla="*/ 241 w 1005"/>
                <a:gd name="T119" fmla="*/ 392 h 774"/>
                <a:gd name="T120" fmla="*/ 503 w 1005"/>
                <a:gd name="T121" fmla="*/ 656 h 77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005"/>
                <a:gd name="T184" fmla="*/ 0 h 774"/>
                <a:gd name="T185" fmla="*/ 1005 w 1005"/>
                <a:gd name="T186" fmla="*/ 774 h 77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005" h="774">
                  <a:moveTo>
                    <a:pt x="198" y="678"/>
                  </a:moveTo>
                  <a:cubicBezTo>
                    <a:pt x="195" y="675"/>
                    <a:pt x="187" y="676"/>
                    <a:pt x="185" y="672"/>
                  </a:cubicBezTo>
                  <a:cubicBezTo>
                    <a:pt x="184" y="669"/>
                    <a:pt x="176" y="657"/>
                    <a:pt x="172" y="658"/>
                  </a:cubicBezTo>
                  <a:cubicBezTo>
                    <a:pt x="168" y="658"/>
                    <a:pt x="162" y="658"/>
                    <a:pt x="157" y="654"/>
                  </a:cubicBezTo>
                  <a:cubicBezTo>
                    <a:pt x="152" y="651"/>
                    <a:pt x="149" y="650"/>
                    <a:pt x="146" y="653"/>
                  </a:cubicBezTo>
                  <a:cubicBezTo>
                    <a:pt x="142" y="655"/>
                    <a:pt x="149" y="655"/>
                    <a:pt x="149" y="658"/>
                  </a:cubicBezTo>
                  <a:cubicBezTo>
                    <a:pt x="149" y="660"/>
                    <a:pt x="151" y="662"/>
                    <a:pt x="154" y="661"/>
                  </a:cubicBezTo>
                  <a:cubicBezTo>
                    <a:pt x="157" y="661"/>
                    <a:pt x="159" y="667"/>
                    <a:pt x="162" y="667"/>
                  </a:cubicBezTo>
                  <a:cubicBezTo>
                    <a:pt x="165" y="668"/>
                    <a:pt x="166" y="672"/>
                    <a:pt x="170" y="672"/>
                  </a:cubicBezTo>
                  <a:cubicBezTo>
                    <a:pt x="173" y="672"/>
                    <a:pt x="174" y="676"/>
                    <a:pt x="176" y="679"/>
                  </a:cubicBezTo>
                  <a:cubicBezTo>
                    <a:pt x="177" y="681"/>
                    <a:pt x="181" y="679"/>
                    <a:pt x="181" y="681"/>
                  </a:cubicBezTo>
                  <a:cubicBezTo>
                    <a:pt x="181" y="683"/>
                    <a:pt x="185" y="685"/>
                    <a:pt x="186" y="687"/>
                  </a:cubicBezTo>
                  <a:cubicBezTo>
                    <a:pt x="193" y="688"/>
                    <a:pt x="199" y="689"/>
                    <a:pt x="204" y="687"/>
                  </a:cubicBezTo>
                  <a:cubicBezTo>
                    <a:pt x="204" y="686"/>
                    <a:pt x="205" y="684"/>
                    <a:pt x="205" y="683"/>
                  </a:cubicBezTo>
                  <a:cubicBezTo>
                    <a:pt x="207" y="680"/>
                    <a:pt x="202" y="682"/>
                    <a:pt x="198" y="678"/>
                  </a:cubicBezTo>
                  <a:close/>
                  <a:moveTo>
                    <a:pt x="190" y="281"/>
                  </a:moveTo>
                  <a:cubicBezTo>
                    <a:pt x="199" y="283"/>
                    <a:pt x="200" y="299"/>
                    <a:pt x="206" y="299"/>
                  </a:cubicBezTo>
                  <a:cubicBezTo>
                    <a:pt x="210" y="299"/>
                    <a:pt x="207" y="294"/>
                    <a:pt x="213" y="294"/>
                  </a:cubicBezTo>
                  <a:cubicBezTo>
                    <a:pt x="220" y="294"/>
                    <a:pt x="218" y="291"/>
                    <a:pt x="224" y="291"/>
                  </a:cubicBezTo>
                  <a:cubicBezTo>
                    <a:pt x="230" y="292"/>
                    <a:pt x="235" y="290"/>
                    <a:pt x="235" y="283"/>
                  </a:cubicBezTo>
                  <a:cubicBezTo>
                    <a:pt x="235" y="276"/>
                    <a:pt x="240" y="273"/>
                    <a:pt x="246" y="272"/>
                  </a:cubicBezTo>
                  <a:cubicBezTo>
                    <a:pt x="252" y="270"/>
                    <a:pt x="246" y="263"/>
                    <a:pt x="255" y="261"/>
                  </a:cubicBezTo>
                  <a:cubicBezTo>
                    <a:pt x="263" y="259"/>
                    <a:pt x="287" y="249"/>
                    <a:pt x="291" y="246"/>
                  </a:cubicBezTo>
                  <a:cubicBezTo>
                    <a:pt x="295" y="243"/>
                    <a:pt x="286" y="239"/>
                    <a:pt x="277" y="233"/>
                  </a:cubicBezTo>
                  <a:cubicBezTo>
                    <a:pt x="268" y="228"/>
                    <a:pt x="261" y="226"/>
                    <a:pt x="254" y="231"/>
                  </a:cubicBezTo>
                  <a:cubicBezTo>
                    <a:pt x="247" y="235"/>
                    <a:pt x="252" y="226"/>
                    <a:pt x="247" y="228"/>
                  </a:cubicBezTo>
                  <a:cubicBezTo>
                    <a:pt x="241" y="231"/>
                    <a:pt x="226" y="224"/>
                    <a:pt x="224" y="222"/>
                  </a:cubicBezTo>
                  <a:cubicBezTo>
                    <a:pt x="222" y="219"/>
                    <a:pt x="195" y="227"/>
                    <a:pt x="189" y="227"/>
                  </a:cubicBezTo>
                  <a:cubicBezTo>
                    <a:pt x="182" y="227"/>
                    <a:pt x="189" y="234"/>
                    <a:pt x="194" y="238"/>
                  </a:cubicBezTo>
                  <a:cubicBezTo>
                    <a:pt x="198" y="241"/>
                    <a:pt x="183" y="252"/>
                    <a:pt x="186" y="255"/>
                  </a:cubicBezTo>
                  <a:cubicBezTo>
                    <a:pt x="189" y="257"/>
                    <a:pt x="183" y="264"/>
                    <a:pt x="176" y="272"/>
                  </a:cubicBezTo>
                  <a:cubicBezTo>
                    <a:pt x="169" y="280"/>
                    <a:pt x="181" y="279"/>
                    <a:pt x="190" y="281"/>
                  </a:cubicBezTo>
                  <a:close/>
                  <a:moveTo>
                    <a:pt x="440" y="322"/>
                  </a:moveTo>
                  <a:cubicBezTo>
                    <a:pt x="443" y="319"/>
                    <a:pt x="455" y="329"/>
                    <a:pt x="456" y="322"/>
                  </a:cubicBezTo>
                  <a:cubicBezTo>
                    <a:pt x="456" y="314"/>
                    <a:pt x="442" y="311"/>
                    <a:pt x="436" y="307"/>
                  </a:cubicBezTo>
                  <a:cubicBezTo>
                    <a:pt x="430" y="303"/>
                    <a:pt x="427" y="305"/>
                    <a:pt x="418" y="298"/>
                  </a:cubicBezTo>
                  <a:cubicBezTo>
                    <a:pt x="408" y="291"/>
                    <a:pt x="420" y="287"/>
                    <a:pt x="413" y="282"/>
                  </a:cubicBezTo>
                  <a:cubicBezTo>
                    <a:pt x="406" y="276"/>
                    <a:pt x="404" y="261"/>
                    <a:pt x="409" y="256"/>
                  </a:cubicBezTo>
                  <a:cubicBezTo>
                    <a:pt x="414" y="251"/>
                    <a:pt x="419" y="244"/>
                    <a:pt x="410" y="240"/>
                  </a:cubicBezTo>
                  <a:cubicBezTo>
                    <a:pt x="401" y="237"/>
                    <a:pt x="387" y="243"/>
                    <a:pt x="388" y="245"/>
                  </a:cubicBezTo>
                  <a:cubicBezTo>
                    <a:pt x="390" y="247"/>
                    <a:pt x="402" y="254"/>
                    <a:pt x="402" y="257"/>
                  </a:cubicBezTo>
                  <a:cubicBezTo>
                    <a:pt x="402" y="260"/>
                    <a:pt x="391" y="249"/>
                    <a:pt x="387" y="251"/>
                  </a:cubicBezTo>
                  <a:cubicBezTo>
                    <a:pt x="383" y="254"/>
                    <a:pt x="378" y="246"/>
                    <a:pt x="375" y="251"/>
                  </a:cubicBezTo>
                  <a:cubicBezTo>
                    <a:pt x="371" y="256"/>
                    <a:pt x="379" y="274"/>
                    <a:pt x="382" y="279"/>
                  </a:cubicBezTo>
                  <a:cubicBezTo>
                    <a:pt x="385" y="284"/>
                    <a:pt x="379" y="284"/>
                    <a:pt x="375" y="285"/>
                  </a:cubicBezTo>
                  <a:cubicBezTo>
                    <a:pt x="371" y="286"/>
                    <a:pt x="371" y="271"/>
                    <a:pt x="367" y="265"/>
                  </a:cubicBezTo>
                  <a:cubicBezTo>
                    <a:pt x="363" y="260"/>
                    <a:pt x="347" y="253"/>
                    <a:pt x="346" y="257"/>
                  </a:cubicBezTo>
                  <a:cubicBezTo>
                    <a:pt x="345" y="261"/>
                    <a:pt x="356" y="261"/>
                    <a:pt x="354" y="267"/>
                  </a:cubicBezTo>
                  <a:cubicBezTo>
                    <a:pt x="353" y="272"/>
                    <a:pt x="347" y="263"/>
                    <a:pt x="341" y="268"/>
                  </a:cubicBezTo>
                  <a:cubicBezTo>
                    <a:pt x="336" y="272"/>
                    <a:pt x="337" y="269"/>
                    <a:pt x="338" y="265"/>
                  </a:cubicBezTo>
                  <a:cubicBezTo>
                    <a:pt x="339" y="260"/>
                    <a:pt x="330" y="255"/>
                    <a:pt x="320" y="256"/>
                  </a:cubicBezTo>
                  <a:cubicBezTo>
                    <a:pt x="310" y="257"/>
                    <a:pt x="315" y="264"/>
                    <a:pt x="312" y="267"/>
                  </a:cubicBezTo>
                  <a:cubicBezTo>
                    <a:pt x="309" y="269"/>
                    <a:pt x="294" y="265"/>
                    <a:pt x="304" y="263"/>
                  </a:cubicBezTo>
                  <a:cubicBezTo>
                    <a:pt x="313" y="261"/>
                    <a:pt x="309" y="256"/>
                    <a:pt x="306" y="250"/>
                  </a:cubicBezTo>
                  <a:cubicBezTo>
                    <a:pt x="302" y="245"/>
                    <a:pt x="293" y="251"/>
                    <a:pt x="277" y="257"/>
                  </a:cubicBezTo>
                  <a:cubicBezTo>
                    <a:pt x="262" y="262"/>
                    <a:pt x="255" y="268"/>
                    <a:pt x="257" y="269"/>
                  </a:cubicBezTo>
                  <a:cubicBezTo>
                    <a:pt x="259" y="269"/>
                    <a:pt x="259" y="272"/>
                    <a:pt x="253" y="277"/>
                  </a:cubicBezTo>
                  <a:cubicBezTo>
                    <a:pt x="247" y="282"/>
                    <a:pt x="253" y="286"/>
                    <a:pt x="259" y="286"/>
                  </a:cubicBezTo>
                  <a:cubicBezTo>
                    <a:pt x="264" y="286"/>
                    <a:pt x="260" y="290"/>
                    <a:pt x="263" y="292"/>
                  </a:cubicBezTo>
                  <a:cubicBezTo>
                    <a:pt x="267" y="293"/>
                    <a:pt x="285" y="285"/>
                    <a:pt x="290" y="288"/>
                  </a:cubicBezTo>
                  <a:cubicBezTo>
                    <a:pt x="295" y="292"/>
                    <a:pt x="260" y="294"/>
                    <a:pt x="260" y="300"/>
                  </a:cubicBezTo>
                  <a:cubicBezTo>
                    <a:pt x="260" y="306"/>
                    <a:pt x="279" y="309"/>
                    <a:pt x="293" y="307"/>
                  </a:cubicBezTo>
                  <a:cubicBezTo>
                    <a:pt x="307" y="304"/>
                    <a:pt x="332" y="309"/>
                    <a:pt x="332" y="312"/>
                  </a:cubicBezTo>
                  <a:cubicBezTo>
                    <a:pt x="332" y="316"/>
                    <a:pt x="315" y="315"/>
                    <a:pt x="303" y="314"/>
                  </a:cubicBezTo>
                  <a:cubicBezTo>
                    <a:pt x="290" y="314"/>
                    <a:pt x="269" y="318"/>
                    <a:pt x="270" y="322"/>
                  </a:cubicBezTo>
                  <a:cubicBezTo>
                    <a:pt x="271" y="326"/>
                    <a:pt x="272" y="326"/>
                    <a:pt x="285" y="332"/>
                  </a:cubicBezTo>
                  <a:cubicBezTo>
                    <a:pt x="298" y="338"/>
                    <a:pt x="312" y="329"/>
                    <a:pt x="311" y="338"/>
                  </a:cubicBezTo>
                  <a:cubicBezTo>
                    <a:pt x="311" y="346"/>
                    <a:pt x="318" y="348"/>
                    <a:pt x="336" y="349"/>
                  </a:cubicBezTo>
                  <a:cubicBezTo>
                    <a:pt x="353" y="349"/>
                    <a:pt x="361" y="341"/>
                    <a:pt x="370" y="341"/>
                  </a:cubicBezTo>
                  <a:cubicBezTo>
                    <a:pt x="378" y="342"/>
                    <a:pt x="382" y="340"/>
                    <a:pt x="386" y="334"/>
                  </a:cubicBezTo>
                  <a:cubicBezTo>
                    <a:pt x="390" y="328"/>
                    <a:pt x="394" y="332"/>
                    <a:pt x="395" y="335"/>
                  </a:cubicBezTo>
                  <a:cubicBezTo>
                    <a:pt x="396" y="338"/>
                    <a:pt x="407" y="337"/>
                    <a:pt x="409" y="340"/>
                  </a:cubicBezTo>
                  <a:cubicBezTo>
                    <a:pt x="416" y="346"/>
                    <a:pt x="437" y="344"/>
                    <a:pt x="445" y="340"/>
                  </a:cubicBezTo>
                  <a:cubicBezTo>
                    <a:pt x="453" y="336"/>
                    <a:pt x="441" y="325"/>
                    <a:pt x="437" y="330"/>
                  </a:cubicBezTo>
                  <a:cubicBezTo>
                    <a:pt x="433" y="335"/>
                    <a:pt x="430" y="332"/>
                    <a:pt x="429" y="330"/>
                  </a:cubicBezTo>
                  <a:cubicBezTo>
                    <a:pt x="428" y="327"/>
                    <a:pt x="437" y="326"/>
                    <a:pt x="440" y="322"/>
                  </a:cubicBezTo>
                  <a:close/>
                  <a:moveTo>
                    <a:pt x="250" y="199"/>
                  </a:moveTo>
                  <a:cubicBezTo>
                    <a:pt x="259" y="200"/>
                    <a:pt x="268" y="192"/>
                    <a:pt x="267" y="188"/>
                  </a:cubicBezTo>
                  <a:cubicBezTo>
                    <a:pt x="267" y="183"/>
                    <a:pt x="245" y="199"/>
                    <a:pt x="250" y="199"/>
                  </a:cubicBezTo>
                  <a:close/>
                  <a:moveTo>
                    <a:pt x="208" y="185"/>
                  </a:moveTo>
                  <a:cubicBezTo>
                    <a:pt x="212" y="187"/>
                    <a:pt x="208" y="194"/>
                    <a:pt x="212" y="192"/>
                  </a:cubicBezTo>
                  <a:cubicBezTo>
                    <a:pt x="216" y="190"/>
                    <a:pt x="217" y="189"/>
                    <a:pt x="220" y="190"/>
                  </a:cubicBezTo>
                  <a:cubicBezTo>
                    <a:pt x="226" y="192"/>
                    <a:pt x="227" y="187"/>
                    <a:pt x="229" y="185"/>
                  </a:cubicBezTo>
                  <a:cubicBezTo>
                    <a:pt x="232" y="182"/>
                    <a:pt x="231" y="194"/>
                    <a:pt x="237" y="194"/>
                  </a:cubicBezTo>
                  <a:cubicBezTo>
                    <a:pt x="243" y="194"/>
                    <a:pt x="242" y="182"/>
                    <a:pt x="247" y="185"/>
                  </a:cubicBezTo>
                  <a:cubicBezTo>
                    <a:pt x="252" y="189"/>
                    <a:pt x="253" y="184"/>
                    <a:pt x="254" y="180"/>
                  </a:cubicBezTo>
                  <a:cubicBezTo>
                    <a:pt x="255" y="177"/>
                    <a:pt x="255" y="171"/>
                    <a:pt x="261" y="170"/>
                  </a:cubicBezTo>
                  <a:cubicBezTo>
                    <a:pt x="266" y="169"/>
                    <a:pt x="262" y="175"/>
                    <a:pt x="264" y="180"/>
                  </a:cubicBezTo>
                  <a:cubicBezTo>
                    <a:pt x="268" y="186"/>
                    <a:pt x="274" y="180"/>
                    <a:pt x="275" y="177"/>
                  </a:cubicBezTo>
                  <a:cubicBezTo>
                    <a:pt x="275" y="174"/>
                    <a:pt x="284" y="176"/>
                    <a:pt x="284" y="173"/>
                  </a:cubicBezTo>
                  <a:cubicBezTo>
                    <a:pt x="283" y="169"/>
                    <a:pt x="286" y="168"/>
                    <a:pt x="284" y="164"/>
                  </a:cubicBezTo>
                  <a:cubicBezTo>
                    <a:pt x="281" y="160"/>
                    <a:pt x="288" y="161"/>
                    <a:pt x="291" y="158"/>
                  </a:cubicBezTo>
                  <a:cubicBezTo>
                    <a:pt x="294" y="155"/>
                    <a:pt x="287" y="158"/>
                    <a:pt x="282" y="153"/>
                  </a:cubicBezTo>
                  <a:cubicBezTo>
                    <a:pt x="277" y="149"/>
                    <a:pt x="275" y="155"/>
                    <a:pt x="275" y="158"/>
                  </a:cubicBezTo>
                  <a:cubicBezTo>
                    <a:pt x="275" y="161"/>
                    <a:pt x="265" y="158"/>
                    <a:pt x="260" y="156"/>
                  </a:cubicBezTo>
                  <a:cubicBezTo>
                    <a:pt x="254" y="154"/>
                    <a:pt x="247" y="163"/>
                    <a:pt x="239" y="167"/>
                  </a:cubicBezTo>
                  <a:cubicBezTo>
                    <a:pt x="231" y="171"/>
                    <a:pt x="231" y="178"/>
                    <a:pt x="223" y="177"/>
                  </a:cubicBezTo>
                  <a:cubicBezTo>
                    <a:pt x="216" y="177"/>
                    <a:pt x="205" y="184"/>
                    <a:pt x="208" y="185"/>
                  </a:cubicBezTo>
                  <a:close/>
                  <a:moveTo>
                    <a:pt x="286" y="183"/>
                  </a:moveTo>
                  <a:cubicBezTo>
                    <a:pt x="279" y="183"/>
                    <a:pt x="280" y="190"/>
                    <a:pt x="288" y="190"/>
                  </a:cubicBezTo>
                  <a:cubicBezTo>
                    <a:pt x="296" y="190"/>
                    <a:pt x="298" y="193"/>
                    <a:pt x="287" y="192"/>
                  </a:cubicBezTo>
                  <a:cubicBezTo>
                    <a:pt x="275" y="192"/>
                    <a:pt x="270" y="202"/>
                    <a:pt x="278" y="200"/>
                  </a:cubicBezTo>
                  <a:cubicBezTo>
                    <a:pt x="286" y="198"/>
                    <a:pt x="296" y="198"/>
                    <a:pt x="290" y="200"/>
                  </a:cubicBezTo>
                  <a:cubicBezTo>
                    <a:pt x="284" y="202"/>
                    <a:pt x="268" y="203"/>
                    <a:pt x="270" y="206"/>
                  </a:cubicBezTo>
                  <a:cubicBezTo>
                    <a:pt x="271" y="208"/>
                    <a:pt x="278" y="208"/>
                    <a:pt x="284" y="210"/>
                  </a:cubicBezTo>
                  <a:cubicBezTo>
                    <a:pt x="291" y="213"/>
                    <a:pt x="295" y="214"/>
                    <a:pt x="300" y="209"/>
                  </a:cubicBezTo>
                  <a:cubicBezTo>
                    <a:pt x="305" y="203"/>
                    <a:pt x="311" y="198"/>
                    <a:pt x="309" y="205"/>
                  </a:cubicBezTo>
                  <a:cubicBezTo>
                    <a:pt x="306" y="213"/>
                    <a:pt x="317" y="207"/>
                    <a:pt x="330" y="207"/>
                  </a:cubicBezTo>
                  <a:cubicBezTo>
                    <a:pt x="344" y="206"/>
                    <a:pt x="328" y="215"/>
                    <a:pt x="314" y="216"/>
                  </a:cubicBezTo>
                  <a:cubicBezTo>
                    <a:pt x="300" y="217"/>
                    <a:pt x="302" y="224"/>
                    <a:pt x="313" y="226"/>
                  </a:cubicBezTo>
                  <a:cubicBezTo>
                    <a:pt x="324" y="229"/>
                    <a:pt x="348" y="219"/>
                    <a:pt x="353" y="214"/>
                  </a:cubicBezTo>
                  <a:cubicBezTo>
                    <a:pt x="359" y="208"/>
                    <a:pt x="364" y="217"/>
                    <a:pt x="369" y="213"/>
                  </a:cubicBezTo>
                  <a:cubicBezTo>
                    <a:pt x="375" y="209"/>
                    <a:pt x="385" y="213"/>
                    <a:pt x="395" y="211"/>
                  </a:cubicBezTo>
                  <a:cubicBezTo>
                    <a:pt x="404" y="209"/>
                    <a:pt x="406" y="191"/>
                    <a:pt x="399" y="188"/>
                  </a:cubicBezTo>
                  <a:cubicBezTo>
                    <a:pt x="392" y="185"/>
                    <a:pt x="392" y="192"/>
                    <a:pt x="386" y="193"/>
                  </a:cubicBezTo>
                  <a:cubicBezTo>
                    <a:pt x="381" y="194"/>
                    <a:pt x="378" y="187"/>
                    <a:pt x="373" y="182"/>
                  </a:cubicBezTo>
                  <a:cubicBezTo>
                    <a:pt x="369" y="178"/>
                    <a:pt x="372" y="169"/>
                    <a:pt x="365" y="170"/>
                  </a:cubicBezTo>
                  <a:cubicBezTo>
                    <a:pt x="359" y="171"/>
                    <a:pt x="345" y="182"/>
                    <a:pt x="353" y="183"/>
                  </a:cubicBezTo>
                  <a:cubicBezTo>
                    <a:pt x="362" y="184"/>
                    <a:pt x="359" y="188"/>
                    <a:pt x="354" y="190"/>
                  </a:cubicBezTo>
                  <a:cubicBezTo>
                    <a:pt x="350" y="192"/>
                    <a:pt x="365" y="196"/>
                    <a:pt x="363" y="199"/>
                  </a:cubicBezTo>
                  <a:cubicBezTo>
                    <a:pt x="361" y="202"/>
                    <a:pt x="338" y="199"/>
                    <a:pt x="337" y="194"/>
                  </a:cubicBezTo>
                  <a:cubicBezTo>
                    <a:pt x="336" y="189"/>
                    <a:pt x="318" y="180"/>
                    <a:pt x="310" y="182"/>
                  </a:cubicBezTo>
                  <a:cubicBezTo>
                    <a:pt x="303" y="184"/>
                    <a:pt x="306" y="176"/>
                    <a:pt x="298" y="176"/>
                  </a:cubicBezTo>
                  <a:cubicBezTo>
                    <a:pt x="291" y="175"/>
                    <a:pt x="293" y="182"/>
                    <a:pt x="286" y="183"/>
                  </a:cubicBezTo>
                  <a:close/>
                  <a:moveTo>
                    <a:pt x="312" y="147"/>
                  </a:moveTo>
                  <a:cubicBezTo>
                    <a:pt x="315" y="141"/>
                    <a:pt x="296" y="142"/>
                    <a:pt x="297" y="144"/>
                  </a:cubicBezTo>
                  <a:cubicBezTo>
                    <a:pt x="301" y="148"/>
                    <a:pt x="310" y="153"/>
                    <a:pt x="312" y="147"/>
                  </a:cubicBezTo>
                  <a:close/>
                  <a:moveTo>
                    <a:pt x="354" y="144"/>
                  </a:moveTo>
                  <a:cubicBezTo>
                    <a:pt x="360" y="143"/>
                    <a:pt x="357" y="138"/>
                    <a:pt x="347" y="140"/>
                  </a:cubicBezTo>
                  <a:cubicBezTo>
                    <a:pt x="336" y="141"/>
                    <a:pt x="318" y="141"/>
                    <a:pt x="318" y="149"/>
                  </a:cubicBezTo>
                  <a:cubicBezTo>
                    <a:pt x="318" y="155"/>
                    <a:pt x="322" y="158"/>
                    <a:pt x="333" y="159"/>
                  </a:cubicBezTo>
                  <a:cubicBezTo>
                    <a:pt x="345" y="160"/>
                    <a:pt x="355" y="149"/>
                    <a:pt x="349" y="149"/>
                  </a:cubicBezTo>
                  <a:cubicBezTo>
                    <a:pt x="344" y="149"/>
                    <a:pt x="347" y="145"/>
                    <a:pt x="354" y="144"/>
                  </a:cubicBezTo>
                  <a:close/>
                  <a:moveTo>
                    <a:pt x="329" y="135"/>
                  </a:moveTo>
                  <a:cubicBezTo>
                    <a:pt x="334" y="137"/>
                    <a:pt x="339" y="130"/>
                    <a:pt x="343" y="133"/>
                  </a:cubicBezTo>
                  <a:cubicBezTo>
                    <a:pt x="346" y="136"/>
                    <a:pt x="362" y="139"/>
                    <a:pt x="362" y="131"/>
                  </a:cubicBezTo>
                  <a:cubicBezTo>
                    <a:pt x="362" y="123"/>
                    <a:pt x="342" y="122"/>
                    <a:pt x="337" y="125"/>
                  </a:cubicBezTo>
                  <a:cubicBezTo>
                    <a:pt x="332" y="128"/>
                    <a:pt x="309" y="129"/>
                    <a:pt x="316" y="134"/>
                  </a:cubicBezTo>
                  <a:cubicBezTo>
                    <a:pt x="320" y="137"/>
                    <a:pt x="324" y="133"/>
                    <a:pt x="329" y="135"/>
                  </a:cubicBezTo>
                  <a:close/>
                  <a:moveTo>
                    <a:pt x="413" y="119"/>
                  </a:moveTo>
                  <a:cubicBezTo>
                    <a:pt x="419" y="115"/>
                    <a:pt x="430" y="122"/>
                    <a:pt x="428" y="126"/>
                  </a:cubicBezTo>
                  <a:cubicBezTo>
                    <a:pt x="426" y="131"/>
                    <a:pt x="409" y="125"/>
                    <a:pt x="410" y="129"/>
                  </a:cubicBezTo>
                  <a:cubicBezTo>
                    <a:pt x="410" y="131"/>
                    <a:pt x="412" y="137"/>
                    <a:pt x="424" y="133"/>
                  </a:cubicBezTo>
                  <a:cubicBezTo>
                    <a:pt x="436" y="130"/>
                    <a:pt x="446" y="132"/>
                    <a:pt x="454" y="139"/>
                  </a:cubicBezTo>
                  <a:cubicBezTo>
                    <a:pt x="462" y="145"/>
                    <a:pt x="470" y="148"/>
                    <a:pt x="475" y="141"/>
                  </a:cubicBezTo>
                  <a:cubicBezTo>
                    <a:pt x="481" y="135"/>
                    <a:pt x="468" y="134"/>
                    <a:pt x="471" y="129"/>
                  </a:cubicBezTo>
                  <a:cubicBezTo>
                    <a:pt x="473" y="124"/>
                    <a:pt x="463" y="121"/>
                    <a:pt x="457" y="121"/>
                  </a:cubicBezTo>
                  <a:cubicBezTo>
                    <a:pt x="452" y="121"/>
                    <a:pt x="450" y="111"/>
                    <a:pt x="445" y="113"/>
                  </a:cubicBezTo>
                  <a:cubicBezTo>
                    <a:pt x="441" y="115"/>
                    <a:pt x="438" y="118"/>
                    <a:pt x="438" y="112"/>
                  </a:cubicBezTo>
                  <a:cubicBezTo>
                    <a:pt x="438" y="105"/>
                    <a:pt x="412" y="105"/>
                    <a:pt x="405" y="107"/>
                  </a:cubicBezTo>
                  <a:cubicBezTo>
                    <a:pt x="399" y="110"/>
                    <a:pt x="407" y="123"/>
                    <a:pt x="413" y="119"/>
                  </a:cubicBezTo>
                  <a:close/>
                  <a:moveTo>
                    <a:pt x="416" y="161"/>
                  </a:moveTo>
                  <a:cubicBezTo>
                    <a:pt x="420" y="156"/>
                    <a:pt x="400" y="140"/>
                    <a:pt x="399" y="148"/>
                  </a:cubicBezTo>
                  <a:cubicBezTo>
                    <a:pt x="398" y="155"/>
                    <a:pt x="412" y="166"/>
                    <a:pt x="416" y="161"/>
                  </a:cubicBezTo>
                  <a:close/>
                  <a:moveTo>
                    <a:pt x="481" y="96"/>
                  </a:moveTo>
                  <a:cubicBezTo>
                    <a:pt x="485" y="90"/>
                    <a:pt x="460" y="85"/>
                    <a:pt x="466" y="90"/>
                  </a:cubicBezTo>
                  <a:cubicBezTo>
                    <a:pt x="470" y="93"/>
                    <a:pt x="478" y="102"/>
                    <a:pt x="481" y="96"/>
                  </a:cubicBezTo>
                  <a:close/>
                  <a:moveTo>
                    <a:pt x="425" y="209"/>
                  </a:moveTo>
                  <a:cubicBezTo>
                    <a:pt x="428" y="205"/>
                    <a:pt x="417" y="197"/>
                    <a:pt x="414" y="204"/>
                  </a:cubicBezTo>
                  <a:cubicBezTo>
                    <a:pt x="411" y="211"/>
                    <a:pt x="421" y="213"/>
                    <a:pt x="425" y="209"/>
                  </a:cubicBezTo>
                  <a:close/>
                  <a:moveTo>
                    <a:pt x="481" y="174"/>
                  </a:moveTo>
                  <a:cubicBezTo>
                    <a:pt x="481" y="179"/>
                    <a:pt x="469" y="173"/>
                    <a:pt x="460" y="170"/>
                  </a:cubicBezTo>
                  <a:cubicBezTo>
                    <a:pt x="451" y="166"/>
                    <a:pt x="457" y="177"/>
                    <a:pt x="464" y="183"/>
                  </a:cubicBezTo>
                  <a:cubicBezTo>
                    <a:pt x="471" y="189"/>
                    <a:pt x="460" y="186"/>
                    <a:pt x="451" y="179"/>
                  </a:cubicBezTo>
                  <a:cubicBezTo>
                    <a:pt x="441" y="173"/>
                    <a:pt x="442" y="184"/>
                    <a:pt x="447" y="187"/>
                  </a:cubicBezTo>
                  <a:cubicBezTo>
                    <a:pt x="451" y="191"/>
                    <a:pt x="446" y="196"/>
                    <a:pt x="440" y="188"/>
                  </a:cubicBezTo>
                  <a:cubicBezTo>
                    <a:pt x="434" y="180"/>
                    <a:pt x="431" y="171"/>
                    <a:pt x="421" y="171"/>
                  </a:cubicBezTo>
                  <a:cubicBezTo>
                    <a:pt x="412" y="170"/>
                    <a:pt x="416" y="180"/>
                    <a:pt x="420" y="185"/>
                  </a:cubicBezTo>
                  <a:cubicBezTo>
                    <a:pt x="425" y="191"/>
                    <a:pt x="430" y="193"/>
                    <a:pt x="438" y="197"/>
                  </a:cubicBezTo>
                  <a:cubicBezTo>
                    <a:pt x="446" y="202"/>
                    <a:pt x="459" y="195"/>
                    <a:pt x="465" y="197"/>
                  </a:cubicBezTo>
                  <a:cubicBezTo>
                    <a:pt x="471" y="198"/>
                    <a:pt x="458" y="206"/>
                    <a:pt x="462" y="211"/>
                  </a:cubicBezTo>
                  <a:cubicBezTo>
                    <a:pt x="466" y="216"/>
                    <a:pt x="477" y="212"/>
                    <a:pt x="486" y="212"/>
                  </a:cubicBezTo>
                  <a:cubicBezTo>
                    <a:pt x="494" y="211"/>
                    <a:pt x="490" y="206"/>
                    <a:pt x="495" y="203"/>
                  </a:cubicBezTo>
                  <a:cubicBezTo>
                    <a:pt x="500" y="199"/>
                    <a:pt x="490" y="200"/>
                    <a:pt x="494" y="191"/>
                  </a:cubicBezTo>
                  <a:cubicBezTo>
                    <a:pt x="498" y="183"/>
                    <a:pt x="482" y="169"/>
                    <a:pt x="481" y="174"/>
                  </a:cubicBezTo>
                  <a:close/>
                  <a:moveTo>
                    <a:pt x="502" y="145"/>
                  </a:moveTo>
                  <a:cubicBezTo>
                    <a:pt x="510" y="145"/>
                    <a:pt x="516" y="144"/>
                    <a:pt x="522" y="141"/>
                  </a:cubicBezTo>
                  <a:cubicBezTo>
                    <a:pt x="529" y="139"/>
                    <a:pt x="519" y="139"/>
                    <a:pt x="523" y="133"/>
                  </a:cubicBezTo>
                  <a:cubicBezTo>
                    <a:pt x="528" y="127"/>
                    <a:pt x="512" y="126"/>
                    <a:pt x="511" y="128"/>
                  </a:cubicBezTo>
                  <a:cubicBezTo>
                    <a:pt x="510" y="130"/>
                    <a:pt x="491" y="116"/>
                    <a:pt x="488" y="121"/>
                  </a:cubicBezTo>
                  <a:cubicBezTo>
                    <a:pt x="485" y="125"/>
                    <a:pt x="495" y="145"/>
                    <a:pt x="502" y="145"/>
                  </a:cubicBezTo>
                  <a:close/>
                  <a:moveTo>
                    <a:pt x="543" y="147"/>
                  </a:moveTo>
                  <a:cubicBezTo>
                    <a:pt x="542" y="144"/>
                    <a:pt x="504" y="149"/>
                    <a:pt x="510" y="153"/>
                  </a:cubicBezTo>
                  <a:cubicBezTo>
                    <a:pt x="520" y="161"/>
                    <a:pt x="544" y="150"/>
                    <a:pt x="543" y="147"/>
                  </a:cubicBezTo>
                  <a:close/>
                  <a:moveTo>
                    <a:pt x="537" y="220"/>
                  </a:moveTo>
                  <a:cubicBezTo>
                    <a:pt x="546" y="220"/>
                    <a:pt x="542" y="209"/>
                    <a:pt x="532" y="201"/>
                  </a:cubicBezTo>
                  <a:cubicBezTo>
                    <a:pt x="522" y="194"/>
                    <a:pt x="499" y="209"/>
                    <a:pt x="503" y="212"/>
                  </a:cubicBezTo>
                  <a:cubicBezTo>
                    <a:pt x="508" y="216"/>
                    <a:pt x="528" y="221"/>
                    <a:pt x="537" y="220"/>
                  </a:cubicBezTo>
                  <a:close/>
                  <a:moveTo>
                    <a:pt x="473" y="290"/>
                  </a:moveTo>
                  <a:cubicBezTo>
                    <a:pt x="484" y="298"/>
                    <a:pt x="481" y="284"/>
                    <a:pt x="493" y="285"/>
                  </a:cubicBezTo>
                  <a:cubicBezTo>
                    <a:pt x="506" y="285"/>
                    <a:pt x="506" y="265"/>
                    <a:pt x="508" y="257"/>
                  </a:cubicBezTo>
                  <a:cubicBezTo>
                    <a:pt x="510" y="250"/>
                    <a:pt x="498" y="250"/>
                    <a:pt x="501" y="256"/>
                  </a:cubicBezTo>
                  <a:cubicBezTo>
                    <a:pt x="504" y="261"/>
                    <a:pt x="501" y="267"/>
                    <a:pt x="500" y="260"/>
                  </a:cubicBezTo>
                  <a:cubicBezTo>
                    <a:pt x="499" y="254"/>
                    <a:pt x="489" y="260"/>
                    <a:pt x="486" y="255"/>
                  </a:cubicBezTo>
                  <a:cubicBezTo>
                    <a:pt x="482" y="250"/>
                    <a:pt x="497" y="249"/>
                    <a:pt x="500" y="243"/>
                  </a:cubicBezTo>
                  <a:cubicBezTo>
                    <a:pt x="504" y="236"/>
                    <a:pt x="489" y="237"/>
                    <a:pt x="492" y="232"/>
                  </a:cubicBezTo>
                  <a:cubicBezTo>
                    <a:pt x="496" y="227"/>
                    <a:pt x="470" y="233"/>
                    <a:pt x="478" y="236"/>
                  </a:cubicBezTo>
                  <a:cubicBezTo>
                    <a:pt x="485" y="239"/>
                    <a:pt x="478" y="243"/>
                    <a:pt x="471" y="238"/>
                  </a:cubicBezTo>
                  <a:cubicBezTo>
                    <a:pt x="464" y="233"/>
                    <a:pt x="445" y="241"/>
                    <a:pt x="452" y="247"/>
                  </a:cubicBezTo>
                  <a:cubicBezTo>
                    <a:pt x="457" y="251"/>
                    <a:pt x="474" y="244"/>
                    <a:pt x="464" y="257"/>
                  </a:cubicBezTo>
                  <a:cubicBezTo>
                    <a:pt x="455" y="270"/>
                    <a:pt x="451" y="253"/>
                    <a:pt x="442" y="255"/>
                  </a:cubicBezTo>
                  <a:cubicBezTo>
                    <a:pt x="433" y="256"/>
                    <a:pt x="437" y="267"/>
                    <a:pt x="450" y="271"/>
                  </a:cubicBezTo>
                  <a:cubicBezTo>
                    <a:pt x="464" y="275"/>
                    <a:pt x="462" y="283"/>
                    <a:pt x="473" y="290"/>
                  </a:cubicBezTo>
                  <a:close/>
                  <a:moveTo>
                    <a:pt x="555" y="210"/>
                  </a:moveTo>
                  <a:cubicBezTo>
                    <a:pt x="558" y="220"/>
                    <a:pt x="562" y="213"/>
                    <a:pt x="568" y="217"/>
                  </a:cubicBezTo>
                  <a:cubicBezTo>
                    <a:pt x="573" y="221"/>
                    <a:pt x="582" y="224"/>
                    <a:pt x="586" y="220"/>
                  </a:cubicBezTo>
                  <a:cubicBezTo>
                    <a:pt x="591" y="216"/>
                    <a:pt x="593" y="213"/>
                    <a:pt x="594" y="216"/>
                  </a:cubicBezTo>
                  <a:cubicBezTo>
                    <a:pt x="597" y="222"/>
                    <a:pt x="608" y="223"/>
                    <a:pt x="632" y="223"/>
                  </a:cubicBezTo>
                  <a:cubicBezTo>
                    <a:pt x="656" y="224"/>
                    <a:pt x="650" y="213"/>
                    <a:pt x="657" y="217"/>
                  </a:cubicBezTo>
                  <a:cubicBezTo>
                    <a:pt x="664" y="221"/>
                    <a:pt x="680" y="221"/>
                    <a:pt x="687" y="220"/>
                  </a:cubicBezTo>
                  <a:cubicBezTo>
                    <a:pt x="694" y="218"/>
                    <a:pt x="697" y="207"/>
                    <a:pt x="697" y="202"/>
                  </a:cubicBezTo>
                  <a:cubicBezTo>
                    <a:pt x="696" y="196"/>
                    <a:pt x="643" y="192"/>
                    <a:pt x="633" y="197"/>
                  </a:cubicBezTo>
                  <a:cubicBezTo>
                    <a:pt x="624" y="203"/>
                    <a:pt x="609" y="195"/>
                    <a:pt x="601" y="199"/>
                  </a:cubicBezTo>
                  <a:cubicBezTo>
                    <a:pt x="594" y="203"/>
                    <a:pt x="596" y="194"/>
                    <a:pt x="583" y="193"/>
                  </a:cubicBezTo>
                  <a:cubicBezTo>
                    <a:pt x="569" y="193"/>
                    <a:pt x="584" y="186"/>
                    <a:pt x="586" y="183"/>
                  </a:cubicBezTo>
                  <a:cubicBezTo>
                    <a:pt x="589" y="180"/>
                    <a:pt x="566" y="172"/>
                    <a:pt x="556" y="174"/>
                  </a:cubicBezTo>
                  <a:cubicBezTo>
                    <a:pt x="547" y="176"/>
                    <a:pt x="541" y="171"/>
                    <a:pt x="532" y="167"/>
                  </a:cubicBezTo>
                  <a:cubicBezTo>
                    <a:pt x="523" y="163"/>
                    <a:pt x="499" y="163"/>
                    <a:pt x="504" y="171"/>
                  </a:cubicBezTo>
                  <a:cubicBezTo>
                    <a:pt x="507" y="176"/>
                    <a:pt x="536" y="186"/>
                    <a:pt x="539" y="181"/>
                  </a:cubicBezTo>
                  <a:cubicBezTo>
                    <a:pt x="542" y="176"/>
                    <a:pt x="550" y="187"/>
                    <a:pt x="554" y="193"/>
                  </a:cubicBezTo>
                  <a:cubicBezTo>
                    <a:pt x="559" y="198"/>
                    <a:pt x="551" y="200"/>
                    <a:pt x="555" y="210"/>
                  </a:cubicBezTo>
                  <a:close/>
                  <a:moveTo>
                    <a:pt x="580" y="151"/>
                  </a:moveTo>
                  <a:cubicBezTo>
                    <a:pt x="571" y="147"/>
                    <a:pt x="560" y="156"/>
                    <a:pt x="569" y="160"/>
                  </a:cubicBezTo>
                  <a:cubicBezTo>
                    <a:pt x="577" y="163"/>
                    <a:pt x="589" y="156"/>
                    <a:pt x="580" y="151"/>
                  </a:cubicBezTo>
                  <a:close/>
                  <a:moveTo>
                    <a:pt x="508" y="95"/>
                  </a:moveTo>
                  <a:cubicBezTo>
                    <a:pt x="516" y="99"/>
                    <a:pt x="511" y="104"/>
                    <a:pt x="519" y="107"/>
                  </a:cubicBezTo>
                  <a:cubicBezTo>
                    <a:pt x="527" y="111"/>
                    <a:pt x="550" y="103"/>
                    <a:pt x="552" y="108"/>
                  </a:cubicBezTo>
                  <a:cubicBezTo>
                    <a:pt x="554" y="114"/>
                    <a:pt x="529" y="114"/>
                    <a:pt x="532" y="118"/>
                  </a:cubicBezTo>
                  <a:cubicBezTo>
                    <a:pt x="536" y="121"/>
                    <a:pt x="550" y="127"/>
                    <a:pt x="548" y="130"/>
                  </a:cubicBezTo>
                  <a:cubicBezTo>
                    <a:pt x="546" y="133"/>
                    <a:pt x="572" y="141"/>
                    <a:pt x="575" y="137"/>
                  </a:cubicBezTo>
                  <a:cubicBezTo>
                    <a:pt x="577" y="133"/>
                    <a:pt x="584" y="134"/>
                    <a:pt x="591" y="137"/>
                  </a:cubicBezTo>
                  <a:cubicBezTo>
                    <a:pt x="597" y="139"/>
                    <a:pt x="598" y="121"/>
                    <a:pt x="602" y="124"/>
                  </a:cubicBezTo>
                  <a:cubicBezTo>
                    <a:pt x="607" y="127"/>
                    <a:pt x="606" y="118"/>
                    <a:pt x="614" y="115"/>
                  </a:cubicBezTo>
                  <a:cubicBezTo>
                    <a:pt x="621" y="112"/>
                    <a:pt x="632" y="111"/>
                    <a:pt x="633" y="108"/>
                  </a:cubicBezTo>
                  <a:cubicBezTo>
                    <a:pt x="633" y="106"/>
                    <a:pt x="631" y="102"/>
                    <a:pt x="622" y="103"/>
                  </a:cubicBezTo>
                  <a:cubicBezTo>
                    <a:pt x="613" y="104"/>
                    <a:pt x="607" y="101"/>
                    <a:pt x="611" y="96"/>
                  </a:cubicBezTo>
                  <a:cubicBezTo>
                    <a:pt x="615" y="91"/>
                    <a:pt x="601" y="89"/>
                    <a:pt x="606" y="85"/>
                  </a:cubicBezTo>
                  <a:cubicBezTo>
                    <a:pt x="611" y="81"/>
                    <a:pt x="596" y="77"/>
                    <a:pt x="598" y="83"/>
                  </a:cubicBezTo>
                  <a:cubicBezTo>
                    <a:pt x="599" y="89"/>
                    <a:pt x="589" y="84"/>
                    <a:pt x="587" y="78"/>
                  </a:cubicBezTo>
                  <a:cubicBezTo>
                    <a:pt x="586" y="73"/>
                    <a:pt x="565" y="71"/>
                    <a:pt x="552" y="59"/>
                  </a:cubicBezTo>
                  <a:cubicBezTo>
                    <a:pt x="538" y="47"/>
                    <a:pt x="524" y="55"/>
                    <a:pt x="532" y="56"/>
                  </a:cubicBezTo>
                  <a:cubicBezTo>
                    <a:pt x="540" y="58"/>
                    <a:pt x="540" y="62"/>
                    <a:pt x="533" y="61"/>
                  </a:cubicBezTo>
                  <a:cubicBezTo>
                    <a:pt x="527" y="61"/>
                    <a:pt x="515" y="62"/>
                    <a:pt x="526" y="66"/>
                  </a:cubicBezTo>
                  <a:cubicBezTo>
                    <a:pt x="536" y="70"/>
                    <a:pt x="525" y="71"/>
                    <a:pt x="516" y="71"/>
                  </a:cubicBezTo>
                  <a:cubicBezTo>
                    <a:pt x="508" y="71"/>
                    <a:pt x="507" y="82"/>
                    <a:pt x="518" y="84"/>
                  </a:cubicBezTo>
                  <a:cubicBezTo>
                    <a:pt x="529" y="85"/>
                    <a:pt x="521" y="92"/>
                    <a:pt x="512" y="89"/>
                  </a:cubicBezTo>
                  <a:cubicBezTo>
                    <a:pt x="503" y="87"/>
                    <a:pt x="500" y="91"/>
                    <a:pt x="508" y="95"/>
                  </a:cubicBezTo>
                  <a:close/>
                  <a:moveTo>
                    <a:pt x="569" y="46"/>
                  </a:moveTo>
                  <a:cubicBezTo>
                    <a:pt x="576" y="41"/>
                    <a:pt x="581" y="44"/>
                    <a:pt x="575" y="47"/>
                  </a:cubicBezTo>
                  <a:cubicBezTo>
                    <a:pt x="569" y="50"/>
                    <a:pt x="571" y="52"/>
                    <a:pt x="580" y="52"/>
                  </a:cubicBezTo>
                  <a:cubicBezTo>
                    <a:pt x="588" y="51"/>
                    <a:pt x="576" y="54"/>
                    <a:pt x="576" y="59"/>
                  </a:cubicBezTo>
                  <a:cubicBezTo>
                    <a:pt x="576" y="64"/>
                    <a:pt x="586" y="61"/>
                    <a:pt x="587" y="66"/>
                  </a:cubicBezTo>
                  <a:cubicBezTo>
                    <a:pt x="587" y="71"/>
                    <a:pt x="609" y="73"/>
                    <a:pt x="615" y="67"/>
                  </a:cubicBezTo>
                  <a:cubicBezTo>
                    <a:pt x="622" y="61"/>
                    <a:pt x="619" y="69"/>
                    <a:pt x="619" y="73"/>
                  </a:cubicBezTo>
                  <a:cubicBezTo>
                    <a:pt x="618" y="77"/>
                    <a:pt x="649" y="80"/>
                    <a:pt x="651" y="75"/>
                  </a:cubicBezTo>
                  <a:cubicBezTo>
                    <a:pt x="652" y="70"/>
                    <a:pt x="657" y="72"/>
                    <a:pt x="663" y="74"/>
                  </a:cubicBezTo>
                  <a:cubicBezTo>
                    <a:pt x="669" y="75"/>
                    <a:pt x="698" y="68"/>
                    <a:pt x="699" y="62"/>
                  </a:cubicBezTo>
                  <a:cubicBezTo>
                    <a:pt x="699" y="56"/>
                    <a:pt x="708" y="65"/>
                    <a:pt x="699" y="72"/>
                  </a:cubicBezTo>
                  <a:cubicBezTo>
                    <a:pt x="689" y="78"/>
                    <a:pt x="670" y="77"/>
                    <a:pt x="662" y="80"/>
                  </a:cubicBezTo>
                  <a:cubicBezTo>
                    <a:pt x="653" y="82"/>
                    <a:pt x="667" y="88"/>
                    <a:pt x="676" y="95"/>
                  </a:cubicBezTo>
                  <a:cubicBezTo>
                    <a:pt x="684" y="101"/>
                    <a:pt x="665" y="98"/>
                    <a:pt x="657" y="89"/>
                  </a:cubicBezTo>
                  <a:cubicBezTo>
                    <a:pt x="649" y="81"/>
                    <a:pt x="631" y="81"/>
                    <a:pt x="621" y="81"/>
                  </a:cubicBezTo>
                  <a:cubicBezTo>
                    <a:pt x="612" y="82"/>
                    <a:pt x="615" y="99"/>
                    <a:pt x="622" y="99"/>
                  </a:cubicBezTo>
                  <a:cubicBezTo>
                    <a:pt x="629" y="99"/>
                    <a:pt x="636" y="102"/>
                    <a:pt x="643" y="113"/>
                  </a:cubicBezTo>
                  <a:cubicBezTo>
                    <a:pt x="650" y="124"/>
                    <a:pt x="665" y="121"/>
                    <a:pt x="665" y="126"/>
                  </a:cubicBezTo>
                  <a:cubicBezTo>
                    <a:pt x="665" y="131"/>
                    <a:pt x="645" y="122"/>
                    <a:pt x="634" y="120"/>
                  </a:cubicBezTo>
                  <a:cubicBezTo>
                    <a:pt x="623" y="118"/>
                    <a:pt x="606" y="125"/>
                    <a:pt x="605" y="133"/>
                  </a:cubicBezTo>
                  <a:cubicBezTo>
                    <a:pt x="605" y="141"/>
                    <a:pt x="621" y="140"/>
                    <a:pt x="632" y="134"/>
                  </a:cubicBezTo>
                  <a:cubicBezTo>
                    <a:pt x="643" y="127"/>
                    <a:pt x="635" y="136"/>
                    <a:pt x="630" y="141"/>
                  </a:cubicBezTo>
                  <a:cubicBezTo>
                    <a:pt x="624" y="146"/>
                    <a:pt x="643" y="150"/>
                    <a:pt x="643" y="156"/>
                  </a:cubicBezTo>
                  <a:cubicBezTo>
                    <a:pt x="643" y="162"/>
                    <a:pt x="629" y="160"/>
                    <a:pt x="628" y="154"/>
                  </a:cubicBezTo>
                  <a:cubicBezTo>
                    <a:pt x="626" y="149"/>
                    <a:pt x="621" y="143"/>
                    <a:pt x="608" y="144"/>
                  </a:cubicBezTo>
                  <a:cubicBezTo>
                    <a:pt x="595" y="145"/>
                    <a:pt x="599" y="154"/>
                    <a:pt x="607" y="155"/>
                  </a:cubicBezTo>
                  <a:cubicBezTo>
                    <a:pt x="615" y="156"/>
                    <a:pt x="615" y="162"/>
                    <a:pt x="606" y="162"/>
                  </a:cubicBezTo>
                  <a:cubicBezTo>
                    <a:pt x="597" y="162"/>
                    <a:pt x="577" y="168"/>
                    <a:pt x="583" y="174"/>
                  </a:cubicBezTo>
                  <a:cubicBezTo>
                    <a:pt x="590" y="180"/>
                    <a:pt x="616" y="174"/>
                    <a:pt x="620" y="178"/>
                  </a:cubicBezTo>
                  <a:cubicBezTo>
                    <a:pt x="625" y="182"/>
                    <a:pt x="637" y="183"/>
                    <a:pt x="640" y="179"/>
                  </a:cubicBezTo>
                  <a:cubicBezTo>
                    <a:pt x="643" y="174"/>
                    <a:pt x="653" y="176"/>
                    <a:pt x="663" y="176"/>
                  </a:cubicBezTo>
                  <a:cubicBezTo>
                    <a:pt x="673" y="176"/>
                    <a:pt x="676" y="178"/>
                    <a:pt x="680" y="182"/>
                  </a:cubicBezTo>
                  <a:cubicBezTo>
                    <a:pt x="685" y="186"/>
                    <a:pt x="693" y="184"/>
                    <a:pt x="698" y="180"/>
                  </a:cubicBezTo>
                  <a:cubicBezTo>
                    <a:pt x="704" y="176"/>
                    <a:pt x="704" y="176"/>
                    <a:pt x="711" y="176"/>
                  </a:cubicBezTo>
                  <a:cubicBezTo>
                    <a:pt x="718" y="176"/>
                    <a:pt x="719" y="172"/>
                    <a:pt x="716" y="166"/>
                  </a:cubicBezTo>
                  <a:cubicBezTo>
                    <a:pt x="712" y="161"/>
                    <a:pt x="703" y="170"/>
                    <a:pt x="702" y="166"/>
                  </a:cubicBezTo>
                  <a:cubicBezTo>
                    <a:pt x="701" y="161"/>
                    <a:pt x="693" y="160"/>
                    <a:pt x="679" y="162"/>
                  </a:cubicBezTo>
                  <a:cubicBezTo>
                    <a:pt x="665" y="164"/>
                    <a:pt x="671" y="153"/>
                    <a:pt x="679" y="155"/>
                  </a:cubicBezTo>
                  <a:cubicBezTo>
                    <a:pt x="688" y="158"/>
                    <a:pt x="699" y="157"/>
                    <a:pt x="709" y="154"/>
                  </a:cubicBezTo>
                  <a:cubicBezTo>
                    <a:pt x="718" y="152"/>
                    <a:pt x="711" y="147"/>
                    <a:pt x="711" y="143"/>
                  </a:cubicBezTo>
                  <a:cubicBezTo>
                    <a:pt x="711" y="139"/>
                    <a:pt x="723" y="142"/>
                    <a:pt x="732" y="142"/>
                  </a:cubicBezTo>
                  <a:cubicBezTo>
                    <a:pt x="741" y="142"/>
                    <a:pt x="754" y="127"/>
                    <a:pt x="754" y="119"/>
                  </a:cubicBezTo>
                  <a:cubicBezTo>
                    <a:pt x="755" y="110"/>
                    <a:pt x="734" y="112"/>
                    <a:pt x="724" y="112"/>
                  </a:cubicBezTo>
                  <a:cubicBezTo>
                    <a:pt x="714" y="112"/>
                    <a:pt x="731" y="105"/>
                    <a:pt x="750" y="106"/>
                  </a:cubicBezTo>
                  <a:cubicBezTo>
                    <a:pt x="769" y="107"/>
                    <a:pt x="760" y="98"/>
                    <a:pt x="764" y="95"/>
                  </a:cubicBezTo>
                  <a:cubicBezTo>
                    <a:pt x="767" y="92"/>
                    <a:pt x="776" y="99"/>
                    <a:pt x="786" y="97"/>
                  </a:cubicBezTo>
                  <a:cubicBezTo>
                    <a:pt x="795" y="95"/>
                    <a:pt x="789" y="87"/>
                    <a:pt x="795" y="87"/>
                  </a:cubicBezTo>
                  <a:cubicBezTo>
                    <a:pt x="800" y="87"/>
                    <a:pt x="810" y="80"/>
                    <a:pt x="831" y="68"/>
                  </a:cubicBezTo>
                  <a:cubicBezTo>
                    <a:pt x="851" y="57"/>
                    <a:pt x="867" y="59"/>
                    <a:pt x="868" y="52"/>
                  </a:cubicBezTo>
                  <a:cubicBezTo>
                    <a:pt x="869" y="46"/>
                    <a:pt x="840" y="52"/>
                    <a:pt x="835" y="50"/>
                  </a:cubicBezTo>
                  <a:cubicBezTo>
                    <a:pt x="830" y="48"/>
                    <a:pt x="855" y="43"/>
                    <a:pt x="861" y="44"/>
                  </a:cubicBezTo>
                  <a:cubicBezTo>
                    <a:pt x="867" y="46"/>
                    <a:pt x="875" y="44"/>
                    <a:pt x="896" y="34"/>
                  </a:cubicBezTo>
                  <a:cubicBezTo>
                    <a:pt x="916" y="24"/>
                    <a:pt x="907" y="22"/>
                    <a:pt x="899" y="23"/>
                  </a:cubicBezTo>
                  <a:cubicBezTo>
                    <a:pt x="890" y="25"/>
                    <a:pt x="881" y="22"/>
                    <a:pt x="881" y="16"/>
                  </a:cubicBezTo>
                  <a:cubicBezTo>
                    <a:pt x="882" y="11"/>
                    <a:pt x="869" y="16"/>
                    <a:pt x="868" y="13"/>
                  </a:cubicBezTo>
                  <a:cubicBezTo>
                    <a:pt x="868" y="10"/>
                    <a:pt x="856" y="11"/>
                    <a:pt x="843" y="16"/>
                  </a:cubicBezTo>
                  <a:cubicBezTo>
                    <a:pt x="830" y="21"/>
                    <a:pt x="842" y="11"/>
                    <a:pt x="847" y="9"/>
                  </a:cubicBezTo>
                  <a:cubicBezTo>
                    <a:pt x="853" y="7"/>
                    <a:pt x="814" y="9"/>
                    <a:pt x="808" y="5"/>
                  </a:cubicBezTo>
                  <a:cubicBezTo>
                    <a:pt x="801" y="0"/>
                    <a:pt x="794" y="12"/>
                    <a:pt x="788" y="6"/>
                  </a:cubicBezTo>
                  <a:cubicBezTo>
                    <a:pt x="782" y="0"/>
                    <a:pt x="766" y="5"/>
                    <a:pt x="768" y="10"/>
                  </a:cubicBezTo>
                  <a:cubicBezTo>
                    <a:pt x="770" y="14"/>
                    <a:pt x="766" y="14"/>
                    <a:pt x="760" y="9"/>
                  </a:cubicBezTo>
                  <a:cubicBezTo>
                    <a:pt x="754" y="4"/>
                    <a:pt x="742" y="10"/>
                    <a:pt x="732" y="8"/>
                  </a:cubicBezTo>
                  <a:cubicBezTo>
                    <a:pt x="721" y="7"/>
                    <a:pt x="726" y="17"/>
                    <a:pt x="714" y="12"/>
                  </a:cubicBezTo>
                  <a:cubicBezTo>
                    <a:pt x="703" y="7"/>
                    <a:pt x="690" y="9"/>
                    <a:pt x="694" y="11"/>
                  </a:cubicBezTo>
                  <a:cubicBezTo>
                    <a:pt x="697" y="12"/>
                    <a:pt x="693" y="15"/>
                    <a:pt x="688" y="14"/>
                  </a:cubicBezTo>
                  <a:cubicBezTo>
                    <a:pt x="683" y="12"/>
                    <a:pt x="678" y="14"/>
                    <a:pt x="681" y="19"/>
                  </a:cubicBezTo>
                  <a:cubicBezTo>
                    <a:pt x="683" y="24"/>
                    <a:pt x="662" y="18"/>
                    <a:pt x="662" y="23"/>
                  </a:cubicBezTo>
                  <a:cubicBezTo>
                    <a:pt x="662" y="29"/>
                    <a:pt x="655" y="32"/>
                    <a:pt x="649" y="27"/>
                  </a:cubicBezTo>
                  <a:cubicBezTo>
                    <a:pt x="643" y="22"/>
                    <a:pt x="624" y="20"/>
                    <a:pt x="629" y="25"/>
                  </a:cubicBezTo>
                  <a:cubicBezTo>
                    <a:pt x="635" y="29"/>
                    <a:pt x="612" y="27"/>
                    <a:pt x="618" y="31"/>
                  </a:cubicBezTo>
                  <a:cubicBezTo>
                    <a:pt x="624" y="36"/>
                    <a:pt x="611" y="39"/>
                    <a:pt x="611" y="37"/>
                  </a:cubicBezTo>
                  <a:cubicBezTo>
                    <a:pt x="611" y="34"/>
                    <a:pt x="598" y="30"/>
                    <a:pt x="593" y="34"/>
                  </a:cubicBezTo>
                  <a:cubicBezTo>
                    <a:pt x="588" y="39"/>
                    <a:pt x="587" y="44"/>
                    <a:pt x="584" y="41"/>
                  </a:cubicBezTo>
                  <a:cubicBezTo>
                    <a:pt x="582" y="38"/>
                    <a:pt x="571" y="39"/>
                    <a:pt x="560" y="43"/>
                  </a:cubicBezTo>
                  <a:cubicBezTo>
                    <a:pt x="550" y="47"/>
                    <a:pt x="562" y="50"/>
                    <a:pt x="569" y="46"/>
                  </a:cubicBezTo>
                  <a:close/>
                  <a:moveTo>
                    <a:pt x="695" y="477"/>
                  </a:moveTo>
                  <a:cubicBezTo>
                    <a:pt x="698" y="477"/>
                    <a:pt x="705" y="464"/>
                    <a:pt x="696" y="465"/>
                  </a:cubicBezTo>
                  <a:cubicBezTo>
                    <a:pt x="687" y="465"/>
                    <a:pt x="689" y="478"/>
                    <a:pt x="695" y="477"/>
                  </a:cubicBezTo>
                  <a:close/>
                  <a:moveTo>
                    <a:pt x="651" y="466"/>
                  </a:moveTo>
                  <a:cubicBezTo>
                    <a:pt x="659" y="471"/>
                    <a:pt x="671" y="458"/>
                    <a:pt x="670" y="454"/>
                  </a:cubicBezTo>
                  <a:cubicBezTo>
                    <a:pt x="669" y="450"/>
                    <a:pt x="641" y="460"/>
                    <a:pt x="651" y="466"/>
                  </a:cubicBezTo>
                  <a:close/>
                  <a:moveTo>
                    <a:pt x="687" y="439"/>
                  </a:moveTo>
                  <a:cubicBezTo>
                    <a:pt x="688" y="434"/>
                    <a:pt x="670" y="432"/>
                    <a:pt x="671" y="426"/>
                  </a:cubicBezTo>
                  <a:cubicBezTo>
                    <a:pt x="672" y="421"/>
                    <a:pt x="655" y="416"/>
                    <a:pt x="649" y="413"/>
                  </a:cubicBezTo>
                  <a:cubicBezTo>
                    <a:pt x="644" y="410"/>
                    <a:pt x="635" y="409"/>
                    <a:pt x="635" y="403"/>
                  </a:cubicBezTo>
                  <a:cubicBezTo>
                    <a:pt x="635" y="397"/>
                    <a:pt x="623" y="401"/>
                    <a:pt x="623" y="410"/>
                  </a:cubicBezTo>
                  <a:cubicBezTo>
                    <a:pt x="622" y="419"/>
                    <a:pt x="617" y="417"/>
                    <a:pt x="620" y="426"/>
                  </a:cubicBezTo>
                  <a:cubicBezTo>
                    <a:pt x="622" y="434"/>
                    <a:pt x="609" y="436"/>
                    <a:pt x="610" y="441"/>
                  </a:cubicBezTo>
                  <a:cubicBezTo>
                    <a:pt x="612" y="445"/>
                    <a:pt x="618" y="440"/>
                    <a:pt x="624" y="440"/>
                  </a:cubicBezTo>
                  <a:cubicBezTo>
                    <a:pt x="630" y="440"/>
                    <a:pt x="623" y="448"/>
                    <a:pt x="630" y="449"/>
                  </a:cubicBezTo>
                  <a:cubicBezTo>
                    <a:pt x="636" y="450"/>
                    <a:pt x="647" y="443"/>
                    <a:pt x="649" y="439"/>
                  </a:cubicBezTo>
                  <a:cubicBezTo>
                    <a:pt x="652" y="435"/>
                    <a:pt x="657" y="433"/>
                    <a:pt x="664" y="438"/>
                  </a:cubicBezTo>
                  <a:cubicBezTo>
                    <a:pt x="671" y="443"/>
                    <a:pt x="686" y="444"/>
                    <a:pt x="687" y="439"/>
                  </a:cubicBezTo>
                  <a:close/>
                  <a:moveTo>
                    <a:pt x="850" y="395"/>
                  </a:moveTo>
                  <a:cubicBezTo>
                    <a:pt x="856" y="395"/>
                    <a:pt x="857" y="403"/>
                    <a:pt x="867" y="411"/>
                  </a:cubicBezTo>
                  <a:cubicBezTo>
                    <a:pt x="876" y="419"/>
                    <a:pt x="877" y="413"/>
                    <a:pt x="879" y="408"/>
                  </a:cubicBezTo>
                  <a:cubicBezTo>
                    <a:pt x="880" y="402"/>
                    <a:pt x="891" y="407"/>
                    <a:pt x="890" y="401"/>
                  </a:cubicBezTo>
                  <a:cubicBezTo>
                    <a:pt x="890" y="396"/>
                    <a:pt x="899" y="389"/>
                    <a:pt x="905" y="387"/>
                  </a:cubicBezTo>
                  <a:cubicBezTo>
                    <a:pt x="911" y="384"/>
                    <a:pt x="900" y="378"/>
                    <a:pt x="892" y="379"/>
                  </a:cubicBezTo>
                  <a:cubicBezTo>
                    <a:pt x="884" y="379"/>
                    <a:pt x="882" y="374"/>
                    <a:pt x="882" y="370"/>
                  </a:cubicBezTo>
                  <a:cubicBezTo>
                    <a:pt x="882" y="367"/>
                    <a:pt x="867" y="358"/>
                    <a:pt x="862" y="360"/>
                  </a:cubicBezTo>
                  <a:cubicBezTo>
                    <a:pt x="857" y="361"/>
                    <a:pt x="849" y="353"/>
                    <a:pt x="842" y="353"/>
                  </a:cubicBezTo>
                  <a:cubicBezTo>
                    <a:pt x="836" y="352"/>
                    <a:pt x="826" y="347"/>
                    <a:pt x="827" y="340"/>
                  </a:cubicBezTo>
                  <a:cubicBezTo>
                    <a:pt x="828" y="333"/>
                    <a:pt x="840" y="342"/>
                    <a:pt x="843" y="337"/>
                  </a:cubicBezTo>
                  <a:cubicBezTo>
                    <a:pt x="845" y="331"/>
                    <a:pt x="830" y="334"/>
                    <a:pt x="830" y="330"/>
                  </a:cubicBezTo>
                  <a:cubicBezTo>
                    <a:pt x="829" y="326"/>
                    <a:pt x="833" y="328"/>
                    <a:pt x="836" y="325"/>
                  </a:cubicBezTo>
                  <a:cubicBezTo>
                    <a:pt x="839" y="323"/>
                    <a:pt x="834" y="318"/>
                    <a:pt x="830" y="316"/>
                  </a:cubicBezTo>
                  <a:cubicBezTo>
                    <a:pt x="827" y="314"/>
                    <a:pt x="826" y="320"/>
                    <a:pt x="822" y="320"/>
                  </a:cubicBezTo>
                  <a:cubicBezTo>
                    <a:pt x="819" y="320"/>
                    <a:pt x="822" y="314"/>
                    <a:pt x="824" y="311"/>
                  </a:cubicBezTo>
                  <a:cubicBezTo>
                    <a:pt x="827" y="307"/>
                    <a:pt x="813" y="303"/>
                    <a:pt x="807" y="305"/>
                  </a:cubicBezTo>
                  <a:cubicBezTo>
                    <a:pt x="801" y="307"/>
                    <a:pt x="799" y="304"/>
                    <a:pt x="799" y="300"/>
                  </a:cubicBezTo>
                  <a:cubicBezTo>
                    <a:pt x="799" y="296"/>
                    <a:pt x="788" y="300"/>
                    <a:pt x="784" y="303"/>
                  </a:cubicBezTo>
                  <a:cubicBezTo>
                    <a:pt x="780" y="306"/>
                    <a:pt x="775" y="300"/>
                    <a:pt x="780" y="299"/>
                  </a:cubicBezTo>
                  <a:cubicBezTo>
                    <a:pt x="785" y="299"/>
                    <a:pt x="791" y="295"/>
                    <a:pt x="790" y="290"/>
                  </a:cubicBezTo>
                  <a:cubicBezTo>
                    <a:pt x="788" y="286"/>
                    <a:pt x="775" y="285"/>
                    <a:pt x="773" y="291"/>
                  </a:cubicBezTo>
                  <a:cubicBezTo>
                    <a:pt x="770" y="296"/>
                    <a:pt x="760" y="285"/>
                    <a:pt x="760" y="280"/>
                  </a:cubicBezTo>
                  <a:cubicBezTo>
                    <a:pt x="760" y="276"/>
                    <a:pt x="744" y="280"/>
                    <a:pt x="746" y="272"/>
                  </a:cubicBezTo>
                  <a:cubicBezTo>
                    <a:pt x="748" y="265"/>
                    <a:pt x="727" y="263"/>
                    <a:pt x="722" y="263"/>
                  </a:cubicBezTo>
                  <a:cubicBezTo>
                    <a:pt x="716" y="263"/>
                    <a:pt x="708" y="267"/>
                    <a:pt x="709" y="272"/>
                  </a:cubicBezTo>
                  <a:cubicBezTo>
                    <a:pt x="710" y="277"/>
                    <a:pt x="703" y="275"/>
                    <a:pt x="702" y="270"/>
                  </a:cubicBezTo>
                  <a:cubicBezTo>
                    <a:pt x="701" y="264"/>
                    <a:pt x="688" y="276"/>
                    <a:pt x="684" y="276"/>
                  </a:cubicBezTo>
                  <a:cubicBezTo>
                    <a:pt x="680" y="276"/>
                    <a:pt x="686" y="261"/>
                    <a:pt x="684" y="257"/>
                  </a:cubicBezTo>
                  <a:cubicBezTo>
                    <a:pt x="682" y="252"/>
                    <a:pt x="679" y="251"/>
                    <a:pt x="676" y="243"/>
                  </a:cubicBezTo>
                  <a:cubicBezTo>
                    <a:pt x="673" y="236"/>
                    <a:pt x="658" y="239"/>
                    <a:pt x="654" y="243"/>
                  </a:cubicBezTo>
                  <a:cubicBezTo>
                    <a:pt x="650" y="248"/>
                    <a:pt x="637" y="246"/>
                    <a:pt x="630" y="253"/>
                  </a:cubicBezTo>
                  <a:cubicBezTo>
                    <a:pt x="623" y="260"/>
                    <a:pt x="631" y="267"/>
                    <a:pt x="634" y="269"/>
                  </a:cubicBezTo>
                  <a:cubicBezTo>
                    <a:pt x="637" y="272"/>
                    <a:pt x="623" y="276"/>
                    <a:pt x="628" y="280"/>
                  </a:cubicBezTo>
                  <a:cubicBezTo>
                    <a:pt x="632" y="284"/>
                    <a:pt x="639" y="282"/>
                    <a:pt x="640" y="288"/>
                  </a:cubicBezTo>
                  <a:cubicBezTo>
                    <a:pt x="640" y="295"/>
                    <a:pt x="623" y="286"/>
                    <a:pt x="621" y="281"/>
                  </a:cubicBezTo>
                  <a:cubicBezTo>
                    <a:pt x="618" y="275"/>
                    <a:pt x="622" y="270"/>
                    <a:pt x="618" y="266"/>
                  </a:cubicBezTo>
                  <a:cubicBezTo>
                    <a:pt x="615" y="262"/>
                    <a:pt x="618" y="257"/>
                    <a:pt x="624" y="250"/>
                  </a:cubicBezTo>
                  <a:cubicBezTo>
                    <a:pt x="631" y="243"/>
                    <a:pt x="636" y="244"/>
                    <a:pt x="636" y="240"/>
                  </a:cubicBezTo>
                  <a:cubicBezTo>
                    <a:pt x="636" y="236"/>
                    <a:pt x="608" y="236"/>
                    <a:pt x="591" y="251"/>
                  </a:cubicBezTo>
                  <a:cubicBezTo>
                    <a:pt x="575" y="266"/>
                    <a:pt x="580" y="286"/>
                    <a:pt x="581" y="290"/>
                  </a:cubicBezTo>
                  <a:cubicBezTo>
                    <a:pt x="582" y="294"/>
                    <a:pt x="596" y="292"/>
                    <a:pt x="605" y="295"/>
                  </a:cubicBezTo>
                  <a:cubicBezTo>
                    <a:pt x="613" y="297"/>
                    <a:pt x="609" y="301"/>
                    <a:pt x="602" y="300"/>
                  </a:cubicBezTo>
                  <a:cubicBezTo>
                    <a:pt x="596" y="299"/>
                    <a:pt x="585" y="297"/>
                    <a:pt x="585" y="301"/>
                  </a:cubicBezTo>
                  <a:cubicBezTo>
                    <a:pt x="586" y="306"/>
                    <a:pt x="599" y="314"/>
                    <a:pt x="607" y="312"/>
                  </a:cubicBezTo>
                  <a:cubicBezTo>
                    <a:pt x="615" y="310"/>
                    <a:pt x="615" y="310"/>
                    <a:pt x="619" y="315"/>
                  </a:cubicBezTo>
                  <a:cubicBezTo>
                    <a:pt x="622" y="319"/>
                    <a:pt x="632" y="318"/>
                    <a:pt x="641" y="318"/>
                  </a:cubicBezTo>
                  <a:cubicBezTo>
                    <a:pt x="651" y="319"/>
                    <a:pt x="662" y="322"/>
                    <a:pt x="666" y="323"/>
                  </a:cubicBezTo>
                  <a:cubicBezTo>
                    <a:pt x="671" y="323"/>
                    <a:pt x="676" y="320"/>
                    <a:pt x="678" y="318"/>
                  </a:cubicBezTo>
                  <a:cubicBezTo>
                    <a:pt x="679" y="315"/>
                    <a:pt x="698" y="322"/>
                    <a:pt x="703" y="321"/>
                  </a:cubicBezTo>
                  <a:cubicBezTo>
                    <a:pt x="709" y="321"/>
                    <a:pt x="705" y="316"/>
                    <a:pt x="702" y="314"/>
                  </a:cubicBezTo>
                  <a:cubicBezTo>
                    <a:pt x="698" y="313"/>
                    <a:pt x="700" y="306"/>
                    <a:pt x="704" y="309"/>
                  </a:cubicBezTo>
                  <a:cubicBezTo>
                    <a:pt x="709" y="311"/>
                    <a:pt x="716" y="313"/>
                    <a:pt x="718" y="317"/>
                  </a:cubicBezTo>
                  <a:cubicBezTo>
                    <a:pt x="719" y="321"/>
                    <a:pt x="723" y="319"/>
                    <a:pt x="724" y="323"/>
                  </a:cubicBezTo>
                  <a:cubicBezTo>
                    <a:pt x="724" y="326"/>
                    <a:pt x="740" y="330"/>
                    <a:pt x="741" y="334"/>
                  </a:cubicBezTo>
                  <a:cubicBezTo>
                    <a:pt x="741" y="338"/>
                    <a:pt x="725" y="340"/>
                    <a:pt x="730" y="344"/>
                  </a:cubicBezTo>
                  <a:cubicBezTo>
                    <a:pt x="734" y="347"/>
                    <a:pt x="741" y="339"/>
                    <a:pt x="747" y="339"/>
                  </a:cubicBezTo>
                  <a:cubicBezTo>
                    <a:pt x="753" y="338"/>
                    <a:pt x="753" y="352"/>
                    <a:pt x="758" y="350"/>
                  </a:cubicBezTo>
                  <a:cubicBezTo>
                    <a:pt x="764" y="347"/>
                    <a:pt x="769" y="352"/>
                    <a:pt x="775" y="361"/>
                  </a:cubicBezTo>
                  <a:cubicBezTo>
                    <a:pt x="781" y="369"/>
                    <a:pt x="774" y="377"/>
                    <a:pt x="775" y="380"/>
                  </a:cubicBezTo>
                  <a:cubicBezTo>
                    <a:pt x="775" y="383"/>
                    <a:pt x="787" y="382"/>
                    <a:pt x="793" y="379"/>
                  </a:cubicBezTo>
                  <a:cubicBezTo>
                    <a:pt x="800" y="375"/>
                    <a:pt x="806" y="383"/>
                    <a:pt x="811" y="387"/>
                  </a:cubicBezTo>
                  <a:cubicBezTo>
                    <a:pt x="816" y="392"/>
                    <a:pt x="792" y="399"/>
                    <a:pt x="794" y="395"/>
                  </a:cubicBezTo>
                  <a:cubicBezTo>
                    <a:pt x="796" y="391"/>
                    <a:pt x="780" y="379"/>
                    <a:pt x="766" y="385"/>
                  </a:cubicBezTo>
                  <a:cubicBezTo>
                    <a:pt x="751" y="390"/>
                    <a:pt x="761" y="399"/>
                    <a:pt x="763" y="404"/>
                  </a:cubicBezTo>
                  <a:cubicBezTo>
                    <a:pt x="764" y="409"/>
                    <a:pt x="750" y="414"/>
                    <a:pt x="736" y="409"/>
                  </a:cubicBezTo>
                  <a:cubicBezTo>
                    <a:pt x="723" y="405"/>
                    <a:pt x="727" y="412"/>
                    <a:pt x="721" y="412"/>
                  </a:cubicBezTo>
                  <a:cubicBezTo>
                    <a:pt x="716" y="412"/>
                    <a:pt x="710" y="421"/>
                    <a:pt x="715" y="426"/>
                  </a:cubicBezTo>
                  <a:cubicBezTo>
                    <a:pt x="720" y="432"/>
                    <a:pt x="731" y="427"/>
                    <a:pt x="740" y="427"/>
                  </a:cubicBezTo>
                  <a:cubicBezTo>
                    <a:pt x="749" y="428"/>
                    <a:pt x="750" y="430"/>
                    <a:pt x="751" y="425"/>
                  </a:cubicBezTo>
                  <a:cubicBezTo>
                    <a:pt x="752" y="420"/>
                    <a:pt x="761" y="423"/>
                    <a:pt x="768" y="424"/>
                  </a:cubicBezTo>
                  <a:cubicBezTo>
                    <a:pt x="774" y="426"/>
                    <a:pt x="773" y="435"/>
                    <a:pt x="781" y="436"/>
                  </a:cubicBezTo>
                  <a:cubicBezTo>
                    <a:pt x="789" y="437"/>
                    <a:pt x="782" y="445"/>
                    <a:pt x="787" y="450"/>
                  </a:cubicBezTo>
                  <a:cubicBezTo>
                    <a:pt x="792" y="456"/>
                    <a:pt x="808" y="453"/>
                    <a:pt x="814" y="459"/>
                  </a:cubicBezTo>
                  <a:cubicBezTo>
                    <a:pt x="820" y="465"/>
                    <a:pt x="846" y="476"/>
                    <a:pt x="849" y="472"/>
                  </a:cubicBezTo>
                  <a:cubicBezTo>
                    <a:pt x="853" y="467"/>
                    <a:pt x="827" y="444"/>
                    <a:pt x="820" y="442"/>
                  </a:cubicBezTo>
                  <a:cubicBezTo>
                    <a:pt x="812" y="440"/>
                    <a:pt x="827" y="438"/>
                    <a:pt x="837" y="445"/>
                  </a:cubicBezTo>
                  <a:cubicBezTo>
                    <a:pt x="846" y="453"/>
                    <a:pt x="860" y="456"/>
                    <a:pt x="867" y="447"/>
                  </a:cubicBezTo>
                  <a:cubicBezTo>
                    <a:pt x="874" y="438"/>
                    <a:pt x="861" y="441"/>
                    <a:pt x="861" y="434"/>
                  </a:cubicBezTo>
                  <a:cubicBezTo>
                    <a:pt x="861" y="428"/>
                    <a:pt x="857" y="419"/>
                    <a:pt x="850" y="419"/>
                  </a:cubicBezTo>
                  <a:cubicBezTo>
                    <a:pt x="843" y="419"/>
                    <a:pt x="825" y="405"/>
                    <a:pt x="831" y="402"/>
                  </a:cubicBezTo>
                  <a:cubicBezTo>
                    <a:pt x="838" y="399"/>
                    <a:pt x="829" y="395"/>
                    <a:pt x="834" y="389"/>
                  </a:cubicBezTo>
                  <a:cubicBezTo>
                    <a:pt x="839" y="384"/>
                    <a:pt x="844" y="394"/>
                    <a:pt x="850" y="395"/>
                  </a:cubicBezTo>
                  <a:close/>
                  <a:moveTo>
                    <a:pt x="745" y="371"/>
                  </a:moveTo>
                  <a:cubicBezTo>
                    <a:pt x="751" y="370"/>
                    <a:pt x="750" y="360"/>
                    <a:pt x="746" y="356"/>
                  </a:cubicBezTo>
                  <a:cubicBezTo>
                    <a:pt x="744" y="352"/>
                    <a:pt x="737" y="352"/>
                    <a:pt x="732" y="352"/>
                  </a:cubicBezTo>
                  <a:cubicBezTo>
                    <a:pt x="726" y="353"/>
                    <a:pt x="717" y="361"/>
                    <a:pt x="722" y="370"/>
                  </a:cubicBezTo>
                  <a:cubicBezTo>
                    <a:pt x="727" y="378"/>
                    <a:pt x="739" y="372"/>
                    <a:pt x="745" y="371"/>
                  </a:cubicBezTo>
                  <a:close/>
                  <a:moveTo>
                    <a:pt x="682" y="241"/>
                  </a:moveTo>
                  <a:cubicBezTo>
                    <a:pt x="679" y="247"/>
                    <a:pt x="689" y="247"/>
                    <a:pt x="689" y="255"/>
                  </a:cubicBezTo>
                  <a:cubicBezTo>
                    <a:pt x="690" y="262"/>
                    <a:pt x="699" y="265"/>
                    <a:pt x="706" y="260"/>
                  </a:cubicBezTo>
                  <a:cubicBezTo>
                    <a:pt x="713" y="256"/>
                    <a:pt x="733" y="261"/>
                    <a:pt x="733" y="256"/>
                  </a:cubicBezTo>
                  <a:cubicBezTo>
                    <a:pt x="733" y="250"/>
                    <a:pt x="712" y="240"/>
                    <a:pt x="705" y="242"/>
                  </a:cubicBezTo>
                  <a:cubicBezTo>
                    <a:pt x="697" y="243"/>
                    <a:pt x="685" y="234"/>
                    <a:pt x="682" y="241"/>
                  </a:cubicBezTo>
                  <a:close/>
                  <a:moveTo>
                    <a:pt x="870" y="666"/>
                  </a:moveTo>
                  <a:cubicBezTo>
                    <a:pt x="871" y="670"/>
                    <a:pt x="900" y="682"/>
                    <a:pt x="901" y="677"/>
                  </a:cubicBezTo>
                  <a:cubicBezTo>
                    <a:pt x="902" y="671"/>
                    <a:pt x="869" y="663"/>
                    <a:pt x="870" y="666"/>
                  </a:cubicBezTo>
                  <a:close/>
                  <a:moveTo>
                    <a:pt x="997" y="696"/>
                  </a:moveTo>
                  <a:cubicBezTo>
                    <a:pt x="995" y="700"/>
                    <a:pt x="992" y="693"/>
                    <a:pt x="996" y="690"/>
                  </a:cubicBezTo>
                  <a:cubicBezTo>
                    <a:pt x="1000" y="687"/>
                    <a:pt x="995" y="685"/>
                    <a:pt x="991" y="687"/>
                  </a:cubicBezTo>
                  <a:cubicBezTo>
                    <a:pt x="987" y="689"/>
                    <a:pt x="988" y="678"/>
                    <a:pt x="992" y="676"/>
                  </a:cubicBezTo>
                  <a:cubicBezTo>
                    <a:pt x="996" y="674"/>
                    <a:pt x="983" y="670"/>
                    <a:pt x="983" y="674"/>
                  </a:cubicBezTo>
                  <a:cubicBezTo>
                    <a:pt x="983" y="678"/>
                    <a:pt x="974" y="675"/>
                    <a:pt x="973" y="672"/>
                  </a:cubicBezTo>
                  <a:cubicBezTo>
                    <a:pt x="972" y="669"/>
                    <a:pt x="966" y="668"/>
                    <a:pt x="968" y="665"/>
                  </a:cubicBezTo>
                  <a:cubicBezTo>
                    <a:pt x="970" y="663"/>
                    <a:pt x="960" y="662"/>
                    <a:pt x="959" y="666"/>
                  </a:cubicBezTo>
                  <a:cubicBezTo>
                    <a:pt x="958" y="670"/>
                    <a:pt x="955" y="663"/>
                    <a:pt x="960" y="658"/>
                  </a:cubicBezTo>
                  <a:cubicBezTo>
                    <a:pt x="965" y="652"/>
                    <a:pt x="964" y="648"/>
                    <a:pt x="968" y="645"/>
                  </a:cubicBezTo>
                  <a:cubicBezTo>
                    <a:pt x="973" y="642"/>
                    <a:pt x="968" y="639"/>
                    <a:pt x="963" y="641"/>
                  </a:cubicBezTo>
                  <a:cubicBezTo>
                    <a:pt x="958" y="643"/>
                    <a:pt x="945" y="662"/>
                    <a:pt x="945" y="667"/>
                  </a:cubicBezTo>
                  <a:cubicBezTo>
                    <a:pt x="945" y="672"/>
                    <a:pt x="944" y="678"/>
                    <a:pt x="940" y="677"/>
                  </a:cubicBezTo>
                  <a:cubicBezTo>
                    <a:pt x="935" y="677"/>
                    <a:pt x="930" y="681"/>
                    <a:pt x="933" y="684"/>
                  </a:cubicBezTo>
                  <a:cubicBezTo>
                    <a:pt x="937" y="687"/>
                    <a:pt x="924" y="694"/>
                    <a:pt x="930" y="698"/>
                  </a:cubicBezTo>
                  <a:cubicBezTo>
                    <a:pt x="934" y="700"/>
                    <a:pt x="941" y="697"/>
                    <a:pt x="947" y="697"/>
                  </a:cubicBezTo>
                  <a:cubicBezTo>
                    <a:pt x="953" y="698"/>
                    <a:pt x="958" y="698"/>
                    <a:pt x="963" y="695"/>
                  </a:cubicBezTo>
                  <a:cubicBezTo>
                    <a:pt x="968" y="691"/>
                    <a:pt x="968" y="698"/>
                    <a:pt x="974" y="697"/>
                  </a:cubicBezTo>
                  <a:cubicBezTo>
                    <a:pt x="979" y="697"/>
                    <a:pt x="971" y="702"/>
                    <a:pt x="971" y="705"/>
                  </a:cubicBezTo>
                  <a:cubicBezTo>
                    <a:pt x="971" y="709"/>
                    <a:pt x="977" y="703"/>
                    <a:pt x="981" y="701"/>
                  </a:cubicBezTo>
                  <a:cubicBezTo>
                    <a:pt x="985" y="699"/>
                    <a:pt x="990" y="701"/>
                    <a:pt x="988" y="705"/>
                  </a:cubicBezTo>
                  <a:cubicBezTo>
                    <a:pt x="986" y="708"/>
                    <a:pt x="999" y="711"/>
                    <a:pt x="1002" y="706"/>
                  </a:cubicBezTo>
                  <a:cubicBezTo>
                    <a:pt x="1005" y="701"/>
                    <a:pt x="999" y="692"/>
                    <a:pt x="997" y="696"/>
                  </a:cubicBezTo>
                  <a:close/>
                  <a:moveTo>
                    <a:pt x="93" y="604"/>
                  </a:moveTo>
                  <a:cubicBezTo>
                    <a:pt x="84" y="609"/>
                    <a:pt x="106" y="632"/>
                    <a:pt x="110" y="629"/>
                  </a:cubicBezTo>
                  <a:cubicBezTo>
                    <a:pt x="113" y="627"/>
                    <a:pt x="105" y="617"/>
                    <a:pt x="105" y="611"/>
                  </a:cubicBezTo>
                  <a:cubicBezTo>
                    <a:pt x="105" y="605"/>
                    <a:pt x="102" y="599"/>
                    <a:pt x="93" y="604"/>
                  </a:cubicBezTo>
                  <a:close/>
                  <a:moveTo>
                    <a:pt x="917" y="718"/>
                  </a:moveTo>
                  <a:cubicBezTo>
                    <a:pt x="913" y="719"/>
                    <a:pt x="916" y="713"/>
                    <a:pt x="917" y="710"/>
                  </a:cubicBezTo>
                  <a:cubicBezTo>
                    <a:pt x="917" y="708"/>
                    <a:pt x="909" y="712"/>
                    <a:pt x="909" y="715"/>
                  </a:cubicBezTo>
                  <a:cubicBezTo>
                    <a:pt x="909" y="718"/>
                    <a:pt x="903" y="719"/>
                    <a:pt x="903" y="721"/>
                  </a:cubicBezTo>
                  <a:cubicBezTo>
                    <a:pt x="903" y="727"/>
                    <a:pt x="902" y="724"/>
                    <a:pt x="898" y="726"/>
                  </a:cubicBezTo>
                  <a:cubicBezTo>
                    <a:pt x="894" y="728"/>
                    <a:pt x="879" y="726"/>
                    <a:pt x="878" y="723"/>
                  </a:cubicBezTo>
                  <a:cubicBezTo>
                    <a:pt x="878" y="719"/>
                    <a:pt x="867" y="717"/>
                    <a:pt x="866" y="713"/>
                  </a:cubicBezTo>
                  <a:cubicBezTo>
                    <a:pt x="866" y="708"/>
                    <a:pt x="860" y="706"/>
                    <a:pt x="865" y="701"/>
                  </a:cubicBezTo>
                  <a:cubicBezTo>
                    <a:pt x="869" y="696"/>
                    <a:pt x="864" y="693"/>
                    <a:pt x="860" y="697"/>
                  </a:cubicBezTo>
                  <a:cubicBezTo>
                    <a:pt x="855" y="701"/>
                    <a:pt x="853" y="695"/>
                    <a:pt x="859" y="693"/>
                  </a:cubicBezTo>
                  <a:cubicBezTo>
                    <a:pt x="864" y="691"/>
                    <a:pt x="875" y="688"/>
                    <a:pt x="870" y="678"/>
                  </a:cubicBezTo>
                  <a:cubicBezTo>
                    <a:pt x="864" y="668"/>
                    <a:pt x="830" y="681"/>
                    <a:pt x="821" y="686"/>
                  </a:cubicBezTo>
                  <a:cubicBezTo>
                    <a:pt x="812" y="691"/>
                    <a:pt x="801" y="707"/>
                    <a:pt x="796" y="707"/>
                  </a:cubicBezTo>
                  <a:cubicBezTo>
                    <a:pt x="792" y="707"/>
                    <a:pt x="805" y="699"/>
                    <a:pt x="807" y="696"/>
                  </a:cubicBezTo>
                  <a:cubicBezTo>
                    <a:pt x="809" y="692"/>
                    <a:pt x="806" y="689"/>
                    <a:pt x="809" y="690"/>
                  </a:cubicBezTo>
                  <a:cubicBezTo>
                    <a:pt x="812" y="692"/>
                    <a:pt x="819" y="680"/>
                    <a:pt x="825" y="676"/>
                  </a:cubicBezTo>
                  <a:cubicBezTo>
                    <a:pt x="830" y="672"/>
                    <a:pt x="836" y="675"/>
                    <a:pt x="836" y="672"/>
                  </a:cubicBezTo>
                  <a:cubicBezTo>
                    <a:pt x="837" y="669"/>
                    <a:pt x="840" y="667"/>
                    <a:pt x="845" y="662"/>
                  </a:cubicBezTo>
                  <a:cubicBezTo>
                    <a:pt x="850" y="658"/>
                    <a:pt x="909" y="658"/>
                    <a:pt x="915" y="659"/>
                  </a:cubicBezTo>
                  <a:cubicBezTo>
                    <a:pt x="921" y="659"/>
                    <a:pt x="932" y="651"/>
                    <a:pt x="935" y="646"/>
                  </a:cubicBezTo>
                  <a:cubicBezTo>
                    <a:pt x="939" y="641"/>
                    <a:pt x="943" y="641"/>
                    <a:pt x="951" y="642"/>
                  </a:cubicBezTo>
                  <a:cubicBezTo>
                    <a:pt x="959" y="642"/>
                    <a:pt x="963" y="635"/>
                    <a:pt x="967" y="632"/>
                  </a:cubicBezTo>
                  <a:cubicBezTo>
                    <a:pt x="971" y="629"/>
                    <a:pt x="969" y="628"/>
                    <a:pt x="966" y="627"/>
                  </a:cubicBezTo>
                  <a:cubicBezTo>
                    <a:pt x="962" y="627"/>
                    <a:pt x="959" y="624"/>
                    <a:pt x="962" y="624"/>
                  </a:cubicBezTo>
                  <a:cubicBezTo>
                    <a:pt x="966" y="624"/>
                    <a:pt x="968" y="622"/>
                    <a:pt x="969" y="617"/>
                  </a:cubicBezTo>
                  <a:cubicBezTo>
                    <a:pt x="971" y="613"/>
                    <a:pt x="968" y="615"/>
                    <a:pt x="963" y="609"/>
                  </a:cubicBezTo>
                  <a:cubicBezTo>
                    <a:pt x="958" y="602"/>
                    <a:pt x="956" y="611"/>
                    <a:pt x="951" y="610"/>
                  </a:cubicBezTo>
                  <a:cubicBezTo>
                    <a:pt x="946" y="610"/>
                    <a:pt x="954" y="604"/>
                    <a:pt x="950" y="601"/>
                  </a:cubicBezTo>
                  <a:cubicBezTo>
                    <a:pt x="946" y="599"/>
                    <a:pt x="939" y="600"/>
                    <a:pt x="933" y="605"/>
                  </a:cubicBezTo>
                  <a:cubicBezTo>
                    <a:pt x="927" y="610"/>
                    <a:pt x="927" y="605"/>
                    <a:pt x="922" y="610"/>
                  </a:cubicBezTo>
                  <a:cubicBezTo>
                    <a:pt x="917" y="615"/>
                    <a:pt x="917" y="608"/>
                    <a:pt x="919" y="606"/>
                  </a:cubicBezTo>
                  <a:cubicBezTo>
                    <a:pt x="922" y="604"/>
                    <a:pt x="924" y="606"/>
                    <a:pt x="926" y="603"/>
                  </a:cubicBezTo>
                  <a:cubicBezTo>
                    <a:pt x="928" y="600"/>
                    <a:pt x="930" y="603"/>
                    <a:pt x="936" y="599"/>
                  </a:cubicBezTo>
                  <a:cubicBezTo>
                    <a:pt x="942" y="595"/>
                    <a:pt x="947" y="597"/>
                    <a:pt x="949" y="594"/>
                  </a:cubicBezTo>
                  <a:cubicBezTo>
                    <a:pt x="950" y="592"/>
                    <a:pt x="946" y="588"/>
                    <a:pt x="940" y="589"/>
                  </a:cubicBezTo>
                  <a:cubicBezTo>
                    <a:pt x="935" y="590"/>
                    <a:pt x="931" y="582"/>
                    <a:pt x="928" y="584"/>
                  </a:cubicBezTo>
                  <a:cubicBezTo>
                    <a:pt x="924" y="587"/>
                    <a:pt x="925" y="580"/>
                    <a:pt x="921" y="583"/>
                  </a:cubicBezTo>
                  <a:cubicBezTo>
                    <a:pt x="917" y="585"/>
                    <a:pt x="915" y="582"/>
                    <a:pt x="913" y="577"/>
                  </a:cubicBezTo>
                  <a:cubicBezTo>
                    <a:pt x="911" y="573"/>
                    <a:pt x="900" y="565"/>
                    <a:pt x="894" y="563"/>
                  </a:cubicBezTo>
                  <a:cubicBezTo>
                    <a:pt x="887" y="561"/>
                    <a:pt x="892" y="557"/>
                    <a:pt x="895" y="560"/>
                  </a:cubicBezTo>
                  <a:cubicBezTo>
                    <a:pt x="899" y="562"/>
                    <a:pt x="903" y="557"/>
                    <a:pt x="904" y="555"/>
                  </a:cubicBezTo>
                  <a:cubicBezTo>
                    <a:pt x="906" y="552"/>
                    <a:pt x="902" y="550"/>
                    <a:pt x="900" y="550"/>
                  </a:cubicBezTo>
                  <a:cubicBezTo>
                    <a:pt x="898" y="550"/>
                    <a:pt x="898" y="546"/>
                    <a:pt x="898" y="544"/>
                  </a:cubicBezTo>
                  <a:cubicBezTo>
                    <a:pt x="899" y="541"/>
                    <a:pt x="891" y="538"/>
                    <a:pt x="891" y="536"/>
                  </a:cubicBezTo>
                  <a:cubicBezTo>
                    <a:pt x="891" y="533"/>
                    <a:pt x="886" y="531"/>
                    <a:pt x="887" y="529"/>
                  </a:cubicBezTo>
                  <a:cubicBezTo>
                    <a:pt x="887" y="527"/>
                    <a:pt x="882" y="524"/>
                    <a:pt x="882" y="521"/>
                  </a:cubicBezTo>
                  <a:cubicBezTo>
                    <a:pt x="882" y="518"/>
                    <a:pt x="875" y="512"/>
                    <a:pt x="875" y="508"/>
                  </a:cubicBezTo>
                  <a:cubicBezTo>
                    <a:pt x="874" y="505"/>
                    <a:pt x="870" y="502"/>
                    <a:pt x="869" y="498"/>
                  </a:cubicBezTo>
                  <a:cubicBezTo>
                    <a:pt x="867" y="494"/>
                    <a:pt x="865" y="496"/>
                    <a:pt x="864" y="502"/>
                  </a:cubicBezTo>
                  <a:cubicBezTo>
                    <a:pt x="862" y="508"/>
                    <a:pt x="857" y="507"/>
                    <a:pt x="859" y="509"/>
                  </a:cubicBezTo>
                  <a:cubicBezTo>
                    <a:pt x="862" y="513"/>
                    <a:pt x="859" y="514"/>
                    <a:pt x="857" y="516"/>
                  </a:cubicBezTo>
                  <a:cubicBezTo>
                    <a:pt x="855" y="519"/>
                    <a:pt x="859" y="522"/>
                    <a:pt x="855" y="522"/>
                  </a:cubicBezTo>
                  <a:cubicBezTo>
                    <a:pt x="851" y="522"/>
                    <a:pt x="853" y="530"/>
                    <a:pt x="851" y="527"/>
                  </a:cubicBezTo>
                  <a:cubicBezTo>
                    <a:pt x="849" y="523"/>
                    <a:pt x="844" y="524"/>
                    <a:pt x="844" y="528"/>
                  </a:cubicBezTo>
                  <a:cubicBezTo>
                    <a:pt x="844" y="531"/>
                    <a:pt x="836" y="534"/>
                    <a:pt x="833" y="534"/>
                  </a:cubicBezTo>
                  <a:cubicBezTo>
                    <a:pt x="830" y="534"/>
                    <a:pt x="830" y="527"/>
                    <a:pt x="827" y="529"/>
                  </a:cubicBezTo>
                  <a:cubicBezTo>
                    <a:pt x="824" y="531"/>
                    <a:pt x="825" y="523"/>
                    <a:pt x="820" y="524"/>
                  </a:cubicBezTo>
                  <a:cubicBezTo>
                    <a:pt x="816" y="524"/>
                    <a:pt x="813" y="523"/>
                    <a:pt x="814" y="520"/>
                  </a:cubicBezTo>
                  <a:cubicBezTo>
                    <a:pt x="816" y="516"/>
                    <a:pt x="807" y="514"/>
                    <a:pt x="810" y="512"/>
                  </a:cubicBezTo>
                  <a:cubicBezTo>
                    <a:pt x="813" y="510"/>
                    <a:pt x="809" y="506"/>
                    <a:pt x="809" y="499"/>
                  </a:cubicBezTo>
                  <a:cubicBezTo>
                    <a:pt x="808" y="493"/>
                    <a:pt x="812" y="492"/>
                    <a:pt x="812" y="490"/>
                  </a:cubicBezTo>
                  <a:cubicBezTo>
                    <a:pt x="812" y="487"/>
                    <a:pt x="809" y="487"/>
                    <a:pt x="806" y="489"/>
                  </a:cubicBezTo>
                  <a:cubicBezTo>
                    <a:pt x="803" y="491"/>
                    <a:pt x="803" y="486"/>
                    <a:pt x="800" y="487"/>
                  </a:cubicBezTo>
                  <a:cubicBezTo>
                    <a:pt x="797" y="487"/>
                    <a:pt x="787" y="486"/>
                    <a:pt x="787" y="482"/>
                  </a:cubicBezTo>
                  <a:cubicBezTo>
                    <a:pt x="786" y="477"/>
                    <a:pt x="783" y="480"/>
                    <a:pt x="781" y="475"/>
                  </a:cubicBezTo>
                  <a:cubicBezTo>
                    <a:pt x="780" y="471"/>
                    <a:pt x="776" y="474"/>
                    <a:pt x="776" y="471"/>
                  </a:cubicBezTo>
                  <a:cubicBezTo>
                    <a:pt x="776" y="468"/>
                    <a:pt x="774" y="467"/>
                    <a:pt x="771" y="467"/>
                  </a:cubicBezTo>
                  <a:cubicBezTo>
                    <a:pt x="768" y="467"/>
                    <a:pt x="767" y="463"/>
                    <a:pt x="763" y="463"/>
                  </a:cubicBezTo>
                  <a:cubicBezTo>
                    <a:pt x="759" y="462"/>
                    <a:pt x="754" y="466"/>
                    <a:pt x="752" y="467"/>
                  </a:cubicBezTo>
                  <a:cubicBezTo>
                    <a:pt x="750" y="468"/>
                    <a:pt x="744" y="463"/>
                    <a:pt x="742" y="465"/>
                  </a:cubicBezTo>
                  <a:cubicBezTo>
                    <a:pt x="739" y="467"/>
                    <a:pt x="739" y="464"/>
                    <a:pt x="733" y="462"/>
                  </a:cubicBezTo>
                  <a:cubicBezTo>
                    <a:pt x="726" y="460"/>
                    <a:pt x="718" y="460"/>
                    <a:pt x="718" y="462"/>
                  </a:cubicBezTo>
                  <a:cubicBezTo>
                    <a:pt x="717" y="464"/>
                    <a:pt x="712" y="465"/>
                    <a:pt x="713" y="470"/>
                  </a:cubicBezTo>
                  <a:cubicBezTo>
                    <a:pt x="714" y="475"/>
                    <a:pt x="719" y="474"/>
                    <a:pt x="720" y="478"/>
                  </a:cubicBezTo>
                  <a:cubicBezTo>
                    <a:pt x="721" y="481"/>
                    <a:pt x="718" y="480"/>
                    <a:pt x="717" y="483"/>
                  </a:cubicBezTo>
                  <a:cubicBezTo>
                    <a:pt x="717" y="487"/>
                    <a:pt x="714" y="486"/>
                    <a:pt x="714" y="489"/>
                  </a:cubicBezTo>
                  <a:cubicBezTo>
                    <a:pt x="714" y="491"/>
                    <a:pt x="716" y="490"/>
                    <a:pt x="717" y="495"/>
                  </a:cubicBezTo>
                  <a:cubicBezTo>
                    <a:pt x="719" y="499"/>
                    <a:pt x="721" y="499"/>
                    <a:pt x="722" y="505"/>
                  </a:cubicBezTo>
                  <a:cubicBezTo>
                    <a:pt x="723" y="511"/>
                    <a:pt x="720" y="510"/>
                    <a:pt x="717" y="511"/>
                  </a:cubicBezTo>
                  <a:cubicBezTo>
                    <a:pt x="715" y="511"/>
                    <a:pt x="718" y="514"/>
                    <a:pt x="714" y="518"/>
                  </a:cubicBezTo>
                  <a:cubicBezTo>
                    <a:pt x="711" y="522"/>
                    <a:pt x="708" y="527"/>
                    <a:pt x="710" y="529"/>
                  </a:cubicBezTo>
                  <a:cubicBezTo>
                    <a:pt x="713" y="532"/>
                    <a:pt x="723" y="536"/>
                    <a:pt x="727" y="543"/>
                  </a:cubicBezTo>
                  <a:cubicBezTo>
                    <a:pt x="731" y="549"/>
                    <a:pt x="731" y="560"/>
                    <a:pt x="730" y="567"/>
                  </a:cubicBezTo>
                  <a:cubicBezTo>
                    <a:pt x="729" y="575"/>
                    <a:pt x="720" y="577"/>
                    <a:pt x="714" y="583"/>
                  </a:cubicBezTo>
                  <a:cubicBezTo>
                    <a:pt x="708" y="590"/>
                    <a:pt x="701" y="589"/>
                    <a:pt x="698" y="589"/>
                  </a:cubicBezTo>
                  <a:cubicBezTo>
                    <a:pt x="695" y="589"/>
                    <a:pt x="697" y="595"/>
                    <a:pt x="701" y="600"/>
                  </a:cubicBezTo>
                  <a:cubicBezTo>
                    <a:pt x="705" y="605"/>
                    <a:pt x="702" y="606"/>
                    <a:pt x="704" y="611"/>
                  </a:cubicBezTo>
                  <a:cubicBezTo>
                    <a:pt x="706" y="616"/>
                    <a:pt x="704" y="620"/>
                    <a:pt x="707" y="625"/>
                  </a:cubicBezTo>
                  <a:cubicBezTo>
                    <a:pt x="711" y="629"/>
                    <a:pt x="709" y="631"/>
                    <a:pt x="705" y="634"/>
                  </a:cubicBezTo>
                  <a:cubicBezTo>
                    <a:pt x="701" y="637"/>
                    <a:pt x="706" y="636"/>
                    <a:pt x="707" y="640"/>
                  </a:cubicBezTo>
                  <a:cubicBezTo>
                    <a:pt x="707" y="644"/>
                    <a:pt x="705" y="642"/>
                    <a:pt x="702" y="639"/>
                  </a:cubicBezTo>
                  <a:cubicBezTo>
                    <a:pt x="698" y="637"/>
                    <a:pt x="695" y="644"/>
                    <a:pt x="695" y="646"/>
                  </a:cubicBezTo>
                  <a:cubicBezTo>
                    <a:pt x="695" y="649"/>
                    <a:pt x="688" y="643"/>
                    <a:pt x="686" y="643"/>
                  </a:cubicBezTo>
                  <a:cubicBezTo>
                    <a:pt x="684" y="643"/>
                    <a:pt x="686" y="639"/>
                    <a:pt x="682" y="635"/>
                  </a:cubicBezTo>
                  <a:cubicBezTo>
                    <a:pt x="677" y="632"/>
                    <a:pt x="674" y="631"/>
                    <a:pt x="674" y="627"/>
                  </a:cubicBezTo>
                  <a:cubicBezTo>
                    <a:pt x="674" y="624"/>
                    <a:pt x="666" y="621"/>
                    <a:pt x="666" y="617"/>
                  </a:cubicBezTo>
                  <a:cubicBezTo>
                    <a:pt x="666" y="613"/>
                    <a:pt x="667" y="603"/>
                    <a:pt x="665" y="600"/>
                  </a:cubicBezTo>
                  <a:cubicBezTo>
                    <a:pt x="664" y="597"/>
                    <a:pt x="665" y="594"/>
                    <a:pt x="667" y="591"/>
                  </a:cubicBezTo>
                  <a:cubicBezTo>
                    <a:pt x="668" y="588"/>
                    <a:pt x="665" y="584"/>
                    <a:pt x="660" y="584"/>
                  </a:cubicBezTo>
                  <a:cubicBezTo>
                    <a:pt x="656" y="584"/>
                    <a:pt x="650" y="583"/>
                    <a:pt x="643" y="583"/>
                  </a:cubicBezTo>
                  <a:cubicBezTo>
                    <a:pt x="637" y="584"/>
                    <a:pt x="634" y="583"/>
                    <a:pt x="632" y="581"/>
                  </a:cubicBezTo>
                  <a:cubicBezTo>
                    <a:pt x="630" y="579"/>
                    <a:pt x="624" y="575"/>
                    <a:pt x="616" y="573"/>
                  </a:cubicBezTo>
                  <a:cubicBezTo>
                    <a:pt x="608" y="571"/>
                    <a:pt x="605" y="567"/>
                    <a:pt x="604" y="565"/>
                  </a:cubicBezTo>
                  <a:cubicBezTo>
                    <a:pt x="603" y="563"/>
                    <a:pt x="596" y="561"/>
                    <a:pt x="594" y="559"/>
                  </a:cubicBezTo>
                  <a:cubicBezTo>
                    <a:pt x="592" y="557"/>
                    <a:pt x="585" y="555"/>
                    <a:pt x="582" y="556"/>
                  </a:cubicBezTo>
                  <a:cubicBezTo>
                    <a:pt x="579" y="556"/>
                    <a:pt x="571" y="550"/>
                    <a:pt x="567" y="550"/>
                  </a:cubicBezTo>
                  <a:cubicBezTo>
                    <a:pt x="562" y="550"/>
                    <a:pt x="552" y="555"/>
                    <a:pt x="550" y="555"/>
                  </a:cubicBezTo>
                  <a:cubicBezTo>
                    <a:pt x="548" y="555"/>
                    <a:pt x="550" y="551"/>
                    <a:pt x="551" y="549"/>
                  </a:cubicBezTo>
                  <a:cubicBezTo>
                    <a:pt x="553" y="548"/>
                    <a:pt x="548" y="540"/>
                    <a:pt x="546" y="535"/>
                  </a:cubicBezTo>
                  <a:cubicBezTo>
                    <a:pt x="545" y="530"/>
                    <a:pt x="543" y="525"/>
                    <a:pt x="538" y="525"/>
                  </a:cubicBezTo>
                  <a:cubicBezTo>
                    <a:pt x="533" y="526"/>
                    <a:pt x="527" y="523"/>
                    <a:pt x="526" y="522"/>
                  </a:cubicBezTo>
                  <a:cubicBezTo>
                    <a:pt x="524" y="521"/>
                    <a:pt x="524" y="507"/>
                    <a:pt x="525" y="501"/>
                  </a:cubicBezTo>
                  <a:cubicBezTo>
                    <a:pt x="526" y="495"/>
                    <a:pt x="533" y="486"/>
                    <a:pt x="533" y="482"/>
                  </a:cubicBezTo>
                  <a:cubicBezTo>
                    <a:pt x="533" y="479"/>
                    <a:pt x="537" y="477"/>
                    <a:pt x="541" y="476"/>
                  </a:cubicBezTo>
                  <a:cubicBezTo>
                    <a:pt x="545" y="475"/>
                    <a:pt x="542" y="468"/>
                    <a:pt x="545" y="467"/>
                  </a:cubicBezTo>
                  <a:cubicBezTo>
                    <a:pt x="549" y="467"/>
                    <a:pt x="549" y="465"/>
                    <a:pt x="550" y="462"/>
                  </a:cubicBezTo>
                  <a:cubicBezTo>
                    <a:pt x="551" y="459"/>
                    <a:pt x="555" y="461"/>
                    <a:pt x="553" y="459"/>
                  </a:cubicBezTo>
                  <a:cubicBezTo>
                    <a:pt x="550" y="456"/>
                    <a:pt x="552" y="455"/>
                    <a:pt x="558" y="455"/>
                  </a:cubicBezTo>
                  <a:cubicBezTo>
                    <a:pt x="564" y="455"/>
                    <a:pt x="572" y="453"/>
                    <a:pt x="571" y="448"/>
                  </a:cubicBezTo>
                  <a:cubicBezTo>
                    <a:pt x="570" y="442"/>
                    <a:pt x="555" y="446"/>
                    <a:pt x="555" y="441"/>
                  </a:cubicBezTo>
                  <a:cubicBezTo>
                    <a:pt x="555" y="437"/>
                    <a:pt x="536" y="436"/>
                    <a:pt x="537" y="434"/>
                  </a:cubicBezTo>
                  <a:cubicBezTo>
                    <a:pt x="538" y="431"/>
                    <a:pt x="556" y="436"/>
                    <a:pt x="563" y="438"/>
                  </a:cubicBezTo>
                  <a:cubicBezTo>
                    <a:pt x="569" y="441"/>
                    <a:pt x="571" y="440"/>
                    <a:pt x="576" y="440"/>
                  </a:cubicBezTo>
                  <a:cubicBezTo>
                    <a:pt x="581" y="440"/>
                    <a:pt x="578" y="433"/>
                    <a:pt x="579" y="430"/>
                  </a:cubicBezTo>
                  <a:cubicBezTo>
                    <a:pt x="580" y="428"/>
                    <a:pt x="590" y="435"/>
                    <a:pt x="596" y="433"/>
                  </a:cubicBezTo>
                  <a:cubicBezTo>
                    <a:pt x="601" y="432"/>
                    <a:pt x="607" y="420"/>
                    <a:pt x="612" y="417"/>
                  </a:cubicBezTo>
                  <a:cubicBezTo>
                    <a:pt x="616" y="413"/>
                    <a:pt x="612" y="410"/>
                    <a:pt x="603" y="411"/>
                  </a:cubicBezTo>
                  <a:cubicBezTo>
                    <a:pt x="594" y="412"/>
                    <a:pt x="588" y="408"/>
                    <a:pt x="583" y="405"/>
                  </a:cubicBezTo>
                  <a:cubicBezTo>
                    <a:pt x="578" y="401"/>
                    <a:pt x="579" y="398"/>
                    <a:pt x="584" y="398"/>
                  </a:cubicBezTo>
                  <a:cubicBezTo>
                    <a:pt x="589" y="399"/>
                    <a:pt x="602" y="409"/>
                    <a:pt x="607" y="409"/>
                  </a:cubicBezTo>
                  <a:cubicBezTo>
                    <a:pt x="611" y="410"/>
                    <a:pt x="620" y="400"/>
                    <a:pt x="624" y="397"/>
                  </a:cubicBezTo>
                  <a:cubicBezTo>
                    <a:pt x="628" y="394"/>
                    <a:pt x="620" y="393"/>
                    <a:pt x="617" y="391"/>
                  </a:cubicBezTo>
                  <a:cubicBezTo>
                    <a:pt x="614" y="388"/>
                    <a:pt x="622" y="387"/>
                    <a:pt x="626" y="387"/>
                  </a:cubicBezTo>
                  <a:cubicBezTo>
                    <a:pt x="630" y="387"/>
                    <a:pt x="632" y="390"/>
                    <a:pt x="633" y="392"/>
                  </a:cubicBezTo>
                  <a:cubicBezTo>
                    <a:pt x="635" y="394"/>
                    <a:pt x="642" y="391"/>
                    <a:pt x="645" y="391"/>
                  </a:cubicBezTo>
                  <a:cubicBezTo>
                    <a:pt x="649" y="391"/>
                    <a:pt x="645" y="385"/>
                    <a:pt x="639" y="383"/>
                  </a:cubicBezTo>
                  <a:cubicBezTo>
                    <a:pt x="633" y="381"/>
                    <a:pt x="639" y="376"/>
                    <a:pt x="641" y="380"/>
                  </a:cubicBezTo>
                  <a:cubicBezTo>
                    <a:pt x="643" y="383"/>
                    <a:pt x="647" y="383"/>
                    <a:pt x="649" y="387"/>
                  </a:cubicBezTo>
                  <a:cubicBezTo>
                    <a:pt x="652" y="392"/>
                    <a:pt x="653" y="389"/>
                    <a:pt x="658" y="387"/>
                  </a:cubicBezTo>
                  <a:cubicBezTo>
                    <a:pt x="663" y="385"/>
                    <a:pt x="666" y="382"/>
                    <a:pt x="669" y="379"/>
                  </a:cubicBezTo>
                  <a:cubicBezTo>
                    <a:pt x="671" y="376"/>
                    <a:pt x="672" y="380"/>
                    <a:pt x="675" y="375"/>
                  </a:cubicBezTo>
                  <a:cubicBezTo>
                    <a:pt x="678" y="370"/>
                    <a:pt x="674" y="366"/>
                    <a:pt x="670" y="363"/>
                  </a:cubicBezTo>
                  <a:cubicBezTo>
                    <a:pt x="666" y="360"/>
                    <a:pt x="670" y="357"/>
                    <a:pt x="666" y="355"/>
                  </a:cubicBezTo>
                  <a:cubicBezTo>
                    <a:pt x="662" y="353"/>
                    <a:pt x="661" y="349"/>
                    <a:pt x="666" y="350"/>
                  </a:cubicBezTo>
                  <a:cubicBezTo>
                    <a:pt x="671" y="351"/>
                    <a:pt x="675" y="349"/>
                    <a:pt x="677" y="346"/>
                  </a:cubicBezTo>
                  <a:cubicBezTo>
                    <a:pt x="680" y="342"/>
                    <a:pt x="670" y="342"/>
                    <a:pt x="674" y="339"/>
                  </a:cubicBezTo>
                  <a:cubicBezTo>
                    <a:pt x="679" y="337"/>
                    <a:pt x="675" y="334"/>
                    <a:pt x="671" y="334"/>
                  </a:cubicBezTo>
                  <a:cubicBezTo>
                    <a:pt x="666" y="334"/>
                    <a:pt x="662" y="332"/>
                    <a:pt x="662" y="328"/>
                  </a:cubicBezTo>
                  <a:cubicBezTo>
                    <a:pt x="662" y="324"/>
                    <a:pt x="654" y="327"/>
                    <a:pt x="649" y="325"/>
                  </a:cubicBezTo>
                  <a:cubicBezTo>
                    <a:pt x="645" y="322"/>
                    <a:pt x="634" y="323"/>
                    <a:pt x="632" y="323"/>
                  </a:cubicBezTo>
                  <a:cubicBezTo>
                    <a:pt x="629" y="323"/>
                    <a:pt x="629" y="334"/>
                    <a:pt x="633" y="334"/>
                  </a:cubicBezTo>
                  <a:cubicBezTo>
                    <a:pt x="636" y="334"/>
                    <a:pt x="639" y="338"/>
                    <a:pt x="636" y="339"/>
                  </a:cubicBezTo>
                  <a:cubicBezTo>
                    <a:pt x="633" y="341"/>
                    <a:pt x="637" y="345"/>
                    <a:pt x="634" y="344"/>
                  </a:cubicBezTo>
                  <a:cubicBezTo>
                    <a:pt x="632" y="344"/>
                    <a:pt x="628" y="343"/>
                    <a:pt x="627" y="349"/>
                  </a:cubicBezTo>
                  <a:cubicBezTo>
                    <a:pt x="626" y="356"/>
                    <a:pt x="626" y="358"/>
                    <a:pt x="621" y="361"/>
                  </a:cubicBezTo>
                  <a:cubicBezTo>
                    <a:pt x="617" y="363"/>
                    <a:pt x="620" y="353"/>
                    <a:pt x="616" y="354"/>
                  </a:cubicBezTo>
                  <a:cubicBezTo>
                    <a:pt x="612" y="354"/>
                    <a:pt x="612" y="362"/>
                    <a:pt x="615" y="362"/>
                  </a:cubicBezTo>
                  <a:cubicBezTo>
                    <a:pt x="618" y="363"/>
                    <a:pt x="618" y="366"/>
                    <a:pt x="619" y="369"/>
                  </a:cubicBezTo>
                  <a:cubicBezTo>
                    <a:pt x="620" y="373"/>
                    <a:pt x="614" y="370"/>
                    <a:pt x="611" y="375"/>
                  </a:cubicBezTo>
                  <a:cubicBezTo>
                    <a:pt x="609" y="379"/>
                    <a:pt x="608" y="373"/>
                    <a:pt x="605" y="370"/>
                  </a:cubicBezTo>
                  <a:cubicBezTo>
                    <a:pt x="601" y="367"/>
                    <a:pt x="597" y="362"/>
                    <a:pt x="597" y="358"/>
                  </a:cubicBezTo>
                  <a:cubicBezTo>
                    <a:pt x="598" y="355"/>
                    <a:pt x="599" y="354"/>
                    <a:pt x="602" y="353"/>
                  </a:cubicBezTo>
                  <a:cubicBezTo>
                    <a:pt x="605" y="353"/>
                    <a:pt x="602" y="350"/>
                    <a:pt x="602" y="346"/>
                  </a:cubicBezTo>
                  <a:cubicBezTo>
                    <a:pt x="602" y="341"/>
                    <a:pt x="598" y="343"/>
                    <a:pt x="594" y="338"/>
                  </a:cubicBezTo>
                  <a:cubicBezTo>
                    <a:pt x="590" y="333"/>
                    <a:pt x="586" y="333"/>
                    <a:pt x="584" y="335"/>
                  </a:cubicBezTo>
                  <a:cubicBezTo>
                    <a:pt x="582" y="338"/>
                    <a:pt x="583" y="342"/>
                    <a:pt x="580" y="343"/>
                  </a:cubicBezTo>
                  <a:cubicBezTo>
                    <a:pt x="576" y="345"/>
                    <a:pt x="578" y="352"/>
                    <a:pt x="575" y="352"/>
                  </a:cubicBezTo>
                  <a:cubicBezTo>
                    <a:pt x="572" y="353"/>
                    <a:pt x="573" y="340"/>
                    <a:pt x="571" y="339"/>
                  </a:cubicBezTo>
                  <a:cubicBezTo>
                    <a:pt x="568" y="338"/>
                    <a:pt x="569" y="335"/>
                    <a:pt x="572" y="334"/>
                  </a:cubicBezTo>
                  <a:cubicBezTo>
                    <a:pt x="576" y="334"/>
                    <a:pt x="578" y="330"/>
                    <a:pt x="575" y="330"/>
                  </a:cubicBezTo>
                  <a:cubicBezTo>
                    <a:pt x="572" y="330"/>
                    <a:pt x="566" y="326"/>
                    <a:pt x="564" y="325"/>
                  </a:cubicBezTo>
                  <a:cubicBezTo>
                    <a:pt x="562" y="324"/>
                    <a:pt x="558" y="329"/>
                    <a:pt x="555" y="327"/>
                  </a:cubicBezTo>
                  <a:cubicBezTo>
                    <a:pt x="553" y="325"/>
                    <a:pt x="556" y="320"/>
                    <a:pt x="556" y="318"/>
                  </a:cubicBezTo>
                  <a:cubicBezTo>
                    <a:pt x="556" y="315"/>
                    <a:pt x="560" y="319"/>
                    <a:pt x="562" y="315"/>
                  </a:cubicBezTo>
                  <a:cubicBezTo>
                    <a:pt x="565" y="312"/>
                    <a:pt x="555" y="312"/>
                    <a:pt x="555" y="308"/>
                  </a:cubicBezTo>
                  <a:cubicBezTo>
                    <a:pt x="555" y="304"/>
                    <a:pt x="548" y="303"/>
                    <a:pt x="545" y="302"/>
                  </a:cubicBezTo>
                  <a:cubicBezTo>
                    <a:pt x="543" y="301"/>
                    <a:pt x="547" y="295"/>
                    <a:pt x="546" y="292"/>
                  </a:cubicBezTo>
                  <a:cubicBezTo>
                    <a:pt x="545" y="290"/>
                    <a:pt x="535" y="281"/>
                    <a:pt x="531" y="282"/>
                  </a:cubicBezTo>
                  <a:cubicBezTo>
                    <a:pt x="527" y="283"/>
                    <a:pt x="526" y="277"/>
                    <a:pt x="529" y="277"/>
                  </a:cubicBezTo>
                  <a:cubicBezTo>
                    <a:pt x="531" y="277"/>
                    <a:pt x="533" y="276"/>
                    <a:pt x="537" y="271"/>
                  </a:cubicBezTo>
                  <a:cubicBezTo>
                    <a:pt x="541" y="266"/>
                    <a:pt x="542" y="265"/>
                    <a:pt x="539" y="264"/>
                  </a:cubicBezTo>
                  <a:cubicBezTo>
                    <a:pt x="536" y="263"/>
                    <a:pt x="534" y="260"/>
                    <a:pt x="539" y="260"/>
                  </a:cubicBezTo>
                  <a:cubicBezTo>
                    <a:pt x="545" y="260"/>
                    <a:pt x="554" y="264"/>
                    <a:pt x="557" y="262"/>
                  </a:cubicBezTo>
                  <a:cubicBezTo>
                    <a:pt x="560" y="259"/>
                    <a:pt x="569" y="245"/>
                    <a:pt x="573" y="239"/>
                  </a:cubicBezTo>
                  <a:cubicBezTo>
                    <a:pt x="577" y="234"/>
                    <a:pt x="570" y="234"/>
                    <a:pt x="561" y="234"/>
                  </a:cubicBezTo>
                  <a:cubicBezTo>
                    <a:pt x="552" y="235"/>
                    <a:pt x="550" y="231"/>
                    <a:pt x="543" y="230"/>
                  </a:cubicBezTo>
                  <a:cubicBezTo>
                    <a:pt x="535" y="230"/>
                    <a:pt x="521" y="232"/>
                    <a:pt x="519" y="234"/>
                  </a:cubicBezTo>
                  <a:cubicBezTo>
                    <a:pt x="517" y="236"/>
                    <a:pt x="523" y="238"/>
                    <a:pt x="522" y="241"/>
                  </a:cubicBezTo>
                  <a:cubicBezTo>
                    <a:pt x="522" y="243"/>
                    <a:pt x="517" y="239"/>
                    <a:pt x="515" y="240"/>
                  </a:cubicBezTo>
                  <a:cubicBezTo>
                    <a:pt x="513" y="241"/>
                    <a:pt x="516" y="244"/>
                    <a:pt x="515" y="253"/>
                  </a:cubicBezTo>
                  <a:cubicBezTo>
                    <a:pt x="514" y="262"/>
                    <a:pt x="517" y="262"/>
                    <a:pt x="519" y="266"/>
                  </a:cubicBezTo>
                  <a:cubicBezTo>
                    <a:pt x="522" y="269"/>
                    <a:pt x="521" y="273"/>
                    <a:pt x="521" y="279"/>
                  </a:cubicBezTo>
                  <a:cubicBezTo>
                    <a:pt x="521" y="284"/>
                    <a:pt x="516" y="284"/>
                    <a:pt x="514" y="285"/>
                  </a:cubicBezTo>
                  <a:cubicBezTo>
                    <a:pt x="513" y="286"/>
                    <a:pt x="519" y="288"/>
                    <a:pt x="518" y="292"/>
                  </a:cubicBezTo>
                  <a:cubicBezTo>
                    <a:pt x="517" y="295"/>
                    <a:pt x="512" y="290"/>
                    <a:pt x="509" y="291"/>
                  </a:cubicBezTo>
                  <a:cubicBezTo>
                    <a:pt x="506" y="292"/>
                    <a:pt x="503" y="300"/>
                    <a:pt x="506" y="303"/>
                  </a:cubicBezTo>
                  <a:cubicBezTo>
                    <a:pt x="510" y="306"/>
                    <a:pt x="511" y="305"/>
                    <a:pt x="508" y="309"/>
                  </a:cubicBezTo>
                  <a:cubicBezTo>
                    <a:pt x="506" y="312"/>
                    <a:pt x="503" y="317"/>
                    <a:pt x="509" y="321"/>
                  </a:cubicBezTo>
                  <a:cubicBezTo>
                    <a:pt x="515" y="326"/>
                    <a:pt x="526" y="326"/>
                    <a:pt x="532" y="329"/>
                  </a:cubicBezTo>
                  <a:cubicBezTo>
                    <a:pt x="538" y="333"/>
                    <a:pt x="529" y="331"/>
                    <a:pt x="532" y="335"/>
                  </a:cubicBezTo>
                  <a:cubicBezTo>
                    <a:pt x="534" y="339"/>
                    <a:pt x="528" y="341"/>
                    <a:pt x="528" y="344"/>
                  </a:cubicBezTo>
                  <a:cubicBezTo>
                    <a:pt x="528" y="347"/>
                    <a:pt x="531" y="346"/>
                    <a:pt x="534" y="340"/>
                  </a:cubicBezTo>
                  <a:cubicBezTo>
                    <a:pt x="537" y="335"/>
                    <a:pt x="539" y="342"/>
                    <a:pt x="539" y="346"/>
                  </a:cubicBezTo>
                  <a:cubicBezTo>
                    <a:pt x="538" y="351"/>
                    <a:pt x="534" y="348"/>
                    <a:pt x="531" y="353"/>
                  </a:cubicBezTo>
                  <a:cubicBezTo>
                    <a:pt x="528" y="358"/>
                    <a:pt x="525" y="359"/>
                    <a:pt x="520" y="358"/>
                  </a:cubicBezTo>
                  <a:cubicBezTo>
                    <a:pt x="515" y="357"/>
                    <a:pt x="518" y="364"/>
                    <a:pt x="520" y="369"/>
                  </a:cubicBezTo>
                  <a:cubicBezTo>
                    <a:pt x="522" y="373"/>
                    <a:pt x="519" y="374"/>
                    <a:pt x="514" y="373"/>
                  </a:cubicBezTo>
                  <a:cubicBezTo>
                    <a:pt x="508" y="371"/>
                    <a:pt x="505" y="368"/>
                    <a:pt x="508" y="364"/>
                  </a:cubicBezTo>
                  <a:cubicBezTo>
                    <a:pt x="511" y="359"/>
                    <a:pt x="513" y="354"/>
                    <a:pt x="509" y="355"/>
                  </a:cubicBezTo>
                  <a:cubicBezTo>
                    <a:pt x="506" y="355"/>
                    <a:pt x="499" y="355"/>
                    <a:pt x="496" y="351"/>
                  </a:cubicBezTo>
                  <a:cubicBezTo>
                    <a:pt x="494" y="348"/>
                    <a:pt x="498" y="349"/>
                    <a:pt x="505" y="350"/>
                  </a:cubicBezTo>
                  <a:cubicBezTo>
                    <a:pt x="511" y="351"/>
                    <a:pt x="506" y="345"/>
                    <a:pt x="511" y="345"/>
                  </a:cubicBezTo>
                  <a:cubicBezTo>
                    <a:pt x="516" y="345"/>
                    <a:pt x="519" y="348"/>
                    <a:pt x="524" y="344"/>
                  </a:cubicBezTo>
                  <a:cubicBezTo>
                    <a:pt x="528" y="341"/>
                    <a:pt x="521" y="333"/>
                    <a:pt x="517" y="335"/>
                  </a:cubicBezTo>
                  <a:cubicBezTo>
                    <a:pt x="514" y="336"/>
                    <a:pt x="508" y="337"/>
                    <a:pt x="508" y="334"/>
                  </a:cubicBezTo>
                  <a:cubicBezTo>
                    <a:pt x="508" y="330"/>
                    <a:pt x="514" y="333"/>
                    <a:pt x="518" y="332"/>
                  </a:cubicBezTo>
                  <a:cubicBezTo>
                    <a:pt x="521" y="331"/>
                    <a:pt x="516" y="327"/>
                    <a:pt x="511" y="328"/>
                  </a:cubicBezTo>
                  <a:cubicBezTo>
                    <a:pt x="506" y="329"/>
                    <a:pt x="502" y="330"/>
                    <a:pt x="498" y="325"/>
                  </a:cubicBezTo>
                  <a:cubicBezTo>
                    <a:pt x="494" y="321"/>
                    <a:pt x="487" y="319"/>
                    <a:pt x="485" y="328"/>
                  </a:cubicBezTo>
                  <a:cubicBezTo>
                    <a:pt x="484" y="338"/>
                    <a:pt x="477" y="333"/>
                    <a:pt x="474" y="336"/>
                  </a:cubicBezTo>
                  <a:cubicBezTo>
                    <a:pt x="471" y="339"/>
                    <a:pt x="477" y="342"/>
                    <a:pt x="484" y="342"/>
                  </a:cubicBezTo>
                  <a:cubicBezTo>
                    <a:pt x="491" y="342"/>
                    <a:pt x="496" y="348"/>
                    <a:pt x="492" y="348"/>
                  </a:cubicBezTo>
                  <a:cubicBezTo>
                    <a:pt x="489" y="348"/>
                    <a:pt x="491" y="353"/>
                    <a:pt x="487" y="351"/>
                  </a:cubicBezTo>
                  <a:cubicBezTo>
                    <a:pt x="484" y="350"/>
                    <a:pt x="480" y="351"/>
                    <a:pt x="483" y="354"/>
                  </a:cubicBezTo>
                  <a:cubicBezTo>
                    <a:pt x="485" y="357"/>
                    <a:pt x="482" y="359"/>
                    <a:pt x="482" y="362"/>
                  </a:cubicBezTo>
                  <a:cubicBezTo>
                    <a:pt x="482" y="365"/>
                    <a:pt x="477" y="362"/>
                    <a:pt x="471" y="361"/>
                  </a:cubicBezTo>
                  <a:cubicBezTo>
                    <a:pt x="466" y="361"/>
                    <a:pt x="456" y="363"/>
                    <a:pt x="449" y="364"/>
                  </a:cubicBezTo>
                  <a:cubicBezTo>
                    <a:pt x="442" y="366"/>
                    <a:pt x="435" y="363"/>
                    <a:pt x="432" y="360"/>
                  </a:cubicBezTo>
                  <a:cubicBezTo>
                    <a:pt x="429" y="357"/>
                    <a:pt x="425" y="357"/>
                    <a:pt x="420" y="357"/>
                  </a:cubicBezTo>
                  <a:cubicBezTo>
                    <a:pt x="415" y="357"/>
                    <a:pt x="416" y="352"/>
                    <a:pt x="410" y="352"/>
                  </a:cubicBezTo>
                  <a:cubicBezTo>
                    <a:pt x="403" y="352"/>
                    <a:pt x="405" y="346"/>
                    <a:pt x="404" y="343"/>
                  </a:cubicBezTo>
                  <a:cubicBezTo>
                    <a:pt x="403" y="340"/>
                    <a:pt x="390" y="341"/>
                    <a:pt x="385" y="344"/>
                  </a:cubicBezTo>
                  <a:cubicBezTo>
                    <a:pt x="381" y="347"/>
                    <a:pt x="371" y="346"/>
                    <a:pt x="369" y="351"/>
                  </a:cubicBezTo>
                  <a:cubicBezTo>
                    <a:pt x="366" y="357"/>
                    <a:pt x="371" y="356"/>
                    <a:pt x="374" y="356"/>
                  </a:cubicBezTo>
                  <a:cubicBezTo>
                    <a:pt x="378" y="356"/>
                    <a:pt x="377" y="351"/>
                    <a:pt x="384" y="352"/>
                  </a:cubicBezTo>
                  <a:cubicBezTo>
                    <a:pt x="391" y="353"/>
                    <a:pt x="396" y="345"/>
                    <a:pt x="399" y="348"/>
                  </a:cubicBezTo>
                  <a:cubicBezTo>
                    <a:pt x="402" y="351"/>
                    <a:pt x="387" y="357"/>
                    <a:pt x="381" y="358"/>
                  </a:cubicBezTo>
                  <a:cubicBezTo>
                    <a:pt x="374" y="359"/>
                    <a:pt x="376" y="364"/>
                    <a:pt x="382" y="373"/>
                  </a:cubicBezTo>
                  <a:cubicBezTo>
                    <a:pt x="388" y="383"/>
                    <a:pt x="379" y="377"/>
                    <a:pt x="379" y="382"/>
                  </a:cubicBezTo>
                  <a:cubicBezTo>
                    <a:pt x="379" y="386"/>
                    <a:pt x="368" y="380"/>
                    <a:pt x="372" y="379"/>
                  </a:cubicBezTo>
                  <a:cubicBezTo>
                    <a:pt x="377" y="377"/>
                    <a:pt x="375" y="373"/>
                    <a:pt x="371" y="370"/>
                  </a:cubicBezTo>
                  <a:cubicBezTo>
                    <a:pt x="367" y="367"/>
                    <a:pt x="365" y="370"/>
                    <a:pt x="365" y="366"/>
                  </a:cubicBezTo>
                  <a:cubicBezTo>
                    <a:pt x="366" y="363"/>
                    <a:pt x="361" y="367"/>
                    <a:pt x="358" y="364"/>
                  </a:cubicBezTo>
                  <a:cubicBezTo>
                    <a:pt x="354" y="361"/>
                    <a:pt x="353" y="359"/>
                    <a:pt x="348" y="361"/>
                  </a:cubicBezTo>
                  <a:cubicBezTo>
                    <a:pt x="343" y="364"/>
                    <a:pt x="338" y="363"/>
                    <a:pt x="327" y="365"/>
                  </a:cubicBezTo>
                  <a:cubicBezTo>
                    <a:pt x="317" y="367"/>
                    <a:pt x="297" y="366"/>
                    <a:pt x="294" y="363"/>
                  </a:cubicBezTo>
                  <a:cubicBezTo>
                    <a:pt x="290" y="359"/>
                    <a:pt x="303" y="353"/>
                    <a:pt x="307" y="354"/>
                  </a:cubicBezTo>
                  <a:cubicBezTo>
                    <a:pt x="310" y="355"/>
                    <a:pt x="308" y="350"/>
                    <a:pt x="302" y="345"/>
                  </a:cubicBezTo>
                  <a:cubicBezTo>
                    <a:pt x="297" y="341"/>
                    <a:pt x="284" y="338"/>
                    <a:pt x="284" y="341"/>
                  </a:cubicBezTo>
                  <a:cubicBezTo>
                    <a:pt x="284" y="344"/>
                    <a:pt x="277" y="341"/>
                    <a:pt x="268" y="339"/>
                  </a:cubicBezTo>
                  <a:cubicBezTo>
                    <a:pt x="258" y="338"/>
                    <a:pt x="257" y="334"/>
                    <a:pt x="251" y="334"/>
                  </a:cubicBezTo>
                  <a:cubicBezTo>
                    <a:pt x="245" y="334"/>
                    <a:pt x="236" y="332"/>
                    <a:pt x="229" y="327"/>
                  </a:cubicBezTo>
                  <a:cubicBezTo>
                    <a:pt x="222" y="321"/>
                    <a:pt x="206" y="323"/>
                    <a:pt x="204" y="328"/>
                  </a:cubicBezTo>
                  <a:cubicBezTo>
                    <a:pt x="202" y="333"/>
                    <a:pt x="196" y="332"/>
                    <a:pt x="191" y="332"/>
                  </a:cubicBezTo>
                  <a:cubicBezTo>
                    <a:pt x="185" y="332"/>
                    <a:pt x="193" y="326"/>
                    <a:pt x="191" y="325"/>
                  </a:cubicBezTo>
                  <a:cubicBezTo>
                    <a:pt x="188" y="324"/>
                    <a:pt x="191" y="317"/>
                    <a:pt x="187" y="316"/>
                  </a:cubicBezTo>
                  <a:cubicBezTo>
                    <a:pt x="183" y="316"/>
                    <a:pt x="180" y="333"/>
                    <a:pt x="172" y="332"/>
                  </a:cubicBezTo>
                  <a:cubicBezTo>
                    <a:pt x="165" y="332"/>
                    <a:pt x="161" y="314"/>
                    <a:pt x="155" y="310"/>
                  </a:cubicBezTo>
                  <a:cubicBezTo>
                    <a:pt x="149" y="305"/>
                    <a:pt x="143" y="305"/>
                    <a:pt x="148" y="312"/>
                  </a:cubicBezTo>
                  <a:cubicBezTo>
                    <a:pt x="154" y="319"/>
                    <a:pt x="144" y="314"/>
                    <a:pt x="144" y="318"/>
                  </a:cubicBezTo>
                  <a:cubicBezTo>
                    <a:pt x="145" y="323"/>
                    <a:pt x="136" y="328"/>
                    <a:pt x="136" y="326"/>
                  </a:cubicBezTo>
                  <a:cubicBezTo>
                    <a:pt x="136" y="323"/>
                    <a:pt x="131" y="320"/>
                    <a:pt x="125" y="327"/>
                  </a:cubicBezTo>
                  <a:cubicBezTo>
                    <a:pt x="119" y="334"/>
                    <a:pt x="115" y="333"/>
                    <a:pt x="114" y="331"/>
                  </a:cubicBezTo>
                  <a:cubicBezTo>
                    <a:pt x="114" y="328"/>
                    <a:pt x="96" y="337"/>
                    <a:pt x="97" y="340"/>
                  </a:cubicBezTo>
                  <a:cubicBezTo>
                    <a:pt x="98" y="343"/>
                    <a:pt x="94" y="346"/>
                    <a:pt x="89" y="345"/>
                  </a:cubicBezTo>
                  <a:cubicBezTo>
                    <a:pt x="85" y="345"/>
                    <a:pt x="88" y="341"/>
                    <a:pt x="92" y="339"/>
                  </a:cubicBezTo>
                  <a:cubicBezTo>
                    <a:pt x="96" y="337"/>
                    <a:pt x="108" y="328"/>
                    <a:pt x="114" y="327"/>
                  </a:cubicBezTo>
                  <a:cubicBezTo>
                    <a:pt x="120" y="326"/>
                    <a:pt x="131" y="321"/>
                    <a:pt x="132" y="318"/>
                  </a:cubicBezTo>
                  <a:cubicBezTo>
                    <a:pt x="132" y="315"/>
                    <a:pt x="126" y="318"/>
                    <a:pt x="122" y="317"/>
                  </a:cubicBezTo>
                  <a:cubicBezTo>
                    <a:pt x="118" y="316"/>
                    <a:pt x="111" y="321"/>
                    <a:pt x="104" y="324"/>
                  </a:cubicBezTo>
                  <a:cubicBezTo>
                    <a:pt x="97" y="327"/>
                    <a:pt x="90" y="326"/>
                    <a:pt x="92" y="330"/>
                  </a:cubicBezTo>
                  <a:cubicBezTo>
                    <a:pt x="94" y="334"/>
                    <a:pt x="85" y="329"/>
                    <a:pt x="84" y="332"/>
                  </a:cubicBezTo>
                  <a:cubicBezTo>
                    <a:pt x="82" y="335"/>
                    <a:pt x="79" y="332"/>
                    <a:pt x="81" y="330"/>
                  </a:cubicBezTo>
                  <a:cubicBezTo>
                    <a:pt x="84" y="329"/>
                    <a:pt x="75" y="326"/>
                    <a:pt x="75" y="328"/>
                  </a:cubicBezTo>
                  <a:cubicBezTo>
                    <a:pt x="75" y="329"/>
                    <a:pt x="74" y="332"/>
                    <a:pt x="68" y="332"/>
                  </a:cubicBezTo>
                  <a:cubicBezTo>
                    <a:pt x="62" y="332"/>
                    <a:pt x="56" y="336"/>
                    <a:pt x="60" y="339"/>
                  </a:cubicBezTo>
                  <a:cubicBezTo>
                    <a:pt x="64" y="342"/>
                    <a:pt x="66" y="343"/>
                    <a:pt x="64" y="345"/>
                  </a:cubicBezTo>
                  <a:cubicBezTo>
                    <a:pt x="62" y="347"/>
                    <a:pt x="56" y="340"/>
                    <a:pt x="47" y="341"/>
                  </a:cubicBezTo>
                  <a:cubicBezTo>
                    <a:pt x="38" y="342"/>
                    <a:pt x="21" y="331"/>
                    <a:pt x="21" y="329"/>
                  </a:cubicBezTo>
                  <a:cubicBezTo>
                    <a:pt x="21" y="326"/>
                    <a:pt x="9" y="328"/>
                    <a:pt x="0" y="327"/>
                  </a:cubicBezTo>
                  <a:cubicBezTo>
                    <a:pt x="0" y="500"/>
                    <a:pt x="0" y="500"/>
                    <a:pt x="0" y="500"/>
                  </a:cubicBezTo>
                  <a:cubicBezTo>
                    <a:pt x="0" y="500"/>
                    <a:pt x="4" y="503"/>
                    <a:pt x="6" y="501"/>
                  </a:cubicBezTo>
                  <a:cubicBezTo>
                    <a:pt x="8" y="499"/>
                    <a:pt x="11" y="502"/>
                    <a:pt x="16" y="499"/>
                  </a:cubicBezTo>
                  <a:cubicBezTo>
                    <a:pt x="22" y="496"/>
                    <a:pt x="24" y="502"/>
                    <a:pt x="24" y="505"/>
                  </a:cubicBezTo>
                  <a:cubicBezTo>
                    <a:pt x="24" y="507"/>
                    <a:pt x="32" y="512"/>
                    <a:pt x="35" y="516"/>
                  </a:cubicBezTo>
                  <a:cubicBezTo>
                    <a:pt x="39" y="520"/>
                    <a:pt x="40" y="524"/>
                    <a:pt x="44" y="522"/>
                  </a:cubicBezTo>
                  <a:cubicBezTo>
                    <a:pt x="48" y="519"/>
                    <a:pt x="54" y="518"/>
                    <a:pt x="54" y="514"/>
                  </a:cubicBezTo>
                  <a:cubicBezTo>
                    <a:pt x="54" y="509"/>
                    <a:pt x="70" y="509"/>
                    <a:pt x="70" y="514"/>
                  </a:cubicBezTo>
                  <a:cubicBezTo>
                    <a:pt x="70" y="520"/>
                    <a:pt x="85" y="527"/>
                    <a:pt x="94" y="542"/>
                  </a:cubicBezTo>
                  <a:cubicBezTo>
                    <a:pt x="103" y="557"/>
                    <a:pt x="101" y="561"/>
                    <a:pt x="114" y="566"/>
                  </a:cubicBezTo>
                  <a:cubicBezTo>
                    <a:pt x="127" y="571"/>
                    <a:pt x="126" y="573"/>
                    <a:pt x="125" y="578"/>
                  </a:cubicBezTo>
                  <a:cubicBezTo>
                    <a:pt x="123" y="582"/>
                    <a:pt x="132" y="584"/>
                    <a:pt x="127" y="588"/>
                  </a:cubicBezTo>
                  <a:cubicBezTo>
                    <a:pt x="125" y="589"/>
                    <a:pt x="122" y="591"/>
                    <a:pt x="119" y="593"/>
                  </a:cubicBezTo>
                  <a:cubicBezTo>
                    <a:pt x="120" y="595"/>
                    <a:pt x="122" y="597"/>
                    <a:pt x="124" y="599"/>
                  </a:cubicBezTo>
                  <a:cubicBezTo>
                    <a:pt x="127" y="602"/>
                    <a:pt x="119" y="602"/>
                    <a:pt x="121" y="604"/>
                  </a:cubicBezTo>
                  <a:cubicBezTo>
                    <a:pt x="124" y="606"/>
                    <a:pt x="121" y="610"/>
                    <a:pt x="123" y="612"/>
                  </a:cubicBezTo>
                  <a:cubicBezTo>
                    <a:pt x="126" y="615"/>
                    <a:pt x="130" y="614"/>
                    <a:pt x="133" y="612"/>
                  </a:cubicBezTo>
                  <a:cubicBezTo>
                    <a:pt x="136" y="610"/>
                    <a:pt x="138" y="615"/>
                    <a:pt x="135" y="618"/>
                  </a:cubicBezTo>
                  <a:cubicBezTo>
                    <a:pt x="133" y="622"/>
                    <a:pt x="138" y="625"/>
                    <a:pt x="140" y="622"/>
                  </a:cubicBezTo>
                  <a:cubicBezTo>
                    <a:pt x="142" y="619"/>
                    <a:pt x="147" y="627"/>
                    <a:pt x="149" y="628"/>
                  </a:cubicBezTo>
                  <a:cubicBezTo>
                    <a:pt x="152" y="629"/>
                    <a:pt x="154" y="633"/>
                    <a:pt x="150" y="633"/>
                  </a:cubicBezTo>
                  <a:cubicBezTo>
                    <a:pt x="146" y="633"/>
                    <a:pt x="147" y="639"/>
                    <a:pt x="150" y="640"/>
                  </a:cubicBezTo>
                  <a:cubicBezTo>
                    <a:pt x="152" y="640"/>
                    <a:pt x="152" y="643"/>
                    <a:pt x="152" y="646"/>
                  </a:cubicBezTo>
                  <a:cubicBezTo>
                    <a:pt x="152" y="648"/>
                    <a:pt x="161" y="651"/>
                    <a:pt x="164" y="650"/>
                  </a:cubicBezTo>
                  <a:cubicBezTo>
                    <a:pt x="167" y="649"/>
                    <a:pt x="170" y="652"/>
                    <a:pt x="172" y="655"/>
                  </a:cubicBezTo>
                  <a:cubicBezTo>
                    <a:pt x="173" y="658"/>
                    <a:pt x="179" y="660"/>
                    <a:pt x="182" y="658"/>
                  </a:cubicBezTo>
                  <a:cubicBezTo>
                    <a:pt x="184" y="656"/>
                    <a:pt x="185" y="661"/>
                    <a:pt x="186" y="665"/>
                  </a:cubicBezTo>
                  <a:cubicBezTo>
                    <a:pt x="186" y="668"/>
                    <a:pt x="191" y="666"/>
                    <a:pt x="194" y="666"/>
                  </a:cubicBezTo>
                  <a:cubicBezTo>
                    <a:pt x="197" y="666"/>
                    <a:pt x="199" y="670"/>
                    <a:pt x="201" y="669"/>
                  </a:cubicBezTo>
                  <a:cubicBezTo>
                    <a:pt x="206" y="667"/>
                    <a:pt x="207" y="675"/>
                    <a:pt x="210" y="680"/>
                  </a:cubicBezTo>
                  <a:cubicBezTo>
                    <a:pt x="520" y="678"/>
                    <a:pt x="520" y="678"/>
                    <a:pt x="520" y="678"/>
                  </a:cubicBezTo>
                  <a:cubicBezTo>
                    <a:pt x="520" y="678"/>
                    <a:pt x="521" y="670"/>
                    <a:pt x="524" y="673"/>
                  </a:cubicBezTo>
                  <a:cubicBezTo>
                    <a:pt x="528" y="676"/>
                    <a:pt x="525" y="680"/>
                    <a:pt x="529" y="682"/>
                  </a:cubicBezTo>
                  <a:cubicBezTo>
                    <a:pt x="533" y="683"/>
                    <a:pt x="536" y="686"/>
                    <a:pt x="539" y="685"/>
                  </a:cubicBezTo>
                  <a:cubicBezTo>
                    <a:pt x="541" y="684"/>
                    <a:pt x="545" y="681"/>
                    <a:pt x="549" y="685"/>
                  </a:cubicBezTo>
                  <a:cubicBezTo>
                    <a:pt x="553" y="690"/>
                    <a:pt x="556" y="686"/>
                    <a:pt x="558" y="689"/>
                  </a:cubicBezTo>
                  <a:cubicBezTo>
                    <a:pt x="561" y="692"/>
                    <a:pt x="565" y="694"/>
                    <a:pt x="568" y="691"/>
                  </a:cubicBezTo>
                  <a:cubicBezTo>
                    <a:pt x="570" y="688"/>
                    <a:pt x="580" y="691"/>
                    <a:pt x="584" y="693"/>
                  </a:cubicBezTo>
                  <a:cubicBezTo>
                    <a:pt x="590" y="688"/>
                    <a:pt x="594" y="679"/>
                    <a:pt x="599" y="679"/>
                  </a:cubicBezTo>
                  <a:cubicBezTo>
                    <a:pt x="605" y="679"/>
                    <a:pt x="622" y="681"/>
                    <a:pt x="623" y="689"/>
                  </a:cubicBezTo>
                  <a:cubicBezTo>
                    <a:pt x="624" y="698"/>
                    <a:pt x="634" y="690"/>
                    <a:pt x="635" y="698"/>
                  </a:cubicBezTo>
                  <a:cubicBezTo>
                    <a:pt x="636" y="704"/>
                    <a:pt x="642" y="710"/>
                    <a:pt x="641" y="713"/>
                  </a:cubicBezTo>
                  <a:cubicBezTo>
                    <a:pt x="643" y="714"/>
                    <a:pt x="645" y="716"/>
                    <a:pt x="648" y="718"/>
                  </a:cubicBezTo>
                  <a:cubicBezTo>
                    <a:pt x="651" y="717"/>
                    <a:pt x="659" y="718"/>
                    <a:pt x="665" y="720"/>
                  </a:cubicBezTo>
                  <a:cubicBezTo>
                    <a:pt x="672" y="723"/>
                    <a:pt x="682" y="717"/>
                    <a:pt x="686" y="726"/>
                  </a:cubicBezTo>
                  <a:cubicBezTo>
                    <a:pt x="689" y="734"/>
                    <a:pt x="697" y="740"/>
                    <a:pt x="690" y="741"/>
                  </a:cubicBezTo>
                  <a:cubicBezTo>
                    <a:pt x="683" y="742"/>
                    <a:pt x="675" y="733"/>
                    <a:pt x="675" y="738"/>
                  </a:cubicBezTo>
                  <a:cubicBezTo>
                    <a:pt x="676" y="743"/>
                    <a:pt x="672" y="740"/>
                    <a:pt x="672" y="748"/>
                  </a:cubicBezTo>
                  <a:cubicBezTo>
                    <a:pt x="672" y="755"/>
                    <a:pt x="667" y="766"/>
                    <a:pt x="664" y="765"/>
                  </a:cubicBezTo>
                  <a:cubicBezTo>
                    <a:pt x="664" y="765"/>
                    <a:pt x="664" y="765"/>
                    <a:pt x="664" y="765"/>
                  </a:cubicBezTo>
                  <a:cubicBezTo>
                    <a:pt x="663" y="768"/>
                    <a:pt x="663" y="771"/>
                    <a:pt x="665" y="774"/>
                  </a:cubicBezTo>
                  <a:cubicBezTo>
                    <a:pt x="669" y="771"/>
                    <a:pt x="675" y="766"/>
                    <a:pt x="679" y="767"/>
                  </a:cubicBezTo>
                  <a:cubicBezTo>
                    <a:pt x="687" y="767"/>
                    <a:pt x="689" y="772"/>
                    <a:pt x="694" y="768"/>
                  </a:cubicBezTo>
                  <a:cubicBezTo>
                    <a:pt x="699" y="765"/>
                    <a:pt x="700" y="763"/>
                    <a:pt x="701" y="766"/>
                  </a:cubicBezTo>
                  <a:cubicBezTo>
                    <a:pt x="701" y="766"/>
                    <a:pt x="701" y="766"/>
                    <a:pt x="701" y="767"/>
                  </a:cubicBezTo>
                  <a:cubicBezTo>
                    <a:pt x="703" y="766"/>
                    <a:pt x="704" y="765"/>
                    <a:pt x="704" y="764"/>
                  </a:cubicBezTo>
                  <a:cubicBezTo>
                    <a:pt x="704" y="763"/>
                    <a:pt x="704" y="761"/>
                    <a:pt x="703" y="759"/>
                  </a:cubicBezTo>
                  <a:cubicBezTo>
                    <a:pt x="698" y="760"/>
                    <a:pt x="697" y="760"/>
                    <a:pt x="695" y="757"/>
                  </a:cubicBezTo>
                  <a:cubicBezTo>
                    <a:pt x="693" y="752"/>
                    <a:pt x="710" y="747"/>
                    <a:pt x="718" y="748"/>
                  </a:cubicBezTo>
                  <a:cubicBezTo>
                    <a:pt x="726" y="749"/>
                    <a:pt x="731" y="744"/>
                    <a:pt x="734" y="747"/>
                  </a:cubicBezTo>
                  <a:cubicBezTo>
                    <a:pt x="739" y="743"/>
                    <a:pt x="747" y="736"/>
                    <a:pt x="749" y="736"/>
                  </a:cubicBezTo>
                  <a:cubicBezTo>
                    <a:pt x="752" y="736"/>
                    <a:pt x="788" y="735"/>
                    <a:pt x="788" y="735"/>
                  </a:cubicBezTo>
                  <a:cubicBezTo>
                    <a:pt x="788" y="735"/>
                    <a:pt x="800" y="728"/>
                    <a:pt x="802" y="721"/>
                  </a:cubicBezTo>
                  <a:cubicBezTo>
                    <a:pt x="803" y="714"/>
                    <a:pt x="811" y="697"/>
                    <a:pt x="816" y="701"/>
                  </a:cubicBezTo>
                  <a:cubicBezTo>
                    <a:pt x="821" y="704"/>
                    <a:pt x="831" y="702"/>
                    <a:pt x="831" y="705"/>
                  </a:cubicBezTo>
                  <a:cubicBezTo>
                    <a:pt x="831" y="708"/>
                    <a:pt x="828" y="719"/>
                    <a:pt x="841" y="736"/>
                  </a:cubicBezTo>
                  <a:cubicBezTo>
                    <a:pt x="845" y="733"/>
                    <a:pt x="850" y="731"/>
                    <a:pt x="852" y="731"/>
                  </a:cubicBezTo>
                  <a:cubicBezTo>
                    <a:pt x="857" y="732"/>
                    <a:pt x="864" y="726"/>
                    <a:pt x="866" y="722"/>
                  </a:cubicBezTo>
                  <a:cubicBezTo>
                    <a:pt x="868" y="718"/>
                    <a:pt x="870" y="725"/>
                    <a:pt x="866" y="727"/>
                  </a:cubicBezTo>
                  <a:cubicBezTo>
                    <a:pt x="862" y="728"/>
                    <a:pt x="870" y="731"/>
                    <a:pt x="877" y="731"/>
                  </a:cubicBezTo>
                  <a:cubicBezTo>
                    <a:pt x="884" y="730"/>
                    <a:pt x="873" y="733"/>
                    <a:pt x="868" y="733"/>
                  </a:cubicBezTo>
                  <a:cubicBezTo>
                    <a:pt x="863" y="733"/>
                    <a:pt x="861" y="733"/>
                    <a:pt x="854" y="740"/>
                  </a:cubicBezTo>
                  <a:cubicBezTo>
                    <a:pt x="847" y="747"/>
                    <a:pt x="848" y="749"/>
                    <a:pt x="852" y="753"/>
                  </a:cubicBezTo>
                  <a:cubicBezTo>
                    <a:pt x="856" y="756"/>
                    <a:pt x="862" y="755"/>
                    <a:pt x="867" y="750"/>
                  </a:cubicBezTo>
                  <a:cubicBezTo>
                    <a:pt x="873" y="745"/>
                    <a:pt x="872" y="741"/>
                    <a:pt x="878" y="741"/>
                  </a:cubicBezTo>
                  <a:cubicBezTo>
                    <a:pt x="883" y="741"/>
                    <a:pt x="898" y="736"/>
                    <a:pt x="904" y="734"/>
                  </a:cubicBezTo>
                  <a:cubicBezTo>
                    <a:pt x="910" y="732"/>
                    <a:pt x="906" y="731"/>
                    <a:pt x="906" y="728"/>
                  </a:cubicBezTo>
                  <a:cubicBezTo>
                    <a:pt x="906" y="725"/>
                    <a:pt x="917" y="725"/>
                    <a:pt x="921" y="723"/>
                  </a:cubicBezTo>
                  <a:cubicBezTo>
                    <a:pt x="925" y="720"/>
                    <a:pt x="920" y="718"/>
                    <a:pt x="917" y="718"/>
                  </a:cubicBezTo>
                  <a:close/>
                  <a:moveTo>
                    <a:pt x="266" y="394"/>
                  </a:moveTo>
                  <a:cubicBezTo>
                    <a:pt x="260" y="402"/>
                    <a:pt x="257" y="403"/>
                    <a:pt x="251" y="402"/>
                  </a:cubicBezTo>
                  <a:cubicBezTo>
                    <a:pt x="244" y="401"/>
                    <a:pt x="240" y="404"/>
                    <a:pt x="243" y="407"/>
                  </a:cubicBezTo>
                  <a:cubicBezTo>
                    <a:pt x="246" y="409"/>
                    <a:pt x="247" y="411"/>
                    <a:pt x="240" y="413"/>
                  </a:cubicBezTo>
                  <a:cubicBezTo>
                    <a:pt x="233" y="414"/>
                    <a:pt x="228" y="420"/>
                    <a:pt x="225" y="419"/>
                  </a:cubicBezTo>
                  <a:cubicBezTo>
                    <a:pt x="223" y="418"/>
                    <a:pt x="237" y="408"/>
                    <a:pt x="234" y="405"/>
                  </a:cubicBezTo>
                  <a:cubicBezTo>
                    <a:pt x="230" y="402"/>
                    <a:pt x="220" y="410"/>
                    <a:pt x="220" y="413"/>
                  </a:cubicBezTo>
                  <a:cubicBezTo>
                    <a:pt x="220" y="417"/>
                    <a:pt x="214" y="417"/>
                    <a:pt x="210" y="417"/>
                  </a:cubicBezTo>
                  <a:cubicBezTo>
                    <a:pt x="206" y="416"/>
                    <a:pt x="201" y="413"/>
                    <a:pt x="205" y="412"/>
                  </a:cubicBezTo>
                  <a:cubicBezTo>
                    <a:pt x="209" y="412"/>
                    <a:pt x="206" y="408"/>
                    <a:pt x="211" y="406"/>
                  </a:cubicBezTo>
                  <a:cubicBezTo>
                    <a:pt x="217" y="404"/>
                    <a:pt x="210" y="401"/>
                    <a:pt x="212" y="399"/>
                  </a:cubicBezTo>
                  <a:cubicBezTo>
                    <a:pt x="214" y="397"/>
                    <a:pt x="224" y="401"/>
                    <a:pt x="224" y="397"/>
                  </a:cubicBezTo>
                  <a:cubicBezTo>
                    <a:pt x="225" y="393"/>
                    <a:pt x="214" y="390"/>
                    <a:pt x="210" y="392"/>
                  </a:cubicBezTo>
                  <a:cubicBezTo>
                    <a:pt x="207" y="394"/>
                    <a:pt x="198" y="400"/>
                    <a:pt x="188" y="396"/>
                  </a:cubicBezTo>
                  <a:cubicBezTo>
                    <a:pt x="185" y="394"/>
                    <a:pt x="213" y="391"/>
                    <a:pt x="218" y="387"/>
                  </a:cubicBezTo>
                  <a:cubicBezTo>
                    <a:pt x="223" y="382"/>
                    <a:pt x="244" y="377"/>
                    <a:pt x="246" y="381"/>
                  </a:cubicBezTo>
                  <a:cubicBezTo>
                    <a:pt x="248" y="385"/>
                    <a:pt x="235" y="388"/>
                    <a:pt x="241" y="392"/>
                  </a:cubicBezTo>
                  <a:cubicBezTo>
                    <a:pt x="247" y="395"/>
                    <a:pt x="258" y="393"/>
                    <a:pt x="260" y="389"/>
                  </a:cubicBezTo>
                  <a:cubicBezTo>
                    <a:pt x="262" y="385"/>
                    <a:pt x="273" y="386"/>
                    <a:pt x="266" y="394"/>
                  </a:cubicBezTo>
                  <a:close/>
                  <a:moveTo>
                    <a:pt x="329" y="474"/>
                  </a:moveTo>
                  <a:cubicBezTo>
                    <a:pt x="322" y="481"/>
                    <a:pt x="322" y="479"/>
                    <a:pt x="315" y="480"/>
                  </a:cubicBezTo>
                  <a:cubicBezTo>
                    <a:pt x="309" y="482"/>
                    <a:pt x="314" y="488"/>
                    <a:pt x="306" y="489"/>
                  </a:cubicBezTo>
                  <a:cubicBezTo>
                    <a:pt x="298" y="490"/>
                    <a:pt x="278" y="490"/>
                    <a:pt x="275" y="486"/>
                  </a:cubicBezTo>
                  <a:cubicBezTo>
                    <a:pt x="274" y="484"/>
                    <a:pt x="286" y="485"/>
                    <a:pt x="287" y="482"/>
                  </a:cubicBezTo>
                  <a:cubicBezTo>
                    <a:pt x="288" y="479"/>
                    <a:pt x="291" y="473"/>
                    <a:pt x="296" y="473"/>
                  </a:cubicBezTo>
                  <a:cubicBezTo>
                    <a:pt x="301" y="473"/>
                    <a:pt x="300" y="467"/>
                    <a:pt x="292" y="463"/>
                  </a:cubicBezTo>
                  <a:cubicBezTo>
                    <a:pt x="284" y="459"/>
                    <a:pt x="304" y="456"/>
                    <a:pt x="308" y="463"/>
                  </a:cubicBezTo>
                  <a:cubicBezTo>
                    <a:pt x="313" y="469"/>
                    <a:pt x="321" y="473"/>
                    <a:pt x="326" y="469"/>
                  </a:cubicBezTo>
                  <a:cubicBezTo>
                    <a:pt x="330" y="464"/>
                    <a:pt x="356" y="452"/>
                    <a:pt x="356" y="458"/>
                  </a:cubicBezTo>
                  <a:cubicBezTo>
                    <a:pt x="356" y="464"/>
                    <a:pt x="337" y="468"/>
                    <a:pt x="329" y="474"/>
                  </a:cubicBezTo>
                  <a:close/>
                  <a:moveTo>
                    <a:pt x="503" y="656"/>
                  </a:moveTo>
                  <a:cubicBezTo>
                    <a:pt x="498" y="657"/>
                    <a:pt x="504" y="642"/>
                    <a:pt x="494" y="636"/>
                  </a:cubicBezTo>
                  <a:cubicBezTo>
                    <a:pt x="482" y="630"/>
                    <a:pt x="477" y="618"/>
                    <a:pt x="477" y="611"/>
                  </a:cubicBezTo>
                  <a:cubicBezTo>
                    <a:pt x="477" y="605"/>
                    <a:pt x="487" y="602"/>
                    <a:pt x="491" y="607"/>
                  </a:cubicBezTo>
                  <a:cubicBezTo>
                    <a:pt x="495" y="612"/>
                    <a:pt x="501" y="632"/>
                    <a:pt x="504" y="639"/>
                  </a:cubicBezTo>
                  <a:cubicBezTo>
                    <a:pt x="508" y="645"/>
                    <a:pt x="508" y="656"/>
                    <a:pt x="503" y="656"/>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9" name="Freeform 125"/>
            <p:cNvSpPr>
              <a:spLocks noEditPoints="1" noChangeArrowheads="1"/>
            </p:cNvSpPr>
            <p:nvPr/>
          </p:nvSpPr>
          <p:spPr bwMode="auto">
            <a:xfrm>
              <a:off x="0" y="574675"/>
              <a:ext cx="2192345" cy="1346202"/>
            </a:xfrm>
            <a:custGeom>
              <a:avLst/>
              <a:gdLst>
                <a:gd name="T0" fmla="*/ 350 w 1147"/>
                <a:gd name="T1" fmla="*/ 230 h 705"/>
                <a:gd name="T2" fmla="*/ 306 w 1147"/>
                <a:gd name="T3" fmla="*/ 35 h 705"/>
                <a:gd name="T4" fmla="*/ 185 w 1147"/>
                <a:gd name="T5" fmla="*/ 21 h 705"/>
                <a:gd name="T6" fmla="*/ 135 w 1147"/>
                <a:gd name="T7" fmla="*/ 10 h 705"/>
                <a:gd name="T8" fmla="*/ 93 w 1147"/>
                <a:gd name="T9" fmla="*/ 21 h 705"/>
                <a:gd name="T10" fmla="*/ 19 w 1147"/>
                <a:gd name="T11" fmla="*/ 59 h 705"/>
                <a:gd name="T12" fmla="*/ 71 w 1147"/>
                <a:gd name="T13" fmla="*/ 103 h 705"/>
                <a:gd name="T14" fmla="*/ 17 w 1147"/>
                <a:gd name="T15" fmla="*/ 106 h 705"/>
                <a:gd name="T16" fmla="*/ 59 w 1147"/>
                <a:gd name="T17" fmla="*/ 136 h 705"/>
                <a:gd name="T18" fmla="*/ 43 w 1147"/>
                <a:gd name="T19" fmla="*/ 158 h 705"/>
                <a:gd name="T20" fmla="*/ 45 w 1147"/>
                <a:gd name="T21" fmla="*/ 219 h 705"/>
                <a:gd name="T22" fmla="*/ 96 w 1147"/>
                <a:gd name="T23" fmla="*/ 236 h 705"/>
                <a:gd name="T24" fmla="*/ 102 w 1147"/>
                <a:gd name="T25" fmla="*/ 269 h 705"/>
                <a:gd name="T26" fmla="*/ 84 w 1147"/>
                <a:gd name="T27" fmla="*/ 287 h 705"/>
                <a:gd name="T28" fmla="*/ 147 w 1147"/>
                <a:gd name="T29" fmla="*/ 250 h 705"/>
                <a:gd name="T30" fmla="*/ 173 w 1147"/>
                <a:gd name="T31" fmla="*/ 213 h 705"/>
                <a:gd name="T32" fmla="*/ 191 w 1147"/>
                <a:gd name="T33" fmla="*/ 201 h 705"/>
                <a:gd name="T34" fmla="*/ 226 w 1147"/>
                <a:gd name="T35" fmla="*/ 215 h 705"/>
                <a:gd name="T36" fmla="*/ 248 w 1147"/>
                <a:gd name="T37" fmla="*/ 202 h 705"/>
                <a:gd name="T38" fmla="*/ 276 w 1147"/>
                <a:gd name="T39" fmla="*/ 213 h 705"/>
                <a:gd name="T40" fmla="*/ 340 w 1147"/>
                <a:gd name="T41" fmla="*/ 232 h 705"/>
                <a:gd name="T42" fmla="*/ 375 w 1147"/>
                <a:gd name="T43" fmla="*/ 248 h 705"/>
                <a:gd name="T44" fmla="*/ 376 w 1147"/>
                <a:gd name="T45" fmla="*/ 261 h 705"/>
                <a:gd name="T46" fmla="*/ 389 w 1147"/>
                <a:gd name="T47" fmla="*/ 263 h 705"/>
                <a:gd name="T48" fmla="*/ 401 w 1147"/>
                <a:gd name="T49" fmla="*/ 274 h 705"/>
                <a:gd name="T50" fmla="*/ 396 w 1147"/>
                <a:gd name="T51" fmla="*/ 300 h 705"/>
                <a:gd name="T52" fmla="*/ 421 w 1147"/>
                <a:gd name="T53" fmla="*/ 299 h 705"/>
                <a:gd name="T54" fmla="*/ 15 w 1147"/>
                <a:gd name="T55" fmla="*/ 313 h 705"/>
                <a:gd name="T56" fmla="*/ 178 w 1147"/>
                <a:gd name="T57" fmla="*/ 240 h 705"/>
                <a:gd name="T58" fmla="*/ 177 w 1147"/>
                <a:gd name="T59" fmla="*/ 256 h 705"/>
                <a:gd name="T60" fmla="*/ 25 w 1147"/>
                <a:gd name="T61" fmla="*/ 219 h 705"/>
                <a:gd name="T62" fmla="*/ 1094 w 1147"/>
                <a:gd name="T63" fmla="*/ 443 h 705"/>
                <a:gd name="T64" fmla="*/ 1010 w 1147"/>
                <a:gd name="T65" fmla="*/ 472 h 705"/>
                <a:gd name="T66" fmla="*/ 970 w 1147"/>
                <a:gd name="T67" fmla="*/ 473 h 705"/>
                <a:gd name="T68" fmla="*/ 926 w 1147"/>
                <a:gd name="T69" fmla="*/ 471 h 705"/>
                <a:gd name="T70" fmla="*/ 954 w 1147"/>
                <a:gd name="T71" fmla="*/ 426 h 705"/>
                <a:gd name="T72" fmla="*/ 902 w 1147"/>
                <a:gd name="T73" fmla="*/ 410 h 705"/>
                <a:gd name="T74" fmla="*/ 864 w 1147"/>
                <a:gd name="T75" fmla="*/ 397 h 705"/>
                <a:gd name="T76" fmla="*/ 516 w 1147"/>
                <a:gd name="T77" fmla="*/ 388 h 705"/>
                <a:gd name="T78" fmla="*/ 510 w 1147"/>
                <a:gd name="T79" fmla="*/ 395 h 705"/>
                <a:gd name="T80" fmla="*/ 501 w 1147"/>
                <a:gd name="T81" fmla="*/ 436 h 705"/>
                <a:gd name="T82" fmla="*/ 513 w 1147"/>
                <a:gd name="T83" fmla="*/ 539 h 705"/>
                <a:gd name="T84" fmla="*/ 557 w 1147"/>
                <a:gd name="T85" fmla="*/ 590 h 705"/>
                <a:gd name="T86" fmla="*/ 647 w 1147"/>
                <a:gd name="T87" fmla="*/ 625 h 705"/>
                <a:gd name="T88" fmla="*/ 724 w 1147"/>
                <a:gd name="T89" fmla="*/ 647 h 705"/>
                <a:gd name="T90" fmla="*/ 783 w 1147"/>
                <a:gd name="T91" fmla="*/ 685 h 705"/>
                <a:gd name="T92" fmla="*/ 818 w 1147"/>
                <a:gd name="T93" fmla="*/ 658 h 705"/>
                <a:gd name="T94" fmla="*/ 862 w 1147"/>
                <a:gd name="T95" fmla="*/ 644 h 705"/>
                <a:gd name="T96" fmla="*/ 889 w 1147"/>
                <a:gd name="T97" fmla="*/ 641 h 705"/>
                <a:gd name="T98" fmla="*/ 944 w 1147"/>
                <a:gd name="T99" fmla="*/ 645 h 705"/>
                <a:gd name="T100" fmla="*/ 983 w 1147"/>
                <a:gd name="T101" fmla="*/ 699 h 705"/>
                <a:gd name="T102" fmla="*/ 994 w 1147"/>
                <a:gd name="T103" fmla="*/ 608 h 705"/>
                <a:gd name="T104" fmla="*/ 1036 w 1147"/>
                <a:gd name="T105" fmla="*/ 571 h 705"/>
                <a:gd name="T106" fmla="*/ 1032 w 1147"/>
                <a:gd name="T107" fmla="*/ 539 h 705"/>
                <a:gd name="T108" fmla="*/ 1049 w 1147"/>
                <a:gd name="T109" fmla="*/ 541 h 705"/>
                <a:gd name="T110" fmla="*/ 1088 w 1147"/>
                <a:gd name="T111" fmla="*/ 499 h 705"/>
                <a:gd name="T112" fmla="*/ 1102 w 1147"/>
                <a:gd name="T113" fmla="*/ 475 h 705"/>
                <a:gd name="T114" fmla="*/ 1137 w 1147"/>
                <a:gd name="T115" fmla="*/ 413 h 70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47"/>
                <a:gd name="T175" fmla="*/ 0 h 705"/>
                <a:gd name="T176" fmla="*/ 1147 w 1147"/>
                <a:gd name="T177" fmla="*/ 705 h 70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47" h="705">
                  <a:moveTo>
                    <a:pt x="431" y="286"/>
                  </a:moveTo>
                  <a:cubicBezTo>
                    <a:pt x="432" y="281"/>
                    <a:pt x="433" y="279"/>
                    <a:pt x="420" y="274"/>
                  </a:cubicBezTo>
                  <a:cubicBezTo>
                    <a:pt x="407" y="269"/>
                    <a:pt x="409" y="265"/>
                    <a:pt x="400" y="250"/>
                  </a:cubicBezTo>
                  <a:cubicBezTo>
                    <a:pt x="391" y="235"/>
                    <a:pt x="376" y="228"/>
                    <a:pt x="376" y="222"/>
                  </a:cubicBezTo>
                  <a:cubicBezTo>
                    <a:pt x="376" y="217"/>
                    <a:pt x="360" y="217"/>
                    <a:pt x="360" y="222"/>
                  </a:cubicBezTo>
                  <a:cubicBezTo>
                    <a:pt x="360" y="226"/>
                    <a:pt x="354" y="227"/>
                    <a:pt x="350" y="230"/>
                  </a:cubicBezTo>
                  <a:cubicBezTo>
                    <a:pt x="346" y="232"/>
                    <a:pt x="345" y="228"/>
                    <a:pt x="341" y="224"/>
                  </a:cubicBezTo>
                  <a:cubicBezTo>
                    <a:pt x="338" y="220"/>
                    <a:pt x="330" y="215"/>
                    <a:pt x="330" y="213"/>
                  </a:cubicBezTo>
                  <a:cubicBezTo>
                    <a:pt x="330" y="210"/>
                    <a:pt x="328" y="204"/>
                    <a:pt x="322" y="207"/>
                  </a:cubicBezTo>
                  <a:cubicBezTo>
                    <a:pt x="317" y="210"/>
                    <a:pt x="314" y="207"/>
                    <a:pt x="312" y="209"/>
                  </a:cubicBezTo>
                  <a:cubicBezTo>
                    <a:pt x="310" y="211"/>
                    <a:pt x="306" y="208"/>
                    <a:pt x="306" y="208"/>
                  </a:cubicBezTo>
                  <a:cubicBezTo>
                    <a:pt x="306" y="35"/>
                    <a:pt x="306" y="35"/>
                    <a:pt x="306" y="35"/>
                  </a:cubicBezTo>
                  <a:cubicBezTo>
                    <a:pt x="304" y="35"/>
                    <a:pt x="302" y="34"/>
                    <a:pt x="301" y="34"/>
                  </a:cubicBezTo>
                  <a:cubicBezTo>
                    <a:pt x="294" y="31"/>
                    <a:pt x="283" y="26"/>
                    <a:pt x="277" y="27"/>
                  </a:cubicBezTo>
                  <a:cubicBezTo>
                    <a:pt x="271" y="29"/>
                    <a:pt x="260" y="30"/>
                    <a:pt x="256" y="28"/>
                  </a:cubicBezTo>
                  <a:cubicBezTo>
                    <a:pt x="252" y="26"/>
                    <a:pt x="246" y="24"/>
                    <a:pt x="238" y="26"/>
                  </a:cubicBezTo>
                  <a:cubicBezTo>
                    <a:pt x="230" y="27"/>
                    <a:pt x="225" y="21"/>
                    <a:pt x="214" y="19"/>
                  </a:cubicBezTo>
                  <a:cubicBezTo>
                    <a:pt x="204" y="16"/>
                    <a:pt x="189" y="19"/>
                    <a:pt x="185" y="21"/>
                  </a:cubicBezTo>
                  <a:cubicBezTo>
                    <a:pt x="182" y="22"/>
                    <a:pt x="183" y="17"/>
                    <a:pt x="178" y="17"/>
                  </a:cubicBezTo>
                  <a:cubicBezTo>
                    <a:pt x="174" y="18"/>
                    <a:pt x="177" y="15"/>
                    <a:pt x="175" y="12"/>
                  </a:cubicBezTo>
                  <a:cubicBezTo>
                    <a:pt x="172" y="8"/>
                    <a:pt x="160" y="11"/>
                    <a:pt x="155" y="12"/>
                  </a:cubicBezTo>
                  <a:cubicBezTo>
                    <a:pt x="151" y="12"/>
                    <a:pt x="149" y="10"/>
                    <a:pt x="150" y="7"/>
                  </a:cubicBezTo>
                  <a:cubicBezTo>
                    <a:pt x="150" y="5"/>
                    <a:pt x="146" y="6"/>
                    <a:pt x="144" y="9"/>
                  </a:cubicBezTo>
                  <a:cubicBezTo>
                    <a:pt x="142" y="12"/>
                    <a:pt x="137" y="12"/>
                    <a:pt x="135" y="10"/>
                  </a:cubicBezTo>
                  <a:cubicBezTo>
                    <a:pt x="133" y="8"/>
                    <a:pt x="139" y="8"/>
                    <a:pt x="140" y="5"/>
                  </a:cubicBezTo>
                  <a:cubicBezTo>
                    <a:pt x="140" y="3"/>
                    <a:pt x="133" y="2"/>
                    <a:pt x="131" y="1"/>
                  </a:cubicBezTo>
                  <a:cubicBezTo>
                    <a:pt x="128" y="0"/>
                    <a:pt x="124" y="4"/>
                    <a:pt x="119" y="8"/>
                  </a:cubicBezTo>
                  <a:cubicBezTo>
                    <a:pt x="114" y="13"/>
                    <a:pt x="106" y="13"/>
                    <a:pt x="101" y="12"/>
                  </a:cubicBezTo>
                  <a:cubicBezTo>
                    <a:pt x="96" y="12"/>
                    <a:pt x="90" y="13"/>
                    <a:pt x="91" y="15"/>
                  </a:cubicBezTo>
                  <a:cubicBezTo>
                    <a:pt x="91" y="18"/>
                    <a:pt x="97" y="18"/>
                    <a:pt x="93" y="21"/>
                  </a:cubicBezTo>
                  <a:cubicBezTo>
                    <a:pt x="90" y="25"/>
                    <a:pt x="88" y="17"/>
                    <a:pt x="85" y="20"/>
                  </a:cubicBezTo>
                  <a:cubicBezTo>
                    <a:pt x="81" y="24"/>
                    <a:pt x="71" y="24"/>
                    <a:pt x="68" y="23"/>
                  </a:cubicBezTo>
                  <a:cubicBezTo>
                    <a:pt x="66" y="23"/>
                    <a:pt x="58" y="32"/>
                    <a:pt x="55" y="34"/>
                  </a:cubicBezTo>
                  <a:cubicBezTo>
                    <a:pt x="53" y="37"/>
                    <a:pt x="57" y="39"/>
                    <a:pt x="50" y="46"/>
                  </a:cubicBezTo>
                  <a:cubicBezTo>
                    <a:pt x="44" y="54"/>
                    <a:pt x="26" y="52"/>
                    <a:pt x="22" y="52"/>
                  </a:cubicBezTo>
                  <a:cubicBezTo>
                    <a:pt x="18" y="52"/>
                    <a:pt x="21" y="56"/>
                    <a:pt x="19" y="59"/>
                  </a:cubicBezTo>
                  <a:cubicBezTo>
                    <a:pt x="17" y="62"/>
                    <a:pt x="21" y="64"/>
                    <a:pt x="31" y="67"/>
                  </a:cubicBezTo>
                  <a:cubicBezTo>
                    <a:pt x="42" y="70"/>
                    <a:pt x="49" y="83"/>
                    <a:pt x="50" y="87"/>
                  </a:cubicBezTo>
                  <a:cubicBezTo>
                    <a:pt x="51" y="90"/>
                    <a:pt x="64" y="86"/>
                    <a:pt x="69" y="87"/>
                  </a:cubicBezTo>
                  <a:cubicBezTo>
                    <a:pt x="74" y="88"/>
                    <a:pt x="68" y="95"/>
                    <a:pt x="73" y="97"/>
                  </a:cubicBezTo>
                  <a:cubicBezTo>
                    <a:pt x="77" y="99"/>
                    <a:pt x="83" y="96"/>
                    <a:pt x="85" y="99"/>
                  </a:cubicBezTo>
                  <a:cubicBezTo>
                    <a:pt x="86" y="103"/>
                    <a:pt x="76" y="99"/>
                    <a:pt x="71" y="103"/>
                  </a:cubicBezTo>
                  <a:cubicBezTo>
                    <a:pt x="66" y="107"/>
                    <a:pt x="64" y="109"/>
                    <a:pt x="62" y="106"/>
                  </a:cubicBezTo>
                  <a:cubicBezTo>
                    <a:pt x="60" y="103"/>
                    <a:pt x="51" y="105"/>
                    <a:pt x="47" y="105"/>
                  </a:cubicBezTo>
                  <a:cubicBezTo>
                    <a:pt x="43" y="106"/>
                    <a:pt x="47" y="100"/>
                    <a:pt x="47" y="98"/>
                  </a:cubicBezTo>
                  <a:cubicBezTo>
                    <a:pt x="47" y="95"/>
                    <a:pt x="41" y="93"/>
                    <a:pt x="33" y="98"/>
                  </a:cubicBezTo>
                  <a:cubicBezTo>
                    <a:pt x="25" y="103"/>
                    <a:pt x="28" y="101"/>
                    <a:pt x="27" y="105"/>
                  </a:cubicBezTo>
                  <a:cubicBezTo>
                    <a:pt x="26" y="109"/>
                    <a:pt x="22" y="103"/>
                    <a:pt x="17" y="106"/>
                  </a:cubicBezTo>
                  <a:cubicBezTo>
                    <a:pt x="12" y="109"/>
                    <a:pt x="3" y="111"/>
                    <a:pt x="2" y="115"/>
                  </a:cubicBezTo>
                  <a:cubicBezTo>
                    <a:pt x="0" y="118"/>
                    <a:pt x="13" y="120"/>
                    <a:pt x="18" y="121"/>
                  </a:cubicBezTo>
                  <a:cubicBezTo>
                    <a:pt x="23" y="122"/>
                    <a:pt x="12" y="125"/>
                    <a:pt x="16" y="127"/>
                  </a:cubicBezTo>
                  <a:cubicBezTo>
                    <a:pt x="20" y="128"/>
                    <a:pt x="18" y="132"/>
                    <a:pt x="25" y="135"/>
                  </a:cubicBezTo>
                  <a:cubicBezTo>
                    <a:pt x="31" y="138"/>
                    <a:pt x="45" y="135"/>
                    <a:pt x="49" y="135"/>
                  </a:cubicBezTo>
                  <a:cubicBezTo>
                    <a:pt x="52" y="135"/>
                    <a:pt x="56" y="139"/>
                    <a:pt x="59" y="136"/>
                  </a:cubicBezTo>
                  <a:cubicBezTo>
                    <a:pt x="62" y="133"/>
                    <a:pt x="73" y="124"/>
                    <a:pt x="79" y="129"/>
                  </a:cubicBezTo>
                  <a:cubicBezTo>
                    <a:pt x="85" y="134"/>
                    <a:pt x="73" y="134"/>
                    <a:pt x="76" y="137"/>
                  </a:cubicBezTo>
                  <a:cubicBezTo>
                    <a:pt x="79" y="140"/>
                    <a:pt x="82" y="148"/>
                    <a:pt x="77" y="152"/>
                  </a:cubicBezTo>
                  <a:cubicBezTo>
                    <a:pt x="71" y="156"/>
                    <a:pt x="66" y="153"/>
                    <a:pt x="63" y="153"/>
                  </a:cubicBezTo>
                  <a:cubicBezTo>
                    <a:pt x="60" y="153"/>
                    <a:pt x="62" y="158"/>
                    <a:pt x="57" y="162"/>
                  </a:cubicBezTo>
                  <a:cubicBezTo>
                    <a:pt x="52" y="166"/>
                    <a:pt x="49" y="158"/>
                    <a:pt x="43" y="158"/>
                  </a:cubicBezTo>
                  <a:cubicBezTo>
                    <a:pt x="37" y="158"/>
                    <a:pt x="38" y="166"/>
                    <a:pt x="38" y="170"/>
                  </a:cubicBezTo>
                  <a:cubicBezTo>
                    <a:pt x="39" y="173"/>
                    <a:pt x="29" y="169"/>
                    <a:pt x="27" y="178"/>
                  </a:cubicBezTo>
                  <a:cubicBezTo>
                    <a:pt x="25" y="187"/>
                    <a:pt x="15" y="179"/>
                    <a:pt x="22" y="188"/>
                  </a:cubicBezTo>
                  <a:cubicBezTo>
                    <a:pt x="28" y="197"/>
                    <a:pt x="27" y="191"/>
                    <a:pt x="32" y="195"/>
                  </a:cubicBezTo>
                  <a:cubicBezTo>
                    <a:pt x="37" y="198"/>
                    <a:pt x="26" y="204"/>
                    <a:pt x="31" y="205"/>
                  </a:cubicBezTo>
                  <a:cubicBezTo>
                    <a:pt x="36" y="206"/>
                    <a:pt x="42" y="215"/>
                    <a:pt x="45" y="219"/>
                  </a:cubicBezTo>
                  <a:cubicBezTo>
                    <a:pt x="49" y="222"/>
                    <a:pt x="53" y="217"/>
                    <a:pt x="59" y="217"/>
                  </a:cubicBezTo>
                  <a:cubicBezTo>
                    <a:pt x="64" y="216"/>
                    <a:pt x="61" y="209"/>
                    <a:pt x="64" y="212"/>
                  </a:cubicBezTo>
                  <a:cubicBezTo>
                    <a:pt x="67" y="215"/>
                    <a:pt x="72" y="223"/>
                    <a:pt x="69" y="225"/>
                  </a:cubicBezTo>
                  <a:cubicBezTo>
                    <a:pt x="66" y="227"/>
                    <a:pt x="68" y="233"/>
                    <a:pt x="68" y="236"/>
                  </a:cubicBezTo>
                  <a:cubicBezTo>
                    <a:pt x="67" y="239"/>
                    <a:pt x="79" y="238"/>
                    <a:pt x="80" y="234"/>
                  </a:cubicBezTo>
                  <a:cubicBezTo>
                    <a:pt x="81" y="231"/>
                    <a:pt x="90" y="230"/>
                    <a:pt x="96" y="236"/>
                  </a:cubicBezTo>
                  <a:cubicBezTo>
                    <a:pt x="101" y="241"/>
                    <a:pt x="103" y="242"/>
                    <a:pt x="103" y="238"/>
                  </a:cubicBezTo>
                  <a:cubicBezTo>
                    <a:pt x="103" y="233"/>
                    <a:pt x="107" y="228"/>
                    <a:pt x="107" y="232"/>
                  </a:cubicBezTo>
                  <a:cubicBezTo>
                    <a:pt x="108" y="236"/>
                    <a:pt x="112" y="237"/>
                    <a:pt x="120" y="233"/>
                  </a:cubicBezTo>
                  <a:cubicBezTo>
                    <a:pt x="127" y="230"/>
                    <a:pt x="124" y="234"/>
                    <a:pt x="120" y="239"/>
                  </a:cubicBezTo>
                  <a:cubicBezTo>
                    <a:pt x="114" y="245"/>
                    <a:pt x="120" y="256"/>
                    <a:pt x="116" y="257"/>
                  </a:cubicBezTo>
                  <a:cubicBezTo>
                    <a:pt x="112" y="258"/>
                    <a:pt x="109" y="268"/>
                    <a:pt x="102" y="269"/>
                  </a:cubicBezTo>
                  <a:cubicBezTo>
                    <a:pt x="96" y="269"/>
                    <a:pt x="85" y="282"/>
                    <a:pt x="83" y="284"/>
                  </a:cubicBezTo>
                  <a:cubicBezTo>
                    <a:pt x="82" y="286"/>
                    <a:pt x="68" y="280"/>
                    <a:pt x="66" y="285"/>
                  </a:cubicBezTo>
                  <a:cubicBezTo>
                    <a:pt x="64" y="291"/>
                    <a:pt x="55" y="295"/>
                    <a:pt x="57" y="298"/>
                  </a:cubicBezTo>
                  <a:cubicBezTo>
                    <a:pt x="59" y="299"/>
                    <a:pt x="70" y="293"/>
                    <a:pt x="71" y="290"/>
                  </a:cubicBezTo>
                  <a:cubicBezTo>
                    <a:pt x="71" y="287"/>
                    <a:pt x="73" y="288"/>
                    <a:pt x="75" y="290"/>
                  </a:cubicBezTo>
                  <a:cubicBezTo>
                    <a:pt x="77" y="292"/>
                    <a:pt x="82" y="289"/>
                    <a:pt x="84" y="287"/>
                  </a:cubicBezTo>
                  <a:cubicBezTo>
                    <a:pt x="86" y="285"/>
                    <a:pt x="90" y="286"/>
                    <a:pt x="92" y="286"/>
                  </a:cubicBezTo>
                  <a:cubicBezTo>
                    <a:pt x="95" y="286"/>
                    <a:pt x="96" y="283"/>
                    <a:pt x="102" y="282"/>
                  </a:cubicBezTo>
                  <a:cubicBezTo>
                    <a:pt x="109" y="281"/>
                    <a:pt x="108" y="279"/>
                    <a:pt x="109" y="275"/>
                  </a:cubicBezTo>
                  <a:cubicBezTo>
                    <a:pt x="111" y="272"/>
                    <a:pt x="127" y="264"/>
                    <a:pt x="130" y="264"/>
                  </a:cubicBezTo>
                  <a:cubicBezTo>
                    <a:pt x="133" y="263"/>
                    <a:pt x="131" y="258"/>
                    <a:pt x="134" y="258"/>
                  </a:cubicBezTo>
                  <a:cubicBezTo>
                    <a:pt x="137" y="257"/>
                    <a:pt x="142" y="253"/>
                    <a:pt x="147" y="250"/>
                  </a:cubicBezTo>
                  <a:cubicBezTo>
                    <a:pt x="151" y="246"/>
                    <a:pt x="152" y="248"/>
                    <a:pt x="155" y="247"/>
                  </a:cubicBezTo>
                  <a:cubicBezTo>
                    <a:pt x="158" y="245"/>
                    <a:pt x="156" y="239"/>
                    <a:pt x="159" y="238"/>
                  </a:cubicBezTo>
                  <a:cubicBezTo>
                    <a:pt x="162" y="238"/>
                    <a:pt x="165" y="235"/>
                    <a:pt x="165" y="233"/>
                  </a:cubicBezTo>
                  <a:cubicBezTo>
                    <a:pt x="165" y="230"/>
                    <a:pt x="157" y="230"/>
                    <a:pt x="156" y="228"/>
                  </a:cubicBezTo>
                  <a:cubicBezTo>
                    <a:pt x="155" y="226"/>
                    <a:pt x="162" y="220"/>
                    <a:pt x="165" y="220"/>
                  </a:cubicBezTo>
                  <a:cubicBezTo>
                    <a:pt x="168" y="220"/>
                    <a:pt x="172" y="217"/>
                    <a:pt x="173" y="213"/>
                  </a:cubicBezTo>
                  <a:cubicBezTo>
                    <a:pt x="173" y="209"/>
                    <a:pt x="177" y="209"/>
                    <a:pt x="180" y="205"/>
                  </a:cubicBezTo>
                  <a:cubicBezTo>
                    <a:pt x="183" y="202"/>
                    <a:pt x="183" y="199"/>
                    <a:pt x="186" y="198"/>
                  </a:cubicBezTo>
                  <a:cubicBezTo>
                    <a:pt x="189" y="198"/>
                    <a:pt x="192" y="194"/>
                    <a:pt x="196" y="192"/>
                  </a:cubicBezTo>
                  <a:cubicBezTo>
                    <a:pt x="199" y="190"/>
                    <a:pt x="196" y="194"/>
                    <a:pt x="202" y="194"/>
                  </a:cubicBezTo>
                  <a:cubicBezTo>
                    <a:pt x="209" y="195"/>
                    <a:pt x="208" y="201"/>
                    <a:pt x="203" y="199"/>
                  </a:cubicBezTo>
                  <a:cubicBezTo>
                    <a:pt x="198" y="196"/>
                    <a:pt x="195" y="197"/>
                    <a:pt x="191" y="201"/>
                  </a:cubicBezTo>
                  <a:cubicBezTo>
                    <a:pt x="186" y="205"/>
                    <a:pt x="190" y="206"/>
                    <a:pt x="186" y="211"/>
                  </a:cubicBezTo>
                  <a:cubicBezTo>
                    <a:pt x="183" y="216"/>
                    <a:pt x="183" y="219"/>
                    <a:pt x="187" y="219"/>
                  </a:cubicBezTo>
                  <a:cubicBezTo>
                    <a:pt x="192" y="220"/>
                    <a:pt x="187" y="223"/>
                    <a:pt x="183" y="224"/>
                  </a:cubicBezTo>
                  <a:cubicBezTo>
                    <a:pt x="179" y="226"/>
                    <a:pt x="182" y="228"/>
                    <a:pt x="188" y="228"/>
                  </a:cubicBezTo>
                  <a:cubicBezTo>
                    <a:pt x="193" y="228"/>
                    <a:pt x="202" y="220"/>
                    <a:pt x="210" y="216"/>
                  </a:cubicBezTo>
                  <a:cubicBezTo>
                    <a:pt x="218" y="212"/>
                    <a:pt x="224" y="216"/>
                    <a:pt x="226" y="215"/>
                  </a:cubicBezTo>
                  <a:cubicBezTo>
                    <a:pt x="228" y="214"/>
                    <a:pt x="224" y="211"/>
                    <a:pt x="226" y="209"/>
                  </a:cubicBezTo>
                  <a:cubicBezTo>
                    <a:pt x="229" y="208"/>
                    <a:pt x="223" y="207"/>
                    <a:pt x="221" y="203"/>
                  </a:cubicBezTo>
                  <a:cubicBezTo>
                    <a:pt x="220" y="198"/>
                    <a:pt x="224" y="201"/>
                    <a:pt x="225" y="197"/>
                  </a:cubicBezTo>
                  <a:cubicBezTo>
                    <a:pt x="226" y="193"/>
                    <a:pt x="229" y="195"/>
                    <a:pt x="231" y="197"/>
                  </a:cubicBezTo>
                  <a:cubicBezTo>
                    <a:pt x="234" y="198"/>
                    <a:pt x="237" y="195"/>
                    <a:pt x="240" y="200"/>
                  </a:cubicBezTo>
                  <a:cubicBezTo>
                    <a:pt x="242" y="204"/>
                    <a:pt x="244" y="198"/>
                    <a:pt x="248" y="202"/>
                  </a:cubicBezTo>
                  <a:cubicBezTo>
                    <a:pt x="252" y="205"/>
                    <a:pt x="248" y="204"/>
                    <a:pt x="243" y="205"/>
                  </a:cubicBezTo>
                  <a:cubicBezTo>
                    <a:pt x="239" y="206"/>
                    <a:pt x="241" y="212"/>
                    <a:pt x="245" y="209"/>
                  </a:cubicBezTo>
                  <a:cubicBezTo>
                    <a:pt x="248" y="207"/>
                    <a:pt x="251" y="205"/>
                    <a:pt x="254" y="208"/>
                  </a:cubicBezTo>
                  <a:cubicBezTo>
                    <a:pt x="257" y="210"/>
                    <a:pt x="258" y="209"/>
                    <a:pt x="260" y="207"/>
                  </a:cubicBezTo>
                  <a:cubicBezTo>
                    <a:pt x="263" y="204"/>
                    <a:pt x="263" y="207"/>
                    <a:pt x="263" y="209"/>
                  </a:cubicBezTo>
                  <a:cubicBezTo>
                    <a:pt x="263" y="211"/>
                    <a:pt x="268" y="212"/>
                    <a:pt x="276" y="213"/>
                  </a:cubicBezTo>
                  <a:cubicBezTo>
                    <a:pt x="283" y="214"/>
                    <a:pt x="297" y="212"/>
                    <a:pt x="300" y="212"/>
                  </a:cubicBezTo>
                  <a:cubicBezTo>
                    <a:pt x="304" y="212"/>
                    <a:pt x="302" y="217"/>
                    <a:pt x="310" y="219"/>
                  </a:cubicBezTo>
                  <a:cubicBezTo>
                    <a:pt x="318" y="220"/>
                    <a:pt x="320" y="211"/>
                    <a:pt x="324" y="214"/>
                  </a:cubicBezTo>
                  <a:cubicBezTo>
                    <a:pt x="328" y="218"/>
                    <a:pt x="324" y="219"/>
                    <a:pt x="322" y="221"/>
                  </a:cubicBezTo>
                  <a:cubicBezTo>
                    <a:pt x="319" y="224"/>
                    <a:pt x="324" y="224"/>
                    <a:pt x="327" y="225"/>
                  </a:cubicBezTo>
                  <a:cubicBezTo>
                    <a:pt x="330" y="227"/>
                    <a:pt x="337" y="229"/>
                    <a:pt x="340" y="232"/>
                  </a:cubicBezTo>
                  <a:cubicBezTo>
                    <a:pt x="344" y="235"/>
                    <a:pt x="346" y="239"/>
                    <a:pt x="354" y="243"/>
                  </a:cubicBezTo>
                  <a:cubicBezTo>
                    <a:pt x="362" y="247"/>
                    <a:pt x="354" y="233"/>
                    <a:pt x="360" y="237"/>
                  </a:cubicBezTo>
                  <a:cubicBezTo>
                    <a:pt x="366" y="242"/>
                    <a:pt x="364" y="237"/>
                    <a:pt x="369" y="242"/>
                  </a:cubicBezTo>
                  <a:cubicBezTo>
                    <a:pt x="374" y="246"/>
                    <a:pt x="372" y="240"/>
                    <a:pt x="370" y="232"/>
                  </a:cubicBezTo>
                  <a:cubicBezTo>
                    <a:pt x="368" y="225"/>
                    <a:pt x="372" y="230"/>
                    <a:pt x="375" y="233"/>
                  </a:cubicBezTo>
                  <a:cubicBezTo>
                    <a:pt x="377" y="237"/>
                    <a:pt x="377" y="244"/>
                    <a:pt x="375" y="248"/>
                  </a:cubicBezTo>
                  <a:cubicBezTo>
                    <a:pt x="374" y="253"/>
                    <a:pt x="366" y="249"/>
                    <a:pt x="367" y="246"/>
                  </a:cubicBezTo>
                  <a:cubicBezTo>
                    <a:pt x="368" y="244"/>
                    <a:pt x="360" y="245"/>
                    <a:pt x="359" y="248"/>
                  </a:cubicBezTo>
                  <a:cubicBezTo>
                    <a:pt x="359" y="252"/>
                    <a:pt x="365" y="259"/>
                    <a:pt x="369" y="259"/>
                  </a:cubicBezTo>
                  <a:cubicBezTo>
                    <a:pt x="373" y="260"/>
                    <a:pt x="370" y="266"/>
                    <a:pt x="372" y="267"/>
                  </a:cubicBezTo>
                  <a:cubicBezTo>
                    <a:pt x="376" y="268"/>
                    <a:pt x="375" y="275"/>
                    <a:pt x="377" y="274"/>
                  </a:cubicBezTo>
                  <a:cubicBezTo>
                    <a:pt x="379" y="273"/>
                    <a:pt x="379" y="265"/>
                    <a:pt x="376" y="261"/>
                  </a:cubicBezTo>
                  <a:cubicBezTo>
                    <a:pt x="374" y="258"/>
                    <a:pt x="375" y="253"/>
                    <a:pt x="378" y="254"/>
                  </a:cubicBezTo>
                  <a:cubicBezTo>
                    <a:pt x="381" y="255"/>
                    <a:pt x="378" y="260"/>
                    <a:pt x="380" y="262"/>
                  </a:cubicBezTo>
                  <a:cubicBezTo>
                    <a:pt x="381" y="264"/>
                    <a:pt x="383" y="260"/>
                    <a:pt x="386" y="258"/>
                  </a:cubicBezTo>
                  <a:cubicBezTo>
                    <a:pt x="390" y="256"/>
                    <a:pt x="385" y="250"/>
                    <a:pt x="386" y="247"/>
                  </a:cubicBezTo>
                  <a:cubicBezTo>
                    <a:pt x="387" y="244"/>
                    <a:pt x="391" y="250"/>
                    <a:pt x="393" y="255"/>
                  </a:cubicBezTo>
                  <a:cubicBezTo>
                    <a:pt x="394" y="260"/>
                    <a:pt x="389" y="260"/>
                    <a:pt x="389" y="263"/>
                  </a:cubicBezTo>
                  <a:cubicBezTo>
                    <a:pt x="389" y="266"/>
                    <a:pt x="384" y="264"/>
                    <a:pt x="383" y="266"/>
                  </a:cubicBezTo>
                  <a:cubicBezTo>
                    <a:pt x="381" y="267"/>
                    <a:pt x="382" y="277"/>
                    <a:pt x="384" y="278"/>
                  </a:cubicBezTo>
                  <a:cubicBezTo>
                    <a:pt x="386" y="278"/>
                    <a:pt x="387" y="269"/>
                    <a:pt x="389" y="274"/>
                  </a:cubicBezTo>
                  <a:cubicBezTo>
                    <a:pt x="390" y="278"/>
                    <a:pt x="395" y="268"/>
                    <a:pt x="396" y="272"/>
                  </a:cubicBezTo>
                  <a:cubicBezTo>
                    <a:pt x="397" y="276"/>
                    <a:pt x="403" y="281"/>
                    <a:pt x="405" y="280"/>
                  </a:cubicBezTo>
                  <a:cubicBezTo>
                    <a:pt x="408" y="279"/>
                    <a:pt x="404" y="274"/>
                    <a:pt x="401" y="274"/>
                  </a:cubicBezTo>
                  <a:cubicBezTo>
                    <a:pt x="397" y="274"/>
                    <a:pt x="398" y="268"/>
                    <a:pt x="401" y="268"/>
                  </a:cubicBezTo>
                  <a:cubicBezTo>
                    <a:pt x="404" y="268"/>
                    <a:pt x="410" y="276"/>
                    <a:pt x="410" y="279"/>
                  </a:cubicBezTo>
                  <a:cubicBezTo>
                    <a:pt x="410" y="282"/>
                    <a:pt x="407" y="282"/>
                    <a:pt x="404" y="285"/>
                  </a:cubicBezTo>
                  <a:cubicBezTo>
                    <a:pt x="401" y="288"/>
                    <a:pt x="398" y="280"/>
                    <a:pt x="394" y="280"/>
                  </a:cubicBezTo>
                  <a:cubicBezTo>
                    <a:pt x="391" y="280"/>
                    <a:pt x="394" y="285"/>
                    <a:pt x="396" y="289"/>
                  </a:cubicBezTo>
                  <a:cubicBezTo>
                    <a:pt x="397" y="292"/>
                    <a:pt x="392" y="297"/>
                    <a:pt x="396" y="300"/>
                  </a:cubicBezTo>
                  <a:cubicBezTo>
                    <a:pt x="400" y="303"/>
                    <a:pt x="399" y="298"/>
                    <a:pt x="400" y="296"/>
                  </a:cubicBezTo>
                  <a:cubicBezTo>
                    <a:pt x="401" y="294"/>
                    <a:pt x="404" y="297"/>
                    <a:pt x="406" y="298"/>
                  </a:cubicBezTo>
                  <a:cubicBezTo>
                    <a:pt x="408" y="300"/>
                    <a:pt x="409" y="294"/>
                    <a:pt x="409" y="292"/>
                  </a:cubicBezTo>
                  <a:cubicBezTo>
                    <a:pt x="409" y="290"/>
                    <a:pt x="412" y="291"/>
                    <a:pt x="414" y="294"/>
                  </a:cubicBezTo>
                  <a:cubicBezTo>
                    <a:pt x="416" y="297"/>
                    <a:pt x="417" y="291"/>
                    <a:pt x="420" y="291"/>
                  </a:cubicBezTo>
                  <a:cubicBezTo>
                    <a:pt x="423" y="292"/>
                    <a:pt x="421" y="297"/>
                    <a:pt x="421" y="299"/>
                  </a:cubicBezTo>
                  <a:cubicBezTo>
                    <a:pt x="421" y="302"/>
                    <a:pt x="426" y="297"/>
                    <a:pt x="425" y="300"/>
                  </a:cubicBezTo>
                  <a:cubicBezTo>
                    <a:pt x="425" y="300"/>
                    <a:pt x="425" y="301"/>
                    <a:pt x="425" y="301"/>
                  </a:cubicBezTo>
                  <a:cubicBezTo>
                    <a:pt x="428" y="299"/>
                    <a:pt x="431" y="297"/>
                    <a:pt x="433" y="296"/>
                  </a:cubicBezTo>
                  <a:cubicBezTo>
                    <a:pt x="438" y="292"/>
                    <a:pt x="429" y="290"/>
                    <a:pt x="431" y="286"/>
                  </a:cubicBezTo>
                  <a:close/>
                  <a:moveTo>
                    <a:pt x="9" y="321"/>
                  </a:moveTo>
                  <a:cubicBezTo>
                    <a:pt x="15" y="319"/>
                    <a:pt x="17" y="316"/>
                    <a:pt x="15" y="313"/>
                  </a:cubicBezTo>
                  <a:cubicBezTo>
                    <a:pt x="12" y="310"/>
                    <a:pt x="4" y="323"/>
                    <a:pt x="9" y="321"/>
                  </a:cubicBezTo>
                  <a:close/>
                  <a:moveTo>
                    <a:pt x="51" y="299"/>
                  </a:moveTo>
                  <a:cubicBezTo>
                    <a:pt x="46" y="297"/>
                    <a:pt x="31" y="305"/>
                    <a:pt x="36" y="306"/>
                  </a:cubicBezTo>
                  <a:cubicBezTo>
                    <a:pt x="40" y="307"/>
                    <a:pt x="41" y="303"/>
                    <a:pt x="45" y="303"/>
                  </a:cubicBezTo>
                  <a:cubicBezTo>
                    <a:pt x="49" y="303"/>
                    <a:pt x="57" y="301"/>
                    <a:pt x="51" y="299"/>
                  </a:cubicBezTo>
                  <a:close/>
                  <a:moveTo>
                    <a:pt x="178" y="240"/>
                  </a:moveTo>
                  <a:cubicBezTo>
                    <a:pt x="178" y="237"/>
                    <a:pt x="174" y="237"/>
                    <a:pt x="169" y="243"/>
                  </a:cubicBezTo>
                  <a:cubicBezTo>
                    <a:pt x="164" y="249"/>
                    <a:pt x="160" y="252"/>
                    <a:pt x="159" y="255"/>
                  </a:cubicBezTo>
                  <a:cubicBezTo>
                    <a:pt x="159" y="257"/>
                    <a:pt x="153" y="254"/>
                    <a:pt x="151" y="258"/>
                  </a:cubicBezTo>
                  <a:cubicBezTo>
                    <a:pt x="149" y="261"/>
                    <a:pt x="152" y="269"/>
                    <a:pt x="156" y="266"/>
                  </a:cubicBezTo>
                  <a:cubicBezTo>
                    <a:pt x="159" y="264"/>
                    <a:pt x="160" y="266"/>
                    <a:pt x="162" y="266"/>
                  </a:cubicBezTo>
                  <a:cubicBezTo>
                    <a:pt x="164" y="266"/>
                    <a:pt x="174" y="259"/>
                    <a:pt x="177" y="256"/>
                  </a:cubicBezTo>
                  <a:cubicBezTo>
                    <a:pt x="179" y="252"/>
                    <a:pt x="173" y="251"/>
                    <a:pt x="172" y="249"/>
                  </a:cubicBezTo>
                  <a:cubicBezTo>
                    <a:pt x="172" y="247"/>
                    <a:pt x="178" y="247"/>
                    <a:pt x="180" y="245"/>
                  </a:cubicBezTo>
                  <a:cubicBezTo>
                    <a:pt x="183" y="244"/>
                    <a:pt x="178" y="243"/>
                    <a:pt x="178" y="240"/>
                  </a:cubicBezTo>
                  <a:close/>
                  <a:moveTo>
                    <a:pt x="19" y="210"/>
                  </a:moveTo>
                  <a:cubicBezTo>
                    <a:pt x="18" y="206"/>
                    <a:pt x="8" y="210"/>
                    <a:pt x="9" y="214"/>
                  </a:cubicBezTo>
                  <a:cubicBezTo>
                    <a:pt x="10" y="218"/>
                    <a:pt x="20" y="220"/>
                    <a:pt x="25" y="219"/>
                  </a:cubicBezTo>
                  <a:cubicBezTo>
                    <a:pt x="28" y="217"/>
                    <a:pt x="30" y="213"/>
                    <a:pt x="27" y="211"/>
                  </a:cubicBezTo>
                  <a:cubicBezTo>
                    <a:pt x="24" y="208"/>
                    <a:pt x="19" y="214"/>
                    <a:pt x="19" y="210"/>
                  </a:cubicBezTo>
                  <a:close/>
                  <a:moveTo>
                    <a:pt x="1137" y="413"/>
                  </a:moveTo>
                  <a:cubicBezTo>
                    <a:pt x="1137" y="410"/>
                    <a:pt x="1127" y="412"/>
                    <a:pt x="1122" y="409"/>
                  </a:cubicBezTo>
                  <a:cubicBezTo>
                    <a:pt x="1117" y="405"/>
                    <a:pt x="1109" y="422"/>
                    <a:pt x="1108" y="429"/>
                  </a:cubicBezTo>
                  <a:cubicBezTo>
                    <a:pt x="1106" y="436"/>
                    <a:pt x="1094" y="443"/>
                    <a:pt x="1094" y="443"/>
                  </a:cubicBezTo>
                  <a:cubicBezTo>
                    <a:pt x="1094" y="443"/>
                    <a:pt x="1058" y="444"/>
                    <a:pt x="1055" y="444"/>
                  </a:cubicBezTo>
                  <a:cubicBezTo>
                    <a:pt x="1053" y="444"/>
                    <a:pt x="1045" y="451"/>
                    <a:pt x="1040" y="455"/>
                  </a:cubicBezTo>
                  <a:cubicBezTo>
                    <a:pt x="1040" y="455"/>
                    <a:pt x="1040" y="455"/>
                    <a:pt x="1040" y="456"/>
                  </a:cubicBezTo>
                  <a:cubicBezTo>
                    <a:pt x="1044" y="462"/>
                    <a:pt x="1031" y="466"/>
                    <a:pt x="1018" y="467"/>
                  </a:cubicBezTo>
                  <a:cubicBezTo>
                    <a:pt x="1015" y="467"/>
                    <a:pt x="1012" y="467"/>
                    <a:pt x="1009" y="467"/>
                  </a:cubicBezTo>
                  <a:cubicBezTo>
                    <a:pt x="1010" y="469"/>
                    <a:pt x="1010" y="471"/>
                    <a:pt x="1010" y="472"/>
                  </a:cubicBezTo>
                  <a:cubicBezTo>
                    <a:pt x="1010" y="473"/>
                    <a:pt x="1009" y="474"/>
                    <a:pt x="1007" y="475"/>
                  </a:cubicBezTo>
                  <a:cubicBezTo>
                    <a:pt x="1005" y="479"/>
                    <a:pt x="989" y="486"/>
                    <a:pt x="981" y="491"/>
                  </a:cubicBezTo>
                  <a:cubicBezTo>
                    <a:pt x="971" y="496"/>
                    <a:pt x="958" y="493"/>
                    <a:pt x="958" y="486"/>
                  </a:cubicBezTo>
                  <a:cubicBezTo>
                    <a:pt x="958" y="478"/>
                    <a:pt x="965" y="480"/>
                    <a:pt x="967" y="483"/>
                  </a:cubicBezTo>
                  <a:cubicBezTo>
                    <a:pt x="967" y="484"/>
                    <a:pt x="969" y="483"/>
                    <a:pt x="971" y="482"/>
                  </a:cubicBezTo>
                  <a:cubicBezTo>
                    <a:pt x="969" y="479"/>
                    <a:pt x="969" y="476"/>
                    <a:pt x="970" y="473"/>
                  </a:cubicBezTo>
                  <a:cubicBezTo>
                    <a:pt x="967" y="472"/>
                    <a:pt x="971" y="460"/>
                    <a:pt x="965" y="459"/>
                  </a:cubicBezTo>
                  <a:cubicBezTo>
                    <a:pt x="959" y="457"/>
                    <a:pt x="952" y="467"/>
                    <a:pt x="953" y="461"/>
                  </a:cubicBezTo>
                  <a:cubicBezTo>
                    <a:pt x="954" y="454"/>
                    <a:pt x="963" y="449"/>
                    <a:pt x="958" y="440"/>
                  </a:cubicBezTo>
                  <a:cubicBezTo>
                    <a:pt x="952" y="432"/>
                    <a:pt x="942" y="432"/>
                    <a:pt x="940" y="438"/>
                  </a:cubicBezTo>
                  <a:cubicBezTo>
                    <a:pt x="938" y="445"/>
                    <a:pt x="931" y="442"/>
                    <a:pt x="929" y="447"/>
                  </a:cubicBezTo>
                  <a:cubicBezTo>
                    <a:pt x="926" y="452"/>
                    <a:pt x="924" y="463"/>
                    <a:pt x="926" y="471"/>
                  </a:cubicBezTo>
                  <a:cubicBezTo>
                    <a:pt x="928" y="479"/>
                    <a:pt x="925" y="483"/>
                    <a:pt x="918" y="487"/>
                  </a:cubicBezTo>
                  <a:cubicBezTo>
                    <a:pt x="910" y="492"/>
                    <a:pt x="906" y="480"/>
                    <a:pt x="909" y="466"/>
                  </a:cubicBezTo>
                  <a:cubicBezTo>
                    <a:pt x="911" y="456"/>
                    <a:pt x="917" y="446"/>
                    <a:pt x="912" y="446"/>
                  </a:cubicBezTo>
                  <a:cubicBezTo>
                    <a:pt x="907" y="446"/>
                    <a:pt x="918" y="434"/>
                    <a:pt x="929" y="432"/>
                  </a:cubicBezTo>
                  <a:cubicBezTo>
                    <a:pt x="939" y="429"/>
                    <a:pt x="952" y="430"/>
                    <a:pt x="952" y="427"/>
                  </a:cubicBezTo>
                  <a:cubicBezTo>
                    <a:pt x="952" y="426"/>
                    <a:pt x="953" y="426"/>
                    <a:pt x="954" y="426"/>
                  </a:cubicBezTo>
                  <a:cubicBezTo>
                    <a:pt x="951" y="424"/>
                    <a:pt x="949" y="422"/>
                    <a:pt x="947" y="421"/>
                  </a:cubicBezTo>
                  <a:cubicBezTo>
                    <a:pt x="947" y="422"/>
                    <a:pt x="947" y="422"/>
                    <a:pt x="946" y="423"/>
                  </a:cubicBezTo>
                  <a:cubicBezTo>
                    <a:pt x="942" y="426"/>
                    <a:pt x="943" y="419"/>
                    <a:pt x="935" y="419"/>
                  </a:cubicBezTo>
                  <a:cubicBezTo>
                    <a:pt x="928" y="419"/>
                    <a:pt x="920" y="426"/>
                    <a:pt x="914" y="423"/>
                  </a:cubicBezTo>
                  <a:cubicBezTo>
                    <a:pt x="908" y="420"/>
                    <a:pt x="911" y="416"/>
                    <a:pt x="906" y="416"/>
                  </a:cubicBezTo>
                  <a:cubicBezTo>
                    <a:pt x="900" y="416"/>
                    <a:pt x="910" y="405"/>
                    <a:pt x="902" y="410"/>
                  </a:cubicBezTo>
                  <a:cubicBezTo>
                    <a:pt x="894" y="414"/>
                    <a:pt x="882" y="425"/>
                    <a:pt x="876" y="420"/>
                  </a:cubicBezTo>
                  <a:cubicBezTo>
                    <a:pt x="871" y="415"/>
                    <a:pt x="866" y="422"/>
                    <a:pt x="862" y="418"/>
                  </a:cubicBezTo>
                  <a:cubicBezTo>
                    <a:pt x="858" y="414"/>
                    <a:pt x="876" y="403"/>
                    <a:pt x="884" y="403"/>
                  </a:cubicBezTo>
                  <a:cubicBezTo>
                    <a:pt x="886" y="403"/>
                    <a:pt x="888" y="402"/>
                    <a:pt x="890" y="401"/>
                  </a:cubicBezTo>
                  <a:cubicBezTo>
                    <a:pt x="886" y="399"/>
                    <a:pt x="876" y="396"/>
                    <a:pt x="874" y="399"/>
                  </a:cubicBezTo>
                  <a:cubicBezTo>
                    <a:pt x="871" y="402"/>
                    <a:pt x="867" y="400"/>
                    <a:pt x="864" y="397"/>
                  </a:cubicBezTo>
                  <a:cubicBezTo>
                    <a:pt x="862" y="394"/>
                    <a:pt x="859" y="398"/>
                    <a:pt x="855" y="393"/>
                  </a:cubicBezTo>
                  <a:cubicBezTo>
                    <a:pt x="851" y="389"/>
                    <a:pt x="847" y="392"/>
                    <a:pt x="845" y="393"/>
                  </a:cubicBezTo>
                  <a:cubicBezTo>
                    <a:pt x="842" y="394"/>
                    <a:pt x="839" y="391"/>
                    <a:pt x="835" y="390"/>
                  </a:cubicBezTo>
                  <a:cubicBezTo>
                    <a:pt x="831" y="388"/>
                    <a:pt x="834" y="384"/>
                    <a:pt x="830" y="381"/>
                  </a:cubicBezTo>
                  <a:cubicBezTo>
                    <a:pt x="827" y="378"/>
                    <a:pt x="826" y="386"/>
                    <a:pt x="826" y="386"/>
                  </a:cubicBezTo>
                  <a:cubicBezTo>
                    <a:pt x="516" y="388"/>
                    <a:pt x="516" y="388"/>
                    <a:pt x="516" y="388"/>
                  </a:cubicBezTo>
                  <a:cubicBezTo>
                    <a:pt x="516" y="388"/>
                    <a:pt x="516" y="389"/>
                    <a:pt x="517" y="389"/>
                  </a:cubicBezTo>
                  <a:cubicBezTo>
                    <a:pt x="521" y="393"/>
                    <a:pt x="518" y="396"/>
                    <a:pt x="519" y="401"/>
                  </a:cubicBezTo>
                  <a:cubicBezTo>
                    <a:pt x="520" y="406"/>
                    <a:pt x="519" y="412"/>
                    <a:pt x="515" y="412"/>
                  </a:cubicBezTo>
                  <a:cubicBezTo>
                    <a:pt x="512" y="412"/>
                    <a:pt x="511" y="408"/>
                    <a:pt x="514" y="407"/>
                  </a:cubicBezTo>
                  <a:cubicBezTo>
                    <a:pt x="517" y="405"/>
                    <a:pt x="515" y="400"/>
                    <a:pt x="512" y="400"/>
                  </a:cubicBezTo>
                  <a:cubicBezTo>
                    <a:pt x="511" y="400"/>
                    <a:pt x="510" y="398"/>
                    <a:pt x="510" y="395"/>
                  </a:cubicBezTo>
                  <a:cubicBezTo>
                    <a:pt x="505" y="397"/>
                    <a:pt x="499" y="396"/>
                    <a:pt x="492" y="395"/>
                  </a:cubicBezTo>
                  <a:cubicBezTo>
                    <a:pt x="492" y="396"/>
                    <a:pt x="493" y="396"/>
                    <a:pt x="493" y="396"/>
                  </a:cubicBezTo>
                  <a:cubicBezTo>
                    <a:pt x="493" y="399"/>
                    <a:pt x="494" y="406"/>
                    <a:pt x="498" y="411"/>
                  </a:cubicBezTo>
                  <a:cubicBezTo>
                    <a:pt x="502" y="417"/>
                    <a:pt x="500" y="420"/>
                    <a:pt x="503" y="422"/>
                  </a:cubicBezTo>
                  <a:cubicBezTo>
                    <a:pt x="507" y="424"/>
                    <a:pt x="507" y="426"/>
                    <a:pt x="503" y="426"/>
                  </a:cubicBezTo>
                  <a:cubicBezTo>
                    <a:pt x="500" y="425"/>
                    <a:pt x="502" y="428"/>
                    <a:pt x="501" y="436"/>
                  </a:cubicBezTo>
                  <a:cubicBezTo>
                    <a:pt x="500" y="443"/>
                    <a:pt x="500" y="459"/>
                    <a:pt x="499" y="464"/>
                  </a:cubicBezTo>
                  <a:cubicBezTo>
                    <a:pt x="499" y="468"/>
                    <a:pt x="493" y="476"/>
                    <a:pt x="496" y="481"/>
                  </a:cubicBezTo>
                  <a:cubicBezTo>
                    <a:pt x="500" y="486"/>
                    <a:pt x="502" y="493"/>
                    <a:pt x="500" y="499"/>
                  </a:cubicBezTo>
                  <a:cubicBezTo>
                    <a:pt x="498" y="506"/>
                    <a:pt x="499" y="509"/>
                    <a:pt x="501" y="514"/>
                  </a:cubicBezTo>
                  <a:cubicBezTo>
                    <a:pt x="504" y="519"/>
                    <a:pt x="502" y="527"/>
                    <a:pt x="505" y="529"/>
                  </a:cubicBezTo>
                  <a:cubicBezTo>
                    <a:pt x="508" y="531"/>
                    <a:pt x="511" y="534"/>
                    <a:pt x="513" y="539"/>
                  </a:cubicBezTo>
                  <a:cubicBezTo>
                    <a:pt x="516" y="543"/>
                    <a:pt x="519" y="540"/>
                    <a:pt x="519" y="545"/>
                  </a:cubicBezTo>
                  <a:cubicBezTo>
                    <a:pt x="520" y="549"/>
                    <a:pt x="520" y="550"/>
                    <a:pt x="524" y="552"/>
                  </a:cubicBezTo>
                  <a:cubicBezTo>
                    <a:pt x="528" y="554"/>
                    <a:pt x="525" y="558"/>
                    <a:pt x="525" y="561"/>
                  </a:cubicBezTo>
                  <a:cubicBezTo>
                    <a:pt x="525" y="563"/>
                    <a:pt x="530" y="568"/>
                    <a:pt x="537" y="573"/>
                  </a:cubicBezTo>
                  <a:cubicBezTo>
                    <a:pt x="543" y="579"/>
                    <a:pt x="538" y="584"/>
                    <a:pt x="543" y="584"/>
                  </a:cubicBezTo>
                  <a:cubicBezTo>
                    <a:pt x="547" y="584"/>
                    <a:pt x="552" y="587"/>
                    <a:pt x="557" y="590"/>
                  </a:cubicBezTo>
                  <a:cubicBezTo>
                    <a:pt x="561" y="593"/>
                    <a:pt x="563" y="591"/>
                    <a:pt x="566" y="592"/>
                  </a:cubicBezTo>
                  <a:cubicBezTo>
                    <a:pt x="569" y="592"/>
                    <a:pt x="575" y="599"/>
                    <a:pt x="577" y="604"/>
                  </a:cubicBezTo>
                  <a:cubicBezTo>
                    <a:pt x="577" y="606"/>
                    <a:pt x="578" y="609"/>
                    <a:pt x="579" y="611"/>
                  </a:cubicBezTo>
                  <a:cubicBezTo>
                    <a:pt x="605" y="608"/>
                    <a:pt x="605" y="608"/>
                    <a:pt x="605" y="608"/>
                  </a:cubicBezTo>
                  <a:cubicBezTo>
                    <a:pt x="605" y="608"/>
                    <a:pt x="613" y="613"/>
                    <a:pt x="618" y="614"/>
                  </a:cubicBezTo>
                  <a:cubicBezTo>
                    <a:pt x="622" y="615"/>
                    <a:pt x="647" y="625"/>
                    <a:pt x="647" y="625"/>
                  </a:cubicBezTo>
                  <a:cubicBezTo>
                    <a:pt x="679" y="624"/>
                    <a:pt x="679" y="624"/>
                    <a:pt x="679" y="624"/>
                  </a:cubicBezTo>
                  <a:cubicBezTo>
                    <a:pt x="683" y="619"/>
                    <a:pt x="683" y="619"/>
                    <a:pt x="683" y="619"/>
                  </a:cubicBezTo>
                  <a:cubicBezTo>
                    <a:pt x="700" y="619"/>
                    <a:pt x="700" y="619"/>
                    <a:pt x="700" y="619"/>
                  </a:cubicBezTo>
                  <a:cubicBezTo>
                    <a:pt x="700" y="619"/>
                    <a:pt x="711" y="630"/>
                    <a:pt x="713" y="631"/>
                  </a:cubicBezTo>
                  <a:cubicBezTo>
                    <a:pt x="715" y="632"/>
                    <a:pt x="720" y="637"/>
                    <a:pt x="720" y="640"/>
                  </a:cubicBezTo>
                  <a:cubicBezTo>
                    <a:pt x="720" y="643"/>
                    <a:pt x="722" y="646"/>
                    <a:pt x="724" y="647"/>
                  </a:cubicBezTo>
                  <a:cubicBezTo>
                    <a:pt x="727" y="648"/>
                    <a:pt x="736" y="654"/>
                    <a:pt x="737" y="654"/>
                  </a:cubicBezTo>
                  <a:cubicBezTo>
                    <a:pt x="739" y="653"/>
                    <a:pt x="741" y="643"/>
                    <a:pt x="746" y="643"/>
                  </a:cubicBezTo>
                  <a:cubicBezTo>
                    <a:pt x="751" y="644"/>
                    <a:pt x="764" y="647"/>
                    <a:pt x="766" y="655"/>
                  </a:cubicBezTo>
                  <a:cubicBezTo>
                    <a:pt x="768" y="662"/>
                    <a:pt x="775" y="668"/>
                    <a:pt x="777" y="670"/>
                  </a:cubicBezTo>
                  <a:cubicBezTo>
                    <a:pt x="779" y="672"/>
                    <a:pt x="778" y="676"/>
                    <a:pt x="779" y="679"/>
                  </a:cubicBezTo>
                  <a:cubicBezTo>
                    <a:pt x="781" y="681"/>
                    <a:pt x="781" y="685"/>
                    <a:pt x="783" y="685"/>
                  </a:cubicBezTo>
                  <a:cubicBezTo>
                    <a:pt x="785" y="685"/>
                    <a:pt x="794" y="691"/>
                    <a:pt x="798" y="691"/>
                  </a:cubicBezTo>
                  <a:cubicBezTo>
                    <a:pt x="800" y="691"/>
                    <a:pt x="801" y="692"/>
                    <a:pt x="803" y="693"/>
                  </a:cubicBezTo>
                  <a:cubicBezTo>
                    <a:pt x="804" y="684"/>
                    <a:pt x="794" y="682"/>
                    <a:pt x="800" y="678"/>
                  </a:cubicBezTo>
                  <a:cubicBezTo>
                    <a:pt x="806" y="674"/>
                    <a:pt x="800" y="670"/>
                    <a:pt x="803" y="668"/>
                  </a:cubicBezTo>
                  <a:cubicBezTo>
                    <a:pt x="806" y="666"/>
                    <a:pt x="811" y="664"/>
                    <a:pt x="811" y="661"/>
                  </a:cubicBezTo>
                  <a:cubicBezTo>
                    <a:pt x="811" y="658"/>
                    <a:pt x="814" y="658"/>
                    <a:pt x="818" y="658"/>
                  </a:cubicBezTo>
                  <a:cubicBezTo>
                    <a:pt x="822" y="659"/>
                    <a:pt x="829" y="652"/>
                    <a:pt x="829" y="649"/>
                  </a:cubicBezTo>
                  <a:cubicBezTo>
                    <a:pt x="828" y="646"/>
                    <a:pt x="829" y="646"/>
                    <a:pt x="834" y="647"/>
                  </a:cubicBezTo>
                  <a:cubicBezTo>
                    <a:pt x="839" y="648"/>
                    <a:pt x="838" y="641"/>
                    <a:pt x="841" y="642"/>
                  </a:cubicBezTo>
                  <a:cubicBezTo>
                    <a:pt x="844" y="643"/>
                    <a:pt x="847" y="645"/>
                    <a:pt x="847" y="643"/>
                  </a:cubicBezTo>
                  <a:cubicBezTo>
                    <a:pt x="847" y="640"/>
                    <a:pt x="850" y="641"/>
                    <a:pt x="852" y="644"/>
                  </a:cubicBezTo>
                  <a:cubicBezTo>
                    <a:pt x="855" y="647"/>
                    <a:pt x="861" y="648"/>
                    <a:pt x="862" y="644"/>
                  </a:cubicBezTo>
                  <a:cubicBezTo>
                    <a:pt x="862" y="641"/>
                    <a:pt x="866" y="644"/>
                    <a:pt x="869" y="648"/>
                  </a:cubicBezTo>
                  <a:cubicBezTo>
                    <a:pt x="872" y="651"/>
                    <a:pt x="874" y="650"/>
                    <a:pt x="879" y="650"/>
                  </a:cubicBezTo>
                  <a:cubicBezTo>
                    <a:pt x="883" y="651"/>
                    <a:pt x="883" y="649"/>
                    <a:pt x="884" y="646"/>
                  </a:cubicBezTo>
                  <a:cubicBezTo>
                    <a:pt x="884" y="643"/>
                    <a:pt x="889" y="653"/>
                    <a:pt x="894" y="653"/>
                  </a:cubicBezTo>
                  <a:cubicBezTo>
                    <a:pt x="898" y="654"/>
                    <a:pt x="895" y="650"/>
                    <a:pt x="891" y="648"/>
                  </a:cubicBezTo>
                  <a:cubicBezTo>
                    <a:pt x="888" y="645"/>
                    <a:pt x="892" y="644"/>
                    <a:pt x="889" y="641"/>
                  </a:cubicBezTo>
                  <a:cubicBezTo>
                    <a:pt x="886" y="639"/>
                    <a:pt x="893" y="636"/>
                    <a:pt x="899" y="636"/>
                  </a:cubicBezTo>
                  <a:cubicBezTo>
                    <a:pt x="905" y="637"/>
                    <a:pt x="904" y="638"/>
                    <a:pt x="907" y="635"/>
                  </a:cubicBezTo>
                  <a:cubicBezTo>
                    <a:pt x="909" y="631"/>
                    <a:pt x="911" y="635"/>
                    <a:pt x="911" y="638"/>
                  </a:cubicBezTo>
                  <a:cubicBezTo>
                    <a:pt x="911" y="641"/>
                    <a:pt x="921" y="636"/>
                    <a:pt x="926" y="636"/>
                  </a:cubicBezTo>
                  <a:cubicBezTo>
                    <a:pt x="931" y="636"/>
                    <a:pt x="936" y="640"/>
                    <a:pt x="937" y="643"/>
                  </a:cubicBezTo>
                  <a:cubicBezTo>
                    <a:pt x="937" y="646"/>
                    <a:pt x="941" y="648"/>
                    <a:pt x="944" y="645"/>
                  </a:cubicBezTo>
                  <a:cubicBezTo>
                    <a:pt x="948" y="641"/>
                    <a:pt x="951" y="638"/>
                    <a:pt x="955" y="641"/>
                  </a:cubicBezTo>
                  <a:cubicBezTo>
                    <a:pt x="958" y="645"/>
                    <a:pt x="962" y="649"/>
                    <a:pt x="966" y="654"/>
                  </a:cubicBezTo>
                  <a:cubicBezTo>
                    <a:pt x="970" y="658"/>
                    <a:pt x="964" y="663"/>
                    <a:pt x="966" y="666"/>
                  </a:cubicBezTo>
                  <a:cubicBezTo>
                    <a:pt x="969" y="670"/>
                    <a:pt x="966" y="674"/>
                    <a:pt x="971" y="678"/>
                  </a:cubicBezTo>
                  <a:cubicBezTo>
                    <a:pt x="976" y="681"/>
                    <a:pt x="972" y="688"/>
                    <a:pt x="976" y="689"/>
                  </a:cubicBezTo>
                  <a:cubicBezTo>
                    <a:pt x="980" y="690"/>
                    <a:pt x="983" y="697"/>
                    <a:pt x="983" y="699"/>
                  </a:cubicBezTo>
                  <a:cubicBezTo>
                    <a:pt x="984" y="702"/>
                    <a:pt x="991" y="705"/>
                    <a:pt x="992" y="701"/>
                  </a:cubicBezTo>
                  <a:cubicBezTo>
                    <a:pt x="992" y="696"/>
                    <a:pt x="996" y="691"/>
                    <a:pt x="997" y="687"/>
                  </a:cubicBezTo>
                  <a:cubicBezTo>
                    <a:pt x="997" y="683"/>
                    <a:pt x="994" y="669"/>
                    <a:pt x="991" y="665"/>
                  </a:cubicBezTo>
                  <a:cubicBezTo>
                    <a:pt x="987" y="660"/>
                    <a:pt x="991" y="659"/>
                    <a:pt x="987" y="654"/>
                  </a:cubicBezTo>
                  <a:cubicBezTo>
                    <a:pt x="983" y="649"/>
                    <a:pt x="981" y="639"/>
                    <a:pt x="981" y="632"/>
                  </a:cubicBezTo>
                  <a:cubicBezTo>
                    <a:pt x="981" y="624"/>
                    <a:pt x="990" y="612"/>
                    <a:pt x="994" y="608"/>
                  </a:cubicBezTo>
                  <a:cubicBezTo>
                    <a:pt x="999" y="605"/>
                    <a:pt x="1003" y="607"/>
                    <a:pt x="1004" y="603"/>
                  </a:cubicBezTo>
                  <a:cubicBezTo>
                    <a:pt x="1005" y="599"/>
                    <a:pt x="1011" y="594"/>
                    <a:pt x="1014" y="594"/>
                  </a:cubicBezTo>
                  <a:cubicBezTo>
                    <a:pt x="1017" y="594"/>
                    <a:pt x="1020" y="594"/>
                    <a:pt x="1020" y="591"/>
                  </a:cubicBezTo>
                  <a:cubicBezTo>
                    <a:pt x="1021" y="588"/>
                    <a:pt x="1026" y="584"/>
                    <a:pt x="1032" y="583"/>
                  </a:cubicBezTo>
                  <a:cubicBezTo>
                    <a:pt x="1039" y="582"/>
                    <a:pt x="1035" y="578"/>
                    <a:pt x="1033" y="575"/>
                  </a:cubicBezTo>
                  <a:cubicBezTo>
                    <a:pt x="1032" y="572"/>
                    <a:pt x="1035" y="569"/>
                    <a:pt x="1036" y="571"/>
                  </a:cubicBezTo>
                  <a:cubicBezTo>
                    <a:pt x="1037" y="573"/>
                    <a:pt x="1041" y="574"/>
                    <a:pt x="1044" y="572"/>
                  </a:cubicBezTo>
                  <a:cubicBezTo>
                    <a:pt x="1046" y="570"/>
                    <a:pt x="1052" y="565"/>
                    <a:pt x="1047" y="565"/>
                  </a:cubicBezTo>
                  <a:cubicBezTo>
                    <a:pt x="1041" y="565"/>
                    <a:pt x="1040" y="563"/>
                    <a:pt x="1043" y="561"/>
                  </a:cubicBezTo>
                  <a:cubicBezTo>
                    <a:pt x="1046" y="560"/>
                    <a:pt x="1044" y="554"/>
                    <a:pt x="1039" y="554"/>
                  </a:cubicBezTo>
                  <a:cubicBezTo>
                    <a:pt x="1035" y="553"/>
                    <a:pt x="1036" y="551"/>
                    <a:pt x="1039" y="548"/>
                  </a:cubicBezTo>
                  <a:cubicBezTo>
                    <a:pt x="1042" y="545"/>
                    <a:pt x="1035" y="541"/>
                    <a:pt x="1032" y="539"/>
                  </a:cubicBezTo>
                  <a:cubicBezTo>
                    <a:pt x="1028" y="536"/>
                    <a:pt x="1034" y="535"/>
                    <a:pt x="1036" y="535"/>
                  </a:cubicBezTo>
                  <a:cubicBezTo>
                    <a:pt x="1039" y="534"/>
                    <a:pt x="1037" y="523"/>
                    <a:pt x="1038" y="520"/>
                  </a:cubicBezTo>
                  <a:cubicBezTo>
                    <a:pt x="1039" y="517"/>
                    <a:pt x="1043" y="517"/>
                    <a:pt x="1042" y="520"/>
                  </a:cubicBezTo>
                  <a:cubicBezTo>
                    <a:pt x="1040" y="523"/>
                    <a:pt x="1037" y="527"/>
                    <a:pt x="1041" y="531"/>
                  </a:cubicBezTo>
                  <a:cubicBezTo>
                    <a:pt x="1044" y="535"/>
                    <a:pt x="1045" y="539"/>
                    <a:pt x="1044" y="544"/>
                  </a:cubicBezTo>
                  <a:cubicBezTo>
                    <a:pt x="1042" y="550"/>
                    <a:pt x="1045" y="549"/>
                    <a:pt x="1049" y="541"/>
                  </a:cubicBezTo>
                  <a:cubicBezTo>
                    <a:pt x="1052" y="534"/>
                    <a:pt x="1053" y="527"/>
                    <a:pt x="1050" y="526"/>
                  </a:cubicBezTo>
                  <a:cubicBezTo>
                    <a:pt x="1048" y="526"/>
                    <a:pt x="1048" y="518"/>
                    <a:pt x="1051" y="522"/>
                  </a:cubicBezTo>
                  <a:cubicBezTo>
                    <a:pt x="1054" y="525"/>
                    <a:pt x="1055" y="526"/>
                    <a:pt x="1059" y="521"/>
                  </a:cubicBezTo>
                  <a:cubicBezTo>
                    <a:pt x="1063" y="517"/>
                    <a:pt x="1068" y="509"/>
                    <a:pt x="1065" y="507"/>
                  </a:cubicBezTo>
                  <a:cubicBezTo>
                    <a:pt x="1062" y="505"/>
                    <a:pt x="1066" y="504"/>
                    <a:pt x="1071" y="504"/>
                  </a:cubicBezTo>
                  <a:cubicBezTo>
                    <a:pt x="1076" y="504"/>
                    <a:pt x="1087" y="501"/>
                    <a:pt x="1088" y="499"/>
                  </a:cubicBezTo>
                  <a:cubicBezTo>
                    <a:pt x="1090" y="494"/>
                    <a:pt x="1070" y="502"/>
                    <a:pt x="1070" y="499"/>
                  </a:cubicBezTo>
                  <a:cubicBezTo>
                    <a:pt x="1070" y="496"/>
                    <a:pt x="1083" y="493"/>
                    <a:pt x="1089" y="493"/>
                  </a:cubicBezTo>
                  <a:cubicBezTo>
                    <a:pt x="1094" y="493"/>
                    <a:pt x="1092" y="485"/>
                    <a:pt x="1094" y="488"/>
                  </a:cubicBezTo>
                  <a:cubicBezTo>
                    <a:pt x="1097" y="492"/>
                    <a:pt x="1100" y="491"/>
                    <a:pt x="1104" y="489"/>
                  </a:cubicBezTo>
                  <a:cubicBezTo>
                    <a:pt x="1107" y="487"/>
                    <a:pt x="1104" y="481"/>
                    <a:pt x="1101" y="480"/>
                  </a:cubicBezTo>
                  <a:cubicBezTo>
                    <a:pt x="1097" y="479"/>
                    <a:pt x="1103" y="477"/>
                    <a:pt x="1102" y="475"/>
                  </a:cubicBezTo>
                  <a:cubicBezTo>
                    <a:pt x="1101" y="472"/>
                    <a:pt x="1105" y="463"/>
                    <a:pt x="1109" y="462"/>
                  </a:cubicBezTo>
                  <a:cubicBezTo>
                    <a:pt x="1114" y="461"/>
                    <a:pt x="1112" y="458"/>
                    <a:pt x="1116" y="458"/>
                  </a:cubicBezTo>
                  <a:cubicBezTo>
                    <a:pt x="1120" y="458"/>
                    <a:pt x="1121" y="454"/>
                    <a:pt x="1124" y="450"/>
                  </a:cubicBezTo>
                  <a:cubicBezTo>
                    <a:pt x="1128" y="447"/>
                    <a:pt x="1133" y="456"/>
                    <a:pt x="1138" y="451"/>
                  </a:cubicBezTo>
                  <a:cubicBezTo>
                    <a:pt x="1140" y="448"/>
                    <a:pt x="1143" y="446"/>
                    <a:pt x="1147" y="444"/>
                  </a:cubicBezTo>
                  <a:cubicBezTo>
                    <a:pt x="1134" y="427"/>
                    <a:pt x="1137" y="416"/>
                    <a:pt x="1137" y="413"/>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0" name="Freeform 126"/>
            <p:cNvSpPr>
              <a:spLocks noEditPoints="1" noChangeArrowheads="1"/>
            </p:cNvSpPr>
            <p:nvPr/>
          </p:nvSpPr>
          <p:spPr bwMode="auto">
            <a:xfrm>
              <a:off x="3444886" y="1455738"/>
              <a:ext cx="276226" cy="196851"/>
            </a:xfrm>
            <a:custGeom>
              <a:avLst/>
              <a:gdLst>
                <a:gd name="T0" fmla="*/ 143 w 145"/>
                <a:gd name="T1" fmla="*/ 18 h 103"/>
                <a:gd name="T2" fmla="*/ 132 w 145"/>
                <a:gd name="T3" fmla="*/ 18 h 103"/>
                <a:gd name="T4" fmla="*/ 118 w 145"/>
                <a:gd name="T5" fmla="*/ 15 h 103"/>
                <a:gd name="T6" fmla="*/ 113 w 145"/>
                <a:gd name="T7" fmla="*/ 13 h 103"/>
                <a:gd name="T8" fmla="*/ 104 w 145"/>
                <a:gd name="T9" fmla="*/ 14 h 103"/>
                <a:gd name="T10" fmla="*/ 93 w 145"/>
                <a:gd name="T11" fmla="*/ 9 h 103"/>
                <a:gd name="T12" fmla="*/ 87 w 145"/>
                <a:gd name="T13" fmla="*/ 6 h 103"/>
                <a:gd name="T14" fmla="*/ 67 w 145"/>
                <a:gd name="T15" fmla="*/ 4 h 103"/>
                <a:gd name="T16" fmla="*/ 30 w 145"/>
                <a:gd name="T17" fmla="*/ 3 h 103"/>
                <a:gd name="T18" fmla="*/ 16 w 145"/>
                <a:gd name="T19" fmla="*/ 0 h 103"/>
                <a:gd name="T20" fmla="*/ 7 w 145"/>
                <a:gd name="T21" fmla="*/ 6 h 103"/>
                <a:gd name="T22" fmla="*/ 5 w 145"/>
                <a:gd name="T23" fmla="*/ 14 h 103"/>
                <a:gd name="T24" fmla="*/ 7 w 145"/>
                <a:gd name="T25" fmla="*/ 25 h 103"/>
                <a:gd name="T26" fmla="*/ 10 w 145"/>
                <a:gd name="T27" fmla="*/ 23 h 103"/>
                <a:gd name="T28" fmla="*/ 14 w 145"/>
                <a:gd name="T29" fmla="*/ 24 h 103"/>
                <a:gd name="T30" fmla="*/ 21 w 145"/>
                <a:gd name="T31" fmla="*/ 25 h 103"/>
                <a:gd name="T32" fmla="*/ 25 w 145"/>
                <a:gd name="T33" fmla="*/ 25 h 103"/>
                <a:gd name="T34" fmla="*/ 32 w 145"/>
                <a:gd name="T35" fmla="*/ 27 h 103"/>
                <a:gd name="T36" fmla="*/ 35 w 145"/>
                <a:gd name="T37" fmla="*/ 31 h 103"/>
                <a:gd name="T38" fmla="*/ 27 w 145"/>
                <a:gd name="T39" fmla="*/ 38 h 103"/>
                <a:gd name="T40" fmla="*/ 28 w 145"/>
                <a:gd name="T41" fmla="*/ 48 h 103"/>
                <a:gd name="T42" fmla="*/ 26 w 145"/>
                <a:gd name="T43" fmla="*/ 56 h 103"/>
                <a:gd name="T44" fmla="*/ 23 w 145"/>
                <a:gd name="T45" fmla="*/ 60 h 103"/>
                <a:gd name="T46" fmla="*/ 27 w 145"/>
                <a:gd name="T47" fmla="*/ 66 h 103"/>
                <a:gd name="T48" fmla="*/ 24 w 145"/>
                <a:gd name="T49" fmla="*/ 73 h 103"/>
                <a:gd name="T50" fmla="*/ 26 w 145"/>
                <a:gd name="T51" fmla="*/ 78 h 103"/>
                <a:gd name="T52" fmla="*/ 22 w 145"/>
                <a:gd name="T53" fmla="*/ 85 h 103"/>
                <a:gd name="T54" fmla="*/ 23 w 145"/>
                <a:gd name="T55" fmla="*/ 89 h 103"/>
                <a:gd name="T56" fmla="*/ 29 w 145"/>
                <a:gd name="T57" fmla="*/ 89 h 103"/>
                <a:gd name="T58" fmla="*/ 43 w 145"/>
                <a:gd name="T59" fmla="*/ 102 h 103"/>
                <a:gd name="T60" fmla="*/ 46 w 145"/>
                <a:gd name="T61" fmla="*/ 99 h 103"/>
                <a:gd name="T62" fmla="*/ 52 w 145"/>
                <a:gd name="T63" fmla="*/ 98 h 103"/>
                <a:gd name="T64" fmla="*/ 63 w 145"/>
                <a:gd name="T65" fmla="*/ 94 h 103"/>
                <a:gd name="T66" fmla="*/ 77 w 145"/>
                <a:gd name="T67" fmla="*/ 94 h 103"/>
                <a:gd name="T68" fmla="*/ 85 w 145"/>
                <a:gd name="T69" fmla="*/ 90 h 103"/>
                <a:gd name="T70" fmla="*/ 94 w 145"/>
                <a:gd name="T71" fmla="*/ 84 h 103"/>
                <a:gd name="T72" fmla="*/ 98 w 145"/>
                <a:gd name="T73" fmla="*/ 76 h 103"/>
                <a:gd name="T74" fmla="*/ 106 w 145"/>
                <a:gd name="T75" fmla="*/ 67 h 103"/>
                <a:gd name="T76" fmla="*/ 107 w 145"/>
                <a:gd name="T77" fmla="*/ 51 h 103"/>
                <a:gd name="T78" fmla="*/ 116 w 145"/>
                <a:gd name="T79" fmla="*/ 40 h 103"/>
                <a:gd name="T80" fmla="*/ 126 w 145"/>
                <a:gd name="T81" fmla="*/ 34 h 103"/>
                <a:gd name="T82" fmla="*/ 139 w 145"/>
                <a:gd name="T83" fmla="*/ 28 h 103"/>
                <a:gd name="T84" fmla="*/ 143 w 145"/>
                <a:gd name="T85" fmla="*/ 18 h 103"/>
                <a:gd name="T86" fmla="*/ 144 w 145"/>
                <a:gd name="T87" fmla="*/ 55 h 103"/>
                <a:gd name="T88" fmla="*/ 134 w 145"/>
                <a:gd name="T89" fmla="*/ 58 h 103"/>
                <a:gd name="T90" fmla="*/ 144 w 145"/>
                <a:gd name="T91" fmla="*/ 55 h 10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45"/>
                <a:gd name="T139" fmla="*/ 0 h 103"/>
                <a:gd name="T140" fmla="*/ 145 w 145"/>
                <a:gd name="T141" fmla="*/ 103 h 10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45" h="103">
                  <a:moveTo>
                    <a:pt x="143" y="18"/>
                  </a:moveTo>
                  <a:cubicBezTo>
                    <a:pt x="139" y="18"/>
                    <a:pt x="135" y="18"/>
                    <a:pt x="132" y="18"/>
                  </a:cubicBezTo>
                  <a:cubicBezTo>
                    <a:pt x="128" y="17"/>
                    <a:pt x="120" y="17"/>
                    <a:pt x="118" y="15"/>
                  </a:cubicBezTo>
                  <a:cubicBezTo>
                    <a:pt x="116" y="12"/>
                    <a:pt x="113" y="11"/>
                    <a:pt x="113" y="13"/>
                  </a:cubicBezTo>
                  <a:cubicBezTo>
                    <a:pt x="113" y="16"/>
                    <a:pt x="107" y="16"/>
                    <a:pt x="104" y="14"/>
                  </a:cubicBezTo>
                  <a:cubicBezTo>
                    <a:pt x="101" y="12"/>
                    <a:pt x="96" y="10"/>
                    <a:pt x="93" y="9"/>
                  </a:cubicBezTo>
                  <a:cubicBezTo>
                    <a:pt x="92" y="8"/>
                    <a:pt x="89" y="7"/>
                    <a:pt x="87" y="6"/>
                  </a:cubicBezTo>
                  <a:cubicBezTo>
                    <a:pt x="83" y="6"/>
                    <a:pt x="74" y="3"/>
                    <a:pt x="67" y="4"/>
                  </a:cubicBezTo>
                  <a:cubicBezTo>
                    <a:pt x="60" y="4"/>
                    <a:pt x="39" y="3"/>
                    <a:pt x="30" y="3"/>
                  </a:cubicBezTo>
                  <a:cubicBezTo>
                    <a:pt x="22" y="4"/>
                    <a:pt x="21" y="0"/>
                    <a:pt x="16" y="0"/>
                  </a:cubicBezTo>
                  <a:cubicBezTo>
                    <a:pt x="12" y="0"/>
                    <a:pt x="14" y="5"/>
                    <a:pt x="7" y="6"/>
                  </a:cubicBezTo>
                  <a:cubicBezTo>
                    <a:pt x="0" y="6"/>
                    <a:pt x="0" y="10"/>
                    <a:pt x="5" y="14"/>
                  </a:cubicBezTo>
                  <a:cubicBezTo>
                    <a:pt x="7" y="16"/>
                    <a:pt x="7" y="20"/>
                    <a:pt x="7" y="25"/>
                  </a:cubicBezTo>
                  <a:cubicBezTo>
                    <a:pt x="8" y="25"/>
                    <a:pt x="9" y="24"/>
                    <a:pt x="10" y="23"/>
                  </a:cubicBezTo>
                  <a:cubicBezTo>
                    <a:pt x="12" y="21"/>
                    <a:pt x="14" y="21"/>
                    <a:pt x="14" y="24"/>
                  </a:cubicBezTo>
                  <a:cubicBezTo>
                    <a:pt x="14" y="26"/>
                    <a:pt x="18" y="25"/>
                    <a:pt x="21" y="25"/>
                  </a:cubicBezTo>
                  <a:cubicBezTo>
                    <a:pt x="23" y="25"/>
                    <a:pt x="22" y="27"/>
                    <a:pt x="25" y="25"/>
                  </a:cubicBezTo>
                  <a:cubicBezTo>
                    <a:pt x="28" y="23"/>
                    <a:pt x="32" y="24"/>
                    <a:pt x="32" y="27"/>
                  </a:cubicBezTo>
                  <a:cubicBezTo>
                    <a:pt x="32" y="29"/>
                    <a:pt x="38" y="28"/>
                    <a:pt x="35" y="31"/>
                  </a:cubicBezTo>
                  <a:cubicBezTo>
                    <a:pt x="31" y="34"/>
                    <a:pt x="27" y="35"/>
                    <a:pt x="27" y="38"/>
                  </a:cubicBezTo>
                  <a:cubicBezTo>
                    <a:pt x="27" y="40"/>
                    <a:pt x="31" y="45"/>
                    <a:pt x="28" y="48"/>
                  </a:cubicBezTo>
                  <a:cubicBezTo>
                    <a:pt x="25" y="51"/>
                    <a:pt x="29" y="56"/>
                    <a:pt x="26" y="56"/>
                  </a:cubicBezTo>
                  <a:cubicBezTo>
                    <a:pt x="23" y="56"/>
                    <a:pt x="20" y="57"/>
                    <a:pt x="23" y="60"/>
                  </a:cubicBezTo>
                  <a:cubicBezTo>
                    <a:pt x="27" y="64"/>
                    <a:pt x="29" y="66"/>
                    <a:pt x="27" y="66"/>
                  </a:cubicBezTo>
                  <a:cubicBezTo>
                    <a:pt x="24" y="66"/>
                    <a:pt x="23" y="71"/>
                    <a:pt x="24" y="73"/>
                  </a:cubicBezTo>
                  <a:cubicBezTo>
                    <a:pt x="25" y="74"/>
                    <a:pt x="31" y="77"/>
                    <a:pt x="26" y="78"/>
                  </a:cubicBezTo>
                  <a:cubicBezTo>
                    <a:pt x="22" y="79"/>
                    <a:pt x="22" y="83"/>
                    <a:pt x="22" y="85"/>
                  </a:cubicBezTo>
                  <a:cubicBezTo>
                    <a:pt x="22" y="86"/>
                    <a:pt x="22" y="87"/>
                    <a:pt x="23" y="89"/>
                  </a:cubicBezTo>
                  <a:cubicBezTo>
                    <a:pt x="25" y="88"/>
                    <a:pt x="27" y="88"/>
                    <a:pt x="29" y="89"/>
                  </a:cubicBezTo>
                  <a:cubicBezTo>
                    <a:pt x="34" y="91"/>
                    <a:pt x="37" y="103"/>
                    <a:pt x="43" y="102"/>
                  </a:cubicBezTo>
                  <a:cubicBezTo>
                    <a:pt x="46" y="102"/>
                    <a:pt x="44" y="100"/>
                    <a:pt x="46" y="99"/>
                  </a:cubicBezTo>
                  <a:cubicBezTo>
                    <a:pt x="47" y="97"/>
                    <a:pt x="50" y="98"/>
                    <a:pt x="52" y="98"/>
                  </a:cubicBezTo>
                  <a:cubicBezTo>
                    <a:pt x="55" y="98"/>
                    <a:pt x="56" y="94"/>
                    <a:pt x="63" y="94"/>
                  </a:cubicBezTo>
                  <a:cubicBezTo>
                    <a:pt x="69" y="94"/>
                    <a:pt x="73" y="94"/>
                    <a:pt x="77" y="94"/>
                  </a:cubicBezTo>
                  <a:cubicBezTo>
                    <a:pt x="81" y="94"/>
                    <a:pt x="84" y="93"/>
                    <a:pt x="85" y="90"/>
                  </a:cubicBezTo>
                  <a:cubicBezTo>
                    <a:pt x="86" y="87"/>
                    <a:pt x="89" y="84"/>
                    <a:pt x="94" y="84"/>
                  </a:cubicBezTo>
                  <a:cubicBezTo>
                    <a:pt x="98" y="83"/>
                    <a:pt x="98" y="78"/>
                    <a:pt x="98" y="76"/>
                  </a:cubicBezTo>
                  <a:cubicBezTo>
                    <a:pt x="98" y="73"/>
                    <a:pt x="106" y="69"/>
                    <a:pt x="106" y="67"/>
                  </a:cubicBezTo>
                  <a:cubicBezTo>
                    <a:pt x="107" y="65"/>
                    <a:pt x="102" y="57"/>
                    <a:pt x="107" y="51"/>
                  </a:cubicBezTo>
                  <a:cubicBezTo>
                    <a:pt x="111" y="44"/>
                    <a:pt x="116" y="43"/>
                    <a:pt x="116" y="40"/>
                  </a:cubicBezTo>
                  <a:cubicBezTo>
                    <a:pt x="116" y="36"/>
                    <a:pt x="121" y="35"/>
                    <a:pt x="126" y="34"/>
                  </a:cubicBezTo>
                  <a:cubicBezTo>
                    <a:pt x="132" y="33"/>
                    <a:pt x="134" y="30"/>
                    <a:pt x="139" y="28"/>
                  </a:cubicBezTo>
                  <a:cubicBezTo>
                    <a:pt x="143" y="26"/>
                    <a:pt x="144" y="23"/>
                    <a:pt x="143" y="18"/>
                  </a:cubicBezTo>
                  <a:close/>
                  <a:moveTo>
                    <a:pt x="144" y="55"/>
                  </a:moveTo>
                  <a:cubicBezTo>
                    <a:pt x="143" y="49"/>
                    <a:pt x="132" y="56"/>
                    <a:pt x="134" y="58"/>
                  </a:cubicBezTo>
                  <a:cubicBezTo>
                    <a:pt x="139" y="61"/>
                    <a:pt x="145" y="60"/>
                    <a:pt x="144" y="55"/>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1" name="Freeform 127"/>
            <p:cNvSpPr>
              <a:spLocks noEditPoints="1" noChangeArrowheads="1"/>
            </p:cNvSpPr>
            <p:nvPr/>
          </p:nvSpPr>
          <p:spPr bwMode="auto">
            <a:xfrm>
              <a:off x="4075127" y="1506539"/>
              <a:ext cx="136526" cy="169864"/>
            </a:xfrm>
            <a:custGeom>
              <a:avLst/>
              <a:gdLst>
                <a:gd name="T0" fmla="*/ 70 w 71"/>
                <a:gd name="T1" fmla="*/ 0 h 89"/>
                <a:gd name="T2" fmla="*/ 65 w 71"/>
                <a:gd name="T3" fmla="*/ 2 h 89"/>
                <a:gd name="T4" fmla="*/ 61 w 71"/>
                <a:gd name="T5" fmla="*/ 5 h 89"/>
                <a:gd name="T6" fmla="*/ 49 w 71"/>
                <a:gd name="T7" fmla="*/ 3 h 89"/>
                <a:gd name="T8" fmla="*/ 34 w 71"/>
                <a:gd name="T9" fmla="*/ 3 h 89"/>
                <a:gd name="T10" fmla="*/ 33 w 71"/>
                <a:gd name="T11" fmla="*/ 3 h 89"/>
                <a:gd name="T12" fmla="*/ 23 w 71"/>
                <a:gd name="T13" fmla="*/ 8 h 89"/>
                <a:gd name="T14" fmla="*/ 18 w 71"/>
                <a:gd name="T15" fmla="*/ 11 h 89"/>
                <a:gd name="T16" fmla="*/ 10 w 71"/>
                <a:gd name="T17" fmla="*/ 12 h 89"/>
                <a:gd name="T18" fmla="*/ 6 w 71"/>
                <a:gd name="T19" fmla="*/ 19 h 89"/>
                <a:gd name="T20" fmla="*/ 3 w 71"/>
                <a:gd name="T21" fmla="*/ 23 h 89"/>
                <a:gd name="T22" fmla="*/ 0 w 71"/>
                <a:gd name="T23" fmla="*/ 29 h 89"/>
                <a:gd name="T24" fmla="*/ 0 w 71"/>
                <a:gd name="T25" fmla="*/ 29 h 89"/>
                <a:gd name="T26" fmla="*/ 6 w 71"/>
                <a:gd name="T27" fmla="*/ 39 h 89"/>
                <a:gd name="T28" fmla="*/ 14 w 71"/>
                <a:gd name="T29" fmla="*/ 42 h 89"/>
                <a:gd name="T30" fmla="*/ 25 w 71"/>
                <a:gd name="T31" fmla="*/ 45 h 89"/>
                <a:gd name="T32" fmla="*/ 13 w 71"/>
                <a:gd name="T33" fmla="*/ 46 h 89"/>
                <a:gd name="T34" fmla="*/ 15 w 71"/>
                <a:gd name="T35" fmla="*/ 56 h 89"/>
                <a:gd name="T36" fmla="*/ 21 w 71"/>
                <a:gd name="T37" fmla="*/ 64 h 89"/>
                <a:gd name="T38" fmla="*/ 31 w 71"/>
                <a:gd name="T39" fmla="*/ 69 h 89"/>
                <a:gd name="T40" fmla="*/ 29 w 71"/>
                <a:gd name="T41" fmla="*/ 57 h 89"/>
                <a:gd name="T42" fmla="*/ 37 w 71"/>
                <a:gd name="T43" fmla="*/ 57 h 89"/>
                <a:gd name="T44" fmla="*/ 32 w 71"/>
                <a:gd name="T45" fmla="*/ 53 h 89"/>
                <a:gd name="T46" fmla="*/ 36 w 71"/>
                <a:gd name="T47" fmla="*/ 50 h 89"/>
                <a:gd name="T48" fmla="*/ 44 w 71"/>
                <a:gd name="T49" fmla="*/ 49 h 89"/>
                <a:gd name="T50" fmla="*/ 40 w 71"/>
                <a:gd name="T51" fmla="*/ 40 h 89"/>
                <a:gd name="T52" fmla="*/ 31 w 71"/>
                <a:gd name="T53" fmla="*/ 41 h 89"/>
                <a:gd name="T54" fmla="*/ 35 w 71"/>
                <a:gd name="T55" fmla="*/ 35 h 89"/>
                <a:gd name="T56" fmla="*/ 26 w 71"/>
                <a:gd name="T57" fmla="*/ 22 h 89"/>
                <a:gd name="T58" fmla="*/ 31 w 71"/>
                <a:gd name="T59" fmla="*/ 19 h 89"/>
                <a:gd name="T60" fmla="*/ 40 w 71"/>
                <a:gd name="T61" fmla="*/ 20 h 89"/>
                <a:gd name="T62" fmla="*/ 43 w 71"/>
                <a:gd name="T63" fmla="*/ 12 h 89"/>
                <a:gd name="T64" fmla="*/ 49 w 71"/>
                <a:gd name="T65" fmla="*/ 14 h 89"/>
                <a:gd name="T66" fmla="*/ 58 w 71"/>
                <a:gd name="T67" fmla="*/ 10 h 89"/>
                <a:gd name="T68" fmla="*/ 65 w 71"/>
                <a:gd name="T69" fmla="*/ 13 h 89"/>
                <a:gd name="T70" fmla="*/ 68 w 71"/>
                <a:gd name="T71" fmla="*/ 9 h 89"/>
                <a:gd name="T72" fmla="*/ 71 w 71"/>
                <a:gd name="T73" fmla="*/ 4 h 89"/>
                <a:gd name="T74" fmla="*/ 70 w 71"/>
                <a:gd name="T75" fmla="*/ 0 h 89"/>
                <a:gd name="T76" fmla="*/ 61 w 71"/>
                <a:gd name="T77" fmla="*/ 84 h 89"/>
                <a:gd name="T78" fmla="*/ 43 w 71"/>
                <a:gd name="T79" fmla="*/ 82 h 89"/>
                <a:gd name="T80" fmla="*/ 36 w 71"/>
                <a:gd name="T81" fmla="*/ 85 h 89"/>
                <a:gd name="T82" fmla="*/ 53 w 71"/>
                <a:gd name="T83" fmla="*/ 89 h 89"/>
                <a:gd name="T84" fmla="*/ 68 w 71"/>
                <a:gd name="T85" fmla="*/ 84 h 89"/>
                <a:gd name="T86" fmla="*/ 61 w 71"/>
                <a:gd name="T87" fmla="*/ 84 h 8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1"/>
                <a:gd name="T133" fmla="*/ 0 h 89"/>
                <a:gd name="T134" fmla="*/ 71 w 71"/>
                <a:gd name="T135" fmla="*/ 89 h 8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1" h="89">
                  <a:moveTo>
                    <a:pt x="70" y="0"/>
                  </a:moveTo>
                  <a:cubicBezTo>
                    <a:pt x="68" y="0"/>
                    <a:pt x="64" y="1"/>
                    <a:pt x="65" y="2"/>
                  </a:cubicBezTo>
                  <a:cubicBezTo>
                    <a:pt x="66" y="4"/>
                    <a:pt x="63" y="5"/>
                    <a:pt x="61" y="5"/>
                  </a:cubicBezTo>
                  <a:cubicBezTo>
                    <a:pt x="61" y="5"/>
                    <a:pt x="51" y="4"/>
                    <a:pt x="49" y="3"/>
                  </a:cubicBezTo>
                  <a:cubicBezTo>
                    <a:pt x="47" y="2"/>
                    <a:pt x="38" y="2"/>
                    <a:pt x="34" y="3"/>
                  </a:cubicBezTo>
                  <a:cubicBezTo>
                    <a:pt x="34" y="3"/>
                    <a:pt x="33" y="3"/>
                    <a:pt x="33" y="3"/>
                  </a:cubicBezTo>
                  <a:cubicBezTo>
                    <a:pt x="32" y="5"/>
                    <a:pt x="24" y="9"/>
                    <a:pt x="23" y="8"/>
                  </a:cubicBezTo>
                  <a:cubicBezTo>
                    <a:pt x="21" y="7"/>
                    <a:pt x="21" y="11"/>
                    <a:pt x="18" y="11"/>
                  </a:cubicBezTo>
                  <a:cubicBezTo>
                    <a:pt x="15" y="12"/>
                    <a:pt x="10" y="11"/>
                    <a:pt x="10" y="12"/>
                  </a:cubicBezTo>
                  <a:cubicBezTo>
                    <a:pt x="10" y="14"/>
                    <a:pt x="8" y="17"/>
                    <a:pt x="6" y="19"/>
                  </a:cubicBezTo>
                  <a:cubicBezTo>
                    <a:pt x="4" y="21"/>
                    <a:pt x="6" y="23"/>
                    <a:pt x="3" y="23"/>
                  </a:cubicBezTo>
                  <a:cubicBezTo>
                    <a:pt x="1" y="23"/>
                    <a:pt x="1" y="26"/>
                    <a:pt x="0" y="29"/>
                  </a:cubicBezTo>
                  <a:cubicBezTo>
                    <a:pt x="0" y="29"/>
                    <a:pt x="0" y="29"/>
                    <a:pt x="0" y="29"/>
                  </a:cubicBezTo>
                  <a:cubicBezTo>
                    <a:pt x="4" y="31"/>
                    <a:pt x="7" y="35"/>
                    <a:pt x="6" y="39"/>
                  </a:cubicBezTo>
                  <a:cubicBezTo>
                    <a:pt x="6" y="43"/>
                    <a:pt x="12" y="45"/>
                    <a:pt x="14" y="42"/>
                  </a:cubicBezTo>
                  <a:cubicBezTo>
                    <a:pt x="17" y="39"/>
                    <a:pt x="25" y="43"/>
                    <a:pt x="25" y="45"/>
                  </a:cubicBezTo>
                  <a:cubicBezTo>
                    <a:pt x="25" y="47"/>
                    <a:pt x="17" y="43"/>
                    <a:pt x="13" y="46"/>
                  </a:cubicBezTo>
                  <a:cubicBezTo>
                    <a:pt x="8" y="50"/>
                    <a:pt x="16" y="53"/>
                    <a:pt x="15" y="56"/>
                  </a:cubicBezTo>
                  <a:cubicBezTo>
                    <a:pt x="14" y="59"/>
                    <a:pt x="17" y="64"/>
                    <a:pt x="21" y="64"/>
                  </a:cubicBezTo>
                  <a:cubicBezTo>
                    <a:pt x="25" y="64"/>
                    <a:pt x="29" y="70"/>
                    <a:pt x="31" y="69"/>
                  </a:cubicBezTo>
                  <a:cubicBezTo>
                    <a:pt x="34" y="68"/>
                    <a:pt x="28" y="59"/>
                    <a:pt x="29" y="57"/>
                  </a:cubicBezTo>
                  <a:cubicBezTo>
                    <a:pt x="30" y="56"/>
                    <a:pt x="35" y="60"/>
                    <a:pt x="37" y="57"/>
                  </a:cubicBezTo>
                  <a:cubicBezTo>
                    <a:pt x="39" y="54"/>
                    <a:pt x="35" y="52"/>
                    <a:pt x="32" y="53"/>
                  </a:cubicBezTo>
                  <a:cubicBezTo>
                    <a:pt x="28" y="53"/>
                    <a:pt x="32" y="48"/>
                    <a:pt x="36" y="50"/>
                  </a:cubicBezTo>
                  <a:cubicBezTo>
                    <a:pt x="40" y="53"/>
                    <a:pt x="42" y="50"/>
                    <a:pt x="44" y="49"/>
                  </a:cubicBezTo>
                  <a:cubicBezTo>
                    <a:pt x="46" y="49"/>
                    <a:pt x="47" y="42"/>
                    <a:pt x="40" y="40"/>
                  </a:cubicBezTo>
                  <a:cubicBezTo>
                    <a:pt x="34" y="39"/>
                    <a:pt x="35" y="45"/>
                    <a:pt x="31" y="41"/>
                  </a:cubicBezTo>
                  <a:cubicBezTo>
                    <a:pt x="27" y="36"/>
                    <a:pt x="35" y="38"/>
                    <a:pt x="35" y="35"/>
                  </a:cubicBezTo>
                  <a:cubicBezTo>
                    <a:pt x="35" y="31"/>
                    <a:pt x="29" y="26"/>
                    <a:pt x="26" y="22"/>
                  </a:cubicBezTo>
                  <a:cubicBezTo>
                    <a:pt x="23" y="18"/>
                    <a:pt x="30" y="16"/>
                    <a:pt x="31" y="19"/>
                  </a:cubicBezTo>
                  <a:cubicBezTo>
                    <a:pt x="33" y="22"/>
                    <a:pt x="38" y="21"/>
                    <a:pt x="40" y="20"/>
                  </a:cubicBezTo>
                  <a:cubicBezTo>
                    <a:pt x="43" y="19"/>
                    <a:pt x="37" y="14"/>
                    <a:pt x="43" y="12"/>
                  </a:cubicBezTo>
                  <a:cubicBezTo>
                    <a:pt x="48" y="10"/>
                    <a:pt x="48" y="13"/>
                    <a:pt x="49" y="14"/>
                  </a:cubicBezTo>
                  <a:cubicBezTo>
                    <a:pt x="51" y="14"/>
                    <a:pt x="53" y="10"/>
                    <a:pt x="58" y="10"/>
                  </a:cubicBezTo>
                  <a:cubicBezTo>
                    <a:pt x="61" y="10"/>
                    <a:pt x="63" y="11"/>
                    <a:pt x="65" y="13"/>
                  </a:cubicBezTo>
                  <a:cubicBezTo>
                    <a:pt x="67" y="12"/>
                    <a:pt x="68" y="11"/>
                    <a:pt x="68" y="9"/>
                  </a:cubicBezTo>
                  <a:cubicBezTo>
                    <a:pt x="68" y="8"/>
                    <a:pt x="71" y="7"/>
                    <a:pt x="71" y="4"/>
                  </a:cubicBezTo>
                  <a:cubicBezTo>
                    <a:pt x="71" y="3"/>
                    <a:pt x="71" y="1"/>
                    <a:pt x="70" y="0"/>
                  </a:cubicBezTo>
                  <a:close/>
                  <a:moveTo>
                    <a:pt x="61" y="84"/>
                  </a:moveTo>
                  <a:cubicBezTo>
                    <a:pt x="58" y="82"/>
                    <a:pt x="46" y="85"/>
                    <a:pt x="43" y="82"/>
                  </a:cubicBezTo>
                  <a:cubicBezTo>
                    <a:pt x="40" y="79"/>
                    <a:pt x="34" y="84"/>
                    <a:pt x="36" y="85"/>
                  </a:cubicBezTo>
                  <a:cubicBezTo>
                    <a:pt x="40" y="85"/>
                    <a:pt x="46" y="89"/>
                    <a:pt x="53" y="89"/>
                  </a:cubicBezTo>
                  <a:cubicBezTo>
                    <a:pt x="59" y="89"/>
                    <a:pt x="68" y="86"/>
                    <a:pt x="68" y="84"/>
                  </a:cubicBezTo>
                  <a:cubicBezTo>
                    <a:pt x="68" y="83"/>
                    <a:pt x="64" y="85"/>
                    <a:pt x="61" y="84"/>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2" name="Freeform 128"/>
            <p:cNvSpPr>
              <a:spLocks noChangeArrowheads="1"/>
            </p:cNvSpPr>
            <p:nvPr/>
          </p:nvSpPr>
          <p:spPr bwMode="auto">
            <a:xfrm>
              <a:off x="4329128" y="1654176"/>
              <a:ext cx="55564" cy="34925"/>
            </a:xfrm>
            <a:custGeom>
              <a:avLst/>
              <a:gdLst>
                <a:gd name="T0" fmla="*/ 20 w 29"/>
                <a:gd name="T1" fmla="*/ 11 h 18"/>
                <a:gd name="T2" fmla="*/ 26 w 29"/>
                <a:gd name="T3" fmla="*/ 4 h 18"/>
                <a:gd name="T4" fmla="*/ 25 w 29"/>
                <a:gd name="T5" fmla="*/ 2 h 18"/>
                <a:gd name="T6" fmla="*/ 9 w 29"/>
                <a:gd name="T7" fmla="*/ 7 h 18"/>
                <a:gd name="T8" fmla="*/ 4 w 29"/>
                <a:gd name="T9" fmla="*/ 15 h 18"/>
                <a:gd name="T10" fmla="*/ 20 w 29"/>
                <a:gd name="T11" fmla="*/ 11 h 18"/>
                <a:gd name="T12" fmla="*/ 0 60000 65536"/>
                <a:gd name="T13" fmla="*/ 0 60000 65536"/>
                <a:gd name="T14" fmla="*/ 0 60000 65536"/>
                <a:gd name="T15" fmla="*/ 0 60000 65536"/>
                <a:gd name="T16" fmla="*/ 0 60000 65536"/>
                <a:gd name="T17" fmla="*/ 0 60000 65536"/>
                <a:gd name="T18" fmla="*/ 0 w 29"/>
                <a:gd name="T19" fmla="*/ 0 h 18"/>
                <a:gd name="T20" fmla="*/ 29 w 29"/>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29" h="18">
                  <a:moveTo>
                    <a:pt x="20" y="11"/>
                  </a:moveTo>
                  <a:cubicBezTo>
                    <a:pt x="19" y="10"/>
                    <a:pt x="22" y="6"/>
                    <a:pt x="26" y="4"/>
                  </a:cubicBezTo>
                  <a:cubicBezTo>
                    <a:pt x="29" y="3"/>
                    <a:pt x="28" y="0"/>
                    <a:pt x="25" y="2"/>
                  </a:cubicBezTo>
                  <a:cubicBezTo>
                    <a:pt x="23" y="4"/>
                    <a:pt x="17" y="7"/>
                    <a:pt x="9" y="7"/>
                  </a:cubicBezTo>
                  <a:cubicBezTo>
                    <a:pt x="2" y="7"/>
                    <a:pt x="0" y="12"/>
                    <a:pt x="4" y="15"/>
                  </a:cubicBezTo>
                  <a:cubicBezTo>
                    <a:pt x="10" y="18"/>
                    <a:pt x="20" y="13"/>
                    <a:pt x="20" y="11"/>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3" name="Freeform 129"/>
            <p:cNvSpPr>
              <a:spLocks noChangeArrowheads="1"/>
            </p:cNvSpPr>
            <p:nvPr/>
          </p:nvSpPr>
          <p:spPr bwMode="auto">
            <a:xfrm>
              <a:off x="3122624" y="754062"/>
              <a:ext cx="231776" cy="117475"/>
            </a:xfrm>
            <a:custGeom>
              <a:avLst/>
              <a:gdLst>
                <a:gd name="T0" fmla="*/ 102 w 121"/>
                <a:gd name="T1" fmla="*/ 44 h 61"/>
                <a:gd name="T2" fmla="*/ 111 w 121"/>
                <a:gd name="T3" fmla="*/ 36 h 61"/>
                <a:gd name="T4" fmla="*/ 120 w 121"/>
                <a:gd name="T5" fmla="*/ 28 h 61"/>
                <a:gd name="T6" fmla="*/ 114 w 121"/>
                <a:gd name="T7" fmla="*/ 19 h 61"/>
                <a:gd name="T8" fmla="*/ 108 w 121"/>
                <a:gd name="T9" fmla="*/ 13 h 61"/>
                <a:gd name="T10" fmla="*/ 106 w 121"/>
                <a:gd name="T11" fmla="*/ 6 h 61"/>
                <a:gd name="T12" fmla="*/ 98 w 121"/>
                <a:gd name="T13" fmla="*/ 7 h 61"/>
                <a:gd name="T14" fmla="*/ 87 w 121"/>
                <a:gd name="T15" fmla="*/ 2 h 61"/>
                <a:gd name="T16" fmla="*/ 86 w 121"/>
                <a:gd name="T17" fmla="*/ 8 h 61"/>
                <a:gd name="T18" fmla="*/ 79 w 121"/>
                <a:gd name="T19" fmla="*/ 9 h 61"/>
                <a:gd name="T20" fmla="*/ 75 w 121"/>
                <a:gd name="T21" fmla="*/ 9 h 61"/>
                <a:gd name="T22" fmla="*/ 68 w 121"/>
                <a:gd name="T23" fmla="*/ 10 h 61"/>
                <a:gd name="T24" fmla="*/ 62 w 121"/>
                <a:gd name="T25" fmla="*/ 8 h 61"/>
                <a:gd name="T26" fmla="*/ 55 w 121"/>
                <a:gd name="T27" fmla="*/ 13 h 61"/>
                <a:gd name="T28" fmla="*/ 50 w 121"/>
                <a:gd name="T29" fmla="*/ 11 h 61"/>
                <a:gd name="T30" fmla="*/ 45 w 121"/>
                <a:gd name="T31" fmla="*/ 14 h 61"/>
                <a:gd name="T32" fmla="*/ 44 w 121"/>
                <a:gd name="T33" fmla="*/ 20 h 61"/>
                <a:gd name="T34" fmla="*/ 36 w 121"/>
                <a:gd name="T35" fmla="*/ 23 h 61"/>
                <a:gd name="T36" fmla="*/ 33 w 121"/>
                <a:gd name="T37" fmla="*/ 14 h 61"/>
                <a:gd name="T38" fmla="*/ 16 w 121"/>
                <a:gd name="T39" fmla="*/ 3 h 61"/>
                <a:gd name="T40" fmla="*/ 18 w 121"/>
                <a:gd name="T41" fmla="*/ 9 h 61"/>
                <a:gd name="T42" fmla="*/ 14 w 121"/>
                <a:gd name="T43" fmla="*/ 9 h 61"/>
                <a:gd name="T44" fmla="*/ 6 w 121"/>
                <a:gd name="T45" fmla="*/ 11 h 61"/>
                <a:gd name="T46" fmla="*/ 1 w 121"/>
                <a:gd name="T47" fmla="*/ 19 h 61"/>
                <a:gd name="T48" fmla="*/ 12 w 121"/>
                <a:gd name="T49" fmla="*/ 22 h 61"/>
                <a:gd name="T50" fmla="*/ 25 w 121"/>
                <a:gd name="T51" fmla="*/ 22 h 61"/>
                <a:gd name="T52" fmla="*/ 23 w 121"/>
                <a:gd name="T53" fmla="*/ 27 h 61"/>
                <a:gd name="T54" fmla="*/ 17 w 121"/>
                <a:gd name="T55" fmla="*/ 30 h 61"/>
                <a:gd name="T56" fmla="*/ 4 w 121"/>
                <a:gd name="T57" fmla="*/ 34 h 61"/>
                <a:gd name="T58" fmla="*/ 21 w 121"/>
                <a:gd name="T59" fmla="*/ 34 h 61"/>
                <a:gd name="T60" fmla="*/ 25 w 121"/>
                <a:gd name="T61" fmla="*/ 38 h 61"/>
                <a:gd name="T62" fmla="*/ 28 w 121"/>
                <a:gd name="T63" fmla="*/ 42 h 61"/>
                <a:gd name="T64" fmla="*/ 24 w 121"/>
                <a:gd name="T65" fmla="*/ 47 h 61"/>
                <a:gd name="T66" fmla="*/ 19 w 121"/>
                <a:gd name="T67" fmla="*/ 51 h 61"/>
                <a:gd name="T68" fmla="*/ 33 w 121"/>
                <a:gd name="T69" fmla="*/ 50 h 61"/>
                <a:gd name="T70" fmla="*/ 53 w 121"/>
                <a:gd name="T71" fmla="*/ 59 h 61"/>
                <a:gd name="T72" fmla="*/ 73 w 121"/>
                <a:gd name="T73" fmla="*/ 54 h 61"/>
                <a:gd name="T74" fmla="*/ 87 w 121"/>
                <a:gd name="T75" fmla="*/ 49 h 61"/>
                <a:gd name="T76" fmla="*/ 102 w 121"/>
                <a:gd name="T77" fmla="*/ 44 h 6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
                <a:gd name="T118" fmla="*/ 0 h 61"/>
                <a:gd name="T119" fmla="*/ 121 w 121"/>
                <a:gd name="T120" fmla="*/ 61 h 6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 h="61">
                  <a:moveTo>
                    <a:pt x="102" y="44"/>
                  </a:moveTo>
                  <a:cubicBezTo>
                    <a:pt x="109" y="43"/>
                    <a:pt x="108" y="36"/>
                    <a:pt x="111" y="36"/>
                  </a:cubicBezTo>
                  <a:cubicBezTo>
                    <a:pt x="114" y="37"/>
                    <a:pt x="118" y="31"/>
                    <a:pt x="120" y="28"/>
                  </a:cubicBezTo>
                  <a:cubicBezTo>
                    <a:pt x="121" y="25"/>
                    <a:pt x="118" y="19"/>
                    <a:pt x="114" y="19"/>
                  </a:cubicBezTo>
                  <a:cubicBezTo>
                    <a:pt x="110" y="19"/>
                    <a:pt x="107" y="16"/>
                    <a:pt x="108" y="13"/>
                  </a:cubicBezTo>
                  <a:cubicBezTo>
                    <a:pt x="109" y="11"/>
                    <a:pt x="106" y="8"/>
                    <a:pt x="106" y="6"/>
                  </a:cubicBezTo>
                  <a:cubicBezTo>
                    <a:pt x="106" y="5"/>
                    <a:pt x="101" y="6"/>
                    <a:pt x="98" y="7"/>
                  </a:cubicBezTo>
                  <a:cubicBezTo>
                    <a:pt x="95" y="7"/>
                    <a:pt x="90" y="0"/>
                    <a:pt x="87" y="2"/>
                  </a:cubicBezTo>
                  <a:cubicBezTo>
                    <a:pt x="85" y="3"/>
                    <a:pt x="87" y="6"/>
                    <a:pt x="86" y="8"/>
                  </a:cubicBezTo>
                  <a:cubicBezTo>
                    <a:pt x="85" y="10"/>
                    <a:pt x="79" y="7"/>
                    <a:pt x="79" y="9"/>
                  </a:cubicBezTo>
                  <a:cubicBezTo>
                    <a:pt x="79" y="11"/>
                    <a:pt x="77" y="12"/>
                    <a:pt x="75" y="9"/>
                  </a:cubicBezTo>
                  <a:cubicBezTo>
                    <a:pt x="73" y="7"/>
                    <a:pt x="68" y="8"/>
                    <a:pt x="68" y="10"/>
                  </a:cubicBezTo>
                  <a:cubicBezTo>
                    <a:pt x="68" y="12"/>
                    <a:pt x="66" y="10"/>
                    <a:pt x="62" y="8"/>
                  </a:cubicBezTo>
                  <a:cubicBezTo>
                    <a:pt x="59" y="6"/>
                    <a:pt x="55" y="11"/>
                    <a:pt x="55" y="13"/>
                  </a:cubicBezTo>
                  <a:cubicBezTo>
                    <a:pt x="55" y="16"/>
                    <a:pt x="54" y="16"/>
                    <a:pt x="50" y="11"/>
                  </a:cubicBezTo>
                  <a:cubicBezTo>
                    <a:pt x="47" y="5"/>
                    <a:pt x="44" y="11"/>
                    <a:pt x="45" y="14"/>
                  </a:cubicBezTo>
                  <a:cubicBezTo>
                    <a:pt x="47" y="17"/>
                    <a:pt x="46" y="21"/>
                    <a:pt x="44" y="20"/>
                  </a:cubicBezTo>
                  <a:cubicBezTo>
                    <a:pt x="41" y="18"/>
                    <a:pt x="38" y="21"/>
                    <a:pt x="36" y="23"/>
                  </a:cubicBezTo>
                  <a:cubicBezTo>
                    <a:pt x="35" y="25"/>
                    <a:pt x="30" y="16"/>
                    <a:pt x="33" y="14"/>
                  </a:cubicBezTo>
                  <a:cubicBezTo>
                    <a:pt x="37" y="12"/>
                    <a:pt x="21" y="3"/>
                    <a:pt x="16" y="3"/>
                  </a:cubicBezTo>
                  <a:cubicBezTo>
                    <a:pt x="11" y="3"/>
                    <a:pt x="15" y="6"/>
                    <a:pt x="18" y="9"/>
                  </a:cubicBezTo>
                  <a:cubicBezTo>
                    <a:pt x="21" y="12"/>
                    <a:pt x="16" y="11"/>
                    <a:pt x="14" y="9"/>
                  </a:cubicBezTo>
                  <a:cubicBezTo>
                    <a:pt x="12" y="6"/>
                    <a:pt x="8" y="8"/>
                    <a:pt x="6" y="11"/>
                  </a:cubicBezTo>
                  <a:cubicBezTo>
                    <a:pt x="4" y="15"/>
                    <a:pt x="1" y="17"/>
                    <a:pt x="1" y="19"/>
                  </a:cubicBezTo>
                  <a:cubicBezTo>
                    <a:pt x="0" y="21"/>
                    <a:pt x="6" y="24"/>
                    <a:pt x="12" y="22"/>
                  </a:cubicBezTo>
                  <a:cubicBezTo>
                    <a:pt x="17" y="19"/>
                    <a:pt x="23" y="19"/>
                    <a:pt x="25" y="22"/>
                  </a:cubicBezTo>
                  <a:cubicBezTo>
                    <a:pt x="28" y="24"/>
                    <a:pt x="20" y="25"/>
                    <a:pt x="23" y="27"/>
                  </a:cubicBezTo>
                  <a:cubicBezTo>
                    <a:pt x="26" y="29"/>
                    <a:pt x="24" y="31"/>
                    <a:pt x="17" y="30"/>
                  </a:cubicBezTo>
                  <a:cubicBezTo>
                    <a:pt x="11" y="30"/>
                    <a:pt x="3" y="32"/>
                    <a:pt x="4" y="34"/>
                  </a:cubicBezTo>
                  <a:cubicBezTo>
                    <a:pt x="6" y="36"/>
                    <a:pt x="21" y="32"/>
                    <a:pt x="21" y="34"/>
                  </a:cubicBezTo>
                  <a:cubicBezTo>
                    <a:pt x="21" y="36"/>
                    <a:pt x="21" y="40"/>
                    <a:pt x="25" y="38"/>
                  </a:cubicBezTo>
                  <a:cubicBezTo>
                    <a:pt x="29" y="37"/>
                    <a:pt x="26" y="41"/>
                    <a:pt x="28" y="42"/>
                  </a:cubicBezTo>
                  <a:cubicBezTo>
                    <a:pt x="30" y="43"/>
                    <a:pt x="30" y="47"/>
                    <a:pt x="24" y="47"/>
                  </a:cubicBezTo>
                  <a:cubicBezTo>
                    <a:pt x="19" y="48"/>
                    <a:pt x="16" y="49"/>
                    <a:pt x="19" y="51"/>
                  </a:cubicBezTo>
                  <a:cubicBezTo>
                    <a:pt x="21" y="54"/>
                    <a:pt x="27" y="52"/>
                    <a:pt x="33" y="50"/>
                  </a:cubicBezTo>
                  <a:cubicBezTo>
                    <a:pt x="39" y="49"/>
                    <a:pt x="47" y="56"/>
                    <a:pt x="53" y="59"/>
                  </a:cubicBezTo>
                  <a:cubicBezTo>
                    <a:pt x="60" y="61"/>
                    <a:pt x="72" y="58"/>
                    <a:pt x="73" y="54"/>
                  </a:cubicBezTo>
                  <a:cubicBezTo>
                    <a:pt x="74" y="51"/>
                    <a:pt x="83" y="52"/>
                    <a:pt x="87" y="49"/>
                  </a:cubicBezTo>
                  <a:cubicBezTo>
                    <a:pt x="91" y="47"/>
                    <a:pt x="96" y="44"/>
                    <a:pt x="102" y="44"/>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4" name="Freeform 130"/>
            <p:cNvSpPr>
              <a:spLocks noChangeArrowheads="1"/>
            </p:cNvSpPr>
            <p:nvPr/>
          </p:nvSpPr>
          <p:spPr bwMode="auto">
            <a:xfrm>
              <a:off x="3421075" y="1131887"/>
              <a:ext cx="98426" cy="107950"/>
            </a:xfrm>
            <a:custGeom>
              <a:avLst/>
              <a:gdLst>
                <a:gd name="T0" fmla="*/ 45 w 51"/>
                <a:gd name="T1" fmla="*/ 17 h 56"/>
                <a:gd name="T2" fmla="*/ 42 w 51"/>
                <a:gd name="T3" fmla="*/ 14 h 56"/>
                <a:gd name="T4" fmla="*/ 35 w 51"/>
                <a:gd name="T5" fmla="*/ 16 h 56"/>
                <a:gd name="T6" fmla="*/ 28 w 51"/>
                <a:gd name="T7" fmla="*/ 15 h 56"/>
                <a:gd name="T8" fmla="*/ 31 w 51"/>
                <a:gd name="T9" fmla="*/ 8 h 56"/>
                <a:gd name="T10" fmla="*/ 34 w 51"/>
                <a:gd name="T11" fmla="*/ 2 h 56"/>
                <a:gd name="T12" fmla="*/ 32 w 51"/>
                <a:gd name="T13" fmla="*/ 1 h 56"/>
                <a:gd name="T14" fmla="*/ 21 w 51"/>
                <a:gd name="T15" fmla="*/ 4 h 56"/>
                <a:gd name="T16" fmla="*/ 26 w 51"/>
                <a:gd name="T17" fmla="*/ 9 h 56"/>
                <a:gd name="T18" fmla="*/ 17 w 51"/>
                <a:gd name="T19" fmla="*/ 14 h 56"/>
                <a:gd name="T20" fmla="*/ 5 w 51"/>
                <a:gd name="T21" fmla="*/ 14 h 56"/>
                <a:gd name="T22" fmla="*/ 6 w 51"/>
                <a:gd name="T23" fmla="*/ 22 h 56"/>
                <a:gd name="T24" fmla="*/ 12 w 51"/>
                <a:gd name="T25" fmla="*/ 30 h 56"/>
                <a:gd name="T26" fmla="*/ 9 w 51"/>
                <a:gd name="T27" fmla="*/ 40 h 56"/>
                <a:gd name="T28" fmla="*/ 1 w 51"/>
                <a:gd name="T29" fmla="*/ 47 h 56"/>
                <a:gd name="T30" fmla="*/ 12 w 51"/>
                <a:gd name="T31" fmla="*/ 56 h 56"/>
                <a:gd name="T32" fmla="*/ 32 w 51"/>
                <a:gd name="T33" fmla="*/ 48 h 56"/>
                <a:gd name="T34" fmla="*/ 46 w 51"/>
                <a:gd name="T35" fmla="*/ 45 h 56"/>
                <a:gd name="T36" fmla="*/ 46 w 51"/>
                <a:gd name="T37" fmla="*/ 19 h 56"/>
                <a:gd name="T38" fmla="*/ 45 w 51"/>
                <a:gd name="T39" fmla="*/ 17 h 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1"/>
                <a:gd name="T61" fmla="*/ 0 h 56"/>
                <a:gd name="T62" fmla="*/ 51 w 51"/>
                <a:gd name="T63" fmla="*/ 56 h 5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1" h="56">
                  <a:moveTo>
                    <a:pt x="45" y="17"/>
                  </a:moveTo>
                  <a:cubicBezTo>
                    <a:pt x="44" y="16"/>
                    <a:pt x="43" y="15"/>
                    <a:pt x="42" y="14"/>
                  </a:cubicBezTo>
                  <a:cubicBezTo>
                    <a:pt x="37" y="9"/>
                    <a:pt x="36" y="13"/>
                    <a:pt x="35" y="16"/>
                  </a:cubicBezTo>
                  <a:cubicBezTo>
                    <a:pt x="35" y="19"/>
                    <a:pt x="31" y="15"/>
                    <a:pt x="28" y="15"/>
                  </a:cubicBezTo>
                  <a:cubicBezTo>
                    <a:pt x="25" y="14"/>
                    <a:pt x="29" y="9"/>
                    <a:pt x="31" y="8"/>
                  </a:cubicBezTo>
                  <a:cubicBezTo>
                    <a:pt x="32" y="7"/>
                    <a:pt x="33" y="5"/>
                    <a:pt x="34" y="2"/>
                  </a:cubicBezTo>
                  <a:cubicBezTo>
                    <a:pt x="33" y="2"/>
                    <a:pt x="33" y="2"/>
                    <a:pt x="32" y="1"/>
                  </a:cubicBezTo>
                  <a:cubicBezTo>
                    <a:pt x="28" y="0"/>
                    <a:pt x="21" y="0"/>
                    <a:pt x="21" y="4"/>
                  </a:cubicBezTo>
                  <a:cubicBezTo>
                    <a:pt x="21" y="8"/>
                    <a:pt x="26" y="6"/>
                    <a:pt x="26" y="9"/>
                  </a:cubicBezTo>
                  <a:cubicBezTo>
                    <a:pt x="26" y="12"/>
                    <a:pt x="21" y="11"/>
                    <a:pt x="17" y="14"/>
                  </a:cubicBezTo>
                  <a:cubicBezTo>
                    <a:pt x="13" y="16"/>
                    <a:pt x="9" y="12"/>
                    <a:pt x="5" y="14"/>
                  </a:cubicBezTo>
                  <a:cubicBezTo>
                    <a:pt x="1" y="16"/>
                    <a:pt x="9" y="18"/>
                    <a:pt x="6" y="22"/>
                  </a:cubicBezTo>
                  <a:cubicBezTo>
                    <a:pt x="3" y="27"/>
                    <a:pt x="7" y="26"/>
                    <a:pt x="12" y="30"/>
                  </a:cubicBezTo>
                  <a:cubicBezTo>
                    <a:pt x="17" y="34"/>
                    <a:pt x="9" y="35"/>
                    <a:pt x="9" y="40"/>
                  </a:cubicBezTo>
                  <a:cubicBezTo>
                    <a:pt x="9" y="44"/>
                    <a:pt x="2" y="44"/>
                    <a:pt x="1" y="47"/>
                  </a:cubicBezTo>
                  <a:cubicBezTo>
                    <a:pt x="0" y="50"/>
                    <a:pt x="6" y="56"/>
                    <a:pt x="12" y="56"/>
                  </a:cubicBezTo>
                  <a:cubicBezTo>
                    <a:pt x="16" y="56"/>
                    <a:pt x="26" y="54"/>
                    <a:pt x="32" y="48"/>
                  </a:cubicBezTo>
                  <a:cubicBezTo>
                    <a:pt x="37" y="43"/>
                    <a:pt x="40" y="48"/>
                    <a:pt x="46" y="45"/>
                  </a:cubicBezTo>
                  <a:cubicBezTo>
                    <a:pt x="51" y="43"/>
                    <a:pt x="48" y="23"/>
                    <a:pt x="46" y="19"/>
                  </a:cubicBezTo>
                  <a:cubicBezTo>
                    <a:pt x="45" y="18"/>
                    <a:pt x="45" y="18"/>
                    <a:pt x="45" y="17"/>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5" name="Freeform 131"/>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9525">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6" name="Freeform 132"/>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7" name="Freeform 133"/>
            <p:cNvSpPr>
              <a:spLocks noEditPoints="1" noChangeArrowheads="1"/>
            </p:cNvSpPr>
            <p:nvPr/>
          </p:nvSpPr>
          <p:spPr bwMode="auto">
            <a:xfrm>
              <a:off x="3821126" y="1050926"/>
              <a:ext cx="103188" cy="98425"/>
            </a:xfrm>
            <a:custGeom>
              <a:avLst/>
              <a:gdLst>
                <a:gd name="T0" fmla="*/ 27 w 54"/>
                <a:gd name="T1" fmla="*/ 20 h 52"/>
                <a:gd name="T2" fmla="*/ 27 w 54"/>
                <a:gd name="T3" fmla="*/ 12 h 52"/>
                <a:gd name="T4" fmla="*/ 28 w 54"/>
                <a:gd name="T5" fmla="*/ 2 h 52"/>
                <a:gd name="T6" fmla="*/ 20 w 54"/>
                <a:gd name="T7" fmla="*/ 7 h 52"/>
                <a:gd name="T8" fmla="*/ 13 w 54"/>
                <a:gd name="T9" fmla="*/ 10 h 52"/>
                <a:gd name="T10" fmla="*/ 14 w 54"/>
                <a:gd name="T11" fmla="*/ 15 h 52"/>
                <a:gd name="T12" fmla="*/ 7 w 54"/>
                <a:gd name="T13" fmla="*/ 12 h 52"/>
                <a:gd name="T14" fmla="*/ 2 w 54"/>
                <a:gd name="T15" fmla="*/ 20 h 52"/>
                <a:gd name="T16" fmla="*/ 2 w 54"/>
                <a:gd name="T17" fmla="*/ 33 h 52"/>
                <a:gd name="T18" fmla="*/ 6 w 54"/>
                <a:gd name="T19" fmla="*/ 43 h 52"/>
                <a:gd name="T20" fmla="*/ 8 w 54"/>
                <a:gd name="T21" fmla="*/ 48 h 52"/>
                <a:gd name="T22" fmla="*/ 18 w 54"/>
                <a:gd name="T23" fmla="*/ 49 h 52"/>
                <a:gd name="T24" fmla="*/ 22 w 54"/>
                <a:gd name="T25" fmla="*/ 48 h 52"/>
                <a:gd name="T26" fmla="*/ 18 w 54"/>
                <a:gd name="T27" fmla="*/ 42 h 52"/>
                <a:gd name="T28" fmla="*/ 24 w 54"/>
                <a:gd name="T29" fmla="*/ 44 h 52"/>
                <a:gd name="T30" fmla="*/ 32 w 54"/>
                <a:gd name="T31" fmla="*/ 43 h 52"/>
                <a:gd name="T32" fmla="*/ 28 w 54"/>
                <a:gd name="T33" fmla="*/ 36 h 52"/>
                <a:gd name="T34" fmla="*/ 22 w 54"/>
                <a:gd name="T35" fmla="*/ 36 h 52"/>
                <a:gd name="T36" fmla="*/ 26 w 54"/>
                <a:gd name="T37" fmla="*/ 29 h 52"/>
                <a:gd name="T38" fmla="*/ 33 w 54"/>
                <a:gd name="T39" fmla="*/ 25 h 52"/>
                <a:gd name="T40" fmla="*/ 27 w 54"/>
                <a:gd name="T41" fmla="*/ 20 h 52"/>
                <a:gd name="T42" fmla="*/ 53 w 54"/>
                <a:gd name="T43" fmla="*/ 30 h 52"/>
                <a:gd name="T44" fmla="*/ 49 w 54"/>
                <a:gd name="T45" fmla="*/ 32 h 52"/>
                <a:gd name="T46" fmla="*/ 45 w 54"/>
                <a:gd name="T47" fmla="*/ 30 h 52"/>
                <a:gd name="T48" fmla="*/ 38 w 54"/>
                <a:gd name="T49" fmla="*/ 33 h 52"/>
                <a:gd name="T50" fmla="*/ 42 w 54"/>
                <a:gd name="T51" fmla="*/ 43 h 52"/>
                <a:gd name="T52" fmla="*/ 39 w 54"/>
                <a:gd name="T53" fmla="*/ 46 h 52"/>
                <a:gd name="T54" fmla="*/ 42 w 54"/>
                <a:gd name="T55" fmla="*/ 51 h 52"/>
                <a:gd name="T56" fmla="*/ 50 w 54"/>
                <a:gd name="T57" fmla="*/ 42 h 52"/>
                <a:gd name="T58" fmla="*/ 53 w 54"/>
                <a:gd name="T59" fmla="*/ 30 h 5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4"/>
                <a:gd name="T91" fmla="*/ 0 h 52"/>
                <a:gd name="T92" fmla="*/ 54 w 54"/>
                <a:gd name="T93" fmla="*/ 52 h 5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4" h="52">
                  <a:moveTo>
                    <a:pt x="27" y="20"/>
                  </a:moveTo>
                  <a:cubicBezTo>
                    <a:pt x="26" y="19"/>
                    <a:pt x="25" y="13"/>
                    <a:pt x="27" y="12"/>
                  </a:cubicBezTo>
                  <a:cubicBezTo>
                    <a:pt x="29" y="10"/>
                    <a:pt x="30" y="4"/>
                    <a:pt x="28" y="2"/>
                  </a:cubicBezTo>
                  <a:cubicBezTo>
                    <a:pt x="27" y="0"/>
                    <a:pt x="21" y="2"/>
                    <a:pt x="20" y="7"/>
                  </a:cubicBezTo>
                  <a:cubicBezTo>
                    <a:pt x="20" y="11"/>
                    <a:pt x="15" y="9"/>
                    <a:pt x="13" y="10"/>
                  </a:cubicBezTo>
                  <a:cubicBezTo>
                    <a:pt x="12" y="11"/>
                    <a:pt x="16" y="13"/>
                    <a:pt x="14" y="15"/>
                  </a:cubicBezTo>
                  <a:cubicBezTo>
                    <a:pt x="12" y="17"/>
                    <a:pt x="11" y="12"/>
                    <a:pt x="7" y="12"/>
                  </a:cubicBezTo>
                  <a:cubicBezTo>
                    <a:pt x="4" y="11"/>
                    <a:pt x="4" y="17"/>
                    <a:pt x="2" y="20"/>
                  </a:cubicBezTo>
                  <a:cubicBezTo>
                    <a:pt x="0" y="23"/>
                    <a:pt x="1" y="29"/>
                    <a:pt x="2" y="33"/>
                  </a:cubicBezTo>
                  <a:cubicBezTo>
                    <a:pt x="2" y="37"/>
                    <a:pt x="7" y="39"/>
                    <a:pt x="6" y="43"/>
                  </a:cubicBezTo>
                  <a:cubicBezTo>
                    <a:pt x="5" y="44"/>
                    <a:pt x="7" y="46"/>
                    <a:pt x="8" y="48"/>
                  </a:cubicBezTo>
                  <a:cubicBezTo>
                    <a:pt x="12" y="48"/>
                    <a:pt x="16" y="48"/>
                    <a:pt x="18" y="49"/>
                  </a:cubicBezTo>
                  <a:cubicBezTo>
                    <a:pt x="19" y="49"/>
                    <a:pt x="20" y="49"/>
                    <a:pt x="22" y="48"/>
                  </a:cubicBezTo>
                  <a:cubicBezTo>
                    <a:pt x="21" y="46"/>
                    <a:pt x="17" y="44"/>
                    <a:pt x="18" y="42"/>
                  </a:cubicBezTo>
                  <a:cubicBezTo>
                    <a:pt x="18" y="40"/>
                    <a:pt x="21" y="42"/>
                    <a:pt x="24" y="44"/>
                  </a:cubicBezTo>
                  <a:cubicBezTo>
                    <a:pt x="26" y="46"/>
                    <a:pt x="31" y="46"/>
                    <a:pt x="32" y="43"/>
                  </a:cubicBezTo>
                  <a:cubicBezTo>
                    <a:pt x="32" y="42"/>
                    <a:pt x="31" y="35"/>
                    <a:pt x="28" y="36"/>
                  </a:cubicBezTo>
                  <a:cubicBezTo>
                    <a:pt x="24" y="38"/>
                    <a:pt x="24" y="37"/>
                    <a:pt x="22" y="36"/>
                  </a:cubicBezTo>
                  <a:cubicBezTo>
                    <a:pt x="21" y="34"/>
                    <a:pt x="25" y="31"/>
                    <a:pt x="26" y="29"/>
                  </a:cubicBezTo>
                  <a:cubicBezTo>
                    <a:pt x="26" y="26"/>
                    <a:pt x="32" y="27"/>
                    <a:pt x="33" y="25"/>
                  </a:cubicBezTo>
                  <a:cubicBezTo>
                    <a:pt x="34" y="23"/>
                    <a:pt x="29" y="20"/>
                    <a:pt x="27" y="20"/>
                  </a:cubicBezTo>
                  <a:close/>
                  <a:moveTo>
                    <a:pt x="53" y="30"/>
                  </a:moveTo>
                  <a:cubicBezTo>
                    <a:pt x="51" y="29"/>
                    <a:pt x="50" y="32"/>
                    <a:pt x="49" y="32"/>
                  </a:cubicBezTo>
                  <a:cubicBezTo>
                    <a:pt x="47" y="33"/>
                    <a:pt x="46" y="26"/>
                    <a:pt x="45" y="30"/>
                  </a:cubicBezTo>
                  <a:cubicBezTo>
                    <a:pt x="44" y="33"/>
                    <a:pt x="41" y="28"/>
                    <a:pt x="38" y="33"/>
                  </a:cubicBezTo>
                  <a:cubicBezTo>
                    <a:pt x="34" y="38"/>
                    <a:pt x="40" y="42"/>
                    <a:pt x="42" y="43"/>
                  </a:cubicBezTo>
                  <a:cubicBezTo>
                    <a:pt x="44" y="45"/>
                    <a:pt x="42" y="47"/>
                    <a:pt x="39" y="46"/>
                  </a:cubicBezTo>
                  <a:cubicBezTo>
                    <a:pt x="36" y="46"/>
                    <a:pt x="38" y="51"/>
                    <a:pt x="42" y="51"/>
                  </a:cubicBezTo>
                  <a:cubicBezTo>
                    <a:pt x="46" y="52"/>
                    <a:pt x="50" y="44"/>
                    <a:pt x="50" y="42"/>
                  </a:cubicBezTo>
                  <a:cubicBezTo>
                    <a:pt x="49" y="40"/>
                    <a:pt x="54" y="31"/>
                    <a:pt x="53" y="30"/>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8" name="Freeform 134"/>
            <p:cNvSpPr>
              <a:spLocks noEditPoints="1" noChangeArrowheads="1"/>
            </p:cNvSpPr>
            <p:nvPr/>
          </p:nvSpPr>
          <p:spPr bwMode="auto">
            <a:xfrm>
              <a:off x="3892563" y="657225"/>
              <a:ext cx="266701" cy="471488"/>
            </a:xfrm>
            <a:custGeom>
              <a:avLst/>
              <a:gdLst>
                <a:gd name="T0" fmla="*/ 137 w 140"/>
                <a:gd name="T1" fmla="*/ 53 h 247"/>
                <a:gd name="T2" fmla="*/ 135 w 140"/>
                <a:gd name="T3" fmla="*/ 33 h 247"/>
                <a:gd name="T4" fmla="*/ 118 w 140"/>
                <a:gd name="T5" fmla="*/ 12 h 247"/>
                <a:gd name="T6" fmla="*/ 98 w 140"/>
                <a:gd name="T7" fmla="*/ 11 h 247"/>
                <a:gd name="T8" fmla="*/ 79 w 140"/>
                <a:gd name="T9" fmla="*/ 11 h 247"/>
                <a:gd name="T10" fmla="*/ 68 w 140"/>
                <a:gd name="T11" fmla="*/ 23 h 247"/>
                <a:gd name="T12" fmla="*/ 56 w 140"/>
                <a:gd name="T13" fmla="*/ 37 h 247"/>
                <a:gd name="T14" fmla="*/ 47 w 140"/>
                <a:gd name="T15" fmla="*/ 51 h 247"/>
                <a:gd name="T16" fmla="*/ 37 w 140"/>
                <a:gd name="T17" fmla="*/ 60 h 247"/>
                <a:gd name="T18" fmla="*/ 29 w 140"/>
                <a:gd name="T19" fmla="*/ 85 h 247"/>
                <a:gd name="T20" fmla="*/ 31 w 140"/>
                <a:gd name="T21" fmla="*/ 97 h 247"/>
                <a:gd name="T22" fmla="*/ 12 w 140"/>
                <a:gd name="T23" fmla="*/ 105 h 247"/>
                <a:gd name="T24" fmla="*/ 11 w 140"/>
                <a:gd name="T25" fmla="*/ 127 h 247"/>
                <a:gd name="T26" fmla="*/ 18 w 140"/>
                <a:gd name="T27" fmla="*/ 146 h 247"/>
                <a:gd name="T28" fmla="*/ 15 w 140"/>
                <a:gd name="T29" fmla="*/ 157 h 247"/>
                <a:gd name="T30" fmla="*/ 8 w 140"/>
                <a:gd name="T31" fmla="*/ 171 h 247"/>
                <a:gd name="T32" fmla="*/ 3 w 140"/>
                <a:gd name="T33" fmla="*/ 187 h 247"/>
                <a:gd name="T34" fmla="*/ 0 w 140"/>
                <a:gd name="T35" fmla="*/ 188 h 247"/>
                <a:gd name="T36" fmla="*/ 9 w 140"/>
                <a:gd name="T37" fmla="*/ 211 h 247"/>
                <a:gd name="T38" fmla="*/ 17 w 140"/>
                <a:gd name="T39" fmla="*/ 230 h 247"/>
                <a:gd name="T40" fmla="*/ 20 w 140"/>
                <a:gd name="T41" fmla="*/ 244 h 247"/>
                <a:gd name="T42" fmla="*/ 33 w 140"/>
                <a:gd name="T43" fmla="*/ 238 h 247"/>
                <a:gd name="T44" fmla="*/ 46 w 140"/>
                <a:gd name="T45" fmla="*/ 233 h 247"/>
                <a:gd name="T46" fmla="*/ 57 w 140"/>
                <a:gd name="T47" fmla="*/ 230 h 247"/>
                <a:gd name="T48" fmla="*/ 59 w 140"/>
                <a:gd name="T49" fmla="*/ 220 h 247"/>
                <a:gd name="T50" fmla="*/ 61 w 140"/>
                <a:gd name="T51" fmla="*/ 196 h 247"/>
                <a:gd name="T52" fmla="*/ 77 w 140"/>
                <a:gd name="T53" fmla="*/ 179 h 247"/>
                <a:gd name="T54" fmla="*/ 73 w 140"/>
                <a:gd name="T55" fmla="*/ 158 h 247"/>
                <a:gd name="T56" fmla="*/ 64 w 140"/>
                <a:gd name="T57" fmla="*/ 144 h 247"/>
                <a:gd name="T58" fmla="*/ 71 w 140"/>
                <a:gd name="T59" fmla="*/ 124 h 247"/>
                <a:gd name="T60" fmla="*/ 84 w 140"/>
                <a:gd name="T61" fmla="*/ 110 h 247"/>
                <a:gd name="T62" fmla="*/ 112 w 140"/>
                <a:gd name="T63" fmla="*/ 91 h 247"/>
                <a:gd name="T64" fmla="*/ 115 w 140"/>
                <a:gd name="T65" fmla="*/ 71 h 247"/>
                <a:gd name="T66" fmla="*/ 134 w 140"/>
                <a:gd name="T67" fmla="*/ 64 h 247"/>
                <a:gd name="T68" fmla="*/ 139 w 140"/>
                <a:gd name="T69" fmla="*/ 58 h 247"/>
                <a:gd name="T70" fmla="*/ 75 w 140"/>
                <a:gd name="T71" fmla="*/ 220 h 2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0"/>
                <a:gd name="T109" fmla="*/ 0 h 247"/>
                <a:gd name="T110" fmla="*/ 140 w 140"/>
                <a:gd name="T111" fmla="*/ 247 h 2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0" h="247">
                  <a:moveTo>
                    <a:pt x="139" y="58"/>
                  </a:moveTo>
                  <a:cubicBezTo>
                    <a:pt x="137" y="57"/>
                    <a:pt x="134" y="53"/>
                    <a:pt x="137" y="53"/>
                  </a:cubicBezTo>
                  <a:cubicBezTo>
                    <a:pt x="139" y="53"/>
                    <a:pt x="140" y="44"/>
                    <a:pt x="137" y="43"/>
                  </a:cubicBezTo>
                  <a:cubicBezTo>
                    <a:pt x="134" y="41"/>
                    <a:pt x="137" y="34"/>
                    <a:pt x="135" y="33"/>
                  </a:cubicBezTo>
                  <a:cubicBezTo>
                    <a:pt x="132" y="31"/>
                    <a:pt x="134" y="26"/>
                    <a:pt x="134" y="22"/>
                  </a:cubicBezTo>
                  <a:cubicBezTo>
                    <a:pt x="135" y="18"/>
                    <a:pt x="124" y="15"/>
                    <a:pt x="118" y="12"/>
                  </a:cubicBezTo>
                  <a:cubicBezTo>
                    <a:pt x="112" y="10"/>
                    <a:pt x="109" y="5"/>
                    <a:pt x="105" y="3"/>
                  </a:cubicBezTo>
                  <a:cubicBezTo>
                    <a:pt x="100" y="0"/>
                    <a:pt x="98" y="7"/>
                    <a:pt x="98" y="11"/>
                  </a:cubicBezTo>
                  <a:cubicBezTo>
                    <a:pt x="98" y="16"/>
                    <a:pt x="94" y="16"/>
                    <a:pt x="91" y="13"/>
                  </a:cubicBezTo>
                  <a:cubicBezTo>
                    <a:pt x="87" y="11"/>
                    <a:pt x="84" y="13"/>
                    <a:pt x="79" y="11"/>
                  </a:cubicBezTo>
                  <a:cubicBezTo>
                    <a:pt x="74" y="9"/>
                    <a:pt x="76" y="16"/>
                    <a:pt x="76" y="19"/>
                  </a:cubicBezTo>
                  <a:cubicBezTo>
                    <a:pt x="76" y="23"/>
                    <a:pt x="71" y="23"/>
                    <a:pt x="68" y="23"/>
                  </a:cubicBezTo>
                  <a:cubicBezTo>
                    <a:pt x="64" y="23"/>
                    <a:pt x="59" y="25"/>
                    <a:pt x="59" y="29"/>
                  </a:cubicBezTo>
                  <a:cubicBezTo>
                    <a:pt x="59" y="33"/>
                    <a:pt x="54" y="35"/>
                    <a:pt x="56" y="37"/>
                  </a:cubicBezTo>
                  <a:cubicBezTo>
                    <a:pt x="57" y="39"/>
                    <a:pt x="55" y="41"/>
                    <a:pt x="53" y="43"/>
                  </a:cubicBezTo>
                  <a:cubicBezTo>
                    <a:pt x="51" y="44"/>
                    <a:pt x="49" y="50"/>
                    <a:pt x="47" y="51"/>
                  </a:cubicBezTo>
                  <a:cubicBezTo>
                    <a:pt x="46" y="53"/>
                    <a:pt x="48" y="56"/>
                    <a:pt x="45" y="58"/>
                  </a:cubicBezTo>
                  <a:cubicBezTo>
                    <a:pt x="42" y="60"/>
                    <a:pt x="38" y="58"/>
                    <a:pt x="37" y="60"/>
                  </a:cubicBezTo>
                  <a:cubicBezTo>
                    <a:pt x="35" y="62"/>
                    <a:pt x="37" y="65"/>
                    <a:pt x="36" y="70"/>
                  </a:cubicBezTo>
                  <a:cubicBezTo>
                    <a:pt x="36" y="75"/>
                    <a:pt x="32" y="80"/>
                    <a:pt x="29" y="85"/>
                  </a:cubicBezTo>
                  <a:cubicBezTo>
                    <a:pt x="25" y="89"/>
                    <a:pt x="30" y="90"/>
                    <a:pt x="31" y="91"/>
                  </a:cubicBezTo>
                  <a:cubicBezTo>
                    <a:pt x="33" y="91"/>
                    <a:pt x="33" y="94"/>
                    <a:pt x="31" y="97"/>
                  </a:cubicBezTo>
                  <a:cubicBezTo>
                    <a:pt x="30" y="100"/>
                    <a:pt x="26" y="98"/>
                    <a:pt x="24" y="97"/>
                  </a:cubicBezTo>
                  <a:cubicBezTo>
                    <a:pt x="22" y="97"/>
                    <a:pt x="16" y="100"/>
                    <a:pt x="12" y="105"/>
                  </a:cubicBezTo>
                  <a:cubicBezTo>
                    <a:pt x="9" y="110"/>
                    <a:pt x="10" y="114"/>
                    <a:pt x="11" y="116"/>
                  </a:cubicBezTo>
                  <a:cubicBezTo>
                    <a:pt x="12" y="119"/>
                    <a:pt x="9" y="122"/>
                    <a:pt x="11" y="127"/>
                  </a:cubicBezTo>
                  <a:cubicBezTo>
                    <a:pt x="14" y="133"/>
                    <a:pt x="10" y="134"/>
                    <a:pt x="11" y="138"/>
                  </a:cubicBezTo>
                  <a:cubicBezTo>
                    <a:pt x="11" y="142"/>
                    <a:pt x="18" y="142"/>
                    <a:pt x="18" y="146"/>
                  </a:cubicBezTo>
                  <a:cubicBezTo>
                    <a:pt x="19" y="151"/>
                    <a:pt x="16" y="152"/>
                    <a:pt x="14" y="152"/>
                  </a:cubicBezTo>
                  <a:cubicBezTo>
                    <a:pt x="12" y="152"/>
                    <a:pt x="12" y="156"/>
                    <a:pt x="15" y="157"/>
                  </a:cubicBezTo>
                  <a:cubicBezTo>
                    <a:pt x="17" y="159"/>
                    <a:pt x="16" y="166"/>
                    <a:pt x="15" y="168"/>
                  </a:cubicBezTo>
                  <a:cubicBezTo>
                    <a:pt x="14" y="170"/>
                    <a:pt x="7" y="168"/>
                    <a:pt x="8" y="171"/>
                  </a:cubicBezTo>
                  <a:cubicBezTo>
                    <a:pt x="8" y="174"/>
                    <a:pt x="6" y="178"/>
                    <a:pt x="6" y="180"/>
                  </a:cubicBezTo>
                  <a:cubicBezTo>
                    <a:pt x="6" y="182"/>
                    <a:pt x="6" y="189"/>
                    <a:pt x="3" y="187"/>
                  </a:cubicBezTo>
                  <a:cubicBezTo>
                    <a:pt x="3" y="187"/>
                    <a:pt x="1" y="187"/>
                    <a:pt x="0" y="187"/>
                  </a:cubicBezTo>
                  <a:cubicBezTo>
                    <a:pt x="0" y="187"/>
                    <a:pt x="0" y="188"/>
                    <a:pt x="0" y="188"/>
                  </a:cubicBezTo>
                  <a:cubicBezTo>
                    <a:pt x="0" y="192"/>
                    <a:pt x="1" y="196"/>
                    <a:pt x="5" y="199"/>
                  </a:cubicBezTo>
                  <a:cubicBezTo>
                    <a:pt x="9" y="202"/>
                    <a:pt x="6" y="207"/>
                    <a:pt x="9" y="211"/>
                  </a:cubicBezTo>
                  <a:cubicBezTo>
                    <a:pt x="12" y="215"/>
                    <a:pt x="11" y="218"/>
                    <a:pt x="15" y="221"/>
                  </a:cubicBezTo>
                  <a:cubicBezTo>
                    <a:pt x="18" y="224"/>
                    <a:pt x="18" y="226"/>
                    <a:pt x="17" y="230"/>
                  </a:cubicBezTo>
                  <a:cubicBezTo>
                    <a:pt x="15" y="234"/>
                    <a:pt x="20" y="233"/>
                    <a:pt x="20" y="235"/>
                  </a:cubicBezTo>
                  <a:cubicBezTo>
                    <a:pt x="20" y="237"/>
                    <a:pt x="19" y="242"/>
                    <a:pt x="20" y="244"/>
                  </a:cubicBezTo>
                  <a:cubicBezTo>
                    <a:pt x="21" y="247"/>
                    <a:pt x="24" y="244"/>
                    <a:pt x="29" y="244"/>
                  </a:cubicBezTo>
                  <a:cubicBezTo>
                    <a:pt x="34" y="244"/>
                    <a:pt x="33" y="241"/>
                    <a:pt x="33" y="238"/>
                  </a:cubicBezTo>
                  <a:cubicBezTo>
                    <a:pt x="33" y="234"/>
                    <a:pt x="36" y="236"/>
                    <a:pt x="37" y="234"/>
                  </a:cubicBezTo>
                  <a:cubicBezTo>
                    <a:pt x="37" y="232"/>
                    <a:pt x="42" y="231"/>
                    <a:pt x="46" y="233"/>
                  </a:cubicBezTo>
                  <a:cubicBezTo>
                    <a:pt x="50" y="235"/>
                    <a:pt x="52" y="232"/>
                    <a:pt x="53" y="228"/>
                  </a:cubicBezTo>
                  <a:cubicBezTo>
                    <a:pt x="53" y="224"/>
                    <a:pt x="55" y="229"/>
                    <a:pt x="57" y="230"/>
                  </a:cubicBezTo>
                  <a:cubicBezTo>
                    <a:pt x="58" y="230"/>
                    <a:pt x="61" y="223"/>
                    <a:pt x="63" y="219"/>
                  </a:cubicBezTo>
                  <a:cubicBezTo>
                    <a:pt x="65" y="214"/>
                    <a:pt x="63" y="215"/>
                    <a:pt x="59" y="220"/>
                  </a:cubicBezTo>
                  <a:cubicBezTo>
                    <a:pt x="55" y="224"/>
                    <a:pt x="57" y="215"/>
                    <a:pt x="59" y="212"/>
                  </a:cubicBezTo>
                  <a:cubicBezTo>
                    <a:pt x="60" y="208"/>
                    <a:pt x="60" y="198"/>
                    <a:pt x="61" y="196"/>
                  </a:cubicBezTo>
                  <a:cubicBezTo>
                    <a:pt x="61" y="193"/>
                    <a:pt x="62" y="190"/>
                    <a:pt x="67" y="189"/>
                  </a:cubicBezTo>
                  <a:cubicBezTo>
                    <a:pt x="72" y="188"/>
                    <a:pt x="78" y="182"/>
                    <a:pt x="77" y="179"/>
                  </a:cubicBezTo>
                  <a:cubicBezTo>
                    <a:pt x="76" y="177"/>
                    <a:pt x="84" y="173"/>
                    <a:pt x="84" y="170"/>
                  </a:cubicBezTo>
                  <a:cubicBezTo>
                    <a:pt x="84" y="168"/>
                    <a:pt x="76" y="160"/>
                    <a:pt x="73" y="158"/>
                  </a:cubicBezTo>
                  <a:cubicBezTo>
                    <a:pt x="70" y="157"/>
                    <a:pt x="65" y="158"/>
                    <a:pt x="65" y="156"/>
                  </a:cubicBezTo>
                  <a:cubicBezTo>
                    <a:pt x="66" y="154"/>
                    <a:pt x="64" y="147"/>
                    <a:pt x="64" y="144"/>
                  </a:cubicBezTo>
                  <a:cubicBezTo>
                    <a:pt x="63" y="140"/>
                    <a:pt x="68" y="136"/>
                    <a:pt x="68" y="133"/>
                  </a:cubicBezTo>
                  <a:cubicBezTo>
                    <a:pt x="68" y="129"/>
                    <a:pt x="68" y="125"/>
                    <a:pt x="71" y="124"/>
                  </a:cubicBezTo>
                  <a:cubicBezTo>
                    <a:pt x="74" y="123"/>
                    <a:pt x="72" y="120"/>
                    <a:pt x="76" y="119"/>
                  </a:cubicBezTo>
                  <a:cubicBezTo>
                    <a:pt x="80" y="118"/>
                    <a:pt x="80" y="112"/>
                    <a:pt x="84" y="110"/>
                  </a:cubicBezTo>
                  <a:cubicBezTo>
                    <a:pt x="89" y="108"/>
                    <a:pt x="89" y="107"/>
                    <a:pt x="95" y="104"/>
                  </a:cubicBezTo>
                  <a:cubicBezTo>
                    <a:pt x="101" y="101"/>
                    <a:pt x="110" y="94"/>
                    <a:pt x="112" y="91"/>
                  </a:cubicBezTo>
                  <a:cubicBezTo>
                    <a:pt x="114" y="87"/>
                    <a:pt x="106" y="84"/>
                    <a:pt x="111" y="80"/>
                  </a:cubicBezTo>
                  <a:cubicBezTo>
                    <a:pt x="116" y="76"/>
                    <a:pt x="112" y="72"/>
                    <a:pt x="115" y="71"/>
                  </a:cubicBezTo>
                  <a:cubicBezTo>
                    <a:pt x="119" y="69"/>
                    <a:pt x="120" y="68"/>
                    <a:pt x="123" y="65"/>
                  </a:cubicBezTo>
                  <a:cubicBezTo>
                    <a:pt x="125" y="62"/>
                    <a:pt x="128" y="65"/>
                    <a:pt x="134" y="64"/>
                  </a:cubicBezTo>
                  <a:cubicBezTo>
                    <a:pt x="137" y="63"/>
                    <a:pt x="139" y="63"/>
                    <a:pt x="140" y="64"/>
                  </a:cubicBezTo>
                  <a:cubicBezTo>
                    <a:pt x="140" y="61"/>
                    <a:pt x="140" y="59"/>
                    <a:pt x="139" y="58"/>
                  </a:cubicBezTo>
                  <a:close/>
                  <a:moveTo>
                    <a:pt x="83" y="205"/>
                  </a:moveTo>
                  <a:cubicBezTo>
                    <a:pt x="76" y="205"/>
                    <a:pt x="73" y="218"/>
                    <a:pt x="75" y="220"/>
                  </a:cubicBezTo>
                  <a:cubicBezTo>
                    <a:pt x="76" y="221"/>
                    <a:pt x="89" y="205"/>
                    <a:pt x="83" y="205"/>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9" name="Freeform 135"/>
            <p:cNvSpPr>
              <a:spLocks noEditPoints="1" noChangeArrowheads="1"/>
            </p:cNvSpPr>
            <p:nvPr/>
          </p:nvSpPr>
          <p:spPr bwMode="auto">
            <a:xfrm>
              <a:off x="4111639" y="989012"/>
              <a:ext cx="136526" cy="66675"/>
            </a:xfrm>
            <a:custGeom>
              <a:avLst/>
              <a:gdLst>
                <a:gd name="T0" fmla="*/ 66 w 71"/>
                <a:gd name="T1" fmla="*/ 10 h 35"/>
                <a:gd name="T2" fmla="*/ 69 w 71"/>
                <a:gd name="T3" fmla="*/ 2 h 35"/>
                <a:gd name="T4" fmla="*/ 66 w 71"/>
                <a:gd name="T5" fmla="*/ 4 h 35"/>
                <a:gd name="T6" fmla="*/ 45 w 71"/>
                <a:gd name="T7" fmla="*/ 1 h 35"/>
                <a:gd name="T8" fmla="*/ 24 w 71"/>
                <a:gd name="T9" fmla="*/ 6 h 35"/>
                <a:gd name="T10" fmla="*/ 17 w 71"/>
                <a:gd name="T11" fmla="*/ 12 h 35"/>
                <a:gd name="T12" fmla="*/ 19 w 71"/>
                <a:gd name="T13" fmla="*/ 19 h 35"/>
                <a:gd name="T14" fmla="*/ 26 w 71"/>
                <a:gd name="T15" fmla="*/ 23 h 35"/>
                <a:gd name="T16" fmla="*/ 28 w 71"/>
                <a:gd name="T17" fmla="*/ 28 h 35"/>
                <a:gd name="T18" fmla="*/ 28 w 71"/>
                <a:gd name="T19" fmla="*/ 28 h 35"/>
                <a:gd name="T20" fmla="*/ 40 w 71"/>
                <a:gd name="T21" fmla="*/ 28 h 35"/>
                <a:gd name="T22" fmla="*/ 52 w 71"/>
                <a:gd name="T23" fmla="*/ 34 h 35"/>
                <a:gd name="T24" fmla="*/ 62 w 71"/>
                <a:gd name="T25" fmla="*/ 35 h 35"/>
                <a:gd name="T26" fmla="*/ 63 w 71"/>
                <a:gd name="T27" fmla="*/ 32 h 35"/>
                <a:gd name="T28" fmla="*/ 66 w 71"/>
                <a:gd name="T29" fmla="*/ 28 h 35"/>
                <a:gd name="T30" fmla="*/ 63 w 71"/>
                <a:gd name="T31" fmla="*/ 22 h 35"/>
                <a:gd name="T32" fmla="*/ 63 w 71"/>
                <a:gd name="T33" fmla="*/ 16 h 35"/>
                <a:gd name="T34" fmla="*/ 66 w 71"/>
                <a:gd name="T35" fmla="*/ 10 h 35"/>
                <a:gd name="T36" fmla="*/ 7 w 71"/>
                <a:gd name="T37" fmla="*/ 18 h 35"/>
                <a:gd name="T38" fmla="*/ 3 w 71"/>
                <a:gd name="T39" fmla="*/ 28 h 35"/>
                <a:gd name="T40" fmla="*/ 15 w 71"/>
                <a:gd name="T41" fmla="*/ 20 h 35"/>
                <a:gd name="T42" fmla="*/ 7 w 71"/>
                <a:gd name="T43" fmla="*/ 18 h 35"/>
                <a:gd name="T44" fmla="*/ 12 w 71"/>
                <a:gd name="T45" fmla="*/ 13 h 35"/>
                <a:gd name="T46" fmla="*/ 5 w 71"/>
                <a:gd name="T47" fmla="*/ 14 h 35"/>
                <a:gd name="T48" fmla="*/ 12 w 71"/>
                <a:gd name="T49" fmla="*/ 13 h 3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1"/>
                <a:gd name="T76" fmla="*/ 0 h 35"/>
                <a:gd name="T77" fmla="*/ 71 w 71"/>
                <a:gd name="T78" fmla="*/ 35 h 3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1" h="35">
                  <a:moveTo>
                    <a:pt x="66" y="10"/>
                  </a:moveTo>
                  <a:cubicBezTo>
                    <a:pt x="68" y="7"/>
                    <a:pt x="71" y="6"/>
                    <a:pt x="69" y="2"/>
                  </a:cubicBezTo>
                  <a:cubicBezTo>
                    <a:pt x="68" y="3"/>
                    <a:pt x="67" y="3"/>
                    <a:pt x="66" y="4"/>
                  </a:cubicBezTo>
                  <a:cubicBezTo>
                    <a:pt x="61" y="5"/>
                    <a:pt x="51" y="0"/>
                    <a:pt x="45" y="1"/>
                  </a:cubicBezTo>
                  <a:cubicBezTo>
                    <a:pt x="39" y="3"/>
                    <a:pt x="27" y="3"/>
                    <a:pt x="24" y="6"/>
                  </a:cubicBezTo>
                  <a:cubicBezTo>
                    <a:pt x="21" y="9"/>
                    <a:pt x="14" y="9"/>
                    <a:pt x="17" y="12"/>
                  </a:cubicBezTo>
                  <a:cubicBezTo>
                    <a:pt x="20" y="15"/>
                    <a:pt x="17" y="16"/>
                    <a:pt x="19" y="19"/>
                  </a:cubicBezTo>
                  <a:cubicBezTo>
                    <a:pt x="22" y="22"/>
                    <a:pt x="23" y="24"/>
                    <a:pt x="26" y="23"/>
                  </a:cubicBezTo>
                  <a:cubicBezTo>
                    <a:pt x="29" y="22"/>
                    <a:pt x="32" y="24"/>
                    <a:pt x="28" y="28"/>
                  </a:cubicBezTo>
                  <a:cubicBezTo>
                    <a:pt x="28" y="28"/>
                    <a:pt x="28" y="28"/>
                    <a:pt x="28" y="28"/>
                  </a:cubicBezTo>
                  <a:cubicBezTo>
                    <a:pt x="34" y="27"/>
                    <a:pt x="39" y="27"/>
                    <a:pt x="40" y="28"/>
                  </a:cubicBezTo>
                  <a:cubicBezTo>
                    <a:pt x="42" y="29"/>
                    <a:pt x="50" y="35"/>
                    <a:pt x="52" y="34"/>
                  </a:cubicBezTo>
                  <a:cubicBezTo>
                    <a:pt x="53" y="34"/>
                    <a:pt x="58" y="34"/>
                    <a:pt x="62" y="35"/>
                  </a:cubicBezTo>
                  <a:cubicBezTo>
                    <a:pt x="62" y="34"/>
                    <a:pt x="62" y="32"/>
                    <a:pt x="63" y="32"/>
                  </a:cubicBezTo>
                  <a:cubicBezTo>
                    <a:pt x="64" y="31"/>
                    <a:pt x="68" y="31"/>
                    <a:pt x="66" y="28"/>
                  </a:cubicBezTo>
                  <a:cubicBezTo>
                    <a:pt x="64" y="26"/>
                    <a:pt x="64" y="25"/>
                    <a:pt x="63" y="22"/>
                  </a:cubicBezTo>
                  <a:cubicBezTo>
                    <a:pt x="63" y="19"/>
                    <a:pt x="62" y="18"/>
                    <a:pt x="63" y="16"/>
                  </a:cubicBezTo>
                  <a:cubicBezTo>
                    <a:pt x="63" y="14"/>
                    <a:pt x="65" y="13"/>
                    <a:pt x="66" y="10"/>
                  </a:cubicBezTo>
                  <a:close/>
                  <a:moveTo>
                    <a:pt x="7" y="18"/>
                  </a:moveTo>
                  <a:cubicBezTo>
                    <a:pt x="1" y="20"/>
                    <a:pt x="0" y="28"/>
                    <a:pt x="3" y="28"/>
                  </a:cubicBezTo>
                  <a:cubicBezTo>
                    <a:pt x="6" y="28"/>
                    <a:pt x="13" y="22"/>
                    <a:pt x="15" y="20"/>
                  </a:cubicBezTo>
                  <a:cubicBezTo>
                    <a:pt x="16" y="18"/>
                    <a:pt x="13" y="16"/>
                    <a:pt x="7" y="18"/>
                  </a:cubicBezTo>
                  <a:close/>
                  <a:moveTo>
                    <a:pt x="12" y="13"/>
                  </a:moveTo>
                  <a:cubicBezTo>
                    <a:pt x="14" y="11"/>
                    <a:pt x="3" y="12"/>
                    <a:pt x="5" y="14"/>
                  </a:cubicBezTo>
                  <a:cubicBezTo>
                    <a:pt x="7" y="16"/>
                    <a:pt x="11" y="16"/>
                    <a:pt x="12" y="13"/>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0" name="Freeform 136"/>
            <p:cNvSpPr>
              <a:spLocks noChangeArrowheads="1"/>
            </p:cNvSpPr>
            <p:nvPr/>
          </p:nvSpPr>
          <p:spPr bwMode="auto">
            <a:xfrm>
              <a:off x="4362464" y="2362203"/>
              <a:ext cx="173039" cy="211138"/>
            </a:xfrm>
            <a:custGeom>
              <a:avLst/>
              <a:gdLst>
                <a:gd name="T0" fmla="*/ 80 w 91"/>
                <a:gd name="T1" fmla="*/ 25 h 110"/>
                <a:gd name="T2" fmla="*/ 85 w 91"/>
                <a:gd name="T3" fmla="*/ 17 h 110"/>
                <a:gd name="T4" fmla="*/ 91 w 91"/>
                <a:gd name="T5" fmla="*/ 9 h 110"/>
                <a:gd name="T6" fmla="*/ 85 w 91"/>
                <a:gd name="T7" fmla="*/ 11 h 110"/>
                <a:gd name="T8" fmla="*/ 80 w 91"/>
                <a:gd name="T9" fmla="*/ 8 h 110"/>
                <a:gd name="T10" fmla="*/ 70 w 91"/>
                <a:gd name="T11" fmla="*/ 10 h 110"/>
                <a:gd name="T12" fmla="*/ 62 w 91"/>
                <a:gd name="T13" fmla="*/ 16 h 110"/>
                <a:gd name="T14" fmla="*/ 49 w 91"/>
                <a:gd name="T15" fmla="*/ 14 h 110"/>
                <a:gd name="T16" fmla="*/ 36 w 91"/>
                <a:gd name="T17" fmla="*/ 7 h 110"/>
                <a:gd name="T18" fmla="*/ 25 w 91"/>
                <a:gd name="T19" fmla="*/ 4 h 110"/>
                <a:gd name="T20" fmla="*/ 18 w 91"/>
                <a:gd name="T21" fmla="*/ 1 h 110"/>
                <a:gd name="T22" fmla="*/ 12 w 91"/>
                <a:gd name="T23" fmla="*/ 0 h 110"/>
                <a:gd name="T24" fmla="*/ 3 w 91"/>
                <a:gd name="T25" fmla="*/ 6 h 110"/>
                <a:gd name="T26" fmla="*/ 1 w 91"/>
                <a:gd name="T27" fmla="*/ 8 h 110"/>
                <a:gd name="T28" fmla="*/ 6 w 91"/>
                <a:gd name="T29" fmla="*/ 13 h 110"/>
                <a:gd name="T30" fmla="*/ 7 w 91"/>
                <a:gd name="T31" fmla="*/ 21 h 110"/>
                <a:gd name="T32" fmla="*/ 12 w 91"/>
                <a:gd name="T33" fmla="*/ 25 h 110"/>
                <a:gd name="T34" fmla="*/ 11 w 91"/>
                <a:gd name="T35" fmla="*/ 34 h 110"/>
                <a:gd name="T36" fmla="*/ 4 w 91"/>
                <a:gd name="T37" fmla="*/ 47 h 110"/>
                <a:gd name="T38" fmla="*/ 1 w 91"/>
                <a:gd name="T39" fmla="*/ 54 h 110"/>
                <a:gd name="T40" fmla="*/ 8 w 91"/>
                <a:gd name="T41" fmla="*/ 59 h 110"/>
                <a:gd name="T42" fmla="*/ 0 w 91"/>
                <a:gd name="T43" fmla="*/ 66 h 110"/>
                <a:gd name="T44" fmla="*/ 0 w 91"/>
                <a:gd name="T45" fmla="*/ 67 h 110"/>
                <a:gd name="T46" fmla="*/ 43 w 91"/>
                <a:gd name="T47" fmla="*/ 90 h 110"/>
                <a:gd name="T48" fmla="*/ 42 w 91"/>
                <a:gd name="T49" fmla="*/ 96 h 110"/>
                <a:gd name="T50" fmla="*/ 61 w 91"/>
                <a:gd name="T51" fmla="*/ 110 h 110"/>
                <a:gd name="T52" fmla="*/ 72 w 91"/>
                <a:gd name="T53" fmla="*/ 85 h 110"/>
                <a:gd name="T54" fmla="*/ 79 w 91"/>
                <a:gd name="T55" fmla="*/ 80 h 110"/>
                <a:gd name="T56" fmla="*/ 85 w 91"/>
                <a:gd name="T57" fmla="*/ 76 h 110"/>
                <a:gd name="T58" fmla="*/ 86 w 91"/>
                <a:gd name="T59" fmla="*/ 74 h 110"/>
                <a:gd name="T60" fmla="*/ 81 w 91"/>
                <a:gd name="T61" fmla="*/ 65 h 110"/>
                <a:gd name="T62" fmla="*/ 80 w 91"/>
                <a:gd name="T63" fmla="*/ 25 h 11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1"/>
                <a:gd name="T97" fmla="*/ 0 h 110"/>
                <a:gd name="T98" fmla="*/ 91 w 91"/>
                <a:gd name="T99" fmla="*/ 110 h 11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1" h="110">
                  <a:moveTo>
                    <a:pt x="80" y="25"/>
                  </a:moveTo>
                  <a:cubicBezTo>
                    <a:pt x="85" y="17"/>
                    <a:pt x="85" y="17"/>
                    <a:pt x="85" y="17"/>
                  </a:cubicBezTo>
                  <a:cubicBezTo>
                    <a:pt x="91" y="9"/>
                    <a:pt x="91" y="9"/>
                    <a:pt x="91" y="9"/>
                  </a:cubicBezTo>
                  <a:cubicBezTo>
                    <a:pt x="88" y="10"/>
                    <a:pt x="86" y="10"/>
                    <a:pt x="85" y="11"/>
                  </a:cubicBezTo>
                  <a:cubicBezTo>
                    <a:pt x="83" y="12"/>
                    <a:pt x="80" y="10"/>
                    <a:pt x="80" y="8"/>
                  </a:cubicBezTo>
                  <a:cubicBezTo>
                    <a:pt x="79" y="7"/>
                    <a:pt x="74" y="8"/>
                    <a:pt x="70" y="10"/>
                  </a:cubicBezTo>
                  <a:cubicBezTo>
                    <a:pt x="66" y="13"/>
                    <a:pt x="64" y="17"/>
                    <a:pt x="62" y="16"/>
                  </a:cubicBezTo>
                  <a:cubicBezTo>
                    <a:pt x="61" y="15"/>
                    <a:pt x="52" y="14"/>
                    <a:pt x="49" y="14"/>
                  </a:cubicBezTo>
                  <a:cubicBezTo>
                    <a:pt x="47" y="14"/>
                    <a:pt x="39" y="9"/>
                    <a:pt x="36" y="7"/>
                  </a:cubicBezTo>
                  <a:cubicBezTo>
                    <a:pt x="34" y="4"/>
                    <a:pt x="27" y="5"/>
                    <a:pt x="25" y="4"/>
                  </a:cubicBezTo>
                  <a:cubicBezTo>
                    <a:pt x="23" y="3"/>
                    <a:pt x="20" y="3"/>
                    <a:pt x="18" y="1"/>
                  </a:cubicBezTo>
                  <a:cubicBezTo>
                    <a:pt x="17" y="0"/>
                    <a:pt x="14" y="0"/>
                    <a:pt x="12" y="0"/>
                  </a:cubicBezTo>
                  <a:cubicBezTo>
                    <a:pt x="9" y="1"/>
                    <a:pt x="3" y="4"/>
                    <a:pt x="3" y="6"/>
                  </a:cubicBezTo>
                  <a:cubicBezTo>
                    <a:pt x="2" y="7"/>
                    <a:pt x="2" y="8"/>
                    <a:pt x="1" y="8"/>
                  </a:cubicBezTo>
                  <a:cubicBezTo>
                    <a:pt x="6" y="13"/>
                    <a:pt x="6" y="13"/>
                    <a:pt x="6" y="13"/>
                  </a:cubicBezTo>
                  <a:cubicBezTo>
                    <a:pt x="7" y="21"/>
                    <a:pt x="7" y="21"/>
                    <a:pt x="7" y="21"/>
                  </a:cubicBezTo>
                  <a:cubicBezTo>
                    <a:pt x="12" y="25"/>
                    <a:pt x="12" y="25"/>
                    <a:pt x="12" y="25"/>
                  </a:cubicBezTo>
                  <a:cubicBezTo>
                    <a:pt x="12" y="25"/>
                    <a:pt x="12" y="30"/>
                    <a:pt x="11" y="34"/>
                  </a:cubicBezTo>
                  <a:cubicBezTo>
                    <a:pt x="11" y="39"/>
                    <a:pt x="7" y="45"/>
                    <a:pt x="4" y="47"/>
                  </a:cubicBezTo>
                  <a:cubicBezTo>
                    <a:pt x="3" y="48"/>
                    <a:pt x="2" y="51"/>
                    <a:pt x="1" y="54"/>
                  </a:cubicBezTo>
                  <a:cubicBezTo>
                    <a:pt x="5" y="56"/>
                    <a:pt x="8" y="57"/>
                    <a:pt x="8" y="59"/>
                  </a:cubicBezTo>
                  <a:cubicBezTo>
                    <a:pt x="8" y="61"/>
                    <a:pt x="0" y="60"/>
                    <a:pt x="0" y="66"/>
                  </a:cubicBezTo>
                  <a:cubicBezTo>
                    <a:pt x="0" y="66"/>
                    <a:pt x="0" y="67"/>
                    <a:pt x="0" y="67"/>
                  </a:cubicBezTo>
                  <a:cubicBezTo>
                    <a:pt x="43" y="90"/>
                    <a:pt x="43" y="90"/>
                    <a:pt x="43" y="90"/>
                  </a:cubicBezTo>
                  <a:cubicBezTo>
                    <a:pt x="42" y="96"/>
                    <a:pt x="42" y="96"/>
                    <a:pt x="42" y="96"/>
                  </a:cubicBezTo>
                  <a:cubicBezTo>
                    <a:pt x="42" y="96"/>
                    <a:pt x="52" y="103"/>
                    <a:pt x="61" y="110"/>
                  </a:cubicBezTo>
                  <a:cubicBezTo>
                    <a:pt x="65" y="99"/>
                    <a:pt x="71" y="88"/>
                    <a:pt x="72" y="85"/>
                  </a:cubicBezTo>
                  <a:cubicBezTo>
                    <a:pt x="75" y="82"/>
                    <a:pt x="77" y="82"/>
                    <a:pt x="79" y="80"/>
                  </a:cubicBezTo>
                  <a:cubicBezTo>
                    <a:pt x="81" y="77"/>
                    <a:pt x="82" y="81"/>
                    <a:pt x="85" y="76"/>
                  </a:cubicBezTo>
                  <a:cubicBezTo>
                    <a:pt x="86" y="75"/>
                    <a:pt x="86" y="75"/>
                    <a:pt x="86" y="74"/>
                  </a:cubicBezTo>
                  <a:cubicBezTo>
                    <a:pt x="81" y="65"/>
                    <a:pt x="81" y="65"/>
                    <a:pt x="81" y="65"/>
                  </a:cubicBezTo>
                  <a:lnTo>
                    <a:pt x="80" y="25"/>
                  </a:ln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1" name="Freeform 137"/>
            <p:cNvSpPr>
              <a:spLocks noChangeArrowheads="1"/>
            </p:cNvSpPr>
            <p:nvPr/>
          </p:nvSpPr>
          <p:spPr bwMode="auto">
            <a:xfrm>
              <a:off x="4267214" y="2378078"/>
              <a:ext cx="117475" cy="122238"/>
            </a:xfrm>
            <a:custGeom>
              <a:avLst/>
              <a:gdLst>
                <a:gd name="T0" fmla="*/ 57 w 62"/>
                <a:gd name="T1" fmla="*/ 13 h 64"/>
                <a:gd name="T2" fmla="*/ 56 w 62"/>
                <a:gd name="T3" fmla="*/ 5 h 64"/>
                <a:gd name="T4" fmla="*/ 51 w 62"/>
                <a:gd name="T5" fmla="*/ 0 h 64"/>
                <a:gd name="T6" fmla="*/ 47 w 62"/>
                <a:gd name="T7" fmla="*/ 4 h 64"/>
                <a:gd name="T8" fmla="*/ 40 w 62"/>
                <a:gd name="T9" fmla="*/ 4 h 64"/>
                <a:gd name="T10" fmla="*/ 32 w 62"/>
                <a:gd name="T11" fmla="*/ 7 h 64"/>
                <a:gd name="T12" fmla="*/ 25 w 62"/>
                <a:gd name="T13" fmla="*/ 5 h 64"/>
                <a:gd name="T14" fmla="*/ 17 w 62"/>
                <a:gd name="T15" fmla="*/ 7 h 64"/>
                <a:gd name="T16" fmla="*/ 16 w 62"/>
                <a:gd name="T17" fmla="*/ 17 h 64"/>
                <a:gd name="T18" fmla="*/ 19 w 62"/>
                <a:gd name="T19" fmla="*/ 22 h 64"/>
                <a:gd name="T20" fmla="*/ 16 w 62"/>
                <a:gd name="T21" fmla="*/ 28 h 64"/>
                <a:gd name="T22" fmla="*/ 11 w 62"/>
                <a:gd name="T23" fmla="*/ 31 h 64"/>
                <a:gd name="T24" fmla="*/ 7 w 62"/>
                <a:gd name="T25" fmla="*/ 38 h 64"/>
                <a:gd name="T26" fmla="*/ 4 w 62"/>
                <a:gd name="T27" fmla="*/ 46 h 64"/>
                <a:gd name="T28" fmla="*/ 2 w 62"/>
                <a:gd name="T29" fmla="*/ 55 h 64"/>
                <a:gd name="T30" fmla="*/ 0 w 62"/>
                <a:gd name="T31" fmla="*/ 63 h 64"/>
                <a:gd name="T32" fmla="*/ 6 w 62"/>
                <a:gd name="T33" fmla="*/ 62 h 64"/>
                <a:gd name="T34" fmla="*/ 18 w 62"/>
                <a:gd name="T35" fmla="*/ 59 h 64"/>
                <a:gd name="T36" fmla="*/ 27 w 62"/>
                <a:gd name="T37" fmla="*/ 58 h 64"/>
                <a:gd name="T38" fmla="*/ 36 w 62"/>
                <a:gd name="T39" fmla="*/ 46 h 64"/>
                <a:gd name="T40" fmla="*/ 51 w 62"/>
                <a:gd name="T41" fmla="*/ 46 h 64"/>
                <a:gd name="T42" fmla="*/ 54 w 62"/>
                <a:gd name="T43" fmla="*/ 39 h 64"/>
                <a:gd name="T44" fmla="*/ 61 w 62"/>
                <a:gd name="T45" fmla="*/ 26 h 64"/>
                <a:gd name="T46" fmla="*/ 62 w 62"/>
                <a:gd name="T47" fmla="*/ 17 h 64"/>
                <a:gd name="T48" fmla="*/ 57 w 62"/>
                <a:gd name="T49" fmla="*/ 13 h 6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2"/>
                <a:gd name="T76" fmla="*/ 0 h 64"/>
                <a:gd name="T77" fmla="*/ 62 w 62"/>
                <a:gd name="T78" fmla="*/ 64 h 6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2" h="64">
                  <a:moveTo>
                    <a:pt x="57" y="13"/>
                  </a:moveTo>
                  <a:cubicBezTo>
                    <a:pt x="56" y="5"/>
                    <a:pt x="56" y="5"/>
                    <a:pt x="56" y="5"/>
                  </a:cubicBezTo>
                  <a:cubicBezTo>
                    <a:pt x="51" y="0"/>
                    <a:pt x="51" y="0"/>
                    <a:pt x="51" y="0"/>
                  </a:cubicBezTo>
                  <a:cubicBezTo>
                    <a:pt x="50" y="1"/>
                    <a:pt x="48" y="3"/>
                    <a:pt x="47" y="4"/>
                  </a:cubicBezTo>
                  <a:cubicBezTo>
                    <a:pt x="47" y="6"/>
                    <a:pt x="42" y="5"/>
                    <a:pt x="40" y="4"/>
                  </a:cubicBezTo>
                  <a:cubicBezTo>
                    <a:pt x="38" y="3"/>
                    <a:pt x="33" y="6"/>
                    <a:pt x="32" y="7"/>
                  </a:cubicBezTo>
                  <a:cubicBezTo>
                    <a:pt x="31" y="9"/>
                    <a:pt x="28" y="4"/>
                    <a:pt x="25" y="5"/>
                  </a:cubicBezTo>
                  <a:cubicBezTo>
                    <a:pt x="23" y="5"/>
                    <a:pt x="17" y="7"/>
                    <a:pt x="17" y="7"/>
                  </a:cubicBezTo>
                  <a:cubicBezTo>
                    <a:pt x="17" y="7"/>
                    <a:pt x="16" y="14"/>
                    <a:pt x="16" y="17"/>
                  </a:cubicBezTo>
                  <a:cubicBezTo>
                    <a:pt x="16" y="20"/>
                    <a:pt x="19" y="20"/>
                    <a:pt x="19" y="22"/>
                  </a:cubicBezTo>
                  <a:cubicBezTo>
                    <a:pt x="19" y="25"/>
                    <a:pt x="16" y="27"/>
                    <a:pt x="16" y="28"/>
                  </a:cubicBezTo>
                  <a:cubicBezTo>
                    <a:pt x="16" y="30"/>
                    <a:pt x="14" y="31"/>
                    <a:pt x="11" y="31"/>
                  </a:cubicBezTo>
                  <a:cubicBezTo>
                    <a:pt x="9" y="32"/>
                    <a:pt x="9" y="36"/>
                    <a:pt x="7" y="38"/>
                  </a:cubicBezTo>
                  <a:cubicBezTo>
                    <a:pt x="5" y="39"/>
                    <a:pt x="6" y="43"/>
                    <a:pt x="4" y="46"/>
                  </a:cubicBezTo>
                  <a:cubicBezTo>
                    <a:pt x="3" y="48"/>
                    <a:pt x="2" y="52"/>
                    <a:pt x="2" y="55"/>
                  </a:cubicBezTo>
                  <a:cubicBezTo>
                    <a:pt x="2" y="58"/>
                    <a:pt x="2" y="62"/>
                    <a:pt x="0" y="63"/>
                  </a:cubicBezTo>
                  <a:cubicBezTo>
                    <a:pt x="4" y="64"/>
                    <a:pt x="5" y="63"/>
                    <a:pt x="6" y="62"/>
                  </a:cubicBezTo>
                  <a:cubicBezTo>
                    <a:pt x="8" y="61"/>
                    <a:pt x="18" y="59"/>
                    <a:pt x="18" y="59"/>
                  </a:cubicBezTo>
                  <a:cubicBezTo>
                    <a:pt x="27" y="58"/>
                    <a:pt x="27" y="58"/>
                    <a:pt x="27" y="58"/>
                  </a:cubicBezTo>
                  <a:cubicBezTo>
                    <a:pt x="29" y="52"/>
                    <a:pt x="32" y="47"/>
                    <a:pt x="36" y="46"/>
                  </a:cubicBezTo>
                  <a:cubicBezTo>
                    <a:pt x="40" y="45"/>
                    <a:pt x="46" y="45"/>
                    <a:pt x="51" y="46"/>
                  </a:cubicBezTo>
                  <a:cubicBezTo>
                    <a:pt x="52" y="43"/>
                    <a:pt x="53" y="40"/>
                    <a:pt x="54" y="39"/>
                  </a:cubicBezTo>
                  <a:cubicBezTo>
                    <a:pt x="57" y="37"/>
                    <a:pt x="61" y="31"/>
                    <a:pt x="61" y="26"/>
                  </a:cubicBezTo>
                  <a:cubicBezTo>
                    <a:pt x="62" y="22"/>
                    <a:pt x="62" y="17"/>
                    <a:pt x="62" y="17"/>
                  </a:cubicBezTo>
                  <a:lnTo>
                    <a:pt x="57" y="13"/>
                  </a:ln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2" name="Freeform 138"/>
            <p:cNvSpPr>
              <a:spLocks noChangeArrowheads="1"/>
            </p:cNvSpPr>
            <p:nvPr/>
          </p:nvSpPr>
          <p:spPr bwMode="auto">
            <a:xfrm>
              <a:off x="4848241" y="1408113"/>
              <a:ext cx="382589" cy="220663"/>
            </a:xfrm>
            <a:custGeom>
              <a:avLst/>
              <a:gdLst>
                <a:gd name="T0" fmla="*/ 194 w 200"/>
                <a:gd name="T1" fmla="*/ 65 h 116"/>
                <a:gd name="T2" fmla="*/ 179 w 200"/>
                <a:gd name="T3" fmla="*/ 58 h 116"/>
                <a:gd name="T4" fmla="*/ 170 w 200"/>
                <a:gd name="T5" fmla="*/ 59 h 116"/>
                <a:gd name="T6" fmla="*/ 159 w 200"/>
                <a:gd name="T7" fmla="*/ 55 h 116"/>
                <a:gd name="T8" fmla="*/ 148 w 200"/>
                <a:gd name="T9" fmla="*/ 64 h 116"/>
                <a:gd name="T10" fmla="*/ 142 w 200"/>
                <a:gd name="T11" fmla="*/ 66 h 116"/>
                <a:gd name="T12" fmla="*/ 133 w 200"/>
                <a:gd name="T13" fmla="*/ 60 h 116"/>
                <a:gd name="T14" fmla="*/ 123 w 200"/>
                <a:gd name="T15" fmla="*/ 58 h 116"/>
                <a:gd name="T16" fmla="*/ 117 w 200"/>
                <a:gd name="T17" fmla="*/ 46 h 116"/>
                <a:gd name="T18" fmla="*/ 114 w 200"/>
                <a:gd name="T19" fmla="*/ 35 h 116"/>
                <a:gd name="T20" fmla="*/ 105 w 200"/>
                <a:gd name="T21" fmla="*/ 29 h 116"/>
                <a:gd name="T22" fmla="*/ 83 w 200"/>
                <a:gd name="T23" fmla="*/ 28 h 116"/>
                <a:gd name="T24" fmla="*/ 68 w 200"/>
                <a:gd name="T25" fmla="*/ 29 h 116"/>
                <a:gd name="T26" fmla="*/ 55 w 200"/>
                <a:gd name="T27" fmla="*/ 14 h 116"/>
                <a:gd name="T28" fmla="*/ 51 w 200"/>
                <a:gd name="T29" fmla="*/ 19 h 116"/>
                <a:gd name="T30" fmla="*/ 38 w 200"/>
                <a:gd name="T31" fmla="*/ 17 h 116"/>
                <a:gd name="T32" fmla="*/ 36 w 200"/>
                <a:gd name="T33" fmla="*/ 1 h 116"/>
                <a:gd name="T34" fmla="*/ 32 w 200"/>
                <a:gd name="T35" fmla="*/ 17 h 116"/>
                <a:gd name="T36" fmla="*/ 30 w 200"/>
                <a:gd name="T37" fmla="*/ 0 h 116"/>
                <a:gd name="T38" fmla="*/ 2 w 200"/>
                <a:gd name="T39" fmla="*/ 7 h 116"/>
                <a:gd name="T40" fmla="*/ 0 w 200"/>
                <a:gd name="T41" fmla="*/ 57 h 116"/>
                <a:gd name="T42" fmla="*/ 0 w 200"/>
                <a:gd name="T43" fmla="*/ 57 h 116"/>
                <a:gd name="T44" fmla="*/ 8 w 200"/>
                <a:gd name="T45" fmla="*/ 59 h 116"/>
                <a:gd name="T46" fmla="*/ 12 w 200"/>
                <a:gd name="T47" fmla="*/ 54 h 116"/>
                <a:gd name="T48" fmla="*/ 20 w 200"/>
                <a:gd name="T49" fmla="*/ 48 h 116"/>
                <a:gd name="T50" fmla="*/ 24 w 200"/>
                <a:gd name="T51" fmla="*/ 44 h 116"/>
                <a:gd name="T52" fmla="*/ 29 w 200"/>
                <a:gd name="T53" fmla="*/ 41 h 116"/>
                <a:gd name="T54" fmla="*/ 37 w 200"/>
                <a:gd name="T55" fmla="*/ 43 h 116"/>
                <a:gd name="T56" fmla="*/ 45 w 200"/>
                <a:gd name="T57" fmla="*/ 46 h 116"/>
                <a:gd name="T58" fmla="*/ 49 w 200"/>
                <a:gd name="T59" fmla="*/ 58 h 116"/>
                <a:gd name="T60" fmla="*/ 66 w 200"/>
                <a:gd name="T61" fmla="*/ 60 h 116"/>
                <a:gd name="T62" fmla="*/ 71 w 200"/>
                <a:gd name="T63" fmla="*/ 68 h 116"/>
                <a:gd name="T64" fmla="*/ 76 w 200"/>
                <a:gd name="T65" fmla="*/ 77 h 116"/>
                <a:gd name="T66" fmla="*/ 87 w 200"/>
                <a:gd name="T67" fmla="*/ 85 h 116"/>
                <a:gd name="T68" fmla="*/ 100 w 200"/>
                <a:gd name="T69" fmla="*/ 93 h 116"/>
                <a:gd name="T70" fmla="*/ 112 w 200"/>
                <a:gd name="T71" fmla="*/ 101 h 116"/>
                <a:gd name="T72" fmla="*/ 122 w 200"/>
                <a:gd name="T73" fmla="*/ 104 h 116"/>
                <a:gd name="T74" fmla="*/ 123 w 200"/>
                <a:gd name="T75" fmla="*/ 111 h 116"/>
                <a:gd name="T76" fmla="*/ 124 w 200"/>
                <a:gd name="T77" fmla="*/ 111 h 116"/>
                <a:gd name="T78" fmla="*/ 133 w 200"/>
                <a:gd name="T79" fmla="*/ 114 h 116"/>
                <a:gd name="T80" fmla="*/ 137 w 200"/>
                <a:gd name="T81" fmla="*/ 116 h 116"/>
                <a:gd name="T82" fmla="*/ 142 w 200"/>
                <a:gd name="T83" fmla="*/ 105 h 116"/>
                <a:gd name="T84" fmla="*/ 141 w 200"/>
                <a:gd name="T85" fmla="*/ 95 h 116"/>
                <a:gd name="T86" fmla="*/ 134 w 200"/>
                <a:gd name="T87" fmla="*/ 86 h 116"/>
                <a:gd name="T88" fmla="*/ 144 w 200"/>
                <a:gd name="T89" fmla="*/ 82 h 116"/>
                <a:gd name="T90" fmla="*/ 148 w 200"/>
                <a:gd name="T91" fmla="*/ 76 h 116"/>
                <a:gd name="T92" fmla="*/ 153 w 200"/>
                <a:gd name="T93" fmla="*/ 70 h 116"/>
                <a:gd name="T94" fmla="*/ 162 w 200"/>
                <a:gd name="T95" fmla="*/ 68 h 116"/>
                <a:gd name="T96" fmla="*/ 170 w 200"/>
                <a:gd name="T97" fmla="*/ 66 h 116"/>
                <a:gd name="T98" fmla="*/ 166 w 200"/>
                <a:gd name="T99" fmla="*/ 75 h 116"/>
                <a:gd name="T100" fmla="*/ 179 w 200"/>
                <a:gd name="T101" fmla="*/ 73 h 116"/>
                <a:gd name="T102" fmla="*/ 189 w 200"/>
                <a:gd name="T103" fmla="*/ 71 h 116"/>
                <a:gd name="T104" fmla="*/ 194 w 200"/>
                <a:gd name="T105" fmla="*/ 65 h 1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00"/>
                <a:gd name="T160" fmla="*/ 0 h 116"/>
                <a:gd name="T161" fmla="*/ 200 w 200"/>
                <a:gd name="T162" fmla="*/ 116 h 1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00" h="116">
                  <a:moveTo>
                    <a:pt x="194" y="65"/>
                  </a:moveTo>
                  <a:cubicBezTo>
                    <a:pt x="189" y="61"/>
                    <a:pt x="180" y="55"/>
                    <a:pt x="179" y="58"/>
                  </a:cubicBezTo>
                  <a:cubicBezTo>
                    <a:pt x="178" y="61"/>
                    <a:pt x="172" y="61"/>
                    <a:pt x="170" y="59"/>
                  </a:cubicBezTo>
                  <a:cubicBezTo>
                    <a:pt x="168" y="56"/>
                    <a:pt x="166" y="53"/>
                    <a:pt x="159" y="55"/>
                  </a:cubicBezTo>
                  <a:cubicBezTo>
                    <a:pt x="152" y="58"/>
                    <a:pt x="148" y="62"/>
                    <a:pt x="148" y="64"/>
                  </a:cubicBezTo>
                  <a:cubicBezTo>
                    <a:pt x="147" y="67"/>
                    <a:pt x="143" y="70"/>
                    <a:pt x="142" y="66"/>
                  </a:cubicBezTo>
                  <a:cubicBezTo>
                    <a:pt x="142" y="63"/>
                    <a:pt x="136" y="61"/>
                    <a:pt x="133" y="60"/>
                  </a:cubicBezTo>
                  <a:cubicBezTo>
                    <a:pt x="129" y="59"/>
                    <a:pt x="124" y="61"/>
                    <a:pt x="123" y="58"/>
                  </a:cubicBezTo>
                  <a:cubicBezTo>
                    <a:pt x="123" y="54"/>
                    <a:pt x="117" y="50"/>
                    <a:pt x="117" y="46"/>
                  </a:cubicBezTo>
                  <a:cubicBezTo>
                    <a:pt x="116" y="42"/>
                    <a:pt x="118" y="36"/>
                    <a:pt x="114" y="35"/>
                  </a:cubicBezTo>
                  <a:cubicBezTo>
                    <a:pt x="111" y="35"/>
                    <a:pt x="108" y="29"/>
                    <a:pt x="105" y="29"/>
                  </a:cubicBezTo>
                  <a:cubicBezTo>
                    <a:pt x="102" y="29"/>
                    <a:pt x="85" y="29"/>
                    <a:pt x="83" y="28"/>
                  </a:cubicBezTo>
                  <a:cubicBezTo>
                    <a:pt x="80" y="27"/>
                    <a:pt x="69" y="31"/>
                    <a:pt x="68" y="29"/>
                  </a:cubicBezTo>
                  <a:cubicBezTo>
                    <a:pt x="67" y="27"/>
                    <a:pt x="59" y="18"/>
                    <a:pt x="55" y="14"/>
                  </a:cubicBezTo>
                  <a:cubicBezTo>
                    <a:pt x="54" y="16"/>
                    <a:pt x="53" y="18"/>
                    <a:pt x="51" y="19"/>
                  </a:cubicBezTo>
                  <a:cubicBezTo>
                    <a:pt x="43" y="25"/>
                    <a:pt x="35" y="24"/>
                    <a:pt x="38" y="17"/>
                  </a:cubicBezTo>
                  <a:cubicBezTo>
                    <a:pt x="40" y="10"/>
                    <a:pt x="41" y="1"/>
                    <a:pt x="36" y="1"/>
                  </a:cubicBezTo>
                  <a:cubicBezTo>
                    <a:pt x="32" y="1"/>
                    <a:pt x="35" y="16"/>
                    <a:pt x="32" y="17"/>
                  </a:cubicBezTo>
                  <a:cubicBezTo>
                    <a:pt x="29" y="18"/>
                    <a:pt x="28" y="6"/>
                    <a:pt x="30" y="0"/>
                  </a:cubicBezTo>
                  <a:cubicBezTo>
                    <a:pt x="2" y="7"/>
                    <a:pt x="2" y="7"/>
                    <a:pt x="2" y="7"/>
                  </a:cubicBezTo>
                  <a:cubicBezTo>
                    <a:pt x="0" y="57"/>
                    <a:pt x="0" y="57"/>
                    <a:pt x="0" y="57"/>
                  </a:cubicBezTo>
                  <a:cubicBezTo>
                    <a:pt x="0" y="57"/>
                    <a:pt x="0" y="57"/>
                    <a:pt x="0" y="57"/>
                  </a:cubicBezTo>
                  <a:cubicBezTo>
                    <a:pt x="3" y="59"/>
                    <a:pt x="6" y="59"/>
                    <a:pt x="8" y="59"/>
                  </a:cubicBezTo>
                  <a:cubicBezTo>
                    <a:pt x="12" y="60"/>
                    <a:pt x="12" y="56"/>
                    <a:pt x="12" y="54"/>
                  </a:cubicBezTo>
                  <a:cubicBezTo>
                    <a:pt x="12" y="52"/>
                    <a:pt x="17" y="48"/>
                    <a:pt x="20" y="48"/>
                  </a:cubicBezTo>
                  <a:cubicBezTo>
                    <a:pt x="23" y="48"/>
                    <a:pt x="23" y="44"/>
                    <a:pt x="24" y="44"/>
                  </a:cubicBezTo>
                  <a:cubicBezTo>
                    <a:pt x="25" y="44"/>
                    <a:pt x="28" y="43"/>
                    <a:pt x="29" y="41"/>
                  </a:cubicBezTo>
                  <a:cubicBezTo>
                    <a:pt x="30" y="40"/>
                    <a:pt x="35" y="42"/>
                    <a:pt x="37" y="43"/>
                  </a:cubicBezTo>
                  <a:cubicBezTo>
                    <a:pt x="38" y="45"/>
                    <a:pt x="42" y="46"/>
                    <a:pt x="45" y="46"/>
                  </a:cubicBezTo>
                  <a:cubicBezTo>
                    <a:pt x="48" y="47"/>
                    <a:pt x="49" y="56"/>
                    <a:pt x="49" y="58"/>
                  </a:cubicBezTo>
                  <a:cubicBezTo>
                    <a:pt x="49" y="60"/>
                    <a:pt x="64" y="60"/>
                    <a:pt x="66" y="60"/>
                  </a:cubicBezTo>
                  <a:cubicBezTo>
                    <a:pt x="68" y="61"/>
                    <a:pt x="68" y="65"/>
                    <a:pt x="71" y="68"/>
                  </a:cubicBezTo>
                  <a:cubicBezTo>
                    <a:pt x="73" y="71"/>
                    <a:pt x="75" y="75"/>
                    <a:pt x="76" y="77"/>
                  </a:cubicBezTo>
                  <a:cubicBezTo>
                    <a:pt x="77" y="79"/>
                    <a:pt x="85" y="82"/>
                    <a:pt x="87" y="85"/>
                  </a:cubicBezTo>
                  <a:cubicBezTo>
                    <a:pt x="89" y="88"/>
                    <a:pt x="95" y="91"/>
                    <a:pt x="100" y="93"/>
                  </a:cubicBezTo>
                  <a:cubicBezTo>
                    <a:pt x="105" y="95"/>
                    <a:pt x="109" y="101"/>
                    <a:pt x="112" y="101"/>
                  </a:cubicBezTo>
                  <a:cubicBezTo>
                    <a:pt x="114" y="100"/>
                    <a:pt x="122" y="104"/>
                    <a:pt x="122" y="104"/>
                  </a:cubicBezTo>
                  <a:cubicBezTo>
                    <a:pt x="123" y="111"/>
                    <a:pt x="123" y="111"/>
                    <a:pt x="123" y="111"/>
                  </a:cubicBezTo>
                  <a:cubicBezTo>
                    <a:pt x="123" y="111"/>
                    <a:pt x="123" y="111"/>
                    <a:pt x="124" y="111"/>
                  </a:cubicBezTo>
                  <a:cubicBezTo>
                    <a:pt x="128" y="110"/>
                    <a:pt x="130" y="114"/>
                    <a:pt x="133" y="114"/>
                  </a:cubicBezTo>
                  <a:cubicBezTo>
                    <a:pt x="134" y="114"/>
                    <a:pt x="136" y="115"/>
                    <a:pt x="137" y="116"/>
                  </a:cubicBezTo>
                  <a:cubicBezTo>
                    <a:pt x="137" y="110"/>
                    <a:pt x="139" y="107"/>
                    <a:pt x="142" y="105"/>
                  </a:cubicBezTo>
                  <a:cubicBezTo>
                    <a:pt x="145" y="102"/>
                    <a:pt x="140" y="98"/>
                    <a:pt x="141" y="95"/>
                  </a:cubicBezTo>
                  <a:cubicBezTo>
                    <a:pt x="141" y="91"/>
                    <a:pt x="133" y="89"/>
                    <a:pt x="134" y="86"/>
                  </a:cubicBezTo>
                  <a:cubicBezTo>
                    <a:pt x="134" y="83"/>
                    <a:pt x="141" y="83"/>
                    <a:pt x="144" y="82"/>
                  </a:cubicBezTo>
                  <a:cubicBezTo>
                    <a:pt x="147" y="81"/>
                    <a:pt x="145" y="76"/>
                    <a:pt x="148" y="76"/>
                  </a:cubicBezTo>
                  <a:cubicBezTo>
                    <a:pt x="151" y="76"/>
                    <a:pt x="152" y="73"/>
                    <a:pt x="153" y="70"/>
                  </a:cubicBezTo>
                  <a:cubicBezTo>
                    <a:pt x="154" y="67"/>
                    <a:pt x="159" y="70"/>
                    <a:pt x="162" y="68"/>
                  </a:cubicBezTo>
                  <a:cubicBezTo>
                    <a:pt x="165" y="66"/>
                    <a:pt x="169" y="64"/>
                    <a:pt x="170" y="66"/>
                  </a:cubicBezTo>
                  <a:cubicBezTo>
                    <a:pt x="170" y="67"/>
                    <a:pt x="167" y="73"/>
                    <a:pt x="166" y="75"/>
                  </a:cubicBezTo>
                  <a:cubicBezTo>
                    <a:pt x="170" y="75"/>
                    <a:pt x="177" y="74"/>
                    <a:pt x="179" y="73"/>
                  </a:cubicBezTo>
                  <a:cubicBezTo>
                    <a:pt x="180" y="71"/>
                    <a:pt x="187" y="75"/>
                    <a:pt x="189" y="71"/>
                  </a:cubicBezTo>
                  <a:cubicBezTo>
                    <a:pt x="192" y="67"/>
                    <a:pt x="200" y="70"/>
                    <a:pt x="194" y="65"/>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3" name="Freeform 139"/>
            <p:cNvSpPr>
              <a:spLocks noEditPoints="1" noChangeArrowheads="1"/>
            </p:cNvSpPr>
            <p:nvPr/>
          </p:nvSpPr>
          <p:spPr bwMode="auto">
            <a:xfrm>
              <a:off x="3754451" y="160336"/>
              <a:ext cx="558802" cy="882651"/>
            </a:xfrm>
            <a:custGeom>
              <a:avLst/>
              <a:gdLst>
                <a:gd name="T0" fmla="*/ 276 w 292"/>
                <a:gd name="T1" fmla="*/ 242 h 462"/>
                <a:gd name="T2" fmla="*/ 277 w 292"/>
                <a:gd name="T3" fmla="*/ 228 h 462"/>
                <a:gd name="T4" fmla="*/ 261 w 292"/>
                <a:gd name="T5" fmla="*/ 226 h 462"/>
                <a:gd name="T6" fmla="*/ 243 w 292"/>
                <a:gd name="T7" fmla="*/ 225 h 462"/>
                <a:gd name="T8" fmla="*/ 234 w 292"/>
                <a:gd name="T9" fmla="*/ 224 h 462"/>
                <a:gd name="T10" fmla="*/ 216 w 292"/>
                <a:gd name="T11" fmla="*/ 228 h 462"/>
                <a:gd name="T12" fmla="*/ 202 w 292"/>
                <a:gd name="T13" fmla="*/ 243 h 462"/>
                <a:gd name="T14" fmla="*/ 202 w 292"/>
                <a:gd name="T15" fmla="*/ 226 h 462"/>
                <a:gd name="T16" fmla="*/ 182 w 292"/>
                <a:gd name="T17" fmla="*/ 238 h 462"/>
                <a:gd name="T18" fmla="*/ 174 w 292"/>
                <a:gd name="T19" fmla="*/ 242 h 462"/>
                <a:gd name="T20" fmla="*/ 165 w 292"/>
                <a:gd name="T21" fmla="*/ 240 h 462"/>
                <a:gd name="T22" fmla="*/ 150 w 292"/>
                <a:gd name="T23" fmla="*/ 251 h 462"/>
                <a:gd name="T24" fmla="*/ 139 w 292"/>
                <a:gd name="T25" fmla="*/ 260 h 462"/>
                <a:gd name="T26" fmla="*/ 129 w 292"/>
                <a:gd name="T27" fmla="*/ 265 h 462"/>
                <a:gd name="T28" fmla="*/ 112 w 292"/>
                <a:gd name="T29" fmla="*/ 269 h 462"/>
                <a:gd name="T30" fmla="*/ 105 w 292"/>
                <a:gd name="T31" fmla="*/ 279 h 462"/>
                <a:gd name="T32" fmla="*/ 129 w 292"/>
                <a:gd name="T33" fmla="*/ 279 h 462"/>
                <a:gd name="T34" fmla="*/ 111 w 292"/>
                <a:gd name="T35" fmla="*/ 292 h 462"/>
                <a:gd name="T36" fmla="*/ 86 w 292"/>
                <a:gd name="T37" fmla="*/ 319 h 462"/>
                <a:gd name="T38" fmla="*/ 70 w 292"/>
                <a:gd name="T39" fmla="*/ 341 h 462"/>
                <a:gd name="T40" fmla="*/ 56 w 292"/>
                <a:gd name="T41" fmla="*/ 361 h 462"/>
                <a:gd name="T42" fmla="*/ 36 w 292"/>
                <a:gd name="T43" fmla="*/ 374 h 462"/>
                <a:gd name="T44" fmla="*/ 16 w 292"/>
                <a:gd name="T45" fmla="*/ 387 h 462"/>
                <a:gd name="T46" fmla="*/ 6 w 292"/>
                <a:gd name="T47" fmla="*/ 404 h 462"/>
                <a:gd name="T48" fmla="*/ 2 w 292"/>
                <a:gd name="T49" fmla="*/ 425 h 462"/>
                <a:gd name="T50" fmla="*/ 12 w 292"/>
                <a:gd name="T51" fmla="*/ 432 h 462"/>
                <a:gd name="T52" fmla="*/ 10 w 292"/>
                <a:gd name="T53" fmla="*/ 440 h 462"/>
                <a:gd name="T54" fmla="*/ 20 w 292"/>
                <a:gd name="T55" fmla="*/ 458 h 462"/>
                <a:gd name="T56" fmla="*/ 65 w 292"/>
                <a:gd name="T57" fmla="*/ 436 h 462"/>
                <a:gd name="T58" fmla="*/ 78 w 292"/>
                <a:gd name="T59" fmla="*/ 440 h 462"/>
                <a:gd name="T60" fmla="*/ 86 w 292"/>
                <a:gd name="T61" fmla="*/ 412 h 462"/>
                <a:gd name="T62" fmla="*/ 83 w 292"/>
                <a:gd name="T63" fmla="*/ 376 h 462"/>
                <a:gd name="T64" fmla="*/ 103 w 292"/>
                <a:gd name="T65" fmla="*/ 351 h 462"/>
                <a:gd name="T66" fmla="*/ 117 w 292"/>
                <a:gd name="T67" fmla="*/ 318 h 462"/>
                <a:gd name="T68" fmla="*/ 131 w 292"/>
                <a:gd name="T69" fmla="*/ 289 h 462"/>
                <a:gd name="T70" fmla="*/ 163 w 292"/>
                <a:gd name="T71" fmla="*/ 273 h 462"/>
                <a:gd name="T72" fmla="*/ 185 w 292"/>
                <a:gd name="T73" fmla="*/ 258 h 462"/>
                <a:gd name="T74" fmla="*/ 225 w 292"/>
                <a:gd name="T75" fmla="*/ 270 h 462"/>
                <a:gd name="T76" fmla="*/ 250 w 292"/>
                <a:gd name="T77" fmla="*/ 243 h 462"/>
                <a:gd name="T78" fmla="*/ 276 w 292"/>
                <a:gd name="T79" fmla="*/ 255 h 462"/>
                <a:gd name="T80" fmla="*/ 81 w 292"/>
                <a:gd name="T81" fmla="*/ 34 h 462"/>
                <a:gd name="T82" fmla="*/ 108 w 292"/>
                <a:gd name="T83" fmla="*/ 49 h 462"/>
                <a:gd name="T84" fmla="*/ 129 w 292"/>
                <a:gd name="T85" fmla="*/ 54 h 462"/>
                <a:gd name="T86" fmla="*/ 131 w 292"/>
                <a:gd name="T87" fmla="*/ 69 h 462"/>
                <a:gd name="T88" fmla="*/ 111 w 292"/>
                <a:gd name="T89" fmla="*/ 87 h 462"/>
                <a:gd name="T90" fmla="*/ 133 w 292"/>
                <a:gd name="T91" fmla="*/ 96 h 462"/>
                <a:gd name="T92" fmla="*/ 160 w 292"/>
                <a:gd name="T93" fmla="*/ 52 h 462"/>
                <a:gd name="T94" fmla="*/ 181 w 292"/>
                <a:gd name="T95" fmla="*/ 63 h 462"/>
                <a:gd name="T96" fmla="*/ 210 w 292"/>
                <a:gd name="T97" fmla="*/ 75 h 462"/>
                <a:gd name="T98" fmla="*/ 201 w 292"/>
                <a:gd name="T99" fmla="*/ 60 h 462"/>
                <a:gd name="T100" fmla="*/ 176 w 292"/>
                <a:gd name="T101" fmla="*/ 39 h 462"/>
                <a:gd name="T102" fmla="*/ 150 w 292"/>
                <a:gd name="T103" fmla="*/ 26 h 462"/>
                <a:gd name="T104" fmla="*/ 126 w 292"/>
                <a:gd name="T105" fmla="*/ 12 h 462"/>
                <a:gd name="T106" fmla="*/ 117 w 292"/>
                <a:gd name="T107" fmla="*/ 26 h 462"/>
                <a:gd name="T108" fmla="*/ 93 w 292"/>
                <a:gd name="T109" fmla="*/ 24 h 462"/>
                <a:gd name="T110" fmla="*/ 78 w 292"/>
                <a:gd name="T111" fmla="*/ 19 h 462"/>
                <a:gd name="T112" fmla="*/ 71 w 292"/>
                <a:gd name="T113" fmla="*/ 54 h 462"/>
                <a:gd name="T114" fmla="*/ 71 w 292"/>
                <a:gd name="T115" fmla="*/ 54 h 462"/>
                <a:gd name="T116" fmla="*/ 167 w 292"/>
                <a:gd name="T117" fmla="*/ 27 h 462"/>
                <a:gd name="T118" fmla="*/ 234 w 292"/>
                <a:gd name="T119" fmla="*/ 25 h 462"/>
                <a:gd name="T120" fmla="*/ 204 w 292"/>
                <a:gd name="T121" fmla="*/ 10 h 462"/>
                <a:gd name="T122" fmla="*/ 177 w 292"/>
                <a:gd name="T123" fmla="*/ 8 h 462"/>
                <a:gd name="T124" fmla="*/ 158 w 292"/>
                <a:gd name="T125" fmla="*/ 10 h 46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92"/>
                <a:gd name="T190" fmla="*/ 0 h 462"/>
                <a:gd name="T191" fmla="*/ 292 w 292"/>
                <a:gd name="T192" fmla="*/ 462 h 46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92" h="462">
                  <a:moveTo>
                    <a:pt x="283" y="247"/>
                  </a:moveTo>
                  <a:cubicBezTo>
                    <a:pt x="282" y="250"/>
                    <a:pt x="278" y="249"/>
                    <a:pt x="278" y="247"/>
                  </a:cubicBezTo>
                  <a:cubicBezTo>
                    <a:pt x="278" y="244"/>
                    <a:pt x="271" y="242"/>
                    <a:pt x="270" y="241"/>
                  </a:cubicBezTo>
                  <a:cubicBezTo>
                    <a:pt x="270" y="240"/>
                    <a:pt x="273" y="240"/>
                    <a:pt x="276" y="242"/>
                  </a:cubicBezTo>
                  <a:cubicBezTo>
                    <a:pt x="279" y="243"/>
                    <a:pt x="281" y="242"/>
                    <a:pt x="284" y="239"/>
                  </a:cubicBezTo>
                  <a:cubicBezTo>
                    <a:pt x="287" y="236"/>
                    <a:pt x="291" y="239"/>
                    <a:pt x="291" y="236"/>
                  </a:cubicBezTo>
                  <a:cubicBezTo>
                    <a:pt x="292" y="234"/>
                    <a:pt x="286" y="232"/>
                    <a:pt x="285" y="231"/>
                  </a:cubicBezTo>
                  <a:cubicBezTo>
                    <a:pt x="284" y="229"/>
                    <a:pt x="281" y="227"/>
                    <a:pt x="277" y="228"/>
                  </a:cubicBezTo>
                  <a:cubicBezTo>
                    <a:pt x="273" y="228"/>
                    <a:pt x="273" y="227"/>
                    <a:pt x="271" y="225"/>
                  </a:cubicBezTo>
                  <a:cubicBezTo>
                    <a:pt x="269" y="223"/>
                    <a:pt x="262" y="226"/>
                    <a:pt x="262" y="231"/>
                  </a:cubicBezTo>
                  <a:cubicBezTo>
                    <a:pt x="262" y="236"/>
                    <a:pt x="258" y="234"/>
                    <a:pt x="259" y="232"/>
                  </a:cubicBezTo>
                  <a:cubicBezTo>
                    <a:pt x="261" y="229"/>
                    <a:pt x="257" y="226"/>
                    <a:pt x="261" y="226"/>
                  </a:cubicBezTo>
                  <a:cubicBezTo>
                    <a:pt x="264" y="225"/>
                    <a:pt x="262" y="220"/>
                    <a:pt x="256" y="219"/>
                  </a:cubicBezTo>
                  <a:cubicBezTo>
                    <a:pt x="250" y="219"/>
                    <a:pt x="248" y="224"/>
                    <a:pt x="249" y="226"/>
                  </a:cubicBezTo>
                  <a:cubicBezTo>
                    <a:pt x="251" y="227"/>
                    <a:pt x="245" y="234"/>
                    <a:pt x="242" y="234"/>
                  </a:cubicBezTo>
                  <a:cubicBezTo>
                    <a:pt x="240" y="234"/>
                    <a:pt x="243" y="228"/>
                    <a:pt x="243" y="225"/>
                  </a:cubicBezTo>
                  <a:cubicBezTo>
                    <a:pt x="242" y="222"/>
                    <a:pt x="240" y="223"/>
                    <a:pt x="235" y="229"/>
                  </a:cubicBezTo>
                  <a:cubicBezTo>
                    <a:pt x="231" y="234"/>
                    <a:pt x="227" y="239"/>
                    <a:pt x="225" y="239"/>
                  </a:cubicBezTo>
                  <a:cubicBezTo>
                    <a:pt x="222" y="240"/>
                    <a:pt x="222" y="235"/>
                    <a:pt x="227" y="232"/>
                  </a:cubicBezTo>
                  <a:cubicBezTo>
                    <a:pt x="231" y="230"/>
                    <a:pt x="231" y="224"/>
                    <a:pt x="234" y="224"/>
                  </a:cubicBezTo>
                  <a:cubicBezTo>
                    <a:pt x="237" y="224"/>
                    <a:pt x="237" y="220"/>
                    <a:pt x="233" y="219"/>
                  </a:cubicBezTo>
                  <a:cubicBezTo>
                    <a:pt x="228" y="218"/>
                    <a:pt x="228" y="223"/>
                    <a:pt x="226" y="224"/>
                  </a:cubicBezTo>
                  <a:cubicBezTo>
                    <a:pt x="225" y="226"/>
                    <a:pt x="218" y="222"/>
                    <a:pt x="218" y="223"/>
                  </a:cubicBezTo>
                  <a:cubicBezTo>
                    <a:pt x="219" y="225"/>
                    <a:pt x="215" y="225"/>
                    <a:pt x="216" y="228"/>
                  </a:cubicBezTo>
                  <a:cubicBezTo>
                    <a:pt x="218" y="230"/>
                    <a:pt x="216" y="232"/>
                    <a:pt x="214" y="229"/>
                  </a:cubicBezTo>
                  <a:cubicBezTo>
                    <a:pt x="212" y="226"/>
                    <a:pt x="208" y="229"/>
                    <a:pt x="206" y="232"/>
                  </a:cubicBezTo>
                  <a:cubicBezTo>
                    <a:pt x="204" y="235"/>
                    <a:pt x="201" y="235"/>
                    <a:pt x="203" y="236"/>
                  </a:cubicBezTo>
                  <a:cubicBezTo>
                    <a:pt x="205" y="237"/>
                    <a:pt x="205" y="242"/>
                    <a:pt x="202" y="243"/>
                  </a:cubicBezTo>
                  <a:cubicBezTo>
                    <a:pt x="199" y="244"/>
                    <a:pt x="200" y="235"/>
                    <a:pt x="198" y="235"/>
                  </a:cubicBezTo>
                  <a:cubicBezTo>
                    <a:pt x="196" y="236"/>
                    <a:pt x="197" y="231"/>
                    <a:pt x="200" y="231"/>
                  </a:cubicBezTo>
                  <a:cubicBezTo>
                    <a:pt x="204" y="231"/>
                    <a:pt x="207" y="226"/>
                    <a:pt x="206" y="225"/>
                  </a:cubicBezTo>
                  <a:cubicBezTo>
                    <a:pt x="206" y="223"/>
                    <a:pt x="202" y="224"/>
                    <a:pt x="202" y="226"/>
                  </a:cubicBezTo>
                  <a:cubicBezTo>
                    <a:pt x="202" y="229"/>
                    <a:pt x="197" y="228"/>
                    <a:pt x="193" y="228"/>
                  </a:cubicBezTo>
                  <a:cubicBezTo>
                    <a:pt x="189" y="228"/>
                    <a:pt x="189" y="233"/>
                    <a:pt x="194" y="236"/>
                  </a:cubicBezTo>
                  <a:cubicBezTo>
                    <a:pt x="199" y="238"/>
                    <a:pt x="193" y="240"/>
                    <a:pt x="191" y="238"/>
                  </a:cubicBezTo>
                  <a:cubicBezTo>
                    <a:pt x="188" y="236"/>
                    <a:pt x="185" y="237"/>
                    <a:pt x="182" y="238"/>
                  </a:cubicBezTo>
                  <a:cubicBezTo>
                    <a:pt x="180" y="239"/>
                    <a:pt x="188" y="242"/>
                    <a:pt x="189" y="244"/>
                  </a:cubicBezTo>
                  <a:cubicBezTo>
                    <a:pt x="189" y="245"/>
                    <a:pt x="184" y="242"/>
                    <a:pt x="183" y="243"/>
                  </a:cubicBezTo>
                  <a:cubicBezTo>
                    <a:pt x="182" y="244"/>
                    <a:pt x="178" y="242"/>
                    <a:pt x="177" y="239"/>
                  </a:cubicBezTo>
                  <a:cubicBezTo>
                    <a:pt x="177" y="237"/>
                    <a:pt x="169" y="241"/>
                    <a:pt x="174" y="242"/>
                  </a:cubicBezTo>
                  <a:cubicBezTo>
                    <a:pt x="178" y="243"/>
                    <a:pt x="176" y="245"/>
                    <a:pt x="176" y="249"/>
                  </a:cubicBezTo>
                  <a:cubicBezTo>
                    <a:pt x="176" y="253"/>
                    <a:pt x="171" y="250"/>
                    <a:pt x="172" y="247"/>
                  </a:cubicBezTo>
                  <a:cubicBezTo>
                    <a:pt x="173" y="243"/>
                    <a:pt x="169" y="244"/>
                    <a:pt x="166" y="246"/>
                  </a:cubicBezTo>
                  <a:cubicBezTo>
                    <a:pt x="163" y="248"/>
                    <a:pt x="167" y="242"/>
                    <a:pt x="165" y="240"/>
                  </a:cubicBezTo>
                  <a:cubicBezTo>
                    <a:pt x="164" y="237"/>
                    <a:pt x="161" y="240"/>
                    <a:pt x="157" y="240"/>
                  </a:cubicBezTo>
                  <a:cubicBezTo>
                    <a:pt x="154" y="241"/>
                    <a:pt x="152" y="241"/>
                    <a:pt x="154" y="243"/>
                  </a:cubicBezTo>
                  <a:cubicBezTo>
                    <a:pt x="156" y="246"/>
                    <a:pt x="156" y="249"/>
                    <a:pt x="153" y="249"/>
                  </a:cubicBezTo>
                  <a:cubicBezTo>
                    <a:pt x="150" y="248"/>
                    <a:pt x="149" y="249"/>
                    <a:pt x="150" y="251"/>
                  </a:cubicBezTo>
                  <a:cubicBezTo>
                    <a:pt x="150" y="254"/>
                    <a:pt x="146" y="254"/>
                    <a:pt x="146" y="252"/>
                  </a:cubicBezTo>
                  <a:cubicBezTo>
                    <a:pt x="145" y="249"/>
                    <a:pt x="140" y="250"/>
                    <a:pt x="138" y="253"/>
                  </a:cubicBezTo>
                  <a:cubicBezTo>
                    <a:pt x="136" y="255"/>
                    <a:pt x="132" y="257"/>
                    <a:pt x="132" y="260"/>
                  </a:cubicBezTo>
                  <a:cubicBezTo>
                    <a:pt x="133" y="263"/>
                    <a:pt x="136" y="259"/>
                    <a:pt x="139" y="260"/>
                  </a:cubicBezTo>
                  <a:cubicBezTo>
                    <a:pt x="142" y="261"/>
                    <a:pt x="139" y="262"/>
                    <a:pt x="141" y="264"/>
                  </a:cubicBezTo>
                  <a:cubicBezTo>
                    <a:pt x="142" y="265"/>
                    <a:pt x="142" y="269"/>
                    <a:pt x="140" y="267"/>
                  </a:cubicBezTo>
                  <a:cubicBezTo>
                    <a:pt x="137" y="265"/>
                    <a:pt x="134" y="264"/>
                    <a:pt x="134" y="268"/>
                  </a:cubicBezTo>
                  <a:cubicBezTo>
                    <a:pt x="133" y="271"/>
                    <a:pt x="131" y="267"/>
                    <a:pt x="129" y="265"/>
                  </a:cubicBezTo>
                  <a:cubicBezTo>
                    <a:pt x="127" y="262"/>
                    <a:pt x="125" y="269"/>
                    <a:pt x="123" y="268"/>
                  </a:cubicBezTo>
                  <a:cubicBezTo>
                    <a:pt x="121" y="266"/>
                    <a:pt x="127" y="261"/>
                    <a:pt x="125" y="258"/>
                  </a:cubicBezTo>
                  <a:cubicBezTo>
                    <a:pt x="124" y="256"/>
                    <a:pt x="123" y="260"/>
                    <a:pt x="119" y="264"/>
                  </a:cubicBezTo>
                  <a:cubicBezTo>
                    <a:pt x="115" y="267"/>
                    <a:pt x="110" y="267"/>
                    <a:pt x="112" y="269"/>
                  </a:cubicBezTo>
                  <a:cubicBezTo>
                    <a:pt x="113" y="271"/>
                    <a:pt x="108" y="272"/>
                    <a:pt x="107" y="275"/>
                  </a:cubicBezTo>
                  <a:cubicBezTo>
                    <a:pt x="106" y="278"/>
                    <a:pt x="98" y="279"/>
                    <a:pt x="93" y="283"/>
                  </a:cubicBezTo>
                  <a:cubicBezTo>
                    <a:pt x="88" y="286"/>
                    <a:pt x="94" y="286"/>
                    <a:pt x="97" y="283"/>
                  </a:cubicBezTo>
                  <a:cubicBezTo>
                    <a:pt x="100" y="280"/>
                    <a:pt x="101" y="282"/>
                    <a:pt x="105" y="279"/>
                  </a:cubicBezTo>
                  <a:cubicBezTo>
                    <a:pt x="110" y="276"/>
                    <a:pt x="114" y="274"/>
                    <a:pt x="116" y="275"/>
                  </a:cubicBezTo>
                  <a:cubicBezTo>
                    <a:pt x="118" y="276"/>
                    <a:pt x="121" y="277"/>
                    <a:pt x="123" y="274"/>
                  </a:cubicBezTo>
                  <a:cubicBezTo>
                    <a:pt x="125" y="271"/>
                    <a:pt x="128" y="272"/>
                    <a:pt x="130" y="273"/>
                  </a:cubicBezTo>
                  <a:cubicBezTo>
                    <a:pt x="132" y="275"/>
                    <a:pt x="126" y="277"/>
                    <a:pt x="129" y="279"/>
                  </a:cubicBezTo>
                  <a:cubicBezTo>
                    <a:pt x="131" y="282"/>
                    <a:pt x="126" y="284"/>
                    <a:pt x="126" y="281"/>
                  </a:cubicBezTo>
                  <a:cubicBezTo>
                    <a:pt x="126" y="279"/>
                    <a:pt x="122" y="277"/>
                    <a:pt x="121" y="279"/>
                  </a:cubicBezTo>
                  <a:cubicBezTo>
                    <a:pt x="120" y="281"/>
                    <a:pt x="118" y="284"/>
                    <a:pt x="116" y="284"/>
                  </a:cubicBezTo>
                  <a:cubicBezTo>
                    <a:pt x="114" y="284"/>
                    <a:pt x="111" y="288"/>
                    <a:pt x="111" y="292"/>
                  </a:cubicBezTo>
                  <a:cubicBezTo>
                    <a:pt x="111" y="296"/>
                    <a:pt x="107" y="292"/>
                    <a:pt x="107" y="295"/>
                  </a:cubicBezTo>
                  <a:cubicBezTo>
                    <a:pt x="107" y="299"/>
                    <a:pt x="101" y="305"/>
                    <a:pt x="97" y="310"/>
                  </a:cubicBezTo>
                  <a:cubicBezTo>
                    <a:pt x="92" y="314"/>
                    <a:pt x="96" y="315"/>
                    <a:pt x="95" y="318"/>
                  </a:cubicBezTo>
                  <a:cubicBezTo>
                    <a:pt x="93" y="321"/>
                    <a:pt x="88" y="318"/>
                    <a:pt x="86" y="319"/>
                  </a:cubicBezTo>
                  <a:cubicBezTo>
                    <a:pt x="84" y="321"/>
                    <a:pt x="87" y="328"/>
                    <a:pt x="85" y="330"/>
                  </a:cubicBezTo>
                  <a:cubicBezTo>
                    <a:pt x="82" y="332"/>
                    <a:pt x="85" y="335"/>
                    <a:pt x="85" y="337"/>
                  </a:cubicBezTo>
                  <a:cubicBezTo>
                    <a:pt x="85" y="340"/>
                    <a:pt x="78" y="336"/>
                    <a:pt x="78" y="338"/>
                  </a:cubicBezTo>
                  <a:cubicBezTo>
                    <a:pt x="77" y="341"/>
                    <a:pt x="71" y="340"/>
                    <a:pt x="70" y="341"/>
                  </a:cubicBezTo>
                  <a:cubicBezTo>
                    <a:pt x="68" y="342"/>
                    <a:pt x="73" y="346"/>
                    <a:pt x="76" y="348"/>
                  </a:cubicBezTo>
                  <a:cubicBezTo>
                    <a:pt x="79" y="350"/>
                    <a:pt x="73" y="352"/>
                    <a:pt x="73" y="349"/>
                  </a:cubicBezTo>
                  <a:cubicBezTo>
                    <a:pt x="72" y="347"/>
                    <a:pt x="68" y="351"/>
                    <a:pt x="63" y="353"/>
                  </a:cubicBezTo>
                  <a:cubicBezTo>
                    <a:pt x="57" y="356"/>
                    <a:pt x="60" y="360"/>
                    <a:pt x="56" y="361"/>
                  </a:cubicBezTo>
                  <a:cubicBezTo>
                    <a:pt x="52" y="361"/>
                    <a:pt x="53" y="367"/>
                    <a:pt x="50" y="369"/>
                  </a:cubicBezTo>
                  <a:cubicBezTo>
                    <a:pt x="47" y="371"/>
                    <a:pt x="48" y="364"/>
                    <a:pt x="44" y="364"/>
                  </a:cubicBezTo>
                  <a:cubicBezTo>
                    <a:pt x="40" y="364"/>
                    <a:pt x="40" y="367"/>
                    <a:pt x="43" y="371"/>
                  </a:cubicBezTo>
                  <a:cubicBezTo>
                    <a:pt x="45" y="374"/>
                    <a:pt x="39" y="371"/>
                    <a:pt x="36" y="374"/>
                  </a:cubicBezTo>
                  <a:cubicBezTo>
                    <a:pt x="34" y="377"/>
                    <a:pt x="27" y="376"/>
                    <a:pt x="26" y="378"/>
                  </a:cubicBezTo>
                  <a:cubicBezTo>
                    <a:pt x="24" y="381"/>
                    <a:pt x="31" y="381"/>
                    <a:pt x="32" y="383"/>
                  </a:cubicBezTo>
                  <a:cubicBezTo>
                    <a:pt x="33" y="385"/>
                    <a:pt x="26" y="384"/>
                    <a:pt x="22" y="383"/>
                  </a:cubicBezTo>
                  <a:cubicBezTo>
                    <a:pt x="18" y="382"/>
                    <a:pt x="19" y="388"/>
                    <a:pt x="16" y="387"/>
                  </a:cubicBezTo>
                  <a:cubicBezTo>
                    <a:pt x="13" y="386"/>
                    <a:pt x="8" y="390"/>
                    <a:pt x="11" y="392"/>
                  </a:cubicBezTo>
                  <a:cubicBezTo>
                    <a:pt x="13" y="395"/>
                    <a:pt x="9" y="395"/>
                    <a:pt x="7" y="393"/>
                  </a:cubicBezTo>
                  <a:cubicBezTo>
                    <a:pt x="4" y="392"/>
                    <a:pt x="2" y="396"/>
                    <a:pt x="1" y="398"/>
                  </a:cubicBezTo>
                  <a:cubicBezTo>
                    <a:pt x="1" y="401"/>
                    <a:pt x="6" y="403"/>
                    <a:pt x="6" y="404"/>
                  </a:cubicBezTo>
                  <a:cubicBezTo>
                    <a:pt x="6" y="405"/>
                    <a:pt x="1" y="408"/>
                    <a:pt x="4" y="408"/>
                  </a:cubicBezTo>
                  <a:cubicBezTo>
                    <a:pt x="7" y="409"/>
                    <a:pt x="5" y="412"/>
                    <a:pt x="3" y="412"/>
                  </a:cubicBezTo>
                  <a:cubicBezTo>
                    <a:pt x="1" y="413"/>
                    <a:pt x="1" y="415"/>
                    <a:pt x="3" y="418"/>
                  </a:cubicBezTo>
                  <a:cubicBezTo>
                    <a:pt x="5" y="420"/>
                    <a:pt x="0" y="421"/>
                    <a:pt x="2" y="425"/>
                  </a:cubicBezTo>
                  <a:cubicBezTo>
                    <a:pt x="5" y="428"/>
                    <a:pt x="7" y="424"/>
                    <a:pt x="8" y="426"/>
                  </a:cubicBezTo>
                  <a:cubicBezTo>
                    <a:pt x="9" y="429"/>
                    <a:pt x="13" y="427"/>
                    <a:pt x="16" y="423"/>
                  </a:cubicBezTo>
                  <a:cubicBezTo>
                    <a:pt x="20" y="420"/>
                    <a:pt x="21" y="427"/>
                    <a:pt x="18" y="427"/>
                  </a:cubicBezTo>
                  <a:cubicBezTo>
                    <a:pt x="15" y="427"/>
                    <a:pt x="12" y="429"/>
                    <a:pt x="12" y="432"/>
                  </a:cubicBezTo>
                  <a:cubicBezTo>
                    <a:pt x="13" y="435"/>
                    <a:pt x="8" y="434"/>
                    <a:pt x="8" y="430"/>
                  </a:cubicBezTo>
                  <a:cubicBezTo>
                    <a:pt x="8" y="427"/>
                    <a:pt x="2" y="431"/>
                    <a:pt x="4" y="434"/>
                  </a:cubicBezTo>
                  <a:cubicBezTo>
                    <a:pt x="6" y="436"/>
                    <a:pt x="3" y="438"/>
                    <a:pt x="3" y="440"/>
                  </a:cubicBezTo>
                  <a:cubicBezTo>
                    <a:pt x="3" y="443"/>
                    <a:pt x="8" y="442"/>
                    <a:pt x="10" y="440"/>
                  </a:cubicBezTo>
                  <a:cubicBezTo>
                    <a:pt x="11" y="437"/>
                    <a:pt x="14" y="437"/>
                    <a:pt x="16" y="440"/>
                  </a:cubicBezTo>
                  <a:cubicBezTo>
                    <a:pt x="17" y="443"/>
                    <a:pt x="13" y="441"/>
                    <a:pt x="13" y="445"/>
                  </a:cubicBezTo>
                  <a:cubicBezTo>
                    <a:pt x="13" y="449"/>
                    <a:pt x="10" y="445"/>
                    <a:pt x="8" y="448"/>
                  </a:cubicBezTo>
                  <a:cubicBezTo>
                    <a:pt x="6" y="451"/>
                    <a:pt x="17" y="457"/>
                    <a:pt x="20" y="458"/>
                  </a:cubicBezTo>
                  <a:cubicBezTo>
                    <a:pt x="23" y="458"/>
                    <a:pt x="26" y="462"/>
                    <a:pt x="33" y="461"/>
                  </a:cubicBezTo>
                  <a:cubicBezTo>
                    <a:pt x="40" y="460"/>
                    <a:pt x="52" y="448"/>
                    <a:pt x="54" y="446"/>
                  </a:cubicBezTo>
                  <a:cubicBezTo>
                    <a:pt x="56" y="443"/>
                    <a:pt x="59" y="446"/>
                    <a:pt x="62" y="444"/>
                  </a:cubicBezTo>
                  <a:cubicBezTo>
                    <a:pt x="64" y="442"/>
                    <a:pt x="63" y="437"/>
                    <a:pt x="65" y="436"/>
                  </a:cubicBezTo>
                  <a:cubicBezTo>
                    <a:pt x="67" y="435"/>
                    <a:pt x="68" y="441"/>
                    <a:pt x="69" y="442"/>
                  </a:cubicBezTo>
                  <a:cubicBezTo>
                    <a:pt x="71" y="442"/>
                    <a:pt x="72" y="444"/>
                    <a:pt x="72" y="447"/>
                  </a:cubicBezTo>
                  <a:cubicBezTo>
                    <a:pt x="73" y="447"/>
                    <a:pt x="75" y="447"/>
                    <a:pt x="75" y="447"/>
                  </a:cubicBezTo>
                  <a:cubicBezTo>
                    <a:pt x="78" y="449"/>
                    <a:pt x="78" y="442"/>
                    <a:pt x="78" y="440"/>
                  </a:cubicBezTo>
                  <a:cubicBezTo>
                    <a:pt x="78" y="438"/>
                    <a:pt x="80" y="434"/>
                    <a:pt x="80" y="431"/>
                  </a:cubicBezTo>
                  <a:cubicBezTo>
                    <a:pt x="79" y="428"/>
                    <a:pt x="86" y="430"/>
                    <a:pt x="87" y="428"/>
                  </a:cubicBezTo>
                  <a:cubicBezTo>
                    <a:pt x="88" y="426"/>
                    <a:pt x="89" y="419"/>
                    <a:pt x="87" y="417"/>
                  </a:cubicBezTo>
                  <a:cubicBezTo>
                    <a:pt x="84" y="416"/>
                    <a:pt x="84" y="412"/>
                    <a:pt x="86" y="412"/>
                  </a:cubicBezTo>
                  <a:cubicBezTo>
                    <a:pt x="88" y="412"/>
                    <a:pt x="91" y="411"/>
                    <a:pt x="90" y="406"/>
                  </a:cubicBezTo>
                  <a:cubicBezTo>
                    <a:pt x="90" y="402"/>
                    <a:pt x="83" y="402"/>
                    <a:pt x="83" y="398"/>
                  </a:cubicBezTo>
                  <a:cubicBezTo>
                    <a:pt x="82" y="394"/>
                    <a:pt x="86" y="393"/>
                    <a:pt x="83" y="387"/>
                  </a:cubicBezTo>
                  <a:cubicBezTo>
                    <a:pt x="81" y="382"/>
                    <a:pt x="84" y="379"/>
                    <a:pt x="83" y="376"/>
                  </a:cubicBezTo>
                  <a:cubicBezTo>
                    <a:pt x="82" y="374"/>
                    <a:pt x="81" y="370"/>
                    <a:pt x="84" y="365"/>
                  </a:cubicBezTo>
                  <a:cubicBezTo>
                    <a:pt x="88" y="360"/>
                    <a:pt x="94" y="357"/>
                    <a:pt x="96" y="357"/>
                  </a:cubicBezTo>
                  <a:cubicBezTo>
                    <a:pt x="98" y="358"/>
                    <a:pt x="102" y="360"/>
                    <a:pt x="103" y="357"/>
                  </a:cubicBezTo>
                  <a:cubicBezTo>
                    <a:pt x="105" y="354"/>
                    <a:pt x="105" y="351"/>
                    <a:pt x="103" y="351"/>
                  </a:cubicBezTo>
                  <a:cubicBezTo>
                    <a:pt x="102" y="350"/>
                    <a:pt x="97" y="349"/>
                    <a:pt x="101" y="345"/>
                  </a:cubicBezTo>
                  <a:cubicBezTo>
                    <a:pt x="104" y="340"/>
                    <a:pt x="108" y="335"/>
                    <a:pt x="108" y="330"/>
                  </a:cubicBezTo>
                  <a:cubicBezTo>
                    <a:pt x="109" y="325"/>
                    <a:pt x="107" y="322"/>
                    <a:pt x="109" y="320"/>
                  </a:cubicBezTo>
                  <a:cubicBezTo>
                    <a:pt x="110" y="318"/>
                    <a:pt x="114" y="320"/>
                    <a:pt x="117" y="318"/>
                  </a:cubicBezTo>
                  <a:cubicBezTo>
                    <a:pt x="120" y="316"/>
                    <a:pt x="118" y="313"/>
                    <a:pt x="119" y="311"/>
                  </a:cubicBezTo>
                  <a:cubicBezTo>
                    <a:pt x="121" y="310"/>
                    <a:pt x="123" y="304"/>
                    <a:pt x="125" y="303"/>
                  </a:cubicBezTo>
                  <a:cubicBezTo>
                    <a:pt x="127" y="301"/>
                    <a:pt x="129" y="299"/>
                    <a:pt x="128" y="297"/>
                  </a:cubicBezTo>
                  <a:cubicBezTo>
                    <a:pt x="126" y="295"/>
                    <a:pt x="131" y="293"/>
                    <a:pt x="131" y="289"/>
                  </a:cubicBezTo>
                  <a:cubicBezTo>
                    <a:pt x="131" y="285"/>
                    <a:pt x="136" y="283"/>
                    <a:pt x="140" y="283"/>
                  </a:cubicBezTo>
                  <a:cubicBezTo>
                    <a:pt x="143" y="283"/>
                    <a:pt x="148" y="283"/>
                    <a:pt x="148" y="279"/>
                  </a:cubicBezTo>
                  <a:cubicBezTo>
                    <a:pt x="148" y="276"/>
                    <a:pt x="146" y="269"/>
                    <a:pt x="151" y="271"/>
                  </a:cubicBezTo>
                  <a:cubicBezTo>
                    <a:pt x="156" y="273"/>
                    <a:pt x="159" y="271"/>
                    <a:pt x="163" y="273"/>
                  </a:cubicBezTo>
                  <a:cubicBezTo>
                    <a:pt x="166" y="276"/>
                    <a:pt x="170" y="276"/>
                    <a:pt x="170" y="271"/>
                  </a:cubicBezTo>
                  <a:cubicBezTo>
                    <a:pt x="170" y="267"/>
                    <a:pt x="172" y="260"/>
                    <a:pt x="177" y="263"/>
                  </a:cubicBezTo>
                  <a:cubicBezTo>
                    <a:pt x="177" y="263"/>
                    <a:pt x="177" y="263"/>
                    <a:pt x="178" y="263"/>
                  </a:cubicBezTo>
                  <a:cubicBezTo>
                    <a:pt x="179" y="260"/>
                    <a:pt x="182" y="258"/>
                    <a:pt x="185" y="258"/>
                  </a:cubicBezTo>
                  <a:cubicBezTo>
                    <a:pt x="189" y="258"/>
                    <a:pt x="192" y="266"/>
                    <a:pt x="197" y="267"/>
                  </a:cubicBezTo>
                  <a:cubicBezTo>
                    <a:pt x="203" y="268"/>
                    <a:pt x="208" y="270"/>
                    <a:pt x="210" y="268"/>
                  </a:cubicBezTo>
                  <a:cubicBezTo>
                    <a:pt x="211" y="265"/>
                    <a:pt x="215" y="269"/>
                    <a:pt x="218" y="268"/>
                  </a:cubicBezTo>
                  <a:cubicBezTo>
                    <a:pt x="222" y="267"/>
                    <a:pt x="222" y="274"/>
                    <a:pt x="225" y="270"/>
                  </a:cubicBezTo>
                  <a:cubicBezTo>
                    <a:pt x="228" y="265"/>
                    <a:pt x="224" y="263"/>
                    <a:pt x="230" y="263"/>
                  </a:cubicBezTo>
                  <a:cubicBezTo>
                    <a:pt x="235" y="264"/>
                    <a:pt x="232" y="257"/>
                    <a:pt x="232" y="254"/>
                  </a:cubicBezTo>
                  <a:cubicBezTo>
                    <a:pt x="232" y="250"/>
                    <a:pt x="239" y="249"/>
                    <a:pt x="239" y="246"/>
                  </a:cubicBezTo>
                  <a:cubicBezTo>
                    <a:pt x="239" y="243"/>
                    <a:pt x="248" y="246"/>
                    <a:pt x="250" y="243"/>
                  </a:cubicBezTo>
                  <a:cubicBezTo>
                    <a:pt x="252" y="241"/>
                    <a:pt x="257" y="240"/>
                    <a:pt x="259" y="243"/>
                  </a:cubicBezTo>
                  <a:cubicBezTo>
                    <a:pt x="261" y="247"/>
                    <a:pt x="270" y="248"/>
                    <a:pt x="271" y="251"/>
                  </a:cubicBezTo>
                  <a:cubicBezTo>
                    <a:pt x="271" y="253"/>
                    <a:pt x="271" y="255"/>
                    <a:pt x="271" y="258"/>
                  </a:cubicBezTo>
                  <a:cubicBezTo>
                    <a:pt x="272" y="256"/>
                    <a:pt x="274" y="255"/>
                    <a:pt x="276" y="255"/>
                  </a:cubicBezTo>
                  <a:cubicBezTo>
                    <a:pt x="279" y="255"/>
                    <a:pt x="282" y="250"/>
                    <a:pt x="285" y="251"/>
                  </a:cubicBezTo>
                  <a:cubicBezTo>
                    <a:pt x="288" y="251"/>
                    <a:pt x="290" y="251"/>
                    <a:pt x="291" y="247"/>
                  </a:cubicBezTo>
                  <a:cubicBezTo>
                    <a:pt x="288" y="245"/>
                    <a:pt x="283" y="245"/>
                    <a:pt x="283" y="247"/>
                  </a:cubicBezTo>
                  <a:close/>
                  <a:moveTo>
                    <a:pt x="81" y="34"/>
                  </a:moveTo>
                  <a:cubicBezTo>
                    <a:pt x="86" y="35"/>
                    <a:pt x="76" y="40"/>
                    <a:pt x="75" y="45"/>
                  </a:cubicBezTo>
                  <a:cubicBezTo>
                    <a:pt x="73" y="49"/>
                    <a:pt x="82" y="54"/>
                    <a:pt x="86" y="57"/>
                  </a:cubicBezTo>
                  <a:cubicBezTo>
                    <a:pt x="90" y="61"/>
                    <a:pt x="99" y="60"/>
                    <a:pt x="102" y="58"/>
                  </a:cubicBezTo>
                  <a:cubicBezTo>
                    <a:pt x="105" y="56"/>
                    <a:pt x="104" y="49"/>
                    <a:pt x="108" y="49"/>
                  </a:cubicBezTo>
                  <a:cubicBezTo>
                    <a:pt x="113" y="50"/>
                    <a:pt x="110" y="46"/>
                    <a:pt x="114" y="44"/>
                  </a:cubicBezTo>
                  <a:cubicBezTo>
                    <a:pt x="117" y="43"/>
                    <a:pt x="118" y="48"/>
                    <a:pt x="115" y="51"/>
                  </a:cubicBezTo>
                  <a:cubicBezTo>
                    <a:pt x="112" y="55"/>
                    <a:pt x="120" y="54"/>
                    <a:pt x="125" y="50"/>
                  </a:cubicBezTo>
                  <a:cubicBezTo>
                    <a:pt x="129" y="46"/>
                    <a:pt x="130" y="50"/>
                    <a:pt x="129" y="54"/>
                  </a:cubicBezTo>
                  <a:cubicBezTo>
                    <a:pt x="128" y="58"/>
                    <a:pt x="119" y="56"/>
                    <a:pt x="116" y="60"/>
                  </a:cubicBezTo>
                  <a:cubicBezTo>
                    <a:pt x="112" y="65"/>
                    <a:pt x="102" y="61"/>
                    <a:pt x="98" y="66"/>
                  </a:cubicBezTo>
                  <a:cubicBezTo>
                    <a:pt x="93" y="71"/>
                    <a:pt x="102" y="71"/>
                    <a:pt x="108" y="70"/>
                  </a:cubicBezTo>
                  <a:cubicBezTo>
                    <a:pt x="114" y="69"/>
                    <a:pt x="126" y="68"/>
                    <a:pt x="131" y="69"/>
                  </a:cubicBezTo>
                  <a:cubicBezTo>
                    <a:pt x="135" y="70"/>
                    <a:pt x="128" y="72"/>
                    <a:pt x="120" y="72"/>
                  </a:cubicBezTo>
                  <a:cubicBezTo>
                    <a:pt x="113" y="72"/>
                    <a:pt x="110" y="74"/>
                    <a:pt x="111" y="76"/>
                  </a:cubicBezTo>
                  <a:cubicBezTo>
                    <a:pt x="111" y="78"/>
                    <a:pt x="100" y="74"/>
                    <a:pt x="100" y="78"/>
                  </a:cubicBezTo>
                  <a:cubicBezTo>
                    <a:pt x="99" y="83"/>
                    <a:pt x="110" y="84"/>
                    <a:pt x="111" y="87"/>
                  </a:cubicBezTo>
                  <a:cubicBezTo>
                    <a:pt x="112" y="90"/>
                    <a:pt x="119" y="87"/>
                    <a:pt x="122" y="88"/>
                  </a:cubicBezTo>
                  <a:cubicBezTo>
                    <a:pt x="125" y="89"/>
                    <a:pt x="117" y="91"/>
                    <a:pt x="116" y="93"/>
                  </a:cubicBezTo>
                  <a:cubicBezTo>
                    <a:pt x="115" y="94"/>
                    <a:pt x="124" y="96"/>
                    <a:pt x="126" y="98"/>
                  </a:cubicBezTo>
                  <a:cubicBezTo>
                    <a:pt x="127" y="101"/>
                    <a:pt x="133" y="99"/>
                    <a:pt x="133" y="96"/>
                  </a:cubicBezTo>
                  <a:cubicBezTo>
                    <a:pt x="133" y="91"/>
                    <a:pt x="139" y="78"/>
                    <a:pt x="146" y="76"/>
                  </a:cubicBezTo>
                  <a:cubicBezTo>
                    <a:pt x="154" y="73"/>
                    <a:pt x="149" y="70"/>
                    <a:pt x="150" y="66"/>
                  </a:cubicBezTo>
                  <a:cubicBezTo>
                    <a:pt x="151" y="62"/>
                    <a:pt x="157" y="65"/>
                    <a:pt x="156" y="62"/>
                  </a:cubicBezTo>
                  <a:cubicBezTo>
                    <a:pt x="154" y="58"/>
                    <a:pt x="155" y="57"/>
                    <a:pt x="160" y="52"/>
                  </a:cubicBezTo>
                  <a:cubicBezTo>
                    <a:pt x="164" y="48"/>
                    <a:pt x="167" y="51"/>
                    <a:pt x="173" y="48"/>
                  </a:cubicBezTo>
                  <a:cubicBezTo>
                    <a:pt x="179" y="46"/>
                    <a:pt x="182" y="50"/>
                    <a:pt x="175" y="51"/>
                  </a:cubicBezTo>
                  <a:cubicBezTo>
                    <a:pt x="170" y="51"/>
                    <a:pt x="173" y="58"/>
                    <a:pt x="177" y="59"/>
                  </a:cubicBezTo>
                  <a:cubicBezTo>
                    <a:pt x="182" y="61"/>
                    <a:pt x="178" y="63"/>
                    <a:pt x="181" y="63"/>
                  </a:cubicBezTo>
                  <a:cubicBezTo>
                    <a:pt x="185" y="64"/>
                    <a:pt x="184" y="69"/>
                    <a:pt x="179" y="74"/>
                  </a:cubicBezTo>
                  <a:cubicBezTo>
                    <a:pt x="175" y="79"/>
                    <a:pt x="180" y="80"/>
                    <a:pt x="190" y="76"/>
                  </a:cubicBezTo>
                  <a:cubicBezTo>
                    <a:pt x="199" y="73"/>
                    <a:pt x="193" y="79"/>
                    <a:pt x="196" y="82"/>
                  </a:cubicBezTo>
                  <a:cubicBezTo>
                    <a:pt x="199" y="85"/>
                    <a:pt x="206" y="80"/>
                    <a:pt x="210" y="75"/>
                  </a:cubicBezTo>
                  <a:cubicBezTo>
                    <a:pt x="214" y="71"/>
                    <a:pt x="220" y="71"/>
                    <a:pt x="220" y="69"/>
                  </a:cubicBezTo>
                  <a:cubicBezTo>
                    <a:pt x="220" y="66"/>
                    <a:pt x="216" y="65"/>
                    <a:pt x="212" y="67"/>
                  </a:cubicBezTo>
                  <a:cubicBezTo>
                    <a:pt x="209" y="68"/>
                    <a:pt x="200" y="67"/>
                    <a:pt x="203" y="65"/>
                  </a:cubicBezTo>
                  <a:cubicBezTo>
                    <a:pt x="206" y="62"/>
                    <a:pt x="205" y="60"/>
                    <a:pt x="201" y="60"/>
                  </a:cubicBezTo>
                  <a:cubicBezTo>
                    <a:pt x="196" y="61"/>
                    <a:pt x="188" y="58"/>
                    <a:pt x="192" y="57"/>
                  </a:cubicBezTo>
                  <a:cubicBezTo>
                    <a:pt x="196" y="55"/>
                    <a:pt x="189" y="50"/>
                    <a:pt x="186" y="51"/>
                  </a:cubicBezTo>
                  <a:cubicBezTo>
                    <a:pt x="182" y="51"/>
                    <a:pt x="183" y="47"/>
                    <a:pt x="184" y="44"/>
                  </a:cubicBezTo>
                  <a:cubicBezTo>
                    <a:pt x="184" y="41"/>
                    <a:pt x="174" y="40"/>
                    <a:pt x="176" y="39"/>
                  </a:cubicBezTo>
                  <a:cubicBezTo>
                    <a:pt x="178" y="38"/>
                    <a:pt x="171" y="36"/>
                    <a:pt x="170" y="38"/>
                  </a:cubicBezTo>
                  <a:cubicBezTo>
                    <a:pt x="168" y="40"/>
                    <a:pt x="165" y="39"/>
                    <a:pt x="165" y="36"/>
                  </a:cubicBezTo>
                  <a:cubicBezTo>
                    <a:pt x="165" y="33"/>
                    <a:pt x="158" y="34"/>
                    <a:pt x="155" y="34"/>
                  </a:cubicBezTo>
                  <a:cubicBezTo>
                    <a:pt x="152" y="35"/>
                    <a:pt x="153" y="28"/>
                    <a:pt x="150" y="26"/>
                  </a:cubicBezTo>
                  <a:cubicBezTo>
                    <a:pt x="147" y="23"/>
                    <a:pt x="143" y="30"/>
                    <a:pt x="141" y="30"/>
                  </a:cubicBezTo>
                  <a:cubicBezTo>
                    <a:pt x="139" y="29"/>
                    <a:pt x="143" y="25"/>
                    <a:pt x="144" y="22"/>
                  </a:cubicBezTo>
                  <a:cubicBezTo>
                    <a:pt x="145" y="19"/>
                    <a:pt x="134" y="15"/>
                    <a:pt x="132" y="18"/>
                  </a:cubicBezTo>
                  <a:cubicBezTo>
                    <a:pt x="131" y="21"/>
                    <a:pt x="129" y="13"/>
                    <a:pt x="126" y="12"/>
                  </a:cubicBezTo>
                  <a:cubicBezTo>
                    <a:pt x="124" y="12"/>
                    <a:pt x="126" y="17"/>
                    <a:pt x="124" y="18"/>
                  </a:cubicBezTo>
                  <a:cubicBezTo>
                    <a:pt x="121" y="18"/>
                    <a:pt x="118" y="21"/>
                    <a:pt x="122" y="23"/>
                  </a:cubicBezTo>
                  <a:cubicBezTo>
                    <a:pt x="126" y="26"/>
                    <a:pt x="130" y="38"/>
                    <a:pt x="129" y="40"/>
                  </a:cubicBezTo>
                  <a:cubicBezTo>
                    <a:pt x="129" y="42"/>
                    <a:pt x="117" y="31"/>
                    <a:pt x="117" y="26"/>
                  </a:cubicBezTo>
                  <a:cubicBezTo>
                    <a:pt x="116" y="21"/>
                    <a:pt x="110" y="16"/>
                    <a:pt x="109" y="20"/>
                  </a:cubicBezTo>
                  <a:cubicBezTo>
                    <a:pt x="107" y="24"/>
                    <a:pt x="103" y="25"/>
                    <a:pt x="104" y="29"/>
                  </a:cubicBezTo>
                  <a:cubicBezTo>
                    <a:pt x="106" y="33"/>
                    <a:pt x="101" y="34"/>
                    <a:pt x="101" y="31"/>
                  </a:cubicBezTo>
                  <a:cubicBezTo>
                    <a:pt x="101" y="28"/>
                    <a:pt x="95" y="25"/>
                    <a:pt x="93" y="24"/>
                  </a:cubicBezTo>
                  <a:cubicBezTo>
                    <a:pt x="91" y="24"/>
                    <a:pt x="99" y="23"/>
                    <a:pt x="102" y="21"/>
                  </a:cubicBezTo>
                  <a:cubicBezTo>
                    <a:pt x="106" y="19"/>
                    <a:pt x="99" y="17"/>
                    <a:pt x="96" y="19"/>
                  </a:cubicBezTo>
                  <a:cubicBezTo>
                    <a:pt x="93" y="21"/>
                    <a:pt x="88" y="17"/>
                    <a:pt x="86" y="20"/>
                  </a:cubicBezTo>
                  <a:cubicBezTo>
                    <a:pt x="84" y="23"/>
                    <a:pt x="82" y="20"/>
                    <a:pt x="78" y="19"/>
                  </a:cubicBezTo>
                  <a:cubicBezTo>
                    <a:pt x="75" y="19"/>
                    <a:pt x="72" y="24"/>
                    <a:pt x="69" y="23"/>
                  </a:cubicBezTo>
                  <a:cubicBezTo>
                    <a:pt x="67" y="22"/>
                    <a:pt x="65" y="28"/>
                    <a:pt x="69" y="35"/>
                  </a:cubicBezTo>
                  <a:cubicBezTo>
                    <a:pt x="73" y="41"/>
                    <a:pt x="76" y="33"/>
                    <a:pt x="81" y="34"/>
                  </a:cubicBezTo>
                  <a:close/>
                  <a:moveTo>
                    <a:pt x="71" y="54"/>
                  </a:moveTo>
                  <a:cubicBezTo>
                    <a:pt x="74" y="55"/>
                    <a:pt x="76" y="60"/>
                    <a:pt x="79" y="59"/>
                  </a:cubicBezTo>
                  <a:cubicBezTo>
                    <a:pt x="80" y="59"/>
                    <a:pt x="75" y="53"/>
                    <a:pt x="71" y="50"/>
                  </a:cubicBezTo>
                  <a:cubicBezTo>
                    <a:pt x="68" y="46"/>
                    <a:pt x="68" y="43"/>
                    <a:pt x="64" y="44"/>
                  </a:cubicBezTo>
                  <a:cubicBezTo>
                    <a:pt x="59" y="45"/>
                    <a:pt x="68" y="53"/>
                    <a:pt x="71" y="54"/>
                  </a:cubicBezTo>
                  <a:close/>
                  <a:moveTo>
                    <a:pt x="150" y="13"/>
                  </a:moveTo>
                  <a:cubicBezTo>
                    <a:pt x="153" y="15"/>
                    <a:pt x="147" y="15"/>
                    <a:pt x="149" y="18"/>
                  </a:cubicBezTo>
                  <a:cubicBezTo>
                    <a:pt x="157" y="25"/>
                    <a:pt x="186" y="17"/>
                    <a:pt x="190" y="19"/>
                  </a:cubicBezTo>
                  <a:cubicBezTo>
                    <a:pt x="194" y="21"/>
                    <a:pt x="165" y="24"/>
                    <a:pt x="167" y="27"/>
                  </a:cubicBezTo>
                  <a:cubicBezTo>
                    <a:pt x="168" y="30"/>
                    <a:pt x="191" y="32"/>
                    <a:pt x="193" y="30"/>
                  </a:cubicBezTo>
                  <a:cubicBezTo>
                    <a:pt x="195" y="28"/>
                    <a:pt x="199" y="34"/>
                    <a:pt x="207" y="35"/>
                  </a:cubicBezTo>
                  <a:cubicBezTo>
                    <a:pt x="214" y="35"/>
                    <a:pt x="214" y="32"/>
                    <a:pt x="219" y="32"/>
                  </a:cubicBezTo>
                  <a:cubicBezTo>
                    <a:pt x="225" y="31"/>
                    <a:pt x="234" y="29"/>
                    <a:pt x="234" y="25"/>
                  </a:cubicBezTo>
                  <a:cubicBezTo>
                    <a:pt x="234" y="22"/>
                    <a:pt x="251" y="18"/>
                    <a:pt x="249" y="13"/>
                  </a:cubicBezTo>
                  <a:cubicBezTo>
                    <a:pt x="248" y="7"/>
                    <a:pt x="232" y="11"/>
                    <a:pt x="227" y="9"/>
                  </a:cubicBezTo>
                  <a:cubicBezTo>
                    <a:pt x="223" y="6"/>
                    <a:pt x="212" y="3"/>
                    <a:pt x="210" y="7"/>
                  </a:cubicBezTo>
                  <a:cubicBezTo>
                    <a:pt x="209" y="10"/>
                    <a:pt x="206" y="11"/>
                    <a:pt x="204" y="10"/>
                  </a:cubicBezTo>
                  <a:cubicBezTo>
                    <a:pt x="203" y="8"/>
                    <a:pt x="205" y="0"/>
                    <a:pt x="198" y="3"/>
                  </a:cubicBezTo>
                  <a:cubicBezTo>
                    <a:pt x="190" y="5"/>
                    <a:pt x="197" y="13"/>
                    <a:pt x="196" y="14"/>
                  </a:cubicBezTo>
                  <a:cubicBezTo>
                    <a:pt x="194" y="15"/>
                    <a:pt x="187" y="12"/>
                    <a:pt x="187" y="9"/>
                  </a:cubicBezTo>
                  <a:cubicBezTo>
                    <a:pt x="186" y="5"/>
                    <a:pt x="178" y="12"/>
                    <a:pt x="177" y="8"/>
                  </a:cubicBezTo>
                  <a:cubicBezTo>
                    <a:pt x="176" y="4"/>
                    <a:pt x="167" y="1"/>
                    <a:pt x="165" y="1"/>
                  </a:cubicBezTo>
                  <a:cubicBezTo>
                    <a:pt x="163" y="1"/>
                    <a:pt x="167" y="4"/>
                    <a:pt x="166" y="6"/>
                  </a:cubicBezTo>
                  <a:cubicBezTo>
                    <a:pt x="165" y="8"/>
                    <a:pt x="160" y="4"/>
                    <a:pt x="158" y="4"/>
                  </a:cubicBezTo>
                  <a:cubicBezTo>
                    <a:pt x="156" y="4"/>
                    <a:pt x="159" y="8"/>
                    <a:pt x="158" y="10"/>
                  </a:cubicBezTo>
                  <a:cubicBezTo>
                    <a:pt x="157" y="12"/>
                    <a:pt x="153" y="4"/>
                    <a:pt x="149" y="4"/>
                  </a:cubicBezTo>
                  <a:cubicBezTo>
                    <a:pt x="146" y="4"/>
                    <a:pt x="147" y="8"/>
                    <a:pt x="145" y="8"/>
                  </a:cubicBezTo>
                  <a:cubicBezTo>
                    <a:pt x="142" y="9"/>
                    <a:pt x="148" y="12"/>
                    <a:pt x="150" y="13"/>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4" name="Freeform 140"/>
            <p:cNvSpPr>
              <a:spLocks noChangeArrowheads="1"/>
            </p:cNvSpPr>
            <p:nvPr/>
          </p:nvSpPr>
          <p:spPr bwMode="auto">
            <a:xfrm>
              <a:off x="7694639" y="865187"/>
              <a:ext cx="73025" cy="26988"/>
            </a:xfrm>
            <a:custGeom>
              <a:avLst/>
              <a:gdLst>
                <a:gd name="T0" fmla="*/ 17 w 38"/>
                <a:gd name="T1" fmla="*/ 2 h 14"/>
                <a:gd name="T2" fmla="*/ 3 w 38"/>
                <a:gd name="T3" fmla="*/ 6 h 14"/>
                <a:gd name="T4" fmla="*/ 24 w 38"/>
                <a:gd name="T5" fmla="*/ 11 h 14"/>
                <a:gd name="T6" fmla="*/ 38 w 38"/>
                <a:gd name="T7" fmla="*/ 9 h 14"/>
                <a:gd name="T8" fmla="*/ 17 w 38"/>
                <a:gd name="T9" fmla="*/ 2 h 14"/>
                <a:gd name="T10" fmla="*/ 0 60000 65536"/>
                <a:gd name="T11" fmla="*/ 0 60000 65536"/>
                <a:gd name="T12" fmla="*/ 0 60000 65536"/>
                <a:gd name="T13" fmla="*/ 0 60000 65536"/>
                <a:gd name="T14" fmla="*/ 0 60000 65536"/>
                <a:gd name="T15" fmla="*/ 0 w 38"/>
                <a:gd name="T16" fmla="*/ 0 h 14"/>
                <a:gd name="T17" fmla="*/ 38 w 38"/>
                <a:gd name="T18" fmla="*/ 14 h 14"/>
              </a:gdLst>
              <a:ahLst/>
              <a:cxnLst>
                <a:cxn ang="T10">
                  <a:pos x="T0" y="T1"/>
                </a:cxn>
                <a:cxn ang="T11">
                  <a:pos x="T2" y="T3"/>
                </a:cxn>
                <a:cxn ang="T12">
                  <a:pos x="T4" y="T5"/>
                </a:cxn>
                <a:cxn ang="T13">
                  <a:pos x="T6" y="T7"/>
                </a:cxn>
                <a:cxn ang="T14">
                  <a:pos x="T8" y="T9"/>
                </a:cxn>
              </a:cxnLst>
              <a:rect l="T15" t="T16" r="T17" b="T18"/>
              <a:pathLst>
                <a:path w="38" h="14">
                  <a:moveTo>
                    <a:pt x="17" y="2"/>
                  </a:moveTo>
                  <a:cubicBezTo>
                    <a:pt x="15" y="3"/>
                    <a:pt x="0" y="2"/>
                    <a:pt x="3" y="6"/>
                  </a:cubicBezTo>
                  <a:cubicBezTo>
                    <a:pt x="6" y="9"/>
                    <a:pt x="18" y="7"/>
                    <a:pt x="24" y="11"/>
                  </a:cubicBezTo>
                  <a:cubicBezTo>
                    <a:pt x="30" y="14"/>
                    <a:pt x="38" y="11"/>
                    <a:pt x="38" y="9"/>
                  </a:cubicBezTo>
                  <a:cubicBezTo>
                    <a:pt x="38" y="6"/>
                    <a:pt x="19" y="0"/>
                    <a:pt x="17" y="2"/>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5" name="Freeform 141"/>
            <p:cNvSpPr>
              <a:spLocks noEditPoints="1" noChangeArrowheads="1"/>
            </p:cNvSpPr>
            <p:nvPr/>
          </p:nvSpPr>
          <p:spPr bwMode="auto">
            <a:xfrm>
              <a:off x="6416696" y="1409701"/>
              <a:ext cx="369889" cy="368300"/>
            </a:xfrm>
            <a:custGeom>
              <a:avLst/>
              <a:gdLst>
                <a:gd name="T0" fmla="*/ 171 w 193"/>
                <a:gd name="T1" fmla="*/ 24 h 193"/>
                <a:gd name="T2" fmla="*/ 139 w 193"/>
                <a:gd name="T3" fmla="*/ 9 h 193"/>
                <a:gd name="T4" fmla="*/ 135 w 193"/>
                <a:gd name="T5" fmla="*/ 31 h 193"/>
                <a:gd name="T6" fmla="*/ 121 w 193"/>
                <a:gd name="T7" fmla="*/ 41 h 193"/>
                <a:gd name="T8" fmla="*/ 119 w 193"/>
                <a:gd name="T9" fmla="*/ 57 h 193"/>
                <a:gd name="T10" fmla="*/ 131 w 193"/>
                <a:gd name="T11" fmla="*/ 53 h 193"/>
                <a:gd name="T12" fmla="*/ 134 w 193"/>
                <a:gd name="T13" fmla="*/ 44 h 193"/>
                <a:gd name="T14" fmla="*/ 158 w 193"/>
                <a:gd name="T15" fmla="*/ 45 h 193"/>
                <a:gd name="T16" fmla="*/ 180 w 193"/>
                <a:gd name="T17" fmla="*/ 32 h 193"/>
                <a:gd name="T18" fmla="*/ 182 w 193"/>
                <a:gd name="T19" fmla="*/ 21 h 193"/>
                <a:gd name="T20" fmla="*/ 119 w 193"/>
                <a:gd name="T21" fmla="*/ 82 h 193"/>
                <a:gd name="T22" fmla="*/ 106 w 193"/>
                <a:gd name="T23" fmla="*/ 108 h 193"/>
                <a:gd name="T24" fmla="*/ 89 w 193"/>
                <a:gd name="T25" fmla="*/ 112 h 193"/>
                <a:gd name="T26" fmla="*/ 73 w 193"/>
                <a:gd name="T27" fmla="*/ 132 h 193"/>
                <a:gd name="T28" fmla="*/ 53 w 193"/>
                <a:gd name="T29" fmla="*/ 136 h 193"/>
                <a:gd name="T30" fmla="*/ 19 w 193"/>
                <a:gd name="T31" fmla="*/ 150 h 193"/>
                <a:gd name="T32" fmla="*/ 31 w 193"/>
                <a:gd name="T33" fmla="*/ 154 h 193"/>
                <a:gd name="T34" fmla="*/ 64 w 193"/>
                <a:gd name="T35" fmla="*/ 157 h 193"/>
                <a:gd name="T36" fmla="*/ 81 w 193"/>
                <a:gd name="T37" fmla="*/ 149 h 193"/>
                <a:gd name="T38" fmla="*/ 99 w 193"/>
                <a:gd name="T39" fmla="*/ 146 h 193"/>
                <a:gd name="T40" fmla="*/ 114 w 193"/>
                <a:gd name="T41" fmla="*/ 140 h 193"/>
                <a:gd name="T42" fmla="*/ 128 w 193"/>
                <a:gd name="T43" fmla="*/ 122 h 193"/>
                <a:gd name="T44" fmla="*/ 141 w 193"/>
                <a:gd name="T45" fmla="*/ 93 h 193"/>
                <a:gd name="T46" fmla="*/ 121 w 193"/>
                <a:gd name="T47" fmla="*/ 67 h 193"/>
                <a:gd name="T48" fmla="*/ 37 w 193"/>
                <a:gd name="T49" fmla="*/ 156 h 193"/>
                <a:gd name="T50" fmla="*/ 42 w 193"/>
                <a:gd name="T51" fmla="*/ 168 h 193"/>
                <a:gd name="T52" fmla="*/ 59 w 193"/>
                <a:gd name="T53" fmla="*/ 155 h 193"/>
                <a:gd name="T54" fmla="*/ 25 w 193"/>
                <a:gd name="T55" fmla="*/ 166 h 193"/>
                <a:gd name="T56" fmla="*/ 7 w 193"/>
                <a:gd name="T57" fmla="*/ 163 h 193"/>
                <a:gd name="T58" fmla="*/ 8 w 193"/>
                <a:gd name="T59" fmla="*/ 168 h 193"/>
                <a:gd name="T60" fmla="*/ 14 w 193"/>
                <a:gd name="T61" fmla="*/ 193 h 193"/>
                <a:gd name="T62" fmla="*/ 25 w 193"/>
                <a:gd name="T63" fmla="*/ 166 h 19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3"/>
                <a:gd name="T97" fmla="*/ 0 h 193"/>
                <a:gd name="T98" fmla="*/ 193 w 193"/>
                <a:gd name="T99" fmla="*/ 193 h 19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3" h="193">
                  <a:moveTo>
                    <a:pt x="182" y="21"/>
                  </a:moveTo>
                  <a:cubicBezTo>
                    <a:pt x="180" y="18"/>
                    <a:pt x="176" y="23"/>
                    <a:pt x="171" y="24"/>
                  </a:cubicBezTo>
                  <a:cubicBezTo>
                    <a:pt x="166" y="25"/>
                    <a:pt x="150" y="12"/>
                    <a:pt x="146" y="6"/>
                  </a:cubicBezTo>
                  <a:cubicBezTo>
                    <a:pt x="142" y="0"/>
                    <a:pt x="136" y="5"/>
                    <a:pt x="139" y="9"/>
                  </a:cubicBezTo>
                  <a:cubicBezTo>
                    <a:pt x="142" y="13"/>
                    <a:pt x="138" y="15"/>
                    <a:pt x="138" y="21"/>
                  </a:cubicBezTo>
                  <a:cubicBezTo>
                    <a:pt x="138" y="27"/>
                    <a:pt x="134" y="27"/>
                    <a:pt x="135" y="31"/>
                  </a:cubicBezTo>
                  <a:cubicBezTo>
                    <a:pt x="136" y="35"/>
                    <a:pt x="130" y="34"/>
                    <a:pt x="126" y="35"/>
                  </a:cubicBezTo>
                  <a:cubicBezTo>
                    <a:pt x="122" y="35"/>
                    <a:pt x="126" y="39"/>
                    <a:pt x="121" y="41"/>
                  </a:cubicBezTo>
                  <a:cubicBezTo>
                    <a:pt x="117" y="43"/>
                    <a:pt x="117" y="47"/>
                    <a:pt x="119" y="48"/>
                  </a:cubicBezTo>
                  <a:cubicBezTo>
                    <a:pt x="122" y="49"/>
                    <a:pt x="120" y="54"/>
                    <a:pt x="119" y="57"/>
                  </a:cubicBezTo>
                  <a:cubicBezTo>
                    <a:pt x="119" y="60"/>
                    <a:pt x="122" y="57"/>
                    <a:pt x="125" y="54"/>
                  </a:cubicBezTo>
                  <a:cubicBezTo>
                    <a:pt x="128" y="51"/>
                    <a:pt x="130" y="56"/>
                    <a:pt x="131" y="53"/>
                  </a:cubicBezTo>
                  <a:cubicBezTo>
                    <a:pt x="132" y="50"/>
                    <a:pt x="124" y="48"/>
                    <a:pt x="124" y="45"/>
                  </a:cubicBezTo>
                  <a:cubicBezTo>
                    <a:pt x="125" y="41"/>
                    <a:pt x="130" y="46"/>
                    <a:pt x="134" y="44"/>
                  </a:cubicBezTo>
                  <a:cubicBezTo>
                    <a:pt x="138" y="42"/>
                    <a:pt x="146" y="43"/>
                    <a:pt x="151" y="48"/>
                  </a:cubicBezTo>
                  <a:cubicBezTo>
                    <a:pt x="156" y="52"/>
                    <a:pt x="157" y="50"/>
                    <a:pt x="158" y="45"/>
                  </a:cubicBezTo>
                  <a:cubicBezTo>
                    <a:pt x="159" y="40"/>
                    <a:pt x="167" y="37"/>
                    <a:pt x="174" y="37"/>
                  </a:cubicBezTo>
                  <a:cubicBezTo>
                    <a:pt x="182" y="37"/>
                    <a:pt x="183" y="34"/>
                    <a:pt x="180" y="32"/>
                  </a:cubicBezTo>
                  <a:cubicBezTo>
                    <a:pt x="178" y="30"/>
                    <a:pt x="193" y="21"/>
                    <a:pt x="193" y="18"/>
                  </a:cubicBezTo>
                  <a:cubicBezTo>
                    <a:pt x="192" y="15"/>
                    <a:pt x="185" y="24"/>
                    <a:pt x="182" y="21"/>
                  </a:cubicBezTo>
                  <a:close/>
                  <a:moveTo>
                    <a:pt x="121" y="67"/>
                  </a:moveTo>
                  <a:cubicBezTo>
                    <a:pt x="118" y="68"/>
                    <a:pt x="115" y="79"/>
                    <a:pt x="119" y="82"/>
                  </a:cubicBezTo>
                  <a:cubicBezTo>
                    <a:pt x="123" y="85"/>
                    <a:pt x="113" y="90"/>
                    <a:pt x="113" y="97"/>
                  </a:cubicBezTo>
                  <a:cubicBezTo>
                    <a:pt x="114" y="103"/>
                    <a:pt x="107" y="103"/>
                    <a:pt x="106" y="108"/>
                  </a:cubicBezTo>
                  <a:cubicBezTo>
                    <a:pt x="105" y="112"/>
                    <a:pt x="102" y="111"/>
                    <a:pt x="96" y="116"/>
                  </a:cubicBezTo>
                  <a:cubicBezTo>
                    <a:pt x="90" y="120"/>
                    <a:pt x="87" y="115"/>
                    <a:pt x="89" y="112"/>
                  </a:cubicBezTo>
                  <a:cubicBezTo>
                    <a:pt x="90" y="109"/>
                    <a:pt x="80" y="114"/>
                    <a:pt x="80" y="121"/>
                  </a:cubicBezTo>
                  <a:cubicBezTo>
                    <a:pt x="81" y="128"/>
                    <a:pt x="71" y="129"/>
                    <a:pt x="73" y="132"/>
                  </a:cubicBezTo>
                  <a:cubicBezTo>
                    <a:pt x="76" y="136"/>
                    <a:pt x="66" y="138"/>
                    <a:pt x="66" y="135"/>
                  </a:cubicBezTo>
                  <a:cubicBezTo>
                    <a:pt x="67" y="132"/>
                    <a:pt x="60" y="133"/>
                    <a:pt x="53" y="136"/>
                  </a:cubicBezTo>
                  <a:cubicBezTo>
                    <a:pt x="45" y="139"/>
                    <a:pt x="40" y="133"/>
                    <a:pt x="36" y="137"/>
                  </a:cubicBezTo>
                  <a:cubicBezTo>
                    <a:pt x="32" y="142"/>
                    <a:pt x="24" y="149"/>
                    <a:pt x="19" y="150"/>
                  </a:cubicBezTo>
                  <a:cubicBezTo>
                    <a:pt x="13" y="151"/>
                    <a:pt x="16" y="158"/>
                    <a:pt x="19" y="157"/>
                  </a:cubicBezTo>
                  <a:cubicBezTo>
                    <a:pt x="23" y="155"/>
                    <a:pt x="29" y="157"/>
                    <a:pt x="31" y="154"/>
                  </a:cubicBezTo>
                  <a:cubicBezTo>
                    <a:pt x="33" y="151"/>
                    <a:pt x="49" y="147"/>
                    <a:pt x="59" y="147"/>
                  </a:cubicBezTo>
                  <a:cubicBezTo>
                    <a:pt x="69" y="147"/>
                    <a:pt x="63" y="152"/>
                    <a:pt x="64" y="157"/>
                  </a:cubicBezTo>
                  <a:cubicBezTo>
                    <a:pt x="65" y="162"/>
                    <a:pt x="73" y="161"/>
                    <a:pt x="77" y="156"/>
                  </a:cubicBezTo>
                  <a:cubicBezTo>
                    <a:pt x="82" y="151"/>
                    <a:pt x="85" y="152"/>
                    <a:pt x="81" y="149"/>
                  </a:cubicBezTo>
                  <a:cubicBezTo>
                    <a:pt x="78" y="146"/>
                    <a:pt x="82" y="143"/>
                    <a:pt x="85" y="147"/>
                  </a:cubicBezTo>
                  <a:cubicBezTo>
                    <a:pt x="87" y="151"/>
                    <a:pt x="96" y="151"/>
                    <a:pt x="99" y="146"/>
                  </a:cubicBezTo>
                  <a:cubicBezTo>
                    <a:pt x="102" y="141"/>
                    <a:pt x="103" y="147"/>
                    <a:pt x="107" y="147"/>
                  </a:cubicBezTo>
                  <a:cubicBezTo>
                    <a:pt x="111" y="146"/>
                    <a:pt x="114" y="136"/>
                    <a:pt x="114" y="140"/>
                  </a:cubicBezTo>
                  <a:cubicBezTo>
                    <a:pt x="114" y="144"/>
                    <a:pt x="121" y="143"/>
                    <a:pt x="125" y="138"/>
                  </a:cubicBezTo>
                  <a:cubicBezTo>
                    <a:pt x="129" y="134"/>
                    <a:pt x="125" y="126"/>
                    <a:pt x="128" y="122"/>
                  </a:cubicBezTo>
                  <a:cubicBezTo>
                    <a:pt x="130" y="118"/>
                    <a:pt x="133" y="110"/>
                    <a:pt x="130" y="105"/>
                  </a:cubicBezTo>
                  <a:cubicBezTo>
                    <a:pt x="128" y="100"/>
                    <a:pt x="136" y="97"/>
                    <a:pt x="141" y="93"/>
                  </a:cubicBezTo>
                  <a:cubicBezTo>
                    <a:pt x="145" y="89"/>
                    <a:pt x="136" y="69"/>
                    <a:pt x="135" y="63"/>
                  </a:cubicBezTo>
                  <a:cubicBezTo>
                    <a:pt x="135" y="57"/>
                    <a:pt x="124" y="65"/>
                    <a:pt x="121" y="67"/>
                  </a:cubicBezTo>
                  <a:close/>
                  <a:moveTo>
                    <a:pt x="48" y="153"/>
                  </a:moveTo>
                  <a:cubicBezTo>
                    <a:pt x="46" y="157"/>
                    <a:pt x="42" y="155"/>
                    <a:pt x="37" y="156"/>
                  </a:cubicBezTo>
                  <a:cubicBezTo>
                    <a:pt x="32" y="157"/>
                    <a:pt x="32" y="170"/>
                    <a:pt x="35" y="171"/>
                  </a:cubicBezTo>
                  <a:cubicBezTo>
                    <a:pt x="38" y="172"/>
                    <a:pt x="41" y="172"/>
                    <a:pt x="42" y="168"/>
                  </a:cubicBezTo>
                  <a:cubicBezTo>
                    <a:pt x="43" y="164"/>
                    <a:pt x="48" y="163"/>
                    <a:pt x="51" y="165"/>
                  </a:cubicBezTo>
                  <a:cubicBezTo>
                    <a:pt x="55" y="166"/>
                    <a:pt x="59" y="160"/>
                    <a:pt x="59" y="155"/>
                  </a:cubicBezTo>
                  <a:cubicBezTo>
                    <a:pt x="59" y="150"/>
                    <a:pt x="49" y="150"/>
                    <a:pt x="48" y="153"/>
                  </a:cubicBezTo>
                  <a:close/>
                  <a:moveTo>
                    <a:pt x="25" y="166"/>
                  </a:moveTo>
                  <a:cubicBezTo>
                    <a:pt x="25" y="163"/>
                    <a:pt x="17" y="164"/>
                    <a:pt x="17" y="161"/>
                  </a:cubicBezTo>
                  <a:cubicBezTo>
                    <a:pt x="17" y="158"/>
                    <a:pt x="12" y="159"/>
                    <a:pt x="7" y="163"/>
                  </a:cubicBezTo>
                  <a:cubicBezTo>
                    <a:pt x="2" y="167"/>
                    <a:pt x="0" y="167"/>
                    <a:pt x="2" y="171"/>
                  </a:cubicBezTo>
                  <a:cubicBezTo>
                    <a:pt x="4" y="175"/>
                    <a:pt x="7" y="171"/>
                    <a:pt x="8" y="168"/>
                  </a:cubicBezTo>
                  <a:cubicBezTo>
                    <a:pt x="10" y="164"/>
                    <a:pt x="13" y="173"/>
                    <a:pt x="10" y="179"/>
                  </a:cubicBezTo>
                  <a:cubicBezTo>
                    <a:pt x="7" y="185"/>
                    <a:pt x="10" y="193"/>
                    <a:pt x="14" y="193"/>
                  </a:cubicBezTo>
                  <a:cubicBezTo>
                    <a:pt x="18" y="192"/>
                    <a:pt x="22" y="180"/>
                    <a:pt x="27" y="174"/>
                  </a:cubicBezTo>
                  <a:cubicBezTo>
                    <a:pt x="32" y="167"/>
                    <a:pt x="25" y="170"/>
                    <a:pt x="25" y="166"/>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6" name="Freeform 142"/>
            <p:cNvSpPr>
              <a:spLocks noEditPoints="1" noChangeArrowheads="1"/>
            </p:cNvSpPr>
            <p:nvPr/>
          </p:nvSpPr>
          <p:spPr bwMode="auto">
            <a:xfrm>
              <a:off x="5240356" y="1185863"/>
              <a:ext cx="1293818" cy="896939"/>
            </a:xfrm>
            <a:custGeom>
              <a:avLst/>
              <a:gdLst>
                <a:gd name="T0" fmla="*/ 643 w 677"/>
                <a:gd name="T1" fmla="*/ 87 h 469"/>
                <a:gd name="T2" fmla="*/ 610 w 677"/>
                <a:gd name="T3" fmla="*/ 63 h 469"/>
                <a:gd name="T4" fmla="*/ 583 w 677"/>
                <a:gd name="T5" fmla="*/ 26 h 469"/>
                <a:gd name="T6" fmla="*/ 544 w 677"/>
                <a:gd name="T7" fmla="*/ 1 h 469"/>
                <a:gd name="T8" fmla="*/ 517 w 677"/>
                <a:gd name="T9" fmla="*/ 21 h 469"/>
                <a:gd name="T10" fmla="*/ 495 w 677"/>
                <a:gd name="T11" fmla="*/ 54 h 469"/>
                <a:gd name="T12" fmla="*/ 461 w 677"/>
                <a:gd name="T13" fmla="*/ 73 h 469"/>
                <a:gd name="T14" fmla="*/ 482 w 677"/>
                <a:gd name="T15" fmla="*/ 86 h 469"/>
                <a:gd name="T16" fmla="*/ 481 w 677"/>
                <a:gd name="T17" fmla="*/ 105 h 469"/>
                <a:gd name="T18" fmla="*/ 422 w 677"/>
                <a:gd name="T19" fmla="*/ 126 h 469"/>
                <a:gd name="T20" fmla="*/ 380 w 677"/>
                <a:gd name="T21" fmla="*/ 162 h 469"/>
                <a:gd name="T22" fmla="*/ 315 w 677"/>
                <a:gd name="T23" fmla="*/ 166 h 469"/>
                <a:gd name="T24" fmla="*/ 241 w 677"/>
                <a:gd name="T25" fmla="*/ 156 h 469"/>
                <a:gd name="T26" fmla="*/ 210 w 677"/>
                <a:gd name="T27" fmla="*/ 125 h 469"/>
                <a:gd name="T28" fmla="*/ 182 w 677"/>
                <a:gd name="T29" fmla="*/ 90 h 469"/>
                <a:gd name="T30" fmla="*/ 153 w 677"/>
                <a:gd name="T31" fmla="*/ 65 h 469"/>
                <a:gd name="T32" fmla="*/ 137 w 677"/>
                <a:gd name="T33" fmla="*/ 76 h 469"/>
                <a:gd name="T34" fmla="*/ 111 w 677"/>
                <a:gd name="T35" fmla="*/ 96 h 469"/>
                <a:gd name="T36" fmla="*/ 88 w 677"/>
                <a:gd name="T37" fmla="*/ 121 h 469"/>
                <a:gd name="T38" fmla="*/ 78 w 677"/>
                <a:gd name="T39" fmla="*/ 150 h 469"/>
                <a:gd name="T40" fmla="*/ 52 w 677"/>
                <a:gd name="T41" fmla="*/ 175 h 469"/>
                <a:gd name="T42" fmla="*/ 19 w 677"/>
                <a:gd name="T43" fmla="*/ 186 h 469"/>
                <a:gd name="T44" fmla="*/ 0 w 677"/>
                <a:gd name="T45" fmla="*/ 200 h 469"/>
                <a:gd name="T46" fmla="*/ 15 w 677"/>
                <a:gd name="T47" fmla="*/ 232 h 469"/>
                <a:gd name="T48" fmla="*/ 39 w 677"/>
                <a:gd name="T49" fmla="*/ 254 h 469"/>
                <a:gd name="T50" fmla="*/ 59 w 677"/>
                <a:gd name="T51" fmla="*/ 247 h 469"/>
                <a:gd name="T52" fmla="*/ 56 w 677"/>
                <a:gd name="T53" fmla="*/ 276 h 469"/>
                <a:gd name="T54" fmla="*/ 56 w 677"/>
                <a:gd name="T55" fmla="*/ 304 h 469"/>
                <a:gd name="T56" fmla="*/ 77 w 677"/>
                <a:gd name="T57" fmla="*/ 322 h 469"/>
                <a:gd name="T58" fmla="*/ 138 w 677"/>
                <a:gd name="T59" fmla="*/ 347 h 469"/>
                <a:gd name="T60" fmla="*/ 162 w 677"/>
                <a:gd name="T61" fmla="*/ 353 h 469"/>
                <a:gd name="T62" fmla="*/ 183 w 677"/>
                <a:gd name="T63" fmla="*/ 347 h 469"/>
                <a:gd name="T64" fmla="*/ 210 w 677"/>
                <a:gd name="T65" fmla="*/ 340 h 469"/>
                <a:gd name="T66" fmla="*/ 243 w 677"/>
                <a:gd name="T67" fmla="*/ 340 h 469"/>
                <a:gd name="T68" fmla="*/ 261 w 677"/>
                <a:gd name="T69" fmla="*/ 352 h 469"/>
                <a:gd name="T70" fmla="*/ 256 w 677"/>
                <a:gd name="T71" fmla="*/ 395 h 469"/>
                <a:gd name="T72" fmla="*/ 274 w 677"/>
                <a:gd name="T73" fmla="*/ 419 h 469"/>
                <a:gd name="T74" fmla="*/ 298 w 677"/>
                <a:gd name="T75" fmla="*/ 430 h 469"/>
                <a:gd name="T76" fmla="*/ 316 w 677"/>
                <a:gd name="T77" fmla="*/ 412 h 469"/>
                <a:gd name="T78" fmla="*/ 352 w 677"/>
                <a:gd name="T79" fmla="*/ 410 h 469"/>
                <a:gd name="T80" fmla="*/ 375 w 677"/>
                <a:gd name="T81" fmla="*/ 425 h 469"/>
                <a:gd name="T82" fmla="*/ 393 w 677"/>
                <a:gd name="T83" fmla="*/ 440 h 469"/>
                <a:gd name="T84" fmla="*/ 445 w 677"/>
                <a:gd name="T85" fmla="*/ 413 h 469"/>
                <a:gd name="T86" fmla="*/ 484 w 677"/>
                <a:gd name="T87" fmla="*/ 392 h 469"/>
                <a:gd name="T88" fmla="*/ 504 w 677"/>
                <a:gd name="T89" fmla="*/ 368 h 469"/>
                <a:gd name="T90" fmla="*/ 523 w 677"/>
                <a:gd name="T91" fmla="*/ 345 h 469"/>
                <a:gd name="T92" fmla="*/ 527 w 677"/>
                <a:gd name="T93" fmla="*/ 323 h 469"/>
                <a:gd name="T94" fmla="*/ 522 w 677"/>
                <a:gd name="T95" fmla="*/ 306 h 469"/>
                <a:gd name="T96" fmla="*/ 519 w 677"/>
                <a:gd name="T97" fmla="*/ 290 h 469"/>
                <a:gd name="T98" fmla="*/ 505 w 677"/>
                <a:gd name="T99" fmla="*/ 252 h 469"/>
                <a:gd name="T100" fmla="*/ 536 w 677"/>
                <a:gd name="T101" fmla="*/ 234 h 469"/>
                <a:gd name="T102" fmla="*/ 496 w 677"/>
                <a:gd name="T103" fmla="*/ 223 h 469"/>
                <a:gd name="T104" fmla="*/ 512 w 677"/>
                <a:gd name="T105" fmla="*/ 192 h 469"/>
                <a:gd name="T106" fmla="*/ 529 w 677"/>
                <a:gd name="T107" fmla="*/ 208 h 469"/>
                <a:gd name="T108" fmla="*/ 580 w 677"/>
                <a:gd name="T109" fmla="*/ 179 h 469"/>
                <a:gd name="T110" fmla="*/ 606 w 677"/>
                <a:gd name="T111" fmla="*/ 168 h 469"/>
                <a:gd name="T112" fmla="*/ 633 w 677"/>
                <a:gd name="T113" fmla="*/ 157 h 469"/>
                <a:gd name="T114" fmla="*/ 636 w 677"/>
                <a:gd name="T115" fmla="*/ 127 h 469"/>
                <a:gd name="T116" fmla="*/ 667 w 677"/>
                <a:gd name="T117" fmla="*/ 107 h 469"/>
                <a:gd name="T118" fmla="*/ 516 w 677"/>
                <a:gd name="T119" fmla="*/ 418 h 469"/>
                <a:gd name="T120" fmla="*/ 380 w 677"/>
                <a:gd name="T121" fmla="*/ 460 h 46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77"/>
                <a:gd name="T184" fmla="*/ 0 h 469"/>
                <a:gd name="T185" fmla="*/ 677 w 677"/>
                <a:gd name="T186" fmla="*/ 469 h 46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77" h="469">
                  <a:moveTo>
                    <a:pt x="673" y="83"/>
                  </a:moveTo>
                  <a:cubicBezTo>
                    <a:pt x="673" y="77"/>
                    <a:pt x="666" y="79"/>
                    <a:pt x="664" y="81"/>
                  </a:cubicBezTo>
                  <a:cubicBezTo>
                    <a:pt x="662" y="83"/>
                    <a:pt x="655" y="81"/>
                    <a:pt x="653" y="85"/>
                  </a:cubicBezTo>
                  <a:cubicBezTo>
                    <a:pt x="651" y="89"/>
                    <a:pt x="648" y="87"/>
                    <a:pt x="643" y="87"/>
                  </a:cubicBezTo>
                  <a:cubicBezTo>
                    <a:pt x="638" y="88"/>
                    <a:pt x="632" y="86"/>
                    <a:pt x="632" y="83"/>
                  </a:cubicBezTo>
                  <a:cubicBezTo>
                    <a:pt x="632" y="80"/>
                    <a:pt x="629" y="77"/>
                    <a:pt x="630" y="73"/>
                  </a:cubicBezTo>
                  <a:cubicBezTo>
                    <a:pt x="630" y="70"/>
                    <a:pt x="625" y="71"/>
                    <a:pt x="622" y="68"/>
                  </a:cubicBezTo>
                  <a:cubicBezTo>
                    <a:pt x="618" y="65"/>
                    <a:pt x="612" y="62"/>
                    <a:pt x="610" y="63"/>
                  </a:cubicBezTo>
                  <a:cubicBezTo>
                    <a:pt x="609" y="64"/>
                    <a:pt x="605" y="59"/>
                    <a:pt x="599" y="59"/>
                  </a:cubicBezTo>
                  <a:cubicBezTo>
                    <a:pt x="594" y="59"/>
                    <a:pt x="594" y="55"/>
                    <a:pt x="595" y="53"/>
                  </a:cubicBezTo>
                  <a:cubicBezTo>
                    <a:pt x="596" y="50"/>
                    <a:pt x="590" y="43"/>
                    <a:pt x="589" y="39"/>
                  </a:cubicBezTo>
                  <a:cubicBezTo>
                    <a:pt x="588" y="35"/>
                    <a:pt x="584" y="34"/>
                    <a:pt x="583" y="26"/>
                  </a:cubicBezTo>
                  <a:cubicBezTo>
                    <a:pt x="581" y="17"/>
                    <a:pt x="576" y="19"/>
                    <a:pt x="577" y="15"/>
                  </a:cubicBezTo>
                  <a:cubicBezTo>
                    <a:pt x="578" y="11"/>
                    <a:pt x="572" y="9"/>
                    <a:pt x="570" y="7"/>
                  </a:cubicBezTo>
                  <a:cubicBezTo>
                    <a:pt x="568" y="5"/>
                    <a:pt x="561" y="6"/>
                    <a:pt x="556" y="3"/>
                  </a:cubicBezTo>
                  <a:cubicBezTo>
                    <a:pt x="551" y="0"/>
                    <a:pt x="548" y="2"/>
                    <a:pt x="544" y="1"/>
                  </a:cubicBezTo>
                  <a:cubicBezTo>
                    <a:pt x="539" y="0"/>
                    <a:pt x="528" y="2"/>
                    <a:pt x="527" y="2"/>
                  </a:cubicBezTo>
                  <a:cubicBezTo>
                    <a:pt x="526" y="2"/>
                    <a:pt x="517" y="1"/>
                    <a:pt x="513" y="7"/>
                  </a:cubicBezTo>
                  <a:cubicBezTo>
                    <a:pt x="508" y="13"/>
                    <a:pt x="512" y="13"/>
                    <a:pt x="514" y="13"/>
                  </a:cubicBezTo>
                  <a:cubicBezTo>
                    <a:pt x="516" y="13"/>
                    <a:pt x="517" y="19"/>
                    <a:pt x="517" y="21"/>
                  </a:cubicBezTo>
                  <a:cubicBezTo>
                    <a:pt x="517" y="23"/>
                    <a:pt x="514" y="26"/>
                    <a:pt x="512" y="27"/>
                  </a:cubicBezTo>
                  <a:cubicBezTo>
                    <a:pt x="510" y="27"/>
                    <a:pt x="506" y="35"/>
                    <a:pt x="505" y="37"/>
                  </a:cubicBezTo>
                  <a:cubicBezTo>
                    <a:pt x="504" y="40"/>
                    <a:pt x="499" y="47"/>
                    <a:pt x="500" y="49"/>
                  </a:cubicBezTo>
                  <a:cubicBezTo>
                    <a:pt x="500" y="51"/>
                    <a:pt x="497" y="54"/>
                    <a:pt x="495" y="54"/>
                  </a:cubicBezTo>
                  <a:cubicBezTo>
                    <a:pt x="492" y="54"/>
                    <a:pt x="486" y="59"/>
                    <a:pt x="484" y="60"/>
                  </a:cubicBezTo>
                  <a:cubicBezTo>
                    <a:pt x="482" y="60"/>
                    <a:pt x="474" y="59"/>
                    <a:pt x="473" y="57"/>
                  </a:cubicBezTo>
                  <a:cubicBezTo>
                    <a:pt x="473" y="56"/>
                    <a:pt x="472" y="55"/>
                    <a:pt x="471" y="55"/>
                  </a:cubicBezTo>
                  <a:cubicBezTo>
                    <a:pt x="461" y="73"/>
                    <a:pt x="461" y="73"/>
                    <a:pt x="461" y="73"/>
                  </a:cubicBezTo>
                  <a:cubicBezTo>
                    <a:pt x="461" y="78"/>
                    <a:pt x="461" y="78"/>
                    <a:pt x="461" y="78"/>
                  </a:cubicBezTo>
                  <a:cubicBezTo>
                    <a:pt x="461" y="78"/>
                    <a:pt x="455" y="80"/>
                    <a:pt x="459" y="84"/>
                  </a:cubicBezTo>
                  <a:cubicBezTo>
                    <a:pt x="464" y="89"/>
                    <a:pt x="464" y="85"/>
                    <a:pt x="471" y="85"/>
                  </a:cubicBezTo>
                  <a:cubicBezTo>
                    <a:pt x="477" y="85"/>
                    <a:pt x="480" y="90"/>
                    <a:pt x="482" y="86"/>
                  </a:cubicBezTo>
                  <a:cubicBezTo>
                    <a:pt x="483" y="83"/>
                    <a:pt x="489" y="81"/>
                    <a:pt x="493" y="85"/>
                  </a:cubicBezTo>
                  <a:cubicBezTo>
                    <a:pt x="496" y="89"/>
                    <a:pt x="508" y="97"/>
                    <a:pt x="507" y="100"/>
                  </a:cubicBezTo>
                  <a:cubicBezTo>
                    <a:pt x="507" y="104"/>
                    <a:pt x="500" y="103"/>
                    <a:pt x="496" y="102"/>
                  </a:cubicBezTo>
                  <a:cubicBezTo>
                    <a:pt x="491" y="100"/>
                    <a:pt x="485" y="105"/>
                    <a:pt x="481" y="105"/>
                  </a:cubicBezTo>
                  <a:cubicBezTo>
                    <a:pt x="477" y="105"/>
                    <a:pt x="472" y="106"/>
                    <a:pt x="467" y="110"/>
                  </a:cubicBezTo>
                  <a:cubicBezTo>
                    <a:pt x="463" y="115"/>
                    <a:pt x="464" y="119"/>
                    <a:pt x="457" y="120"/>
                  </a:cubicBezTo>
                  <a:cubicBezTo>
                    <a:pt x="451" y="121"/>
                    <a:pt x="448" y="120"/>
                    <a:pt x="440" y="125"/>
                  </a:cubicBezTo>
                  <a:cubicBezTo>
                    <a:pt x="433" y="130"/>
                    <a:pt x="425" y="128"/>
                    <a:pt x="422" y="126"/>
                  </a:cubicBezTo>
                  <a:cubicBezTo>
                    <a:pt x="419" y="125"/>
                    <a:pt x="414" y="124"/>
                    <a:pt x="411" y="129"/>
                  </a:cubicBezTo>
                  <a:cubicBezTo>
                    <a:pt x="408" y="134"/>
                    <a:pt x="415" y="137"/>
                    <a:pt x="414" y="142"/>
                  </a:cubicBezTo>
                  <a:cubicBezTo>
                    <a:pt x="414" y="148"/>
                    <a:pt x="406" y="147"/>
                    <a:pt x="400" y="153"/>
                  </a:cubicBezTo>
                  <a:cubicBezTo>
                    <a:pt x="395" y="160"/>
                    <a:pt x="385" y="163"/>
                    <a:pt x="380" y="162"/>
                  </a:cubicBezTo>
                  <a:cubicBezTo>
                    <a:pt x="375" y="161"/>
                    <a:pt x="364" y="158"/>
                    <a:pt x="355" y="163"/>
                  </a:cubicBezTo>
                  <a:cubicBezTo>
                    <a:pt x="345" y="167"/>
                    <a:pt x="339" y="174"/>
                    <a:pt x="335" y="173"/>
                  </a:cubicBezTo>
                  <a:cubicBezTo>
                    <a:pt x="332" y="172"/>
                    <a:pt x="332" y="168"/>
                    <a:pt x="326" y="169"/>
                  </a:cubicBezTo>
                  <a:cubicBezTo>
                    <a:pt x="321" y="169"/>
                    <a:pt x="318" y="168"/>
                    <a:pt x="315" y="166"/>
                  </a:cubicBezTo>
                  <a:cubicBezTo>
                    <a:pt x="311" y="163"/>
                    <a:pt x="308" y="167"/>
                    <a:pt x="302" y="163"/>
                  </a:cubicBezTo>
                  <a:cubicBezTo>
                    <a:pt x="297" y="158"/>
                    <a:pt x="286" y="159"/>
                    <a:pt x="282" y="158"/>
                  </a:cubicBezTo>
                  <a:cubicBezTo>
                    <a:pt x="278" y="158"/>
                    <a:pt x="261" y="158"/>
                    <a:pt x="255" y="158"/>
                  </a:cubicBezTo>
                  <a:cubicBezTo>
                    <a:pt x="249" y="157"/>
                    <a:pt x="241" y="159"/>
                    <a:pt x="241" y="156"/>
                  </a:cubicBezTo>
                  <a:cubicBezTo>
                    <a:pt x="240" y="153"/>
                    <a:pt x="236" y="151"/>
                    <a:pt x="234" y="145"/>
                  </a:cubicBezTo>
                  <a:cubicBezTo>
                    <a:pt x="233" y="138"/>
                    <a:pt x="229" y="136"/>
                    <a:pt x="225" y="135"/>
                  </a:cubicBezTo>
                  <a:cubicBezTo>
                    <a:pt x="222" y="134"/>
                    <a:pt x="221" y="131"/>
                    <a:pt x="218" y="130"/>
                  </a:cubicBezTo>
                  <a:cubicBezTo>
                    <a:pt x="217" y="130"/>
                    <a:pt x="215" y="125"/>
                    <a:pt x="210" y="125"/>
                  </a:cubicBezTo>
                  <a:cubicBezTo>
                    <a:pt x="205" y="125"/>
                    <a:pt x="187" y="123"/>
                    <a:pt x="184" y="119"/>
                  </a:cubicBezTo>
                  <a:cubicBezTo>
                    <a:pt x="182" y="115"/>
                    <a:pt x="187" y="114"/>
                    <a:pt x="187" y="109"/>
                  </a:cubicBezTo>
                  <a:cubicBezTo>
                    <a:pt x="187" y="105"/>
                    <a:pt x="190" y="100"/>
                    <a:pt x="188" y="98"/>
                  </a:cubicBezTo>
                  <a:cubicBezTo>
                    <a:pt x="186" y="97"/>
                    <a:pt x="182" y="93"/>
                    <a:pt x="182" y="90"/>
                  </a:cubicBezTo>
                  <a:cubicBezTo>
                    <a:pt x="181" y="86"/>
                    <a:pt x="176" y="82"/>
                    <a:pt x="172" y="82"/>
                  </a:cubicBezTo>
                  <a:cubicBezTo>
                    <a:pt x="168" y="82"/>
                    <a:pt x="165" y="79"/>
                    <a:pt x="162" y="76"/>
                  </a:cubicBezTo>
                  <a:cubicBezTo>
                    <a:pt x="158" y="73"/>
                    <a:pt x="155" y="73"/>
                    <a:pt x="154" y="66"/>
                  </a:cubicBezTo>
                  <a:cubicBezTo>
                    <a:pt x="154" y="65"/>
                    <a:pt x="153" y="65"/>
                    <a:pt x="153" y="65"/>
                  </a:cubicBezTo>
                  <a:cubicBezTo>
                    <a:pt x="152" y="64"/>
                    <a:pt x="150" y="64"/>
                    <a:pt x="149" y="64"/>
                  </a:cubicBezTo>
                  <a:cubicBezTo>
                    <a:pt x="148" y="64"/>
                    <a:pt x="147" y="63"/>
                    <a:pt x="146" y="62"/>
                  </a:cubicBezTo>
                  <a:cubicBezTo>
                    <a:pt x="145" y="65"/>
                    <a:pt x="142" y="67"/>
                    <a:pt x="142" y="69"/>
                  </a:cubicBezTo>
                  <a:cubicBezTo>
                    <a:pt x="142" y="72"/>
                    <a:pt x="141" y="76"/>
                    <a:pt x="137" y="76"/>
                  </a:cubicBezTo>
                  <a:cubicBezTo>
                    <a:pt x="134" y="76"/>
                    <a:pt x="130" y="78"/>
                    <a:pt x="130" y="84"/>
                  </a:cubicBezTo>
                  <a:cubicBezTo>
                    <a:pt x="130" y="90"/>
                    <a:pt x="133" y="91"/>
                    <a:pt x="132" y="93"/>
                  </a:cubicBezTo>
                  <a:cubicBezTo>
                    <a:pt x="130" y="96"/>
                    <a:pt x="123" y="98"/>
                    <a:pt x="121" y="97"/>
                  </a:cubicBezTo>
                  <a:cubicBezTo>
                    <a:pt x="119" y="96"/>
                    <a:pt x="114" y="97"/>
                    <a:pt x="111" y="96"/>
                  </a:cubicBezTo>
                  <a:cubicBezTo>
                    <a:pt x="107" y="96"/>
                    <a:pt x="104" y="91"/>
                    <a:pt x="103" y="96"/>
                  </a:cubicBezTo>
                  <a:cubicBezTo>
                    <a:pt x="102" y="101"/>
                    <a:pt x="94" y="116"/>
                    <a:pt x="96" y="118"/>
                  </a:cubicBezTo>
                  <a:cubicBezTo>
                    <a:pt x="98" y="119"/>
                    <a:pt x="99" y="123"/>
                    <a:pt x="96" y="123"/>
                  </a:cubicBezTo>
                  <a:cubicBezTo>
                    <a:pt x="93" y="123"/>
                    <a:pt x="90" y="123"/>
                    <a:pt x="88" y="121"/>
                  </a:cubicBezTo>
                  <a:cubicBezTo>
                    <a:pt x="86" y="119"/>
                    <a:pt x="81" y="123"/>
                    <a:pt x="77" y="123"/>
                  </a:cubicBezTo>
                  <a:cubicBezTo>
                    <a:pt x="76" y="123"/>
                    <a:pt x="68" y="126"/>
                    <a:pt x="71" y="128"/>
                  </a:cubicBezTo>
                  <a:cubicBezTo>
                    <a:pt x="73" y="129"/>
                    <a:pt x="73" y="135"/>
                    <a:pt x="73" y="137"/>
                  </a:cubicBezTo>
                  <a:cubicBezTo>
                    <a:pt x="73" y="140"/>
                    <a:pt x="79" y="147"/>
                    <a:pt x="78" y="150"/>
                  </a:cubicBezTo>
                  <a:cubicBezTo>
                    <a:pt x="77" y="152"/>
                    <a:pt x="72" y="155"/>
                    <a:pt x="72" y="158"/>
                  </a:cubicBezTo>
                  <a:cubicBezTo>
                    <a:pt x="72" y="162"/>
                    <a:pt x="73" y="165"/>
                    <a:pt x="71" y="165"/>
                  </a:cubicBezTo>
                  <a:cubicBezTo>
                    <a:pt x="69" y="166"/>
                    <a:pt x="64" y="168"/>
                    <a:pt x="61" y="170"/>
                  </a:cubicBezTo>
                  <a:cubicBezTo>
                    <a:pt x="58" y="172"/>
                    <a:pt x="54" y="172"/>
                    <a:pt x="52" y="175"/>
                  </a:cubicBezTo>
                  <a:cubicBezTo>
                    <a:pt x="51" y="178"/>
                    <a:pt x="49" y="181"/>
                    <a:pt x="43" y="180"/>
                  </a:cubicBezTo>
                  <a:cubicBezTo>
                    <a:pt x="39" y="180"/>
                    <a:pt x="37" y="179"/>
                    <a:pt x="33" y="183"/>
                  </a:cubicBezTo>
                  <a:cubicBezTo>
                    <a:pt x="30" y="188"/>
                    <a:pt x="29" y="186"/>
                    <a:pt x="26" y="188"/>
                  </a:cubicBezTo>
                  <a:cubicBezTo>
                    <a:pt x="24" y="190"/>
                    <a:pt x="21" y="186"/>
                    <a:pt x="19" y="186"/>
                  </a:cubicBezTo>
                  <a:cubicBezTo>
                    <a:pt x="17" y="185"/>
                    <a:pt x="15" y="188"/>
                    <a:pt x="13" y="188"/>
                  </a:cubicBezTo>
                  <a:cubicBezTo>
                    <a:pt x="11" y="188"/>
                    <a:pt x="9" y="191"/>
                    <a:pt x="6" y="192"/>
                  </a:cubicBezTo>
                  <a:cubicBezTo>
                    <a:pt x="4" y="193"/>
                    <a:pt x="1" y="192"/>
                    <a:pt x="1" y="195"/>
                  </a:cubicBezTo>
                  <a:cubicBezTo>
                    <a:pt x="1" y="197"/>
                    <a:pt x="1" y="199"/>
                    <a:pt x="0" y="200"/>
                  </a:cubicBezTo>
                  <a:cubicBezTo>
                    <a:pt x="0" y="200"/>
                    <a:pt x="0" y="200"/>
                    <a:pt x="0" y="200"/>
                  </a:cubicBezTo>
                  <a:cubicBezTo>
                    <a:pt x="1" y="210"/>
                    <a:pt x="1" y="210"/>
                    <a:pt x="1" y="210"/>
                  </a:cubicBezTo>
                  <a:cubicBezTo>
                    <a:pt x="1" y="210"/>
                    <a:pt x="12" y="214"/>
                    <a:pt x="12" y="217"/>
                  </a:cubicBezTo>
                  <a:cubicBezTo>
                    <a:pt x="13" y="221"/>
                    <a:pt x="15" y="232"/>
                    <a:pt x="15" y="232"/>
                  </a:cubicBezTo>
                  <a:cubicBezTo>
                    <a:pt x="15" y="232"/>
                    <a:pt x="15" y="232"/>
                    <a:pt x="14" y="232"/>
                  </a:cubicBezTo>
                  <a:cubicBezTo>
                    <a:pt x="19" y="236"/>
                    <a:pt x="25" y="239"/>
                    <a:pt x="25" y="241"/>
                  </a:cubicBezTo>
                  <a:cubicBezTo>
                    <a:pt x="25" y="242"/>
                    <a:pt x="25" y="247"/>
                    <a:pt x="30" y="249"/>
                  </a:cubicBezTo>
                  <a:cubicBezTo>
                    <a:pt x="34" y="251"/>
                    <a:pt x="37" y="253"/>
                    <a:pt x="39" y="254"/>
                  </a:cubicBezTo>
                  <a:cubicBezTo>
                    <a:pt x="39" y="253"/>
                    <a:pt x="40" y="253"/>
                    <a:pt x="40" y="253"/>
                  </a:cubicBezTo>
                  <a:cubicBezTo>
                    <a:pt x="44" y="252"/>
                    <a:pt x="44" y="252"/>
                    <a:pt x="44" y="252"/>
                  </a:cubicBezTo>
                  <a:cubicBezTo>
                    <a:pt x="44" y="252"/>
                    <a:pt x="45" y="253"/>
                    <a:pt x="47" y="255"/>
                  </a:cubicBezTo>
                  <a:cubicBezTo>
                    <a:pt x="48" y="251"/>
                    <a:pt x="55" y="247"/>
                    <a:pt x="59" y="247"/>
                  </a:cubicBezTo>
                  <a:cubicBezTo>
                    <a:pt x="64" y="248"/>
                    <a:pt x="73" y="255"/>
                    <a:pt x="72" y="258"/>
                  </a:cubicBezTo>
                  <a:cubicBezTo>
                    <a:pt x="71" y="261"/>
                    <a:pt x="64" y="271"/>
                    <a:pt x="61" y="272"/>
                  </a:cubicBezTo>
                  <a:cubicBezTo>
                    <a:pt x="60" y="272"/>
                    <a:pt x="58" y="272"/>
                    <a:pt x="56" y="272"/>
                  </a:cubicBezTo>
                  <a:cubicBezTo>
                    <a:pt x="56" y="274"/>
                    <a:pt x="56" y="275"/>
                    <a:pt x="56" y="276"/>
                  </a:cubicBezTo>
                  <a:cubicBezTo>
                    <a:pt x="56" y="278"/>
                    <a:pt x="60" y="282"/>
                    <a:pt x="62" y="286"/>
                  </a:cubicBezTo>
                  <a:cubicBezTo>
                    <a:pt x="64" y="290"/>
                    <a:pt x="58" y="292"/>
                    <a:pt x="55" y="290"/>
                  </a:cubicBezTo>
                  <a:cubicBezTo>
                    <a:pt x="52" y="287"/>
                    <a:pt x="51" y="292"/>
                    <a:pt x="52" y="295"/>
                  </a:cubicBezTo>
                  <a:cubicBezTo>
                    <a:pt x="54" y="297"/>
                    <a:pt x="53" y="303"/>
                    <a:pt x="56" y="304"/>
                  </a:cubicBezTo>
                  <a:cubicBezTo>
                    <a:pt x="60" y="304"/>
                    <a:pt x="62" y="310"/>
                    <a:pt x="66" y="310"/>
                  </a:cubicBezTo>
                  <a:cubicBezTo>
                    <a:pt x="69" y="310"/>
                    <a:pt x="73" y="316"/>
                    <a:pt x="73" y="316"/>
                  </a:cubicBezTo>
                  <a:cubicBezTo>
                    <a:pt x="73" y="316"/>
                    <a:pt x="77" y="319"/>
                    <a:pt x="77" y="321"/>
                  </a:cubicBezTo>
                  <a:cubicBezTo>
                    <a:pt x="77" y="321"/>
                    <a:pt x="77" y="321"/>
                    <a:pt x="77" y="322"/>
                  </a:cubicBezTo>
                  <a:cubicBezTo>
                    <a:pt x="81" y="321"/>
                    <a:pt x="84" y="321"/>
                    <a:pt x="84" y="320"/>
                  </a:cubicBezTo>
                  <a:cubicBezTo>
                    <a:pt x="85" y="318"/>
                    <a:pt x="90" y="318"/>
                    <a:pt x="93" y="321"/>
                  </a:cubicBezTo>
                  <a:cubicBezTo>
                    <a:pt x="97" y="325"/>
                    <a:pt x="111" y="334"/>
                    <a:pt x="116" y="338"/>
                  </a:cubicBezTo>
                  <a:cubicBezTo>
                    <a:pt x="121" y="342"/>
                    <a:pt x="134" y="347"/>
                    <a:pt x="138" y="347"/>
                  </a:cubicBezTo>
                  <a:cubicBezTo>
                    <a:pt x="142" y="347"/>
                    <a:pt x="146" y="350"/>
                    <a:pt x="153" y="350"/>
                  </a:cubicBezTo>
                  <a:cubicBezTo>
                    <a:pt x="154" y="349"/>
                    <a:pt x="154" y="350"/>
                    <a:pt x="155" y="350"/>
                  </a:cubicBezTo>
                  <a:cubicBezTo>
                    <a:pt x="156" y="349"/>
                    <a:pt x="158" y="349"/>
                    <a:pt x="159" y="347"/>
                  </a:cubicBezTo>
                  <a:cubicBezTo>
                    <a:pt x="161" y="344"/>
                    <a:pt x="163" y="349"/>
                    <a:pt x="162" y="353"/>
                  </a:cubicBezTo>
                  <a:cubicBezTo>
                    <a:pt x="162" y="354"/>
                    <a:pt x="162" y="356"/>
                    <a:pt x="163" y="358"/>
                  </a:cubicBezTo>
                  <a:cubicBezTo>
                    <a:pt x="164" y="356"/>
                    <a:pt x="165" y="355"/>
                    <a:pt x="166" y="353"/>
                  </a:cubicBezTo>
                  <a:cubicBezTo>
                    <a:pt x="168" y="347"/>
                    <a:pt x="171" y="348"/>
                    <a:pt x="174" y="346"/>
                  </a:cubicBezTo>
                  <a:cubicBezTo>
                    <a:pt x="176" y="344"/>
                    <a:pt x="178" y="345"/>
                    <a:pt x="183" y="347"/>
                  </a:cubicBezTo>
                  <a:cubicBezTo>
                    <a:pt x="187" y="350"/>
                    <a:pt x="189" y="345"/>
                    <a:pt x="196" y="351"/>
                  </a:cubicBezTo>
                  <a:cubicBezTo>
                    <a:pt x="197" y="350"/>
                    <a:pt x="199" y="349"/>
                    <a:pt x="200" y="349"/>
                  </a:cubicBezTo>
                  <a:cubicBezTo>
                    <a:pt x="201" y="349"/>
                    <a:pt x="203" y="347"/>
                    <a:pt x="205" y="345"/>
                  </a:cubicBezTo>
                  <a:cubicBezTo>
                    <a:pt x="207" y="342"/>
                    <a:pt x="207" y="340"/>
                    <a:pt x="210" y="340"/>
                  </a:cubicBezTo>
                  <a:cubicBezTo>
                    <a:pt x="212" y="341"/>
                    <a:pt x="214" y="337"/>
                    <a:pt x="219" y="334"/>
                  </a:cubicBezTo>
                  <a:cubicBezTo>
                    <a:pt x="225" y="331"/>
                    <a:pt x="230" y="336"/>
                    <a:pt x="233" y="333"/>
                  </a:cubicBezTo>
                  <a:cubicBezTo>
                    <a:pt x="235" y="331"/>
                    <a:pt x="239" y="330"/>
                    <a:pt x="239" y="333"/>
                  </a:cubicBezTo>
                  <a:cubicBezTo>
                    <a:pt x="239" y="335"/>
                    <a:pt x="242" y="337"/>
                    <a:pt x="243" y="340"/>
                  </a:cubicBezTo>
                  <a:cubicBezTo>
                    <a:pt x="244" y="342"/>
                    <a:pt x="248" y="343"/>
                    <a:pt x="249" y="344"/>
                  </a:cubicBezTo>
                  <a:cubicBezTo>
                    <a:pt x="250" y="343"/>
                    <a:pt x="251" y="343"/>
                    <a:pt x="251" y="343"/>
                  </a:cubicBezTo>
                  <a:cubicBezTo>
                    <a:pt x="254" y="341"/>
                    <a:pt x="259" y="343"/>
                    <a:pt x="259" y="346"/>
                  </a:cubicBezTo>
                  <a:cubicBezTo>
                    <a:pt x="259" y="349"/>
                    <a:pt x="259" y="352"/>
                    <a:pt x="261" y="352"/>
                  </a:cubicBezTo>
                  <a:cubicBezTo>
                    <a:pt x="264" y="352"/>
                    <a:pt x="266" y="352"/>
                    <a:pt x="266" y="358"/>
                  </a:cubicBezTo>
                  <a:cubicBezTo>
                    <a:pt x="266" y="363"/>
                    <a:pt x="268" y="369"/>
                    <a:pt x="263" y="374"/>
                  </a:cubicBezTo>
                  <a:cubicBezTo>
                    <a:pt x="258" y="379"/>
                    <a:pt x="253" y="387"/>
                    <a:pt x="254" y="390"/>
                  </a:cubicBezTo>
                  <a:cubicBezTo>
                    <a:pt x="255" y="392"/>
                    <a:pt x="252" y="397"/>
                    <a:pt x="256" y="395"/>
                  </a:cubicBezTo>
                  <a:cubicBezTo>
                    <a:pt x="259" y="394"/>
                    <a:pt x="267" y="395"/>
                    <a:pt x="266" y="397"/>
                  </a:cubicBezTo>
                  <a:cubicBezTo>
                    <a:pt x="265" y="399"/>
                    <a:pt x="266" y="406"/>
                    <a:pt x="270" y="407"/>
                  </a:cubicBezTo>
                  <a:cubicBezTo>
                    <a:pt x="273" y="407"/>
                    <a:pt x="275" y="409"/>
                    <a:pt x="274" y="412"/>
                  </a:cubicBezTo>
                  <a:cubicBezTo>
                    <a:pt x="273" y="415"/>
                    <a:pt x="271" y="419"/>
                    <a:pt x="274" y="419"/>
                  </a:cubicBezTo>
                  <a:cubicBezTo>
                    <a:pt x="277" y="419"/>
                    <a:pt x="281" y="419"/>
                    <a:pt x="280" y="422"/>
                  </a:cubicBezTo>
                  <a:cubicBezTo>
                    <a:pt x="280" y="425"/>
                    <a:pt x="282" y="428"/>
                    <a:pt x="287" y="426"/>
                  </a:cubicBezTo>
                  <a:cubicBezTo>
                    <a:pt x="290" y="425"/>
                    <a:pt x="292" y="424"/>
                    <a:pt x="292" y="425"/>
                  </a:cubicBezTo>
                  <a:cubicBezTo>
                    <a:pt x="294" y="425"/>
                    <a:pt x="294" y="429"/>
                    <a:pt x="298" y="430"/>
                  </a:cubicBezTo>
                  <a:cubicBezTo>
                    <a:pt x="301" y="431"/>
                    <a:pt x="300" y="422"/>
                    <a:pt x="298" y="421"/>
                  </a:cubicBezTo>
                  <a:cubicBezTo>
                    <a:pt x="297" y="420"/>
                    <a:pt x="299" y="414"/>
                    <a:pt x="300" y="415"/>
                  </a:cubicBezTo>
                  <a:cubicBezTo>
                    <a:pt x="301" y="417"/>
                    <a:pt x="305" y="415"/>
                    <a:pt x="308" y="413"/>
                  </a:cubicBezTo>
                  <a:cubicBezTo>
                    <a:pt x="310" y="410"/>
                    <a:pt x="314" y="415"/>
                    <a:pt x="316" y="412"/>
                  </a:cubicBezTo>
                  <a:cubicBezTo>
                    <a:pt x="318" y="409"/>
                    <a:pt x="322" y="414"/>
                    <a:pt x="326" y="412"/>
                  </a:cubicBezTo>
                  <a:cubicBezTo>
                    <a:pt x="330" y="410"/>
                    <a:pt x="332" y="414"/>
                    <a:pt x="333" y="410"/>
                  </a:cubicBezTo>
                  <a:cubicBezTo>
                    <a:pt x="335" y="407"/>
                    <a:pt x="341" y="403"/>
                    <a:pt x="342" y="405"/>
                  </a:cubicBezTo>
                  <a:cubicBezTo>
                    <a:pt x="344" y="406"/>
                    <a:pt x="344" y="409"/>
                    <a:pt x="352" y="410"/>
                  </a:cubicBezTo>
                  <a:cubicBezTo>
                    <a:pt x="359" y="410"/>
                    <a:pt x="355" y="414"/>
                    <a:pt x="355" y="416"/>
                  </a:cubicBezTo>
                  <a:cubicBezTo>
                    <a:pt x="355" y="418"/>
                    <a:pt x="363" y="424"/>
                    <a:pt x="366" y="425"/>
                  </a:cubicBezTo>
                  <a:cubicBezTo>
                    <a:pt x="366" y="425"/>
                    <a:pt x="367" y="425"/>
                    <a:pt x="368" y="427"/>
                  </a:cubicBezTo>
                  <a:cubicBezTo>
                    <a:pt x="370" y="425"/>
                    <a:pt x="374" y="427"/>
                    <a:pt x="375" y="425"/>
                  </a:cubicBezTo>
                  <a:cubicBezTo>
                    <a:pt x="376" y="422"/>
                    <a:pt x="380" y="423"/>
                    <a:pt x="381" y="425"/>
                  </a:cubicBezTo>
                  <a:cubicBezTo>
                    <a:pt x="383" y="428"/>
                    <a:pt x="384" y="428"/>
                    <a:pt x="388" y="425"/>
                  </a:cubicBezTo>
                  <a:cubicBezTo>
                    <a:pt x="391" y="422"/>
                    <a:pt x="393" y="428"/>
                    <a:pt x="391" y="430"/>
                  </a:cubicBezTo>
                  <a:cubicBezTo>
                    <a:pt x="389" y="431"/>
                    <a:pt x="390" y="437"/>
                    <a:pt x="393" y="440"/>
                  </a:cubicBezTo>
                  <a:cubicBezTo>
                    <a:pt x="396" y="443"/>
                    <a:pt x="397" y="438"/>
                    <a:pt x="396" y="435"/>
                  </a:cubicBezTo>
                  <a:cubicBezTo>
                    <a:pt x="396" y="432"/>
                    <a:pt x="402" y="429"/>
                    <a:pt x="412" y="425"/>
                  </a:cubicBezTo>
                  <a:cubicBezTo>
                    <a:pt x="423" y="422"/>
                    <a:pt x="434" y="414"/>
                    <a:pt x="434" y="412"/>
                  </a:cubicBezTo>
                  <a:cubicBezTo>
                    <a:pt x="434" y="411"/>
                    <a:pt x="442" y="415"/>
                    <a:pt x="445" y="413"/>
                  </a:cubicBezTo>
                  <a:cubicBezTo>
                    <a:pt x="449" y="410"/>
                    <a:pt x="461" y="410"/>
                    <a:pt x="465" y="410"/>
                  </a:cubicBezTo>
                  <a:cubicBezTo>
                    <a:pt x="468" y="409"/>
                    <a:pt x="468" y="407"/>
                    <a:pt x="471" y="404"/>
                  </a:cubicBezTo>
                  <a:cubicBezTo>
                    <a:pt x="475" y="401"/>
                    <a:pt x="474" y="400"/>
                    <a:pt x="478" y="398"/>
                  </a:cubicBezTo>
                  <a:cubicBezTo>
                    <a:pt x="482" y="397"/>
                    <a:pt x="484" y="394"/>
                    <a:pt x="484" y="392"/>
                  </a:cubicBezTo>
                  <a:cubicBezTo>
                    <a:pt x="484" y="390"/>
                    <a:pt x="492" y="389"/>
                    <a:pt x="492" y="387"/>
                  </a:cubicBezTo>
                  <a:cubicBezTo>
                    <a:pt x="492" y="385"/>
                    <a:pt x="498" y="384"/>
                    <a:pt x="498" y="381"/>
                  </a:cubicBezTo>
                  <a:cubicBezTo>
                    <a:pt x="498" y="379"/>
                    <a:pt x="501" y="379"/>
                    <a:pt x="503" y="377"/>
                  </a:cubicBezTo>
                  <a:cubicBezTo>
                    <a:pt x="504" y="375"/>
                    <a:pt x="501" y="369"/>
                    <a:pt x="504" y="368"/>
                  </a:cubicBezTo>
                  <a:cubicBezTo>
                    <a:pt x="507" y="368"/>
                    <a:pt x="503" y="364"/>
                    <a:pt x="503" y="363"/>
                  </a:cubicBezTo>
                  <a:cubicBezTo>
                    <a:pt x="502" y="361"/>
                    <a:pt x="508" y="361"/>
                    <a:pt x="510" y="359"/>
                  </a:cubicBezTo>
                  <a:cubicBezTo>
                    <a:pt x="513" y="357"/>
                    <a:pt x="515" y="355"/>
                    <a:pt x="516" y="351"/>
                  </a:cubicBezTo>
                  <a:cubicBezTo>
                    <a:pt x="516" y="348"/>
                    <a:pt x="521" y="345"/>
                    <a:pt x="523" y="345"/>
                  </a:cubicBezTo>
                  <a:cubicBezTo>
                    <a:pt x="525" y="344"/>
                    <a:pt x="526" y="339"/>
                    <a:pt x="525" y="335"/>
                  </a:cubicBezTo>
                  <a:cubicBezTo>
                    <a:pt x="525" y="332"/>
                    <a:pt x="529" y="333"/>
                    <a:pt x="527" y="331"/>
                  </a:cubicBezTo>
                  <a:cubicBezTo>
                    <a:pt x="525" y="330"/>
                    <a:pt x="528" y="325"/>
                    <a:pt x="532" y="324"/>
                  </a:cubicBezTo>
                  <a:cubicBezTo>
                    <a:pt x="536" y="323"/>
                    <a:pt x="529" y="321"/>
                    <a:pt x="527" y="323"/>
                  </a:cubicBezTo>
                  <a:cubicBezTo>
                    <a:pt x="525" y="325"/>
                    <a:pt x="523" y="318"/>
                    <a:pt x="521" y="321"/>
                  </a:cubicBezTo>
                  <a:cubicBezTo>
                    <a:pt x="519" y="323"/>
                    <a:pt x="513" y="319"/>
                    <a:pt x="517" y="318"/>
                  </a:cubicBezTo>
                  <a:cubicBezTo>
                    <a:pt x="520" y="317"/>
                    <a:pt x="526" y="313"/>
                    <a:pt x="529" y="312"/>
                  </a:cubicBezTo>
                  <a:cubicBezTo>
                    <a:pt x="531" y="312"/>
                    <a:pt x="525" y="306"/>
                    <a:pt x="522" y="306"/>
                  </a:cubicBezTo>
                  <a:cubicBezTo>
                    <a:pt x="519" y="306"/>
                    <a:pt x="515" y="299"/>
                    <a:pt x="512" y="299"/>
                  </a:cubicBezTo>
                  <a:cubicBezTo>
                    <a:pt x="508" y="299"/>
                    <a:pt x="514" y="297"/>
                    <a:pt x="518" y="299"/>
                  </a:cubicBezTo>
                  <a:cubicBezTo>
                    <a:pt x="522" y="301"/>
                    <a:pt x="526" y="302"/>
                    <a:pt x="528" y="301"/>
                  </a:cubicBezTo>
                  <a:cubicBezTo>
                    <a:pt x="530" y="299"/>
                    <a:pt x="522" y="292"/>
                    <a:pt x="519" y="290"/>
                  </a:cubicBezTo>
                  <a:cubicBezTo>
                    <a:pt x="516" y="288"/>
                    <a:pt x="518" y="284"/>
                    <a:pt x="517" y="283"/>
                  </a:cubicBezTo>
                  <a:cubicBezTo>
                    <a:pt x="515" y="282"/>
                    <a:pt x="511" y="273"/>
                    <a:pt x="509" y="269"/>
                  </a:cubicBezTo>
                  <a:cubicBezTo>
                    <a:pt x="508" y="266"/>
                    <a:pt x="501" y="265"/>
                    <a:pt x="499" y="262"/>
                  </a:cubicBezTo>
                  <a:cubicBezTo>
                    <a:pt x="498" y="260"/>
                    <a:pt x="500" y="254"/>
                    <a:pt x="505" y="252"/>
                  </a:cubicBezTo>
                  <a:cubicBezTo>
                    <a:pt x="510" y="250"/>
                    <a:pt x="508" y="245"/>
                    <a:pt x="510" y="246"/>
                  </a:cubicBezTo>
                  <a:cubicBezTo>
                    <a:pt x="512" y="246"/>
                    <a:pt x="514" y="245"/>
                    <a:pt x="516" y="242"/>
                  </a:cubicBezTo>
                  <a:cubicBezTo>
                    <a:pt x="518" y="238"/>
                    <a:pt x="521" y="240"/>
                    <a:pt x="523" y="238"/>
                  </a:cubicBezTo>
                  <a:cubicBezTo>
                    <a:pt x="525" y="236"/>
                    <a:pt x="533" y="236"/>
                    <a:pt x="536" y="234"/>
                  </a:cubicBezTo>
                  <a:cubicBezTo>
                    <a:pt x="539" y="232"/>
                    <a:pt x="533" y="226"/>
                    <a:pt x="529" y="227"/>
                  </a:cubicBezTo>
                  <a:cubicBezTo>
                    <a:pt x="526" y="228"/>
                    <a:pt x="521" y="227"/>
                    <a:pt x="518" y="223"/>
                  </a:cubicBezTo>
                  <a:cubicBezTo>
                    <a:pt x="516" y="219"/>
                    <a:pt x="509" y="230"/>
                    <a:pt x="503" y="232"/>
                  </a:cubicBezTo>
                  <a:cubicBezTo>
                    <a:pt x="498" y="235"/>
                    <a:pt x="495" y="228"/>
                    <a:pt x="496" y="223"/>
                  </a:cubicBezTo>
                  <a:cubicBezTo>
                    <a:pt x="498" y="219"/>
                    <a:pt x="492" y="219"/>
                    <a:pt x="485" y="219"/>
                  </a:cubicBezTo>
                  <a:cubicBezTo>
                    <a:pt x="477" y="220"/>
                    <a:pt x="480" y="206"/>
                    <a:pt x="485" y="205"/>
                  </a:cubicBezTo>
                  <a:cubicBezTo>
                    <a:pt x="489" y="205"/>
                    <a:pt x="496" y="210"/>
                    <a:pt x="499" y="201"/>
                  </a:cubicBezTo>
                  <a:cubicBezTo>
                    <a:pt x="501" y="193"/>
                    <a:pt x="505" y="199"/>
                    <a:pt x="512" y="192"/>
                  </a:cubicBezTo>
                  <a:cubicBezTo>
                    <a:pt x="518" y="185"/>
                    <a:pt x="525" y="180"/>
                    <a:pt x="531" y="185"/>
                  </a:cubicBezTo>
                  <a:cubicBezTo>
                    <a:pt x="536" y="189"/>
                    <a:pt x="525" y="196"/>
                    <a:pt x="523" y="200"/>
                  </a:cubicBezTo>
                  <a:cubicBezTo>
                    <a:pt x="521" y="204"/>
                    <a:pt x="525" y="205"/>
                    <a:pt x="522" y="209"/>
                  </a:cubicBezTo>
                  <a:cubicBezTo>
                    <a:pt x="518" y="212"/>
                    <a:pt x="523" y="213"/>
                    <a:pt x="529" y="208"/>
                  </a:cubicBezTo>
                  <a:cubicBezTo>
                    <a:pt x="536" y="204"/>
                    <a:pt x="544" y="199"/>
                    <a:pt x="550" y="197"/>
                  </a:cubicBezTo>
                  <a:cubicBezTo>
                    <a:pt x="552" y="196"/>
                    <a:pt x="554" y="196"/>
                    <a:pt x="556" y="196"/>
                  </a:cubicBezTo>
                  <a:cubicBezTo>
                    <a:pt x="557" y="194"/>
                    <a:pt x="558" y="192"/>
                    <a:pt x="559" y="191"/>
                  </a:cubicBezTo>
                  <a:cubicBezTo>
                    <a:pt x="563" y="189"/>
                    <a:pt x="578" y="182"/>
                    <a:pt x="580" y="179"/>
                  </a:cubicBezTo>
                  <a:cubicBezTo>
                    <a:pt x="582" y="177"/>
                    <a:pt x="584" y="171"/>
                    <a:pt x="587" y="171"/>
                  </a:cubicBezTo>
                  <a:cubicBezTo>
                    <a:pt x="590" y="171"/>
                    <a:pt x="590" y="174"/>
                    <a:pt x="594" y="174"/>
                  </a:cubicBezTo>
                  <a:cubicBezTo>
                    <a:pt x="599" y="174"/>
                    <a:pt x="604" y="176"/>
                    <a:pt x="602" y="172"/>
                  </a:cubicBezTo>
                  <a:cubicBezTo>
                    <a:pt x="599" y="169"/>
                    <a:pt x="601" y="169"/>
                    <a:pt x="606" y="168"/>
                  </a:cubicBezTo>
                  <a:cubicBezTo>
                    <a:pt x="611" y="167"/>
                    <a:pt x="610" y="162"/>
                    <a:pt x="614" y="162"/>
                  </a:cubicBezTo>
                  <a:cubicBezTo>
                    <a:pt x="618" y="162"/>
                    <a:pt x="617" y="153"/>
                    <a:pt x="621" y="153"/>
                  </a:cubicBezTo>
                  <a:cubicBezTo>
                    <a:pt x="624" y="153"/>
                    <a:pt x="626" y="158"/>
                    <a:pt x="630" y="157"/>
                  </a:cubicBezTo>
                  <a:cubicBezTo>
                    <a:pt x="631" y="157"/>
                    <a:pt x="632" y="157"/>
                    <a:pt x="633" y="157"/>
                  </a:cubicBezTo>
                  <a:cubicBezTo>
                    <a:pt x="634" y="157"/>
                    <a:pt x="635" y="156"/>
                    <a:pt x="636" y="155"/>
                  </a:cubicBezTo>
                  <a:cubicBezTo>
                    <a:pt x="635" y="151"/>
                    <a:pt x="636" y="147"/>
                    <a:pt x="635" y="145"/>
                  </a:cubicBezTo>
                  <a:cubicBezTo>
                    <a:pt x="633" y="141"/>
                    <a:pt x="635" y="138"/>
                    <a:pt x="634" y="135"/>
                  </a:cubicBezTo>
                  <a:cubicBezTo>
                    <a:pt x="634" y="133"/>
                    <a:pt x="633" y="127"/>
                    <a:pt x="636" y="127"/>
                  </a:cubicBezTo>
                  <a:cubicBezTo>
                    <a:pt x="639" y="127"/>
                    <a:pt x="642" y="121"/>
                    <a:pt x="645" y="123"/>
                  </a:cubicBezTo>
                  <a:cubicBezTo>
                    <a:pt x="649" y="125"/>
                    <a:pt x="655" y="126"/>
                    <a:pt x="655" y="123"/>
                  </a:cubicBezTo>
                  <a:cubicBezTo>
                    <a:pt x="655" y="120"/>
                    <a:pt x="660" y="120"/>
                    <a:pt x="661" y="116"/>
                  </a:cubicBezTo>
                  <a:cubicBezTo>
                    <a:pt x="661" y="112"/>
                    <a:pt x="666" y="111"/>
                    <a:pt x="667" y="107"/>
                  </a:cubicBezTo>
                  <a:cubicBezTo>
                    <a:pt x="668" y="103"/>
                    <a:pt x="670" y="95"/>
                    <a:pt x="673" y="93"/>
                  </a:cubicBezTo>
                  <a:cubicBezTo>
                    <a:pt x="677" y="91"/>
                    <a:pt x="673" y="89"/>
                    <a:pt x="673" y="83"/>
                  </a:cubicBezTo>
                  <a:close/>
                  <a:moveTo>
                    <a:pt x="510" y="399"/>
                  </a:moveTo>
                  <a:cubicBezTo>
                    <a:pt x="506" y="412"/>
                    <a:pt x="515" y="419"/>
                    <a:pt x="516" y="418"/>
                  </a:cubicBezTo>
                  <a:cubicBezTo>
                    <a:pt x="519" y="416"/>
                    <a:pt x="533" y="387"/>
                    <a:pt x="530" y="383"/>
                  </a:cubicBezTo>
                  <a:cubicBezTo>
                    <a:pt x="527" y="379"/>
                    <a:pt x="513" y="386"/>
                    <a:pt x="510" y="399"/>
                  </a:cubicBezTo>
                  <a:close/>
                  <a:moveTo>
                    <a:pt x="391" y="444"/>
                  </a:moveTo>
                  <a:cubicBezTo>
                    <a:pt x="386" y="444"/>
                    <a:pt x="375" y="451"/>
                    <a:pt x="380" y="460"/>
                  </a:cubicBezTo>
                  <a:cubicBezTo>
                    <a:pt x="384" y="469"/>
                    <a:pt x="398" y="463"/>
                    <a:pt x="399" y="459"/>
                  </a:cubicBezTo>
                  <a:cubicBezTo>
                    <a:pt x="399" y="455"/>
                    <a:pt x="406" y="448"/>
                    <a:pt x="405" y="445"/>
                  </a:cubicBezTo>
                  <a:cubicBezTo>
                    <a:pt x="404" y="443"/>
                    <a:pt x="395" y="444"/>
                    <a:pt x="391" y="444"/>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7" name="Freeform 143"/>
            <p:cNvSpPr>
              <a:spLocks noEditPoints="1" noChangeArrowheads="1"/>
            </p:cNvSpPr>
            <p:nvPr/>
          </p:nvSpPr>
          <p:spPr bwMode="auto">
            <a:xfrm>
              <a:off x="6148409" y="2065339"/>
              <a:ext cx="207964" cy="292101"/>
            </a:xfrm>
            <a:custGeom>
              <a:avLst/>
              <a:gdLst>
                <a:gd name="T0" fmla="*/ 58 w 109"/>
                <a:gd name="T1" fmla="*/ 59 h 153"/>
                <a:gd name="T2" fmla="*/ 72 w 109"/>
                <a:gd name="T3" fmla="*/ 69 h 153"/>
                <a:gd name="T4" fmla="*/ 75 w 109"/>
                <a:gd name="T5" fmla="*/ 79 h 153"/>
                <a:gd name="T6" fmla="*/ 80 w 109"/>
                <a:gd name="T7" fmla="*/ 84 h 153"/>
                <a:gd name="T8" fmla="*/ 85 w 109"/>
                <a:gd name="T9" fmla="*/ 98 h 153"/>
                <a:gd name="T10" fmla="*/ 89 w 109"/>
                <a:gd name="T11" fmla="*/ 95 h 153"/>
                <a:gd name="T12" fmla="*/ 94 w 109"/>
                <a:gd name="T13" fmla="*/ 88 h 153"/>
                <a:gd name="T14" fmla="*/ 91 w 109"/>
                <a:gd name="T15" fmla="*/ 75 h 153"/>
                <a:gd name="T16" fmla="*/ 78 w 109"/>
                <a:gd name="T17" fmla="*/ 66 h 153"/>
                <a:gd name="T18" fmla="*/ 71 w 109"/>
                <a:gd name="T19" fmla="*/ 56 h 153"/>
                <a:gd name="T20" fmla="*/ 55 w 109"/>
                <a:gd name="T21" fmla="*/ 53 h 153"/>
                <a:gd name="T22" fmla="*/ 49 w 109"/>
                <a:gd name="T23" fmla="*/ 43 h 153"/>
                <a:gd name="T24" fmla="*/ 57 w 109"/>
                <a:gd name="T25" fmla="*/ 27 h 153"/>
                <a:gd name="T26" fmla="*/ 56 w 109"/>
                <a:gd name="T27" fmla="*/ 8 h 153"/>
                <a:gd name="T28" fmla="*/ 54 w 109"/>
                <a:gd name="T29" fmla="*/ 4 h 153"/>
                <a:gd name="T30" fmla="*/ 38 w 109"/>
                <a:gd name="T31" fmla="*/ 3 h 153"/>
                <a:gd name="T32" fmla="*/ 36 w 109"/>
                <a:gd name="T33" fmla="*/ 29 h 153"/>
                <a:gd name="T34" fmla="*/ 30 w 109"/>
                <a:gd name="T35" fmla="*/ 28 h 153"/>
                <a:gd name="T36" fmla="*/ 33 w 109"/>
                <a:gd name="T37" fmla="*/ 43 h 153"/>
                <a:gd name="T38" fmla="*/ 36 w 109"/>
                <a:gd name="T39" fmla="*/ 52 h 153"/>
                <a:gd name="T40" fmla="*/ 48 w 109"/>
                <a:gd name="T41" fmla="*/ 56 h 153"/>
                <a:gd name="T42" fmla="*/ 58 w 109"/>
                <a:gd name="T43" fmla="*/ 59 h 153"/>
                <a:gd name="T44" fmla="*/ 37 w 109"/>
                <a:gd name="T45" fmla="*/ 62 h 153"/>
                <a:gd name="T46" fmla="*/ 47 w 109"/>
                <a:gd name="T47" fmla="*/ 74 h 153"/>
                <a:gd name="T48" fmla="*/ 37 w 109"/>
                <a:gd name="T49" fmla="*/ 62 h 153"/>
                <a:gd name="T50" fmla="*/ 55 w 109"/>
                <a:gd name="T51" fmla="*/ 94 h 153"/>
                <a:gd name="T52" fmla="*/ 61 w 109"/>
                <a:gd name="T53" fmla="*/ 91 h 153"/>
                <a:gd name="T54" fmla="*/ 62 w 109"/>
                <a:gd name="T55" fmla="*/ 100 h 153"/>
                <a:gd name="T56" fmla="*/ 64 w 109"/>
                <a:gd name="T57" fmla="*/ 112 h 153"/>
                <a:gd name="T58" fmla="*/ 76 w 109"/>
                <a:gd name="T59" fmla="*/ 94 h 153"/>
                <a:gd name="T60" fmla="*/ 72 w 109"/>
                <a:gd name="T61" fmla="*/ 92 h 153"/>
                <a:gd name="T62" fmla="*/ 55 w 109"/>
                <a:gd name="T63" fmla="*/ 79 h 153"/>
                <a:gd name="T64" fmla="*/ 55 w 109"/>
                <a:gd name="T65" fmla="*/ 94 h 153"/>
                <a:gd name="T66" fmla="*/ 16 w 109"/>
                <a:gd name="T67" fmla="*/ 101 h 153"/>
                <a:gd name="T68" fmla="*/ 2 w 109"/>
                <a:gd name="T69" fmla="*/ 119 h 153"/>
                <a:gd name="T70" fmla="*/ 22 w 109"/>
                <a:gd name="T71" fmla="*/ 100 h 153"/>
                <a:gd name="T72" fmla="*/ 25 w 109"/>
                <a:gd name="T73" fmla="*/ 88 h 153"/>
                <a:gd name="T74" fmla="*/ 16 w 109"/>
                <a:gd name="T75" fmla="*/ 101 h 153"/>
                <a:gd name="T76" fmla="*/ 75 w 109"/>
                <a:gd name="T77" fmla="*/ 107 h 153"/>
                <a:gd name="T78" fmla="*/ 84 w 109"/>
                <a:gd name="T79" fmla="*/ 102 h 153"/>
                <a:gd name="T80" fmla="*/ 75 w 109"/>
                <a:gd name="T81" fmla="*/ 107 h 153"/>
                <a:gd name="T82" fmla="*/ 105 w 109"/>
                <a:gd name="T83" fmla="*/ 133 h 153"/>
                <a:gd name="T84" fmla="*/ 103 w 109"/>
                <a:gd name="T85" fmla="*/ 108 h 153"/>
                <a:gd name="T86" fmla="*/ 95 w 109"/>
                <a:gd name="T87" fmla="*/ 108 h 153"/>
                <a:gd name="T88" fmla="*/ 88 w 109"/>
                <a:gd name="T89" fmla="*/ 114 h 153"/>
                <a:gd name="T90" fmla="*/ 82 w 109"/>
                <a:gd name="T91" fmla="*/ 119 h 153"/>
                <a:gd name="T92" fmla="*/ 72 w 109"/>
                <a:gd name="T93" fmla="*/ 116 h 153"/>
                <a:gd name="T94" fmla="*/ 59 w 109"/>
                <a:gd name="T95" fmla="*/ 124 h 153"/>
                <a:gd name="T96" fmla="*/ 54 w 109"/>
                <a:gd name="T97" fmla="*/ 136 h 153"/>
                <a:gd name="T98" fmla="*/ 64 w 109"/>
                <a:gd name="T99" fmla="*/ 130 h 153"/>
                <a:gd name="T100" fmla="*/ 73 w 109"/>
                <a:gd name="T101" fmla="*/ 127 h 153"/>
                <a:gd name="T102" fmla="*/ 82 w 109"/>
                <a:gd name="T103" fmla="*/ 147 h 153"/>
                <a:gd name="T104" fmla="*/ 94 w 109"/>
                <a:gd name="T105" fmla="*/ 153 h 153"/>
                <a:gd name="T106" fmla="*/ 93 w 109"/>
                <a:gd name="T107" fmla="*/ 138 h 153"/>
                <a:gd name="T108" fmla="*/ 105 w 109"/>
                <a:gd name="T109" fmla="*/ 133 h 15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9"/>
                <a:gd name="T166" fmla="*/ 0 h 153"/>
                <a:gd name="T167" fmla="*/ 109 w 109"/>
                <a:gd name="T168" fmla="*/ 153 h 15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9" h="153">
                  <a:moveTo>
                    <a:pt x="58" y="59"/>
                  </a:moveTo>
                  <a:cubicBezTo>
                    <a:pt x="64" y="58"/>
                    <a:pt x="73" y="66"/>
                    <a:pt x="72" y="69"/>
                  </a:cubicBezTo>
                  <a:cubicBezTo>
                    <a:pt x="70" y="72"/>
                    <a:pt x="72" y="82"/>
                    <a:pt x="75" y="79"/>
                  </a:cubicBezTo>
                  <a:cubicBezTo>
                    <a:pt x="78" y="76"/>
                    <a:pt x="83" y="80"/>
                    <a:pt x="80" y="84"/>
                  </a:cubicBezTo>
                  <a:cubicBezTo>
                    <a:pt x="77" y="88"/>
                    <a:pt x="84" y="93"/>
                    <a:pt x="85" y="98"/>
                  </a:cubicBezTo>
                  <a:cubicBezTo>
                    <a:pt x="86" y="103"/>
                    <a:pt x="90" y="99"/>
                    <a:pt x="89" y="95"/>
                  </a:cubicBezTo>
                  <a:cubicBezTo>
                    <a:pt x="88" y="91"/>
                    <a:pt x="90" y="91"/>
                    <a:pt x="94" y="88"/>
                  </a:cubicBezTo>
                  <a:cubicBezTo>
                    <a:pt x="98" y="85"/>
                    <a:pt x="94" y="80"/>
                    <a:pt x="91" y="75"/>
                  </a:cubicBezTo>
                  <a:cubicBezTo>
                    <a:pt x="88" y="69"/>
                    <a:pt x="78" y="71"/>
                    <a:pt x="78" y="66"/>
                  </a:cubicBezTo>
                  <a:cubicBezTo>
                    <a:pt x="78" y="60"/>
                    <a:pt x="71" y="59"/>
                    <a:pt x="71" y="56"/>
                  </a:cubicBezTo>
                  <a:cubicBezTo>
                    <a:pt x="70" y="53"/>
                    <a:pt x="61" y="50"/>
                    <a:pt x="55" y="53"/>
                  </a:cubicBezTo>
                  <a:cubicBezTo>
                    <a:pt x="49" y="56"/>
                    <a:pt x="53" y="47"/>
                    <a:pt x="49" y="43"/>
                  </a:cubicBezTo>
                  <a:cubicBezTo>
                    <a:pt x="45" y="38"/>
                    <a:pt x="52" y="32"/>
                    <a:pt x="57" y="27"/>
                  </a:cubicBezTo>
                  <a:cubicBezTo>
                    <a:pt x="62" y="21"/>
                    <a:pt x="56" y="12"/>
                    <a:pt x="56" y="8"/>
                  </a:cubicBezTo>
                  <a:cubicBezTo>
                    <a:pt x="57" y="4"/>
                    <a:pt x="57" y="3"/>
                    <a:pt x="54" y="4"/>
                  </a:cubicBezTo>
                  <a:cubicBezTo>
                    <a:pt x="52" y="6"/>
                    <a:pt x="42" y="0"/>
                    <a:pt x="38" y="3"/>
                  </a:cubicBezTo>
                  <a:cubicBezTo>
                    <a:pt x="34" y="6"/>
                    <a:pt x="38" y="28"/>
                    <a:pt x="36" y="29"/>
                  </a:cubicBezTo>
                  <a:cubicBezTo>
                    <a:pt x="34" y="31"/>
                    <a:pt x="31" y="26"/>
                    <a:pt x="30" y="28"/>
                  </a:cubicBezTo>
                  <a:cubicBezTo>
                    <a:pt x="29" y="31"/>
                    <a:pt x="31" y="43"/>
                    <a:pt x="33" y="43"/>
                  </a:cubicBezTo>
                  <a:cubicBezTo>
                    <a:pt x="36" y="43"/>
                    <a:pt x="38" y="47"/>
                    <a:pt x="36" y="52"/>
                  </a:cubicBezTo>
                  <a:cubicBezTo>
                    <a:pt x="35" y="57"/>
                    <a:pt x="41" y="58"/>
                    <a:pt x="48" y="56"/>
                  </a:cubicBezTo>
                  <a:cubicBezTo>
                    <a:pt x="54" y="53"/>
                    <a:pt x="52" y="60"/>
                    <a:pt x="58" y="59"/>
                  </a:cubicBezTo>
                  <a:close/>
                  <a:moveTo>
                    <a:pt x="37" y="62"/>
                  </a:moveTo>
                  <a:cubicBezTo>
                    <a:pt x="38" y="67"/>
                    <a:pt x="40" y="76"/>
                    <a:pt x="47" y="74"/>
                  </a:cubicBezTo>
                  <a:cubicBezTo>
                    <a:pt x="55" y="72"/>
                    <a:pt x="36" y="58"/>
                    <a:pt x="37" y="62"/>
                  </a:cubicBezTo>
                  <a:close/>
                  <a:moveTo>
                    <a:pt x="55" y="94"/>
                  </a:moveTo>
                  <a:cubicBezTo>
                    <a:pt x="57" y="94"/>
                    <a:pt x="61" y="94"/>
                    <a:pt x="61" y="91"/>
                  </a:cubicBezTo>
                  <a:cubicBezTo>
                    <a:pt x="62" y="88"/>
                    <a:pt x="65" y="97"/>
                    <a:pt x="62" y="100"/>
                  </a:cubicBezTo>
                  <a:cubicBezTo>
                    <a:pt x="59" y="103"/>
                    <a:pt x="59" y="111"/>
                    <a:pt x="64" y="112"/>
                  </a:cubicBezTo>
                  <a:cubicBezTo>
                    <a:pt x="69" y="113"/>
                    <a:pt x="77" y="97"/>
                    <a:pt x="76" y="94"/>
                  </a:cubicBezTo>
                  <a:cubicBezTo>
                    <a:pt x="75" y="91"/>
                    <a:pt x="71" y="96"/>
                    <a:pt x="72" y="92"/>
                  </a:cubicBezTo>
                  <a:cubicBezTo>
                    <a:pt x="73" y="88"/>
                    <a:pt x="60" y="78"/>
                    <a:pt x="55" y="79"/>
                  </a:cubicBezTo>
                  <a:cubicBezTo>
                    <a:pt x="50" y="80"/>
                    <a:pt x="51" y="95"/>
                    <a:pt x="55" y="94"/>
                  </a:cubicBezTo>
                  <a:close/>
                  <a:moveTo>
                    <a:pt x="16" y="101"/>
                  </a:moveTo>
                  <a:cubicBezTo>
                    <a:pt x="11" y="107"/>
                    <a:pt x="0" y="116"/>
                    <a:pt x="2" y="119"/>
                  </a:cubicBezTo>
                  <a:cubicBezTo>
                    <a:pt x="4" y="123"/>
                    <a:pt x="16" y="105"/>
                    <a:pt x="22" y="100"/>
                  </a:cubicBezTo>
                  <a:cubicBezTo>
                    <a:pt x="28" y="96"/>
                    <a:pt x="27" y="92"/>
                    <a:pt x="25" y="88"/>
                  </a:cubicBezTo>
                  <a:cubicBezTo>
                    <a:pt x="23" y="84"/>
                    <a:pt x="21" y="95"/>
                    <a:pt x="16" y="101"/>
                  </a:cubicBezTo>
                  <a:close/>
                  <a:moveTo>
                    <a:pt x="75" y="107"/>
                  </a:moveTo>
                  <a:cubicBezTo>
                    <a:pt x="77" y="111"/>
                    <a:pt x="86" y="105"/>
                    <a:pt x="84" y="102"/>
                  </a:cubicBezTo>
                  <a:cubicBezTo>
                    <a:pt x="81" y="99"/>
                    <a:pt x="74" y="105"/>
                    <a:pt x="75" y="107"/>
                  </a:cubicBezTo>
                  <a:close/>
                  <a:moveTo>
                    <a:pt x="105" y="133"/>
                  </a:moveTo>
                  <a:cubicBezTo>
                    <a:pt x="109" y="129"/>
                    <a:pt x="103" y="116"/>
                    <a:pt x="103" y="108"/>
                  </a:cubicBezTo>
                  <a:cubicBezTo>
                    <a:pt x="103" y="100"/>
                    <a:pt x="92" y="103"/>
                    <a:pt x="95" y="108"/>
                  </a:cubicBezTo>
                  <a:cubicBezTo>
                    <a:pt x="98" y="113"/>
                    <a:pt x="89" y="109"/>
                    <a:pt x="88" y="114"/>
                  </a:cubicBezTo>
                  <a:cubicBezTo>
                    <a:pt x="88" y="119"/>
                    <a:pt x="81" y="115"/>
                    <a:pt x="82" y="119"/>
                  </a:cubicBezTo>
                  <a:cubicBezTo>
                    <a:pt x="82" y="123"/>
                    <a:pt x="75" y="119"/>
                    <a:pt x="72" y="116"/>
                  </a:cubicBezTo>
                  <a:cubicBezTo>
                    <a:pt x="68" y="114"/>
                    <a:pt x="64" y="123"/>
                    <a:pt x="59" y="124"/>
                  </a:cubicBezTo>
                  <a:cubicBezTo>
                    <a:pt x="54" y="125"/>
                    <a:pt x="51" y="136"/>
                    <a:pt x="54" y="136"/>
                  </a:cubicBezTo>
                  <a:cubicBezTo>
                    <a:pt x="58" y="135"/>
                    <a:pt x="60" y="130"/>
                    <a:pt x="64" y="130"/>
                  </a:cubicBezTo>
                  <a:cubicBezTo>
                    <a:pt x="68" y="131"/>
                    <a:pt x="67" y="126"/>
                    <a:pt x="73" y="127"/>
                  </a:cubicBezTo>
                  <a:cubicBezTo>
                    <a:pt x="78" y="128"/>
                    <a:pt x="74" y="145"/>
                    <a:pt x="82" y="147"/>
                  </a:cubicBezTo>
                  <a:cubicBezTo>
                    <a:pt x="90" y="148"/>
                    <a:pt x="90" y="153"/>
                    <a:pt x="94" y="153"/>
                  </a:cubicBezTo>
                  <a:cubicBezTo>
                    <a:pt x="97" y="153"/>
                    <a:pt x="93" y="142"/>
                    <a:pt x="93" y="138"/>
                  </a:cubicBezTo>
                  <a:cubicBezTo>
                    <a:pt x="94" y="135"/>
                    <a:pt x="101" y="138"/>
                    <a:pt x="105" y="133"/>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8" name="Freeform 144"/>
            <p:cNvSpPr>
              <a:spLocks noEditPoints="1" noChangeArrowheads="1"/>
            </p:cNvSpPr>
            <p:nvPr/>
          </p:nvSpPr>
          <p:spPr bwMode="auto">
            <a:xfrm>
              <a:off x="6664347" y="2535240"/>
              <a:ext cx="273051" cy="173039"/>
            </a:xfrm>
            <a:custGeom>
              <a:avLst/>
              <a:gdLst>
                <a:gd name="T0" fmla="*/ 102 w 143"/>
                <a:gd name="T1" fmla="*/ 84 h 91"/>
                <a:gd name="T2" fmla="*/ 94 w 143"/>
                <a:gd name="T3" fmla="*/ 76 h 91"/>
                <a:gd name="T4" fmla="*/ 83 w 143"/>
                <a:gd name="T5" fmla="*/ 71 h 91"/>
                <a:gd name="T6" fmla="*/ 75 w 143"/>
                <a:gd name="T7" fmla="*/ 56 h 91"/>
                <a:gd name="T8" fmla="*/ 72 w 143"/>
                <a:gd name="T9" fmla="*/ 47 h 91"/>
                <a:gd name="T10" fmla="*/ 75 w 143"/>
                <a:gd name="T11" fmla="*/ 39 h 91"/>
                <a:gd name="T12" fmla="*/ 52 w 143"/>
                <a:gd name="T13" fmla="*/ 27 h 91"/>
                <a:gd name="T14" fmla="*/ 8 w 143"/>
                <a:gd name="T15" fmla="*/ 3 h 91"/>
                <a:gd name="T16" fmla="*/ 0 w 143"/>
                <a:gd name="T17" fmla="*/ 0 h 91"/>
                <a:gd name="T18" fmla="*/ 0 w 143"/>
                <a:gd name="T19" fmla="*/ 71 h 91"/>
                <a:gd name="T20" fmla="*/ 12 w 143"/>
                <a:gd name="T21" fmla="*/ 75 h 91"/>
                <a:gd name="T22" fmla="*/ 25 w 143"/>
                <a:gd name="T23" fmla="*/ 68 h 91"/>
                <a:gd name="T24" fmla="*/ 32 w 143"/>
                <a:gd name="T25" fmla="*/ 59 h 91"/>
                <a:gd name="T26" fmla="*/ 56 w 143"/>
                <a:gd name="T27" fmla="*/ 65 h 91"/>
                <a:gd name="T28" fmla="*/ 80 w 143"/>
                <a:gd name="T29" fmla="*/ 87 h 91"/>
                <a:gd name="T30" fmla="*/ 104 w 143"/>
                <a:gd name="T31" fmla="*/ 91 h 91"/>
                <a:gd name="T32" fmla="*/ 102 w 143"/>
                <a:gd name="T33" fmla="*/ 84 h 91"/>
                <a:gd name="T34" fmla="*/ 121 w 143"/>
                <a:gd name="T35" fmla="*/ 25 h 91"/>
                <a:gd name="T36" fmla="*/ 108 w 143"/>
                <a:gd name="T37" fmla="*/ 33 h 91"/>
                <a:gd name="T38" fmla="*/ 84 w 143"/>
                <a:gd name="T39" fmla="*/ 34 h 91"/>
                <a:gd name="T40" fmla="*/ 102 w 143"/>
                <a:gd name="T41" fmla="*/ 42 h 91"/>
                <a:gd name="T42" fmla="*/ 125 w 143"/>
                <a:gd name="T43" fmla="*/ 30 h 91"/>
                <a:gd name="T44" fmla="*/ 129 w 143"/>
                <a:gd name="T45" fmla="*/ 20 h 91"/>
                <a:gd name="T46" fmla="*/ 121 w 143"/>
                <a:gd name="T47" fmla="*/ 25 h 91"/>
                <a:gd name="T48" fmla="*/ 133 w 143"/>
                <a:gd name="T49" fmla="*/ 12 h 91"/>
                <a:gd name="T50" fmla="*/ 129 w 143"/>
                <a:gd name="T51" fmla="*/ 13 h 91"/>
                <a:gd name="T52" fmla="*/ 136 w 143"/>
                <a:gd name="T53" fmla="*/ 23 h 91"/>
                <a:gd name="T54" fmla="*/ 133 w 143"/>
                <a:gd name="T55" fmla="*/ 12 h 9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43"/>
                <a:gd name="T85" fmla="*/ 0 h 91"/>
                <a:gd name="T86" fmla="*/ 143 w 143"/>
                <a:gd name="T87" fmla="*/ 91 h 9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43" h="91">
                  <a:moveTo>
                    <a:pt x="102" y="84"/>
                  </a:moveTo>
                  <a:cubicBezTo>
                    <a:pt x="100" y="83"/>
                    <a:pt x="94" y="79"/>
                    <a:pt x="94" y="76"/>
                  </a:cubicBezTo>
                  <a:cubicBezTo>
                    <a:pt x="95" y="74"/>
                    <a:pt x="88" y="74"/>
                    <a:pt x="83" y="71"/>
                  </a:cubicBezTo>
                  <a:cubicBezTo>
                    <a:pt x="78" y="68"/>
                    <a:pt x="80" y="58"/>
                    <a:pt x="75" y="56"/>
                  </a:cubicBezTo>
                  <a:cubicBezTo>
                    <a:pt x="70" y="54"/>
                    <a:pt x="66" y="46"/>
                    <a:pt x="72" y="47"/>
                  </a:cubicBezTo>
                  <a:cubicBezTo>
                    <a:pt x="78" y="47"/>
                    <a:pt x="79" y="44"/>
                    <a:pt x="75" y="39"/>
                  </a:cubicBezTo>
                  <a:cubicBezTo>
                    <a:pt x="70" y="35"/>
                    <a:pt x="53" y="33"/>
                    <a:pt x="52" y="27"/>
                  </a:cubicBezTo>
                  <a:cubicBezTo>
                    <a:pt x="52" y="21"/>
                    <a:pt x="21" y="6"/>
                    <a:pt x="8" y="3"/>
                  </a:cubicBezTo>
                  <a:cubicBezTo>
                    <a:pt x="6" y="2"/>
                    <a:pt x="3" y="1"/>
                    <a:pt x="0" y="0"/>
                  </a:cubicBezTo>
                  <a:cubicBezTo>
                    <a:pt x="0" y="71"/>
                    <a:pt x="0" y="71"/>
                    <a:pt x="0" y="71"/>
                  </a:cubicBezTo>
                  <a:cubicBezTo>
                    <a:pt x="3" y="73"/>
                    <a:pt x="7" y="75"/>
                    <a:pt x="12" y="75"/>
                  </a:cubicBezTo>
                  <a:cubicBezTo>
                    <a:pt x="26" y="76"/>
                    <a:pt x="23" y="68"/>
                    <a:pt x="25" y="68"/>
                  </a:cubicBezTo>
                  <a:cubicBezTo>
                    <a:pt x="28" y="68"/>
                    <a:pt x="29" y="63"/>
                    <a:pt x="32" y="59"/>
                  </a:cubicBezTo>
                  <a:cubicBezTo>
                    <a:pt x="35" y="56"/>
                    <a:pt x="48" y="59"/>
                    <a:pt x="56" y="65"/>
                  </a:cubicBezTo>
                  <a:cubicBezTo>
                    <a:pt x="63" y="71"/>
                    <a:pt x="72" y="88"/>
                    <a:pt x="80" y="87"/>
                  </a:cubicBezTo>
                  <a:cubicBezTo>
                    <a:pt x="88" y="85"/>
                    <a:pt x="97" y="91"/>
                    <a:pt x="104" y="91"/>
                  </a:cubicBezTo>
                  <a:cubicBezTo>
                    <a:pt x="111" y="91"/>
                    <a:pt x="105" y="85"/>
                    <a:pt x="102" y="84"/>
                  </a:cubicBezTo>
                  <a:close/>
                  <a:moveTo>
                    <a:pt x="121" y="25"/>
                  </a:moveTo>
                  <a:cubicBezTo>
                    <a:pt x="121" y="28"/>
                    <a:pt x="116" y="29"/>
                    <a:pt x="108" y="33"/>
                  </a:cubicBezTo>
                  <a:cubicBezTo>
                    <a:pt x="99" y="36"/>
                    <a:pt x="84" y="29"/>
                    <a:pt x="84" y="34"/>
                  </a:cubicBezTo>
                  <a:cubicBezTo>
                    <a:pt x="83" y="37"/>
                    <a:pt x="93" y="42"/>
                    <a:pt x="102" y="42"/>
                  </a:cubicBezTo>
                  <a:cubicBezTo>
                    <a:pt x="111" y="42"/>
                    <a:pt x="125" y="33"/>
                    <a:pt x="125" y="30"/>
                  </a:cubicBezTo>
                  <a:cubicBezTo>
                    <a:pt x="125" y="28"/>
                    <a:pt x="131" y="23"/>
                    <a:pt x="129" y="20"/>
                  </a:cubicBezTo>
                  <a:cubicBezTo>
                    <a:pt x="126" y="18"/>
                    <a:pt x="121" y="22"/>
                    <a:pt x="121" y="25"/>
                  </a:cubicBezTo>
                  <a:close/>
                  <a:moveTo>
                    <a:pt x="133" y="12"/>
                  </a:moveTo>
                  <a:cubicBezTo>
                    <a:pt x="127" y="9"/>
                    <a:pt x="123" y="6"/>
                    <a:pt x="129" y="13"/>
                  </a:cubicBezTo>
                  <a:cubicBezTo>
                    <a:pt x="136" y="19"/>
                    <a:pt x="132" y="24"/>
                    <a:pt x="136" y="23"/>
                  </a:cubicBezTo>
                  <a:cubicBezTo>
                    <a:pt x="143" y="22"/>
                    <a:pt x="138" y="15"/>
                    <a:pt x="133" y="12"/>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9" name="Freeform 145"/>
            <p:cNvSpPr>
              <a:spLocks noChangeArrowheads="1"/>
            </p:cNvSpPr>
            <p:nvPr/>
          </p:nvSpPr>
          <p:spPr bwMode="auto">
            <a:xfrm>
              <a:off x="5362593" y="2263778"/>
              <a:ext cx="46038" cy="88900"/>
            </a:xfrm>
            <a:custGeom>
              <a:avLst/>
              <a:gdLst>
                <a:gd name="T0" fmla="*/ 5 w 24"/>
                <a:gd name="T1" fmla="*/ 0 h 47"/>
                <a:gd name="T2" fmla="*/ 1 w 24"/>
                <a:gd name="T3" fmla="*/ 11 h 47"/>
                <a:gd name="T4" fmla="*/ 1 w 24"/>
                <a:gd name="T5" fmla="*/ 26 h 47"/>
                <a:gd name="T6" fmla="*/ 6 w 24"/>
                <a:gd name="T7" fmla="*/ 43 h 47"/>
                <a:gd name="T8" fmla="*/ 24 w 24"/>
                <a:gd name="T9" fmla="*/ 27 h 47"/>
                <a:gd name="T10" fmla="*/ 5 w 24"/>
                <a:gd name="T11" fmla="*/ 0 h 47"/>
                <a:gd name="T12" fmla="*/ 0 60000 65536"/>
                <a:gd name="T13" fmla="*/ 0 60000 65536"/>
                <a:gd name="T14" fmla="*/ 0 60000 65536"/>
                <a:gd name="T15" fmla="*/ 0 60000 65536"/>
                <a:gd name="T16" fmla="*/ 0 60000 65536"/>
                <a:gd name="T17" fmla="*/ 0 60000 65536"/>
                <a:gd name="T18" fmla="*/ 0 w 24"/>
                <a:gd name="T19" fmla="*/ 0 h 47"/>
                <a:gd name="T20" fmla="*/ 24 w 24"/>
                <a:gd name="T21" fmla="*/ 47 h 47"/>
              </a:gdLst>
              <a:ahLst/>
              <a:cxnLst>
                <a:cxn ang="T12">
                  <a:pos x="T0" y="T1"/>
                </a:cxn>
                <a:cxn ang="T13">
                  <a:pos x="T2" y="T3"/>
                </a:cxn>
                <a:cxn ang="T14">
                  <a:pos x="T4" y="T5"/>
                </a:cxn>
                <a:cxn ang="T15">
                  <a:pos x="T6" y="T7"/>
                </a:cxn>
                <a:cxn ang="T16">
                  <a:pos x="T8" y="T9"/>
                </a:cxn>
                <a:cxn ang="T17">
                  <a:pos x="T10" y="T11"/>
                </a:cxn>
              </a:cxnLst>
              <a:rect l="T18" t="T19" r="T20" b="T21"/>
              <a:pathLst>
                <a:path w="24" h="47">
                  <a:moveTo>
                    <a:pt x="5" y="0"/>
                  </a:moveTo>
                  <a:cubicBezTo>
                    <a:pt x="2" y="1"/>
                    <a:pt x="3" y="7"/>
                    <a:pt x="1" y="11"/>
                  </a:cubicBezTo>
                  <a:cubicBezTo>
                    <a:pt x="0" y="15"/>
                    <a:pt x="0" y="20"/>
                    <a:pt x="1" y="26"/>
                  </a:cubicBezTo>
                  <a:cubicBezTo>
                    <a:pt x="1" y="32"/>
                    <a:pt x="1" y="39"/>
                    <a:pt x="6" y="43"/>
                  </a:cubicBezTo>
                  <a:cubicBezTo>
                    <a:pt x="13" y="47"/>
                    <a:pt x="23" y="36"/>
                    <a:pt x="24" y="27"/>
                  </a:cubicBezTo>
                  <a:cubicBezTo>
                    <a:pt x="24" y="17"/>
                    <a:pt x="8" y="0"/>
                    <a:pt x="5" y="0"/>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0" name="Freeform 146"/>
            <p:cNvSpPr>
              <a:spLocks noChangeArrowheads="1"/>
            </p:cNvSpPr>
            <p:nvPr/>
          </p:nvSpPr>
          <p:spPr bwMode="auto">
            <a:xfrm>
              <a:off x="4559315" y="2724154"/>
              <a:ext cx="160339" cy="317501"/>
            </a:xfrm>
            <a:custGeom>
              <a:avLst/>
              <a:gdLst>
                <a:gd name="T0" fmla="*/ 71 w 84"/>
                <a:gd name="T1" fmla="*/ 5 h 166"/>
                <a:gd name="T2" fmla="*/ 67 w 84"/>
                <a:gd name="T3" fmla="*/ 9 h 166"/>
                <a:gd name="T4" fmla="*/ 65 w 84"/>
                <a:gd name="T5" fmla="*/ 17 h 166"/>
                <a:gd name="T6" fmla="*/ 59 w 84"/>
                <a:gd name="T7" fmla="*/ 22 h 166"/>
                <a:gd name="T8" fmla="*/ 53 w 84"/>
                <a:gd name="T9" fmla="*/ 27 h 166"/>
                <a:gd name="T10" fmla="*/ 53 w 84"/>
                <a:gd name="T11" fmla="*/ 33 h 166"/>
                <a:gd name="T12" fmla="*/ 44 w 84"/>
                <a:gd name="T13" fmla="*/ 40 h 166"/>
                <a:gd name="T14" fmla="*/ 29 w 84"/>
                <a:gd name="T15" fmla="*/ 48 h 166"/>
                <a:gd name="T16" fmla="*/ 14 w 84"/>
                <a:gd name="T17" fmla="*/ 50 h 166"/>
                <a:gd name="T18" fmla="*/ 10 w 84"/>
                <a:gd name="T19" fmla="*/ 65 h 166"/>
                <a:gd name="T20" fmla="*/ 11 w 84"/>
                <a:gd name="T21" fmla="*/ 86 h 166"/>
                <a:gd name="T22" fmla="*/ 8 w 84"/>
                <a:gd name="T23" fmla="*/ 109 h 166"/>
                <a:gd name="T24" fmla="*/ 4 w 84"/>
                <a:gd name="T25" fmla="*/ 136 h 166"/>
                <a:gd name="T26" fmla="*/ 11 w 84"/>
                <a:gd name="T27" fmla="*/ 157 h 166"/>
                <a:gd name="T28" fmla="*/ 31 w 84"/>
                <a:gd name="T29" fmla="*/ 162 h 166"/>
                <a:gd name="T30" fmla="*/ 43 w 84"/>
                <a:gd name="T31" fmla="*/ 158 h 166"/>
                <a:gd name="T32" fmla="*/ 59 w 84"/>
                <a:gd name="T33" fmla="*/ 110 h 166"/>
                <a:gd name="T34" fmla="*/ 72 w 84"/>
                <a:gd name="T35" fmla="*/ 66 h 166"/>
                <a:gd name="T36" fmla="*/ 74 w 84"/>
                <a:gd name="T37" fmla="*/ 54 h 166"/>
                <a:gd name="T38" fmla="*/ 77 w 84"/>
                <a:gd name="T39" fmla="*/ 47 h 166"/>
                <a:gd name="T40" fmla="*/ 83 w 84"/>
                <a:gd name="T41" fmla="*/ 45 h 166"/>
                <a:gd name="T42" fmla="*/ 79 w 84"/>
                <a:gd name="T43" fmla="*/ 24 h 166"/>
                <a:gd name="T44" fmla="*/ 71 w 84"/>
                <a:gd name="T45" fmla="*/ 5 h 1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66"/>
                <a:gd name="T71" fmla="*/ 84 w 84"/>
                <a:gd name="T72" fmla="*/ 166 h 16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66">
                  <a:moveTo>
                    <a:pt x="71" y="5"/>
                  </a:moveTo>
                  <a:cubicBezTo>
                    <a:pt x="70" y="0"/>
                    <a:pt x="68" y="7"/>
                    <a:pt x="67" y="9"/>
                  </a:cubicBezTo>
                  <a:cubicBezTo>
                    <a:pt x="66" y="10"/>
                    <a:pt x="65" y="14"/>
                    <a:pt x="65" y="17"/>
                  </a:cubicBezTo>
                  <a:cubicBezTo>
                    <a:pt x="66" y="19"/>
                    <a:pt x="61" y="22"/>
                    <a:pt x="59" y="22"/>
                  </a:cubicBezTo>
                  <a:cubicBezTo>
                    <a:pt x="56" y="21"/>
                    <a:pt x="52" y="23"/>
                    <a:pt x="53" y="27"/>
                  </a:cubicBezTo>
                  <a:cubicBezTo>
                    <a:pt x="54" y="30"/>
                    <a:pt x="51" y="30"/>
                    <a:pt x="53" y="33"/>
                  </a:cubicBezTo>
                  <a:cubicBezTo>
                    <a:pt x="54" y="36"/>
                    <a:pt x="49" y="39"/>
                    <a:pt x="44" y="40"/>
                  </a:cubicBezTo>
                  <a:cubicBezTo>
                    <a:pt x="40" y="40"/>
                    <a:pt x="34" y="48"/>
                    <a:pt x="29" y="48"/>
                  </a:cubicBezTo>
                  <a:cubicBezTo>
                    <a:pt x="24" y="47"/>
                    <a:pt x="19" y="51"/>
                    <a:pt x="14" y="50"/>
                  </a:cubicBezTo>
                  <a:cubicBezTo>
                    <a:pt x="10" y="50"/>
                    <a:pt x="13" y="59"/>
                    <a:pt x="10" y="65"/>
                  </a:cubicBezTo>
                  <a:cubicBezTo>
                    <a:pt x="6" y="71"/>
                    <a:pt x="8" y="78"/>
                    <a:pt x="11" y="86"/>
                  </a:cubicBezTo>
                  <a:cubicBezTo>
                    <a:pt x="14" y="93"/>
                    <a:pt x="16" y="99"/>
                    <a:pt x="8" y="109"/>
                  </a:cubicBezTo>
                  <a:cubicBezTo>
                    <a:pt x="0" y="118"/>
                    <a:pt x="1" y="129"/>
                    <a:pt x="4" y="136"/>
                  </a:cubicBezTo>
                  <a:cubicBezTo>
                    <a:pt x="7" y="142"/>
                    <a:pt x="7" y="152"/>
                    <a:pt x="11" y="157"/>
                  </a:cubicBezTo>
                  <a:cubicBezTo>
                    <a:pt x="16" y="162"/>
                    <a:pt x="28" y="166"/>
                    <a:pt x="31" y="162"/>
                  </a:cubicBezTo>
                  <a:cubicBezTo>
                    <a:pt x="35" y="158"/>
                    <a:pt x="39" y="162"/>
                    <a:pt x="43" y="158"/>
                  </a:cubicBezTo>
                  <a:cubicBezTo>
                    <a:pt x="47" y="153"/>
                    <a:pt x="54" y="127"/>
                    <a:pt x="59" y="110"/>
                  </a:cubicBezTo>
                  <a:cubicBezTo>
                    <a:pt x="65" y="93"/>
                    <a:pt x="72" y="71"/>
                    <a:pt x="72" y="66"/>
                  </a:cubicBezTo>
                  <a:cubicBezTo>
                    <a:pt x="71" y="62"/>
                    <a:pt x="76" y="59"/>
                    <a:pt x="74" y="54"/>
                  </a:cubicBezTo>
                  <a:cubicBezTo>
                    <a:pt x="72" y="49"/>
                    <a:pt x="74" y="43"/>
                    <a:pt x="77" y="47"/>
                  </a:cubicBezTo>
                  <a:cubicBezTo>
                    <a:pt x="79" y="51"/>
                    <a:pt x="82" y="51"/>
                    <a:pt x="83" y="45"/>
                  </a:cubicBezTo>
                  <a:cubicBezTo>
                    <a:pt x="84" y="40"/>
                    <a:pt x="79" y="32"/>
                    <a:pt x="79" y="24"/>
                  </a:cubicBezTo>
                  <a:cubicBezTo>
                    <a:pt x="79" y="16"/>
                    <a:pt x="72" y="9"/>
                    <a:pt x="71" y="5"/>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1" name="Freeform 147"/>
            <p:cNvSpPr>
              <a:spLocks noEditPoints="1" noChangeArrowheads="1"/>
            </p:cNvSpPr>
            <p:nvPr/>
          </p:nvSpPr>
          <p:spPr bwMode="auto">
            <a:xfrm>
              <a:off x="4552965" y="2052640"/>
              <a:ext cx="258764" cy="157163"/>
            </a:xfrm>
            <a:custGeom>
              <a:avLst/>
              <a:gdLst>
                <a:gd name="T0" fmla="*/ 95 w 135"/>
                <a:gd name="T1" fmla="*/ 3 h 82"/>
                <a:gd name="T2" fmla="*/ 73 w 135"/>
                <a:gd name="T3" fmla="*/ 4 h 82"/>
                <a:gd name="T4" fmla="*/ 56 w 135"/>
                <a:gd name="T5" fmla="*/ 19 h 82"/>
                <a:gd name="T6" fmla="*/ 48 w 135"/>
                <a:gd name="T7" fmla="*/ 22 h 82"/>
                <a:gd name="T8" fmla="*/ 32 w 135"/>
                <a:gd name="T9" fmla="*/ 20 h 82"/>
                <a:gd name="T10" fmla="*/ 18 w 135"/>
                <a:gd name="T11" fmla="*/ 19 h 82"/>
                <a:gd name="T12" fmla="*/ 10 w 135"/>
                <a:gd name="T13" fmla="*/ 17 h 82"/>
                <a:gd name="T14" fmla="*/ 5 w 135"/>
                <a:gd name="T15" fmla="*/ 21 h 82"/>
                <a:gd name="T16" fmla="*/ 6 w 135"/>
                <a:gd name="T17" fmla="*/ 28 h 82"/>
                <a:gd name="T18" fmla="*/ 0 w 135"/>
                <a:gd name="T19" fmla="*/ 30 h 82"/>
                <a:gd name="T20" fmla="*/ 1 w 135"/>
                <a:gd name="T21" fmla="*/ 37 h 82"/>
                <a:gd name="T22" fmla="*/ 5 w 135"/>
                <a:gd name="T23" fmla="*/ 55 h 82"/>
                <a:gd name="T24" fmla="*/ 9 w 135"/>
                <a:gd name="T25" fmla="*/ 72 h 82"/>
                <a:gd name="T26" fmla="*/ 29 w 135"/>
                <a:gd name="T27" fmla="*/ 70 h 82"/>
                <a:gd name="T28" fmla="*/ 44 w 135"/>
                <a:gd name="T29" fmla="*/ 65 h 82"/>
                <a:gd name="T30" fmla="*/ 56 w 135"/>
                <a:gd name="T31" fmla="*/ 59 h 82"/>
                <a:gd name="T32" fmla="*/ 67 w 135"/>
                <a:gd name="T33" fmla="*/ 57 h 82"/>
                <a:gd name="T34" fmla="*/ 76 w 135"/>
                <a:gd name="T35" fmla="*/ 51 h 82"/>
                <a:gd name="T36" fmla="*/ 100 w 135"/>
                <a:gd name="T37" fmla="*/ 43 h 82"/>
                <a:gd name="T38" fmla="*/ 111 w 135"/>
                <a:gd name="T39" fmla="*/ 32 h 82"/>
                <a:gd name="T40" fmla="*/ 120 w 135"/>
                <a:gd name="T41" fmla="*/ 28 h 82"/>
                <a:gd name="T42" fmla="*/ 106 w 135"/>
                <a:gd name="T43" fmla="*/ 0 h 82"/>
                <a:gd name="T44" fmla="*/ 95 w 135"/>
                <a:gd name="T45" fmla="*/ 3 h 82"/>
                <a:gd name="T46" fmla="*/ 123 w 135"/>
                <a:gd name="T47" fmla="*/ 78 h 82"/>
                <a:gd name="T48" fmla="*/ 134 w 135"/>
                <a:gd name="T49" fmla="*/ 76 h 82"/>
                <a:gd name="T50" fmla="*/ 123 w 135"/>
                <a:gd name="T51" fmla="*/ 78 h 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5"/>
                <a:gd name="T79" fmla="*/ 0 h 82"/>
                <a:gd name="T80" fmla="*/ 135 w 135"/>
                <a:gd name="T81" fmla="*/ 82 h 8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5" h="82">
                  <a:moveTo>
                    <a:pt x="95" y="3"/>
                  </a:moveTo>
                  <a:cubicBezTo>
                    <a:pt x="90" y="4"/>
                    <a:pt x="75" y="3"/>
                    <a:pt x="73" y="4"/>
                  </a:cubicBezTo>
                  <a:cubicBezTo>
                    <a:pt x="71" y="5"/>
                    <a:pt x="58" y="15"/>
                    <a:pt x="56" y="19"/>
                  </a:cubicBezTo>
                  <a:cubicBezTo>
                    <a:pt x="54" y="24"/>
                    <a:pt x="51" y="25"/>
                    <a:pt x="48" y="22"/>
                  </a:cubicBezTo>
                  <a:cubicBezTo>
                    <a:pt x="45" y="20"/>
                    <a:pt x="33" y="21"/>
                    <a:pt x="32" y="20"/>
                  </a:cubicBezTo>
                  <a:cubicBezTo>
                    <a:pt x="31" y="19"/>
                    <a:pt x="23" y="18"/>
                    <a:pt x="18" y="19"/>
                  </a:cubicBezTo>
                  <a:cubicBezTo>
                    <a:pt x="14" y="19"/>
                    <a:pt x="12" y="17"/>
                    <a:pt x="10" y="17"/>
                  </a:cubicBezTo>
                  <a:cubicBezTo>
                    <a:pt x="8" y="18"/>
                    <a:pt x="6" y="20"/>
                    <a:pt x="5" y="21"/>
                  </a:cubicBezTo>
                  <a:cubicBezTo>
                    <a:pt x="4" y="23"/>
                    <a:pt x="6" y="26"/>
                    <a:pt x="6" y="28"/>
                  </a:cubicBezTo>
                  <a:cubicBezTo>
                    <a:pt x="5" y="28"/>
                    <a:pt x="3" y="29"/>
                    <a:pt x="0" y="30"/>
                  </a:cubicBezTo>
                  <a:cubicBezTo>
                    <a:pt x="1" y="33"/>
                    <a:pt x="2" y="35"/>
                    <a:pt x="1" y="37"/>
                  </a:cubicBezTo>
                  <a:cubicBezTo>
                    <a:pt x="0" y="41"/>
                    <a:pt x="1" y="50"/>
                    <a:pt x="5" y="55"/>
                  </a:cubicBezTo>
                  <a:cubicBezTo>
                    <a:pt x="8" y="61"/>
                    <a:pt x="7" y="70"/>
                    <a:pt x="9" y="72"/>
                  </a:cubicBezTo>
                  <a:cubicBezTo>
                    <a:pt x="10" y="74"/>
                    <a:pt x="23" y="73"/>
                    <a:pt x="29" y="70"/>
                  </a:cubicBezTo>
                  <a:cubicBezTo>
                    <a:pt x="35" y="66"/>
                    <a:pt x="39" y="65"/>
                    <a:pt x="44" y="65"/>
                  </a:cubicBezTo>
                  <a:cubicBezTo>
                    <a:pt x="48" y="65"/>
                    <a:pt x="54" y="61"/>
                    <a:pt x="56" y="59"/>
                  </a:cubicBezTo>
                  <a:cubicBezTo>
                    <a:pt x="57" y="57"/>
                    <a:pt x="64" y="57"/>
                    <a:pt x="67" y="57"/>
                  </a:cubicBezTo>
                  <a:cubicBezTo>
                    <a:pt x="70" y="58"/>
                    <a:pt x="73" y="54"/>
                    <a:pt x="76" y="51"/>
                  </a:cubicBezTo>
                  <a:cubicBezTo>
                    <a:pt x="79" y="48"/>
                    <a:pt x="89" y="47"/>
                    <a:pt x="100" y="43"/>
                  </a:cubicBezTo>
                  <a:cubicBezTo>
                    <a:pt x="110" y="40"/>
                    <a:pt x="108" y="35"/>
                    <a:pt x="111" y="32"/>
                  </a:cubicBezTo>
                  <a:cubicBezTo>
                    <a:pt x="113" y="30"/>
                    <a:pt x="116" y="30"/>
                    <a:pt x="120" y="28"/>
                  </a:cubicBezTo>
                  <a:cubicBezTo>
                    <a:pt x="115" y="18"/>
                    <a:pt x="109" y="6"/>
                    <a:pt x="106" y="0"/>
                  </a:cubicBezTo>
                  <a:cubicBezTo>
                    <a:pt x="101" y="1"/>
                    <a:pt x="97" y="3"/>
                    <a:pt x="95" y="3"/>
                  </a:cubicBezTo>
                  <a:close/>
                  <a:moveTo>
                    <a:pt x="123" y="78"/>
                  </a:moveTo>
                  <a:cubicBezTo>
                    <a:pt x="127" y="82"/>
                    <a:pt x="134" y="77"/>
                    <a:pt x="134" y="76"/>
                  </a:cubicBezTo>
                  <a:cubicBezTo>
                    <a:pt x="135" y="74"/>
                    <a:pt x="119" y="73"/>
                    <a:pt x="123" y="78"/>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2" name="Freeform 148"/>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9525">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3" name="Freeform 149"/>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4" name="Freeform 150"/>
            <p:cNvSpPr>
              <a:spLocks noEditPoints="1" noChangeArrowheads="1"/>
            </p:cNvSpPr>
            <p:nvPr/>
          </p:nvSpPr>
          <p:spPr bwMode="auto">
            <a:xfrm>
              <a:off x="6054746" y="2706691"/>
              <a:ext cx="884241" cy="787401"/>
            </a:xfrm>
            <a:custGeom>
              <a:avLst/>
              <a:gdLst>
                <a:gd name="T0" fmla="*/ 457 w 463"/>
                <a:gd name="T1" fmla="*/ 180 h 412"/>
                <a:gd name="T2" fmla="*/ 438 w 463"/>
                <a:gd name="T3" fmla="*/ 160 h 412"/>
                <a:gd name="T4" fmla="*/ 424 w 463"/>
                <a:gd name="T5" fmla="*/ 139 h 412"/>
                <a:gd name="T6" fmla="*/ 410 w 463"/>
                <a:gd name="T7" fmla="*/ 124 h 412"/>
                <a:gd name="T8" fmla="*/ 378 w 463"/>
                <a:gd name="T9" fmla="*/ 93 h 412"/>
                <a:gd name="T10" fmla="*/ 367 w 463"/>
                <a:gd name="T11" fmla="*/ 53 h 412"/>
                <a:gd name="T12" fmla="*/ 347 w 463"/>
                <a:gd name="T13" fmla="*/ 33 h 412"/>
                <a:gd name="T14" fmla="*/ 329 w 463"/>
                <a:gd name="T15" fmla="*/ 10 h 412"/>
                <a:gd name="T16" fmla="*/ 324 w 463"/>
                <a:gd name="T17" fmla="*/ 51 h 412"/>
                <a:gd name="T18" fmla="*/ 297 w 463"/>
                <a:gd name="T19" fmla="*/ 76 h 412"/>
                <a:gd name="T20" fmla="*/ 265 w 463"/>
                <a:gd name="T21" fmla="*/ 59 h 412"/>
                <a:gd name="T22" fmla="*/ 259 w 463"/>
                <a:gd name="T23" fmla="*/ 35 h 412"/>
                <a:gd name="T24" fmla="*/ 268 w 463"/>
                <a:gd name="T25" fmla="*/ 17 h 412"/>
                <a:gd name="T26" fmla="*/ 251 w 463"/>
                <a:gd name="T27" fmla="*/ 19 h 412"/>
                <a:gd name="T28" fmla="*/ 222 w 463"/>
                <a:gd name="T29" fmla="*/ 13 h 412"/>
                <a:gd name="T30" fmla="*/ 194 w 463"/>
                <a:gd name="T31" fmla="*/ 32 h 412"/>
                <a:gd name="T32" fmla="*/ 184 w 463"/>
                <a:gd name="T33" fmla="*/ 51 h 412"/>
                <a:gd name="T34" fmla="*/ 167 w 463"/>
                <a:gd name="T35" fmla="*/ 44 h 412"/>
                <a:gd name="T36" fmla="*/ 147 w 463"/>
                <a:gd name="T37" fmla="*/ 46 h 412"/>
                <a:gd name="T38" fmla="*/ 131 w 463"/>
                <a:gd name="T39" fmla="*/ 55 h 412"/>
                <a:gd name="T40" fmla="*/ 123 w 463"/>
                <a:gd name="T41" fmla="*/ 73 h 412"/>
                <a:gd name="T42" fmla="*/ 106 w 463"/>
                <a:gd name="T43" fmla="*/ 75 h 412"/>
                <a:gd name="T44" fmla="*/ 69 w 463"/>
                <a:gd name="T45" fmla="*/ 110 h 412"/>
                <a:gd name="T46" fmla="*/ 34 w 463"/>
                <a:gd name="T47" fmla="*/ 121 h 412"/>
                <a:gd name="T48" fmla="*/ 13 w 463"/>
                <a:gd name="T49" fmla="*/ 130 h 412"/>
                <a:gd name="T50" fmla="*/ 6 w 463"/>
                <a:gd name="T51" fmla="*/ 169 h 412"/>
                <a:gd name="T52" fmla="*/ 9 w 463"/>
                <a:gd name="T53" fmla="*/ 187 h 412"/>
                <a:gd name="T54" fmla="*/ 22 w 463"/>
                <a:gd name="T55" fmla="*/ 227 h 412"/>
                <a:gd name="T56" fmla="*/ 23 w 463"/>
                <a:gd name="T57" fmla="*/ 277 h 412"/>
                <a:gd name="T58" fmla="*/ 56 w 463"/>
                <a:gd name="T59" fmla="*/ 294 h 412"/>
                <a:gd name="T60" fmla="*/ 104 w 463"/>
                <a:gd name="T61" fmla="*/ 280 h 412"/>
                <a:gd name="T62" fmla="*/ 157 w 463"/>
                <a:gd name="T63" fmla="*/ 260 h 412"/>
                <a:gd name="T64" fmla="*/ 219 w 463"/>
                <a:gd name="T65" fmla="*/ 256 h 412"/>
                <a:gd name="T66" fmla="*/ 240 w 463"/>
                <a:gd name="T67" fmla="*/ 268 h 412"/>
                <a:gd name="T68" fmla="*/ 262 w 463"/>
                <a:gd name="T69" fmla="*/ 287 h 412"/>
                <a:gd name="T70" fmla="*/ 278 w 463"/>
                <a:gd name="T71" fmla="*/ 285 h 412"/>
                <a:gd name="T72" fmla="*/ 288 w 463"/>
                <a:gd name="T73" fmla="*/ 289 h 412"/>
                <a:gd name="T74" fmla="*/ 304 w 463"/>
                <a:gd name="T75" fmla="*/ 317 h 412"/>
                <a:gd name="T76" fmla="*/ 344 w 463"/>
                <a:gd name="T77" fmla="*/ 344 h 412"/>
                <a:gd name="T78" fmla="*/ 365 w 463"/>
                <a:gd name="T79" fmla="*/ 341 h 412"/>
                <a:gd name="T80" fmla="*/ 379 w 463"/>
                <a:gd name="T81" fmla="*/ 348 h 412"/>
                <a:gd name="T82" fmla="*/ 419 w 463"/>
                <a:gd name="T83" fmla="*/ 330 h 412"/>
                <a:gd name="T84" fmla="*/ 443 w 463"/>
                <a:gd name="T85" fmla="*/ 266 h 412"/>
                <a:gd name="T86" fmla="*/ 458 w 463"/>
                <a:gd name="T87" fmla="*/ 228 h 412"/>
                <a:gd name="T88" fmla="*/ 210 w 463"/>
                <a:gd name="T89" fmla="*/ 11 h 412"/>
                <a:gd name="T90" fmla="*/ 266 w 463"/>
                <a:gd name="T91" fmla="*/ 307 h 412"/>
                <a:gd name="T92" fmla="*/ 379 w 463"/>
                <a:gd name="T93" fmla="*/ 376 h 412"/>
                <a:gd name="T94" fmla="*/ 380 w 463"/>
                <a:gd name="T95" fmla="*/ 411 h 412"/>
                <a:gd name="T96" fmla="*/ 395 w 463"/>
                <a:gd name="T97" fmla="*/ 402 h 412"/>
                <a:gd name="T98" fmla="*/ 379 w 463"/>
                <a:gd name="T99" fmla="*/ 376 h 41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63"/>
                <a:gd name="T151" fmla="*/ 0 h 412"/>
                <a:gd name="T152" fmla="*/ 463 w 463"/>
                <a:gd name="T153" fmla="*/ 412 h 41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63" h="412">
                  <a:moveTo>
                    <a:pt x="460" y="207"/>
                  </a:moveTo>
                  <a:cubicBezTo>
                    <a:pt x="462" y="205"/>
                    <a:pt x="459" y="197"/>
                    <a:pt x="457" y="198"/>
                  </a:cubicBezTo>
                  <a:cubicBezTo>
                    <a:pt x="456" y="200"/>
                    <a:pt x="456" y="186"/>
                    <a:pt x="457" y="180"/>
                  </a:cubicBezTo>
                  <a:cubicBezTo>
                    <a:pt x="458" y="173"/>
                    <a:pt x="457" y="174"/>
                    <a:pt x="454" y="177"/>
                  </a:cubicBezTo>
                  <a:cubicBezTo>
                    <a:pt x="451" y="181"/>
                    <a:pt x="447" y="171"/>
                    <a:pt x="447" y="169"/>
                  </a:cubicBezTo>
                  <a:cubicBezTo>
                    <a:pt x="446" y="166"/>
                    <a:pt x="442" y="159"/>
                    <a:pt x="438" y="160"/>
                  </a:cubicBezTo>
                  <a:cubicBezTo>
                    <a:pt x="434" y="161"/>
                    <a:pt x="436" y="154"/>
                    <a:pt x="432" y="155"/>
                  </a:cubicBezTo>
                  <a:cubicBezTo>
                    <a:pt x="428" y="156"/>
                    <a:pt x="428" y="149"/>
                    <a:pt x="428" y="143"/>
                  </a:cubicBezTo>
                  <a:cubicBezTo>
                    <a:pt x="429" y="137"/>
                    <a:pt x="426" y="142"/>
                    <a:pt x="424" y="139"/>
                  </a:cubicBezTo>
                  <a:cubicBezTo>
                    <a:pt x="422" y="137"/>
                    <a:pt x="420" y="139"/>
                    <a:pt x="417" y="140"/>
                  </a:cubicBezTo>
                  <a:cubicBezTo>
                    <a:pt x="415" y="141"/>
                    <a:pt x="414" y="135"/>
                    <a:pt x="415" y="132"/>
                  </a:cubicBezTo>
                  <a:cubicBezTo>
                    <a:pt x="415" y="130"/>
                    <a:pt x="414" y="127"/>
                    <a:pt x="410" y="124"/>
                  </a:cubicBezTo>
                  <a:cubicBezTo>
                    <a:pt x="407" y="121"/>
                    <a:pt x="406" y="119"/>
                    <a:pt x="407" y="116"/>
                  </a:cubicBezTo>
                  <a:cubicBezTo>
                    <a:pt x="407" y="112"/>
                    <a:pt x="385" y="101"/>
                    <a:pt x="381" y="100"/>
                  </a:cubicBezTo>
                  <a:cubicBezTo>
                    <a:pt x="376" y="99"/>
                    <a:pt x="380" y="94"/>
                    <a:pt x="378" y="93"/>
                  </a:cubicBezTo>
                  <a:cubicBezTo>
                    <a:pt x="376" y="91"/>
                    <a:pt x="375" y="84"/>
                    <a:pt x="375" y="79"/>
                  </a:cubicBezTo>
                  <a:cubicBezTo>
                    <a:pt x="375" y="73"/>
                    <a:pt x="368" y="72"/>
                    <a:pt x="368" y="67"/>
                  </a:cubicBezTo>
                  <a:cubicBezTo>
                    <a:pt x="369" y="63"/>
                    <a:pt x="366" y="58"/>
                    <a:pt x="367" y="53"/>
                  </a:cubicBezTo>
                  <a:cubicBezTo>
                    <a:pt x="367" y="48"/>
                    <a:pt x="360" y="47"/>
                    <a:pt x="359" y="44"/>
                  </a:cubicBezTo>
                  <a:cubicBezTo>
                    <a:pt x="359" y="42"/>
                    <a:pt x="355" y="44"/>
                    <a:pt x="351" y="45"/>
                  </a:cubicBezTo>
                  <a:cubicBezTo>
                    <a:pt x="346" y="45"/>
                    <a:pt x="347" y="39"/>
                    <a:pt x="347" y="33"/>
                  </a:cubicBezTo>
                  <a:cubicBezTo>
                    <a:pt x="348" y="28"/>
                    <a:pt x="345" y="18"/>
                    <a:pt x="342" y="15"/>
                  </a:cubicBezTo>
                  <a:cubicBezTo>
                    <a:pt x="338" y="13"/>
                    <a:pt x="338" y="3"/>
                    <a:pt x="336" y="2"/>
                  </a:cubicBezTo>
                  <a:cubicBezTo>
                    <a:pt x="335" y="0"/>
                    <a:pt x="329" y="7"/>
                    <a:pt x="329" y="10"/>
                  </a:cubicBezTo>
                  <a:cubicBezTo>
                    <a:pt x="329" y="13"/>
                    <a:pt x="329" y="17"/>
                    <a:pt x="326" y="19"/>
                  </a:cubicBezTo>
                  <a:cubicBezTo>
                    <a:pt x="324" y="21"/>
                    <a:pt x="328" y="29"/>
                    <a:pt x="325" y="31"/>
                  </a:cubicBezTo>
                  <a:cubicBezTo>
                    <a:pt x="322" y="34"/>
                    <a:pt x="325" y="45"/>
                    <a:pt x="324" y="51"/>
                  </a:cubicBezTo>
                  <a:cubicBezTo>
                    <a:pt x="323" y="58"/>
                    <a:pt x="323" y="64"/>
                    <a:pt x="320" y="69"/>
                  </a:cubicBezTo>
                  <a:cubicBezTo>
                    <a:pt x="317" y="73"/>
                    <a:pt x="317" y="80"/>
                    <a:pt x="311" y="82"/>
                  </a:cubicBezTo>
                  <a:cubicBezTo>
                    <a:pt x="305" y="84"/>
                    <a:pt x="297" y="79"/>
                    <a:pt x="297" y="76"/>
                  </a:cubicBezTo>
                  <a:cubicBezTo>
                    <a:pt x="297" y="73"/>
                    <a:pt x="291" y="71"/>
                    <a:pt x="287" y="71"/>
                  </a:cubicBezTo>
                  <a:cubicBezTo>
                    <a:pt x="284" y="72"/>
                    <a:pt x="282" y="67"/>
                    <a:pt x="276" y="63"/>
                  </a:cubicBezTo>
                  <a:cubicBezTo>
                    <a:pt x="271" y="58"/>
                    <a:pt x="266" y="64"/>
                    <a:pt x="265" y="59"/>
                  </a:cubicBezTo>
                  <a:cubicBezTo>
                    <a:pt x="263" y="54"/>
                    <a:pt x="261" y="53"/>
                    <a:pt x="257" y="50"/>
                  </a:cubicBezTo>
                  <a:cubicBezTo>
                    <a:pt x="253" y="47"/>
                    <a:pt x="254" y="47"/>
                    <a:pt x="258" y="45"/>
                  </a:cubicBezTo>
                  <a:cubicBezTo>
                    <a:pt x="262" y="42"/>
                    <a:pt x="261" y="38"/>
                    <a:pt x="259" y="35"/>
                  </a:cubicBezTo>
                  <a:cubicBezTo>
                    <a:pt x="257" y="32"/>
                    <a:pt x="261" y="33"/>
                    <a:pt x="266" y="30"/>
                  </a:cubicBezTo>
                  <a:cubicBezTo>
                    <a:pt x="271" y="27"/>
                    <a:pt x="266" y="24"/>
                    <a:pt x="270" y="22"/>
                  </a:cubicBezTo>
                  <a:cubicBezTo>
                    <a:pt x="274" y="21"/>
                    <a:pt x="272" y="18"/>
                    <a:pt x="268" y="17"/>
                  </a:cubicBezTo>
                  <a:cubicBezTo>
                    <a:pt x="264" y="16"/>
                    <a:pt x="265" y="21"/>
                    <a:pt x="263" y="21"/>
                  </a:cubicBezTo>
                  <a:cubicBezTo>
                    <a:pt x="262" y="22"/>
                    <a:pt x="260" y="15"/>
                    <a:pt x="259" y="15"/>
                  </a:cubicBezTo>
                  <a:cubicBezTo>
                    <a:pt x="258" y="16"/>
                    <a:pt x="253" y="22"/>
                    <a:pt x="251" y="19"/>
                  </a:cubicBezTo>
                  <a:cubicBezTo>
                    <a:pt x="248" y="16"/>
                    <a:pt x="234" y="13"/>
                    <a:pt x="229" y="12"/>
                  </a:cubicBezTo>
                  <a:cubicBezTo>
                    <a:pt x="223" y="11"/>
                    <a:pt x="221" y="4"/>
                    <a:pt x="218" y="6"/>
                  </a:cubicBezTo>
                  <a:cubicBezTo>
                    <a:pt x="215" y="7"/>
                    <a:pt x="219" y="9"/>
                    <a:pt x="222" y="13"/>
                  </a:cubicBezTo>
                  <a:cubicBezTo>
                    <a:pt x="226" y="17"/>
                    <a:pt x="210" y="20"/>
                    <a:pt x="205" y="18"/>
                  </a:cubicBezTo>
                  <a:cubicBezTo>
                    <a:pt x="200" y="17"/>
                    <a:pt x="206" y="22"/>
                    <a:pt x="202" y="22"/>
                  </a:cubicBezTo>
                  <a:cubicBezTo>
                    <a:pt x="198" y="21"/>
                    <a:pt x="197" y="28"/>
                    <a:pt x="194" y="32"/>
                  </a:cubicBezTo>
                  <a:cubicBezTo>
                    <a:pt x="191" y="35"/>
                    <a:pt x="193" y="38"/>
                    <a:pt x="189" y="40"/>
                  </a:cubicBezTo>
                  <a:cubicBezTo>
                    <a:pt x="186" y="42"/>
                    <a:pt x="186" y="45"/>
                    <a:pt x="190" y="50"/>
                  </a:cubicBezTo>
                  <a:cubicBezTo>
                    <a:pt x="194" y="54"/>
                    <a:pt x="188" y="55"/>
                    <a:pt x="184" y="51"/>
                  </a:cubicBezTo>
                  <a:cubicBezTo>
                    <a:pt x="180" y="47"/>
                    <a:pt x="177" y="47"/>
                    <a:pt x="177" y="51"/>
                  </a:cubicBezTo>
                  <a:cubicBezTo>
                    <a:pt x="177" y="56"/>
                    <a:pt x="172" y="54"/>
                    <a:pt x="173" y="49"/>
                  </a:cubicBezTo>
                  <a:cubicBezTo>
                    <a:pt x="174" y="44"/>
                    <a:pt x="168" y="46"/>
                    <a:pt x="167" y="44"/>
                  </a:cubicBezTo>
                  <a:cubicBezTo>
                    <a:pt x="166" y="41"/>
                    <a:pt x="161" y="36"/>
                    <a:pt x="157" y="37"/>
                  </a:cubicBezTo>
                  <a:cubicBezTo>
                    <a:pt x="154" y="37"/>
                    <a:pt x="154" y="40"/>
                    <a:pt x="151" y="40"/>
                  </a:cubicBezTo>
                  <a:cubicBezTo>
                    <a:pt x="148" y="40"/>
                    <a:pt x="147" y="42"/>
                    <a:pt x="147" y="46"/>
                  </a:cubicBezTo>
                  <a:cubicBezTo>
                    <a:pt x="148" y="49"/>
                    <a:pt x="142" y="45"/>
                    <a:pt x="139" y="46"/>
                  </a:cubicBezTo>
                  <a:cubicBezTo>
                    <a:pt x="135" y="46"/>
                    <a:pt x="139" y="51"/>
                    <a:pt x="137" y="51"/>
                  </a:cubicBezTo>
                  <a:cubicBezTo>
                    <a:pt x="135" y="51"/>
                    <a:pt x="135" y="55"/>
                    <a:pt x="131" y="55"/>
                  </a:cubicBezTo>
                  <a:cubicBezTo>
                    <a:pt x="128" y="55"/>
                    <a:pt x="129" y="62"/>
                    <a:pt x="129" y="66"/>
                  </a:cubicBezTo>
                  <a:cubicBezTo>
                    <a:pt x="130" y="69"/>
                    <a:pt x="124" y="64"/>
                    <a:pt x="121" y="65"/>
                  </a:cubicBezTo>
                  <a:cubicBezTo>
                    <a:pt x="118" y="66"/>
                    <a:pt x="122" y="69"/>
                    <a:pt x="123" y="73"/>
                  </a:cubicBezTo>
                  <a:cubicBezTo>
                    <a:pt x="124" y="78"/>
                    <a:pt x="121" y="77"/>
                    <a:pt x="119" y="79"/>
                  </a:cubicBezTo>
                  <a:cubicBezTo>
                    <a:pt x="117" y="81"/>
                    <a:pt x="115" y="74"/>
                    <a:pt x="115" y="71"/>
                  </a:cubicBezTo>
                  <a:cubicBezTo>
                    <a:pt x="115" y="67"/>
                    <a:pt x="110" y="70"/>
                    <a:pt x="106" y="75"/>
                  </a:cubicBezTo>
                  <a:cubicBezTo>
                    <a:pt x="101" y="80"/>
                    <a:pt x="107" y="87"/>
                    <a:pt x="105" y="88"/>
                  </a:cubicBezTo>
                  <a:cubicBezTo>
                    <a:pt x="103" y="90"/>
                    <a:pt x="94" y="98"/>
                    <a:pt x="89" y="104"/>
                  </a:cubicBezTo>
                  <a:cubicBezTo>
                    <a:pt x="84" y="111"/>
                    <a:pt x="73" y="107"/>
                    <a:pt x="69" y="110"/>
                  </a:cubicBezTo>
                  <a:cubicBezTo>
                    <a:pt x="66" y="113"/>
                    <a:pt x="62" y="111"/>
                    <a:pt x="58" y="113"/>
                  </a:cubicBezTo>
                  <a:cubicBezTo>
                    <a:pt x="55" y="116"/>
                    <a:pt x="48" y="121"/>
                    <a:pt x="48" y="118"/>
                  </a:cubicBezTo>
                  <a:cubicBezTo>
                    <a:pt x="47" y="115"/>
                    <a:pt x="38" y="117"/>
                    <a:pt x="34" y="121"/>
                  </a:cubicBezTo>
                  <a:cubicBezTo>
                    <a:pt x="30" y="125"/>
                    <a:pt x="24" y="129"/>
                    <a:pt x="20" y="129"/>
                  </a:cubicBezTo>
                  <a:cubicBezTo>
                    <a:pt x="16" y="129"/>
                    <a:pt x="16" y="136"/>
                    <a:pt x="14" y="137"/>
                  </a:cubicBezTo>
                  <a:cubicBezTo>
                    <a:pt x="12" y="139"/>
                    <a:pt x="13" y="132"/>
                    <a:pt x="13" y="130"/>
                  </a:cubicBezTo>
                  <a:cubicBezTo>
                    <a:pt x="13" y="129"/>
                    <a:pt x="9" y="133"/>
                    <a:pt x="7" y="139"/>
                  </a:cubicBezTo>
                  <a:cubicBezTo>
                    <a:pt x="5" y="144"/>
                    <a:pt x="11" y="146"/>
                    <a:pt x="8" y="151"/>
                  </a:cubicBezTo>
                  <a:cubicBezTo>
                    <a:pt x="4" y="157"/>
                    <a:pt x="0" y="162"/>
                    <a:pt x="6" y="169"/>
                  </a:cubicBezTo>
                  <a:cubicBezTo>
                    <a:pt x="11" y="176"/>
                    <a:pt x="14" y="181"/>
                    <a:pt x="12" y="184"/>
                  </a:cubicBezTo>
                  <a:cubicBezTo>
                    <a:pt x="10" y="188"/>
                    <a:pt x="7" y="177"/>
                    <a:pt x="5" y="179"/>
                  </a:cubicBezTo>
                  <a:cubicBezTo>
                    <a:pt x="4" y="180"/>
                    <a:pt x="10" y="184"/>
                    <a:pt x="9" y="187"/>
                  </a:cubicBezTo>
                  <a:cubicBezTo>
                    <a:pt x="7" y="189"/>
                    <a:pt x="2" y="178"/>
                    <a:pt x="1" y="181"/>
                  </a:cubicBezTo>
                  <a:cubicBezTo>
                    <a:pt x="0" y="183"/>
                    <a:pt x="12" y="200"/>
                    <a:pt x="12" y="206"/>
                  </a:cubicBezTo>
                  <a:cubicBezTo>
                    <a:pt x="12" y="212"/>
                    <a:pt x="22" y="218"/>
                    <a:pt x="22" y="227"/>
                  </a:cubicBezTo>
                  <a:cubicBezTo>
                    <a:pt x="21" y="236"/>
                    <a:pt x="30" y="251"/>
                    <a:pt x="32" y="253"/>
                  </a:cubicBezTo>
                  <a:cubicBezTo>
                    <a:pt x="33" y="255"/>
                    <a:pt x="28" y="261"/>
                    <a:pt x="29" y="268"/>
                  </a:cubicBezTo>
                  <a:cubicBezTo>
                    <a:pt x="30" y="275"/>
                    <a:pt x="27" y="277"/>
                    <a:pt x="23" y="277"/>
                  </a:cubicBezTo>
                  <a:cubicBezTo>
                    <a:pt x="18" y="277"/>
                    <a:pt x="21" y="284"/>
                    <a:pt x="26" y="285"/>
                  </a:cubicBezTo>
                  <a:cubicBezTo>
                    <a:pt x="30" y="285"/>
                    <a:pt x="29" y="289"/>
                    <a:pt x="34" y="292"/>
                  </a:cubicBezTo>
                  <a:cubicBezTo>
                    <a:pt x="39" y="296"/>
                    <a:pt x="52" y="294"/>
                    <a:pt x="56" y="294"/>
                  </a:cubicBezTo>
                  <a:cubicBezTo>
                    <a:pt x="60" y="294"/>
                    <a:pt x="61" y="288"/>
                    <a:pt x="67" y="288"/>
                  </a:cubicBezTo>
                  <a:cubicBezTo>
                    <a:pt x="73" y="287"/>
                    <a:pt x="72" y="286"/>
                    <a:pt x="75" y="282"/>
                  </a:cubicBezTo>
                  <a:cubicBezTo>
                    <a:pt x="78" y="279"/>
                    <a:pt x="91" y="280"/>
                    <a:pt x="104" y="280"/>
                  </a:cubicBezTo>
                  <a:cubicBezTo>
                    <a:pt x="117" y="281"/>
                    <a:pt x="123" y="277"/>
                    <a:pt x="125" y="272"/>
                  </a:cubicBezTo>
                  <a:cubicBezTo>
                    <a:pt x="127" y="267"/>
                    <a:pt x="136" y="267"/>
                    <a:pt x="140" y="263"/>
                  </a:cubicBezTo>
                  <a:cubicBezTo>
                    <a:pt x="144" y="260"/>
                    <a:pt x="147" y="259"/>
                    <a:pt x="157" y="260"/>
                  </a:cubicBezTo>
                  <a:cubicBezTo>
                    <a:pt x="167" y="260"/>
                    <a:pt x="176" y="255"/>
                    <a:pt x="182" y="253"/>
                  </a:cubicBezTo>
                  <a:cubicBezTo>
                    <a:pt x="188" y="250"/>
                    <a:pt x="200" y="251"/>
                    <a:pt x="206" y="250"/>
                  </a:cubicBezTo>
                  <a:cubicBezTo>
                    <a:pt x="212" y="248"/>
                    <a:pt x="213" y="257"/>
                    <a:pt x="219" y="256"/>
                  </a:cubicBezTo>
                  <a:cubicBezTo>
                    <a:pt x="226" y="256"/>
                    <a:pt x="229" y="258"/>
                    <a:pt x="233" y="258"/>
                  </a:cubicBezTo>
                  <a:cubicBezTo>
                    <a:pt x="236" y="258"/>
                    <a:pt x="236" y="261"/>
                    <a:pt x="239" y="261"/>
                  </a:cubicBezTo>
                  <a:cubicBezTo>
                    <a:pt x="243" y="262"/>
                    <a:pt x="242" y="265"/>
                    <a:pt x="240" y="268"/>
                  </a:cubicBezTo>
                  <a:cubicBezTo>
                    <a:pt x="238" y="272"/>
                    <a:pt x="245" y="271"/>
                    <a:pt x="250" y="278"/>
                  </a:cubicBezTo>
                  <a:cubicBezTo>
                    <a:pt x="255" y="284"/>
                    <a:pt x="250" y="285"/>
                    <a:pt x="253" y="290"/>
                  </a:cubicBezTo>
                  <a:cubicBezTo>
                    <a:pt x="255" y="295"/>
                    <a:pt x="257" y="294"/>
                    <a:pt x="262" y="287"/>
                  </a:cubicBezTo>
                  <a:cubicBezTo>
                    <a:pt x="267" y="280"/>
                    <a:pt x="272" y="285"/>
                    <a:pt x="273" y="279"/>
                  </a:cubicBezTo>
                  <a:cubicBezTo>
                    <a:pt x="274" y="273"/>
                    <a:pt x="279" y="266"/>
                    <a:pt x="283" y="269"/>
                  </a:cubicBezTo>
                  <a:cubicBezTo>
                    <a:pt x="286" y="272"/>
                    <a:pt x="280" y="273"/>
                    <a:pt x="278" y="285"/>
                  </a:cubicBezTo>
                  <a:cubicBezTo>
                    <a:pt x="276" y="296"/>
                    <a:pt x="272" y="290"/>
                    <a:pt x="271" y="293"/>
                  </a:cubicBezTo>
                  <a:cubicBezTo>
                    <a:pt x="270" y="297"/>
                    <a:pt x="281" y="298"/>
                    <a:pt x="281" y="292"/>
                  </a:cubicBezTo>
                  <a:cubicBezTo>
                    <a:pt x="281" y="286"/>
                    <a:pt x="283" y="284"/>
                    <a:pt x="288" y="289"/>
                  </a:cubicBezTo>
                  <a:cubicBezTo>
                    <a:pt x="292" y="295"/>
                    <a:pt x="285" y="299"/>
                    <a:pt x="286" y="302"/>
                  </a:cubicBezTo>
                  <a:cubicBezTo>
                    <a:pt x="287" y="304"/>
                    <a:pt x="292" y="301"/>
                    <a:pt x="294" y="301"/>
                  </a:cubicBezTo>
                  <a:cubicBezTo>
                    <a:pt x="299" y="301"/>
                    <a:pt x="305" y="311"/>
                    <a:pt x="304" y="317"/>
                  </a:cubicBezTo>
                  <a:cubicBezTo>
                    <a:pt x="303" y="322"/>
                    <a:pt x="301" y="327"/>
                    <a:pt x="310" y="331"/>
                  </a:cubicBezTo>
                  <a:cubicBezTo>
                    <a:pt x="318" y="335"/>
                    <a:pt x="315" y="336"/>
                    <a:pt x="321" y="336"/>
                  </a:cubicBezTo>
                  <a:cubicBezTo>
                    <a:pt x="328" y="336"/>
                    <a:pt x="341" y="341"/>
                    <a:pt x="344" y="344"/>
                  </a:cubicBezTo>
                  <a:cubicBezTo>
                    <a:pt x="348" y="347"/>
                    <a:pt x="357" y="342"/>
                    <a:pt x="358" y="336"/>
                  </a:cubicBezTo>
                  <a:cubicBezTo>
                    <a:pt x="360" y="330"/>
                    <a:pt x="367" y="336"/>
                    <a:pt x="363" y="338"/>
                  </a:cubicBezTo>
                  <a:cubicBezTo>
                    <a:pt x="360" y="340"/>
                    <a:pt x="365" y="344"/>
                    <a:pt x="365" y="341"/>
                  </a:cubicBezTo>
                  <a:cubicBezTo>
                    <a:pt x="365" y="338"/>
                    <a:pt x="367" y="335"/>
                    <a:pt x="368" y="339"/>
                  </a:cubicBezTo>
                  <a:cubicBezTo>
                    <a:pt x="369" y="343"/>
                    <a:pt x="374" y="343"/>
                    <a:pt x="376" y="346"/>
                  </a:cubicBezTo>
                  <a:cubicBezTo>
                    <a:pt x="377" y="349"/>
                    <a:pt x="379" y="351"/>
                    <a:pt x="379" y="348"/>
                  </a:cubicBezTo>
                  <a:cubicBezTo>
                    <a:pt x="379" y="346"/>
                    <a:pt x="380" y="344"/>
                    <a:pt x="384" y="342"/>
                  </a:cubicBezTo>
                  <a:cubicBezTo>
                    <a:pt x="388" y="341"/>
                    <a:pt x="391" y="338"/>
                    <a:pt x="395" y="334"/>
                  </a:cubicBezTo>
                  <a:cubicBezTo>
                    <a:pt x="399" y="331"/>
                    <a:pt x="417" y="330"/>
                    <a:pt x="419" y="330"/>
                  </a:cubicBezTo>
                  <a:cubicBezTo>
                    <a:pt x="420" y="330"/>
                    <a:pt x="421" y="315"/>
                    <a:pt x="422" y="307"/>
                  </a:cubicBezTo>
                  <a:cubicBezTo>
                    <a:pt x="423" y="300"/>
                    <a:pt x="430" y="298"/>
                    <a:pt x="431" y="290"/>
                  </a:cubicBezTo>
                  <a:cubicBezTo>
                    <a:pt x="432" y="282"/>
                    <a:pt x="441" y="267"/>
                    <a:pt x="443" y="266"/>
                  </a:cubicBezTo>
                  <a:cubicBezTo>
                    <a:pt x="445" y="265"/>
                    <a:pt x="449" y="263"/>
                    <a:pt x="450" y="258"/>
                  </a:cubicBezTo>
                  <a:cubicBezTo>
                    <a:pt x="450" y="253"/>
                    <a:pt x="456" y="248"/>
                    <a:pt x="456" y="242"/>
                  </a:cubicBezTo>
                  <a:cubicBezTo>
                    <a:pt x="456" y="237"/>
                    <a:pt x="459" y="230"/>
                    <a:pt x="458" y="228"/>
                  </a:cubicBezTo>
                  <a:cubicBezTo>
                    <a:pt x="458" y="226"/>
                    <a:pt x="456" y="221"/>
                    <a:pt x="460" y="217"/>
                  </a:cubicBezTo>
                  <a:cubicBezTo>
                    <a:pt x="463" y="213"/>
                    <a:pt x="458" y="208"/>
                    <a:pt x="460" y="207"/>
                  </a:cubicBezTo>
                  <a:close/>
                  <a:moveTo>
                    <a:pt x="210" y="11"/>
                  </a:moveTo>
                  <a:cubicBezTo>
                    <a:pt x="209" y="8"/>
                    <a:pt x="191" y="11"/>
                    <a:pt x="195" y="14"/>
                  </a:cubicBezTo>
                  <a:cubicBezTo>
                    <a:pt x="198" y="16"/>
                    <a:pt x="210" y="14"/>
                    <a:pt x="210" y="11"/>
                  </a:cubicBezTo>
                  <a:close/>
                  <a:moveTo>
                    <a:pt x="266" y="307"/>
                  </a:moveTo>
                  <a:cubicBezTo>
                    <a:pt x="269" y="309"/>
                    <a:pt x="278" y="309"/>
                    <a:pt x="279" y="305"/>
                  </a:cubicBezTo>
                  <a:cubicBezTo>
                    <a:pt x="281" y="302"/>
                    <a:pt x="263" y="305"/>
                    <a:pt x="266" y="307"/>
                  </a:cubicBezTo>
                  <a:close/>
                  <a:moveTo>
                    <a:pt x="379" y="376"/>
                  </a:moveTo>
                  <a:cubicBezTo>
                    <a:pt x="372" y="377"/>
                    <a:pt x="362" y="370"/>
                    <a:pt x="360" y="371"/>
                  </a:cubicBezTo>
                  <a:cubicBezTo>
                    <a:pt x="357" y="372"/>
                    <a:pt x="368" y="389"/>
                    <a:pt x="365" y="393"/>
                  </a:cubicBezTo>
                  <a:cubicBezTo>
                    <a:pt x="361" y="398"/>
                    <a:pt x="375" y="410"/>
                    <a:pt x="380" y="411"/>
                  </a:cubicBezTo>
                  <a:cubicBezTo>
                    <a:pt x="385" y="412"/>
                    <a:pt x="383" y="406"/>
                    <a:pt x="386" y="406"/>
                  </a:cubicBezTo>
                  <a:cubicBezTo>
                    <a:pt x="389" y="407"/>
                    <a:pt x="388" y="403"/>
                    <a:pt x="389" y="401"/>
                  </a:cubicBezTo>
                  <a:cubicBezTo>
                    <a:pt x="389" y="398"/>
                    <a:pt x="392" y="403"/>
                    <a:pt x="395" y="402"/>
                  </a:cubicBezTo>
                  <a:cubicBezTo>
                    <a:pt x="398" y="400"/>
                    <a:pt x="394" y="390"/>
                    <a:pt x="398" y="390"/>
                  </a:cubicBezTo>
                  <a:cubicBezTo>
                    <a:pt x="402" y="390"/>
                    <a:pt x="399" y="377"/>
                    <a:pt x="398" y="372"/>
                  </a:cubicBezTo>
                  <a:cubicBezTo>
                    <a:pt x="397" y="368"/>
                    <a:pt x="386" y="376"/>
                    <a:pt x="379" y="376"/>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5" name="Freeform 151"/>
            <p:cNvSpPr>
              <a:spLocks noEditPoints="1" noChangeArrowheads="1"/>
            </p:cNvSpPr>
            <p:nvPr/>
          </p:nvSpPr>
          <p:spPr bwMode="auto">
            <a:xfrm>
              <a:off x="7212037" y="3267080"/>
              <a:ext cx="269876" cy="320676"/>
            </a:xfrm>
            <a:custGeom>
              <a:avLst/>
              <a:gdLst>
                <a:gd name="T0" fmla="*/ 87 w 141"/>
                <a:gd name="T1" fmla="*/ 81 h 168"/>
                <a:gd name="T2" fmla="*/ 78 w 141"/>
                <a:gd name="T3" fmla="*/ 84 h 168"/>
                <a:gd name="T4" fmla="*/ 67 w 141"/>
                <a:gd name="T5" fmla="*/ 79 h 168"/>
                <a:gd name="T6" fmla="*/ 61 w 141"/>
                <a:gd name="T7" fmla="*/ 89 h 168"/>
                <a:gd name="T8" fmla="*/ 52 w 141"/>
                <a:gd name="T9" fmla="*/ 105 h 168"/>
                <a:gd name="T10" fmla="*/ 21 w 141"/>
                <a:gd name="T11" fmla="*/ 125 h 168"/>
                <a:gd name="T12" fmla="*/ 7 w 141"/>
                <a:gd name="T13" fmla="*/ 139 h 168"/>
                <a:gd name="T14" fmla="*/ 4 w 141"/>
                <a:gd name="T15" fmla="*/ 151 h 168"/>
                <a:gd name="T16" fmla="*/ 14 w 141"/>
                <a:gd name="T17" fmla="*/ 156 h 168"/>
                <a:gd name="T18" fmla="*/ 22 w 141"/>
                <a:gd name="T19" fmla="*/ 159 h 168"/>
                <a:gd name="T20" fmla="*/ 43 w 141"/>
                <a:gd name="T21" fmla="*/ 154 h 168"/>
                <a:gd name="T22" fmla="*/ 50 w 141"/>
                <a:gd name="T23" fmla="*/ 141 h 168"/>
                <a:gd name="T24" fmla="*/ 56 w 141"/>
                <a:gd name="T25" fmla="*/ 129 h 168"/>
                <a:gd name="T26" fmla="*/ 69 w 141"/>
                <a:gd name="T27" fmla="*/ 122 h 168"/>
                <a:gd name="T28" fmla="*/ 72 w 141"/>
                <a:gd name="T29" fmla="*/ 116 h 168"/>
                <a:gd name="T30" fmla="*/ 80 w 141"/>
                <a:gd name="T31" fmla="*/ 105 h 168"/>
                <a:gd name="T32" fmla="*/ 89 w 141"/>
                <a:gd name="T33" fmla="*/ 90 h 168"/>
                <a:gd name="T34" fmla="*/ 87 w 141"/>
                <a:gd name="T35" fmla="*/ 81 h 168"/>
                <a:gd name="T36" fmla="*/ 15 w 141"/>
                <a:gd name="T37" fmla="*/ 167 h 168"/>
                <a:gd name="T38" fmla="*/ 19 w 141"/>
                <a:gd name="T39" fmla="*/ 162 h 168"/>
                <a:gd name="T40" fmla="*/ 15 w 141"/>
                <a:gd name="T41" fmla="*/ 167 h 168"/>
                <a:gd name="T42" fmla="*/ 128 w 141"/>
                <a:gd name="T43" fmla="*/ 41 h 168"/>
                <a:gd name="T44" fmla="*/ 117 w 141"/>
                <a:gd name="T45" fmla="*/ 40 h 168"/>
                <a:gd name="T46" fmla="*/ 110 w 141"/>
                <a:gd name="T47" fmla="*/ 33 h 168"/>
                <a:gd name="T48" fmla="*/ 105 w 141"/>
                <a:gd name="T49" fmla="*/ 24 h 168"/>
                <a:gd name="T50" fmla="*/ 105 w 141"/>
                <a:gd name="T51" fmla="*/ 30 h 168"/>
                <a:gd name="T52" fmla="*/ 100 w 141"/>
                <a:gd name="T53" fmla="*/ 28 h 168"/>
                <a:gd name="T54" fmla="*/ 96 w 141"/>
                <a:gd name="T55" fmla="*/ 20 h 168"/>
                <a:gd name="T56" fmla="*/ 92 w 141"/>
                <a:gd name="T57" fmla="*/ 10 h 168"/>
                <a:gd name="T58" fmla="*/ 78 w 141"/>
                <a:gd name="T59" fmla="*/ 0 h 168"/>
                <a:gd name="T60" fmla="*/ 81 w 141"/>
                <a:gd name="T61" fmla="*/ 12 h 168"/>
                <a:gd name="T62" fmla="*/ 89 w 141"/>
                <a:gd name="T63" fmla="*/ 20 h 168"/>
                <a:gd name="T64" fmla="*/ 96 w 141"/>
                <a:gd name="T65" fmla="*/ 29 h 168"/>
                <a:gd name="T66" fmla="*/ 94 w 141"/>
                <a:gd name="T67" fmla="*/ 46 h 168"/>
                <a:gd name="T68" fmla="*/ 85 w 141"/>
                <a:gd name="T69" fmla="*/ 56 h 168"/>
                <a:gd name="T70" fmla="*/ 100 w 141"/>
                <a:gd name="T71" fmla="*/ 69 h 168"/>
                <a:gd name="T72" fmla="*/ 97 w 141"/>
                <a:gd name="T73" fmla="*/ 87 h 168"/>
                <a:gd name="T74" fmla="*/ 107 w 141"/>
                <a:gd name="T75" fmla="*/ 89 h 168"/>
                <a:gd name="T76" fmla="*/ 119 w 141"/>
                <a:gd name="T77" fmla="*/ 71 h 168"/>
                <a:gd name="T78" fmla="*/ 123 w 141"/>
                <a:gd name="T79" fmla="*/ 60 h 168"/>
                <a:gd name="T80" fmla="*/ 130 w 141"/>
                <a:gd name="T81" fmla="*/ 57 h 168"/>
                <a:gd name="T82" fmla="*/ 135 w 141"/>
                <a:gd name="T83" fmla="*/ 50 h 168"/>
                <a:gd name="T84" fmla="*/ 139 w 141"/>
                <a:gd name="T85" fmla="*/ 40 h 168"/>
                <a:gd name="T86" fmla="*/ 128 w 141"/>
                <a:gd name="T87" fmla="*/ 41 h 16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1"/>
                <a:gd name="T133" fmla="*/ 0 h 168"/>
                <a:gd name="T134" fmla="*/ 141 w 141"/>
                <a:gd name="T135" fmla="*/ 168 h 16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1" h="168">
                  <a:moveTo>
                    <a:pt x="87" y="81"/>
                  </a:moveTo>
                  <a:cubicBezTo>
                    <a:pt x="84" y="79"/>
                    <a:pt x="82" y="82"/>
                    <a:pt x="78" y="84"/>
                  </a:cubicBezTo>
                  <a:cubicBezTo>
                    <a:pt x="74" y="86"/>
                    <a:pt x="72" y="76"/>
                    <a:pt x="67" y="79"/>
                  </a:cubicBezTo>
                  <a:cubicBezTo>
                    <a:pt x="62" y="83"/>
                    <a:pt x="67" y="85"/>
                    <a:pt x="61" y="89"/>
                  </a:cubicBezTo>
                  <a:cubicBezTo>
                    <a:pt x="56" y="94"/>
                    <a:pt x="58" y="95"/>
                    <a:pt x="52" y="105"/>
                  </a:cubicBezTo>
                  <a:cubicBezTo>
                    <a:pt x="46" y="115"/>
                    <a:pt x="24" y="120"/>
                    <a:pt x="21" y="125"/>
                  </a:cubicBezTo>
                  <a:cubicBezTo>
                    <a:pt x="18" y="131"/>
                    <a:pt x="7" y="135"/>
                    <a:pt x="7" y="139"/>
                  </a:cubicBezTo>
                  <a:cubicBezTo>
                    <a:pt x="7" y="143"/>
                    <a:pt x="0" y="146"/>
                    <a:pt x="4" y="151"/>
                  </a:cubicBezTo>
                  <a:cubicBezTo>
                    <a:pt x="7" y="155"/>
                    <a:pt x="11" y="152"/>
                    <a:pt x="14" y="156"/>
                  </a:cubicBezTo>
                  <a:cubicBezTo>
                    <a:pt x="17" y="159"/>
                    <a:pt x="21" y="156"/>
                    <a:pt x="22" y="159"/>
                  </a:cubicBezTo>
                  <a:cubicBezTo>
                    <a:pt x="24" y="162"/>
                    <a:pt x="35" y="162"/>
                    <a:pt x="43" y="154"/>
                  </a:cubicBezTo>
                  <a:cubicBezTo>
                    <a:pt x="51" y="147"/>
                    <a:pt x="47" y="143"/>
                    <a:pt x="50" y="141"/>
                  </a:cubicBezTo>
                  <a:cubicBezTo>
                    <a:pt x="54" y="139"/>
                    <a:pt x="54" y="133"/>
                    <a:pt x="56" y="129"/>
                  </a:cubicBezTo>
                  <a:cubicBezTo>
                    <a:pt x="58" y="126"/>
                    <a:pt x="60" y="122"/>
                    <a:pt x="69" y="122"/>
                  </a:cubicBezTo>
                  <a:cubicBezTo>
                    <a:pt x="78" y="122"/>
                    <a:pt x="73" y="120"/>
                    <a:pt x="72" y="116"/>
                  </a:cubicBezTo>
                  <a:cubicBezTo>
                    <a:pt x="72" y="111"/>
                    <a:pt x="80" y="111"/>
                    <a:pt x="80" y="105"/>
                  </a:cubicBezTo>
                  <a:cubicBezTo>
                    <a:pt x="80" y="100"/>
                    <a:pt x="91" y="95"/>
                    <a:pt x="89" y="90"/>
                  </a:cubicBezTo>
                  <a:cubicBezTo>
                    <a:pt x="86" y="86"/>
                    <a:pt x="91" y="84"/>
                    <a:pt x="87" y="81"/>
                  </a:cubicBezTo>
                  <a:close/>
                  <a:moveTo>
                    <a:pt x="15" y="167"/>
                  </a:moveTo>
                  <a:cubicBezTo>
                    <a:pt x="17" y="168"/>
                    <a:pt x="22" y="166"/>
                    <a:pt x="19" y="162"/>
                  </a:cubicBezTo>
                  <a:cubicBezTo>
                    <a:pt x="16" y="158"/>
                    <a:pt x="11" y="166"/>
                    <a:pt x="15" y="167"/>
                  </a:cubicBezTo>
                  <a:close/>
                  <a:moveTo>
                    <a:pt x="128" y="41"/>
                  </a:moveTo>
                  <a:cubicBezTo>
                    <a:pt x="126" y="45"/>
                    <a:pt x="121" y="40"/>
                    <a:pt x="117" y="40"/>
                  </a:cubicBezTo>
                  <a:cubicBezTo>
                    <a:pt x="113" y="40"/>
                    <a:pt x="110" y="37"/>
                    <a:pt x="110" y="33"/>
                  </a:cubicBezTo>
                  <a:cubicBezTo>
                    <a:pt x="110" y="29"/>
                    <a:pt x="109" y="24"/>
                    <a:pt x="105" y="24"/>
                  </a:cubicBezTo>
                  <a:cubicBezTo>
                    <a:pt x="101" y="24"/>
                    <a:pt x="106" y="28"/>
                    <a:pt x="105" y="30"/>
                  </a:cubicBezTo>
                  <a:cubicBezTo>
                    <a:pt x="103" y="32"/>
                    <a:pt x="102" y="28"/>
                    <a:pt x="100" y="28"/>
                  </a:cubicBezTo>
                  <a:cubicBezTo>
                    <a:pt x="98" y="28"/>
                    <a:pt x="96" y="25"/>
                    <a:pt x="96" y="20"/>
                  </a:cubicBezTo>
                  <a:cubicBezTo>
                    <a:pt x="96" y="15"/>
                    <a:pt x="92" y="16"/>
                    <a:pt x="92" y="10"/>
                  </a:cubicBezTo>
                  <a:cubicBezTo>
                    <a:pt x="92" y="4"/>
                    <a:pt x="83" y="0"/>
                    <a:pt x="78" y="0"/>
                  </a:cubicBezTo>
                  <a:cubicBezTo>
                    <a:pt x="73" y="0"/>
                    <a:pt x="79" y="9"/>
                    <a:pt x="81" y="12"/>
                  </a:cubicBezTo>
                  <a:cubicBezTo>
                    <a:pt x="84" y="15"/>
                    <a:pt x="89" y="18"/>
                    <a:pt x="89" y="20"/>
                  </a:cubicBezTo>
                  <a:cubicBezTo>
                    <a:pt x="89" y="22"/>
                    <a:pt x="93" y="28"/>
                    <a:pt x="96" y="29"/>
                  </a:cubicBezTo>
                  <a:cubicBezTo>
                    <a:pt x="99" y="30"/>
                    <a:pt x="94" y="39"/>
                    <a:pt x="94" y="46"/>
                  </a:cubicBezTo>
                  <a:cubicBezTo>
                    <a:pt x="94" y="53"/>
                    <a:pt x="89" y="51"/>
                    <a:pt x="85" y="56"/>
                  </a:cubicBezTo>
                  <a:cubicBezTo>
                    <a:pt x="81" y="60"/>
                    <a:pt x="94" y="65"/>
                    <a:pt x="100" y="69"/>
                  </a:cubicBezTo>
                  <a:cubicBezTo>
                    <a:pt x="105" y="74"/>
                    <a:pt x="95" y="85"/>
                    <a:pt x="97" y="87"/>
                  </a:cubicBezTo>
                  <a:cubicBezTo>
                    <a:pt x="97" y="89"/>
                    <a:pt x="101" y="90"/>
                    <a:pt x="107" y="89"/>
                  </a:cubicBezTo>
                  <a:cubicBezTo>
                    <a:pt x="113" y="87"/>
                    <a:pt x="115" y="75"/>
                    <a:pt x="119" y="71"/>
                  </a:cubicBezTo>
                  <a:cubicBezTo>
                    <a:pt x="123" y="68"/>
                    <a:pt x="121" y="62"/>
                    <a:pt x="123" y="60"/>
                  </a:cubicBezTo>
                  <a:cubicBezTo>
                    <a:pt x="125" y="57"/>
                    <a:pt x="128" y="57"/>
                    <a:pt x="130" y="57"/>
                  </a:cubicBezTo>
                  <a:cubicBezTo>
                    <a:pt x="133" y="57"/>
                    <a:pt x="132" y="50"/>
                    <a:pt x="135" y="50"/>
                  </a:cubicBezTo>
                  <a:cubicBezTo>
                    <a:pt x="139" y="50"/>
                    <a:pt x="137" y="46"/>
                    <a:pt x="139" y="40"/>
                  </a:cubicBezTo>
                  <a:cubicBezTo>
                    <a:pt x="141" y="35"/>
                    <a:pt x="130" y="37"/>
                    <a:pt x="128" y="41"/>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6" name="Freeform 152"/>
            <p:cNvSpPr>
              <a:spLocks noEditPoints="1" noChangeArrowheads="1"/>
            </p:cNvSpPr>
            <p:nvPr/>
          </p:nvSpPr>
          <p:spPr bwMode="auto">
            <a:xfrm>
              <a:off x="7448575" y="2830516"/>
              <a:ext cx="58738" cy="53975"/>
            </a:xfrm>
            <a:custGeom>
              <a:avLst/>
              <a:gdLst>
                <a:gd name="T0" fmla="*/ 4 w 31"/>
                <a:gd name="T1" fmla="*/ 24 h 28"/>
                <a:gd name="T2" fmla="*/ 17 w 31"/>
                <a:gd name="T3" fmla="*/ 20 h 28"/>
                <a:gd name="T4" fmla="*/ 4 w 31"/>
                <a:gd name="T5" fmla="*/ 24 h 28"/>
                <a:gd name="T6" fmla="*/ 20 w 31"/>
                <a:gd name="T7" fmla="*/ 10 h 28"/>
                <a:gd name="T8" fmla="*/ 31 w 31"/>
                <a:gd name="T9" fmla="*/ 4 h 28"/>
                <a:gd name="T10" fmla="*/ 20 w 31"/>
                <a:gd name="T11" fmla="*/ 10 h 28"/>
                <a:gd name="T12" fmla="*/ 0 60000 65536"/>
                <a:gd name="T13" fmla="*/ 0 60000 65536"/>
                <a:gd name="T14" fmla="*/ 0 60000 65536"/>
                <a:gd name="T15" fmla="*/ 0 60000 65536"/>
                <a:gd name="T16" fmla="*/ 0 60000 65536"/>
                <a:gd name="T17" fmla="*/ 0 60000 65536"/>
                <a:gd name="T18" fmla="*/ 0 w 31"/>
                <a:gd name="T19" fmla="*/ 0 h 28"/>
                <a:gd name="T20" fmla="*/ 31 w 31"/>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31" h="28">
                  <a:moveTo>
                    <a:pt x="4" y="24"/>
                  </a:moveTo>
                  <a:cubicBezTo>
                    <a:pt x="8" y="28"/>
                    <a:pt x="17" y="27"/>
                    <a:pt x="17" y="20"/>
                  </a:cubicBezTo>
                  <a:cubicBezTo>
                    <a:pt x="17" y="13"/>
                    <a:pt x="0" y="20"/>
                    <a:pt x="4" y="24"/>
                  </a:cubicBezTo>
                  <a:close/>
                  <a:moveTo>
                    <a:pt x="20" y="10"/>
                  </a:moveTo>
                  <a:cubicBezTo>
                    <a:pt x="22" y="11"/>
                    <a:pt x="31" y="8"/>
                    <a:pt x="31" y="4"/>
                  </a:cubicBezTo>
                  <a:cubicBezTo>
                    <a:pt x="31" y="0"/>
                    <a:pt x="15" y="9"/>
                    <a:pt x="20" y="10"/>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7" name="Freeform 153"/>
            <p:cNvSpPr>
              <a:spLocks noChangeArrowheads="1"/>
            </p:cNvSpPr>
            <p:nvPr/>
          </p:nvSpPr>
          <p:spPr bwMode="auto">
            <a:xfrm>
              <a:off x="4773629" y="1484314"/>
              <a:ext cx="309564" cy="195264"/>
            </a:xfrm>
            <a:custGeom>
              <a:avLst/>
              <a:gdLst>
                <a:gd name="T0" fmla="*/ 161 w 162"/>
                <a:gd name="T1" fmla="*/ 64 h 102"/>
                <a:gd name="T2" fmla="*/ 151 w 162"/>
                <a:gd name="T3" fmla="*/ 61 h 102"/>
                <a:gd name="T4" fmla="*/ 139 w 162"/>
                <a:gd name="T5" fmla="*/ 53 h 102"/>
                <a:gd name="T6" fmla="*/ 126 w 162"/>
                <a:gd name="T7" fmla="*/ 45 h 102"/>
                <a:gd name="T8" fmla="*/ 115 w 162"/>
                <a:gd name="T9" fmla="*/ 37 h 102"/>
                <a:gd name="T10" fmla="*/ 110 w 162"/>
                <a:gd name="T11" fmla="*/ 28 h 102"/>
                <a:gd name="T12" fmla="*/ 105 w 162"/>
                <a:gd name="T13" fmla="*/ 20 h 102"/>
                <a:gd name="T14" fmla="*/ 88 w 162"/>
                <a:gd name="T15" fmla="*/ 18 h 102"/>
                <a:gd name="T16" fmla="*/ 84 w 162"/>
                <a:gd name="T17" fmla="*/ 6 h 102"/>
                <a:gd name="T18" fmla="*/ 76 w 162"/>
                <a:gd name="T19" fmla="*/ 3 h 102"/>
                <a:gd name="T20" fmla="*/ 68 w 162"/>
                <a:gd name="T21" fmla="*/ 1 h 102"/>
                <a:gd name="T22" fmla="*/ 63 w 162"/>
                <a:gd name="T23" fmla="*/ 4 h 102"/>
                <a:gd name="T24" fmla="*/ 59 w 162"/>
                <a:gd name="T25" fmla="*/ 8 h 102"/>
                <a:gd name="T26" fmla="*/ 51 w 162"/>
                <a:gd name="T27" fmla="*/ 14 h 102"/>
                <a:gd name="T28" fmla="*/ 47 w 162"/>
                <a:gd name="T29" fmla="*/ 19 h 102"/>
                <a:gd name="T30" fmla="*/ 39 w 162"/>
                <a:gd name="T31" fmla="*/ 17 h 102"/>
                <a:gd name="T32" fmla="*/ 31 w 162"/>
                <a:gd name="T33" fmla="*/ 15 h 102"/>
                <a:gd name="T34" fmla="*/ 17 w 162"/>
                <a:gd name="T35" fmla="*/ 5 h 102"/>
                <a:gd name="T36" fmla="*/ 6 w 162"/>
                <a:gd name="T37" fmla="*/ 11 h 102"/>
                <a:gd name="T38" fmla="*/ 11 w 162"/>
                <a:gd name="T39" fmla="*/ 9 h 102"/>
                <a:gd name="T40" fmla="*/ 20 w 162"/>
                <a:gd name="T41" fmla="*/ 19 h 102"/>
                <a:gd name="T42" fmla="*/ 25 w 162"/>
                <a:gd name="T43" fmla="*/ 26 h 102"/>
                <a:gd name="T44" fmla="*/ 14 w 162"/>
                <a:gd name="T45" fmla="*/ 28 h 102"/>
                <a:gd name="T46" fmla="*/ 3 w 162"/>
                <a:gd name="T47" fmla="*/ 28 h 102"/>
                <a:gd name="T48" fmla="*/ 6 w 162"/>
                <a:gd name="T49" fmla="*/ 38 h 102"/>
                <a:gd name="T50" fmla="*/ 6 w 162"/>
                <a:gd name="T51" fmla="*/ 45 h 102"/>
                <a:gd name="T52" fmla="*/ 13 w 162"/>
                <a:gd name="T53" fmla="*/ 47 h 102"/>
                <a:gd name="T54" fmla="*/ 15 w 162"/>
                <a:gd name="T55" fmla="*/ 56 h 102"/>
                <a:gd name="T56" fmla="*/ 15 w 162"/>
                <a:gd name="T57" fmla="*/ 71 h 102"/>
                <a:gd name="T58" fmla="*/ 24 w 162"/>
                <a:gd name="T59" fmla="*/ 70 h 102"/>
                <a:gd name="T60" fmla="*/ 34 w 162"/>
                <a:gd name="T61" fmla="*/ 63 h 102"/>
                <a:gd name="T62" fmla="*/ 42 w 162"/>
                <a:gd name="T63" fmla="*/ 62 h 102"/>
                <a:gd name="T64" fmla="*/ 55 w 162"/>
                <a:gd name="T65" fmla="*/ 62 h 102"/>
                <a:gd name="T66" fmla="*/ 64 w 162"/>
                <a:gd name="T67" fmla="*/ 66 h 102"/>
                <a:gd name="T68" fmla="*/ 69 w 162"/>
                <a:gd name="T69" fmla="*/ 68 h 102"/>
                <a:gd name="T70" fmla="*/ 79 w 162"/>
                <a:gd name="T71" fmla="*/ 71 h 102"/>
                <a:gd name="T72" fmla="*/ 84 w 162"/>
                <a:gd name="T73" fmla="*/ 75 h 102"/>
                <a:gd name="T74" fmla="*/ 91 w 162"/>
                <a:gd name="T75" fmla="*/ 82 h 102"/>
                <a:gd name="T76" fmla="*/ 99 w 162"/>
                <a:gd name="T77" fmla="*/ 83 h 102"/>
                <a:gd name="T78" fmla="*/ 101 w 162"/>
                <a:gd name="T79" fmla="*/ 97 h 102"/>
                <a:gd name="T80" fmla="*/ 104 w 162"/>
                <a:gd name="T81" fmla="*/ 96 h 102"/>
                <a:gd name="T82" fmla="*/ 112 w 162"/>
                <a:gd name="T83" fmla="*/ 99 h 102"/>
                <a:gd name="T84" fmla="*/ 122 w 162"/>
                <a:gd name="T85" fmla="*/ 95 h 102"/>
                <a:gd name="T86" fmla="*/ 138 w 162"/>
                <a:gd name="T87" fmla="*/ 86 h 102"/>
                <a:gd name="T88" fmla="*/ 144 w 162"/>
                <a:gd name="T89" fmla="*/ 75 h 102"/>
                <a:gd name="T90" fmla="*/ 153 w 162"/>
                <a:gd name="T91" fmla="*/ 69 h 102"/>
                <a:gd name="T92" fmla="*/ 162 w 162"/>
                <a:gd name="T93" fmla="*/ 71 h 102"/>
                <a:gd name="T94" fmla="*/ 161 w 162"/>
                <a:gd name="T95" fmla="*/ 64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62"/>
                <a:gd name="T145" fmla="*/ 0 h 102"/>
                <a:gd name="T146" fmla="*/ 162 w 162"/>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62" h="102">
                  <a:moveTo>
                    <a:pt x="161" y="64"/>
                  </a:moveTo>
                  <a:cubicBezTo>
                    <a:pt x="161" y="64"/>
                    <a:pt x="153" y="60"/>
                    <a:pt x="151" y="61"/>
                  </a:cubicBezTo>
                  <a:cubicBezTo>
                    <a:pt x="148" y="61"/>
                    <a:pt x="144" y="55"/>
                    <a:pt x="139" y="53"/>
                  </a:cubicBezTo>
                  <a:cubicBezTo>
                    <a:pt x="134" y="51"/>
                    <a:pt x="128" y="48"/>
                    <a:pt x="126" y="45"/>
                  </a:cubicBezTo>
                  <a:cubicBezTo>
                    <a:pt x="124" y="42"/>
                    <a:pt x="116" y="39"/>
                    <a:pt x="115" y="37"/>
                  </a:cubicBezTo>
                  <a:cubicBezTo>
                    <a:pt x="114" y="35"/>
                    <a:pt x="112" y="31"/>
                    <a:pt x="110" y="28"/>
                  </a:cubicBezTo>
                  <a:cubicBezTo>
                    <a:pt x="107" y="25"/>
                    <a:pt x="107" y="21"/>
                    <a:pt x="105" y="20"/>
                  </a:cubicBezTo>
                  <a:cubicBezTo>
                    <a:pt x="103" y="20"/>
                    <a:pt x="88" y="20"/>
                    <a:pt x="88" y="18"/>
                  </a:cubicBezTo>
                  <a:cubicBezTo>
                    <a:pt x="88" y="16"/>
                    <a:pt x="87" y="7"/>
                    <a:pt x="84" y="6"/>
                  </a:cubicBezTo>
                  <a:cubicBezTo>
                    <a:pt x="81" y="6"/>
                    <a:pt x="77" y="5"/>
                    <a:pt x="76" y="3"/>
                  </a:cubicBezTo>
                  <a:cubicBezTo>
                    <a:pt x="74" y="2"/>
                    <a:pt x="69" y="0"/>
                    <a:pt x="68" y="1"/>
                  </a:cubicBezTo>
                  <a:cubicBezTo>
                    <a:pt x="67" y="3"/>
                    <a:pt x="64" y="4"/>
                    <a:pt x="63" y="4"/>
                  </a:cubicBezTo>
                  <a:cubicBezTo>
                    <a:pt x="62" y="4"/>
                    <a:pt x="62" y="8"/>
                    <a:pt x="59" y="8"/>
                  </a:cubicBezTo>
                  <a:cubicBezTo>
                    <a:pt x="56" y="8"/>
                    <a:pt x="51" y="12"/>
                    <a:pt x="51" y="14"/>
                  </a:cubicBezTo>
                  <a:cubicBezTo>
                    <a:pt x="51" y="16"/>
                    <a:pt x="51" y="20"/>
                    <a:pt x="47" y="19"/>
                  </a:cubicBezTo>
                  <a:cubicBezTo>
                    <a:pt x="45" y="19"/>
                    <a:pt x="42" y="19"/>
                    <a:pt x="39" y="17"/>
                  </a:cubicBezTo>
                  <a:cubicBezTo>
                    <a:pt x="38" y="18"/>
                    <a:pt x="35" y="20"/>
                    <a:pt x="31" y="15"/>
                  </a:cubicBezTo>
                  <a:cubicBezTo>
                    <a:pt x="27" y="10"/>
                    <a:pt x="21" y="5"/>
                    <a:pt x="17" y="5"/>
                  </a:cubicBezTo>
                  <a:cubicBezTo>
                    <a:pt x="14" y="5"/>
                    <a:pt x="3" y="5"/>
                    <a:pt x="6" y="11"/>
                  </a:cubicBezTo>
                  <a:cubicBezTo>
                    <a:pt x="7" y="10"/>
                    <a:pt x="8" y="9"/>
                    <a:pt x="11" y="9"/>
                  </a:cubicBezTo>
                  <a:cubicBezTo>
                    <a:pt x="19" y="10"/>
                    <a:pt x="15" y="19"/>
                    <a:pt x="20" y="19"/>
                  </a:cubicBezTo>
                  <a:cubicBezTo>
                    <a:pt x="24" y="20"/>
                    <a:pt x="29" y="26"/>
                    <a:pt x="25" y="26"/>
                  </a:cubicBezTo>
                  <a:cubicBezTo>
                    <a:pt x="21" y="26"/>
                    <a:pt x="18" y="30"/>
                    <a:pt x="14" y="28"/>
                  </a:cubicBezTo>
                  <a:cubicBezTo>
                    <a:pt x="10" y="27"/>
                    <a:pt x="5" y="24"/>
                    <a:pt x="3" y="28"/>
                  </a:cubicBezTo>
                  <a:cubicBezTo>
                    <a:pt x="2" y="33"/>
                    <a:pt x="0" y="38"/>
                    <a:pt x="6" y="38"/>
                  </a:cubicBezTo>
                  <a:cubicBezTo>
                    <a:pt x="11" y="37"/>
                    <a:pt x="10" y="41"/>
                    <a:pt x="6" y="45"/>
                  </a:cubicBezTo>
                  <a:cubicBezTo>
                    <a:pt x="3" y="48"/>
                    <a:pt x="12" y="44"/>
                    <a:pt x="13" y="47"/>
                  </a:cubicBezTo>
                  <a:cubicBezTo>
                    <a:pt x="13" y="51"/>
                    <a:pt x="16" y="51"/>
                    <a:pt x="15" y="56"/>
                  </a:cubicBezTo>
                  <a:cubicBezTo>
                    <a:pt x="14" y="60"/>
                    <a:pt x="15" y="66"/>
                    <a:pt x="15" y="71"/>
                  </a:cubicBezTo>
                  <a:cubicBezTo>
                    <a:pt x="19" y="71"/>
                    <a:pt x="23" y="71"/>
                    <a:pt x="24" y="70"/>
                  </a:cubicBezTo>
                  <a:cubicBezTo>
                    <a:pt x="26" y="67"/>
                    <a:pt x="31" y="63"/>
                    <a:pt x="34" y="63"/>
                  </a:cubicBezTo>
                  <a:cubicBezTo>
                    <a:pt x="37" y="63"/>
                    <a:pt x="41" y="64"/>
                    <a:pt x="42" y="62"/>
                  </a:cubicBezTo>
                  <a:cubicBezTo>
                    <a:pt x="44" y="59"/>
                    <a:pt x="54" y="60"/>
                    <a:pt x="55" y="62"/>
                  </a:cubicBezTo>
                  <a:cubicBezTo>
                    <a:pt x="57" y="64"/>
                    <a:pt x="62" y="66"/>
                    <a:pt x="64" y="66"/>
                  </a:cubicBezTo>
                  <a:cubicBezTo>
                    <a:pt x="65" y="66"/>
                    <a:pt x="66" y="69"/>
                    <a:pt x="69" y="68"/>
                  </a:cubicBezTo>
                  <a:cubicBezTo>
                    <a:pt x="72" y="68"/>
                    <a:pt x="79" y="69"/>
                    <a:pt x="79" y="71"/>
                  </a:cubicBezTo>
                  <a:cubicBezTo>
                    <a:pt x="79" y="73"/>
                    <a:pt x="81" y="75"/>
                    <a:pt x="84" y="75"/>
                  </a:cubicBezTo>
                  <a:cubicBezTo>
                    <a:pt x="86" y="75"/>
                    <a:pt x="89" y="82"/>
                    <a:pt x="91" y="82"/>
                  </a:cubicBezTo>
                  <a:cubicBezTo>
                    <a:pt x="94" y="81"/>
                    <a:pt x="99" y="81"/>
                    <a:pt x="99" y="83"/>
                  </a:cubicBezTo>
                  <a:cubicBezTo>
                    <a:pt x="99" y="84"/>
                    <a:pt x="100" y="92"/>
                    <a:pt x="101" y="97"/>
                  </a:cubicBezTo>
                  <a:cubicBezTo>
                    <a:pt x="102" y="96"/>
                    <a:pt x="103" y="96"/>
                    <a:pt x="104" y="96"/>
                  </a:cubicBezTo>
                  <a:cubicBezTo>
                    <a:pt x="105" y="97"/>
                    <a:pt x="111" y="96"/>
                    <a:pt x="112" y="99"/>
                  </a:cubicBezTo>
                  <a:cubicBezTo>
                    <a:pt x="113" y="102"/>
                    <a:pt x="122" y="100"/>
                    <a:pt x="122" y="95"/>
                  </a:cubicBezTo>
                  <a:cubicBezTo>
                    <a:pt x="121" y="90"/>
                    <a:pt x="136" y="90"/>
                    <a:pt x="138" y="86"/>
                  </a:cubicBezTo>
                  <a:cubicBezTo>
                    <a:pt x="139" y="81"/>
                    <a:pt x="141" y="73"/>
                    <a:pt x="144" y="75"/>
                  </a:cubicBezTo>
                  <a:cubicBezTo>
                    <a:pt x="148" y="76"/>
                    <a:pt x="150" y="69"/>
                    <a:pt x="153" y="69"/>
                  </a:cubicBezTo>
                  <a:cubicBezTo>
                    <a:pt x="156" y="70"/>
                    <a:pt x="158" y="72"/>
                    <a:pt x="162" y="71"/>
                  </a:cubicBezTo>
                  <a:lnTo>
                    <a:pt x="161" y="64"/>
                  </a:ln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8" name="Freeform 154"/>
            <p:cNvSpPr>
              <a:spLocks noChangeArrowheads="1"/>
            </p:cNvSpPr>
            <p:nvPr/>
          </p:nvSpPr>
          <p:spPr bwMode="auto">
            <a:xfrm>
              <a:off x="4586303" y="1554163"/>
              <a:ext cx="425451" cy="360363"/>
            </a:xfrm>
            <a:custGeom>
              <a:avLst/>
              <a:gdLst>
                <a:gd name="T0" fmla="*/ 217 w 223"/>
                <a:gd name="T1" fmla="*/ 162 h 188"/>
                <a:gd name="T2" fmla="*/ 212 w 223"/>
                <a:gd name="T3" fmla="*/ 150 h 188"/>
                <a:gd name="T4" fmla="*/ 200 w 223"/>
                <a:gd name="T5" fmla="*/ 140 h 188"/>
                <a:gd name="T6" fmla="*/ 192 w 223"/>
                <a:gd name="T7" fmla="*/ 130 h 188"/>
                <a:gd name="T8" fmla="*/ 204 w 223"/>
                <a:gd name="T9" fmla="*/ 114 h 188"/>
                <a:gd name="T10" fmla="*/ 193 w 223"/>
                <a:gd name="T11" fmla="*/ 108 h 188"/>
                <a:gd name="T12" fmla="*/ 191 w 223"/>
                <a:gd name="T13" fmla="*/ 95 h 188"/>
                <a:gd name="T14" fmla="*/ 191 w 223"/>
                <a:gd name="T15" fmla="*/ 83 h 188"/>
                <a:gd name="T16" fmla="*/ 192 w 223"/>
                <a:gd name="T17" fmla="*/ 74 h 188"/>
                <a:gd name="T18" fmla="*/ 197 w 223"/>
                <a:gd name="T19" fmla="*/ 65 h 188"/>
                <a:gd name="T20" fmla="*/ 199 w 223"/>
                <a:gd name="T21" fmla="*/ 60 h 188"/>
                <a:gd name="T22" fmla="*/ 197 w 223"/>
                <a:gd name="T23" fmla="*/ 46 h 188"/>
                <a:gd name="T24" fmla="*/ 189 w 223"/>
                <a:gd name="T25" fmla="*/ 45 h 188"/>
                <a:gd name="T26" fmla="*/ 182 w 223"/>
                <a:gd name="T27" fmla="*/ 38 h 188"/>
                <a:gd name="T28" fmla="*/ 177 w 223"/>
                <a:gd name="T29" fmla="*/ 34 h 188"/>
                <a:gd name="T30" fmla="*/ 167 w 223"/>
                <a:gd name="T31" fmla="*/ 31 h 188"/>
                <a:gd name="T32" fmla="*/ 162 w 223"/>
                <a:gd name="T33" fmla="*/ 29 h 188"/>
                <a:gd name="T34" fmla="*/ 153 w 223"/>
                <a:gd name="T35" fmla="*/ 25 h 188"/>
                <a:gd name="T36" fmla="*/ 140 w 223"/>
                <a:gd name="T37" fmla="*/ 25 h 188"/>
                <a:gd name="T38" fmla="*/ 132 w 223"/>
                <a:gd name="T39" fmla="*/ 26 h 188"/>
                <a:gd name="T40" fmla="*/ 122 w 223"/>
                <a:gd name="T41" fmla="*/ 33 h 188"/>
                <a:gd name="T42" fmla="*/ 113 w 223"/>
                <a:gd name="T43" fmla="*/ 34 h 188"/>
                <a:gd name="T44" fmla="*/ 113 w 223"/>
                <a:gd name="T45" fmla="*/ 40 h 188"/>
                <a:gd name="T46" fmla="*/ 88 w 223"/>
                <a:gd name="T47" fmla="*/ 46 h 188"/>
                <a:gd name="T48" fmla="*/ 68 w 223"/>
                <a:gd name="T49" fmla="*/ 33 h 188"/>
                <a:gd name="T50" fmla="*/ 54 w 223"/>
                <a:gd name="T51" fmla="*/ 20 h 188"/>
                <a:gd name="T52" fmla="*/ 46 w 223"/>
                <a:gd name="T53" fmla="*/ 14 h 188"/>
                <a:gd name="T54" fmla="*/ 44 w 223"/>
                <a:gd name="T55" fmla="*/ 4 h 188"/>
                <a:gd name="T56" fmla="*/ 21 w 223"/>
                <a:gd name="T57" fmla="*/ 14 h 188"/>
                <a:gd name="T58" fmla="*/ 13 w 223"/>
                <a:gd name="T59" fmla="*/ 9 h 188"/>
                <a:gd name="T60" fmla="*/ 7 w 223"/>
                <a:gd name="T61" fmla="*/ 1 h 188"/>
                <a:gd name="T62" fmla="*/ 3 w 223"/>
                <a:gd name="T63" fmla="*/ 6 h 188"/>
                <a:gd name="T64" fmla="*/ 3 w 223"/>
                <a:gd name="T65" fmla="*/ 16 h 188"/>
                <a:gd name="T66" fmla="*/ 3 w 223"/>
                <a:gd name="T67" fmla="*/ 28 h 188"/>
                <a:gd name="T68" fmla="*/ 9 w 223"/>
                <a:gd name="T69" fmla="*/ 37 h 188"/>
                <a:gd name="T70" fmla="*/ 13 w 223"/>
                <a:gd name="T71" fmla="*/ 46 h 188"/>
                <a:gd name="T72" fmla="*/ 19 w 223"/>
                <a:gd name="T73" fmla="*/ 52 h 188"/>
                <a:gd name="T74" fmla="*/ 23 w 223"/>
                <a:gd name="T75" fmla="*/ 56 h 188"/>
                <a:gd name="T76" fmla="*/ 22 w 223"/>
                <a:gd name="T77" fmla="*/ 63 h 188"/>
                <a:gd name="T78" fmla="*/ 17 w 223"/>
                <a:gd name="T79" fmla="*/ 72 h 188"/>
                <a:gd name="T80" fmla="*/ 19 w 223"/>
                <a:gd name="T81" fmla="*/ 82 h 188"/>
                <a:gd name="T82" fmla="*/ 24 w 223"/>
                <a:gd name="T83" fmla="*/ 88 h 188"/>
                <a:gd name="T84" fmla="*/ 37 w 223"/>
                <a:gd name="T85" fmla="*/ 97 h 188"/>
                <a:gd name="T86" fmla="*/ 42 w 223"/>
                <a:gd name="T87" fmla="*/ 103 h 188"/>
                <a:gd name="T88" fmla="*/ 41 w 223"/>
                <a:gd name="T89" fmla="*/ 111 h 188"/>
                <a:gd name="T90" fmla="*/ 45 w 223"/>
                <a:gd name="T91" fmla="*/ 119 h 188"/>
                <a:gd name="T92" fmla="*/ 51 w 223"/>
                <a:gd name="T93" fmla="*/ 127 h 188"/>
                <a:gd name="T94" fmla="*/ 54 w 223"/>
                <a:gd name="T95" fmla="*/ 127 h 188"/>
                <a:gd name="T96" fmla="*/ 59 w 223"/>
                <a:gd name="T97" fmla="*/ 126 h 188"/>
                <a:gd name="T98" fmla="*/ 67 w 223"/>
                <a:gd name="T99" fmla="*/ 125 h 188"/>
                <a:gd name="T100" fmla="*/ 79 w 223"/>
                <a:gd name="T101" fmla="*/ 143 h 188"/>
                <a:gd name="T102" fmla="*/ 85 w 223"/>
                <a:gd name="T103" fmla="*/ 153 h 188"/>
                <a:gd name="T104" fmla="*/ 99 w 223"/>
                <a:gd name="T105" fmla="*/ 160 h 188"/>
                <a:gd name="T106" fmla="*/ 125 w 223"/>
                <a:gd name="T107" fmla="*/ 170 h 188"/>
                <a:gd name="T108" fmla="*/ 143 w 223"/>
                <a:gd name="T109" fmla="*/ 165 h 188"/>
                <a:gd name="T110" fmla="*/ 151 w 223"/>
                <a:gd name="T111" fmla="*/ 180 h 188"/>
                <a:gd name="T112" fmla="*/ 191 w 223"/>
                <a:gd name="T113" fmla="*/ 187 h 188"/>
                <a:gd name="T114" fmla="*/ 202 w 223"/>
                <a:gd name="T115" fmla="*/ 188 h 188"/>
                <a:gd name="T116" fmla="*/ 202 w 223"/>
                <a:gd name="T117" fmla="*/ 185 h 188"/>
                <a:gd name="T118" fmla="*/ 209 w 223"/>
                <a:gd name="T119" fmla="*/ 174 h 188"/>
                <a:gd name="T120" fmla="*/ 220 w 223"/>
                <a:gd name="T121" fmla="*/ 171 h 188"/>
                <a:gd name="T122" fmla="*/ 217 w 223"/>
                <a:gd name="T123" fmla="*/ 162 h 1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23"/>
                <a:gd name="T187" fmla="*/ 0 h 188"/>
                <a:gd name="T188" fmla="*/ 223 w 223"/>
                <a:gd name="T189" fmla="*/ 188 h 18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23" h="188">
                  <a:moveTo>
                    <a:pt x="217" y="162"/>
                  </a:moveTo>
                  <a:cubicBezTo>
                    <a:pt x="214" y="161"/>
                    <a:pt x="217" y="152"/>
                    <a:pt x="212" y="150"/>
                  </a:cubicBezTo>
                  <a:cubicBezTo>
                    <a:pt x="206" y="148"/>
                    <a:pt x="201" y="144"/>
                    <a:pt x="200" y="140"/>
                  </a:cubicBezTo>
                  <a:cubicBezTo>
                    <a:pt x="199" y="136"/>
                    <a:pt x="192" y="133"/>
                    <a:pt x="192" y="130"/>
                  </a:cubicBezTo>
                  <a:cubicBezTo>
                    <a:pt x="193" y="128"/>
                    <a:pt x="206" y="119"/>
                    <a:pt x="204" y="114"/>
                  </a:cubicBezTo>
                  <a:cubicBezTo>
                    <a:pt x="202" y="109"/>
                    <a:pt x="194" y="110"/>
                    <a:pt x="193" y="108"/>
                  </a:cubicBezTo>
                  <a:cubicBezTo>
                    <a:pt x="192" y="107"/>
                    <a:pt x="193" y="100"/>
                    <a:pt x="191" y="95"/>
                  </a:cubicBezTo>
                  <a:cubicBezTo>
                    <a:pt x="189" y="91"/>
                    <a:pt x="193" y="86"/>
                    <a:pt x="191" y="83"/>
                  </a:cubicBezTo>
                  <a:cubicBezTo>
                    <a:pt x="189" y="81"/>
                    <a:pt x="192" y="75"/>
                    <a:pt x="192" y="74"/>
                  </a:cubicBezTo>
                  <a:cubicBezTo>
                    <a:pt x="193" y="72"/>
                    <a:pt x="197" y="69"/>
                    <a:pt x="197" y="65"/>
                  </a:cubicBezTo>
                  <a:cubicBezTo>
                    <a:pt x="197" y="62"/>
                    <a:pt x="198" y="60"/>
                    <a:pt x="199" y="60"/>
                  </a:cubicBezTo>
                  <a:cubicBezTo>
                    <a:pt x="198" y="55"/>
                    <a:pt x="197" y="47"/>
                    <a:pt x="197" y="46"/>
                  </a:cubicBezTo>
                  <a:cubicBezTo>
                    <a:pt x="197" y="44"/>
                    <a:pt x="192" y="44"/>
                    <a:pt x="189" y="45"/>
                  </a:cubicBezTo>
                  <a:cubicBezTo>
                    <a:pt x="187" y="45"/>
                    <a:pt x="184" y="38"/>
                    <a:pt x="182" y="38"/>
                  </a:cubicBezTo>
                  <a:cubicBezTo>
                    <a:pt x="179" y="38"/>
                    <a:pt x="177" y="36"/>
                    <a:pt x="177" y="34"/>
                  </a:cubicBezTo>
                  <a:cubicBezTo>
                    <a:pt x="177" y="32"/>
                    <a:pt x="170" y="31"/>
                    <a:pt x="167" y="31"/>
                  </a:cubicBezTo>
                  <a:cubicBezTo>
                    <a:pt x="164" y="32"/>
                    <a:pt x="163" y="29"/>
                    <a:pt x="162" y="29"/>
                  </a:cubicBezTo>
                  <a:cubicBezTo>
                    <a:pt x="160" y="29"/>
                    <a:pt x="155" y="27"/>
                    <a:pt x="153" y="25"/>
                  </a:cubicBezTo>
                  <a:cubicBezTo>
                    <a:pt x="152" y="23"/>
                    <a:pt x="142" y="22"/>
                    <a:pt x="140" y="25"/>
                  </a:cubicBezTo>
                  <a:cubicBezTo>
                    <a:pt x="139" y="27"/>
                    <a:pt x="135" y="26"/>
                    <a:pt x="132" y="26"/>
                  </a:cubicBezTo>
                  <a:cubicBezTo>
                    <a:pt x="129" y="26"/>
                    <a:pt x="124" y="30"/>
                    <a:pt x="122" y="33"/>
                  </a:cubicBezTo>
                  <a:cubicBezTo>
                    <a:pt x="121" y="34"/>
                    <a:pt x="117" y="34"/>
                    <a:pt x="113" y="34"/>
                  </a:cubicBezTo>
                  <a:cubicBezTo>
                    <a:pt x="113" y="37"/>
                    <a:pt x="113" y="39"/>
                    <a:pt x="113" y="40"/>
                  </a:cubicBezTo>
                  <a:cubicBezTo>
                    <a:pt x="111" y="43"/>
                    <a:pt x="98" y="45"/>
                    <a:pt x="88" y="46"/>
                  </a:cubicBezTo>
                  <a:cubicBezTo>
                    <a:pt x="79" y="46"/>
                    <a:pt x="78" y="33"/>
                    <a:pt x="68" y="33"/>
                  </a:cubicBezTo>
                  <a:cubicBezTo>
                    <a:pt x="60" y="33"/>
                    <a:pt x="54" y="26"/>
                    <a:pt x="54" y="20"/>
                  </a:cubicBezTo>
                  <a:cubicBezTo>
                    <a:pt x="50" y="18"/>
                    <a:pt x="45" y="15"/>
                    <a:pt x="46" y="14"/>
                  </a:cubicBezTo>
                  <a:cubicBezTo>
                    <a:pt x="47" y="12"/>
                    <a:pt x="49" y="1"/>
                    <a:pt x="44" y="4"/>
                  </a:cubicBezTo>
                  <a:cubicBezTo>
                    <a:pt x="38" y="6"/>
                    <a:pt x="31" y="15"/>
                    <a:pt x="21" y="14"/>
                  </a:cubicBezTo>
                  <a:cubicBezTo>
                    <a:pt x="11" y="12"/>
                    <a:pt x="18" y="11"/>
                    <a:pt x="13" y="9"/>
                  </a:cubicBezTo>
                  <a:cubicBezTo>
                    <a:pt x="9" y="7"/>
                    <a:pt x="12" y="2"/>
                    <a:pt x="7" y="1"/>
                  </a:cubicBezTo>
                  <a:cubicBezTo>
                    <a:pt x="2" y="0"/>
                    <a:pt x="5" y="6"/>
                    <a:pt x="3" y="6"/>
                  </a:cubicBezTo>
                  <a:cubicBezTo>
                    <a:pt x="0" y="6"/>
                    <a:pt x="2" y="14"/>
                    <a:pt x="3" y="16"/>
                  </a:cubicBezTo>
                  <a:cubicBezTo>
                    <a:pt x="4" y="18"/>
                    <a:pt x="1" y="27"/>
                    <a:pt x="3" y="28"/>
                  </a:cubicBezTo>
                  <a:cubicBezTo>
                    <a:pt x="5" y="28"/>
                    <a:pt x="9" y="35"/>
                    <a:pt x="9" y="37"/>
                  </a:cubicBezTo>
                  <a:cubicBezTo>
                    <a:pt x="8" y="38"/>
                    <a:pt x="13" y="43"/>
                    <a:pt x="13" y="46"/>
                  </a:cubicBezTo>
                  <a:cubicBezTo>
                    <a:pt x="13" y="49"/>
                    <a:pt x="17" y="52"/>
                    <a:pt x="19" y="52"/>
                  </a:cubicBezTo>
                  <a:cubicBezTo>
                    <a:pt x="21" y="52"/>
                    <a:pt x="24" y="54"/>
                    <a:pt x="23" y="56"/>
                  </a:cubicBezTo>
                  <a:cubicBezTo>
                    <a:pt x="22" y="59"/>
                    <a:pt x="25" y="63"/>
                    <a:pt x="22" y="63"/>
                  </a:cubicBezTo>
                  <a:cubicBezTo>
                    <a:pt x="19" y="63"/>
                    <a:pt x="20" y="71"/>
                    <a:pt x="17" y="72"/>
                  </a:cubicBezTo>
                  <a:cubicBezTo>
                    <a:pt x="15" y="73"/>
                    <a:pt x="17" y="81"/>
                    <a:pt x="19" y="82"/>
                  </a:cubicBezTo>
                  <a:cubicBezTo>
                    <a:pt x="21" y="83"/>
                    <a:pt x="25" y="85"/>
                    <a:pt x="24" y="88"/>
                  </a:cubicBezTo>
                  <a:cubicBezTo>
                    <a:pt x="24" y="91"/>
                    <a:pt x="34" y="96"/>
                    <a:pt x="37" y="97"/>
                  </a:cubicBezTo>
                  <a:cubicBezTo>
                    <a:pt x="40" y="97"/>
                    <a:pt x="40" y="102"/>
                    <a:pt x="42" y="103"/>
                  </a:cubicBezTo>
                  <a:cubicBezTo>
                    <a:pt x="44" y="105"/>
                    <a:pt x="41" y="109"/>
                    <a:pt x="41" y="111"/>
                  </a:cubicBezTo>
                  <a:cubicBezTo>
                    <a:pt x="42" y="113"/>
                    <a:pt x="46" y="115"/>
                    <a:pt x="45" y="119"/>
                  </a:cubicBezTo>
                  <a:cubicBezTo>
                    <a:pt x="45" y="121"/>
                    <a:pt x="48" y="124"/>
                    <a:pt x="51" y="127"/>
                  </a:cubicBezTo>
                  <a:cubicBezTo>
                    <a:pt x="52" y="127"/>
                    <a:pt x="53" y="127"/>
                    <a:pt x="54" y="127"/>
                  </a:cubicBezTo>
                  <a:cubicBezTo>
                    <a:pt x="57" y="127"/>
                    <a:pt x="57" y="124"/>
                    <a:pt x="59" y="126"/>
                  </a:cubicBezTo>
                  <a:cubicBezTo>
                    <a:pt x="62" y="128"/>
                    <a:pt x="65" y="126"/>
                    <a:pt x="67" y="125"/>
                  </a:cubicBezTo>
                  <a:cubicBezTo>
                    <a:pt x="70" y="125"/>
                    <a:pt x="76" y="137"/>
                    <a:pt x="79" y="143"/>
                  </a:cubicBezTo>
                  <a:cubicBezTo>
                    <a:pt x="82" y="149"/>
                    <a:pt x="81" y="151"/>
                    <a:pt x="85" y="153"/>
                  </a:cubicBezTo>
                  <a:cubicBezTo>
                    <a:pt x="89" y="156"/>
                    <a:pt x="93" y="155"/>
                    <a:pt x="99" y="160"/>
                  </a:cubicBezTo>
                  <a:cubicBezTo>
                    <a:pt x="104" y="166"/>
                    <a:pt x="119" y="170"/>
                    <a:pt x="125" y="170"/>
                  </a:cubicBezTo>
                  <a:cubicBezTo>
                    <a:pt x="131" y="170"/>
                    <a:pt x="135" y="164"/>
                    <a:pt x="143" y="165"/>
                  </a:cubicBezTo>
                  <a:cubicBezTo>
                    <a:pt x="150" y="167"/>
                    <a:pt x="149" y="176"/>
                    <a:pt x="151" y="180"/>
                  </a:cubicBezTo>
                  <a:cubicBezTo>
                    <a:pt x="154" y="183"/>
                    <a:pt x="185" y="186"/>
                    <a:pt x="191" y="187"/>
                  </a:cubicBezTo>
                  <a:cubicBezTo>
                    <a:pt x="193" y="188"/>
                    <a:pt x="197" y="188"/>
                    <a:pt x="202" y="188"/>
                  </a:cubicBezTo>
                  <a:cubicBezTo>
                    <a:pt x="202" y="187"/>
                    <a:pt x="202" y="186"/>
                    <a:pt x="202" y="185"/>
                  </a:cubicBezTo>
                  <a:cubicBezTo>
                    <a:pt x="202" y="180"/>
                    <a:pt x="206" y="176"/>
                    <a:pt x="209" y="174"/>
                  </a:cubicBezTo>
                  <a:cubicBezTo>
                    <a:pt x="213" y="172"/>
                    <a:pt x="216" y="171"/>
                    <a:pt x="220" y="171"/>
                  </a:cubicBezTo>
                  <a:cubicBezTo>
                    <a:pt x="223" y="170"/>
                    <a:pt x="220" y="163"/>
                    <a:pt x="217" y="162"/>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9" name="Freeform 155"/>
            <p:cNvSpPr>
              <a:spLocks noEditPoints="1" noChangeArrowheads="1"/>
            </p:cNvSpPr>
            <p:nvPr/>
          </p:nvSpPr>
          <p:spPr bwMode="auto">
            <a:xfrm>
              <a:off x="4641866" y="1128712"/>
              <a:ext cx="876303" cy="412751"/>
            </a:xfrm>
            <a:custGeom>
              <a:avLst/>
              <a:gdLst>
                <a:gd name="T0" fmla="*/ 444 w 459"/>
                <a:gd name="T1" fmla="*/ 89 h 216"/>
                <a:gd name="T2" fmla="*/ 429 w 459"/>
                <a:gd name="T3" fmla="*/ 75 h 216"/>
                <a:gd name="T4" fmla="*/ 399 w 459"/>
                <a:gd name="T5" fmla="*/ 70 h 216"/>
                <a:gd name="T6" fmla="*/ 372 w 459"/>
                <a:gd name="T7" fmla="*/ 51 h 216"/>
                <a:gd name="T8" fmla="*/ 341 w 459"/>
                <a:gd name="T9" fmla="*/ 17 h 216"/>
                <a:gd name="T10" fmla="*/ 310 w 459"/>
                <a:gd name="T11" fmla="*/ 30 h 216"/>
                <a:gd name="T12" fmla="*/ 302 w 459"/>
                <a:gd name="T13" fmla="*/ 21 h 216"/>
                <a:gd name="T14" fmla="*/ 285 w 459"/>
                <a:gd name="T15" fmla="*/ 19 h 216"/>
                <a:gd name="T16" fmla="*/ 277 w 459"/>
                <a:gd name="T17" fmla="*/ 2 h 216"/>
                <a:gd name="T18" fmla="*/ 237 w 459"/>
                <a:gd name="T19" fmla="*/ 10 h 216"/>
                <a:gd name="T20" fmla="*/ 193 w 459"/>
                <a:gd name="T21" fmla="*/ 20 h 216"/>
                <a:gd name="T22" fmla="*/ 170 w 459"/>
                <a:gd name="T23" fmla="*/ 31 h 216"/>
                <a:gd name="T24" fmla="*/ 166 w 459"/>
                <a:gd name="T25" fmla="*/ 46 h 216"/>
                <a:gd name="T26" fmla="*/ 170 w 459"/>
                <a:gd name="T27" fmla="*/ 61 h 216"/>
                <a:gd name="T28" fmla="*/ 158 w 459"/>
                <a:gd name="T29" fmla="*/ 69 h 216"/>
                <a:gd name="T30" fmla="*/ 141 w 459"/>
                <a:gd name="T31" fmla="*/ 68 h 216"/>
                <a:gd name="T32" fmla="*/ 112 w 459"/>
                <a:gd name="T33" fmla="*/ 70 h 216"/>
                <a:gd name="T34" fmla="*/ 92 w 459"/>
                <a:gd name="T35" fmla="*/ 70 h 216"/>
                <a:gd name="T36" fmla="*/ 62 w 459"/>
                <a:gd name="T37" fmla="*/ 58 h 216"/>
                <a:gd name="T38" fmla="*/ 35 w 459"/>
                <a:gd name="T39" fmla="*/ 66 h 216"/>
                <a:gd name="T40" fmla="*/ 25 w 459"/>
                <a:gd name="T41" fmla="*/ 84 h 216"/>
                <a:gd name="T42" fmla="*/ 4 w 459"/>
                <a:gd name="T43" fmla="*/ 88 h 216"/>
                <a:gd name="T44" fmla="*/ 1 w 459"/>
                <a:gd name="T45" fmla="*/ 104 h 216"/>
                <a:gd name="T46" fmla="*/ 17 w 459"/>
                <a:gd name="T47" fmla="*/ 114 h 216"/>
                <a:gd name="T48" fmla="*/ 28 w 459"/>
                <a:gd name="T49" fmla="*/ 134 h 216"/>
                <a:gd name="T50" fmla="*/ 58 w 459"/>
                <a:gd name="T51" fmla="*/ 127 h 216"/>
                <a:gd name="T52" fmla="*/ 65 w 459"/>
                <a:gd name="T53" fmla="*/ 150 h 216"/>
                <a:gd name="T54" fmla="*/ 44 w 459"/>
                <a:gd name="T55" fmla="*/ 165 h 216"/>
                <a:gd name="T56" fmla="*/ 64 w 459"/>
                <a:gd name="T57" fmla="*/ 185 h 216"/>
                <a:gd name="T58" fmla="*/ 75 w 459"/>
                <a:gd name="T59" fmla="*/ 197 h 216"/>
                <a:gd name="T60" fmla="*/ 108 w 459"/>
                <a:gd name="T61" fmla="*/ 203 h 216"/>
                <a:gd name="T62" fmla="*/ 139 w 459"/>
                <a:gd name="T63" fmla="*/ 144 h 216"/>
                <a:gd name="T64" fmla="*/ 157 w 459"/>
                <a:gd name="T65" fmla="*/ 146 h 216"/>
                <a:gd name="T66" fmla="*/ 191 w 459"/>
                <a:gd name="T67" fmla="*/ 174 h 216"/>
                <a:gd name="T68" fmla="*/ 225 w 459"/>
                <a:gd name="T69" fmla="*/ 192 h 216"/>
                <a:gd name="T70" fmla="*/ 250 w 459"/>
                <a:gd name="T71" fmla="*/ 212 h 216"/>
                <a:gd name="T72" fmla="*/ 274 w 459"/>
                <a:gd name="T73" fmla="*/ 201 h 216"/>
                <a:gd name="T74" fmla="*/ 299 w 459"/>
                <a:gd name="T75" fmla="*/ 187 h 216"/>
                <a:gd name="T76" fmla="*/ 336 w 459"/>
                <a:gd name="T77" fmla="*/ 185 h 216"/>
                <a:gd name="T78" fmla="*/ 385 w 459"/>
                <a:gd name="T79" fmla="*/ 193 h 216"/>
                <a:gd name="T80" fmla="*/ 386 w 459"/>
                <a:gd name="T81" fmla="*/ 167 h 216"/>
                <a:gd name="T82" fmla="*/ 401 w 459"/>
                <a:gd name="T83" fmla="*/ 151 h 216"/>
                <a:gd name="T84" fmla="*/ 416 w 459"/>
                <a:gd name="T85" fmla="*/ 126 h 216"/>
                <a:gd name="T86" fmla="*/ 445 w 459"/>
                <a:gd name="T87" fmla="*/ 123 h 216"/>
                <a:gd name="T88" fmla="*/ 455 w 459"/>
                <a:gd name="T89" fmla="*/ 99 h 216"/>
                <a:gd name="T90" fmla="*/ 171 w 459"/>
                <a:gd name="T91" fmla="*/ 137 h 216"/>
                <a:gd name="T92" fmla="*/ 361 w 459"/>
                <a:gd name="T93" fmla="*/ 136 h 216"/>
                <a:gd name="T94" fmla="*/ 315 w 459"/>
                <a:gd name="T95" fmla="*/ 136 h 216"/>
                <a:gd name="T96" fmla="*/ 361 w 459"/>
                <a:gd name="T97" fmla="*/ 136 h 21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59"/>
                <a:gd name="T148" fmla="*/ 0 h 216"/>
                <a:gd name="T149" fmla="*/ 459 w 459"/>
                <a:gd name="T150" fmla="*/ 216 h 21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59" h="216">
                  <a:moveTo>
                    <a:pt x="457" y="88"/>
                  </a:moveTo>
                  <a:cubicBezTo>
                    <a:pt x="456" y="86"/>
                    <a:pt x="454" y="87"/>
                    <a:pt x="453" y="88"/>
                  </a:cubicBezTo>
                  <a:cubicBezTo>
                    <a:pt x="451" y="89"/>
                    <a:pt x="446" y="89"/>
                    <a:pt x="444" y="89"/>
                  </a:cubicBezTo>
                  <a:cubicBezTo>
                    <a:pt x="442" y="89"/>
                    <a:pt x="438" y="87"/>
                    <a:pt x="438" y="85"/>
                  </a:cubicBezTo>
                  <a:cubicBezTo>
                    <a:pt x="438" y="83"/>
                    <a:pt x="438" y="80"/>
                    <a:pt x="436" y="80"/>
                  </a:cubicBezTo>
                  <a:cubicBezTo>
                    <a:pt x="434" y="80"/>
                    <a:pt x="431" y="79"/>
                    <a:pt x="429" y="75"/>
                  </a:cubicBezTo>
                  <a:cubicBezTo>
                    <a:pt x="427" y="70"/>
                    <a:pt x="424" y="70"/>
                    <a:pt x="421" y="69"/>
                  </a:cubicBezTo>
                  <a:cubicBezTo>
                    <a:pt x="419" y="67"/>
                    <a:pt x="413" y="71"/>
                    <a:pt x="410" y="72"/>
                  </a:cubicBezTo>
                  <a:cubicBezTo>
                    <a:pt x="407" y="73"/>
                    <a:pt x="403" y="71"/>
                    <a:pt x="399" y="70"/>
                  </a:cubicBezTo>
                  <a:cubicBezTo>
                    <a:pt x="396" y="69"/>
                    <a:pt x="394" y="63"/>
                    <a:pt x="390" y="64"/>
                  </a:cubicBezTo>
                  <a:cubicBezTo>
                    <a:pt x="387" y="65"/>
                    <a:pt x="386" y="71"/>
                    <a:pt x="384" y="71"/>
                  </a:cubicBezTo>
                  <a:cubicBezTo>
                    <a:pt x="381" y="71"/>
                    <a:pt x="377" y="58"/>
                    <a:pt x="372" y="51"/>
                  </a:cubicBezTo>
                  <a:cubicBezTo>
                    <a:pt x="367" y="44"/>
                    <a:pt x="359" y="29"/>
                    <a:pt x="351" y="26"/>
                  </a:cubicBezTo>
                  <a:cubicBezTo>
                    <a:pt x="344" y="24"/>
                    <a:pt x="346" y="20"/>
                    <a:pt x="348" y="18"/>
                  </a:cubicBezTo>
                  <a:cubicBezTo>
                    <a:pt x="350" y="16"/>
                    <a:pt x="344" y="15"/>
                    <a:pt x="341" y="17"/>
                  </a:cubicBezTo>
                  <a:cubicBezTo>
                    <a:pt x="338" y="19"/>
                    <a:pt x="334" y="22"/>
                    <a:pt x="330" y="23"/>
                  </a:cubicBezTo>
                  <a:cubicBezTo>
                    <a:pt x="327" y="24"/>
                    <a:pt x="322" y="29"/>
                    <a:pt x="318" y="28"/>
                  </a:cubicBezTo>
                  <a:cubicBezTo>
                    <a:pt x="314" y="27"/>
                    <a:pt x="313" y="33"/>
                    <a:pt x="310" y="30"/>
                  </a:cubicBezTo>
                  <a:cubicBezTo>
                    <a:pt x="307" y="27"/>
                    <a:pt x="314" y="25"/>
                    <a:pt x="314" y="23"/>
                  </a:cubicBezTo>
                  <a:cubicBezTo>
                    <a:pt x="314" y="20"/>
                    <a:pt x="309" y="23"/>
                    <a:pt x="308" y="22"/>
                  </a:cubicBezTo>
                  <a:cubicBezTo>
                    <a:pt x="306" y="20"/>
                    <a:pt x="302" y="19"/>
                    <a:pt x="302" y="21"/>
                  </a:cubicBezTo>
                  <a:cubicBezTo>
                    <a:pt x="302" y="23"/>
                    <a:pt x="299" y="22"/>
                    <a:pt x="299" y="20"/>
                  </a:cubicBezTo>
                  <a:cubicBezTo>
                    <a:pt x="299" y="19"/>
                    <a:pt x="297" y="15"/>
                    <a:pt x="295" y="18"/>
                  </a:cubicBezTo>
                  <a:cubicBezTo>
                    <a:pt x="293" y="20"/>
                    <a:pt x="286" y="21"/>
                    <a:pt x="285" y="19"/>
                  </a:cubicBezTo>
                  <a:cubicBezTo>
                    <a:pt x="283" y="18"/>
                    <a:pt x="286" y="17"/>
                    <a:pt x="286" y="15"/>
                  </a:cubicBezTo>
                  <a:cubicBezTo>
                    <a:pt x="286" y="12"/>
                    <a:pt x="283" y="9"/>
                    <a:pt x="284" y="7"/>
                  </a:cubicBezTo>
                  <a:cubicBezTo>
                    <a:pt x="284" y="4"/>
                    <a:pt x="279" y="1"/>
                    <a:pt x="277" y="2"/>
                  </a:cubicBezTo>
                  <a:cubicBezTo>
                    <a:pt x="274" y="3"/>
                    <a:pt x="271" y="2"/>
                    <a:pt x="268" y="1"/>
                  </a:cubicBezTo>
                  <a:cubicBezTo>
                    <a:pt x="265" y="0"/>
                    <a:pt x="254" y="2"/>
                    <a:pt x="254" y="4"/>
                  </a:cubicBezTo>
                  <a:cubicBezTo>
                    <a:pt x="253" y="7"/>
                    <a:pt x="240" y="9"/>
                    <a:pt x="237" y="10"/>
                  </a:cubicBezTo>
                  <a:cubicBezTo>
                    <a:pt x="235" y="11"/>
                    <a:pt x="225" y="12"/>
                    <a:pt x="221" y="13"/>
                  </a:cubicBezTo>
                  <a:cubicBezTo>
                    <a:pt x="218" y="13"/>
                    <a:pt x="214" y="16"/>
                    <a:pt x="210" y="16"/>
                  </a:cubicBezTo>
                  <a:cubicBezTo>
                    <a:pt x="205" y="16"/>
                    <a:pt x="197" y="17"/>
                    <a:pt x="193" y="20"/>
                  </a:cubicBezTo>
                  <a:cubicBezTo>
                    <a:pt x="189" y="23"/>
                    <a:pt x="182" y="20"/>
                    <a:pt x="179" y="21"/>
                  </a:cubicBezTo>
                  <a:cubicBezTo>
                    <a:pt x="176" y="22"/>
                    <a:pt x="171" y="21"/>
                    <a:pt x="170" y="22"/>
                  </a:cubicBezTo>
                  <a:cubicBezTo>
                    <a:pt x="168" y="23"/>
                    <a:pt x="169" y="29"/>
                    <a:pt x="170" y="31"/>
                  </a:cubicBezTo>
                  <a:cubicBezTo>
                    <a:pt x="172" y="34"/>
                    <a:pt x="180" y="35"/>
                    <a:pt x="180" y="36"/>
                  </a:cubicBezTo>
                  <a:cubicBezTo>
                    <a:pt x="181" y="38"/>
                    <a:pt x="172" y="38"/>
                    <a:pt x="168" y="38"/>
                  </a:cubicBezTo>
                  <a:cubicBezTo>
                    <a:pt x="164" y="39"/>
                    <a:pt x="165" y="44"/>
                    <a:pt x="166" y="46"/>
                  </a:cubicBezTo>
                  <a:cubicBezTo>
                    <a:pt x="167" y="49"/>
                    <a:pt x="162" y="51"/>
                    <a:pt x="159" y="52"/>
                  </a:cubicBezTo>
                  <a:cubicBezTo>
                    <a:pt x="156" y="53"/>
                    <a:pt x="159" y="58"/>
                    <a:pt x="162" y="58"/>
                  </a:cubicBezTo>
                  <a:cubicBezTo>
                    <a:pt x="165" y="58"/>
                    <a:pt x="168" y="61"/>
                    <a:pt x="170" y="61"/>
                  </a:cubicBezTo>
                  <a:cubicBezTo>
                    <a:pt x="173" y="61"/>
                    <a:pt x="173" y="66"/>
                    <a:pt x="173" y="69"/>
                  </a:cubicBezTo>
                  <a:cubicBezTo>
                    <a:pt x="173" y="72"/>
                    <a:pt x="170" y="73"/>
                    <a:pt x="166" y="73"/>
                  </a:cubicBezTo>
                  <a:cubicBezTo>
                    <a:pt x="162" y="73"/>
                    <a:pt x="160" y="70"/>
                    <a:pt x="158" y="69"/>
                  </a:cubicBezTo>
                  <a:cubicBezTo>
                    <a:pt x="155" y="69"/>
                    <a:pt x="156" y="74"/>
                    <a:pt x="154" y="75"/>
                  </a:cubicBezTo>
                  <a:cubicBezTo>
                    <a:pt x="152" y="76"/>
                    <a:pt x="151" y="71"/>
                    <a:pt x="148" y="71"/>
                  </a:cubicBezTo>
                  <a:cubicBezTo>
                    <a:pt x="145" y="71"/>
                    <a:pt x="142" y="71"/>
                    <a:pt x="141" y="68"/>
                  </a:cubicBezTo>
                  <a:cubicBezTo>
                    <a:pt x="140" y="65"/>
                    <a:pt x="133" y="64"/>
                    <a:pt x="130" y="67"/>
                  </a:cubicBezTo>
                  <a:cubicBezTo>
                    <a:pt x="127" y="70"/>
                    <a:pt x="126" y="69"/>
                    <a:pt x="123" y="67"/>
                  </a:cubicBezTo>
                  <a:cubicBezTo>
                    <a:pt x="121" y="65"/>
                    <a:pt x="113" y="68"/>
                    <a:pt x="112" y="70"/>
                  </a:cubicBezTo>
                  <a:cubicBezTo>
                    <a:pt x="111" y="73"/>
                    <a:pt x="106" y="74"/>
                    <a:pt x="102" y="71"/>
                  </a:cubicBezTo>
                  <a:cubicBezTo>
                    <a:pt x="98" y="69"/>
                    <a:pt x="95" y="68"/>
                    <a:pt x="95" y="71"/>
                  </a:cubicBezTo>
                  <a:cubicBezTo>
                    <a:pt x="95" y="75"/>
                    <a:pt x="92" y="72"/>
                    <a:pt x="92" y="70"/>
                  </a:cubicBezTo>
                  <a:cubicBezTo>
                    <a:pt x="92" y="68"/>
                    <a:pt x="86" y="64"/>
                    <a:pt x="83" y="62"/>
                  </a:cubicBezTo>
                  <a:cubicBezTo>
                    <a:pt x="80" y="60"/>
                    <a:pt x="70" y="60"/>
                    <a:pt x="70" y="58"/>
                  </a:cubicBezTo>
                  <a:cubicBezTo>
                    <a:pt x="69" y="56"/>
                    <a:pt x="63" y="54"/>
                    <a:pt x="62" y="58"/>
                  </a:cubicBezTo>
                  <a:cubicBezTo>
                    <a:pt x="60" y="61"/>
                    <a:pt x="58" y="59"/>
                    <a:pt x="56" y="58"/>
                  </a:cubicBezTo>
                  <a:cubicBezTo>
                    <a:pt x="54" y="57"/>
                    <a:pt x="49" y="59"/>
                    <a:pt x="47" y="60"/>
                  </a:cubicBezTo>
                  <a:cubicBezTo>
                    <a:pt x="45" y="61"/>
                    <a:pt x="39" y="66"/>
                    <a:pt x="35" y="66"/>
                  </a:cubicBezTo>
                  <a:cubicBezTo>
                    <a:pt x="32" y="66"/>
                    <a:pt x="34" y="70"/>
                    <a:pt x="29" y="71"/>
                  </a:cubicBezTo>
                  <a:cubicBezTo>
                    <a:pt x="25" y="72"/>
                    <a:pt x="26" y="75"/>
                    <a:pt x="26" y="77"/>
                  </a:cubicBezTo>
                  <a:cubicBezTo>
                    <a:pt x="27" y="79"/>
                    <a:pt x="29" y="83"/>
                    <a:pt x="25" y="84"/>
                  </a:cubicBezTo>
                  <a:cubicBezTo>
                    <a:pt x="21" y="86"/>
                    <a:pt x="20" y="79"/>
                    <a:pt x="16" y="77"/>
                  </a:cubicBezTo>
                  <a:cubicBezTo>
                    <a:pt x="13" y="74"/>
                    <a:pt x="10" y="77"/>
                    <a:pt x="10" y="81"/>
                  </a:cubicBezTo>
                  <a:cubicBezTo>
                    <a:pt x="10" y="84"/>
                    <a:pt x="6" y="84"/>
                    <a:pt x="4" y="88"/>
                  </a:cubicBezTo>
                  <a:cubicBezTo>
                    <a:pt x="2" y="91"/>
                    <a:pt x="7" y="92"/>
                    <a:pt x="7" y="93"/>
                  </a:cubicBezTo>
                  <a:cubicBezTo>
                    <a:pt x="7" y="95"/>
                    <a:pt x="4" y="96"/>
                    <a:pt x="3" y="97"/>
                  </a:cubicBezTo>
                  <a:cubicBezTo>
                    <a:pt x="2" y="97"/>
                    <a:pt x="0" y="102"/>
                    <a:pt x="1" y="104"/>
                  </a:cubicBezTo>
                  <a:cubicBezTo>
                    <a:pt x="2" y="105"/>
                    <a:pt x="8" y="105"/>
                    <a:pt x="7" y="108"/>
                  </a:cubicBezTo>
                  <a:cubicBezTo>
                    <a:pt x="7" y="112"/>
                    <a:pt x="6" y="115"/>
                    <a:pt x="9" y="114"/>
                  </a:cubicBezTo>
                  <a:cubicBezTo>
                    <a:pt x="12" y="113"/>
                    <a:pt x="15" y="114"/>
                    <a:pt x="17" y="114"/>
                  </a:cubicBezTo>
                  <a:cubicBezTo>
                    <a:pt x="19" y="114"/>
                    <a:pt x="21" y="118"/>
                    <a:pt x="24" y="122"/>
                  </a:cubicBezTo>
                  <a:cubicBezTo>
                    <a:pt x="28" y="126"/>
                    <a:pt x="29" y="128"/>
                    <a:pt x="26" y="129"/>
                  </a:cubicBezTo>
                  <a:cubicBezTo>
                    <a:pt x="22" y="130"/>
                    <a:pt x="24" y="132"/>
                    <a:pt x="28" y="134"/>
                  </a:cubicBezTo>
                  <a:cubicBezTo>
                    <a:pt x="30" y="134"/>
                    <a:pt x="31" y="135"/>
                    <a:pt x="32" y="136"/>
                  </a:cubicBezTo>
                  <a:cubicBezTo>
                    <a:pt x="33" y="135"/>
                    <a:pt x="33" y="135"/>
                    <a:pt x="34" y="134"/>
                  </a:cubicBezTo>
                  <a:cubicBezTo>
                    <a:pt x="40" y="129"/>
                    <a:pt x="50" y="125"/>
                    <a:pt x="58" y="127"/>
                  </a:cubicBezTo>
                  <a:cubicBezTo>
                    <a:pt x="65" y="129"/>
                    <a:pt x="72" y="125"/>
                    <a:pt x="75" y="130"/>
                  </a:cubicBezTo>
                  <a:cubicBezTo>
                    <a:pt x="78" y="135"/>
                    <a:pt x="75" y="143"/>
                    <a:pt x="76" y="147"/>
                  </a:cubicBezTo>
                  <a:cubicBezTo>
                    <a:pt x="78" y="150"/>
                    <a:pt x="70" y="150"/>
                    <a:pt x="65" y="150"/>
                  </a:cubicBezTo>
                  <a:cubicBezTo>
                    <a:pt x="60" y="149"/>
                    <a:pt x="50" y="152"/>
                    <a:pt x="51" y="155"/>
                  </a:cubicBezTo>
                  <a:cubicBezTo>
                    <a:pt x="53" y="158"/>
                    <a:pt x="56" y="165"/>
                    <a:pt x="50" y="161"/>
                  </a:cubicBezTo>
                  <a:cubicBezTo>
                    <a:pt x="43" y="157"/>
                    <a:pt x="40" y="165"/>
                    <a:pt x="44" y="165"/>
                  </a:cubicBezTo>
                  <a:cubicBezTo>
                    <a:pt x="48" y="165"/>
                    <a:pt x="53" y="169"/>
                    <a:pt x="53" y="172"/>
                  </a:cubicBezTo>
                  <a:cubicBezTo>
                    <a:pt x="53" y="175"/>
                    <a:pt x="53" y="182"/>
                    <a:pt x="56" y="181"/>
                  </a:cubicBezTo>
                  <a:cubicBezTo>
                    <a:pt x="60" y="180"/>
                    <a:pt x="60" y="186"/>
                    <a:pt x="64" y="185"/>
                  </a:cubicBezTo>
                  <a:cubicBezTo>
                    <a:pt x="69" y="185"/>
                    <a:pt x="73" y="187"/>
                    <a:pt x="70" y="191"/>
                  </a:cubicBezTo>
                  <a:cubicBezTo>
                    <a:pt x="66" y="195"/>
                    <a:pt x="72" y="207"/>
                    <a:pt x="73" y="205"/>
                  </a:cubicBezTo>
                  <a:cubicBezTo>
                    <a:pt x="74" y="203"/>
                    <a:pt x="73" y="199"/>
                    <a:pt x="75" y="197"/>
                  </a:cubicBezTo>
                  <a:cubicBezTo>
                    <a:pt x="72" y="191"/>
                    <a:pt x="83" y="191"/>
                    <a:pt x="86" y="191"/>
                  </a:cubicBezTo>
                  <a:cubicBezTo>
                    <a:pt x="90" y="191"/>
                    <a:pt x="96" y="196"/>
                    <a:pt x="100" y="201"/>
                  </a:cubicBezTo>
                  <a:cubicBezTo>
                    <a:pt x="104" y="207"/>
                    <a:pt x="108" y="203"/>
                    <a:pt x="108" y="203"/>
                  </a:cubicBezTo>
                  <a:cubicBezTo>
                    <a:pt x="110" y="153"/>
                    <a:pt x="110" y="153"/>
                    <a:pt x="110" y="153"/>
                  </a:cubicBezTo>
                  <a:cubicBezTo>
                    <a:pt x="138" y="146"/>
                    <a:pt x="138" y="146"/>
                    <a:pt x="138" y="146"/>
                  </a:cubicBezTo>
                  <a:cubicBezTo>
                    <a:pt x="138" y="145"/>
                    <a:pt x="139" y="144"/>
                    <a:pt x="139" y="144"/>
                  </a:cubicBezTo>
                  <a:cubicBezTo>
                    <a:pt x="143" y="139"/>
                    <a:pt x="148" y="143"/>
                    <a:pt x="149" y="144"/>
                  </a:cubicBezTo>
                  <a:cubicBezTo>
                    <a:pt x="151" y="145"/>
                    <a:pt x="150" y="139"/>
                    <a:pt x="154" y="139"/>
                  </a:cubicBezTo>
                  <a:cubicBezTo>
                    <a:pt x="158" y="139"/>
                    <a:pt x="154" y="146"/>
                    <a:pt x="157" y="146"/>
                  </a:cubicBezTo>
                  <a:cubicBezTo>
                    <a:pt x="159" y="146"/>
                    <a:pt x="164" y="154"/>
                    <a:pt x="163" y="160"/>
                  </a:cubicBezTo>
                  <a:cubicBezTo>
                    <a:pt x="167" y="164"/>
                    <a:pt x="175" y="173"/>
                    <a:pt x="176" y="175"/>
                  </a:cubicBezTo>
                  <a:cubicBezTo>
                    <a:pt x="177" y="177"/>
                    <a:pt x="188" y="173"/>
                    <a:pt x="191" y="174"/>
                  </a:cubicBezTo>
                  <a:cubicBezTo>
                    <a:pt x="193" y="175"/>
                    <a:pt x="210" y="175"/>
                    <a:pt x="213" y="175"/>
                  </a:cubicBezTo>
                  <a:cubicBezTo>
                    <a:pt x="216" y="175"/>
                    <a:pt x="219" y="181"/>
                    <a:pt x="222" y="181"/>
                  </a:cubicBezTo>
                  <a:cubicBezTo>
                    <a:pt x="226" y="182"/>
                    <a:pt x="224" y="188"/>
                    <a:pt x="225" y="192"/>
                  </a:cubicBezTo>
                  <a:cubicBezTo>
                    <a:pt x="225" y="196"/>
                    <a:pt x="231" y="200"/>
                    <a:pt x="231" y="204"/>
                  </a:cubicBezTo>
                  <a:cubicBezTo>
                    <a:pt x="232" y="207"/>
                    <a:pt x="237" y="205"/>
                    <a:pt x="241" y="206"/>
                  </a:cubicBezTo>
                  <a:cubicBezTo>
                    <a:pt x="244" y="207"/>
                    <a:pt x="250" y="209"/>
                    <a:pt x="250" y="212"/>
                  </a:cubicBezTo>
                  <a:cubicBezTo>
                    <a:pt x="251" y="216"/>
                    <a:pt x="255" y="213"/>
                    <a:pt x="256" y="210"/>
                  </a:cubicBezTo>
                  <a:cubicBezTo>
                    <a:pt x="256" y="208"/>
                    <a:pt x="260" y="204"/>
                    <a:pt x="267" y="201"/>
                  </a:cubicBezTo>
                  <a:cubicBezTo>
                    <a:pt x="270" y="200"/>
                    <a:pt x="272" y="200"/>
                    <a:pt x="274" y="201"/>
                  </a:cubicBezTo>
                  <a:cubicBezTo>
                    <a:pt x="275" y="198"/>
                    <a:pt x="276" y="195"/>
                    <a:pt x="277" y="195"/>
                  </a:cubicBezTo>
                  <a:cubicBezTo>
                    <a:pt x="279" y="194"/>
                    <a:pt x="284" y="190"/>
                    <a:pt x="284" y="187"/>
                  </a:cubicBezTo>
                  <a:cubicBezTo>
                    <a:pt x="284" y="184"/>
                    <a:pt x="293" y="184"/>
                    <a:pt x="299" y="187"/>
                  </a:cubicBezTo>
                  <a:cubicBezTo>
                    <a:pt x="305" y="190"/>
                    <a:pt x="309" y="190"/>
                    <a:pt x="309" y="185"/>
                  </a:cubicBezTo>
                  <a:cubicBezTo>
                    <a:pt x="310" y="180"/>
                    <a:pt x="318" y="179"/>
                    <a:pt x="321" y="180"/>
                  </a:cubicBezTo>
                  <a:cubicBezTo>
                    <a:pt x="324" y="182"/>
                    <a:pt x="332" y="186"/>
                    <a:pt x="336" y="185"/>
                  </a:cubicBezTo>
                  <a:cubicBezTo>
                    <a:pt x="340" y="183"/>
                    <a:pt x="360" y="185"/>
                    <a:pt x="365" y="186"/>
                  </a:cubicBezTo>
                  <a:cubicBezTo>
                    <a:pt x="370" y="188"/>
                    <a:pt x="371" y="184"/>
                    <a:pt x="376" y="189"/>
                  </a:cubicBezTo>
                  <a:cubicBezTo>
                    <a:pt x="379" y="193"/>
                    <a:pt x="381" y="190"/>
                    <a:pt x="385" y="193"/>
                  </a:cubicBezTo>
                  <a:cubicBezTo>
                    <a:pt x="385" y="192"/>
                    <a:pt x="385" y="190"/>
                    <a:pt x="385" y="188"/>
                  </a:cubicBezTo>
                  <a:cubicBezTo>
                    <a:pt x="385" y="185"/>
                    <a:pt x="390" y="182"/>
                    <a:pt x="391" y="180"/>
                  </a:cubicBezTo>
                  <a:cubicBezTo>
                    <a:pt x="392" y="177"/>
                    <a:pt x="386" y="170"/>
                    <a:pt x="386" y="167"/>
                  </a:cubicBezTo>
                  <a:cubicBezTo>
                    <a:pt x="386" y="165"/>
                    <a:pt x="386" y="159"/>
                    <a:pt x="384" y="158"/>
                  </a:cubicBezTo>
                  <a:cubicBezTo>
                    <a:pt x="381" y="156"/>
                    <a:pt x="389" y="153"/>
                    <a:pt x="390" y="153"/>
                  </a:cubicBezTo>
                  <a:cubicBezTo>
                    <a:pt x="394" y="153"/>
                    <a:pt x="399" y="149"/>
                    <a:pt x="401" y="151"/>
                  </a:cubicBezTo>
                  <a:cubicBezTo>
                    <a:pt x="403" y="153"/>
                    <a:pt x="406" y="153"/>
                    <a:pt x="409" y="153"/>
                  </a:cubicBezTo>
                  <a:cubicBezTo>
                    <a:pt x="412" y="153"/>
                    <a:pt x="411" y="149"/>
                    <a:pt x="409" y="148"/>
                  </a:cubicBezTo>
                  <a:cubicBezTo>
                    <a:pt x="407" y="146"/>
                    <a:pt x="415" y="131"/>
                    <a:pt x="416" y="126"/>
                  </a:cubicBezTo>
                  <a:cubicBezTo>
                    <a:pt x="417" y="121"/>
                    <a:pt x="420" y="126"/>
                    <a:pt x="424" y="126"/>
                  </a:cubicBezTo>
                  <a:cubicBezTo>
                    <a:pt x="427" y="127"/>
                    <a:pt x="432" y="126"/>
                    <a:pt x="434" y="127"/>
                  </a:cubicBezTo>
                  <a:cubicBezTo>
                    <a:pt x="436" y="128"/>
                    <a:pt x="443" y="126"/>
                    <a:pt x="445" y="123"/>
                  </a:cubicBezTo>
                  <a:cubicBezTo>
                    <a:pt x="446" y="121"/>
                    <a:pt x="443" y="120"/>
                    <a:pt x="443" y="114"/>
                  </a:cubicBezTo>
                  <a:cubicBezTo>
                    <a:pt x="443" y="108"/>
                    <a:pt x="447" y="106"/>
                    <a:pt x="450" y="106"/>
                  </a:cubicBezTo>
                  <a:cubicBezTo>
                    <a:pt x="454" y="106"/>
                    <a:pt x="455" y="102"/>
                    <a:pt x="455" y="99"/>
                  </a:cubicBezTo>
                  <a:cubicBezTo>
                    <a:pt x="455" y="97"/>
                    <a:pt x="458" y="95"/>
                    <a:pt x="459" y="92"/>
                  </a:cubicBezTo>
                  <a:cubicBezTo>
                    <a:pt x="458" y="91"/>
                    <a:pt x="457" y="89"/>
                    <a:pt x="457" y="88"/>
                  </a:cubicBezTo>
                  <a:close/>
                  <a:moveTo>
                    <a:pt x="171" y="137"/>
                  </a:moveTo>
                  <a:cubicBezTo>
                    <a:pt x="170" y="139"/>
                    <a:pt x="157" y="135"/>
                    <a:pt x="156" y="132"/>
                  </a:cubicBezTo>
                  <a:cubicBezTo>
                    <a:pt x="155" y="130"/>
                    <a:pt x="174" y="133"/>
                    <a:pt x="171" y="137"/>
                  </a:cubicBezTo>
                  <a:close/>
                  <a:moveTo>
                    <a:pt x="361" y="136"/>
                  </a:moveTo>
                  <a:cubicBezTo>
                    <a:pt x="351" y="136"/>
                    <a:pt x="331" y="131"/>
                    <a:pt x="322" y="140"/>
                  </a:cubicBezTo>
                  <a:cubicBezTo>
                    <a:pt x="314" y="149"/>
                    <a:pt x="320" y="154"/>
                    <a:pt x="316" y="154"/>
                  </a:cubicBezTo>
                  <a:cubicBezTo>
                    <a:pt x="312" y="155"/>
                    <a:pt x="310" y="141"/>
                    <a:pt x="315" y="136"/>
                  </a:cubicBezTo>
                  <a:cubicBezTo>
                    <a:pt x="320" y="131"/>
                    <a:pt x="335" y="129"/>
                    <a:pt x="344" y="132"/>
                  </a:cubicBezTo>
                  <a:cubicBezTo>
                    <a:pt x="353" y="134"/>
                    <a:pt x="370" y="130"/>
                    <a:pt x="372" y="130"/>
                  </a:cubicBezTo>
                  <a:cubicBezTo>
                    <a:pt x="375" y="131"/>
                    <a:pt x="370" y="136"/>
                    <a:pt x="361" y="136"/>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0" name="Freeform 156"/>
            <p:cNvSpPr>
              <a:spLocks noEditPoints="1" noChangeArrowheads="1"/>
            </p:cNvSpPr>
            <p:nvPr/>
          </p:nvSpPr>
          <p:spPr bwMode="auto">
            <a:xfrm>
              <a:off x="4064013" y="112711"/>
              <a:ext cx="3681425" cy="1411290"/>
            </a:xfrm>
            <a:custGeom>
              <a:avLst/>
              <a:gdLst>
                <a:gd name="T0" fmla="*/ 814 w 1926"/>
                <a:gd name="T1" fmla="*/ 12 h 739"/>
                <a:gd name="T2" fmla="*/ 840 w 1926"/>
                <a:gd name="T3" fmla="*/ 45 h 739"/>
                <a:gd name="T4" fmla="*/ 912 w 1926"/>
                <a:gd name="T5" fmla="*/ 61 h 739"/>
                <a:gd name="T6" fmla="*/ 822 w 1926"/>
                <a:gd name="T7" fmla="*/ 28 h 739"/>
                <a:gd name="T8" fmla="*/ 1331 w 1926"/>
                <a:gd name="T9" fmla="*/ 168 h 739"/>
                <a:gd name="T10" fmla="*/ 1358 w 1926"/>
                <a:gd name="T11" fmla="*/ 198 h 739"/>
                <a:gd name="T12" fmla="*/ 1388 w 1926"/>
                <a:gd name="T13" fmla="*/ 664 h 739"/>
                <a:gd name="T14" fmla="*/ 355 w 1926"/>
                <a:gd name="T15" fmla="*/ 25 h 739"/>
                <a:gd name="T16" fmla="*/ 1886 w 1926"/>
                <a:gd name="T17" fmla="*/ 330 h 739"/>
                <a:gd name="T18" fmla="*/ 1698 w 1926"/>
                <a:gd name="T19" fmla="*/ 277 h 739"/>
                <a:gd name="T20" fmla="*/ 1580 w 1926"/>
                <a:gd name="T21" fmla="*/ 268 h 739"/>
                <a:gd name="T22" fmla="*/ 1412 w 1926"/>
                <a:gd name="T23" fmla="*/ 221 h 739"/>
                <a:gd name="T24" fmla="*/ 1319 w 1926"/>
                <a:gd name="T25" fmla="*/ 241 h 739"/>
                <a:gd name="T26" fmla="*/ 1224 w 1926"/>
                <a:gd name="T27" fmla="*/ 204 h 739"/>
                <a:gd name="T28" fmla="*/ 1101 w 1926"/>
                <a:gd name="T29" fmla="*/ 196 h 739"/>
                <a:gd name="T30" fmla="*/ 989 w 1926"/>
                <a:gd name="T31" fmla="*/ 193 h 739"/>
                <a:gd name="T32" fmla="*/ 1007 w 1926"/>
                <a:gd name="T33" fmla="*/ 122 h 739"/>
                <a:gd name="T34" fmla="*/ 909 w 1926"/>
                <a:gd name="T35" fmla="*/ 126 h 739"/>
                <a:gd name="T36" fmla="*/ 800 w 1926"/>
                <a:gd name="T37" fmla="*/ 148 h 739"/>
                <a:gd name="T38" fmla="*/ 764 w 1926"/>
                <a:gd name="T39" fmla="*/ 190 h 739"/>
                <a:gd name="T40" fmla="*/ 667 w 1926"/>
                <a:gd name="T41" fmla="*/ 228 h 739"/>
                <a:gd name="T42" fmla="*/ 623 w 1926"/>
                <a:gd name="T43" fmla="*/ 257 h 739"/>
                <a:gd name="T44" fmla="*/ 630 w 1926"/>
                <a:gd name="T45" fmla="*/ 312 h 739"/>
                <a:gd name="T46" fmla="*/ 603 w 1926"/>
                <a:gd name="T47" fmla="*/ 320 h 739"/>
                <a:gd name="T48" fmla="*/ 557 w 1926"/>
                <a:gd name="T49" fmla="*/ 231 h 739"/>
                <a:gd name="T50" fmla="*/ 468 w 1926"/>
                <a:gd name="T51" fmla="*/ 273 h 739"/>
                <a:gd name="T52" fmla="*/ 384 w 1926"/>
                <a:gd name="T53" fmla="*/ 305 h 739"/>
                <a:gd name="T54" fmla="*/ 307 w 1926"/>
                <a:gd name="T55" fmla="*/ 312 h 739"/>
                <a:gd name="T56" fmla="*/ 230 w 1926"/>
                <a:gd name="T57" fmla="*/ 353 h 739"/>
                <a:gd name="T58" fmla="*/ 170 w 1926"/>
                <a:gd name="T59" fmla="*/ 355 h 739"/>
                <a:gd name="T60" fmla="*/ 201 w 1926"/>
                <a:gd name="T61" fmla="*/ 292 h 739"/>
                <a:gd name="T62" fmla="*/ 100 w 1926"/>
                <a:gd name="T63" fmla="*/ 296 h 739"/>
                <a:gd name="T64" fmla="*/ 133 w 1926"/>
                <a:gd name="T65" fmla="*/ 407 h 739"/>
                <a:gd name="T66" fmla="*/ 89 w 1926"/>
                <a:gd name="T67" fmla="*/ 497 h 739"/>
                <a:gd name="T68" fmla="*/ 134 w 1926"/>
                <a:gd name="T69" fmla="*/ 574 h 739"/>
                <a:gd name="T70" fmla="*/ 223 w 1926"/>
                <a:gd name="T71" fmla="*/ 617 h 739"/>
                <a:gd name="T72" fmla="*/ 193 w 1926"/>
                <a:gd name="T73" fmla="*/ 682 h 739"/>
                <a:gd name="T74" fmla="*/ 326 w 1926"/>
                <a:gd name="T75" fmla="*/ 731 h 739"/>
                <a:gd name="T76" fmla="*/ 312 w 1926"/>
                <a:gd name="T77" fmla="*/ 613 h 739"/>
                <a:gd name="T78" fmla="*/ 425 w 1926"/>
                <a:gd name="T79" fmla="*/ 599 h 739"/>
                <a:gd name="T80" fmla="*/ 472 w 1926"/>
                <a:gd name="T81" fmla="*/ 554 h 739"/>
                <a:gd name="T82" fmla="*/ 610 w 1926"/>
                <a:gd name="T83" fmla="*/ 554 h 739"/>
                <a:gd name="T84" fmla="*/ 738 w 1926"/>
                <a:gd name="T85" fmla="*/ 612 h 739"/>
                <a:gd name="T86" fmla="*/ 849 w 1926"/>
                <a:gd name="T87" fmla="*/ 616 h 739"/>
                <a:gd name="T88" fmla="*/ 939 w 1926"/>
                <a:gd name="T89" fmla="*/ 614 h 739"/>
                <a:gd name="T90" fmla="*/ 1099 w 1926"/>
                <a:gd name="T91" fmla="*/ 622 h 739"/>
                <a:gd name="T92" fmla="*/ 1210 w 1926"/>
                <a:gd name="T93" fmla="*/ 615 h 739"/>
                <a:gd name="T94" fmla="*/ 1251 w 1926"/>
                <a:gd name="T95" fmla="*/ 689 h 739"/>
                <a:gd name="T96" fmla="*/ 1365 w 1926"/>
                <a:gd name="T97" fmla="*/ 573 h 739"/>
                <a:gd name="T98" fmla="*/ 1310 w 1926"/>
                <a:gd name="T99" fmla="*/ 530 h 739"/>
                <a:gd name="T100" fmla="*/ 1484 w 1926"/>
                <a:gd name="T101" fmla="*/ 473 h 739"/>
                <a:gd name="T102" fmla="*/ 1584 w 1926"/>
                <a:gd name="T103" fmla="*/ 440 h 739"/>
                <a:gd name="T104" fmla="*/ 1544 w 1926"/>
                <a:gd name="T105" fmla="*/ 494 h 739"/>
                <a:gd name="T106" fmla="*/ 1607 w 1926"/>
                <a:gd name="T107" fmla="*/ 521 h 739"/>
                <a:gd name="T108" fmla="*/ 1697 w 1926"/>
                <a:gd name="T109" fmla="*/ 458 h 739"/>
                <a:gd name="T110" fmla="*/ 1766 w 1926"/>
                <a:gd name="T111" fmla="*/ 373 h 739"/>
                <a:gd name="T112" fmla="*/ 1875 w 1926"/>
                <a:gd name="T113" fmla="*/ 379 h 739"/>
                <a:gd name="T114" fmla="*/ 993 w 1926"/>
                <a:gd name="T115" fmla="*/ 567 h 739"/>
                <a:gd name="T116" fmla="*/ 386 w 1926"/>
                <a:gd name="T117" fmla="*/ 247 h 739"/>
                <a:gd name="T118" fmla="*/ 485 w 1926"/>
                <a:gd name="T119" fmla="*/ 133 h 739"/>
                <a:gd name="T120" fmla="*/ 415 w 1926"/>
                <a:gd name="T121" fmla="*/ 39 h 739"/>
                <a:gd name="T122" fmla="*/ 464 w 1926"/>
                <a:gd name="T123" fmla="*/ 16 h 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926"/>
                <a:gd name="T187" fmla="*/ 0 h 739"/>
                <a:gd name="T188" fmla="*/ 1926 w 1926"/>
                <a:gd name="T189" fmla="*/ 739 h 7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926" h="739">
                  <a:moveTo>
                    <a:pt x="29" y="534"/>
                  </a:moveTo>
                  <a:cubicBezTo>
                    <a:pt x="28" y="535"/>
                    <a:pt x="24" y="534"/>
                    <a:pt x="23" y="532"/>
                  </a:cubicBezTo>
                  <a:cubicBezTo>
                    <a:pt x="22" y="530"/>
                    <a:pt x="18" y="531"/>
                    <a:pt x="16" y="531"/>
                  </a:cubicBezTo>
                  <a:cubicBezTo>
                    <a:pt x="16" y="532"/>
                    <a:pt x="17" y="532"/>
                    <a:pt x="18" y="533"/>
                  </a:cubicBezTo>
                  <a:cubicBezTo>
                    <a:pt x="19" y="536"/>
                    <a:pt x="12" y="536"/>
                    <a:pt x="14" y="539"/>
                  </a:cubicBezTo>
                  <a:cubicBezTo>
                    <a:pt x="16" y="542"/>
                    <a:pt x="9" y="542"/>
                    <a:pt x="9" y="539"/>
                  </a:cubicBezTo>
                  <a:cubicBezTo>
                    <a:pt x="9" y="536"/>
                    <a:pt x="1" y="537"/>
                    <a:pt x="1" y="540"/>
                  </a:cubicBezTo>
                  <a:cubicBezTo>
                    <a:pt x="1" y="540"/>
                    <a:pt x="1" y="541"/>
                    <a:pt x="0" y="542"/>
                  </a:cubicBezTo>
                  <a:cubicBezTo>
                    <a:pt x="2" y="543"/>
                    <a:pt x="5" y="544"/>
                    <a:pt x="6" y="544"/>
                  </a:cubicBezTo>
                  <a:cubicBezTo>
                    <a:pt x="7" y="545"/>
                    <a:pt x="27" y="547"/>
                    <a:pt x="35" y="545"/>
                  </a:cubicBezTo>
                  <a:cubicBezTo>
                    <a:pt x="35" y="544"/>
                    <a:pt x="36" y="540"/>
                    <a:pt x="36" y="538"/>
                  </a:cubicBezTo>
                  <a:cubicBezTo>
                    <a:pt x="36" y="536"/>
                    <a:pt x="31" y="534"/>
                    <a:pt x="29" y="534"/>
                  </a:cubicBezTo>
                  <a:close/>
                  <a:moveTo>
                    <a:pt x="814" y="12"/>
                  </a:moveTo>
                  <a:cubicBezTo>
                    <a:pt x="815" y="7"/>
                    <a:pt x="793" y="9"/>
                    <a:pt x="799" y="14"/>
                  </a:cubicBezTo>
                  <a:cubicBezTo>
                    <a:pt x="801" y="16"/>
                    <a:pt x="812" y="17"/>
                    <a:pt x="814" y="12"/>
                  </a:cubicBezTo>
                  <a:close/>
                  <a:moveTo>
                    <a:pt x="512" y="21"/>
                  </a:moveTo>
                  <a:cubicBezTo>
                    <a:pt x="524" y="20"/>
                    <a:pt x="524" y="13"/>
                    <a:pt x="517" y="11"/>
                  </a:cubicBezTo>
                  <a:cubicBezTo>
                    <a:pt x="511" y="10"/>
                    <a:pt x="510" y="15"/>
                    <a:pt x="506" y="15"/>
                  </a:cubicBezTo>
                  <a:cubicBezTo>
                    <a:pt x="503" y="15"/>
                    <a:pt x="490" y="17"/>
                    <a:pt x="493" y="20"/>
                  </a:cubicBezTo>
                  <a:cubicBezTo>
                    <a:pt x="496" y="23"/>
                    <a:pt x="505" y="22"/>
                    <a:pt x="512" y="21"/>
                  </a:cubicBezTo>
                  <a:close/>
                  <a:moveTo>
                    <a:pt x="840" y="45"/>
                  </a:moveTo>
                  <a:cubicBezTo>
                    <a:pt x="840" y="49"/>
                    <a:pt x="829" y="53"/>
                    <a:pt x="832" y="55"/>
                  </a:cubicBezTo>
                  <a:cubicBezTo>
                    <a:pt x="835" y="58"/>
                    <a:pt x="837" y="57"/>
                    <a:pt x="841" y="58"/>
                  </a:cubicBezTo>
                  <a:cubicBezTo>
                    <a:pt x="844" y="58"/>
                    <a:pt x="846" y="67"/>
                    <a:pt x="852" y="65"/>
                  </a:cubicBezTo>
                  <a:cubicBezTo>
                    <a:pt x="858" y="64"/>
                    <a:pt x="874" y="72"/>
                    <a:pt x="884" y="72"/>
                  </a:cubicBezTo>
                  <a:cubicBezTo>
                    <a:pt x="893" y="72"/>
                    <a:pt x="894" y="64"/>
                    <a:pt x="891" y="64"/>
                  </a:cubicBezTo>
                  <a:cubicBezTo>
                    <a:pt x="888" y="63"/>
                    <a:pt x="891" y="59"/>
                    <a:pt x="896" y="51"/>
                  </a:cubicBezTo>
                  <a:cubicBezTo>
                    <a:pt x="902" y="43"/>
                    <a:pt x="880" y="38"/>
                    <a:pt x="880" y="44"/>
                  </a:cubicBezTo>
                  <a:cubicBezTo>
                    <a:pt x="880" y="50"/>
                    <a:pt x="873" y="42"/>
                    <a:pt x="871" y="39"/>
                  </a:cubicBezTo>
                  <a:cubicBezTo>
                    <a:pt x="869" y="35"/>
                    <a:pt x="840" y="42"/>
                    <a:pt x="840" y="45"/>
                  </a:cubicBezTo>
                  <a:close/>
                  <a:moveTo>
                    <a:pt x="576" y="206"/>
                  </a:moveTo>
                  <a:cubicBezTo>
                    <a:pt x="580" y="207"/>
                    <a:pt x="592" y="205"/>
                    <a:pt x="593" y="202"/>
                  </a:cubicBezTo>
                  <a:cubicBezTo>
                    <a:pt x="595" y="200"/>
                    <a:pt x="589" y="197"/>
                    <a:pt x="581" y="197"/>
                  </a:cubicBezTo>
                  <a:cubicBezTo>
                    <a:pt x="573" y="197"/>
                    <a:pt x="572" y="206"/>
                    <a:pt x="576" y="206"/>
                  </a:cubicBezTo>
                  <a:close/>
                  <a:moveTo>
                    <a:pt x="673" y="211"/>
                  </a:moveTo>
                  <a:cubicBezTo>
                    <a:pt x="679" y="214"/>
                    <a:pt x="683" y="213"/>
                    <a:pt x="682" y="208"/>
                  </a:cubicBezTo>
                  <a:cubicBezTo>
                    <a:pt x="681" y="202"/>
                    <a:pt x="669" y="209"/>
                    <a:pt x="673" y="211"/>
                  </a:cubicBezTo>
                  <a:close/>
                  <a:moveTo>
                    <a:pt x="892" y="92"/>
                  </a:moveTo>
                  <a:cubicBezTo>
                    <a:pt x="896" y="95"/>
                    <a:pt x="911" y="89"/>
                    <a:pt x="921" y="89"/>
                  </a:cubicBezTo>
                  <a:cubicBezTo>
                    <a:pt x="931" y="90"/>
                    <a:pt x="959" y="82"/>
                    <a:pt x="960" y="76"/>
                  </a:cubicBezTo>
                  <a:cubicBezTo>
                    <a:pt x="961" y="71"/>
                    <a:pt x="950" y="71"/>
                    <a:pt x="946" y="67"/>
                  </a:cubicBezTo>
                  <a:cubicBezTo>
                    <a:pt x="941" y="62"/>
                    <a:pt x="932" y="66"/>
                    <a:pt x="929" y="70"/>
                  </a:cubicBezTo>
                  <a:cubicBezTo>
                    <a:pt x="927" y="74"/>
                    <a:pt x="924" y="70"/>
                    <a:pt x="931" y="64"/>
                  </a:cubicBezTo>
                  <a:cubicBezTo>
                    <a:pt x="937" y="58"/>
                    <a:pt x="924" y="53"/>
                    <a:pt x="924" y="57"/>
                  </a:cubicBezTo>
                  <a:cubicBezTo>
                    <a:pt x="924" y="61"/>
                    <a:pt x="912" y="57"/>
                    <a:pt x="912" y="61"/>
                  </a:cubicBezTo>
                  <a:cubicBezTo>
                    <a:pt x="912" y="65"/>
                    <a:pt x="908" y="66"/>
                    <a:pt x="908" y="70"/>
                  </a:cubicBezTo>
                  <a:cubicBezTo>
                    <a:pt x="908" y="74"/>
                    <a:pt x="900" y="68"/>
                    <a:pt x="900" y="76"/>
                  </a:cubicBezTo>
                  <a:cubicBezTo>
                    <a:pt x="899" y="85"/>
                    <a:pt x="887" y="89"/>
                    <a:pt x="892" y="92"/>
                  </a:cubicBezTo>
                  <a:close/>
                  <a:moveTo>
                    <a:pt x="822" y="36"/>
                  </a:moveTo>
                  <a:cubicBezTo>
                    <a:pt x="829" y="39"/>
                    <a:pt x="826" y="40"/>
                    <a:pt x="820" y="40"/>
                  </a:cubicBezTo>
                  <a:cubicBezTo>
                    <a:pt x="813" y="40"/>
                    <a:pt x="807" y="42"/>
                    <a:pt x="812" y="44"/>
                  </a:cubicBezTo>
                  <a:cubicBezTo>
                    <a:pt x="815" y="46"/>
                    <a:pt x="815" y="49"/>
                    <a:pt x="822" y="51"/>
                  </a:cubicBezTo>
                  <a:cubicBezTo>
                    <a:pt x="829" y="53"/>
                    <a:pt x="836" y="47"/>
                    <a:pt x="835" y="43"/>
                  </a:cubicBezTo>
                  <a:cubicBezTo>
                    <a:pt x="834" y="39"/>
                    <a:pt x="859" y="35"/>
                    <a:pt x="866" y="34"/>
                  </a:cubicBezTo>
                  <a:cubicBezTo>
                    <a:pt x="873" y="32"/>
                    <a:pt x="862" y="25"/>
                    <a:pt x="869" y="24"/>
                  </a:cubicBezTo>
                  <a:cubicBezTo>
                    <a:pt x="876" y="24"/>
                    <a:pt x="873" y="20"/>
                    <a:pt x="864" y="19"/>
                  </a:cubicBezTo>
                  <a:cubicBezTo>
                    <a:pt x="855" y="18"/>
                    <a:pt x="859" y="10"/>
                    <a:pt x="856" y="7"/>
                  </a:cubicBezTo>
                  <a:cubicBezTo>
                    <a:pt x="853" y="5"/>
                    <a:pt x="851" y="11"/>
                    <a:pt x="840" y="13"/>
                  </a:cubicBezTo>
                  <a:cubicBezTo>
                    <a:pt x="828" y="15"/>
                    <a:pt x="822" y="18"/>
                    <a:pt x="827" y="21"/>
                  </a:cubicBezTo>
                  <a:cubicBezTo>
                    <a:pt x="832" y="23"/>
                    <a:pt x="827" y="29"/>
                    <a:pt x="822" y="28"/>
                  </a:cubicBezTo>
                  <a:cubicBezTo>
                    <a:pt x="817" y="28"/>
                    <a:pt x="816" y="33"/>
                    <a:pt x="822" y="36"/>
                  </a:cubicBezTo>
                  <a:close/>
                  <a:moveTo>
                    <a:pt x="1423" y="161"/>
                  </a:moveTo>
                  <a:cubicBezTo>
                    <a:pt x="1431" y="161"/>
                    <a:pt x="1435" y="169"/>
                    <a:pt x="1450" y="170"/>
                  </a:cubicBezTo>
                  <a:cubicBezTo>
                    <a:pt x="1465" y="171"/>
                    <a:pt x="1477" y="168"/>
                    <a:pt x="1477" y="165"/>
                  </a:cubicBezTo>
                  <a:cubicBezTo>
                    <a:pt x="1477" y="161"/>
                    <a:pt x="1463" y="156"/>
                    <a:pt x="1459" y="159"/>
                  </a:cubicBezTo>
                  <a:cubicBezTo>
                    <a:pt x="1454" y="162"/>
                    <a:pt x="1451" y="155"/>
                    <a:pt x="1446" y="156"/>
                  </a:cubicBezTo>
                  <a:cubicBezTo>
                    <a:pt x="1440" y="158"/>
                    <a:pt x="1433" y="158"/>
                    <a:pt x="1430" y="153"/>
                  </a:cubicBezTo>
                  <a:cubicBezTo>
                    <a:pt x="1428" y="148"/>
                    <a:pt x="1419" y="160"/>
                    <a:pt x="1423" y="161"/>
                  </a:cubicBezTo>
                  <a:close/>
                  <a:moveTo>
                    <a:pt x="1795" y="254"/>
                  </a:moveTo>
                  <a:cubicBezTo>
                    <a:pt x="1801" y="257"/>
                    <a:pt x="1805" y="250"/>
                    <a:pt x="1811" y="254"/>
                  </a:cubicBezTo>
                  <a:cubicBezTo>
                    <a:pt x="1816" y="257"/>
                    <a:pt x="1829" y="252"/>
                    <a:pt x="1834" y="251"/>
                  </a:cubicBezTo>
                  <a:cubicBezTo>
                    <a:pt x="1840" y="250"/>
                    <a:pt x="1837" y="243"/>
                    <a:pt x="1822" y="241"/>
                  </a:cubicBezTo>
                  <a:cubicBezTo>
                    <a:pt x="1807" y="239"/>
                    <a:pt x="1788" y="250"/>
                    <a:pt x="1795" y="254"/>
                  </a:cubicBezTo>
                  <a:close/>
                  <a:moveTo>
                    <a:pt x="1322" y="161"/>
                  </a:moveTo>
                  <a:cubicBezTo>
                    <a:pt x="1326" y="163"/>
                    <a:pt x="1328" y="166"/>
                    <a:pt x="1331" y="168"/>
                  </a:cubicBezTo>
                  <a:cubicBezTo>
                    <a:pt x="1333" y="171"/>
                    <a:pt x="1343" y="167"/>
                    <a:pt x="1347" y="166"/>
                  </a:cubicBezTo>
                  <a:cubicBezTo>
                    <a:pt x="1351" y="164"/>
                    <a:pt x="1352" y="172"/>
                    <a:pt x="1358" y="168"/>
                  </a:cubicBezTo>
                  <a:cubicBezTo>
                    <a:pt x="1364" y="164"/>
                    <a:pt x="1371" y="166"/>
                    <a:pt x="1378" y="166"/>
                  </a:cubicBezTo>
                  <a:cubicBezTo>
                    <a:pt x="1385" y="166"/>
                    <a:pt x="1377" y="157"/>
                    <a:pt x="1377" y="153"/>
                  </a:cubicBezTo>
                  <a:cubicBezTo>
                    <a:pt x="1377" y="149"/>
                    <a:pt x="1386" y="151"/>
                    <a:pt x="1383" y="155"/>
                  </a:cubicBezTo>
                  <a:cubicBezTo>
                    <a:pt x="1380" y="158"/>
                    <a:pt x="1387" y="166"/>
                    <a:pt x="1398" y="165"/>
                  </a:cubicBezTo>
                  <a:cubicBezTo>
                    <a:pt x="1408" y="164"/>
                    <a:pt x="1400" y="158"/>
                    <a:pt x="1406" y="155"/>
                  </a:cubicBezTo>
                  <a:cubicBezTo>
                    <a:pt x="1411" y="153"/>
                    <a:pt x="1410" y="150"/>
                    <a:pt x="1403" y="146"/>
                  </a:cubicBezTo>
                  <a:cubicBezTo>
                    <a:pt x="1395" y="141"/>
                    <a:pt x="1385" y="144"/>
                    <a:pt x="1378" y="141"/>
                  </a:cubicBezTo>
                  <a:cubicBezTo>
                    <a:pt x="1371" y="138"/>
                    <a:pt x="1363" y="138"/>
                    <a:pt x="1362" y="145"/>
                  </a:cubicBezTo>
                  <a:cubicBezTo>
                    <a:pt x="1362" y="152"/>
                    <a:pt x="1348" y="137"/>
                    <a:pt x="1341" y="135"/>
                  </a:cubicBezTo>
                  <a:cubicBezTo>
                    <a:pt x="1333" y="132"/>
                    <a:pt x="1311" y="155"/>
                    <a:pt x="1322" y="161"/>
                  </a:cubicBezTo>
                  <a:close/>
                  <a:moveTo>
                    <a:pt x="1391" y="204"/>
                  </a:moveTo>
                  <a:cubicBezTo>
                    <a:pt x="1397" y="202"/>
                    <a:pt x="1387" y="191"/>
                    <a:pt x="1377" y="190"/>
                  </a:cubicBezTo>
                  <a:cubicBezTo>
                    <a:pt x="1366" y="188"/>
                    <a:pt x="1357" y="196"/>
                    <a:pt x="1358" y="198"/>
                  </a:cubicBezTo>
                  <a:cubicBezTo>
                    <a:pt x="1361" y="203"/>
                    <a:pt x="1385" y="205"/>
                    <a:pt x="1391" y="204"/>
                  </a:cubicBezTo>
                  <a:close/>
                  <a:moveTo>
                    <a:pt x="1365" y="182"/>
                  </a:moveTo>
                  <a:cubicBezTo>
                    <a:pt x="1365" y="177"/>
                    <a:pt x="1347" y="183"/>
                    <a:pt x="1354" y="186"/>
                  </a:cubicBezTo>
                  <a:cubicBezTo>
                    <a:pt x="1358" y="187"/>
                    <a:pt x="1365" y="187"/>
                    <a:pt x="1365" y="182"/>
                  </a:cubicBezTo>
                  <a:close/>
                  <a:moveTo>
                    <a:pt x="1389" y="589"/>
                  </a:moveTo>
                  <a:cubicBezTo>
                    <a:pt x="1385" y="579"/>
                    <a:pt x="1394" y="570"/>
                    <a:pt x="1387" y="565"/>
                  </a:cubicBezTo>
                  <a:cubicBezTo>
                    <a:pt x="1381" y="560"/>
                    <a:pt x="1383" y="549"/>
                    <a:pt x="1380" y="551"/>
                  </a:cubicBezTo>
                  <a:cubicBezTo>
                    <a:pt x="1377" y="553"/>
                    <a:pt x="1380" y="562"/>
                    <a:pt x="1375" y="563"/>
                  </a:cubicBezTo>
                  <a:cubicBezTo>
                    <a:pt x="1369" y="564"/>
                    <a:pt x="1374" y="569"/>
                    <a:pt x="1372" y="575"/>
                  </a:cubicBezTo>
                  <a:cubicBezTo>
                    <a:pt x="1370" y="582"/>
                    <a:pt x="1373" y="592"/>
                    <a:pt x="1376" y="598"/>
                  </a:cubicBezTo>
                  <a:cubicBezTo>
                    <a:pt x="1379" y="604"/>
                    <a:pt x="1372" y="636"/>
                    <a:pt x="1375" y="641"/>
                  </a:cubicBezTo>
                  <a:cubicBezTo>
                    <a:pt x="1378" y="646"/>
                    <a:pt x="1371" y="670"/>
                    <a:pt x="1373" y="673"/>
                  </a:cubicBezTo>
                  <a:cubicBezTo>
                    <a:pt x="1377" y="677"/>
                    <a:pt x="1374" y="666"/>
                    <a:pt x="1380" y="665"/>
                  </a:cubicBezTo>
                  <a:cubicBezTo>
                    <a:pt x="1386" y="664"/>
                    <a:pt x="1386" y="672"/>
                    <a:pt x="1390" y="674"/>
                  </a:cubicBezTo>
                  <a:cubicBezTo>
                    <a:pt x="1394" y="675"/>
                    <a:pt x="1391" y="663"/>
                    <a:pt x="1388" y="664"/>
                  </a:cubicBezTo>
                  <a:cubicBezTo>
                    <a:pt x="1385" y="664"/>
                    <a:pt x="1382" y="656"/>
                    <a:pt x="1380" y="650"/>
                  </a:cubicBezTo>
                  <a:cubicBezTo>
                    <a:pt x="1379" y="645"/>
                    <a:pt x="1384" y="639"/>
                    <a:pt x="1384" y="632"/>
                  </a:cubicBezTo>
                  <a:cubicBezTo>
                    <a:pt x="1384" y="625"/>
                    <a:pt x="1392" y="626"/>
                    <a:pt x="1397" y="631"/>
                  </a:cubicBezTo>
                  <a:cubicBezTo>
                    <a:pt x="1402" y="636"/>
                    <a:pt x="1403" y="632"/>
                    <a:pt x="1401" y="629"/>
                  </a:cubicBezTo>
                  <a:cubicBezTo>
                    <a:pt x="1399" y="625"/>
                    <a:pt x="1392" y="598"/>
                    <a:pt x="1389" y="589"/>
                  </a:cubicBezTo>
                  <a:close/>
                  <a:moveTo>
                    <a:pt x="326" y="292"/>
                  </a:moveTo>
                  <a:cubicBezTo>
                    <a:pt x="335" y="300"/>
                    <a:pt x="343" y="288"/>
                    <a:pt x="347" y="287"/>
                  </a:cubicBezTo>
                  <a:cubicBezTo>
                    <a:pt x="351" y="287"/>
                    <a:pt x="344" y="282"/>
                    <a:pt x="337" y="280"/>
                  </a:cubicBezTo>
                  <a:cubicBezTo>
                    <a:pt x="330" y="278"/>
                    <a:pt x="319" y="285"/>
                    <a:pt x="326" y="292"/>
                  </a:cubicBezTo>
                  <a:close/>
                  <a:moveTo>
                    <a:pt x="340" y="22"/>
                  </a:moveTo>
                  <a:cubicBezTo>
                    <a:pt x="345" y="26"/>
                    <a:pt x="327" y="25"/>
                    <a:pt x="325" y="28"/>
                  </a:cubicBezTo>
                  <a:cubicBezTo>
                    <a:pt x="323" y="31"/>
                    <a:pt x="312" y="30"/>
                    <a:pt x="314" y="34"/>
                  </a:cubicBezTo>
                  <a:cubicBezTo>
                    <a:pt x="316" y="38"/>
                    <a:pt x="333" y="38"/>
                    <a:pt x="333" y="35"/>
                  </a:cubicBezTo>
                  <a:cubicBezTo>
                    <a:pt x="333" y="32"/>
                    <a:pt x="342" y="35"/>
                    <a:pt x="342" y="32"/>
                  </a:cubicBezTo>
                  <a:cubicBezTo>
                    <a:pt x="342" y="29"/>
                    <a:pt x="346" y="25"/>
                    <a:pt x="355" y="25"/>
                  </a:cubicBezTo>
                  <a:cubicBezTo>
                    <a:pt x="365" y="24"/>
                    <a:pt x="365" y="21"/>
                    <a:pt x="356" y="17"/>
                  </a:cubicBezTo>
                  <a:cubicBezTo>
                    <a:pt x="347" y="13"/>
                    <a:pt x="336" y="19"/>
                    <a:pt x="340" y="22"/>
                  </a:cubicBezTo>
                  <a:close/>
                  <a:moveTo>
                    <a:pt x="309" y="25"/>
                  </a:moveTo>
                  <a:cubicBezTo>
                    <a:pt x="317" y="18"/>
                    <a:pt x="327" y="25"/>
                    <a:pt x="328" y="22"/>
                  </a:cubicBezTo>
                  <a:cubicBezTo>
                    <a:pt x="329" y="18"/>
                    <a:pt x="314" y="17"/>
                    <a:pt x="308" y="20"/>
                  </a:cubicBezTo>
                  <a:cubicBezTo>
                    <a:pt x="302" y="23"/>
                    <a:pt x="289" y="21"/>
                    <a:pt x="291" y="25"/>
                  </a:cubicBezTo>
                  <a:cubicBezTo>
                    <a:pt x="292" y="27"/>
                    <a:pt x="301" y="32"/>
                    <a:pt x="309" y="25"/>
                  </a:cubicBezTo>
                  <a:close/>
                  <a:moveTo>
                    <a:pt x="1036" y="176"/>
                  </a:moveTo>
                  <a:cubicBezTo>
                    <a:pt x="1034" y="178"/>
                    <a:pt x="1027" y="178"/>
                    <a:pt x="1029" y="181"/>
                  </a:cubicBezTo>
                  <a:cubicBezTo>
                    <a:pt x="1032" y="185"/>
                    <a:pt x="1049" y="183"/>
                    <a:pt x="1049" y="178"/>
                  </a:cubicBezTo>
                  <a:cubicBezTo>
                    <a:pt x="1050" y="172"/>
                    <a:pt x="1037" y="173"/>
                    <a:pt x="1036" y="176"/>
                  </a:cubicBezTo>
                  <a:close/>
                  <a:moveTo>
                    <a:pt x="1923" y="348"/>
                  </a:moveTo>
                  <a:cubicBezTo>
                    <a:pt x="1920" y="347"/>
                    <a:pt x="1909" y="340"/>
                    <a:pt x="1906" y="337"/>
                  </a:cubicBezTo>
                  <a:cubicBezTo>
                    <a:pt x="1904" y="333"/>
                    <a:pt x="1891" y="331"/>
                    <a:pt x="1891" y="333"/>
                  </a:cubicBezTo>
                  <a:cubicBezTo>
                    <a:pt x="1891" y="335"/>
                    <a:pt x="1887" y="332"/>
                    <a:pt x="1886" y="330"/>
                  </a:cubicBezTo>
                  <a:cubicBezTo>
                    <a:pt x="1885" y="328"/>
                    <a:pt x="1871" y="328"/>
                    <a:pt x="1871" y="330"/>
                  </a:cubicBezTo>
                  <a:cubicBezTo>
                    <a:pt x="1871" y="332"/>
                    <a:pt x="1874" y="333"/>
                    <a:pt x="1876" y="335"/>
                  </a:cubicBezTo>
                  <a:cubicBezTo>
                    <a:pt x="1878" y="338"/>
                    <a:pt x="1873" y="339"/>
                    <a:pt x="1874" y="342"/>
                  </a:cubicBezTo>
                  <a:cubicBezTo>
                    <a:pt x="1875" y="345"/>
                    <a:pt x="1869" y="341"/>
                    <a:pt x="1867" y="339"/>
                  </a:cubicBezTo>
                  <a:cubicBezTo>
                    <a:pt x="1865" y="338"/>
                    <a:pt x="1866" y="331"/>
                    <a:pt x="1867" y="328"/>
                  </a:cubicBezTo>
                  <a:cubicBezTo>
                    <a:pt x="1867" y="324"/>
                    <a:pt x="1863" y="325"/>
                    <a:pt x="1862" y="322"/>
                  </a:cubicBezTo>
                  <a:cubicBezTo>
                    <a:pt x="1862" y="318"/>
                    <a:pt x="1847" y="312"/>
                    <a:pt x="1841" y="309"/>
                  </a:cubicBezTo>
                  <a:cubicBezTo>
                    <a:pt x="1834" y="306"/>
                    <a:pt x="1826" y="304"/>
                    <a:pt x="1824" y="301"/>
                  </a:cubicBezTo>
                  <a:cubicBezTo>
                    <a:pt x="1822" y="297"/>
                    <a:pt x="1810" y="297"/>
                    <a:pt x="1806" y="292"/>
                  </a:cubicBezTo>
                  <a:cubicBezTo>
                    <a:pt x="1802" y="288"/>
                    <a:pt x="1783" y="280"/>
                    <a:pt x="1775" y="279"/>
                  </a:cubicBezTo>
                  <a:cubicBezTo>
                    <a:pt x="1766" y="279"/>
                    <a:pt x="1768" y="274"/>
                    <a:pt x="1764" y="275"/>
                  </a:cubicBezTo>
                  <a:cubicBezTo>
                    <a:pt x="1760" y="276"/>
                    <a:pt x="1743" y="275"/>
                    <a:pt x="1738" y="274"/>
                  </a:cubicBezTo>
                  <a:cubicBezTo>
                    <a:pt x="1732" y="273"/>
                    <a:pt x="1731" y="277"/>
                    <a:pt x="1727" y="276"/>
                  </a:cubicBezTo>
                  <a:cubicBezTo>
                    <a:pt x="1724" y="274"/>
                    <a:pt x="1704" y="267"/>
                    <a:pt x="1701" y="270"/>
                  </a:cubicBezTo>
                  <a:cubicBezTo>
                    <a:pt x="1699" y="272"/>
                    <a:pt x="1700" y="276"/>
                    <a:pt x="1698" y="277"/>
                  </a:cubicBezTo>
                  <a:cubicBezTo>
                    <a:pt x="1695" y="278"/>
                    <a:pt x="1698" y="281"/>
                    <a:pt x="1703" y="286"/>
                  </a:cubicBezTo>
                  <a:cubicBezTo>
                    <a:pt x="1709" y="291"/>
                    <a:pt x="1705" y="295"/>
                    <a:pt x="1700" y="297"/>
                  </a:cubicBezTo>
                  <a:cubicBezTo>
                    <a:pt x="1695" y="299"/>
                    <a:pt x="1687" y="295"/>
                    <a:pt x="1685" y="291"/>
                  </a:cubicBezTo>
                  <a:cubicBezTo>
                    <a:pt x="1682" y="287"/>
                    <a:pt x="1676" y="289"/>
                    <a:pt x="1674" y="284"/>
                  </a:cubicBezTo>
                  <a:cubicBezTo>
                    <a:pt x="1672" y="279"/>
                    <a:pt x="1676" y="278"/>
                    <a:pt x="1679" y="281"/>
                  </a:cubicBezTo>
                  <a:cubicBezTo>
                    <a:pt x="1683" y="284"/>
                    <a:pt x="1687" y="281"/>
                    <a:pt x="1688" y="278"/>
                  </a:cubicBezTo>
                  <a:cubicBezTo>
                    <a:pt x="1688" y="274"/>
                    <a:pt x="1679" y="272"/>
                    <a:pt x="1673" y="272"/>
                  </a:cubicBezTo>
                  <a:cubicBezTo>
                    <a:pt x="1668" y="272"/>
                    <a:pt x="1665" y="279"/>
                    <a:pt x="1660" y="282"/>
                  </a:cubicBezTo>
                  <a:cubicBezTo>
                    <a:pt x="1655" y="285"/>
                    <a:pt x="1634" y="281"/>
                    <a:pt x="1632" y="279"/>
                  </a:cubicBezTo>
                  <a:cubicBezTo>
                    <a:pt x="1630" y="277"/>
                    <a:pt x="1601" y="279"/>
                    <a:pt x="1598" y="281"/>
                  </a:cubicBezTo>
                  <a:cubicBezTo>
                    <a:pt x="1595" y="283"/>
                    <a:pt x="1597" y="291"/>
                    <a:pt x="1596" y="292"/>
                  </a:cubicBezTo>
                  <a:cubicBezTo>
                    <a:pt x="1594" y="292"/>
                    <a:pt x="1593" y="283"/>
                    <a:pt x="1593" y="281"/>
                  </a:cubicBezTo>
                  <a:cubicBezTo>
                    <a:pt x="1593" y="279"/>
                    <a:pt x="1589" y="278"/>
                    <a:pt x="1584" y="278"/>
                  </a:cubicBezTo>
                  <a:cubicBezTo>
                    <a:pt x="1579" y="278"/>
                    <a:pt x="1576" y="278"/>
                    <a:pt x="1578" y="275"/>
                  </a:cubicBezTo>
                  <a:cubicBezTo>
                    <a:pt x="1580" y="273"/>
                    <a:pt x="1576" y="271"/>
                    <a:pt x="1580" y="268"/>
                  </a:cubicBezTo>
                  <a:cubicBezTo>
                    <a:pt x="1584" y="265"/>
                    <a:pt x="1573" y="257"/>
                    <a:pt x="1562" y="252"/>
                  </a:cubicBezTo>
                  <a:cubicBezTo>
                    <a:pt x="1551" y="248"/>
                    <a:pt x="1526" y="250"/>
                    <a:pt x="1519" y="252"/>
                  </a:cubicBezTo>
                  <a:cubicBezTo>
                    <a:pt x="1512" y="254"/>
                    <a:pt x="1499" y="254"/>
                    <a:pt x="1493" y="254"/>
                  </a:cubicBezTo>
                  <a:cubicBezTo>
                    <a:pt x="1486" y="254"/>
                    <a:pt x="1491" y="251"/>
                    <a:pt x="1490" y="248"/>
                  </a:cubicBezTo>
                  <a:cubicBezTo>
                    <a:pt x="1488" y="245"/>
                    <a:pt x="1477" y="242"/>
                    <a:pt x="1475" y="244"/>
                  </a:cubicBezTo>
                  <a:cubicBezTo>
                    <a:pt x="1474" y="247"/>
                    <a:pt x="1471" y="244"/>
                    <a:pt x="1471" y="242"/>
                  </a:cubicBezTo>
                  <a:cubicBezTo>
                    <a:pt x="1471" y="241"/>
                    <a:pt x="1461" y="237"/>
                    <a:pt x="1457" y="238"/>
                  </a:cubicBezTo>
                  <a:cubicBezTo>
                    <a:pt x="1453" y="239"/>
                    <a:pt x="1451" y="234"/>
                    <a:pt x="1456" y="234"/>
                  </a:cubicBezTo>
                  <a:cubicBezTo>
                    <a:pt x="1460" y="234"/>
                    <a:pt x="1468" y="235"/>
                    <a:pt x="1465" y="230"/>
                  </a:cubicBezTo>
                  <a:cubicBezTo>
                    <a:pt x="1461" y="224"/>
                    <a:pt x="1431" y="223"/>
                    <a:pt x="1429" y="224"/>
                  </a:cubicBezTo>
                  <a:cubicBezTo>
                    <a:pt x="1426" y="225"/>
                    <a:pt x="1428" y="229"/>
                    <a:pt x="1422" y="235"/>
                  </a:cubicBezTo>
                  <a:cubicBezTo>
                    <a:pt x="1415" y="241"/>
                    <a:pt x="1409" y="237"/>
                    <a:pt x="1410" y="234"/>
                  </a:cubicBezTo>
                  <a:cubicBezTo>
                    <a:pt x="1411" y="231"/>
                    <a:pt x="1419" y="231"/>
                    <a:pt x="1419" y="228"/>
                  </a:cubicBezTo>
                  <a:cubicBezTo>
                    <a:pt x="1419" y="225"/>
                    <a:pt x="1408" y="227"/>
                    <a:pt x="1406" y="224"/>
                  </a:cubicBezTo>
                  <a:cubicBezTo>
                    <a:pt x="1404" y="222"/>
                    <a:pt x="1408" y="220"/>
                    <a:pt x="1412" y="221"/>
                  </a:cubicBezTo>
                  <a:cubicBezTo>
                    <a:pt x="1416" y="223"/>
                    <a:pt x="1423" y="223"/>
                    <a:pt x="1424" y="221"/>
                  </a:cubicBezTo>
                  <a:cubicBezTo>
                    <a:pt x="1424" y="220"/>
                    <a:pt x="1420" y="219"/>
                    <a:pt x="1413" y="218"/>
                  </a:cubicBezTo>
                  <a:cubicBezTo>
                    <a:pt x="1406" y="217"/>
                    <a:pt x="1390" y="213"/>
                    <a:pt x="1382" y="214"/>
                  </a:cubicBezTo>
                  <a:cubicBezTo>
                    <a:pt x="1373" y="215"/>
                    <a:pt x="1369" y="211"/>
                    <a:pt x="1365" y="210"/>
                  </a:cubicBezTo>
                  <a:cubicBezTo>
                    <a:pt x="1360" y="210"/>
                    <a:pt x="1360" y="213"/>
                    <a:pt x="1362" y="216"/>
                  </a:cubicBezTo>
                  <a:cubicBezTo>
                    <a:pt x="1364" y="218"/>
                    <a:pt x="1358" y="220"/>
                    <a:pt x="1352" y="219"/>
                  </a:cubicBezTo>
                  <a:cubicBezTo>
                    <a:pt x="1347" y="218"/>
                    <a:pt x="1339" y="222"/>
                    <a:pt x="1342" y="226"/>
                  </a:cubicBezTo>
                  <a:cubicBezTo>
                    <a:pt x="1345" y="230"/>
                    <a:pt x="1348" y="225"/>
                    <a:pt x="1351" y="226"/>
                  </a:cubicBezTo>
                  <a:cubicBezTo>
                    <a:pt x="1353" y="228"/>
                    <a:pt x="1344" y="230"/>
                    <a:pt x="1348" y="232"/>
                  </a:cubicBezTo>
                  <a:cubicBezTo>
                    <a:pt x="1352" y="234"/>
                    <a:pt x="1351" y="238"/>
                    <a:pt x="1351" y="240"/>
                  </a:cubicBezTo>
                  <a:cubicBezTo>
                    <a:pt x="1351" y="242"/>
                    <a:pt x="1345" y="243"/>
                    <a:pt x="1342" y="240"/>
                  </a:cubicBezTo>
                  <a:cubicBezTo>
                    <a:pt x="1340" y="237"/>
                    <a:pt x="1336" y="240"/>
                    <a:pt x="1331" y="239"/>
                  </a:cubicBezTo>
                  <a:cubicBezTo>
                    <a:pt x="1327" y="239"/>
                    <a:pt x="1323" y="241"/>
                    <a:pt x="1328" y="242"/>
                  </a:cubicBezTo>
                  <a:cubicBezTo>
                    <a:pt x="1333" y="242"/>
                    <a:pt x="1335" y="246"/>
                    <a:pt x="1328" y="246"/>
                  </a:cubicBezTo>
                  <a:cubicBezTo>
                    <a:pt x="1322" y="247"/>
                    <a:pt x="1323" y="240"/>
                    <a:pt x="1319" y="241"/>
                  </a:cubicBezTo>
                  <a:cubicBezTo>
                    <a:pt x="1315" y="242"/>
                    <a:pt x="1307" y="238"/>
                    <a:pt x="1302" y="238"/>
                  </a:cubicBezTo>
                  <a:cubicBezTo>
                    <a:pt x="1297" y="238"/>
                    <a:pt x="1295" y="242"/>
                    <a:pt x="1289" y="242"/>
                  </a:cubicBezTo>
                  <a:cubicBezTo>
                    <a:pt x="1283" y="243"/>
                    <a:pt x="1274" y="239"/>
                    <a:pt x="1272" y="236"/>
                  </a:cubicBezTo>
                  <a:cubicBezTo>
                    <a:pt x="1269" y="232"/>
                    <a:pt x="1269" y="231"/>
                    <a:pt x="1266" y="235"/>
                  </a:cubicBezTo>
                  <a:cubicBezTo>
                    <a:pt x="1263" y="239"/>
                    <a:pt x="1262" y="246"/>
                    <a:pt x="1259" y="247"/>
                  </a:cubicBezTo>
                  <a:cubicBezTo>
                    <a:pt x="1256" y="247"/>
                    <a:pt x="1255" y="254"/>
                    <a:pt x="1252" y="256"/>
                  </a:cubicBezTo>
                  <a:cubicBezTo>
                    <a:pt x="1249" y="257"/>
                    <a:pt x="1249" y="253"/>
                    <a:pt x="1245" y="253"/>
                  </a:cubicBezTo>
                  <a:cubicBezTo>
                    <a:pt x="1241" y="254"/>
                    <a:pt x="1229" y="242"/>
                    <a:pt x="1228" y="238"/>
                  </a:cubicBezTo>
                  <a:cubicBezTo>
                    <a:pt x="1228" y="235"/>
                    <a:pt x="1220" y="228"/>
                    <a:pt x="1218" y="227"/>
                  </a:cubicBezTo>
                  <a:cubicBezTo>
                    <a:pt x="1216" y="225"/>
                    <a:pt x="1220" y="225"/>
                    <a:pt x="1223" y="227"/>
                  </a:cubicBezTo>
                  <a:cubicBezTo>
                    <a:pt x="1225" y="229"/>
                    <a:pt x="1228" y="229"/>
                    <a:pt x="1231" y="228"/>
                  </a:cubicBezTo>
                  <a:cubicBezTo>
                    <a:pt x="1233" y="226"/>
                    <a:pt x="1233" y="220"/>
                    <a:pt x="1229" y="220"/>
                  </a:cubicBezTo>
                  <a:cubicBezTo>
                    <a:pt x="1224" y="220"/>
                    <a:pt x="1226" y="216"/>
                    <a:pt x="1228" y="216"/>
                  </a:cubicBezTo>
                  <a:cubicBezTo>
                    <a:pt x="1230" y="215"/>
                    <a:pt x="1223" y="208"/>
                    <a:pt x="1226" y="208"/>
                  </a:cubicBezTo>
                  <a:cubicBezTo>
                    <a:pt x="1228" y="207"/>
                    <a:pt x="1227" y="204"/>
                    <a:pt x="1224" y="204"/>
                  </a:cubicBezTo>
                  <a:cubicBezTo>
                    <a:pt x="1220" y="203"/>
                    <a:pt x="1216" y="200"/>
                    <a:pt x="1216" y="198"/>
                  </a:cubicBezTo>
                  <a:cubicBezTo>
                    <a:pt x="1216" y="197"/>
                    <a:pt x="1200" y="196"/>
                    <a:pt x="1201" y="199"/>
                  </a:cubicBezTo>
                  <a:cubicBezTo>
                    <a:pt x="1202" y="201"/>
                    <a:pt x="1196" y="200"/>
                    <a:pt x="1197" y="198"/>
                  </a:cubicBezTo>
                  <a:cubicBezTo>
                    <a:pt x="1198" y="196"/>
                    <a:pt x="1191" y="197"/>
                    <a:pt x="1184" y="195"/>
                  </a:cubicBezTo>
                  <a:cubicBezTo>
                    <a:pt x="1177" y="193"/>
                    <a:pt x="1176" y="188"/>
                    <a:pt x="1174" y="187"/>
                  </a:cubicBezTo>
                  <a:cubicBezTo>
                    <a:pt x="1171" y="187"/>
                    <a:pt x="1172" y="194"/>
                    <a:pt x="1169" y="193"/>
                  </a:cubicBezTo>
                  <a:cubicBezTo>
                    <a:pt x="1165" y="191"/>
                    <a:pt x="1161" y="194"/>
                    <a:pt x="1163" y="199"/>
                  </a:cubicBezTo>
                  <a:cubicBezTo>
                    <a:pt x="1165" y="203"/>
                    <a:pt x="1163" y="204"/>
                    <a:pt x="1163" y="207"/>
                  </a:cubicBezTo>
                  <a:cubicBezTo>
                    <a:pt x="1162" y="211"/>
                    <a:pt x="1160" y="209"/>
                    <a:pt x="1156" y="208"/>
                  </a:cubicBezTo>
                  <a:cubicBezTo>
                    <a:pt x="1152" y="206"/>
                    <a:pt x="1152" y="211"/>
                    <a:pt x="1142" y="209"/>
                  </a:cubicBezTo>
                  <a:cubicBezTo>
                    <a:pt x="1133" y="207"/>
                    <a:pt x="1129" y="209"/>
                    <a:pt x="1127" y="206"/>
                  </a:cubicBezTo>
                  <a:cubicBezTo>
                    <a:pt x="1126" y="203"/>
                    <a:pt x="1123" y="203"/>
                    <a:pt x="1122" y="205"/>
                  </a:cubicBezTo>
                  <a:cubicBezTo>
                    <a:pt x="1122" y="208"/>
                    <a:pt x="1108" y="207"/>
                    <a:pt x="1107" y="203"/>
                  </a:cubicBezTo>
                  <a:cubicBezTo>
                    <a:pt x="1105" y="199"/>
                    <a:pt x="1109" y="199"/>
                    <a:pt x="1111" y="198"/>
                  </a:cubicBezTo>
                  <a:cubicBezTo>
                    <a:pt x="1113" y="197"/>
                    <a:pt x="1109" y="195"/>
                    <a:pt x="1101" y="196"/>
                  </a:cubicBezTo>
                  <a:cubicBezTo>
                    <a:pt x="1093" y="196"/>
                    <a:pt x="1088" y="192"/>
                    <a:pt x="1080" y="193"/>
                  </a:cubicBezTo>
                  <a:cubicBezTo>
                    <a:pt x="1072" y="193"/>
                    <a:pt x="1054" y="195"/>
                    <a:pt x="1052" y="196"/>
                  </a:cubicBezTo>
                  <a:cubicBezTo>
                    <a:pt x="1049" y="197"/>
                    <a:pt x="1054" y="202"/>
                    <a:pt x="1050" y="202"/>
                  </a:cubicBezTo>
                  <a:cubicBezTo>
                    <a:pt x="1047" y="203"/>
                    <a:pt x="1049" y="195"/>
                    <a:pt x="1049" y="191"/>
                  </a:cubicBezTo>
                  <a:cubicBezTo>
                    <a:pt x="1048" y="188"/>
                    <a:pt x="1042" y="187"/>
                    <a:pt x="1043" y="190"/>
                  </a:cubicBezTo>
                  <a:cubicBezTo>
                    <a:pt x="1044" y="193"/>
                    <a:pt x="1034" y="194"/>
                    <a:pt x="1031" y="192"/>
                  </a:cubicBezTo>
                  <a:cubicBezTo>
                    <a:pt x="1029" y="189"/>
                    <a:pt x="1025" y="187"/>
                    <a:pt x="1018" y="185"/>
                  </a:cubicBezTo>
                  <a:cubicBezTo>
                    <a:pt x="1012" y="183"/>
                    <a:pt x="1004" y="190"/>
                    <a:pt x="1006" y="192"/>
                  </a:cubicBezTo>
                  <a:cubicBezTo>
                    <a:pt x="1007" y="194"/>
                    <a:pt x="1012" y="193"/>
                    <a:pt x="1012" y="194"/>
                  </a:cubicBezTo>
                  <a:cubicBezTo>
                    <a:pt x="1013" y="197"/>
                    <a:pt x="999" y="196"/>
                    <a:pt x="999" y="198"/>
                  </a:cubicBezTo>
                  <a:cubicBezTo>
                    <a:pt x="999" y="200"/>
                    <a:pt x="985" y="204"/>
                    <a:pt x="981" y="204"/>
                  </a:cubicBezTo>
                  <a:cubicBezTo>
                    <a:pt x="970" y="205"/>
                    <a:pt x="968" y="205"/>
                    <a:pt x="963" y="210"/>
                  </a:cubicBezTo>
                  <a:cubicBezTo>
                    <a:pt x="958" y="214"/>
                    <a:pt x="962" y="206"/>
                    <a:pt x="966" y="202"/>
                  </a:cubicBezTo>
                  <a:cubicBezTo>
                    <a:pt x="970" y="198"/>
                    <a:pt x="974" y="200"/>
                    <a:pt x="976" y="196"/>
                  </a:cubicBezTo>
                  <a:cubicBezTo>
                    <a:pt x="979" y="193"/>
                    <a:pt x="982" y="194"/>
                    <a:pt x="989" y="193"/>
                  </a:cubicBezTo>
                  <a:cubicBezTo>
                    <a:pt x="995" y="192"/>
                    <a:pt x="995" y="188"/>
                    <a:pt x="998" y="187"/>
                  </a:cubicBezTo>
                  <a:cubicBezTo>
                    <a:pt x="1001" y="185"/>
                    <a:pt x="1008" y="182"/>
                    <a:pt x="1009" y="179"/>
                  </a:cubicBezTo>
                  <a:cubicBezTo>
                    <a:pt x="1011" y="176"/>
                    <a:pt x="1026" y="171"/>
                    <a:pt x="1029" y="172"/>
                  </a:cubicBezTo>
                  <a:cubicBezTo>
                    <a:pt x="1032" y="172"/>
                    <a:pt x="1032" y="166"/>
                    <a:pt x="1034" y="166"/>
                  </a:cubicBezTo>
                  <a:cubicBezTo>
                    <a:pt x="1036" y="166"/>
                    <a:pt x="1044" y="162"/>
                    <a:pt x="1048" y="160"/>
                  </a:cubicBezTo>
                  <a:cubicBezTo>
                    <a:pt x="1051" y="159"/>
                    <a:pt x="1053" y="156"/>
                    <a:pt x="1053" y="153"/>
                  </a:cubicBezTo>
                  <a:cubicBezTo>
                    <a:pt x="1053" y="151"/>
                    <a:pt x="1048" y="152"/>
                    <a:pt x="1048" y="150"/>
                  </a:cubicBezTo>
                  <a:cubicBezTo>
                    <a:pt x="1047" y="148"/>
                    <a:pt x="1050" y="149"/>
                    <a:pt x="1053" y="148"/>
                  </a:cubicBezTo>
                  <a:cubicBezTo>
                    <a:pt x="1057" y="146"/>
                    <a:pt x="1053" y="142"/>
                    <a:pt x="1051" y="142"/>
                  </a:cubicBezTo>
                  <a:cubicBezTo>
                    <a:pt x="1048" y="143"/>
                    <a:pt x="1052" y="140"/>
                    <a:pt x="1050" y="137"/>
                  </a:cubicBezTo>
                  <a:cubicBezTo>
                    <a:pt x="1047" y="134"/>
                    <a:pt x="1042" y="139"/>
                    <a:pt x="1042" y="136"/>
                  </a:cubicBezTo>
                  <a:cubicBezTo>
                    <a:pt x="1042" y="132"/>
                    <a:pt x="1042" y="128"/>
                    <a:pt x="1040" y="126"/>
                  </a:cubicBezTo>
                  <a:cubicBezTo>
                    <a:pt x="1038" y="124"/>
                    <a:pt x="1034" y="130"/>
                    <a:pt x="1030" y="127"/>
                  </a:cubicBezTo>
                  <a:cubicBezTo>
                    <a:pt x="1026" y="124"/>
                    <a:pt x="1014" y="122"/>
                    <a:pt x="1014" y="123"/>
                  </a:cubicBezTo>
                  <a:cubicBezTo>
                    <a:pt x="1014" y="124"/>
                    <a:pt x="1008" y="121"/>
                    <a:pt x="1007" y="122"/>
                  </a:cubicBezTo>
                  <a:cubicBezTo>
                    <a:pt x="1006" y="124"/>
                    <a:pt x="996" y="123"/>
                    <a:pt x="993" y="123"/>
                  </a:cubicBezTo>
                  <a:cubicBezTo>
                    <a:pt x="990" y="122"/>
                    <a:pt x="986" y="124"/>
                    <a:pt x="986" y="127"/>
                  </a:cubicBezTo>
                  <a:cubicBezTo>
                    <a:pt x="985" y="130"/>
                    <a:pt x="974" y="129"/>
                    <a:pt x="971" y="128"/>
                  </a:cubicBezTo>
                  <a:cubicBezTo>
                    <a:pt x="969" y="128"/>
                    <a:pt x="980" y="119"/>
                    <a:pt x="980" y="118"/>
                  </a:cubicBezTo>
                  <a:cubicBezTo>
                    <a:pt x="980" y="116"/>
                    <a:pt x="962" y="118"/>
                    <a:pt x="961" y="116"/>
                  </a:cubicBezTo>
                  <a:cubicBezTo>
                    <a:pt x="960" y="115"/>
                    <a:pt x="952" y="114"/>
                    <a:pt x="948" y="114"/>
                  </a:cubicBezTo>
                  <a:cubicBezTo>
                    <a:pt x="944" y="114"/>
                    <a:pt x="948" y="113"/>
                    <a:pt x="951" y="113"/>
                  </a:cubicBezTo>
                  <a:cubicBezTo>
                    <a:pt x="955" y="113"/>
                    <a:pt x="958" y="110"/>
                    <a:pt x="962" y="109"/>
                  </a:cubicBezTo>
                  <a:cubicBezTo>
                    <a:pt x="965" y="108"/>
                    <a:pt x="965" y="107"/>
                    <a:pt x="963" y="105"/>
                  </a:cubicBezTo>
                  <a:cubicBezTo>
                    <a:pt x="961" y="102"/>
                    <a:pt x="957" y="103"/>
                    <a:pt x="953" y="102"/>
                  </a:cubicBezTo>
                  <a:cubicBezTo>
                    <a:pt x="950" y="101"/>
                    <a:pt x="945" y="99"/>
                    <a:pt x="942" y="99"/>
                  </a:cubicBezTo>
                  <a:cubicBezTo>
                    <a:pt x="938" y="99"/>
                    <a:pt x="935" y="101"/>
                    <a:pt x="927" y="102"/>
                  </a:cubicBezTo>
                  <a:cubicBezTo>
                    <a:pt x="919" y="104"/>
                    <a:pt x="918" y="110"/>
                    <a:pt x="914" y="112"/>
                  </a:cubicBezTo>
                  <a:cubicBezTo>
                    <a:pt x="910" y="114"/>
                    <a:pt x="903" y="121"/>
                    <a:pt x="907" y="122"/>
                  </a:cubicBezTo>
                  <a:cubicBezTo>
                    <a:pt x="910" y="122"/>
                    <a:pt x="908" y="124"/>
                    <a:pt x="909" y="126"/>
                  </a:cubicBezTo>
                  <a:cubicBezTo>
                    <a:pt x="909" y="129"/>
                    <a:pt x="906" y="129"/>
                    <a:pt x="902" y="128"/>
                  </a:cubicBezTo>
                  <a:cubicBezTo>
                    <a:pt x="899" y="128"/>
                    <a:pt x="885" y="128"/>
                    <a:pt x="885" y="131"/>
                  </a:cubicBezTo>
                  <a:cubicBezTo>
                    <a:pt x="885" y="134"/>
                    <a:pt x="893" y="135"/>
                    <a:pt x="893" y="136"/>
                  </a:cubicBezTo>
                  <a:cubicBezTo>
                    <a:pt x="892" y="138"/>
                    <a:pt x="887" y="136"/>
                    <a:pt x="884" y="135"/>
                  </a:cubicBezTo>
                  <a:cubicBezTo>
                    <a:pt x="881" y="133"/>
                    <a:pt x="875" y="134"/>
                    <a:pt x="874" y="137"/>
                  </a:cubicBezTo>
                  <a:cubicBezTo>
                    <a:pt x="873" y="140"/>
                    <a:pt x="868" y="139"/>
                    <a:pt x="867" y="138"/>
                  </a:cubicBezTo>
                  <a:cubicBezTo>
                    <a:pt x="865" y="138"/>
                    <a:pt x="862" y="140"/>
                    <a:pt x="860" y="139"/>
                  </a:cubicBezTo>
                  <a:cubicBezTo>
                    <a:pt x="857" y="138"/>
                    <a:pt x="865" y="134"/>
                    <a:pt x="863" y="133"/>
                  </a:cubicBezTo>
                  <a:cubicBezTo>
                    <a:pt x="861" y="131"/>
                    <a:pt x="853" y="132"/>
                    <a:pt x="852" y="135"/>
                  </a:cubicBezTo>
                  <a:cubicBezTo>
                    <a:pt x="851" y="138"/>
                    <a:pt x="846" y="133"/>
                    <a:pt x="845" y="134"/>
                  </a:cubicBezTo>
                  <a:cubicBezTo>
                    <a:pt x="843" y="135"/>
                    <a:pt x="841" y="136"/>
                    <a:pt x="837" y="138"/>
                  </a:cubicBezTo>
                  <a:cubicBezTo>
                    <a:pt x="834" y="139"/>
                    <a:pt x="828" y="136"/>
                    <a:pt x="826" y="139"/>
                  </a:cubicBezTo>
                  <a:cubicBezTo>
                    <a:pt x="825" y="142"/>
                    <a:pt x="833" y="142"/>
                    <a:pt x="833" y="144"/>
                  </a:cubicBezTo>
                  <a:cubicBezTo>
                    <a:pt x="833" y="145"/>
                    <a:pt x="815" y="145"/>
                    <a:pt x="815" y="146"/>
                  </a:cubicBezTo>
                  <a:cubicBezTo>
                    <a:pt x="814" y="148"/>
                    <a:pt x="808" y="148"/>
                    <a:pt x="800" y="148"/>
                  </a:cubicBezTo>
                  <a:cubicBezTo>
                    <a:pt x="793" y="149"/>
                    <a:pt x="796" y="152"/>
                    <a:pt x="790" y="153"/>
                  </a:cubicBezTo>
                  <a:cubicBezTo>
                    <a:pt x="784" y="155"/>
                    <a:pt x="781" y="155"/>
                    <a:pt x="779" y="158"/>
                  </a:cubicBezTo>
                  <a:cubicBezTo>
                    <a:pt x="777" y="161"/>
                    <a:pt x="773" y="161"/>
                    <a:pt x="771" y="159"/>
                  </a:cubicBezTo>
                  <a:cubicBezTo>
                    <a:pt x="769" y="157"/>
                    <a:pt x="763" y="160"/>
                    <a:pt x="766" y="160"/>
                  </a:cubicBezTo>
                  <a:cubicBezTo>
                    <a:pt x="769" y="161"/>
                    <a:pt x="766" y="164"/>
                    <a:pt x="764" y="163"/>
                  </a:cubicBezTo>
                  <a:cubicBezTo>
                    <a:pt x="763" y="162"/>
                    <a:pt x="757" y="166"/>
                    <a:pt x="760" y="166"/>
                  </a:cubicBezTo>
                  <a:cubicBezTo>
                    <a:pt x="763" y="166"/>
                    <a:pt x="765" y="168"/>
                    <a:pt x="763" y="170"/>
                  </a:cubicBezTo>
                  <a:cubicBezTo>
                    <a:pt x="762" y="172"/>
                    <a:pt x="755" y="168"/>
                    <a:pt x="754" y="169"/>
                  </a:cubicBezTo>
                  <a:cubicBezTo>
                    <a:pt x="752" y="171"/>
                    <a:pt x="757" y="173"/>
                    <a:pt x="760" y="173"/>
                  </a:cubicBezTo>
                  <a:cubicBezTo>
                    <a:pt x="763" y="173"/>
                    <a:pt x="764" y="175"/>
                    <a:pt x="765" y="177"/>
                  </a:cubicBezTo>
                  <a:cubicBezTo>
                    <a:pt x="765" y="179"/>
                    <a:pt x="758" y="175"/>
                    <a:pt x="756" y="177"/>
                  </a:cubicBezTo>
                  <a:cubicBezTo>
                    <a:pt x="755" y="179"/>
                    <a:pt x="757" y="180"/>
                    <a:pt x="761" y="180"/>
                  </a:cubicBezTo>
                  <a:cubicBezTo>
                    <a:pt x="764" y="181"/>
                    <a:pt x="761" y="182"/>
                    <a:pt x="764" y="184"/>
                  </a:cubicBezTo>
                  <a:cubicBezTo>
                    <a:pt x="764" y="184"/>
                    <a:pt x="765" y="185"/>
                    <a:pt x="765" y="185"/>
                  </a:cubicBezTo>
                  <a:cubicBezTo>
                    <a:pt x="766" y="187"/>
                    <a:pt x="763" y="188"/>
                    <a:pt x="764" y="190"/>
                  </a:cubicBezTo>
                  <a:cubicBezTo>
                    <a:pt x="764" y="192"/>
                    <a:pt x="760" y="193"/>
                    <a:pt x="760" y="191"/>
                  </a:cubicBezTo>
                  <a:cubicBezTo>
                    <a:pt x="760" y="189"/>
                    <a:pt x="752" y="188"/>
                    <a:pt x="750" y="190"/>
                  </a:cubicBezTo>
                  <a:cubicBezTo>
                    <a:pt x="748" y="192"/>
                    <a:pt x="747" y="194"/>
                    <a:pt x="744" y="192"/>
                  </a:cubicBezTo>
                  <a:cubicBezTo>
                    <a:pt x="742" y="190"/>
                    <a:pt x="736" y="192"/>
                    <a:pt x="728" y="193"/>
                  </a:cubicBezTo>
                  <a:cubicBezTo>
                    <a:pt x="720" y="193"/>
                    <a:pt x="703" y="194"/>
                    <a:pt x="699" y="195"/>
                  </a:cubicBezTo>
                  <a:cubicBezTo>
                    <a:pt x="694" y="197"/>
                    <a:pt x="691" y="203"/>
                    <a:pt x="695" y="206"/>
                  </a:cubicBezTo>
                  <a:cubicBezTo>
                    <a:pt x="699" y="210"/>
                    <a:pt x="695" y="212"/>
                    <a:pt x="695" y="214"/>
                  </a:cubicBezTo>
                  <a:cubicBezTo>
                    <a:pt x="695" y="217"/>
                    <a:pt x="705" y="222"/>
                    <a:pt x="710" y="223"/>
                  </a:cubicBezTo>
                  <a:cubicBezTo>
                    <a:pt x="716" y="223"/>
                    <a:pt x="720" y="230"/>
                    <a:pt x="717" y="234"/>
                  </a:cubicBezTo>
                  <a:cubicBezTo>
                    <a:pt x="714" y="238"/>
                    <a:pt x="704" y="232"/>
                    <a:pt x="698" y="227"/>
                  </a:cubicBezTo>
                  <a:cubicBezTo>
                    <a:pt x="691" y="222"/>
                    <a:pt x="677" y="220"/>
                    <a:pt x="672" y="221"/>
                  </a:cubicBezTo>
                  <a:cubicBezTo>
                    <a:pt x="667" y="221"/>
                    <a:pt x="670" y="216"/>
                    <a:pt x="664" y="217"/>
                  </a:cubicBezTo>
                  <a:cubicBezTo>
                    <a:pt x="657" y="217"/>
                    <a:pt x="652" y="222"/>
                    <a:pt x="656" y="222"/>
                  </a:cubicBezTo>
                  <a:cubicBezTo>
                    <a:pt x="661" y="222"/>
                    <a:pt x="663" y="222"/>
                    <a:pt x="661" y="224"/>
                  </a:cubicBezTo>
                  <a:cubicBezTo>
                    <a:pt x="659" y="226"/>
                    <a:pt x="662" y="225"/>
                    <a:pt x="667" y="228"/>
                  </a:cubicBezTo>
                  <a:cubicBezTo>
                    <a:pt x="672" y="230"/>
                    <a:pt x="663" y="233"/>
                    <a:pt x="658" y="229"/>
                  </a:cubicBezTo>
                  <a:cubicBezTo>
                    <a:pt x="653" y="226"/>
                    <a:pt x="647" y="229"/>
                    <a:pt x="646" y="232"/>
                  </a:cubicBezTo>
                  <a:cubicBezTo>
                    <a:pt x="644" y="234"/>
                    <a:pt x="652" y="242"/>
                    <a:pt x="661" y="243"/>
                  </a:cubicBezTo>
                  <a:cubicBezTo>
                    <a:pt x="670" y="245"/>
                    <a:pt x="667" y="248"/>
                    <a:pt x="671" y="249"/>
                  </a:cubicBezTo>
                  <a:cubicBezTo>
                    <a:pt x="675" y="251"/>
                    <a:pt x="672" y="252"/>
                    <a:pt x="669" y="252"/>
                  </a:cubicBezTo>
                  <a:cubicBezTo>
                    <a:pt x="666" y="253"/>
                    <a:pt x="661" y="248"/>
                    <a:pt x="656" y="246"/>
                  </a:cubicBezTo>
                  <a:cubicBezTo>
                    <a:pt x="652" y="243"/>
                    <a:pt x="640" y="247"/>
                    <a:pt x="637" y="244"/>
                  </a:cubicBezTo>
                  <a:cubicBezTo>
                    <a:pt x="635" y="241"/>
                    <a:pt x="639" y="239"/>
                    <a:pt x="636" y="237"/>
                  </a:cubicBezTo>
                  <a:cubicBezTo>
                    <a:pt x="634" y="235"/>
                    <a:pt x="636" y="230"/>
                    <a:pt x="639" y="226"/>
                  </a:cubicBezTo>
                  <a:cubicBezTo>
                    <a:pt x="642" y="221"/>
                    <a:pt x="639" y="213"/>
                    <a:pt x="634" y="212"/>
                  </a:cubicBezTo>
                  <a:cubicBezTo>
                    <a:pt x="630" y="210"/>
                    <a:pt x="630" y="215"/>
                    <a:pt x="631" y="216"/>
                  </a:cubicBezTo>
                  <a:cubicBezTo>
                    <a:pt x="632" y="217"/>
                    <a:pt x="632" y="224"/>
                    <a:pt x="628" y="228"/>
                  </a:cubicBezTo>
                  <a:cubicBezTo>
                    <a:pt x="625" y="232"/>
                    <a:pt x="615" y="232"/>
                    <a:pt x="615" y="235"/>
                  </a:cubicBezTo>
                  <a:cubicBezTo>
                    <a:pt x="615" y="238"/>
                    <a:pt x="608" y="240"/>
                    <a:pt x="610" y="242"/>
                  </a:cubicBezTo>
                  <a:cubicBezTo>
                    <a:pt x="613" y="244"/>
                    <a:pt x="622" y="254"/>
                    <a:pt x="623" y="257"/>
                  </a:cubicBezTo>
                  <a:cubicBezTo>
                    <a:pt x="625" y="261"/>
                    <a:pt x="615" y="271"/>
                    <a:pt x="617" y="276"/>
                  </a:cubicBezTo>
                  <a:cubicBezTo>
                    <a:pt x="618" y="282"/>
                    <a:pt x="615" y="285"/>
                    <a:pt x="617" y="288"/>
                  </a:cubicBezTo>
                  <a:cubicBezTo>
                    <a:pt x="619" y="291"/>
                    <a:pt x="623" y="288"/>
                    <a:pt x="626" y="289"/>
                  </a:cubicBezTo>
                  <a:cubicBezTo>
                    <a:pt x="628" y="290"/>
                    <a:pt x="633" y="288"/>
                    <a:pt x="639" y="286"/>
                  </a:cubicBezTo>
                  <a:cubicBezTo>
                    <a:pt x="645" y="285"/>
                    <a:pt x="656" y="292"/>
                    <a:pt x="661" y="294"/>
                  </a:cubicBezTo>
                  <a:cubicBezTo>
                    <a:pt x="665" y="296"/>
                    <a:pt x="663" y="299"/>
                    <a:pt x="665" y="302"/>
                  </a:cubicBezTo>
                  <a:cubicBezTo>
                    <a:pt x="667" y="306"/>
                    <a:pt x="660" y="306"/>
                    <a:pt x="660" y="311"/>
                  </a:cubicBezTo>
                  <a:cubicBezTo>
                    <a:pt x="659" y="316"/>
                    <a:pt x="672" y="318"/>
                    <a:pt x="673" y="319"/>
                  </a:cubicBezTo>
                  <a:cubicBezTo>
                    <a:pt x="673" y="321"/>
                    <a:pt x="664" y="320"/>
                    <a:pt x="660" y="318"/>
                  </a:cubicBezTo>
                  <a:cubicBezTo>
                    <a:pt x="656" y="317"/>
                    <a:pt x="656" y="312"/>
                    <a:pt x="655" y="311"/>
                  </a:cubicBezTo>
                  <a:cubicBezTo>
                    <a:pt x="654" y="310"/>
                    <a:pt x="657" y="306"/>
                    <a:pt x="658" y="303"/>
                  </a:cubicBezTo>
                  <a:cubicBezTo>
                    <a:pt x="658" y="300"/>
                    <a:pt x="653" y="298"/>
                    <a:pt x="652" y="296"/>
                  </a:cubicBezTo>
                  <a:cubicBezTo>
                    <a:pt x="650" y="294"/>
                    <a:pt x="648" y="291"/>
                    <a:pt x="645" y="291"/>
                  </a:cubicBezTo>
                  <a:cubicBezTo>
                    <a:pt x="642" y="292"/>
                    <a:pt x="631" y="293"/>
                    <a:pt x="627" y="296"/>
                  </a:cubicBezTo>
                  <a:cubicBezTo>
                    <a:pt x="624" y="299"/>
                    <a:pt x="628" y="307"/>
                    <a:pt x="630" y="312"/>
                  </a:cubicBezTo>
                  <a:cubicBezTo>
                    <a:pt x="632" y="316"/>
                    <a:pt x="620" y="322"/>
                    <a:pt x="620" y="325"/>
                  </a:cubicBezTo>
                  <a:cubicBezTo>
                    <a:pt x="621" y="328"/>
                    <a:pt x="617" y="330"/>
                    <a:pt x="612" y="332"/>
                  </a:cubicBezTo>
                  <a:cubicBezTo>
                    <a:pt x="607" y="335"/>
                    <a:pt x="601" y="337"/>
                    <a:pt x="602" y="341"/>
                  </a:cubicBezTo>
                  <a:cubicBezTo>
                    <a:pt x="602" y="346"/>
                    <a:pt x="595" y="343"/>
                    <a:pt x="591" y="341"/>
                  </a:cubicBezTo>
                  <a:cubicBezTo>
                    <a:pt x="588" y="339"/>
                    <a:pt x="583" y="343"/>
                    <a:pt x="578" y="342"/>
                  </a:cubicBezTo>
                  <a:cubicBezTo>
                    <a:pt x="573" y="342"/>
                    <a:pt x="573" y="338"/>
                    <a:pt x="569" y="340"/>
                  </a:cubicBezTo>
                  <a:cubicBezTo>
                    <a:pt x="565" y="341"/>
                    <a:pt x="563" y="338"/>
                    <a:pt x="564" y="335"/>
                  </a:cubicBezTo>
                  <a:cubicBezTo>
                    <a:pt x="565" y="332"/>
                    <a:pt x="570" y="334"/>
                    <a:pt x="570" y="336"/>
                  </a:cubicBezTo>
                  <a:cubicBezTo>
                    <a:pt x="570" y="338"/>
                    <a:pt x="573" y="337"/>
                    <a:pt x="576" y="336"/>
                  </a:cubicBezTo>
                  <a:cubicBezTo>
                    <a:pt x="580" y="334"/>
                    <a:pt x="578" y="338"/>
                    <a:pt x="583" y="338"/>
                  </a:cubicBezTo>
                  <a:cubicBezTo>
                    <a:pt x="588" y="339"/>
                    <a:pt x="585" y="336"/>
                    <a:pt x="589" y="336"/>
                  </a:cubicBezTo>
                  <a:cubicBezTo>
                    <a:pt x="592" y="336"/>
                    <a:pt x="593" y="335"/>
                    <a:pt x="591" y="333"/>
                  </a:cubicBezTo>
                  <a:cubicBezTo>
                    <a:pt x="590" y="332"/>
                    <a:pt x="594" y="330"/>
                    <a:pt x="596" y="329"/>
                  </a:cubicBezTo>
                  <a:cubicBezTo>
                    <a:pt x="599" y="328"/>
                    <a:pt x="598" y="324"/>
                    <a:pt x="600" y="323"/>
                  </a:cubicBezTo>
                  <a:cubicBezTo>
                    <a:pt x="602" y="322"/>
                    <a:pt x="601" y="320"/>
                    <a:pt x="603" y="320"/>
                  </a:cubicBezTo>
                  <a:cubicBezTo>
                    <a:pt x="605" y="319"/>
                    <a:pt x="606" y="316"/>
                    <a:pt x="608" y="316"/>
                  </a:cubicBezTo>
                  <a:cubicBezTo>
                    <a:pt x="611" y="316"/>
                    <a:pt x="612" y="312"/>
                    <a:pt x="610" y="311"/>
                  </a:cubicBezTo>
                  <a:cubicBezTo>
                    <a:pt x="609" y="309"/>
                    <a:pt x="611" y="304"/>
                    <a:pt x="613" y="303"/>
                  </a:cubicBezTo>
                  <a:cubicBezTo>
                    <a:pt x="616" y="302"/>
                    <a:pt x="616" y="300"/>
                    <a:pt x="614" y="299"/>
                  </a:cubicBezTo>
                  <a:cubicBezTo>
                    <a:pt x="612" y="297"/>
                    <a:pt x="604" y="292"/>
                    <a:pt x="605" y="289"/>
                  </a:cubicBezTo>
                  <a:cubicBezTo>
                    <a:pt x="605" y="286"/>
                    <a:pt x="604" y="280"/>
                    <a:pt x="605" y="278"/>
                  </a:cubicBezTo>
                  <a:cubicBezTo>
                    <a:pt x="606" y="275"/>
                    <a:pt x="605" y="270"/>
                    <a:pt x="604" y="267"/>
                  </a:cubicBezTo>
                  <a:cubicBezTo>
                    <a:pt x="604" y="264"/>
                    <a:pt x="606" y="261"/>
                    <a:pt x="607" y="255"/>
                  </a:cubicBezTo>
                  <a:cubicBezTo>
                    <a:pt x="608" y="250"/>
                    <a:pt x="601" y="244"/>
                    <a:pt x="598" y="242"/>
                  </a:cubicBezTo>
                  <a:cubicBezTo>
                    <a:pt x="595" y="241"/>
                    <a:pt x="597" y="238"/>
                    <a:pt x="602" y="234"/>
                  </a:cubicBezTo>
                  <a:cubicBezTo>
                    <a:pt x="607" y="230"/>
                    <a:pt x="607" y="217"/>
                    <a:pt x="607" y="215"/>
                  </a:cubicBezTo>
                  <a:cubicBezTo>
                    <a:pt x="606" y="212"/>
                    <a:pt x="596" y="210"/>
                    <a:pt x="593" y="210"/>
                  </a:cubicBezTo>
                  <a:cubicBezTo>
                    <a:pt x="589" y="210"/>
                    <a:pt x="575" y="210"/>
                    <a:pt x="571" y="209"/>
                  </a:cubicBezTo>
                  <a:cubicBezTo>
                    <a:pt x="568" y="208"/>
                    <a:pt x="566" y="212"/>
                    <a:pt x="565" y="215"/>
                  </a:cubicBezTo>
                  <a:cubicBezTo>
                    <a:pt x="563" y="219"/>
                    <a:pt x="559" y="224"/>
                    <a:pt x="557" y="231"/>
                  </a:cubicBezTo>
                  <a:cubicBezTo>
                    <a:pt x="555" y="239"/>
                    <a:pt x="546" y="241"/>
                    <a:pt x="542" y="243"/>
                  </a:cubicBezTo>
                  <a:cubicBezTo>
                    <a:pt x="538" y="245"/>
                    <a:pt x="536" y="250"/>
                    <a:pt x="538" y="253"/>
                  </a:cubicBezTo>
                  <a:cubicBezTo>
                    <a:pt x="539" y="255"/>
                    <a:pt x="542" y="253"/>
                    <a:pt x="544" y="254"/>
                  </a:cubicBezTo>
                  <a:cubicBezTo>
                    <a:pt x="546" y="255"/>
                    <a:pt x="544" y="262"/>
                    <a:pt x="543" y="263"/>
                  </a:cubicBezTo>
                  <a:cubicBezTo>
                    <a:pt x="541" y="264"/>
                    <a:pt x="545" y="267"/>
                    <a:pt x="542" y="269"/>
                  </a:cubicBezTo>
                  <a:cubicBezTo>
                    <a:pt x="539" y="270"/>
                    <a:pt x="536" y="274"/>
                    <a:pt x="538" y="276"/>
                  </a:cubicBezTo>
                  <a:cubicBezTo>
                    <a:pt x="540" y="278"/>
                    <a:pt x="548" y="279"/>
                    <a:pt x="551" y="281"/>
                  </a:cubicBezTo>
                  <a:cubicBezTo>
                    <a:pt x="555" y="283"/>
                    <a:pt x="554" y="287"/>
                    <a:pt x="556" y="290"/>
                  </a:cubicBezTo>
                  <a:cubicBezTo>
                    <a:pt x="559" y="294"/>
                    <a:pt x="562" y="292"/>
                    <a:pt x="563" y="294"/>
                  </a:cubicBezTo>
                  <a:cubicBezTo>
                    <a:pt x="564" y="296"/>
                    <a:pt x="558" y="305"/>
                    <a:pt x="556" y="305"/>
                  </a:cubicBezTo>
                  <a:cubicBezTo>
                    <a:pt x="554" y="305"/>
                    <a:pt x="545" y="296"/>
                    <a:pt x="542" y="294"/>
                  </a:cubicBezTo>
                  <a:cubicBezTo>
                    <a:pt x="540" y="292"/>
                    <a:pt x="529" y="289"/>
                    <a:pt x="524" y="286"/>
                  </a:cubicBezTo>
                  <a:cubicBezTo>
                    <a:pt x="519" y="284"/>
                    <a:pt x="515" y="284"/>
                    <a:pt x="509" y="280"/>
                  </a:cubicBezTo>
                  <a:cubicBezTo>
                    <a:pt x="504" y="276"/>
                    <a:pt x="499" y="275"/>
                    <a:pt x="488" y="275"/>
                  </a:cubicBezTo>
                  <a:cubicBezTo>
                    <a:pt x="478" y="275"/>
                    <a:pt x="471" y="272"/>
                    <a:pt x="468" y="273"/>
                  </a:cubicBezTo>
                  <a:cubicBezTo>
                    <a:pt x="464" y="273"/>
                    <a:pt x="466" y="269"/>
                    <a:pt x="460" y="267"/>
                  </a:cubicBezTo>
                  <a:cubicBezTo>
                    <a:pt x="453" y="264"/>
                    <a:pt x="449" y="260"/>
                    <a:pt x="446" y="262"/>
                  </a:cubicBezTo>
                  <a:cubicBezTo>
                    <a:pt x="442" y="264"/>
                    <a:pt x="444" y="271"/>
                    <a:pt x="449" y="272"/>
                  </a:cubicBezTo>
                  <a:cubicBezTo>
                    <a:pt x="454" y="272"/>
                    <a:pt x="452" y="275"/>
                    <a:pt x="457" y="275"/>
                  </a:cubicBezTo>
                  <a:cubicBezTo>
                    <a:pt x="463" y="275"/>
                    <a:pt x="465" y="277"/>
                    <a:pt x="465" y="280"/>
                  </a:cubicBezTo>
                  <a:cubicBezTo>
                    <a:pt x="464" y="284"/>
                    <a:pt x="467" y="287"/>
                    <a:pt x="470" y="289"/>
                  </a:cubicBezTo>
                  <a:cubicBezTo>
                    <a:pt x="472" y="292"/>
                    <a:pt x="471" y="296"/>
                    <a:pt x="466" y="296"/>
                  </a:cubicBezTo>
                  <a:cubicBezTo>
                    <a:pt x="462" y="296"/>
                    <a:pt x="457" y="296"/>
                    <a:pt x="459" y="299"/>
                  </a:cubicBezTo>
                  <a:cubicBezTo>
                    <a:pt x="461" y="303"/>
                    <a:pt x="457" y="303"/>
                    <a:pt x="453" y="302"/>
                  </a:cubicBezTo>
                  <a:cubicBezTo>
                    <a:pt x="448" y="300"/>
                    <a:pt x="451" y="297"/>
                    <a:pt x="453" y="295"/>
                  </a:cubicBezTo>
                  <a:cubicBezTo>
                    <a:pt x="455" y="293"/>
                    <a:pt x="449" y="291"/>
                    <a:pt x="446" y="290"/>
                  </a:cubicBezTo>
                  <a:cubicBezTo>
                    <a:pt x="443" y="289"/>
                    <a:pt x="432" y="297"/>
                    <a:pt x="429" y="299"/>
                  </a:cubicBezTo>
                  <a:cubicBezTo>
                    <a:pt x="425" y="300"/>
                    <a:pt x="418" y="297"/>
                    <a:pt x="410" y="299"/>
                  </a:cubicBezTo>
                  <a:cubicBezTo>
                    <a:pt x="402" y="301"/>
                    <a:pt x="402" y="307"/>
                    <a:pt x="399" y="306"/>
                  </a:cubicBezTo>
                  <a:cubicBezTo>
                    <a:pt x="396" y="306"/>
                    <a:pt x="387" y="307"/>
                    <a:pt x="384" y="305"/>
                  </a:cubicBezTo>
                  <a:cubicBezTo>
                    <a:pt x="381" y="303"/>
                    <a:pt x="383" y="302"/>
                    <a:pt x="387" y="302"/>
                  </a:cubicBezTo>
                  <a:cubicBezTo>
                    <a:pt x="390" y="302"/>
                    <a:pt x="391" y="301"/>
                    <a:pt x="389" y="299"/>
                  </a:cubicBezTo>
                  <a:cubicBezTo>
                    <a:pt x="387" y="296"/>
                    <a:pt x="392" y="293"/>
                    <a:pt x="392" y="291"/>
                  </a:cubicBezTo>
                  <a:cubicBezTo>
                    <a:pt x="392" y="289"/>
                    <a:pt x="379" y="294"/>
                    <a:pt x="377" y="296"/>
                  </a:cubicBezTo>
                  <a:cubicBezTo>
                    <a:pt x="374" y="297"/>
                    <a:pt x="377" y="301"/>
                    <a:pt x="374" y="302"/>
                  </a:cubicBezTo>
                  <a:cubicBezTo>
                    <a:pt x="372" y="303"/>
                    <a:pt x="372" y="300"/>
                    <a:pt x="369" y="299"/>
                  </a:cubicBezTo>
                  <a:cubicBezTo>
                    <a:pt x="367" y="298"/>
                    <a:pt x="347" y="302"/>
                    <a:pt x="344" y="307"/>
                  </a:cubicBezTo>
                  <a:cubicBezTo>
                    <a:pt x="340" y="311"/>
                    <a:pt x="333" y="311"/>
                    <a:pt x="333" y="313"/>
                  </a:cubicBezTo>
                  <a:cubicBezTo>
                    <a:pt x="333" y="316"/>
                    <a:pt x="324" y="315"/>
                    <a:pt x="320" y="317"/>
                  </a:cubicBezTo>
                  <a:cubicBezTo>
                    <a:pt x="317" y="319"/>
                    <a:pt x="319" y="326"/>
                    <a:pt x="318" y="329"/>
                  </a:cubicBezTo>
                  <a:cubicBezTo>
                    <a:pt x="317" y="332"/>
                    <a:pt x="303" y="331"/>
                    <a:pt x="299" y="331"/>
                  </a:cubicBezTo>
                  <a:cubicBezTo>
                    <a:pt x="295" y="332"/>
                    <a:pt x="293" y="323"/>
                    <a:pt x="290" y="323"/>
                  </a:cubicBezTo>
                  <a:cubicBezTo>
                    <a:pt x="286" y="322"/>
                    <a:pt x="288" y="318"/>
                    <a:pt x="289" y="316"/>
                  </a:cubicBezTo>
                  <a:cubicBezTo>
                    <a:pt x="290" y="314"/>
                    <a:pt x="293" y="315"/>
                    <a:pt x="297" y="313"/>
                  </a:cubicBezTo>
                  <a:cubicBezTo>
                    <a:pt x="301" y="310"/>
                    <a:pt x="306" y="314"/>
                    <a:pt x="307" y="312"/>
                  </a:cubicBezTo>
                  <a:cubicBezTo>
                    <a:pt x="309" y="310"/>
                    <a:pt x="301" y="306"/>
                    <a:pt x="300" y="301"/>
                  </a:cubicBezTo>
                  <a:cubicBezTo>
                    <a:pt x="300" y="297"/>
                    <a:pt x="291" y="296"/>
                    <a:pt x="286" y="297"/>
                  </a:cubicBezTo>
                  <a:cubicBezTo>
                    <a:pt x="281" y="299"/>
                    <a:pt x="276" y="298"/>
                    <a:pt x="272" y="296"/>
                  </a:cubicBezTo>
                  <a:cubicBezTo>
                    <a:pt x="269" y="294"/>
                    <a:pt x="269" y="299"/>
                    <a:pt x="274" y="300"/>
                  </a:cubicBezTo>
                  <a:cubicBezTo>
                    <a:pt x="279" y="302"/>
                    <a:pt x="277" y="306"/>
                    <a:pt x="277" y="308"/>
                  </a:cubicBezTo>
                  <a:cubicBezTo>
                    <a:pt x="278" y="311"/>
                    <a:pt x="276" y="316"/>
                    <a:pt x="273" y="321"/>
                  </a:cubicBezTo>
                  <a:cubicBezTo>
                    <a:pt x="270" y="325"/>
                    <a:pt x="272" y="325"/>
                    <a:pt x="277" y="325"/>
                  </a:cubicBezTo>
                  <a:cubicBezTo>
                    <a:pt x="281" y="324"/>
                    <a:pt x="281" y="330"/>
                    <a:pt x="281" y="335"/>
                  </a:cubicBezTo>
                  <a:cubicBezTo>
                    <a:pt x="281" y="339"/>
                    <a:pt x="277" y="340"/>
                    <a:pt x="277" y="343"/>
                  </a:cubicBezTo>
                  <a:cubicBezTo>
                    <a:pt x="277" y="346"/>
                    <a:pt x="274" y="342"/>
                    <a:pt x="273" y="343"/>
                  </a:cubicBezTo>
                  <a:cubicBezTo>
                    <a:pt x="271" y="344"/>
                    <a:pt x="270" y="342"/>
                    <a:pt x="269" y="340"/>
                  </a:cubicBezTo>
                  <a:cubicBezTo>
                    <a:pt x="269" y="337"/>
                    <a:pt x="262" y="339"/>
                    <a:pt x="258" y="338"/>
                  </a:cubicBezTo>
                  <a:cubicBezTo>
                    <a:pt x="254" y="337"/>
                    <a:pt x="253" y="338"/>
                    <a:pt x="251" y="341"/>
                  </a:cubicBezTo>
                  <a:cubicBezTo>
                    <a:pt x="249" y="344"/>
                    <a:pt x="244" y="345"/>
                    <a:pt x="241" y="345"/>
                  </a:cubicBezTo>
                  <a:cubicBezTo>
                    <a:pt x="238" y="346"/>
                    <a:pt x="233" y="351"/>
                    <a:pt x="230" y="353"/>
                  </a:cubicBezTo>
                  <a:cubicBezTo>
                    <a:pt x="227" y="355"/>
                    <a:pt x="226" y="359"/>
                    <a:pt x="231" y="363"/>
                  </a:cubicBezTo>
                  <a:cubicBezTo>
                    <a:pt x="235" y="367"/>
                    <a:pt x="236" y="370"/>
                    <a:pt x="235" y="372"/>
                  </a:cubicBezTo>
                  <a:cubicBezTo>
                    <a:pt x="235" y="374"/>
                    <a:pt x="224" y="373"/>
                    <a:pt x="222" y="371"/>
                  </a:cubicBezTo>
                  <a:cubicBezTo>
                    <a:pt x="220" y="369"/>
                    <a:pt x="213" y="368"/>
                    <a:pt x="210" y="368"/>
                  </a:cubicBezTo>
                  <a:cubicBezTo>
                    <a:pt x="208" y="369"/>
                    <a:pt x="201" y="361"/>
                    <a:pt x="197" y="361"/>
                  </a:cubicBezTo>
                  <a:cubicBezTo>
                    <a:pt x="194" y="361"/>
                    <a:pt x="192" y="365"/>
                    <a:pt x="190" y="367"/>
                  </a:cubicBezTo>
                  <a:cubicBezTo>
                    <a:pt x="189" y="369"/>
                    <a:pt x="192" y="370"/>
                    <a:pt x="194" y="374"/>
                  </a:cubicBezTo>
                  <a:cubicBezTo>
                    <a:pt x="195" y="377"/>
                    <a:pt x="202" y="377"/>
                    <a:pt x="205" y="377"/>
                  </a:cubicBezTo>
                  <a:cubicBezTo>
                    <a:pt x="208" y="377"/>
                    <a:pt x="207" y="382"/>
                    <a:pt x="206" y="384"/>
                  </a:cubicBezTo>
                  <a:cubicBezTo>
                    <a:pt x="205" y="386"/>
                    <a:pt x="199" y="388"/>
                    <a:pt x="197" y="386"/>
                  </a:cubicBezTo>
                  <a:cubicBezTo>
                    <a:pt x="196" y="383"/>
                    <a:pt x="189" y="386"/>
                    <a:pt x="188" y="383"/>
                  </a:cubicBezTo>
                  <a:cubicBezTo>
                    <a:pt x="188" y="380"/>
                    <a:pt x="183" y="376"/>
                    <a:pt x="178" y="377"/>
                  </a:cubicBezTo>
                  <a:cubicBezTo>
                    <a:pt x="173" y="378"/>
                    <a:pt x="172" y="375"/>
                    <a:pt x="172" y="371"/>
                  </a:cubicBezTo>
                  <a:cubicBezTo>
                    <a:pt x="173" y="367"/>
                    <a:pt x="169" y="364"/>
                    <a:pt x="170" y="362"/>
                  </a:cubicBezTo>
                  <a:cubicBezTo>
                    <a:pt x="170" y="361"/>
                    <a:pt x="167" y="357"/>
                    <a:pt x="170" y="355"/>
                  </a:cubicBezTo>
                  <a:cubicBezTo>
                    <a:pt x="173" y="353"/>
                    <a:pt x="171" y="350"/>
                    <a:pt x="171" y="348"/>
                  </a:cubicBezTo>
                  <a:cubicBezTo>
                    <a:pt x="171" y="345"/>
                    <a:pt x="166" y="342"/>
                    <a:pt x="162" y="342"/>
                  </a:cubicBezTo>
                  <a:cubicBezTo>
                    <a:pt x="158" y="342"/>
                    <a:pt x="159" y="337"/>
                    <a:pt x="155" y="337"/>
                  </a:cubicBezTo>
                  <a:cubicBezTo>
                    <a:pt x="152" y="336"/>
                    <a:pt x="145" y="330"/>
                    <a:pt x="144" y="327"/>
                  </a:cubicBezTo>
                  <a:cubicBezTo>
                    <a:pt x="144" y="325"/>
                    <a:pt x="138" y="325"/>
                    <a:pt x="140" y="324"/>
                  </a:cubicBezTo>
                  <a:cubicBezTo>
                    <a:pt x="142" y="323"/>
                    <a:pt x="146" y="324"/>
                    <a:pt x="149" y="327"/>
                  </a:cubicBezTo>
                  <a:cubicBezTo>
                    <a:pt x="152" y="330"/>
                    <a:pt x="157" y="333"/>
                    <a:pt x="165" y="334"/>
                  </a:cubicBezTo>
                  <a:cubicBezTo>
                    <a:pt x="173" y="335"/>
                    <a:pt x="176" y="338"/>
                    <a:pt x="185" y="340"/>
                  </a:cubicBezTo>
                  <a:cubicBezTo>
                    <a:pt x="193" y="341"/>
                    <a:pt x="198" y="342"/>
                    <a:pt x="211" y="344"/>
                  </a:cubicBezTo>
                  <a:cubicBezTo>
                    <a:pt x="223" y="346"/>
                    <a:pt x="240" y="333"/>
                    <a:pt x="244" y="330"/>
                  </a:cubicBezTo>
                  <a:cubicBezTo>
                    <a:pt x="247" y="326"/>
                    <a:pt x="243" y="319"/>
                    <a:pt x="243" y="317"/>
                  </a:cubicBezTo>
                  <a:cubicBezTo>
                    <a:pt x="243" y="314"/>
                    <a:pt x="237" y="314"/>
                    <a:pt x="236" y="312"/>
                  </a:cubicBezTo>
                  <a:cubicBezTo>
                    <a:pt x="235" y="310"/>
                    <a:pt x="232" y="306"/>
                    <a:pt x="227" y="306"/>
                  </a:cubicBezTo>
                  <a:cubicBezTo>
                    <a:pt x="222" y="306"/>
                    <a:pt x="221" y="300"/>
                    <a:pt x="217" y="301"/>
                  </a:cubicBezTo>
                  <a:cubicBezTo>
                    <a:pt x="214" y="301"/>
                    <a:pt x="211" y="299"/>
                    <a:pt x="201" y="292"/>
                  </a:cubicBezTo>
                  <a:cubicBezTo>
                    <a:pt x="191" y="286"/>
                    <a:pt x="177" y="281"/>
                    <a:pt x="175" y="282"/>
                  </a:cubicBezTo>
                  <a:cubicBezTo>
                    <a:pt x="172" y="283"/>
                    <a:pt x="170" y="284"/>
                    <a:pt x="169" y="281"/>
                  </a:cubicBezTo>
                  <a:cubicBezTo>
                    <a:pt x="167" y="279"/>
                    <a:pt x="163" y="279"/>
                    <a:pt x="161" y="281"/>
                  </a:cubicBezTo>
                  <a:cubicBezTo>
                    <a:pt x="158" y="283"/>
                    <a:pt x="155" y="279"/>
                    <a:pt x="150" y="281"/>
                  </a:cubicBezTo>
                  <a:cubicBezTo>
                    <a:pt x="145" y="282"/>
                    <a:pt x="143" y="278"/>
                    <a:pt x="144" y="277"/>
                  </a:cubicBezTo>
                  <a:cubicBezTo>
                    <a:pt x="145" y="275"/>
                    <a:pt x="153" y="277"/>
                    <a:pt x="152" y="274"/>
                  </a:cubicBezTo>
                  <a:cubicBezTo>
                    <a:pt x="152" y="272"/>
                    <a:pt x="149" y="274"/>
                    <a:pt x="145" y="271"/>
                  </a:cubicBezTo>
                  <a:cubicBezTo>
                    <a:pt x="140" y="268"/>
                    <a:pt x="138" y="270"/>
                    <a:pt x="137" y="273"/>
                  </a:cubicBezTo>
                  <a:cubicBezTo>
                    <a:pt x="136" y="275"/>
                    <a:pt x="132" y="275"/>
                    <a:pt x="130" y="272"/>
                  </a:cubicBezTo>
                  <a:cubicBezTo>
                    <a:pt x="130" y="272"/>
                    <a:pt x="129" y="272"/>
                    <a:pt x="129" y="272"/>
                  </a:cubicBezTo>
                  <a:cubicBezTo>
                    <a:pt x="128" y="276"/>
                    <a:pt x="126" y="276"/>
                    <a:pt x="123" y="276"/>
                  </a:cubicBezTo>
                  <a:cubicBezTo>
                    <a:pt x="120" y="275"/>
                    <a:pt x="117" y="280"/>
                    <a:pt x="114" y="280"/>
                  </a:cubicBezTo>
                  <a:cubicBezTo>
                    <a:pt x="111" y="280"/>
                    <a:pt x="107" y="284"/>
                    <a:pt x="106" y="287"/>
                  </a:cubicBezTo>
                  <a:cubicBezTo>
                    <a:pt x="106" y="290"/>
                    <a:pt x="102" y="288"/>
                    <a:pt x="102" y="290"/>
                  </a:cubicBezTo>
                  <a:cubicBezTo>
                    <a:pt x="102" y="292"/>
                    <a:pt x="102" y="294"/>
                    <a:pt x="100" y="296"/>
                  </a:cubicBezTo>
                  <a:cubicBezTo>
                    <a:pt x="99" y="298"/>
                    <a:pt x="100" y="299"/>
                    <a:pt x="102" y="303"/>
                  </a:cubicBezTo>
                  <a:cubicBezTo>
                    <a:pt x="104" y="306"/>
                    <a:pt x="107" y="306"/>
                    <a:pt x="109" y="307"/>
                  </a:cubicBezTo>
                  <a:cubicBezTo>
                    <a:pt x="111" y="308"/>
                    <a:pt x="117" y="313"/>
                    <a:pt x="117" y="315"/>
                  </a:cubicBezTo>
                  <a:cubicBezTo>
                    <a:pt x="117" y="317"/>
                    <a:pt x="112" y="322"/>
                    <a:pt x="110" y="323"/>
                  </a:cubicBezTo>
                  <a:cubicBezTo>
                    <a:pt x="108" y="325"/>
                    <a:pt x="105" y="328"/>
                    <a:pt x="107" y="330"/>
                  </a:cubicBezTo>
                  <a:cubicBezTo>
                    <a:pt x="108" y="332"/>
                    <a:pt x="114" y="340"/>
                    <a:pt x="117" y="347"/>
                  </a:cubicBezTo>
                  <a:cubicBezTo>
                    <a:pt x="121" y="354"/>
                    <a:pt x="116" y="351"/>
                    <a:pt x="114" y="354"/>
                  </a:cubicBezTo>
                  <a:cubicBezTo>
                    <a:pt x="111" y="357"/>
                    <a:pt x="115" y="360"/>
                    <a:pt x="115" y="362"/>
                  </a:cubicBezTo>
                  <a:cubicBezTo>
                    <a:pt x="116" y="364"/>
                    <a:pt x="112" y="364"/>
                    <a:pt x="113" y="366"/>
                  </a:cubicBezTo>
                  <a:cubicBezTo>
                    <a:pt x="113" y="367"/>
                    <a:pt x="118" y="368"/>
                    <a:pt x="118" y="369"/>
                  </a:cubicBezTo>
                  <a:cubicBezTo>
                    <a:pt x="119" y="371"/>
                    <a:pt x="115" y="372"/>
                    <a:pt x="117" y="375"/>
                  </a:cubicBezTo>
                  <a:cubicBezTo>
                    <a:pt x="118" y="378"/>
                    <a:pt x="122" y="378"/>
                    <a:pt x="123" y="381"/>
                  </a:cubicBezTo>
                  <a:cubicBezTo>
                    <a:pt x="123" y="384"/>
                    <a:pt x="115" y="385"/>
                    <a:pt x="116" y="387"/>
                  </a:cubicBezTo>
                  <a:cubicBezTo>
                    <a:pt x="116" y="390"/>
                    <a:pt x="126" y="393"/>
                    <a:pt x="130" y="398"/>
                  </a:cubicBezTo>
                  <a:cubicBezTo>
                    <a:pt x="134" y="403"/>
                    <a:pt x="134" y="405"/>
                    <a:pt x="133" y="407"/>
                  </a:cubicBezTo>
                  <a:cubicBezTo>
                    <a:pt x="131" y="413"/>
                    <a:pt x="119" y="417"/>
                    <a:pt x="116" y="423"/>
                  </a:cubicBezTo>
                  <a:cubicBezTo>
                    <a:pt x="114" y="429"/>
                    <a:pt x="104" y="433"/>
                    <a:pt x="99" y="437"/>
                  </a:cubicBezTo>
                  <a:cubicBezTo>
                    <a:pt x="97" y="439"/>
                    <a:pt x="95" y="442"/>
                    <a:pt x="94" y="444"/>
                  </a:cubicBezTo>
                  <a:cubicBezTo>
                    <a:pt x="96" y="444"/>
                    <a:pt x="97" y="443"/>
                    <a:pt x="98" y="442"/>
                  </a:cubicBezTo>
                  <a:cubicBezTo>
                    <a:pt x="101" y="441"/>
                    <a:pt x="103" y="448"/>
                    <a:pt x="106" y="450"/>
                  </a:cubicBezTo>
                  <a:cubicBezTo>
                    <a:pt x="108" y="452"/>
                    <a:pt x="114" y="450"/>
                    <a:pt x="115" y="452"/>
                  </a:cubicBezTo>
                  <a:cubicBezTo>
                    <a:pt x="117" y="454"/>
                    <a:pt x="114" y="454"/>
                    <a:pt x="110" y="453"/>
                  </a:cubicBezTo>
                  <a:cubicBezTo>
                    <a:pt x="106" y="453"/>
                    <a:pt x="105" y="455"/>
                    <a:pt x="99" y="457"/>
                  </a:cubicBezTo>
                  <a:cubicBezTo>
                    <a:pt x="95" y="459"/>
                    <a:pt x="95" y="460"/>
                    <a:pt x="94" y="461"/>
                  </a:cubicBezTo>
                  <a:cubicBezTo>
                    <a:pt x="96" y="465"/>
                    <a:pt x="93" y="466"/>
                    <a:pt x="91" y="469"/>
                  </a:cubicBezTo>
                  <a:cubicBezTo>
                    <a:pt x="90" y="472"/>
                    <a:pt x="88" y="473"/>
                    <a:pt x="88" y="475"/>
                  </a:cubicBezTo>
                  <a:cubicBezTo>
                    <a:pt x="87" y="477"/>
                    <a:pt x="88" y="478"/>
                    <a:pt x="88" y="481"/>
                  </a:cubicBezTo>
                  <a:cubicBezTo>
                    <a:pt x="89" y="484"/>
                    <a:pt x="89" y="485"/>
                    <a:pt x="91" y="487"/>
                  </a:cubicBezTo>
                  <a:cubicBezTo>
                    <a:pt x="93" y="490"/>
                    <a:pt x="89" y="490"/>
                    <a:pt x="88" y="491"/>
                  </a:cubicBezTo>
                  <a:cubicBezTo>
                    <a:pt x="86" y="492"/>
                    <a:pt x="87" y="495"/>
                    <a:pt x="89" y="497"/>
                  </a:cubicBezTo>
                  <a:cubicBezTo>
                    <a:pt x="91" y="499"/>
                    <a:pt x="91" y="501"/>
                    <a:pt x="91" y="503"/>
                  </a:cubicBezTo>
                  <a:cubicBezTo>
                    <a:pt x="90" y="505"/>
                    <a:pt x="92" y="508"/>
                    <a:pt x="94" y="510"/>
                  </a:cubicBezTo>
                  <a:cubicBezTo>
                    <a:pt x="96" y="511"/>
                    <a:pt x="96" y="516"/>
                    <a:pt x="97" y="517"/>
                  </a:cubicBezTo>
                  <a:cubicBezTo>
                    <a:pt x="99" y="519"/>
                    <a:pt x="100" y="520"/>
                    <a:pt x="103" y="519"/>
                  </a:cubicBezTo>
                  <a:cubicBezTo>
                    <a:pt x="106" y="518"/>
                    <a:pt x="108" y="520"/>
                    <a:pt x="109" y="522"/>
                  </a:cubicBezTo>
                  <a:cubicBezTo>
                    <a:pt x="110" y="524"/>
                    <a:pt x="112" y="523"/>
                    <a:pt x="115" y="522"/>
                  </a:cubicBezTo>
                  <a:cubicBezTo>
                    <a:pt x="118" y="521"/>
                    <a:pt x="124" y="524"/>
                    <a:pt x="125" y="525"/>
                  </a:cubicBezTo>
                  <a:cubicBezTo>
                    <a:pt x="127" y="526"/>
                    <a:pt x="126" y="530"/>
                    <a:pt x="126" y="533"/>
                  </a:cubicBezTo>
                  <a:cubicBezTo>
                    <a:pt x="127" y="535"/>
                    <a:pt x="125" y="539"/>
                    <a:pt x="128" y="541"/>
                  </a:cubicBezTo>
                  <a:cubicBezTo>
                    <a:pt x="130" y="542"/>
                    <a:pt x="130" y="546"/>
                    <a:pt x="133" y="548"/>
                  </a:cubicBezTo>
                  <a:cubicBezTo>
                    <a:pt x="136" y="549"/>
                    <a:pt x="137" y="553"/>
                    <a:pt x="139" y="554"/>
                  </a:cubicBezTo>
                  <a:cubicBezTo>
                    <a:pt x="141" y="554"/>
                    <a:pt x="145" y="557"/>
                    <a:pt x="146" y="560"/>
                  </a:cubicBezTo>
                  <a:cubicBezTo>
                    <a:pt x="146" y="562"/>
                    <a:pt x="142" y="564"/>
                    <a:pt x="140" y="565"/>
                  </a:cubicBezTo>
                  <a:cubicBezTo>
                    <a:pt x="138" y="566"/>
                    <a:pt x="133" y="562"/>
                    <a:pt x="132" y="564"/>
                  </a:cubicBezTo>
                  <a:cubicBezTo>
                    <a:pt x="130" y="565"/>
                    <a:pt x="132" y="569"/>
                    <a:pt x="134" y="574"/>
                  </a:cubicBezTo>
                  <a:cubicBezTo>
                    <a:pt x="135" y="580"/>
                    <a:pt x="136" y="580"/>
                    <a:pt x="138" y="580"/>
                  </a:cubicBezTo>
                  <a:cubicBezTo>
                    <a:pt x="141" y="580"/>
                    <a:pt x="142" y="578"/>
                    <a:pt x="144" y="577"/>
                  </a:cubicBezTo>
                  <a:cubicBezTo>
                    <a:pt x="145" y="576"/>
                    <a:pt x="149" y="578"/>
                    <a:pt x="151" y="577"/>
                  </a:cubicBezTo>
                  <a:cubicBezTo>
                    <a:pt x="153" y="576"/>
                    <a:pt x="159" y="576"/>
                    <a:pt x="160" y="578"/>
                  </a:cubicBezTo>
                  <a:cubicBezTo>
                    <a:pt x="162" y="580"/>
                    <a:pt x="163" y="585"/>
                    <a:pt x="162" y="587"/>
                  </a:cubicBezTo>
                  <a:cubicBezTo>
                    <a:pt x="161" y="588"/>
                    <a:pt x="163" y="590"/>
                    <a:pt x="164" y="593"/>
                  </a:cubicBezTo>
                  <a:cubicBezTo>
                    <a:pt x="166" y="595"/>
                    <a:pt x="171" y="594"/>
                    <a:pt x="173" y="595"/>
                  </a:cubicBezTo>
                  <a:cubicBezTo>
                    <a:pt x="174" y="596"/>
                    <a:pt x="178" y="601"/>
                    <a:pt x="178" y="604"/>
                  </a:cubicBezTo>
                  <a:cubicBezTo>
                    <a:pt x="177" y="606"/>
                    <a:pt x="180" y="607"/>
                    <a:pt x="182" y="606"/>
                  </a:cubicBezTo>
                  <a:cubicBezTo>
                    <a:pt x="184" y="605"/>
                    <a:pt x="185" y="607"/>
                    <a:pt x="187" y="608"/>
                  </a:cubicBezTo>
                  <a:cubicBezTo>
                    <a:pt x="189" y="610"/>
                    <a:pt x="191" y="609"/>
                    <a:pt x="193" y="608"/>
                  </a:cubicBezTo>
                  <a:cubicBezTo>
                    <a:pt x="195" y="607"/>
                    <a:pt x="198" y="606"/>
                    <a:pt x="199" y="607"/>
                  </a:cubicBezTo>
                  <a:cubicBezTo>
                    <a:pt x="200" y="609"/>
                    <a:pt x="204" y="612"/>
                    <a:pt x="204" y="613"/>
                  </a:cubicBezTo>
                  <a:cubicBezTo>
                    <a:pt x="204" y="614"/>
                    <a:pt x="211" y="613"/>
                    <a:pt x="214" y="615"/>
                  </a:cubicBezTo>
                  <a:cubicBezTo>
                    <a:pt x="217" y="616"/>
                    <a:pt x="220" y="616"/>
                    <a:pt x="223" y="617"/>
                  </a:cubicBezTo>
                  <a:cubicBezTo>
                    <a:pt x="226" y="619"/>
                    <a:pt x="229" y="619"/>
                    <a:pt x="230" y="621"/>
                  </a:cubicBezTo>
                  <a:cubicBezTo>
                    <a:pt x="230" y="623"/>
                    <a:pt x="226" y="625"/>
                    <a:pt x="226" y="626"/>
                  </a:cubicBezTo>
                  <a:cubicBezTo>
                    <a:pt x="226" y="627"/>
                    <a:pt x="229" y="628"/>
                    <a:pt x="229" y="629"/>
                  </a:cubicBezTo>
                  <a:cubicBezTo>
                    <a:pt x="229" y="631"/>
                    <a:pt x="226" y="631"/>
                    <a:pt x="225" y="632"/>
                  </a:cubicBezTo>
                  <a:cubicBezTo>
                    <a:pt x="225" y="633"/>
                    <a:pt x="227" y="635"/>
                    <a:pt x="228" y="636"/>
                  </a:cubicBezTo>
                  <a:cubicBezTo>
                    <a:pt x="228" y="638"/>
                    <a:pt x="226" y="642"/>
                    <a:pt x="226" y="643"/>
                  </a:cubicBezTo>
                  <a:cubicBezTo>
                    <a:pt x="226" y="644"/>
                    <a:pt x="218" y="643"/>
                    <a:pt x="216" y="643"/>
                  </a:cubicBezTo>
                  <a:cubicBezTo>
                    <a:pt x="215" y="643"/>
                    <a:pt x="209" y="649"/>
                    <a:pt x="208" y="649"/>
                  </a:cubicBezTo>
                  <a:cubicBezTo>
                    <a:pt x="206" y="649"/>
                    <a:pt x="207" y="652"/>
                    <a:pt x="207" y="654"/>
                  </a:cubicBezTo>
                  <a:cubicBezTo>
                    <a:pt x="213" y="653"/>
                    <a:pt x="218" y="653"/>
                    <a:pt x="219" y="654"/>
                  </a:cubicBezTo>
                  <a:cubicBezTo>
                    <a:pt x="220" y="656"/>
                    <a:pt x="207" y="661"/>
                    <a:pt x="205" y="662"/>
                  </a:cubicBezTo>
                  <a:cubicBezTo>
                    <a:pt x="203" y="663"/>
                    <a:pt x="209" y="666"/>
                    <a:pt x="209" y="668"/>
                  </a:cubicBezTo>
                  <a:cubicBezTo>
                    <a:pt x="209" y="670"/>
                    <a:pt x="202" y="671"/>
                    <a:pt x="203" y="675"/>
                  </a:cubicBezTo>
                  <a:cubicBezTo>
                    <a:pt x="203" y="679"/>
                    <a:pt x="200" y="680"/>
                    <a:pt x="196" y="680"/>
                  </a:cubicBezTo>
                  <a:cubicBezTo>
                    <a:pt x="193" y="680"/>
                    <a:pt x="192" y="682"/>
                    <a:pt x="193" y="682"/>
                  </a:cubicBezTo>
                  <a:cubicBezTo>
                    <a:pt x="195" y="683"/>
                    <a:pt x="195" y="688"/>
                    <a:pt x="202" y="690"/>
                  </a:cubicBezTo>
                  <a:cubicBezTo>
                    <a:pt x="209" y="691"/>
                    <a:pt x="217" y="698"/>
                    <a:pt x="223" y="705"/>
                  </a:cubicBezTo>
                  <a:cubicBezTo>
                    <a:pt x="224" y="706"/>
                    <a:pt x="225" y="706"/>
                    <a:pt x="226" y="707"/>
                  </a:cubicBezTo>
                  <a:cubicBezTo>
                    <a:pt x="228" y="706"/>
                    <a:pt x="229" y="705"/>
                    <a:pt x="230" y="705"/>
                  </a:cubicBezTo>
                  <a:cubicBezTo>
                    <a:pt x="234" y="705"/>
                    <a:pt x="240" y="707"/>
                    <a:pt x="244" y="709"/>
                  </a:cubicBezTo>
                  <a:cubicBezTo>
                    <a:pt x="247" y="712"/>
                    <a:pt x="260" y="709"/>
                    <a:pt x="261" y="711"/>
                  </a:cubicBezTo>
                  <a:cubicBezTo>
                    <a:pt x="263" y="713"/>
                    <a:pt x="266" y="715"/>
                    <a:pt x="268" y="715"/>
                  </a:cubicBezTo>
                  <a:cubicBezTo>
                    <a:pt x="271" y="715"/>
                    <a:pt x="273" y="720"/>
                    <a:pt x="275" y="719"/>
                  </a:cubicBezTo>
                  <a:cubicBezTo>
                    <a:pt x="277" y="717"/>
                    <a:pt x="285" y="717"/>
                    <a:pt x="287" y="717"/>
                  </a:cubicBezTo>
                  <a:cubicBezTo>
                    <a:pt x="289" y="717"/>
                    <a:pt x="289" y="719"/>
                    <a:pt x="291" y="719"/>
                  </a:cubicBezTo>
                  <a:cubicBezTo>
                    <a:pt x="293" y="719"/>
                    <a:pt x="293" y="726"/>
                    <a:pt x="294" y="726"/>
                  </a:cubicBezTo>
                  <a:cubicBezTo>
                    <a:pt x="296" y="725"/>
                    <a:pt x="301" y="730"/>
                    <a:pt x="305" y="731"/>
                  </a:cubicBezTo>
                  <a:cubicBezTo>
                    <a:pt x="308" y="731"/>
                    <a:pt x="312" y="737"/>
                    <a:pt x="313" y="737"/>
                  </a:cubicBezTo>
                  <a:cubicBezTo>
                    <a:pt x="315" y="736"/>
                    <a:pt x="317" y="739"/>
                    <a:pt x="318" y="737"/>
                  </a:cubicBezTo>
                  <a:cubicBezTo>
                    <a:pt x="319" y="734"/>
                    <a:pt x="324" y="735"/>
                    <a:pt x="326" y="731"/>
                  </a:cubicBezTo>
                  <a:cubicBezTo>
                    <a:pt x="319" y="723"/>
                    <a:pt x="312" y="715"/>
                    <a:pt x="313" y="712"/>
                  </a:cubicBezTo>
                  <a:cubicBezTo>
                    <a:pt x="313" y="706"/>
                    <a:pt x="315" y="702"/>
                    <a:pt x="308" y="696"/>
                  </a:cubicBezTo>
                  <a:cubicBezTo>
                    <a:pt x="301" y="690"/>
                    <a:pt x="309" y="686"/>
                    <a:pt x="314" y="680"/>
                  </a:cubicBezTo>
                  <a:cubicBezTo>
                    <a:pt x="318" y="674"/>
                    <a:pt x="328" y="672"/>
                    <a:pt x="334" y="668"/>
                  </a:cubicBezTo>
                  <a:cubicBezTo>
                    <a:pt x="333" y="667"/>
                    <a:pt x="332" y="666"/>
                    <a:pt x="330" y="666"/>
                  </a:cubicBezTo>
                  <a:cubicBezTo>
                    <a:pt x="326" y="664"/>
                    <a:pt x="324" y="662"/>
                    <a:pt x="328" y="661"/>
                  </a:cubicBezTo>
                  <a:cubicBezTo>
                    <a:pt x="331" y="660"/>
                    <a:pt x="330" y="658"/>
                    <a:pt x="326" y="654"/>
                  </a:cubicBezTo>
                  <a:cubicBezTo>
                    <a:pt x="323" y="650"/>
                    <a:pt x="321" y="646"/>
                    <a:pt x="319" y="646"/>
                  </a:cubicBezTo>
                  <a:cubicBezTo>
                    <a:pt x="317" y="646"/>
                    <a:pt x="314" y="645"/>
                    <a:pt x="311" y="646"/>
                  </a:cubicBezTo>
                  <a:cubicBezTo>
                    <a:pt x="308" y="647"/>
                    <a:pt x="309" y="644"/>
                    <a:pt x="309" y="640"/>
                  </a:cubicBezTo>
                  <a:cubicBezTo>
                    <a:pt x="310" y="637"/>
                    <a:pt x="304" y="637"/>
                    <a:pt x="303" y="636"/>
                  </a:cubicBezTo>
                  <a:cubicBezTo>
                    <a:pt x="302" y="634"/>
                    <a:pt x="304" y="629"/>
                    <a:pt x="305" y="629"/>
                  </a:cubicBezTo>
                  <a:cubicBezTo>
                    <a:pt x="306" y="628"/>
                    <a:pt x="309" y="627"/>
                    <a:pt x="309" y="625"/>
                  </a:cubicBezTo>
                  <a:cubicBezTo>
                    <a:pt x="309" y="624"/>
                    <a:pt x="304" y="623"/>
                    <a:pt x="306" y="620"/>
                  </a:cubicBezTo>
                  <a:cubicBezTo>
                    <a:pt x="308" y="616"/>
                    <a:pt x="312" y="616"/>
                    <a:pt x="312" y="613"/>
                  </a:cubicBezTo>
                  <a:cubicBezTo>
                    <a:pt x="312" y="609"/>
                    <a:pt x="315" y="606"/>
                    <a:pt x="318" y="609"/>
                  </a:cubicBezTo>
                  <a:cubicBezTo>
                    <a:pt x="322" y="611"/>
                    <a:pt x="323" y="618"/>
                    <a:pt x="327" y="616"/>
                  </a:cubicBezTo>
                  <a:cubicBezTo>
                    <a:pt x="331" y="615"/>
                    <a:pt x="329" y="611"/>
                    <a:pt x="328" y="609"/>
                  </a:cubicBezTo>
                  <a:cubicBezTo>
                    <a:pt x="328" y="607"/>
                    <a:pt x="327" y="604"/>
                    <a:pt x="331" y="603"/>
                  </a:cubicBezTo>
                  <a:cubicBezTo>
                    <a:pt x="336" y="602"/>
                    <a:pt x="334" y="598"/>
                    <a:pt x="337" y="598"/>
                  </a:cubicBezTo>
                  <a:cubicBezTo>
                    <a:pt x="341" y="598"/>
                    <a:pt x="347" y="593"/>
                    <a:pt x="349" y="592"/>
                  </a:cubicBezTo>
                  <a:cubicBezTo>
                    <a:pt x="351" y="591"/>
                    <a:pt x="356" y="589"/>
                    <a:pt x="358" y="590"/>
                  </a:cubicBezTo>
                  <a:cubicBezTo>
                    <a:pt x="360" y="591"/>
                    <a:pt x="362" y="593"/>
                    <a:pt x="364" y="590"/>
                  </a:cubicBezTo>
                  <a:cubicBezTo>
                    <a:pt x="365" y="586"/>
                    <a:pt x="371" y="588"/>
                    <a:pt x="372" y="590"/>
                  </a:cubicBezTo>
                  <a:cubicBezTo>
                    <a:pt x="372" y="592"/>
                    <a:pt x="382" y="592"/>
                    <a:pt x="385" y="594"/>
                  </a:cubicBezTo>
                  <a:cubicBezTo>
                    <a:pt x="388" y="596"/>
                    <a:pt x="394" y="600"/>
                    <a:pt x="394" y="602"/>
                  </a:cubicBezTo>
                  <a:cubicBezTo>
                    <a:pt x="394" y="604"/>
                    <a:pt x="397" y="607"/>
                    <a:pt x="397" y="603"/>
                  </a:cubicBezTo>
                  <a:cubicBezTo>
                    <a:pt x="397" y="600"/>
                    <a:pt x="400" y="601"/>
                    <a:pt x="404" y="603"/>
                  </a:cubicBezTo>
                  <a:cubicBezTo>
                    <a:pt x="408" y="606"/>
                    <a:pt x="413" y="605"/>
                    <a:pt x="414" y="602"/>
                  </a:cubicBezTo>
                  <a:cubicBezTo>
                    <a:pt x="415" y="600"/>
                    <a:pt x="423" y="597"/>
                    <a:pt x="425" y="599"/>
                  </a:cubicBezTo>
                  <a:cubicBezTo>
                    <a:pt x="428" y="601"/>
                    <a:pt x="429" y="602"/>
                    <a:pt x="432" y="599"/>
                  </a:cubicBezTo>
                  <a:cubicBezTo>
                    <a:pt x="435" y="596"/>
                    <a:pt x="442" y="597"/>
                    <a:pt x="443" y="600"/>
                  </a:cubicBezTo>
                  <a:cubicBezTo>
                    <a:pt x="444" y="603"/>
                    <a:pt x="447" y="603"/>
                    <a:pt x="450" y="603"/>
                  </a:cubicBezTo>
                  <a:cubicBezTo>
                    <a:pt x="453" y="603"/>
                    <a:pt x="454" y="608"/>
                    <a:pt x="456" y="607"/>
                  </a:cubicBezTo>
                  <a:cubicBezTo>
                    <a:pt x="458" y="606"/>
                    <a:pt x="457" y="601"/>
                    <a:pt x="460" y="601"/>
                  </a:cubicBezTo>
                  <a:cubicBezTo>
                    <a:pt x="462" y="602"/>
                    <a:pt x="464" y="605"/>
                    <a:pt x="468" y="605"/>
                  </a:cubicBezTo>
                  <a:cubicBezTo>
                    <a:pt x="472" y="605"/>
                    <a:pt x="475" y="604"/>
                    <a:pt x="475" y="601"/>
                  </a:cubicBezTo>
                  <a:cubicBezTo>
                    <a:pt x="475" y="598"/>
                    <a:pt x="475" y="593"/>
                    <a:pt x="472" y="593"/>
                  </a:cubicBezTo>
                  <a:cubicBezTo>
                    <a:pt x="470" y="593"/>
                    <a:pt x="467" y="590"/>
                    <a:pt x="464" y="590"/>
                  </a:cubicBezTo>
                  <a:cubicBezTo>
                    <a:pt x="461" y="590"/>
                    <a:pt x="458" y="585"/>
                    <a:pt x="461" y="584"/>
                  </a:cubicBezTo>
                  <a:cubicBezTo>
                    <a:pt x="464" y="583"/>
                    <a:pt x="469" y="581"/>
                    <a:pt x="468" y="578"/>
                  </a:cubicBezTo>
                  <a:cubicBezTo>
                    <a:pt x="467" y="576"/>
                    <a:pt x="466" y="571"/>
                    <a:pt x="470" y="570"/>
                  </a:cubicBezTo>
                  <a:cubicBezTo>
                    <a:pt x="474" y="570"/>
                    <a:pt x="483" y="570"/>
                    <a:pt x="482" y="568"/>
                  </a:cubicBezTo>
                  <a:cubicBezTo>
                    <a:pt x="482" y="567"/>
                    <a:pt x="474" y="566"/>
                    <a:pt x="472" y="563"/>
                  </a:cubicBezTo>
                  <a:cubicBezTo>
                    <a:pt x="471" y="561"/>
                    <a:pt x="470" y="555"/>
                    <a:pt x="472" y="554"/>
                  </a:cubicBezTo>
                  <a:cubicBezTo>
                    <a:pt x="473" y="553"/>
                    <a:pt x="478" y="554"/>
                    <a:pt x="481" y="553"/>
                  </a:cubicBezTo>
                  <a:cubicBezTo>
                    <a:pt x="484" y="552"/>
                    <a:pt x="491" y="555"/>
                    <a:pt x="495" y="552"/>
                  </a:cubicBezTo>
                  <a:cubicBezTo>
                    <a:pt x="499" y="549"/>
                    <a:pt x="507" y="548"/>
                    <a:pt x="512" y="548"/>
                  </a:cubicBezTo>
                  <a:cubicBezTo>
                    <a:pt x="516" y="548"/>
                    <a:pt x="520" y="545"/>
                    <a:pt x="523" y="545"/>
                  </a:cubicBezTo>
                  <a:cubicBezTo>
                    <a:pt x="527" y="544"/>
                    <a:pt x="537" y="543"/>
                    <a:pt x="539" y="542"/>
                  </a:cubicBezTo>
                  <a:cubicBezTo>
                    <a:pt x="542" y="541"/>
                    <a:pt x="555" y="539"/>
                    <a:pt x="556" y="536"/>
                  </a:cubicBezTo>
                  <a:cubicBezTo>
                    <a:pt x="556" y="534"/>
                    <a:pt x="567" y="532"/>
                    <a:pt x="570" y="533"/>
                  </a:cubicBezTo>
                  <a:cubicBezTo>
                    <a:pt x="573" y="534"/>
                    <a:pt x="576" y="535"/>
                    <a:pt x="579" y="534"/>
                  </a:cubicBezTo>
                  <a:cubicBezTo>
                    <a:pt x="581" y="533"/>
                    <a:pt x="586" y="536"/>
                    <a:pt x="586" y="539"/>
                  </a:cubicBezTo>
                  <a:cubicBezTo>
                    <a:pt x="585" y="541"/>
                    <a:pt x="588" y="544"/>
                    <a:pt x="588" y="547"/>
                  </a:cubicBezTo>
                  <a:cubicBezTo>
                    <a:pt x="588" y="549"/>
                    <a:pt x="585" y="550"/>
                    <a:pt x="587" y="551"/>
                  </a:cubicBezTo>
                  <a:cubicBezTo>
                    <a:pt x="588" y="553"/>
                    <a:pt x="595" y="552"/>
                    <a:pt x="597" y="550"/>
                  </a:cubicBezTo>
                  <a:cubicBezTo>
                    <a:pt x="599" y="547"/>
                    <a:pt x="601" y="551"/>
                    <a:pt x="601" y="552"/>
                  </a:cubicBezTo>
                  <a:cubicBezTo>
                    <a:pt x="601" y="554"/>
                    <a:pt x="604" y="555"/>
                    <a:pt x="604" y="553"/>
                  </a:cubicBezTo>
                  <a:cubicBezTo>
                    <a:pt x="604" y="551"/>
                    <a:pt x="608" y="552"/>
                    <a:pt x="610" y="554"/>
                  </a:cubicBezTo>
                  <a:cubicBezTo>
                    <a:pt x="611" y="555"/>
                    <a:pt x="616" y="552"/>
                    <a:pt x="616" y="555"/>
                  </a:cubicBezTo>
                  <a:cubicBezTo>
                    <a:pt x="616" y="557"/>
                    <a:pt x="609" y="559"/>
                    <a:pt x="612" y="562"/>
                  </a:cubicBezTo>
                  <a:cubicBezTo>
                    <a:pt x="615" y="565"/>
                    <a:pt x="616" y="559"/>
                    <a:pt x="620" y="560"/>
                  </a:cubicBezTo>
                  <a:cubicBezTo>
                    <a:pt x="624" y="561"/>
                    <a:pt x="629" y="556"/>
                    <a:pt x="632" y="555"/>
                  </a:cubicBezTo>
                  <a:cubicBezTo>
                    <a:pt x="636" y="554"/>
                    <a:pt x="640" y="551"/>
                    <a:pt x="643" y="549"/>
                  </a:cubicBezTo>
                  <a:cubicBezTo>
                    <a:pt x="646" y="547"/>
                    <a:pt x="652" y="548"/>
                    <a:pt x="650" y="550"/>
                  </a:cubicBezTo>
                  <a:cubicBezTo>
                    <a:pt x="648" y="552"/>
                    <a:pt x="646" y="556"/>
                    <a:pt x="653" y="558"/>
                  </a:cubicBezTo>
                  <a:cubicBezTo>
                    <a:pt x="661" y="561"/>
                    <a:pt x="669" y="576"/>
                    <a:pt x="674" y="583"/>
                  </a:cubicBezTo>
                  <a:cubicBezTo>
                    <a:pt x="679" y="590"/>
                    <a:pt x="683" y="603"/>
                    <a:pt x="686" y="603"/>
                  </a:cubicBezTo>
                  <a:cubicBezTo>
                    <a:pt x="688" y="603"/>
                    <a:pt x="689" y="597"/>
                    <a:pt x="692" y="596"/>
                  </a:cubicBezTo>
                  <a:cubicBezTo>
                    <a:pt x="696" y="595"/>
                    <a:pt x="698" y="601"/>
                    <a:pt x="701" y="602"/>
                  </a:cubicBezTo>
                  <a:cubicBezTo>
                    <a:pt x="705" y="603"/>
                    <a:pt x="709" y="605"/>
                    <a:pt x="712" y="604"/>
                  </a:cubicBezTo>
                  <a:cubicBezTo>
                    <a:pt x="715" y="603"/>
                    <a:pt x="721" y="599"/>
                    <a:pt x="723" y="601"/>
                  </a:cubicBezTo>
                  <a:cubicBezTo>
                    <a:pt x="726" y="602"/>
                    <a:pt x="729" y="602"/>
                    <a:pt x="731" y="607"/>
                  </a:cubicBezTo>
                  <a:cubicBezTo>
                    <a:pt x="733" y="611"/>
                    <a:pt x="736" y="612"/>
                    <a:pt x="738" y="612"/>
                  </a:cubicBezTo>
                  <a:cubicBezTo>
                    <a:pt x="740" y="612"/>
                    <a:pt x="740" y="615"/>
                    <a:pt x="740" y="617"/>
                  </a:cubicBezTo>
                  <a:cubicBezTo>
                    <a:pt x="740" y="619"/>
                    <a:pt x="744" y="621"/>
                    <a:pt x="746" y="621"/>
                  </a:cubicBezTo>
                  <a:cubicBezTo>
                    <a:pt x="748" y="621"/>
                    <a:pt x="753" y="621"/>
                    <a:pt x="755" y="620"/>
                  </a:cubicBezTo>
                  <a:cubicBezTo>
                    <a:pt x="756" y="619"/>
                    <a:pt x="758" y="618"/>
                    <a:pt x="759" y="620"/>
                  </a:cubicBezTo>
                  <a:cubicBezTo>
                    <a:pt x="759" y="622"/>
                    <a:pt x="762" y="626"/>
                    <a:pt x="764" y="626"/>
                  </a:cubicBezTo>
                  <a:cubicBezTo>
                    <a:pt x="766" y="626"/>
                    <a:pt x="770" y="628"/>
                    <a:pt x="770" y="626"/>
                  </a:cubicBezTo>
                  <a:cubicBezTo>
                    <a:pt x="771" y="624"/>
                    <a:pt x="776" y="623"/>
                    <a:pt x="778" y="623"/>
                  </a:cubicBezTo>
                  <a:cubicBezTo>
                    <a:pt x="780" y="623"/>
                    <a:pt x="787" y="621"/>
                    <a:pt x="788" y="618"/>
                  </a:cubicBezTo>
                  <a:cubicBezTo>
                    <a:pt x="790" y="615"/>
                    <a:pt x="795" y="615"/>
                    <a:pt x="797" y="613"/>
                  </a:cubicBezTo>
                  <a:cubicBezTo>
                    <a:pt x="799" y="611"/>
                    <a:pt x="803" y="610"/>
                    <a:pt x="804" y="608"/>
                  </a:cubicBezTo>
                  <a:cubicBezTo>
                    <a:pt x="805" y="606"/>
                    <a:pt x="811" y="607"/>
                    <a:pt x="812" y="605"/>
                  </a:cubicBezTo>
                  <a:cubicBezTo>
                    <a:pt x="813" y="603"/>
                    <a:pt x="818" y="603"/>
                    <a:pt x="820" y="604"/>
                  </a:cubicBezTo>
                  <a:cubicBezTo>
                    <a:pt x="822" y="604"/>
                    <a:pt x="834" y="607"/>
                    <a:pt x="836" y="606"/>
                  </a:cubicBezTo>
                  <a:cubicBezTo>
                    <a:pt x="837" y="606"/>
                    <a:pt x="838" y="612"/>
                    <a:pt x="839" y="613"/>
                  </a:cubicBezTo>
                  <a:cubicBezTo>
                    <a:pt x="841" y="613"/>
                    <a:pt x="847" y="618"/>
                    <a:pt x="849" y="616"/>
                  </a:cubicBezTo>
                  <a:cubicBezTo>
                    <a:pt x="850" y="615"/>
                    <a:pt x="854" y="614"/>
                    <a:pt x="858" y="616"/>
                  </a:cubicBezTo>
                  <a:cubicBezTo>
                    <a:pt x="861" y="618"/>
                    <a:pt x="864" y="620"/>
                    <a:pt x="866" y="618"/>
                  </a:cubicBezTo>
                  <a:cubicBezTo>
                    <a:pt x="867" y="616"/>
                    <a:pt x="874" y="615"/>
                    <a:pt x="875" y="613"/>
                  </a:cubicBezTo>
                  <a:cubicBezTo>
                    <a:pt x="876" y="612"/>
                    <a:pt x="877" y="608"/>
                    <a:pt x="875" y="607"/>
                  </a:cubicBezTo>
                  <a:cubicBezTo>
                    <a:pt x="874" y="605"/>
                    <a:pt x="872" y="600"/>
                    <a:pt x="871" y="597"/>
                  </a:cubicBezTo>
                  <a:cubicBezTo>
                    <a:pt x="871" y="595"/>
                    <a:pt x="875" y="594"/>
                    <a:pt x="876" y="592"/>
                  </a:cubicBezTo>
                  <a:cubicBezTo>
                    <a:pt x="877" y="589"/>
                    <a:pt x="881" y="589"/>
                    <a:pt x="882" y="588"/>
                  </a:cubicBezTo>
                  <a:cubicBezTo>
                    <a:pt x="883" y="586"/>
                    <a:pt x="884" y="583"/>
                    <a:pt x="886" y="584"/>
                  </a:cubicBezTo>
                  <a:cubicBezTo>
                    <a:pt x="888" y="585"/>
                    <a:pt x="893" y="586"/>
                    <a:pt x="894" y="587"/>
                  </a:cubicBezTo>
                  <a:cubicBezTo>
                    <a:pt x="895" y="588"/>
                    <a:pt x="899" y="589"/>
                    <a:pt x="901" y="589"/>
                  </a:cubicBezTo>
                  <a:cubicBezTo>
                    <a:pt x="904" y="589"/>
                    <a:pt x="907" y="591"/>
                    <a:pt x="910" y="592"/>
                  </a:cubicBezTo>
                  <a:cubicBezTo>
                    <a:pt x="912" y="594"/>
                    <a:pt x="919" y="594"/>
                    <a:pt x="921" y="596"/>
                  </a:cubicBezTo>
                  <a:cubicBezTo>
                    <a:pt x="922" y="598"/>
                    <a:pt x="920" y="603"/>
                    <a:pt x="922" y="605"/>
                  </a:cubicBezTo>
                  <a:cubicBezTo>
                    <a:pt x="924" y="607"/>
                    <a:pt x="928" y="612"/>
                    <a:pt x="929" y="611"/>
                  </a:cubicBezTo>
                  <a:cubicBezTo>
                    <a:pt x="930" y="610"/>
                    <a:pt x="937" y="614"/>
                    <a:pt x="939" y="614"/>
                  </a:cubicBezTo>
                  <a:cubicBezTo>
                    <a:pt x="941" y="613"/>
                    <a:pt x="945" y="610"/>
                    <a:pt x="947" y="610"/>
                  </a:cubicBezTo>
                  <a:cubicBezTo>
                    <a:pt x="949" y="610"/>
                    <a:pt x="955" y="608"/>
                    <a:pt x="957" y="608"/>
                  </a:cubicBezTo>
                  <a:cubicBezTo>
                    <a:pt x="959" y="609"/>
                    <a:pt x="967" y="611"/>
                    <a:pt x="968" y="611"/>
                  </a:cubicBezTo>
                  <a:cubicBezTo>
                    <a:pt x="969" y="610"/>
                    <a:pt x="975" y="611"/>
                    <a:pt x="976" y="613"/>
                  </a:cubicBezTo>
                  <a:cubicBezTo>
                    <a:pt x="977" y="615"/>
                    <a:pt x="986" y="615"/>
                    <a:pt x="986" y="617"/>
                  </a:cubicBezTo>
                  <a:cubicBezTo>
                    <a:pt x="986" y="620"/>
                    <a:pt x="990" y="621"/>
                    <a:pt x="992" y="624"/>
                  </a:cubicBezTo>
                  <a:cubicBezTo>
                    <a:pt x="993" y="626"/>
                    <a:pt x="1004" y="625"/>
                    <a:pt x="1006" y="626"/>
                  </a:cubicBezTo>
                  <a:cubicBezTo>
                    <a:pt x="1008" y="628"/>
                    <a:pt x="1021" y="628"/>
                    <a:pt x="1021" y="626"/>
                  </a:cubicBezTo>
                  <a:cubicBezTo>
                    <a:pt x="1021" y="625"/>
                    <a:pt x="1033" y="624"/>
                    <a:pt x="1036" y="623"/>
                  </a:cubicBezTo>
                  <a:cubicBezTo>
                    <a:pt x="1038" y="621"/>
                    <a:pt x="1044" y="622"/>
                    <a:pt x="1045" y="619"/>
                  </a:cubicBezTo>
                  <a:cubicBezTo>
                    <a:pt x="1045" y="617"/>
                    <a:pt x="1051" y="615"/>
                    <a:pt x="1054" y="613"/>
                  </a:cubicBezTo>
                  <a:cubicBezTo>
                    <a:pt x="1056" y="611"/>
                    <a:pt x="1067" y="612"/>
                    <a:pt x="1068" y="614"/>
                  </a:cubicBezTo>
                  <a:cubicBezTo>
                    <a:pt x="1068" y="616"/>
                    <a:pt x="1075" y="617"/>
                    <a:pt x="1077" y="616"/>
                  </a:cubicBezTo>
                  <a:cubicBezTo>
                    <a:pt x="1080" y="615"/>
                    <a:pt x="1087" y="616"/>
                    <a:pt x="1088" y="619"/>
                  </a:cubicBezTo>
                  <a:cubicBezTo>
                    <a:pt x="1089" y="621"/>
                    <a:pt x="1097" y="622"/>
                    <a:pt x="1099" y="622"/>
                  </a:cubicBezTo>
                  <a:cubicBezTo>
                    <a:pt x="1101" y="621"/>
                    <a:pt x="1107" y="616"/>
                    <a:pt x="1110" y="616"/>
                  </a:cubicBezTo>
                  <a:cubicBezTo>
                    <a:pt x="1112" y="616"/>
                    <a:pt x="1115" y="613"/>
                    <a:pt x="1115" y="611"/>
                  </a:cubicBezTo>
                  <a:cubicBezTo>
                    <a:pt x="1114" y="609"/>
                    <a:pt x="1119" y="602"/>
                    <a:pt x="1120" y="599"/>
                  </a:cubicBezTo>
                  <a:cubicBezTo>
                    <a:pt x="1121" y="597"/>
                    <a:pt x="1125" y="589"/>
                    <a:pt x="1127" y="589"/>
                  </a:cubicBezTo>
                  <a:cubicBezTo>
                    <a:pt x="1129" y="588"/>
                    <a:pt x="1132" y="585"/>
                    <a:pt x="1132" y="583"/>
                  </a:cubicBezTo>
                  <a:cubicBezTo>
                    <a:pt x="1132" y="581"/>
                    <a:pt x="1131" y="575"/>
                    <a:pt x="1129" y="575"/>
                  </a:cubicBezTo>
                  <a:cubicBezTo>
                    <a:pt x="1127" y="575"/>
                    <a:pt x="1123" y="575"/>
                    <a:pt x="1128" y="569"/>
                  </a:cubicBezTo>
                  <a:cubicBezTo>
                    <a:pt x="1132" y="563"/>
                    <a:pt x="1141" y="564"/>
                    <a:pt x="1142" y="564"/>
                  </a:cubicBezTo>
                  <a:cubicBezTo>
                    <a:pt x="1143" y="564"/>
                    <a:pt x="1154" y="562"/>
                    <a:pt x="1159" y="563"/>
                  </a:cubicBezTo>
                  <a:cubicBezTo>
                    <a:pt x="1163" y="564"/>
                    <a:pt x="1166" y="562"/>
                    <a:pt x="1171" y="565"/>
                  </a:cubicBezTo>
                  <a:cubicBezTo>
                    <a:pt x="1176" y="568"/>
                    <a:pt x="1183" y="567"/>
                    <a:pt x="1185" y="569"/>
                  </a:cubicBezTo>
                  <a:cubicBezTo>
                    <a:pt x="1187" y="571"/>
                    <a:pt x="1193" y="573"/>
                    <a:pt x="1192" y="577"/>
                  </a:cubicBezTo>
                  <a:cubicBezTo>
                    <a:pt x="1191" y="581"/>
                    <a:pt x="1196" y="579"/>
                    <a:pt x="1198" y="588"/>
                  </a:cubicBezTo>
                  <a:cubicBezTo>
                    <a:pt x="1199" y="596"/>
                    <a:pt x="1203" y="597"/>
                    <a:pt x="1204" y="601"/>
                  </a:cubicBezTo>
                  <a:cubicBezTo>
                    <a:pt x="1205" y="605"/>
                    <a:pt x="1211" y="612"/>
                    <a:pt x="1210" y="615"/>
                  </a:cubicBezTo>
                  <a:cubicBezTo>
                    <a:pt x="1209" y="617"/>
                    <a:pt x="1209" y="621"/>
                    <a:pt x="1214" y="621"/>
                  </a:cubicBezTo>
                  <a:cubicBezTo>
                    <a:pt x="1220" y="621"/>
                    <a:pt x="1224" y="626"/>
                    <a:pt x="1225" y="625"/>
                  </a:cubicBezTo>
                  <a:cubicBezTo>
                    <a:pt x="1227" y="624"/>
                    <a:pt x="1233" y="627"/>
                    <a:pt x="1237" y="630"/>
                  </a:cubicBezTo>
                  <a:cubicBezTo>
                    <a:pt x="1240" y="633"/>
                    <a:pt x="1245" y="632"/>
                    <a:pt x="1245" y="635"/>
                  </a:cubicBezTo>
                  <a:cubicBezTo>
                    <a:pt x="1244" y="639"/>
                    <a:pt x="1247" y="642"/>
                    <a:pt x="1247" y="645"/>
                  </a:cubicBezTo>
                  <a:cubicBezTo>
                    <a:pt x="1247" y="648"/>
                    <a:pt x="1253" y="650"/>
                    <a:pt x="1258" y="649"/>
                  </a:cubicBezTo>
                  <a:cubicBezTo>
                    <a:pt x="1263" y="649"/>
                    <a:pt x="1266" y="651"/>
                    <a:pt x="1268" y="647"/>
                  </a:cubicBezTo>
                  <a:cubicBezTo>
                    <a:pt x="1270" y="643"/>
                    <a:pt x="1277" y="645"/>
                    <a:pt x="1279" y="643"/>
                  </a:cubicBezTo>
                  <a:cubicBezTo>
                    <a:pt x="1281" y="641"/>
                    <a:pt x="1288" y="639"/>
                    <a:pt x="1288" y="645"/>
                  </a:cubicBezTo>
                  <a:cubicBezTo>
                    <a:pt x="1288" y="651"/>
                    <a:pt x="1292" y="653"/>
                    <a:pt x="1288" y="655"/>
                  </a:cubicBezTo>
                  <a:cubicBezTo>
                    <a:pt x="1285" y="657"/>
                    <a:pt x="1283" y="665"/>
                    <a:pt x="1282" y="669"/>
                  </a:cubicBezTo>
                  <a:cubicBezTo>
                    <a:pt x="1281" y="673"/>
                    <a:pt x="1276" y="674"/>
                    <a:pt x="1276" y="678"/>
                  </a:cubicBezTo>
                  <a:cubicBezTo>
                    <a:pt x="1275" y="682"/>
                    <a:pt x="1270" y="682"/>
                    <a:pt x="1270" y="685"/>
                  </a:cubicBezTo>
                  <a:cubicBezTo>
                    <a:pt x="1270" y="688"/>
                    <a:pt x="1264" y="687"/>
                    <a:pt x="1260" y="685"/>
                  </a:cubicBezTo>
                  <a:cubicBezTo>
                    <a:pt x="1257" y="683"/>
                    <a:pt x="1254" y="689"/>
                    <a:pt x="1251" y="689"/>
                  </a:cubicBezTo>
                  <a:cubicBezTo>
                    <a:pt x="1248" y="689"/>
                    <a:pt x="1249" y="695"/>
                    <a:pt x="1249" y="697"/>
                  </a:cubicBezTo>
                  <a:cubicBezTo>
                    <a:pt x="1250" y="700"/>
                    <a:pt x="1248" y="703"/>
                    <a:pt x="1250" y="707"/>
                  </a:cubicBezTo>
                  <a:cubicBezTo>
                    <a:pt x="1251" y="709"/>
                    <a:pt x="1250" y="713"/>
                    <a:pt x="1251" y="717"/>
                  </a:cubicBezTo>
                  <a:cubicBezTo>
                    <a:pt x="1255" y="714"/>
                    <a:pt x="1259" y="712"/>
                    <a:pt x="1260" y="712"/>
                  </a:cubicBezTo>
                  <a:cubicBezTo>
                    <a:pt x="1264" y="712"/>
                    <a:pt x="1269" y="719"/>
                    <a:pt x="1273" y="720"/>
                  </a:cubicBezTo>
                  <a:cubicBezTo>
                    <a:pt x="1278" y="720"/>
                    <a:pt x="1299" y="706"/>
                    <a:pt x="1299" y="703"/>
                  </a:cubicBezTo>
                  <a:cubicBezTo>
                    <a:pt x="1299" y="701"/>
                    <a:pt x="1312" y="689"/>
                    <a:pt x="1318" y="683"/>
                  </a:cubicBezTo>
                  <a:cubicBezTo>
                    <a:pt x="1323" y="677"/>
                    <a:pt x="1331" y="668"/>
                    <a:pt x="1334" y="661"/>
                  </a:cubicBezTo>
                  <a:cubicBezTo>
                    <a:pt x="1336" y="656"/>
                    <a:pt x="1344" y="648"/>
                    <a:pt x="1346" y="645"/>
                  </a:cubicBezTo>
                  <a:cubicBezTo>
                    <a:pt x="1348" y="641"/>
                    <a:pt x="1349" y="641"/>
                    <a:pt x="1353" y="633"/>
                  </a:cubicBezTo>
                  <a:cubicBezTo>
                    <a:pt x="1357" y="625"/>
                    <a:pt x="1357" y="605"/>
                    <a:pt x="1358" y="604"/>
                  </a:cubicBezTo>
                  <a:cubicBezTo>
                    <a:pt x="1359" y="602"/>
                    <a:pt x="1358" y="599"/>
                    <a:pt x="1360" y="597"/>
                  </a:cubicBezTo>
                  <a:cubicBezTo>
                    <a:pt x="1362" y="594"/>
                    <a:pt x="1361" y="591"/>
                    <a:pt x="1364" y="589"/>
                  </a:cubicBezTo>
                  <a:cubicBezTo>
                    <a:pt x="1368" y="586"/>
                    <a:pt x="1367" y="583"/>
                    <a:pt x="1366" y="581"/>
                  </a:cubicBezTo>
                  <a:cubicBezTo>
                    <a:pt x="1365" y="579"/>
                    <a:pt x="1366" y="574"/>
                    <a:pt x="1365" y="573"/>
                  </a:cubicBezTo>
                  <a:cubicBezTo>
                    <a:pt x="1365" y="571"/>
                    <a:pt x="1365" y="570"/>
                    <a:pt x="1367" y="569"/>
                  </a:cubicBezTo>
                  <a:cubicBezTo>
                    <a:pt x="1369" y="568"/>
                    <a:pt x="1365" y="565"/>
                    <a:pt x="1363" y="564"/>
                  </a:cubicBezTo>
                  <a:cubicBezTo>
                    <a:pt x="1360" y="562"/>
                    <a:pt x="1356" y="561"/>
                    <a:pt x="1356" y="558"/>
                  </a:cubicBezTo>
                  <a:cubicBezTo>
                    <a:pt x="1355" y="555"/>
                    <a:pt x="1351" y="551"/>
                    <a:pt x="1347" y="551"/>
                  </a:cubicBezTo>
                  <a:cubicBezTo>
                    <a:pt x="1343" y="552"/>
                    <a:pt x="1336" y="549"/>
                    <a:pt x="1337" y="552"/>
                  </a:cubicBezTo>
                  <a:cubicBezTo>
                    <a:pt x="1338" y="554"/>
                    <a:pt x="1337" y="556"/>
                    <a:pt x="1335" y="556"/>
                  </a:cubicBezTo>
                  <a:cubicBezTo>
                    <a:pt x="1333" y="555"/>
                    <a:pt x="1332" y="557"/>
                    <a:pt x="1330" y="560"/>
                  </a:cubicBezTo>
                  <a:cubicBezTo>
                    <a:pt x="1328" y="563"/>
                    <a:pt x="1320" y="564"/>
                    <a:pt x="1324" y="560"/>
                  </a:cubicBezTo>
                  <a:cubicBezTo>
                    <a:pt x="1327" y="557"/>
                    <a:pt x="1323" y="557"/>
                    <a:pt x="1323" y="554"/>
                  </a:cubicBezTo>
                  <a:cubicBezTo>
                    <a:pt x="1324" y="550"/>
                    <a:pt x="1327" y="547"/>
                    <a:pt x="1323" y="549"/>
                  </a:cubicBezTo>
                  <a:cubicBezTo>
                    <a:pt x="1319" y="551"/>
                    <a:pt x="1319" y="557"/>
                    <a:pt x="1316" y="557"/>
                  </a:cubicBezTo>
                  <a:cubicBezTo>
                    <a:pt x="1313" y="558"/>
                    <a:pt x="1314" y="548"/>
                    <a:pt x="1315" y="546"/>
                  </a:cubicBezTo>
                  <a:cubicBezTo>
                    <a:pt x="1316" y="543"/>
                    <a:pt x="1309" y="546"/>
                    <a:pt x="1302" y="545"/>
                  </a:cubicBezTo>
                  <a:cubicBezTo>
                    <a:pt x="1295" y="545"/>
                    <a:pt x="1297" y="540"/>
                    <a:pt x="1302" y="537"/>
                  </a:cubicBezTo>
                  <a:cubicBezTo>
                    <a:pt x="1308" y="534"/>
                    <a:pt x="1307" y="531"/>
                    <a:pt x="1310" y="530"/>
                  </a:cubicBezTo>
                  <a:cubicBezTo>
                    <a:pt x="1313" y="529"/>
                    <a:pt x="1320" y="524"/>
                    <a:pt x="1324" y="522"/>
                  </a:cubicBezTo>
                  <a:cubicBezTo>
                    <a:pt x="1329" y="519"/>
                    <a:pt x="1330" y="516"/>
                    <a:pt x="1331" y="513"/>
                  </a:cubicBezTo>
                  <a:cubicBezTo>
                    <a:pt x="1332" y="511"/>
                    <a:pt x="1340" y="507"/>
                    <a:pt x="1347" y="501"/>
                  </a:cubicBezTo>
                  <a:cubicBezTo>
                    <a:pt x="1354" y="495"/>
                    <a:pt x="1357" y="492"/>
                    <a:pt x="1359" y="489"/>
                  </a:cubicBezTo>
                  <a:cubicBezTo>
                    <a:pt x="1361" y="485"/>
                    <a:pt x="1371" y="481"/>
                    <a:pt x="1372" y="478"/>
                  </a:cubicBezTo>
                  <a:cubicBezTo>
                    <a:pt x="1372" y="475"/>
                    <a:pt x="1384" y="469"/>
                    <a:pt x="1393" y="467"/>
                  </a:cubicBezTo>
                  <a:cubicBezTo>
                    <a:pt x="1401" y="465"/>
                    <a:pt x="1415" y="468"/>
                    <a:pt x="1417" y="470"/>
                  </a:cubicBezTo>
                  <a:cubicBezTo>
                    <a:pt x="1420" y="473"/>
                    <a:pt x="1422" y="472"/>
                    <a:pt x="1423" y="470"/>
                  </a:cubicBezTo>
                  <a:cubicBezTo>
                    <a:pt x="1425" y="468"/>
                    <a:pt x="1428" y="469"/>
                    <a:pt x="1434" y="470"/>
                  </a:cubicBezTo>
                  <a:cubicBezTo>
                    <a:pt x="1439" y="470"/>
                    <a:pt x="1441" y="467"/>
                    <a:pt x="1444" y="468"/>
                  </a:cubicBezTo>
                  <a:cubicBezTo>
                    <a:pt x="1448" y="469"/>
                    <a:pt x="1451" y="470"/>
                    <a:pt x="1454" y="466"/>
                  </a:cubicBezTo>
                  <a:cubicBezTo>
                    <a:pt x="1456" y="461"/>
                    <a:pt x="1467" y="462"/>
                    <a:pt x="1470" y="464"/>
                  </a:cubicBezTo>
                  <a:cubicBezTo>
                    <a:pt x="1472" y="466"/>
                    <a:pt x="1474" y="468"/>
                    <a:pt x="1478" y="465"/>
                  </a:cubicBezTo>
                  <a:cubicBezTo>
                    <a:pt x="1482" y="463"/>
                    <a:pt x="1482" y="469"/>
                    <a:pt x="1486" y="469"/>
                  </a:cubicBezTo>
                  <a:cubicBezTo>
                    <a:pt x="1490" y="470"/>
                    <a:pt x="1487" y="473"/>
                    <a:pt x="1484" y="473"/>
                  </a:cubicBezTo>
                  <a:cubicBezTo>
                    <a:pt x="1481" y="473"/>
                    <a:pt x="1476" y="475"/>
                    <a:pt x="1480" y="477"/>
                  </a:cubicBezTo>
                  <a:cubicBezTo>
                    <a:pt x="1484" y="479"/>
                    <a:pt x="1489" y="475"/>
                    <a:pt x="1492" y="475"/>
                  </a:cubicBezTo>
                  <a:cubicBezTo>
                    <a:pt x="1495" y="475"/>
                    <a:pt x="1499" y="476"/>
                    <a:pt x="1503" y="473"/>
                  </a:cubicBezTo>
                  <a:cubicBezTo>
                    <a:pt x="1508" y="470"/>
                    <a:pt x="1509" y="475"/>
                    <a:pt x="1511" y="473"/>
                  </a:cubicBezTo>
                  <a:cubicBezTo>
                    <a:pt x="1514" y="471"/>
                    <a:pt x="1520" y="470"/>
                    <a:pt x="1523" y="470"/>
                  </a:cubicBezTo>
                  <a:cubicBezTo>
                    <a:pt x="1526" y="470"/>
                    <a:pt x="1524" y="467"/>
                    <a:pt x="1519" y="467"/>
                  </a:cubicBezTo>
                  <a:cubicBezTo>
                    <a:pt x="1514" y="467"/>
                    <a:pt x="1514" y="464"/>
                    <a:pt x="1518" y="457"/>
                  </a:cubicBezTo>
                  <a:cubicBezTo>
                    <a:pt x="1522" y="450"/>
                    <a:pt x="1529" y="447"/>
                    <a:pt x="1534" y="442"/>
                  </a:cubicBezTo>
                  <a:cubicBezTo>
                    <a:pt x="1539" y="438"/>
                    <a:pt x="1543" y="440"/>
                    <a:pt x="1543" y="438"/>
                  </a:cubicBezTo>
                  <a:cubicBezTo>
                    <a:pt x="1543" y="435"/>
                    <a:pt x="1545" y="427"/>
                    <a:pt x="1549" y="427"/>
                  </a:cubicBezTo>
                  <a:cubicBezTo>
                    <a:pt x="1552" y="427"/>
                    <a:pt x="1561" y="429"/>
                    <a:pt x="1567" y="426"/>
                  </a:cubicBezTo>
                  <a:cubicBezTo>
                    <a:pt x="1573" y="422"/>
                    <a:pt x="1572" y="428"/>
                    <a:pt x="1575" y="429"/>
                  </a:cubicBezTo>
                  <a:cubicBezTo>
                    <a:pt x="1577" y="430"/>
                    <a:pt x="1580" y="424"/>
                    <a:pt x="1583" y="426"/>
                  </a:cubicBezTo>
                  <a:cubicBezTo>
                    <a:pt x="1585" y="427"/>
                    <a:pt x="1579" y="431"/>
                    <a:pt x="1577" y="436"/>
                  </a:cubicBezTo>
                  <a:cubicBezTo>
                    <a:pt x="1576" y="441"/>
                    <a:pt x="1581" y="439"/>
                    <a:pt x="1584" y="440"/>
                  </a:cubicBezTo>
                  <a:cubicBezTo>
                    <a:pt x="1586" y="442"/>
                    <a:pt x="1580" y="444"/>
                    <a:pt x="1581" y="445"/>
                  </a:cubicBezTo>
                  <a:cubicBezTo>
                    <a:pt x="1581" y="446"/>
                    <a:pt x="1587" y="446"/>
                    <a:pt x="1594" y="439"/>
                  </a:cubicBezTo>
                  <a:cubicBezTo>
                    <a:pt x="1602" y="432"/>
                    <a:pt x="1608" y="430"/>
                    <a:pt x="1613" y="430"/>
                  </a:cubicBezTo>
                  <a:cubicBezTo>
                    <a:pt x="1618" y="431"/>
                    <a:pt x="1615" y="426"/>
                    <a:pt x="1615" y="419"/>
                  </a:cubicBezTo>
                  <a:cubicBezTo>
                    <a:pt x="1616" y="412"/>
                    <a:pt x="1630" y="410"/>
                    <a:pt x="1635" y="412"/>
                  </a:cubicBezTo>
                  <a:cubicBezTo>
                    <a:pt x="1639" y="414"/>
                    <a:pt x="1639" y="416"/>
                    <a:pt x="1634" y="415"/>
                  </a:cubicBezTo>
                  <a:cubicBezTo>
                    <a:pt x="1630" y="414"/>
                    <a:pt x="1626" y="418"/>
                    <a:pt x="1626" y="424"/>
                  </a:cubicBezTo>
                  <a:cubicBezTo>
                    <a:pt x="1626" y="429"/>
                    <a:pt x="1622" y="431"/>
                    <a:pt x="1624" y="433"/>
                  </a:cubicBezTo>
                  <a:cubicBezTo>
                    <a:pt x="1626" y="435"/>
                    <a:pt x="1621" y="436"/>
                    <a:pt x="1621" y="438"/>
                  </a:cubicBezTo>
                  <a:cubicBezTo>
                    <a:pt x="1621" y="441"/>
                    <a:pt x="1621" y="442"/>
                    <a:pt x="1617" y="443"/>
                  </a:cubicBezTo>
                  <a:cubicBezTo>
                    <a:pt x="1614" y="444"/>
                    <a:pt x="1603" y="446"/>
                    <a:pt x="1603" y="450"/>
                  </a:cubicBezTo>
                  <a:cubicBezTo>
                    <a:pt x="1602" y="454"/>
                    <a:pt x="1596" y="455"/>
                    <a:pt x="1593" y="460"/>
                  </a:cubicBezTo>
                  <a:cubicBezTo>
                    <a:pt x="1591" y="465"/>
                    <a:pt x="1580" y="469"/>
                    <a:pt x="1573" y="479"/>
                  </a:cubicBezTo>
                  <a:cubicBezTo>
                    <a:pt x="1565" y="490"/>
                    <a:pt x="1554" y="490"/>
                    <a:pt x="1554" y="492"/>
                  </a:cubicBezTo>
                  <a:cubicBezTo>
                    <a:pt x="1554" y="494"/>
                    <a:pt x="1546" y="494"/>
                    <a:pt x="1544" y="494"/>
                  </a:cubicBezTo>
                  <a:cubicBezTo>
                    <a:pt x="1541" y="494"/>
                    <a:pt x="1546" y="501"/>
                    <a:pt x="1540" y="508"/>
                  </a:cubicBezTo>
                  <a:cubicBezTo>
                    <a:pt x="1533" y="515"/>
                    <a:pt x="1529" y="524"/>
                    <a:pt x="1529" y="534"/>
                  </a:cubicBezTo>
                  <a:cubicBezTo>
                    <a:pt x="1530" y="543"/>
                    <a:pt x="1533" y="570"/>
                    <a:pt x="1536" y="575"/>
                  </a:cubicBezTo>
                  <a:cubicBezTo>
                    <a:pt x="1538" y="580"/>
                    <a:pt x="1537" y="592"/>
                    <a:pt x="1539" y="594"/>
                  </a:cubicBezTo>
                  <a:cubicBezTo>
                    <a:pt x="1541" y="597"/>
                    <a:pt x="1541" y="601"/>
                    <a:pt x="1542" y="603"/>
                  </a:cubicBezTo>
                  <a:cubicBezTo>
                    <a:pt x="1544" y="604"/>
                    <a:pt x="1550" y="596"/>
                    <a:pt x="1554" y="592"/>
                  </a:cubicBezTo>
                  <a:cubicBezTo>
                    <a:pt x="1558" y="589"/>
                    <a:pt x="1557" y="588"/>
                    <a:pt x="1560" y="586"/>
                  </a:cubicBezTo>
                  <a:cubicBezTo>
                    <a:pt x="1562" y="584"/>
                    <a:pt x="1561" y="576"/>
                    <a:pt x="1562" y="574"/>
                  </a:cubicBezTo>
                  <a:cubicBezTo>
                    <a:pt x="1563" y="572"/>
                    <a:pt x="1568" y="571"/>
                    <a:pt x="1570" y="569"/>
                  </a:cubicBezTo>
                  <a:cubicBezTo>
                    <a:pt x="1571" y="567"/>
                    <a:pt x="1576" y="568"/>
                    <a:pt x="1578" y="568"/>
                  </a:cubicBezTo>
                  <a:cubicBezTo>
                    <a:pt x="1580" y="567"/>
                    <a:pt x="1578" y="561"/>
                    <a:pt x="1577" y="558"/>
                  </a:cubicBezTo>
                  <a:cubicBezTo>
                    <a:pt x="1576" y="555"/>
                    <a:pt x="1584" y="551"/>
                    <a:pt x="1588" y="548"/>
                  </a:cubicBezTo>
                  <a:cubicBezTo>
                    <a:pt x="1592" y="545"/>
                    <a:pt x="1597" y="550"/>
                    <a:pt x="1601" y="545"/>
                  </a:cubicBezTo>
                  <a:cubicBezTo>
                    <a:pt x="1606" y="541"/>
                    <a:pt x="1601" y="536"/>
                    <a:pt x="1599" y="534"/>
                  </a:cubicBezTo>
                  <a:cubicBezTo>
                    <a:pt x="1598" y="532"/>
                    <a:pt x="1604" y="522"/>
                    <a:pt x="1607" y="521"/>
                  </a:cubicBezTo>
                  <a:cubicBezTo>
                    <a:pt x="1611" y="520"/>
                    <a:pt x="1613" y="523"/>
                    <a:pt x="1616" y="520"/>
                  </a:cubicBezTo>
                  <a:cubicBezTo>
                    <a:pt x="1619" y="517"/>
                    <a:pt x="1613" y="512"/>
                    <a:pt x="1611" y="513"/>
                  </a:cubicBezTo>
                  <a:cubicBezTo>
                    <a:pt x="1608" y="513"/>
                    <a:pt x="1608" y="504"/>
                    <a:pt x="1613" y="500"/>
                  </a:cubicBezTo>
                  <a:cubicBezTo>
                    <a:pt x="1619" y="496"/>
                    <a:pt x="1616" y="495"/>
                    <a:pt x="1613" y="494"/>
                  </a:cubicBezTo>
                  <a:cubicBezTo>
                    <a:pt x="1609" y="493"/>
                    <a:pt x="1608" y="494"/>
                    <a:pt x="1606" y="494"/>
                  </a:cubicBezTo>
                  <a:cubicBezTo>
                    <a:pt x="1603" y="495"/>
                    <a:pt x="1600" y="489"/>
                    <a:pt x="1604" y="483"/>
                  </a:cubicBezTo>
                  <a:cubicBezTo>
                    <a:pt x="1609" y="477"/>
                    <a:pt x="1613" y="478"/>
                    <a:pt x="1614" y="473"/>
                  </a:cubicBezTo>
                  <a:cubicBezTo>
                    <a:pt x="1615" y="468"/>
                    <a:pt x="1621" y="461"/>
                    <a:pt x="1622" y="459"/>
                  </a:cubicBezTo>
                  <a:cubicBezTo>
                    <a:pt x="1624" y="456"/>
                    <a:pt x="1630" y="459"/>
                    <a:pt x="1632" y="458"/>
                  </a:cubicBezTo>
                  <a:cubicBezTo>
                    <a:pt x="1634" y="458"/>
                    <a:pt x="1634" y="463"/>
                    <a:pt x="1636" y="460"/>
                  </a:cubicBezTo>
                  <a:cubicBezTo>
                    <a:pt x="1639" y="458"/>
                    <a:pt x="1644" y="449"/>
                    <a:pt x="1648" y="449"/>
                  </a:cubicBezTo>
                  <a:cubicBezTo>
                    <a:pt x="1652" y="449"/>
                    <a:pt x="1649" y="455"/>
                    <a:pt x="1650" y="459"/>
                  </a:cubicBezTo>
                  <a:cubicBezTo>
                    <a:pt x="1651" y="463"/>
                    <a:pt x="1653" y="458"/>
                    <a:pt x="1661" y="453"/>
                  </a:cubicBezTo>
                  <a:cubicBezTo>
                    <a:pt x="1668" y="448"/>
                    <a:pt x="1684" y="449"/>
                    <a:pt x="1689" y="451"/>
                  </a:cubicBezTo>
                  <a:cubicBezTo>
                    <a:pt x="1694" y="453"/>
                    <a:pt x="1694" y="459"/>
                    <a:pt x="1697" y="458"/>
                  </a:cubicBezTo>
                  <a:cubicBezTo>
                    <a:pt x="1701" y="457"/>
                    <a:pt x="1698" y="453"/>
                    <a:pt x="1702" y="451"/>
                  </a:cubicBezTo>
                  <a:cubicBezTo>
                    <a:pt x="1706" y="450"/>
                    <a:pt x="1713" y="446"/>
                    <a:pt x="1718" y="442"/>
                  </a:cubicBezTo>
                  <a:cubicBezTo>
                    <a:pt x="1723" y="438"/>
                    <a:pt x="1722" y="441"/>
                    <a:pt x="1725" y="438"/>
                  </a:cubicBezTo>
                  <a:cubicBezTo>
                    <a:pt x="1728" y="434"/>
                    <a:pt x="1730" y="436"/>
                    <a:pt x="1731" y="433"/>
                  </a:cubicBezTo>
                  <a:cubicBezTo>
                    <a:pt x="1732" y="431"/>
                    <a:pt x="1740" y="427"/>
                    <a:pt x="1750" y="425"/>
                  </a:cubicBezTo>
                  <a:cubicBezTo>
                    <a:pt x="1761" y="423"/>
                    <a:pt x="1774" y="416"/>
                    <a:pt x="1774" y="413"/>
                  </a:cubicBezTo>
                  <a:cubicBezTo>
                    <a:pt x="1773" y="411"/>
                    <a:pt x="1778" y="410"/>
                    <a:pt x="1778" y="412"/>
                  </a:cubicBezTo>
                  <a:cubicBezTo>
                    <a:pt x="1779" y="415"/>
                    <a:pt x="1783" y="414"/>
                    <a:pt x="1788" y="415"/>
                  </a:cubicBezTo>
                  <a:cubicBezTo>
                    <a:pt x="1794" y="416"/>
                    <a:pt x="1796" y="418"/>
                    <a:pt x="1801" y="414"/>
                  </a:cubicBezTo>
                  <a:cubicBezTo>
                    <a:pt x="1805" y="410"/>
                    <a:pt x="1800" y="408"/>
                    <a:pt x="1800" y="405"/>
                  </a:cubicBezTo>
                  <a:cubicBezTo>
                    <a:pt x="1800" y="401"/>
                    <a:pt x="1793" y="398"/>
                    <a:pt x="1794" y="394"/>
                  </a:cubicBezTo>
                  <a:cubicBezTo>
                    <a:pt x="1795" y="391"/>
                    <a:pt x="1788" y="382"/>
                    <a:pt x="1786" y="383"/>
                  </a:cubicBezTo>
                  <a:cubicBezTo>
                    <a:pt x="1784" y="385"/>
                    <a:pt x="1779" y="382"/>
                    <a:pt x="1779" y="379"/>
                  </a:cubicBezTo>
                  <a:cubicBezTo>
                    <a:pt x="1779" y="377"/>
                    <a:pt x="1779" y="373"/>
                    <a:pt x="1776" y="375"/>
                  </a:cubicBezTo>
                  <a:cubicBezTo>
                    <a:pt x="1773" y="377"/>
                    <a:pt x="1767" y="376"/>
                    <a:pt x="1766" y="373"/>
                  </a:cubicBezTo>
                  <a:cubicBezTo>
                    <a:pt x="1765" y="370"/>
                    <a:pt x="1773" y="368"/>
                    <a:pt x="1778" y="370"/>
                  </a:cubicBezTo>
                  <a:cubicBezTo>
                    <a:pt x="1783" y="372"/>
                    <a:pt x="1781" y="374"/>
                    <a:pt x="1784" y="376"/>
                  </a:cubicBezTo>
                  <a:cubicBezTo>
                    <a:pt x="1786" y="377"/>
                    <a:pt x="1793" y="377"/>
                    <a:pt x="1796" y="375"/>
                  </a:cubicBezTo>
                  <a:cubicBezTo>
                    <a:pt x="1800" y="373"/>
                    <a:pt x="1810" y="370"/>
                    <a:pt x="1811" y="367"/>
                  </a:cubicBezTo>
                  <a:cubicBezTo>
                    <a:pt x="1813" y="364"/>
                    <a:pt x="1811" y="363"/>
                    <a:pt x="1815" y="361"/>
                  </a:cubicBezTo>
                  <a:cubicBezTo>
                    <a:pt x="1818" y="360"/>
                    <a:pt x="1815" y="356"/>
                    <a:pt x="1813" y="355"/>
                  </a:cubicBezTo>
                  <a:cubicBezTo>
                    <a:pt x="1810" y="353"/>
                    <a:pt x="1810" y="349"/>
                    <a:pt x="1813" y="349"/>
                  </a:cubicBezTo>
                  <a:cubicBezTo>
                    <a:pt x="1816" y="349"/>
                    <a:pt x="1816" y="346"/>
                    <a:pt x="1818" y="346"/>
                  </a:cubicBezTo>
                  <a:cubicBezTo>
                    <a:pt x="1820" y="345"/>
                    <a:pt x="1820" y="347"/>
                    <a:pt x="1824" y="345"/>
                  </a:cubicBezTo>
                  <a:cubicBezTo>
                    <a:pt x="1827" y="343"/>
                    <a:pt x="1824" y="348"/>
                    <a:pt x="1822" y="351"/>
                  </a:cubicBezTo>
                  <a:cubicBezTo>
                    <a:pt x="1820" y="354"/>
                    <a:pt x="1826" y="357"/>
                    <a:pt x="1826" y="359"/>
                  </a:cubicBezTo>
                  <a:cubicBezTo>
                    <a:pt x="1827" y="361"/>
                    <a:pt x="1834" y="361"/>
                    <a:pt x="1838" y="359"/>
                  </a:cubicBezTo>
                  <a:cubicBezTo>
                    <a:pt x="1842" y="357"/>
                    <a:pt x="1855" y="362"/>
                    <a:pt x="1855" y="365"/>
                  </a:cubicBezTo>
                  <a:cubicBezTo>
                    <a:pt x="1856" y="368"/>
                    <a:pt x="1858" y="372"/>
                    <a:pt x="1863" y="375"/>
                  </a:cubicBezTo>
                  <a:cubicBezTo>
                    <a:pt x="1869" y="377"/>
                    <a:pt x="1874" y="376"/>
                    <a:pt x="1875" y="379"/>
                  </a:cubicBezTo>
                  <a:cubicBezTo>
                    <a:pt x="1876" y="381"/>
                    <a:pt x="1878" y="383"/>
                    <a:pt x="1881" y="382"/>
                  </a:cubicBezTo>
                  <a:cubicBezTo>
                    <a:pt x="1884" y="381"/>
                    <a:pt x="1885" y="385"/>
                    <a:pt x="1887" y="383"/>
                  </a:cubicBezTo>
                  <a:cubicBezTo>
                    <a:pt x="1890" y="381"/>
                    <a:pt x="1891" y="384"/>
                    <a:pt x="1894" y="381"/>
                  </a:cubicBezTo>
                  <a:cubicBezTo>
                    <a:pt x="1896" y="379"/>
                    <a:pt x="1887" y="377"/>
                    <a:pt x="1889" y="375"/>
                  </a:cubicBezTo>
                  <a:cubicBezTo>
                    <a:pt x="1890" y="373"/>
                    <a:pt x="1892" y="377"/>
                    <a:pt x="1894" y="376"/>
                  </a:cubicBezTo>
                  <a:cubicBezTo>
                    <a:pt x="1897" y="376"/>
                    <a:pt x="1893" y="371"/>
                    <a:pt x="1895" y="371"/>
                  </a:cubicBezTo>
                  <a:cubicBezTo>
                    <a:pt x="1897" y="370"/>
                    <a:pt x="1896" y="360"/>
                    <a:pt x="1894" y="360"/>
                  </a:cubicBezTo>
                  <a:cubicBezTo>
                    <a:pt x="1892" y="359"/>
                    <a:pt x="1893" y="356"/>
                    <a:pt x="1897" y="358"/>
                  </a:cubicBezTo>
                  <a:cubicBezTo>
                    <a:pt x="1901" y="361"/>
                    <a:pt x="1907" y="361"/>
                    <a:pt x="1910" y="361"/>
                  </a:cubicBezTo>
                  <a:cubicBezTo>
                    <a:pt x="1913" y="361"/>
                    <a:pt x="1910" y="358"/>
                    <a:pt x="1907" y="358"/>
                  </a:cubicBezTo>
                  <a:cubicBezTo>
                    <a:pt x="1904" y="357"/>
                    <a:pt x="1908" y="355"/>
                    <a:pt x="1910" y="357"/>
                  </a:cubicBezTo>
                  <a:cubicBezTo>
                    <a:pt x="1912" y="359"/>
                    <a:pt x="1915" y="360"/>
                    <a:pt x="1916" y="358"/>
                  </a:cubicBezTo>
                  <a:cubicBezTo>
                    <a:pt x="1916" y="356"/>
                    <a:pt x="1918" y="351"/>
                    <a:pt x="1922" y="351"/>
                  </a:cubicBezTo>
                  <a:cubicBezTo>
                    <a:pt x="1925" y="352"/>
                    <a:pt x="1926" y="350"/>
                    <a:pt x="1923" y="348"/>
                  </a:cubicBezTo>
                  <a:close/>
                  <a:moveTo>
                    <a:pt x="993" y="567"/>
                  </a:moveTo>
                  <a:cubicBezTo>
                    <a:pt x="984" y="576"/>
                    <a:pt x="965" y="578"/>
                    <a:pt x="965" y="585"/>
                  </a:cubicBezTo>
                  <a:cubicBezTo>
                    <a:pt x="965" y="592"/>
                    <a:pt x="942" y="595"/>
                    <a:pt x="940" y="592"/>
                  </a:cubicBezTo>
                  <a:cubicBezTo>
                    <a:pt x="938" y="589"/>
                    <a:pt x="957" y="589"/>
                    <a:pt x="961" y="579"/>
                  </a:cubicBezTo>
                  <a:cubicBezTo>
                    <a:pt x="966" y="569"/>
                    <a:pt x="983" y="563"/>
                    <a:pt x="991" y="550"/>
                  </a:cubicBezTo>
                  <a:cubicBezTo>
                    <a:pt x="997" y="541"/>
                    <a:pt x="1002" y="526"/>
                    <a:pt x="1006" y="527"/>
                  </a:cubicBezTo>
                  <a:cubicBezTo>
                    <a:pt x="1009" y="528"/>
                    <a:pt x="1003" y="559"/>
                    <a:pt x="993" y="567"/>
                  </a:cubicBezTo>
                  <a:close/>
                  <a:moveTo>
                    <a:pt x="385" y="202"/>
                  </a:moveTo>
                  <a:cubicBezTo>
                    <a:pt x="385" y="206"/>
                    <a:pt x="383" y="208"/>
                    <a:pt x="377" y="208"/>
                  </a:cubicBezTo>
                  <a:cubicBezTo>
                    <a:pt x="370" y="208"/>
                    <a:pt x="380" y="212"/>
                    <a:pt x="380" y="216"/>
                  </a:cubicBezTo>
                  <a:cubicBezTo>
                    <a:pt x="381" y="219"/>
                    <a:pt x="374" y="217"/>
                    <a:pt x="374" y="222"/>
                  </a:cubicBezTo>
                  <a:cubicBezTo>
                    <a:pt x="373" y="228"/>
                    <a:pt x="361" y="222"/>
                    <a:pt x="360" y="230"/>
                  </a:cubicBezTo>
                  <a:cubicBezTo>
                    <a:pt x="358" y="237"/>
                    <a:pt x="366" y="236"/>
                    <a:pt x="371" y="236"/>
                  </a:cubicBezTo>
                  <a:cubicBezTo>
                    <a:pt x="376" y="237"/>
                    <a:pt x="369" y="242"/>
                    <a:pt x="373" y="245"/>
                  </a:cubicBezTo>
                  <a:cubicBezTo>
                    <a:pt x="377" y="248"/>
                    <a:pt x="380" y="247"/>
                    <a:pt x="377" y="241"/>
                  </a:cubicBezTo>
                  <a:cubicBezTo>
                    <a:pt x="375" y="235"/>
                    <a:pt x="391" y="243"/>
                    <a:pt x="386" y="247"/>
                  </a:cubicBezTo>
                  <a:cubicBezTo>
                    <a:pt x="381" y="252"/>
                    <a:pt x="394" y="255"/>
                    <a:pt x="401" y="255"/>
                  </a:cubicBezTo>
                  <a:cubicBezTo>
                    <a:pt x="407" y="256"/>
                    <a:pt x="429" y="260"/>
                    <a:pt x="430" y="255"/>
                  </a:cubicBezTo>
                  <a:cubicBezTo>
                    <a:pt x="430" y="252"/>
                    <a:pt x="422" y="249"/>
                    <a:pt x="415" y="242"/>
                  </a:cubicBezTo>
                  <a:cubicBezTo>
                    <a:pt x="408" y="234"/>
                    <a:pt x="403" y="222"/>
                    <a:pt x="411" y="217"/>
                  </a:cubicBezTo>
                  <a:cubicBezTo>
                    <a:pt x="419" y="212"/>
                    <a:pt x="412" y="210"/>
                    <a:pt x="420" y="204"/>
                  </a:cubicBezTo>
                  <a:cubicBezTo>
                    <a:pt x="428" y="199"/>
                    <a:pt x="423" y="193"/>
                    <a:pt x="430" y="193"/>
                  </a:cubicBezTo>
                  <a:cubicBezTo>
                    <a:pt x="436" y="192"/>
                    <a:pt x="429" y="186"/>
                    <a:pt x="436" y="185"/>
                  </a:cubicBezTo>
                  <a:cubicBezTo>
                    <a:pt x="442" y="184"/>
                    <a:pt x="444" y="177"/>
                    <a:pt x="443" y="174"/>
                  </a:cubicBezTo>
                  <a:cubicBezTo>
                    <a:pt x="442" y="171"/>
                    <a:pt x="450" y="174"/>
                    <a:pt x="453" y="170"/>
                  </a:cubicBezTo>
                  <a:cubicBezTo>
                    <a:pt x="457" y="166"/>
                    <a:pt x="466" y="169"/>
                    <a:pt x="468" y="163"/>
                  </a:cubicBezTo>
                  <a:cubicBezTo>
                    <a:pt x="471" y="158"/>
                    <a:pt x="509" y="145"/>
                    <a:pt x="531" y="140"/>
                  </a:cubicBezTo>
                  <a:cubicBezTo>
                    <a:pt x="553" y="135"/>
                    <a:pt x="568" y="126"/>
                    <a:pt x="560" y="120"/>
                  </a:cubicBezTo>
                  <a:cubicBezTo>
                    <a:pt x="552" y="114"/>
                    <a:pt x="531" y="122"/>
                    <a:pt x="525" y="126"/>
                  </a:cubicBezTo>
                  <a:cubicBezTo>
                    <a:pt x="520" y="131"/>
                    <a:pt x="512" y="128"/>
                    <a:pt x="507" y="131"/>
                  </a:cubicBezTo>
                  <a:cubicBezTo>
                    <a:pt x="502" y="134"/>
                    <a:pt x="490" y="136"/>
                    <a:pt x="485" y="133"/>
                  </a:cubicBezTo>
                  <a:cubicBezTo>
                    <a:pt x="479" y="129"/>
                    <a:pt x="472" y="137"/>
                    <a:pt x="468" y="137"/>
                  </a:cubicBezTo>
                  <a:cubicBezTo>
                    <a:pt x="464" y="136"/>
                    <a:pt x="459" y="141"/>
                    <a:pt x="454" y="141"/>
                  </a:cubicBezTo>
                  <a:cubicBezTo>
                    <a:pt x="449" y="140"/>
                    <a:pt x="440" y="144"/>
                    <a:pt x="439" y="147"/>
                  </a:cubicBezTo>
                  <a:cubicBezTo>
                    <a:pt x="439" y="150"/>
                    <a:pt x="431" y="149"/>
                    <a:pt x="431" y="152"/>
                  </a:cubicBezTo>
                  <a:cubicBezTo>
                    <a:pt x="431" y="156"/>
                    <a:pt x="424" y="159"/>
                    <a:pt x="421" y="156"/>
                  </a:cubicBezTo>
                  <a:cubicBezTo>
                    <a:pt x="418" y="153"/>
                    <a:pt x="414" y="159"/>
                    <a:pt x="418" y="163"/>
                  </a:cubicBezTo>
                  <a:cubicBezTo>
                    <a:pt x="423" y="168"/>
                    <a:pt x="410" y="168"/>
                    <a:pt x="412" y="171"/>
                  </a:cubicBezTo>
                  <a:cubicBezTo>
                    <a:pt x="414" y="173"/>
                    <a:pt x="407" y="175"/>
                    <a:pt x="409" y="178"/>
                  </a:cubicBezTo>
                  <a:cubicBezTo>
                    <a:pt x="410" y="181"/>
                    <a:pt x="404" y="182"/>
                    <a:pt x="399" y="183"/>
                  </a:cubicBezTo>
                  <a:cubicBezTo>
                    <a:pt x="394" y="184"/>
                    <a:pt x="391" y="191"/>
                    <a:pt x="398" y="191"/>
                  </a:cubicBezTo>
                  <a:cubicBezTo>
                    <a:pt x="404" y="191"/>
                    <a:pt x="394" y="192"/>
                    <a:pt x="395" y="197"/>
                  </a:cubicBezTo>
                  <a:cubicBezTo>
                    <a:pt x="395" y="202"/>
                    <a:pt x="384" y="199"/>
                    <a:pt x="385" y="202"/>
                  </a:cubicBezTo>
                  <a:close/>
                  <a:moveTo>
                    <a:pt x="430" y="29"/>
                  </a:moveTo>
                  <a:cubicBezTo>
                    <a:pt x="431" y="32"/>
                    <a:pt x="429" y="32"/>
                    <a:pt x="422" y="32"/>
                  </a:cubicBezTo>
                  <a:cubicBezTo>
                    <a:pt x="415" y="32"/>
                    <a:pt x="412" y="36"/>
                    <a:pt x="415" y="39"/>
                  </a:cubicBezTo>
                  <a:cubicBezTo>
                    <a:pt x="419" y="42"/>
                    <a:pt x="437" y="41"/>
                    <a:pt x="440" y="37"/>
                  </a:cubicBezTo>
                  <a:cubicBezTo>
                    <a:pt x="443" y="33"/>
                    <a:pt x="451" y="36"/>
                    <a:pt x="452" y="32"/>
                  </a:cubicBezTo>
                  <a:cubicBezTo>
                    <a:pt x="453" y="28"/>
                    <a:pt x="429" y="26"/>
                    <a:pt x="430" y="29"/>
                  </a:cubicBezTo>
                  <a:close/>
                  <a:moveTo>
                    <a:pt x="387" y="33"/>
                  </a:moveTo>
                  <a:cubicBezTo>
                    <a:pt x="387" y="28"/>
                    <a:pt x="370" y="34"/>
                    <a:pt x="373" y="35"/>
                  </a:cubicBezTo>
                  <a:cubicBezTo>
                    <a:pt x="376" y="36"/>
                    <a:pt x="387" y="39"/>
                    <a:pt x="387" y="33"/>
                  </a:cubicBezTo>
                  <a:close/>
                  <a:moveTo>
                    <a:pt x="429" y="11"/>
                  </a:moveTo>
                  <a:cubicBezTo>
                    <a:pt x="437" y="11"/>
                    <a:pt x="434" y="6"/>
                    <a:pt x="440" y="7"/>
                  </a:cubicBezTo>
                  <a:cubicBezTo>
                    <a:pt x="445" y="7"/>
                    <a:pt x="452" y="7"/>
                    <a:pt x="449" y="4"/>
                  </a:cubicBezTo>
                  <a:cubicBezTo>
                    <a:pt x="447" y="0"/>
                    <a:pt x="427" y="2"/>
                    <a:pt x="429" y="4"/>
                  </a:cubicBezTo>
                  <a:cubicBezTo>
                    <a:pt x="431" y="7"/>
                    <a:pt x="414" y="6"/>
                    <a:pt x="414" y="7"/>
                  </a:cubicBezTo>
                  <a:cubicBezTo>
                    <a:pt x="415" y="9"/>
                    <a:pt x="421" y="11"/>
                    <a:pt x="429" y="11"/>
                  </a:cubicBezTo>
                  <a:close/>
                  <a:moveTo>
                    <a:pt x="487" y="23"/>
                  </a:moveTo>
                  <a:cubicBezTo>
                    <a:pt x="490" y="20"/>
                    <a:pt x="483" y="20"/>
                    <a:pt x="482" y="17"/>
                  </a:cubicBezTo>
                  <a:cubicBezTo>
                    <a:pt x="482" y="14"/>
                    <a:pt x="463" y="13"/>
                    <a:pt x="464" y="16"/>
                  </a:cubicBezTo>
                  <a:cubicBezTo>
                    <a:pt x="465" y="20"/>
                    <a:pt x="451" y="23"/>
                    <a:pt x="455" y="27"/>
                  </a:cubicBezTo>
                  <a:cubicBezTo>
                    <a:pt x="463" y="33"/>
                    <a:pt x="485" y="26"/>
                    <a:pt x="487" y="23"/>
                  </a:cubicBezTo>
                  <a:close/>
                  <a:moveTo>
                    <a:pt x="434" y="17"/>
                  </a:moveTo>
                  <a:cubicBezTo>
                    <a:pt x="435" y="10"/>
                    <a:pt x="424" y="16"/>
                    <a:pt x="415" y="12"/>
                  </a:cubicBezTo>
                  <a:cubicBezTo>
                    <a:pt x="406" y="9"/>
                    <a:pt x="401" y="9"/>
                    <a:pt x="407" y="14"/>
                  </a:cubicBezTo>
                  <a:cubicBezTo>
                    <a:pt x="410" y="16"/>
                    <a:pt x="392" y="18"/>
                    <a:pt x="395" y="21"/>
                  </a:cubicBezTo>
                  <a:cubicBezTo>
                    <a:pt x="401" y="27"/>
                    <a:pt x="433" y="24"/>
                    <a:pt x="434" y="17"/>
                  </a:cubicBezTo>
                  <a:close/>
                </a:path>
              </a:pathLst>
            </a:custGeom>
            <a:grpFill/>
            <a:ln w="9525">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1" name="Freeform 158"/>
            <p:cNvSpPr>
              <a:spLocks noChangeArrowheads="1"/>
            </p:cNvSpPr>
            <p:nvPr/>
          </p:nvSpPr>
          <p:spPr bwMode="auto">
            <a:xfrm>
              <a:off x="3908438" y="2347914"/>
              <a:ext cx="395289" cy="415926"/>
            </a:xfrm>
            <a:custGeom>
              <a:avLst/>
              <a:gdLst>
                <a:gd name="T0" fmla="*/ 184 w 206"/>
                <a:gd name="T1" fmla="*/ 102 h 218"/>
                <a:gd name="T2" fmla="*/ 184 w 206"/>
                <a:gd name="T3" fmla="*/ 95 h 218"/>
                <a:gd name="T4" fmla="*/ 181 w 206"/>
                <a:gd name="T5" fmla="*/ 91 h 218"/>
                <a:gd name="T6" fmla="*/ 186 w 206"/>
                <a:gd name="T7" fmla="*/ 81 h 218"/>
                <a:gd name="T8" fmla="*/ 189 w 206"/>
                <a:gd name="T9" fmla="*/ 71 h 218"/>
                <a:gd name="T10" fmla="*/ 194 w 206"/>
                <a:gd name="T11" fmla="*/ 54 h 218"/>
                <a:gd name="T12" fmla="*/ 203 w 206"/>
                <a:gd name="T13" fmla="*/ 44 h 218"/>
                <a:gd name="T14" fmla="*/ 203 w 206"/>
                <a:gd name="T15" fmla="*/ 33 h 218"/>
                <a:gd name="T16" fmla="*/ 204 w 206"/>
                <a:gd name="T17" fmla="*/ 23 h 218"/>
                <a:gd name="T18" fmla="*/ 185 w 206"/>
                <a:gd name="T19" fmla="*/ 13 h 218"/>
                <a:gd name="T20" fmla="*/ 172 w 206"/>
                <a:gd name="T21" fmla="*/ 13 h 218"/>
                <a:gd name="T22" fmla="*/ 164 w 206"/>
                <a:gd name="T23" fmla="*/ 4 h 218"/>
                <a:gd name="T24" fmla="*/ 156 w 206"/>
                <a:gd name="T25" fmla="*/ 6 h 218"/>
                <a:gd name="T26" fmla="*/ 134 w 206"/>
                <a:gd name="T27" fmla="*/ 6 h 218"/>
                <a:gd name="T28" fmla="*/ 114 w 206"/>
                <a:gd name="T29" fmla="*/ 9 h 218"/>
                <a:gd name="T30" fmla="*/ 89 w 206"/>
                <a:gd name="T31" fmla="*/ 13 h 218"/>
                <a:gd name="T32" fmla="*/ 68 w 206"/>
                <a:gd name="T33" fmla="*/ 16 h 218"/>
                <a:gd name="T34" fmla="*/ 66 w 206"/>
                <a:gd name="T35" fmla="*/ 35 h 218"/>
                <a:gd name="T36" fmla="*/ 53 w 206"/>
                <a:gd name="T37" fmla="*/ 71 h 218"/>
                <a:gd name="T38" fmla="*/ 43 w 206"/>
                <a:gd name="T39" fmla="*/ 102 h 218"/>
                <a:gd name="T40" fmla="*/ 32 w 206"/>
                <a:gd name="T41" fmla="*/ 117 h 218"/>
                <a:gd name="T42" fmla="*/ 18 w 206"/>
                <a:gd name="T43" fmla="*/ 117 h 218"/>
                <a:gd name="T44" fmla="*/ 0 w 206"/>
                <a:gd name="T45" fmla="*/ 121 h 218"/>
                <a:gd name="T46" fmla="*/ 4 w 206"/>
                <a:gd name="T47" fmla="*/ 135 h 218"/>
                <a:gd name="T48" fmla="*/ 47 w 206"/>
                <a:gd name="T49" fmla="*/ 132 h 218"/>
                <a:gd name="T50" fmla="*/ 53 w 206"/>
                <a:gd name="T51" fmla="*/ 150 h 218"/>
                <a:gd name="T52" fmla="*/ 76 w 206"/>
                <a:gd name="T53" fmla="*/ 155 h 218"/>
                <a:gd name="T54" fmla="*/ 89 w 206"/>
                <a:gd name="T55" fmla="*/ 145 h 218"/>
                <a:gd name="T56" fmla="*/ 102 w 206"/>
                <a:gd name="T57" fmla="*/ 149 h 218"/>
                <a:gd name="T58" fmla="*/ 103 w 206"/>
                <a:gd name="T59" fmla="*/ 174 h 218"/>
                <a:gd name="T60" fmla="*/ 108 w 206"/>
                <a:gd name="T61" fmla="*/ 192 h 218"/>
                <a:gd name="T62" fmla="*/ 124 w 206"/>
                <a:gd name="T63" fmla="*/ 188 h 218"/>
                <a:gd name="T64" fmla="*/ 130 w 206"/>
                <a:gd name="T65" fmla="*/ 191 h 218"/>
                <a:gd name="T66" fmla="*/ 140 w 206"/>
                <a:gd name="T67" fmla="*/ 193 h 218"/>
                <a:gd name="T68" fmla="*/ 153 w 206"/>
                <a:gd name="T69" fmla="*/ 201 h 218"/>
                <a:gd name="T70" fmla="*/ 162 w 206"/>
                <a:gd name="T71" fmla="*/ 198 h 218"/>
                <a:gd name="T72" fmla="*/ 177 w 206"/>
                <a:gd name="T73" fmla="*/ 206 h 218"/>
                <a:gd name="T74" fmla="*/ 189 w 206"/>
                <a:gd name="T75" fmla="*/ 216 h 218"/>
                <a:gd name="T76" fmla="*/ 190 w 206"/>
                <a:gd name="T77" fmla="*/ 203 h 218"/>
                <a:gd name="T78" fmla="*/ 175 w 206"/>
                <a:gd name="T79" fmla="*/ 196 h 218"/>
                <a:gd name="T80" fmla="*/ 178 w 206"/>
                <a:gd name="T81" fmla="*/ 173 h 218"/>
                <a:gd name="T82" fmla="*/ 182 w 206"/>
                <a:gd name="T83" fmla="*/ 160 h 218"/>
                <a:gd name="T84" fmla="*/ 196 w 206"/>
                <a:gd name="T85" fmla="*/ 157 h 218"/>
                <a:gd name="T86" fmla="*/ 189 w 206"/>
                <a:gd name="T87" fmla="*/ 144 h 21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6"/>
                <a:gd name="T133" fmla="*/ 0 h 218"/>
                <a:gd name="T134" fmla="*/ 206 w 206"/>
                <a:gd name="T135" fmla="*/ 218 h 21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6" h="218">
                  <a:moveTo>
                    <a:pt x="189" y="144"/>
                  </a:moveTo>
                  <a:cubicBezTo>
                    <a:pt x="183" y="141"/>
                    <a:pt x="181" y="103"/>
                    <a:pt x="184" y="102"/>
                  </a:cubicBezTo>
                  <a:cubicBezTo>
                    <a:pt x="184" y="102"/>
                    <a:pt x="185" y="102"/>
                    <a:pt x="185" y="103"/>
                  </a:cubicBezTo>
                  <a:cubicBezTo>
                    <a:pt x="184" y="95"/>
                    <a:pt x="184" y="95"/>
                    <a:pt x="184" y="95"/>
                  </a:cubicBezTo>
                  <a:cubicBezTo>
                    <a:pt x="184" y="95"/>
                    <a:pt x="184" y="94"/>
                    <a:pt x="184" y="94"/>
                  </a:cubicBezTo>
                  <a:cubicBezTo>
                    <a:pt x="183" y="94"/>
                    <a:pt x="181" y="93"/>
                    <a:pt x="181" y="91"/>
                  </a:cubicBezTo>
                  <a:cubicBezTo>
                    <a:pt x="181" y="88"/>
                    <a:pt x="184" y="88"/>
                    <a:pt x="184" y="88"/>
                  </a:cubicBezTo>
                  <a:cubicBezTo>
                    <a:pt x="184" y="88"/>
                    <a:pt x="183" y="82"/>
                    <a:pt x="186" y="81"/>
                  </a:cubicBezTo>
                  <a:cubicBezTo>
                    <a:pt x="187" y="80"/>
                    <a:pt x="187" y="80"/>
                    <a:pt x="187" y="79"/>
                  </a:cubicBezTo>
                  <a:cubicBezTo>
                    <a:pt x="189" y="78"/>
                    <a:pt x="189" y="74"/>
                    <a:pt x="189" y="71"/>
                  </a:cubicBezTo>
                  <a:cubicBezTo>
                    <a:pt x="189" y="68"/>
                    <a:pt x="190" y="64"/>
                    <a:pt x="191" y="62"/>
                  </a:cubicBezTo>
                  <a:cubicBezTo>
                    <a:pt x="193" y="59"/>
                    <a:pt x="192" y="55"/>
                    <a:pt x="194" y="54"/>
                  </a:cubicBezTo>
                  <a:cubicBezTo>
                    <a:pt x="196" y="52"/>
                    <a:pt x="196" y="48"/>
                    <a:pt x="198" y="47"/>
                  </a:cubicBezTo>
                  <a:cubicBezTo>
                    <a:pt x="201" y="47"/>
                    <a:pt x="203" y="46"/>
                    <a:pt x="203" y="44"/>
                  </a:cubicBezTo>
                  <a:cubicBezTo>
                    <a:pt x="203" y="43"/>
                    <a:pt x="206" y="41"/>
                    <a:pt x="206" y="38"/>
                  </a:cubicBezTo>
                  <a:cubicBezTo>
                    <a:pt x="206" y="36"/>
                    <a:pt x="203" y="36"/>
                    <a:pt x="203" y="33"/>
                  </a:cubicBezTo>
                  <a:cubicBezTo>
                    <a:pt x="203" y="30"/>
                    <a:pt x="204" y="23"/>
                    <a:pt x="204" y="23"/>
                  </a:cubicBezTo>
                  <a:cubicBezTo>
                    <a:pt x="204" y="23"/>
                    <a:pt x="204" y="23"/>
                    <a:pt x="204" y="23"/>
                  </a:cubicBezTo>
                  <a:cubicBezTo>
                    <a:pt x="198" y="18"/>
                    <a:pt x="192" y="13"/>
                    <a:pt x="191" y="12"/>
                  </a:cubicBezTo>
                  <a:cubicBezTo>
                    <a:pt x="189" y="11"/>
                    <a:pt x="185" y="13"/>
                    <a:pt x="185" y="13"/>
                  </a:cubicBezTo>
                  <a:cubicBezTo>
                    <a:pt x="185" y="13"/>
                    <a:pt x="182" y="10"/>
                    <a:pt x="179" y="13"/>
                  </a:cubicBezTo>
                  <a:cubicBezTo>
                    <a:pt x="176" y="15"/>
                    <a:pt x="172" y="13"/>
                    <a:pt x="172" y="13"/>
                  </a:cubicBezTo>
                  <a:cubicBezTo>
                    <a:pt x="172" y="13"/>
                    <a:pt x="168" y="11"/>
                    <a:pt x="167" y="7"/>
                  </a:cubicBezTo>
                  <a:cubicBezTo>
                    <a:pt x="166" y="6"/>
                    <a:pt x="165" y="5"/>
                    <a:pt x="164" y="4"/>
                  </a:cubicBezTo>
                  <a:cubicBezTo>
                    <a:pt x="164" y="5"/>
                    <a:pt x="164" y="5"/>
                    <a:pt x="164" y="5"/>
                  </a:cubicBezTo>
                  <a:cubicBezTo>
                    <a:pt x="156" y="6"/>
                    <a:pt x="156" y="6"/>
                    <a:pt x="156" y="6"/>
                  </a:cubicBezTo>
                  <a:cubicBezTo>
                    <a:pt x="156" y="6"/>
                    <a:pt x="146" y="0"/>
                    <a:pt x="143" y="5"/>
                  </a:cubicBezTo>
                  <a:cubicBezTo>
                    <a:pt x="141" y="9"/>
                    <a:pt x="139" y="6"/>
                    <a:pt x="134" y="6"/>
                  </a:cubicBezTo>
                  <a:cubicBezTo>
                    <a:pt x="130" y="6"/>
                    <a:pt x="125" y="8"/>
                    <a:pt x="123" y="9"/>
                  </a:cubicBezTo>
                  <a:cubicBezTo>
                    <a:pt x="120" y="11"/>
                    <a:pt x="116" y="8"/>
                    <a:pt x="114" y="9"/>
                  </a:cubicBezTo>
                  <a:cubicBezTo>
                    <a:pt x="111" y="11"/>
                    <a:pt x="110" y="17"/>
                    <a:pt x="110" y="17"/>
                  </a:cubicBezTo>
                  <a:cubicBezTo>
                    <a:pt x="89" y="13"/>
                    <a:pt x="89" y="13"/>
                    <a:pt x="89" y="13"/>
                  </a:cubicBezTo>
                  <a:cubicBezTo>
                    <a:pt x="89" y="13"/>
                    <a:pt x="84" y="7"/>
                    <a:pt x="79" y="7"/>
                  </a:cubicBezTo>
                  <a:cubicBezTo>
                    <a:pt x="75" y="7"/>
                    <a:pt x="68" y="16"/>
                    <a:pt x="68" y="16"/>
                  </a:cubicBezTo>
                  <a:cubicBezTo>
                    <a:pt x="68" y="23"/>
                    <a:pt x="68" y="23"/>
                    <a:pt x="68" y="23"/>
                  </a:cubicBezTo>
                  <a:cubicBezTo>
                    <a:pt x="69" y="28"/>
                    <a:pt x="67" y="33"/>
                    <a:pt x="66" y="35"/>
                  </a:cubicBezTo>
                  <a:cubicBezTo>
                    <a:pt x="64" y="38"/>
                    <a:pt x="62" y="40"/>
                    <a:pt x="62" y="47"/>
                  </a:cubicBezTo>
                  <a:cubicBezTo>
                    <a:pt x="62" y="54"/>
                    <a:pt x="53" y="65"/>
                    <a:pt x="53" y="71"/>
                  </a:cubicBezTo>
                  <a:cubicBezTo>
                    <a:pt x="53" y="76"/>
                    <a:pt x="44" y="80"/>
                    <a:pt x="44" y="83"/>
                  </a:cubicBezTo>
                  <a:cubicBezTo>
                    <a:pt x="44" y="87"/>
                    <a:pt x="43" y="94"/>
                    <a:pt x="43" y="102"/>
                  </a:cubicBezTo>
                  <a:cubicBezTo>
                    <a:pt x="43" y="110"/>
                    <a:pt x="39" y="103"/>
                    <a:pt x="39" y="110"/>
                  </a:cubicBezTo>
                  <a:cubicBezTo>
                    <a:pt x="39" y="117"/>
                    <a:pt x="35" y="113"/>
                    <a:pt x="32" y="117"/>
                  </a:cubicBezTo>
                  <a:cubicBezTo>
                    <a:pt x="28" y="120"/>
                    <a:pt x="27" y="121"/>
                    <a:pt x="27" y="117"/>
                  </a:cubicBezTo>
                  <a:cubicBezTo>
                    <a:pt x="27" y="114"/>
                    <a:pt x="22" y="113"/>
                    <a:pt x="18" y="117"/>
                  </a:cubicBezTo>
                  <a:cubicBezTo>
                    <a:pt x="14" y="120"/>
                    <a:pt x="12" y="117"/>
                    <a:pt x="10" y="116"/>
                  </a:cubicBezTo>
                  <a:cubicBezTo>
                    <a:pt x="9" y="115"/>
                    <a:pt x="4" y="118"/>
                    <a:pt x="0" y="121"/>
                  </a:cubicBezTo>
                  <a:cubicBezTo>
                    <a:pt x="2" y="126"/>
                    <a:pt x="3" y="130"/>
                    <a:pt x="4" y="134"/>
                  </a:cubicBezTo>
                  <a:cubicBezTo>
                    <a:pt x="4" y="134"/>
                    <a:pt x="4" y="135"/>
                    <a:pt x="4" y="135"/>
                  </a:cubicBezTo>
                  <a:cubicBezTo>
                    <a:pt x="6" y="133"/>
                    <a:pt x="9" y="132"/>
                    <a:pt x="10" y="132"/>
                  </a:cubicBezTo>
                  <a:cubicBezTo>
                    <a:pt x="14" y="131"/>
                    <a:pt x="47" y="132"/>
                    <a:pt x="47" y="132"/>
                  </a:cubicBezTo>
                  <a:cubicBezTo>
                    <a:pt x="47" y="132"/>
                    <a:pt x="50" y="137"/>
                    <a:pt x="49" y="141"/>
                  </a:cubicBezTo>
                  <a:cubicBezTo>
                    <a:pt x="48" y="146"/>
                    <a:pt x="51" y="144"/>
                    <a:pt x="53" y="150"/>
                  </a:cubicBezTo>
                  <a:cubicBezTo>
                    <a:pt x="56" y="156"/>
                    <a:pt x="58" y="158"/>
                    <a:pt x="63" y="157"/>
                  </a:cubicBezTo>
                  <a:cubicBezTo>
                    <a:pt x="68" y="155"/>
                    <a:pt x="74" y="154"/>
                    <a:pt x="76" y="155"/>
                  </a:cubicBezTo>
                  <a:cubicBezTo>
                    <a:pt x="78" y="155"/>
                    <a:pt x="77" y="146"/>
                    <a:pt x="80" y="145"/>
                  </a:cubicBezTo>
                  <a:cubicBezTo>
                    <a:pt x="83" y="143"/>
                    <a:pt x="89" y="145"/>
                    <a:pt x="89" y="145"/>
                  </a:cubicBezTo>
                  <a:cubicBezTo>
                    <a:pt x="89" y="145"/>
                    <a:pt x="90" y="147"/>
                    <a:pt x="95" y="147"/>
                  </a:cubicBezTo>
                  <a:cubicBezTo>
                    <a:pt x="100" y="147"/>
                    <a:pt x="102" y="145"/>
                    <a:pt x="102" y="149"/>
                  </a:cubicBezTo>
                  <a:cubicBezTo>
                    <a:pt x="102" y="152"/>
                    <a:pt x="103" y="156"/>
                    <a:pt x="104" y="158"/>
                  </a:cubicBezTo>
                  <a:cubicBezTo>
                    <a:pt x="106" y="159"/>
                    <a:pt x="100" y="172"/>
                    <a:pt x="103" y="174"/>
                  </a:cubicBezTo>
                  <a:cubicBezTo>
                    <a:pt x="105" y="176"/>
                    <a:pt x="109" y="180"/>
                    <a:pt x="108" y="183"/>
                  </a:cubicBezTo>
                  <a:cubicBezTo>
                    <a:pt x="108" y="185"/>
                    <a:pt x="106" y="191"/>
                    <a:pt x="108" y="192"/>
                  </a:cubicBezTo>
                  <a:cubicBezTo>
                    <a:pt x="110" y="192"/>
                    <a:pt x="111" y="189"/>
                    <a:pt x="114" y="189"/>
                  </a:cubicBezTo>
                  <a:cubicBezTo>
                    <a:pt x="118" y="189"/>
                    <a:pt x="121" y="189"/>
                    <a:pt x="124" y="188"/>
                  </a:cubicBezTo>
                  <a:cubicBezTo>
                    <a:pt x="126" y="187"/>
                    <a:pt x="127" y="187"/>
                    <a:pt x="127" y="188"/>
                  </a:cubicBezTo>
                  <a:cubicBezTo>
                    <a:pt x="129" y="189"/>
                    <a:pt x="130" y="191"/>
                    <a:pt x="130" y="191"/>
                  </a:cubicBezTo>
                  <a:cubicBezTo>
                    <a:pt x="130" y="191"/>
                    <a:pt x="131" y="194"/>
                    <a:pt x="133" y="193"/>
                  </a:cubicBezTo>
                  <a:cubicBezTo>
                    <a:pt x="135" y="192"/>
                    <a:pt x="141" y="191"/>
                    <a:pt x="140" y="193"/>
                  </a:cubicBezTo>
                  <a:cubicBezTo>
                    <a:pt x="140" y="195"/>
                    <a:pt x="142" y="199"/>
                    <a:pt x="144" y="198"/>
                  </a:cubicBezTo>
                  <a:cubicBezTo>
                    <a:pt x="146" y="197"/>
                    <a:pt x="151" y="201"/>
                    <a:pt x="153" y="201"/>
                  </a:cubicBezTo>
                  <a:cubicBezTo>
                    <a:pt x="156" y="201"/>
                    <a:pt x="158" y="201"/>
                    <a:pt x="158" y="200"/>
                  </a:cubicBezTo>
                  <a:cubicBezTo>
                    <a:pt x="158" y="198"/>
                    <a:pt x="161" y="196"/>
                    <a:pt x="162" y="198"/>
                  </a:cubicBezTo>
                  <a:cubicBezTo>
                    <a:pt x="163" y="200"/>
                    <a:pt x="166" y="204"/>
                    <a:pt x="168" y="204"/>
                  </a:cubicBezTo>
                  <a:cubicBezTo>
                    <a:pt x="171" y="204"/>
                    <a:pt x="177" y="204"/>
                    <a:pt x="177" y="206"/>
                  </a:cubicBezTo>
                  <a:cubicBezTo>
                    <a:pt x="177" y="208"/>
                    <a:pt x="179" y="214"/>
                    <a:pt x="181" y="216"/>
                  </a:cubicBezTo>
                  <a:cubicBezTo>
                    <a:pt x="184" y="218"/>
                    <a:pt x="189" y="216"/>
                    <a:pt x="189" y="216"/>
                  </a:cubicBezTo>
                  <a:cubicBezTo>
                    <a:pt x="189" y="216"/>
                    <a:pt x="191" y="214"/>
                    <a:pt x="191" y="211"/>
                  </a:cubicBezTo>
                  <a:cubicBezTo>
                    <a:pt x="191" y="207"/>
                    <a:pt x="191" y="203"/>
                    <a:pt x="190" y="203"/>
                  </a:cubicBezTo>
                  <a:cubicBezTo>
                    <a:pt x="188" y="203"/>
                    <a:pt x="186" y="206"/>
                    <a:pt x="182" y="205"/>
                  </a:cubicBezTo>
                  <a:cubicBezTo>
                    <a:pt x="179" y="204"/>
                    <a:pt x="176" y="197"/>
                    <a:pt x="175" y="196"/>
                  </a:cubicBezTo>
                  <a:cubicBezTo>
                    <a:pt x="173" y="195"/>
                    <a:pt x="177" y="189"/>
                    <a:pt x="177" y="186"/>
                  </a:cubicBezTo>
                  <a:cubicBezTo>
                    <a:pt x="177" y="183"/>
                    <a:pt x="180" y="174"/>
                    <a:pt x="178" y="173"/>
                  </a:cubicBezTo>
                  <a:cubicBezTo>
                    <a:pt x="176" y="172"/>
                    <a:pt x="177" y="169"/>
                    <a:pt x="179" y="167"/>
                  </a:cubicBezTo>
                  <a:cubicBezTo>
                    <a:pt x="182" y="165"/>
                    <a:pt x="178" y="160"/>
                    <a:pt x="182" y="160"/>
                  </a:cubicBezTo>
                  <a:cubicBezTo>
                    <a:pt x="186" y="160"/>
                    <a:pt x="194" y="160"/>
                    <a:pt x="196" y="157"/>
                  </a:cubicBezTo>
                  <a:cubicBezTo>
                    <a:pt x="196" y="157"/>
                    <a:pt x="196" y="157"/>
                    <a:pt x="196" y="157"/>
                  </a:cubicBezTo>
                  <a:cubicBezTo>
                    <a:pt x="197" y="156"/>
                    <a:pt x="197" y="156"/>
                    <a:pt x="197" y="155"/>
                  </a:cubicBezTo>
                  <a:cubicBezTo>
                    <a:pt x="195" y="151"/>
                    <a:pt x="192" y="145"/>
                    <a:pt x="189" y="144"/>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2" name="Freeform 159"/>
            <p:cNvSpPr>
              <a:spLocks noChangeArrowheads="1"/>
            </p:cNvSpPr>
            <p:nvPr/>
          </p:nvSpPr>
          <p:spPr bwMode="auto">
            <a:xfrm>
              <a:off x="4260864" y="2520953"/>
              <a:ext cx="34925" cy="46038"/>
            </a:xfrm>
            <a:custGeom>
              <a:avLst/>
              <a:gdLst>
                <a:gd name="T0" fmla="*/ 1 w 18"/>
                <a:gd name="T1" fmla="*/ 12 h 24"/>
                <a:gd name="T2" fmla="*/ 4 w 18"/>
                <a:gd name="T3" fmla="*/ 24 h 24"/>
                <a:gd name="T4" fmla="*/ 9 w 18"/>
                <a:gd name="T5" fmla="*/ 21 h 24"/>
                <a:gd name="T6" fmla="*/ 18 w 18"/>
                <a:gd name="T7" fmla="*/ 8 h 24"/>
                <a:gd name="T8" fmla="*/ 15 w 18"/>
                <a:gd name="T9" fmla="*/ 6 h 24"/>
                <a:gd name="T10" fmla="*/ 14 w 18"/>
                <a:gd name="T11" fmla="*/ 0 h 24"/>
                <a:gd name="T12" fmla="*/ 9 w 18"/>
                <a:gd name="T13" fmla="*/ 0 h 24"/>
                <a:gd name="T14" fmla="*/ 3 w 18"/>
                <a:gd name="T15" fmla="*/ 4 h 24"/>
                <a:gd name="T16" fmla="*/ 0 w 18"/>
                <a:gd name="T17" fmla="*/ 3 h 24"/>
                <a:gd name="T18" fmla="*/ 0 w 18"/>
                <a:gd name="T19" fmla="*/ 4 h 24"/>
                <a:gd name="T20" fmla="*/ 1 w 18"/>
                <a:gd name="T21" fmla="*/ 12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
                <a:gd name="T34" fmla="*/ 0 h 24"/>
                <a:gd name="T35" fmla="*/ 18 w 18"/>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 h="24">
                  <a:moveTo>
                    <a:pt x="1" y="12"/>
                  </a:moveTo>
                  <a:cubicBezTo>
                    <a:pt x="2" y="14"/>
                    <a:pt x="3" y="19"/>
                    <a:pt x="4" y="24"/>
                  </a:cubicBezTo>
                  <a:cubicBezTo>
                    <a:pt x="6" y="22"/>
                    <a:pt x="8" y="21"/>
                    <a:pt x="9" y="21"/>
                  </a:cubicBezTo>
                  <a:cubicBezTo>
                    <a:pt x="11" y="20"/>
                    <a:pt x="18" y="8"/>
                    <a:pt x="18" y="8"/>
                  </a:cubicBezTo>
                  <a:cubicBezTo>
                    <a:pt x="15" y="6"/>
                    <a:pt x="15" y="6"/>
                    <a:pt x="15" y="6"/>
                  </a:cubicBezTo>
                  <a:cubicBezTo>
                    <a:pt x="15" y="6"/>
                    <a:pt x="15" y="3"/>
                    <a:pt x="14" y="0"/>
                  </a:cubicBezTo>
                  <a:cubicBezTo>
                    <a:pt x="12" y="0"/>
                    <a:pt x="9" y="0"/>
                    <a:pt x="9" y="0"/>
                  </a:cubicBezTo>
                  <a:cubicBezTo>
                    <a:pt x="9" y="0"/>
                    <a:pt x="10" y="5"/>
                    <a:pt x="3" y="4"/>
                  </a:cubicBezTo>
                  <a:cubicBezTo>
                    <a:pt x="2" y="3"/>
                    <a:pt x="1" y="3"/>
                    <a:pt x="0" y="3"/>
                  </a:cubicBezTo>
                  <a:cubicBezTo>
                    <a:pt x="0" y="3"/>
                    <a:pt x="0" y="4"/>
                    <a:pt x="0" y="4"/>
                  </a:cubicBezTo>
                  <a:lnTo>
                    <a:pt x="1" y="12"/>
                  </a:ln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3" name="Freeform 160"/>
            <p:cNvSpPr>
              <a:spLocks noChangeArrowheads="1"/>
            </p:cNvSpPr>
            <p:nvPr/>
          </p:nvSpPr>
          <p:spPr bwMode="auto">
            <a:xfrm>
              <a:off x="4281502" y="2698754"/>
              <a:ext cx="230189" cy="368300"/>
            </a:xfrm>
            <a:custGeom>
              <a:avLst/>
              <a:gdLst>
                <a:gd name="T0" fmla="*/ 119 w 120"/>
                <a:gd name="T1" fmla="*/ 50 h 193"/>
                <a:gd name="T2" fmla="*/ 116 w 120"/>
                <a:gd name="T3" fmla="*/ 28 h 193"/>
                <a:gd name="T4" fmla="*/ 115 w 120"/>
                <a:gd name="T5" fmla="*/ 1 h 193"/>
                <a:gd name="T6" fmla="*/ 115 w 120"/>
                <a:gd name="T7" fmla="*/ 0 h 193"/>
                <a:gd name="T8" fmla="*/ 103 w 120"/>
                <a:gd name="T9" fmla="*/ 7 h 193"/>
                <a:gd name="T10" fmla="*/ 95 w 120"/>
                <a:gd name="T11" fmla="*/ 9 h 193"/>
                <a:gd name="T12" fmla="*/ 89 w 120"/>
                <a:gd name="T13" fmla="*/ 8 h 193"/>
                <a:gd name="T14" fmla="*/ 85 w 120"/>
                <a:gd name="T15" fmla="*/ 13 h 193"/>
                <a:gd name="T16" fmla="*/ 78 w 120"/>
                <a:gd name="T17" fmla="*/ 13 h 193"/>
                <a:gd name="T18" fmla="*/ 69 w 120"/>
                <a:gd name="T19" fmla="*/ 15 h 193"/>
                <a:gd name="T20" fmla="*/ 65 w 120"/>
                <a:gd name="T21" fmla="*/ 11 h 193"/>
                <a:gd name="T22" fmla="*/ 58 w 120"/>
                <a:gd name="T23" fmla="*/ 13 h 193"/>
                <a:gd name="T24" fmla="*/ 52 w 120"/>
                <a:gd name="T25" fmla="*/ 12 h 193"/>
                <a:gd name="T26" fmla="*/ 51 w 120"/>
                <a:gd name="T27" fmla="*/ 16 h 193"/>
                <a:gd name="T28" fmla="*/ 56 w 120"/>
                <a:gd name="T29" fmla="*/ 40 h 193"/>
                <a:gd name="T30" fmla="*/ 63 w 120"/>
                <a:gd name="T31" fmla="*/ 46 h 193"/>
                <a:gd name="T32" fmla="*/ 63 w 120"/>
                <a:gd name="T33" fmla="*/ 58 h 193"/>
                <a:gd name="T34" fmla="*/ 57 w 120"/>
                <a:gd name="T35" fmla="*/ 65 h 193"/>
                <a:gd name="T36" fmla="*/ 56 w 120"/>
                <a:gd name="T37" fmla="*/ 75 h 193"/>
                <a:gd name="T38" fmla="*/ 46 w 120"/>
                <a:gd name="T39" fmla="*/ 62 h 193"/>
                <a:gd name="T40" fmla="*/ 48 w 120"/>
                <a:gd name="T41" fmla="*/ 47 h 193"/>
                <a:gd name="T42" fmla="*/ 39 w 120"/>
                <a:gd name="T43" fmla="*/ 46 h 193"/>
                <a:gd name="T44" fmla="*/ 31 w 120"/>
                <a:gd name="T45" fmla="*/ 40 h 193"/>
                <a:gd name="T46" fmla="*/ 0 w 120"/>
                <a:gd name="T47" fmla="*/ 52 h 193"/>
                <a:gd name="T48" fmla="*/ 2 w 120"/>
                <a:gd name="T49" fmla="*/ 60 h 193"/>
                <a:gd name="T50" fmla="*/ 2 w 120"/>
                <a:gd name="T51" fmla="*/ 60 h 193"/>
                <a:gd name="T52" fmla="*/ 3 w 120"/>
                <a:gd name="T53" fmla="*/ 64 h 193"/>
                <a:gd name="T54" fmla="*/ 18 w 120"/>
                <a:gd name="T55" fmla="*/ 67 h 193"/>
                <a:gd name="T56" fmla="*/ 31 w 120"/>
                <a:gd name="T57" fmla="*/ 72 h 193"/>
                <a:gd name="T58" fmla="*/ 31 w 120"/>
                <a:gd name="T59" fmla="*/ 89 h 193"/>
                <a:gd name="T60" fmla="*/ 28 w 120"/>
                <a:gd name="T61" fmla="*/ 99 h 193"/>
                <a:gd name="T62" fmla="*/ 32 w 120"/>
                <a:gd name="T63" fmla="*/ 108 h 193"/>
                <a:gd name="T64" fmla="*/ 26 w 120"/>
                <a:gd name="T65" fmla="*/ 116 h 193"/>
                <a:gd name="T66" fmla="*/ 23 w 120"/>
                <a:gd name="T67" fmla="*/ 127 h 193"/>
                <a:gd name="T68" fmla="*/ 11 w 120"/>
                <a:gd name="T69" fmla="*/ 138 h 193"/>
                <a:gd name="T70" fmla="*/ 12 w 120"/>
                <a:gd name="T71" fmla="*/ 139 h 193"/>
                <a:gd name="T72" fmla="*/ 19 w 120"/>
                <a:gd name="T73" fmla="*/ 160 h 193"/>
                <a:gd name="T74" fmla="*/ 20 w 120"/>
                <a:gd name="T75" fmla="*/ 180 h 193"/>
                <a:gd name="T76" fmla="*/ 21 w 120"/>
                <a:gd name="T77" fmla="*/ 193 h 193"/>
                <a:gd name="T78" fmla="*/ 30 w 120"/>
                <a:gd name="T79" fmla="*/ 193 h 193"/>
                <a:gd name="T80" fmla="*/ 30 w 120"/>
                <a:gd name="T81" fmla="*/ 187 h 193"/>
                <a:gd name="T82" fmla="*/ 26 w 120"/>
                <a:gd name="T83" fmla="*/ 183 h 193"/>
                <a:gd name="T84" fmla="*/ 43 w 120"/>
                <a:gd name="T85" fmla="*/ 170 h 193"/>
                <a:gd name="T86" fmla="*/ 57 w 120"/>
                <a:gd name="T87" fmla="*/ 161 h 193"/>
                <a:gd name="T88" fmla="*/ 59 w 120"/>
                <a:gd name="T89" fmla="*/ 145 h 193"/>
                <a:gd name="T90" fmla="*/ 57 w 120"/>
                <a:gd name="T91" fmla="*/ 130 h 193"/>
                <a:gd name="T92" fmla="*/ 51 w 120"/>
                <a:gd name="T93" fmla="*/ 116 h 193"/>
                <a:gd name="T94" fmla="*/ 53 w 120"/>
                <a:gd name="T95" fmla="*/ 108 h 193"/>
                <a:gd name="T96" fmla="*/ 58 w 120"/>
                <a:gd name="T97" fmla="*/ 102 h 193"/>
                <a:gd name="T98" fmla="*/ 68 w 120"/>
                <a:gd name="T99" fmla="*/ 96 h 193"/>
                <a:gd name="T100" fmla="*/ 79 w 120"/>
                <a:gd name="T101" fmla="*/ 83 h 193"/>
                <a:gd name="T102" fmla="*/ 101 w 120"/>
                <a:gd name="T103" fmla="*/ 73 h 193"/>
                <a:gd name="T104" fmla="*/ 119 w 120"/>
                <a:gd name="T105" fmla="*/ 50 h 19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20"/>
                <a:gd name="T160" fmla="*/ 0 h 193"/>
                <a:gd name="T161" fmla="*/ 120 w 120"/>
                <a:gd name="T162" fmla="*/ 193 h 19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20" h="193">
                  <a:moveTo>
                    <a:pt x="119" y="50"/>
                  </a:moveTo>
                  <a:cubicBezTo>
                    <a:pt x="118" y="47"/>
                    <a:pt x="116" y="33"/>
                    <a:pt x="116" y="28"/>
                  </a:cubicBezTo>
                  <a:cubicBezTo>
                    <a:pt x="117" y="22"/>
                    <a:pt x="115" y="8"/>
                    <a:pt x="115" y="1"/>
                  </a:cubicBezTo>
                  <a:cubicBezTo>
                    <a:pt x="115" y="0"/>
                    <a:pt x="115" y="0"/>
                    <a:pt x="115" y="0"/>
                  </a:cubicBezTo>
                  <a:cubicBezTo>
                    <a:pt x="110" y="3"/>
                    <a:pt x="104" y="5"/>
                    <a:pt x="103" y="7"/>
                  </a:cubicBezTo>
                  <a:cubicBezTo>
                    <a:pt x="102" y="9"/>
                    <a:pt x="98" y="6"/>
                    <a:pt x="95" y="9"/>
                  </a:cubicBezTo>
                  <a:cubicBezTo>
                    <a:pt x="93" y="11"/>
                    <a:pt x="91" y="9"/>
                    <a:pt x="89" y="8"/>
                  </a:cubicBezTo>
                  <a:cubicBezTo>
                    <a:pt x="86" y="8"/>
                    <a:pt x="85" y="11"/>
                    <a:pt x="85" y="13"/>
                  </a:cubicBezTo>
                  <a:cubicBezTo>
                    <a:pt x="85" y="15"/>
                    <a:pt x="80" y="14"/>
                    <a:pt x="78" y="13"/>
                  </a:cubicBezTo>
                  <a:cubicBezTo>
                    <a:pt x="77" y="13"/>
                    <a:pt x="71" y="15"/>
                    <a:pt x="69" y="15"/>
                  </a:cubicBezTo>
                  <a:cubicBezTo>
                    <a:pt x="66" y="15"/>
                    <a:pt x="68" y="12"/>
                    <a:pt x="65" y="11"/>
                  </a:cubicBezTo>
                  <a:cubicBezTo>
                    <a:pt x="62" y="10"/>
                    <a:pt x="60" y="13"/>
                    <a:pt x="58" y="13"/>
                  </a:cubicBezTo>
                  <a:cubicBezTo>
                    <a:pt x="57" y="13"/>
                    <a:pt x="54" y="12"/>
                    <a:pt x="52" y="12"/>
                  </a:cubicBezTo>
                  <a:cubicBezTo>
                    <a:pt x="52" y="13"/>
                    <a:pt x="52" y="15"/>
                    <a:pt x="51" y="16"/>
                  </a:cubicBezTo>
                  <a:cubicBezTo>
                    <a:pt x="49" y="21"/>
                    <a:pt x="56" y="34"/>
                    <a:pt x="56" y="40"/>
                  </a:cubicBezTo>
                  <a:cubicBezTo>
                    <a:pt x="59" y="42"/>
                    <a:pt x="62" y="44"/>
                    <a:pt x="63" y="46"/>
                  </a:cubicBezTo>
                  <a:cubicBezTo>
                    <a:pt x="66" y="50"/>
                    <a:pt x="63" y="50"/>
                    <a:pt x="63" y="58"/>
                  </a:cubicBezTo>
                  <a:cubicBezTo>
                    <a:pt x="64" y="66"/>
                    <a:pt x="60" y="62"/>
                    <a:pt x="57" y="65"/>
                  </a:cubicBezTo>
                  <a:cubicBezTo>
                    <a:pt x="54" y="68"/>
                    <a:pt x="57" y="74"/>
                    <a:pt x="56" y="75"/>
                  </a:cubicBezTo>
                  <a:cubicBezTo>
                    <a:pt x="55" y="77"/>
                    <a:pt x="46" y="64"/>
                    <a:pt x="46" y="62"/>
                  </a:cubicBezTo>
                  <a:cubicBezTo>
                    <a:pt x="45" y="60"/>
                    <a:pt x="49" y="52"/>
                    <a:pt x="48" y="47"/>
                  </a:cubicBezTo>
                  <a:cubicBezTo>
                    <a:pt x="47" y="42"/>
                    <a:pt x="41" y="45"/>
                    <a:pt x="39" y="46"/>
                  </a:cubicBezTo>
                  <a:cubicBezTo>
                    <a:pt x="37" y="46"/>
                    <a:pt x="32" y="40"/>
                    <a:pt x="31" y="40"/>
                  </a:cubicBezTo>
                  <a:cubicBezTo>
                    <a:pt x="30" y="40"/>
                    <a:pt x="0" y="52"/>
                    <a:pt x="0" y="52"/>
                  </a:cubicBezTo>
                  <a:cubicBezTo>
                    <a:pt x="2" y="60"/>
                    <a:pt x="2" y="60"/>
                    <a:pt x="2" y="60"/>
                  </a:cubicBezTo>
                  <a:cubicBezTo>
                    <a:pt x="2" y="60"/>
                    <a:pt x="2" y="60"/>
                    <a:pt x="2" y="60"/>
                  </a:cubicBezTo>
                  <a:cubicBezTo>
                    <a:pt x="3" y="64"/>
                    <a:pt x="3" y="64"/>
                    <a:pt x="3" y="64"/>
                  </a:cubicBezTo>
                  <a:cubicBezTo>
                    <a:pt x="3" y="64"/>
                    <a:pt x="13" y="64"/>
                    <a:pt x="18" y="67"/>
                  </a:cubicBezTo>
                  <a:cubicBezTo>
                    <a:pt x="22" y="70"/>
                    <a:pt x="29" y="71"/>
                    <a:pt x="31" y="72"/>
                  </a:cubicBezTo>
                  <a:cubicBezTo>
                    <a:pt x="32" y="73"/>
                    <a:pt x="31" y="84"/>
                    <a:pt x="31" y="89"/>
                  </a:cubicBezTo>
                  <a:cubicBezTo>
                    <a:pt x="32" y="95"/>
                    <a:pt x="25" y="96"/>
                    <a:pt x="28" y="99"/>
                  </a:cubicBezTo>
                  <a:cubicBezTo>
                    <a:pt x="31" y="102"/>
                    <a:pt x="30" y="107"/>
                    <a:pt x="32" y="108"/>
                  </a:cubicBezTo>
                  <a:cubicBezTo>
                    <a:pt x="34" y="108"/>
                    <a:pt x="28" y="115"/>
                    <a:pt x="26" y="116"/>
                  </a:cubicBezTo>
                  <a:cubicBezTo>
                    <a:pt x="23" y="118"/>
                    <a:pt x="26" y="123"/>
                    <a:pt x="23" y="127"/>
                  </a:cubicBezTo>
                  <a:cubicBezTo>
                    <a:pt x="21" y="130"/>
                    <a:pt x="15" y="135"/>
                    <a:pt x="11" y="138"/>
                  </a:cubicBezTo>
                  <a:cubicBezTo>
                    <a:pt x="12" y="139"/>
                    <a:pt x="12" y="139"/>
                    <a:pt x="12" y="139"/>
                  </a:cubicBezTo>
                  <a:cubicBezTo>
                    <a:pt x="13" y="141"/>
                    <a:pt x="16" y="158"/>
                    <a:pt x="19" y="160"/>
                  </a:cubicBezTo>
                  <a:cubicBezTo>
                    <a:pt x="22" y="162"/>
                    <a:pt x="20" y="179"/>
                    <a:pt x="20" y="180"/>
                  </a:cubicBezTo>
                  <a:cubicBezTo>
                    <a:pt x="20" y="182"/>
                    <a:pt x="21" y="193"/>
                    <a:pt x="21" y="193"/>
                  </a:cubicBezTo>
                  <a:cubicBezTo>
                    <a:pt x="21" y="193"/>
                    <a:pt x="26" y="193"/>
                    <a:pt x="30" y="193"/>
                  </a:cubicBezTo>
                  <a:cubicBezTo>
                    <a:pt x="30" y="190"/>
                    <a:pt x="30" y="188"/>
                    <a:pt x="30" y="187"/>
                  </a:cubicBezTo>
                  <a:cubicBezTo>
                    <a:pt x="30" y="182"/>
                    <a:pt x="27" y="186"/>
                    <a:pt x="26" y="183"/>
                  </a:cubicBezTo>
                  <a:cubicBezTo>
                    <a:pt x="24" y="179"/>
                    <a:pt x="34" y="173"/>
                    <a:pt x="43" y="170"/>
                  </a:cubicBezTo>
                  <a:cubicBezTo>
                    <a:pt x="53" y="166"/>
                    <a:pt x="56" y="164"/>
                    <a:pt x="57" y="161"/>
                  </a:cubicBezTo>
                  <a:cubicBezTo>
                    <a:pt x="58" y="158"/>
                    <a:pt x="57" y="148"/>
                    <a:pt x="59" y="145"/>
                  </a:cubicBezTo>
                  <a:cubicBezTo>
                    <a:pt x="60" y="141"/>
                    <a:pt x="58" y="139"/>
                    <a:pt x="57" y="130"/>
                  </a:cubicBezTo>
                  <a:cubicBezTo>
                    <a:pt x="55" y="122"/>
                    <a:pt x="52" y="121"/>
                    <a:pt x="51" y="116"/>
                  </a:cubicBezTo>
                  <a:cubicBezTo>
                    <a:pt x="50" y="111"/>
                    <a:pt x="50" y="108"/>
                    <a:pt x="53" y="108"/>
                  </a:cubicBezTo>
                  <a:cubicBezTo>
                    <a:pt x="56" y="107"/>
                    <a:pt x="56" y="106"/>
                    <a:pt x="58" y="102"/>
                  </a:cubicBezTo>
                  <a:cubicBezTo>
                    <a:pt x="60" y="97"/>
                    <a:pt x="63" y="99"/>
                    <a:pt x="68" y="96"/>
                  </a:cubicBezTo>
                  <a:cubicBezTo>
                    <a:pt x="72" y="92"/>
                    <a:pt x="72" y="88"/>
                    <a:pt x="79" y="83"/>
                  </a:cubicBezTo>
                  <a:cubicBezTo>
                    <a:pt x="87" y="77"/>
                    <a:pt x="94" y="77"/>
                    <a:pt x="101" y="73"/>
                  </a:cubicBezTo>
                  <a:cubicBezTo>
                    <a:pt x="108" y="69"/>
                    <a:pt x="120" y="53"/>
                    <a:pt x="119" y="50"/>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4" name="Freeform 161"/>
            <p:cNvSpPr>
              <a:spLocks noChangeArrowheads="1"/>
            </p:cNvSpPr>
            <p:nvPr/>
          </p:nvSpPr>
          <p:spPr bwMode="auto">
            <a:xfrm>
              <a:off x="4268802" y="2489204"/>
              <a:ext cx="233364" cy="238125"/>
            </a:xfrm>
            <a:custGeom>
              <a:avLst/>
              <a:gdLst>
                <a:gd name="T0" fmla="*/ 114 w 122"/>
                <a:gd name="T1" fmla="*/ 100 h 125"/>
                <a:gd name="T2" fmla="*/ 110 w 122"/>
                <a:gd name="T3" fmla="*/ 88 h 125"/>
                <a:gd name="T4" fmla="*/ 109 w 122"/>
                <a:gd name="T5" fmla="*/ 79 h 125"/>
                <a:gd name="T6" fmla="*/ 111 w 122"/>
                <a:gd name="T7" fmla="*/ 71 h 125"/>
                <a:gd name="T8" fmla="*/ 105 w 122"/>
                <a:gd name="T9" fmla="*/ 61 h 125"/>
                <a:gd name="T10" fmla="*/ 110 w 122"/>
                <a:gd name="T11" fmla="*/ 44 h 125"/>
                <a:gd name="T12" fmla="*/ 91 w 122"/>
                <a:gd name="T13" fmla="*/ 30 h 125"/>
                <a:gd name="T14" fmla="*/ 92 w 122"/>
                <a:gd name="T15" fmla="*/ 24 h 125"/>
                <a:gd name="T16" fmla="*/ 49 w 122"/>
                <a:gd name="T17" fmla="*/ 1 h 125"/>
                <a:gd name="T18" fmla="*/ 44 w 122"/>
                <a:gd name="T19" fmla="*/ 12 h 125"/>
                <a:gd name="T20" fmla="*/ 44 w 122"/>
                <a:gd name="T21" fmla="*/ 19 h 125"/>
                <a:gd name="T22" fmla="*/ 26 w 122"/>
                <a:gd name="T23" fmla="*/ 18 h 125"/>
                <a:gd name="T24" fmla="*/ 26 w 122"/>
                <a:gd name="T25" fmla="*/ 0 h 125"/>
                <a:gd name="T26" fmla="*/ 17 w 122"/>
                <a:gd name="T27" fmla="*/ 1 h 125"/>
                <a:gd name="T28" fmla="*/ 11 w 122"/>
                <a:gd name="T29" fmla="*/ 2 h 125"/>
                <a:gd name="T30" fmla="*/ 13 w 122"/>
                <a:gd name="T31" fmla="*/ 7 h 125"/>
                <a:gd name="T32" fmla="*/ 15 w 122"/>
                <a:gd name="T33" fmla="*/ 15 h 125"/>
                <a:gd name="T34" fmla="*/ 10 w 122"/>
                <a:gd name="T35" fmla="*/ 17 h 125"/>
                <a:gd name="T36" fmla="*/ 11 w 122"/>
                <a:gd name="T37" fmla="*/ 23 h 125"/>
                <a:gd name="T38" fmla="*/ 14 w 122"/>
                <a:gd name="T39" fmla="*/ 25 h 125"/>
                <a:gd name="T40" fmla="*/ 5 w 122"/>
                <a:gd name="T41" fmla="*/ 38 h 125"/>
                <a:gd name="T42" fmla="*/ 0 w 122"/>
                <a:gd name="T43" fmla="*/ 41 h 125"/>
                <a:gd name="T44" fmla="*/ 7 w 122"/>
                <a:gd name="T45" fmla="*/ 62 h 125"/>
                <a:gd name="T46" fmla="*/ 13 w 122"/>
                <a:gd name="T47" fmla="*/ 77 h 125"/>
                <a:gd name="T48" fmla="*/ 15 w 122"/>
                <a:gd name="T49" fmla="*/ 86 h 125"/>
                <a:gd name="T50" fmla="*/ 9 w 122"/>
                <a:gd name="T51" fmla="*/ 81 h 125"/>
                <a:gd name="T52" fmla="*/ 8 w 122"/>
                <a:gd name="T53" fmla="*/ 83 h 125"/>
                <a:gd name="T54" fmla="*/ 8 w 122"/>
                <a:gd name="T55" fmla="*/ 83 h 125"/>
                <a:gd name="T56" fmla="*/ 16 w 122"/>
                <a:gd name="T57" fmla="*/ 88 h 125"/>
                <a:gd name="T58" fmla="*/ 26 w 122"/>
                <a:gd name="T59" fmla="*/ 92 h 125"/>
                <a:gd name="T60" fmla="*/ 41 w 122"/>
                <a:gd name="T61" fmla="*/ 99 h 125"/>
                <a:gd name="T62" fmla="*/ 42 w 122"/>
                <a:gd name="T63" fmla="*/ 100 h 125"/>
                <a:gd name="T64" fmla="*/ 49 w 122"/>
                <a:gd name="T65" fmla="*/ 100 h 125"/>
                <a:gd name="T66" fmla="*/ 51 w 122"/>
                <a:gd name="T67" fmla="*/ 99 h 125"/>
                <a:gd name="T68" fmla="*/ 59 w 122"/>
                <a:gd name="T69" fmla="*/ 122 h 125"/>
                <a:gd name="T70" fmla="*/ 65 w 122"/>
                <a:gd name="T71" fmla="*/ 123 h 125"/>
                <a:gd name="T72" fmla="*/ 72 w 122"/>
                <a:gd name="T73" fmla="*/ 121 h 125"/>
                <a:gd name="T74" fmla="*/ 76 w 122"/>
                <a:gd name="T75" fmla="*/ 125 h 125"/>
                <a:gd name="T76" fmla="*/ 85 w 122"/>
                <a:gd name="T77" fmla="*/ 123 h 125"/>
                <a:gd name="T78" fmla="*/ 92 w 122"/>
                <a:gd name="T79" fmla="*/ 123 h 125"/>
                <a:gd name="T80" fmla="*/ 96 w 122"/>
                <a:gd name="T81" fmla="*/ 118 h 125"/>
                <a:gd name="T82" fmla="*/ 102 w 122"/>
                <a:gd name="T83" fmla="*/ 119 h 125"/>
                <a:gd name="T84" fmla="*/ 110 w 122"/>
                <a:gd name="T85" fmla="*/ 117 h 125"/>
                <a:gd name="T86" fmla="*/ 122 w 122"/>
                <a:gd name="T87" fmla="*/ 110 h 125"/>
                <a:gd name="T88" fmla="*/ 114 w 122"/>
                <a:gd name="T89" fmla="*/ 100 h 12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22"/>
                <a:gd name="T136" fmla="*/ 0 h 125"/>
                <a:gd name="T137" fmla="*/ 122 w 122"/>
                <a:gd name="T138" fmla="*/ 125 h 12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22" h="125">
                  <a:moveTo>
                    <a:pt x="114" y="100"/>
                  </a:moveTo>
                  <a:cubicBezTo>
                    <a:pt x="114" y="93"/>
                    <a:pt x="110" y="93"/>
                    <a:pt x="110" y="88"/>
                  </a:cubicBezTo>
                  <a:cubicBezTo>
                    <a:pt x="110" y="84"/>
                    <a:pt x="111" y="80"/>
                    <a:pt x="109" y="79"/>
                  </a:cubicBezTo>
                  <a:cubicBezTo>
                    <a:pt x="107" y="79"/>
                    <a:pt x="108" y="75"/>
                    <a:pt x="111" y="71"/>
                  </a:cubicBezTo>
                  <a:cubicBezTo>
                    <a:pt x="114" y="67"/>
                    <a:pt x="106" y="66"/>
                    <a:pt x="105" y="61"/>
                  </a:cubicBezTo>
                  <a:cubicBezTo>
                    <a:pt x="105" y="59"/>
                    <a:pt x="107" y="52"/>
                    <a:pt x="110" y="44"/>
                  </a:cubicBezTo>
                  <a:cubicBezTo>
                    <a:pt x="101" y="37"/>
                    <a:pt x="91" y="30"/>
                    <a:pt x="91" y="30"/>
                  </a:cubicBezTo>
                  <a:cubicBezTo>
                    <a:pt x="92" y="24"/>
                    <a:pt x="92" y="24"/>
                    <a:pt x="92" y="24"/>
                  </a:cubicBezTo>
                  <a:cubicBezTo>
                    <a:pt x="49" y="1"/>
                    <a:pt x="49" y="1"/>
                    <a:pt x="49" y="1"/>
                  </a:cubicBezTo>
                  <a:cubicBezTo>
                    <a:pt x="49" y="6"/>
                    <a:pt x="47" y="10"/>
                    <a:pt x="44" y="12"/>
                  </a:cubicBezTo>
                  <a:cubicBezTo>
                    <a:pt x="40" y="13"/>
                    <a:pt x="48" y="18"/>
                    <a:pt x="44" y="19"/>
                  </a:cubicBezTo>
                  <a:cubicBezTo>
                    <a:pt x="41" y="19"/>
                    <a:pt x="32" y="15"/>
                    <a:pt x="26" y="18"/>
                  </a:cubicBezTo>
                  <a:cubicBezTo>
                    <a:pt x="22" y="19"/>
                    <a:pt x="23" y="9"/>
                    <a:pt x="26" y="0"/>
                  </a:cubicBezTo>
                  <a:cubicBezTo>
                    <a:pt x="17" y="1"/>
                    <a:pt x="17" y="1"/>
                    <a:pt x="17" y="1"/>
                  </a:cubicBezTo>
                  <a:cubicBezTo>
                    <a:pt x="17" y="1"/>
                    <a:pt x="14" y="2"/>
                    <a:pt x="11" y="2"/>
                  </a:cubicBezTo>
                  <a:cubicBezTo>
                    <a:pt x="13" y="7"/>
                    <a:pt x="13" y="7"/>
                    <a:pt x="13" y="7"/>
                  </a:cubicBezTo>
                  <a:cubicBezTo>
                    <a:pt x="13" y="7"/>
                    <a:pt x="15" y="12"/>
                    <a:pt x="15" y="15"/>
                  </a:cubicBezTo>
                  <a:cubicBezTo>
                    <a:pt x="15" y="16"/>
                    <a:pt x="13" y="17"/>
                    <a:pt x="10" y="17"/>
                  </a:cubicBezTo>
                  <a:cubicBezTo>
                    <a:pt x="11" y="20"/>
                    <a:pt x="11" y="23"/>
                    <a:pt x="11" y="23"/>
                  </a:cubicBezTo>
                  <a:cubicBezTo>
                    <a:pt x="14" y="25"/>
                    <a:pt x="14" y="25"/>
                    <a:pt x="14" y="25"/>
                  </a:cubicBezTo>
                  <a:cubicBezTo>
                    <a:pt x="14" y="25"/>
                    <a:pt x="7" y="37"/>
                    <a:pt x="5" y="38"/>
                  </a:cubicBezTo>
                  <a:cubicBezTo>
                    <a:pt x="4" y="38"/>
                    <a:pt x="2" y="39"/>
                    <a:pt x="0" y="41"/>
                  </a:cubicBezTo>
                  <a:cubicBezTo>
                    <a:pt x="1" y="49"/>
                    <a:pt x="3" y="59"/>
                    <a:pt x="7" y="62"/>
                  </a:cubicBezTo>
                  <a:cubicBezTo>
                    <a:pt x="12" y="68"/>
                    <a:pt x="11" y="74"/>
                    <a:pt x="13" y="77"/>
                  </a:cubicBezTo>
                  <a:cubicBezTo>
                    <a:pt x="14" y="81"/>
                    <a:pt x="19" y="85"/>
                    <a:pt x="15" y="86"/>
                  </a:cubicBezTo>
                  <a:cubicBezTo>
                    <a:pt x="13" y="87"/>
                    <a:pt x="11" y="85"/>
                    <a:pt x="9" y="81"/>
                  </a:cubicBezTo>
                  <a:cubicBezTo>
                    <a:pt x="9" y="82"/>
                    <a:pt x="9" y="82"/>
                    <a:pt x="8" y="83"/>
                  </a:cubicBezTo>
                  <a:cubicBezTo>
                    <a:pt x="8" y="83"/>
                    <a:pt x="8" y="83"/>
                    <a:pt x="8" y="83"/>
                  </a:cubicBezTo>
                  <a:cubicBezTo>
                    <a:pt x="11" y="86"/>
                    <a:pt x="15" y="88"/>
                    <a:pt x="16" y="88"/>
                  </a:cubicBezTo>
                  <a:cubicBezTo>
                    <a:pt x="19" y="88"/>
                    <a:pt x="24" y="92"/>
                    <a:pt x="26" y="92"/>
                  </a:cubicBezTo>
                  <a:cubicBezTo>
                    <a:pt x="29" y="93"/>
                    <a:pt x="40" y="97"/>
                    <a:pt x="41" y="99"/>
                  </a:cubicBezTo>
                  <a:cubicBezTo>
                    <a:pt x="41" y="99"/>
                    <a:pt x="41" y="99"/>
                    <a:pt x="42" y="100"/>
                  </a:cubicBezTo>
                  <a:cubicBezTo>
                    <a:pt x="44" y="100"/>
                    <a:pt x="47" y="99"/>
                    <a:pt x="49" y="100"/>
                  </a:cubicBezTo>
                  <a:cubicBezTo>
                    <a:pt x="50" y="99"/>
                    <a:pt x="50" y="99"/>
                    <a:pt x="51" y="99"/>
                  </a:cubicBezTo>
                  <a:cubicBezTo>
                    <a:pt x="55" y="99"/>
                    <a:pt x="59" y="113"/>
                    <a:pt x="59" y="122"/>
                  </a:cubicBezTo>
                  <a:cubicBezTo>
                    <a:pt x="61" y="122"/>
                    <a:pt x="64" y="123"/>
                    <a:pt x="65" y="123"/>
                  </a:cubicBezTo>
                  <a:cubicBezTo>
                    <a:pt x="67" y="123"/>
                    <a:pt x="69" y="120"/>
                    <a:pt x="72" y="121"/>
                  </a:cubicBezTo>
                  <a:cubicBezTo>
                    <a:pt x="75" y="122"/>
                    <a:pt x="73" y="125"/>
                    <a:pt x="76" y="125"/>
                  </a:cubicBezTo>
                  <a:cubicBezTo>
                    <a:pt x="78" y="125"/>
                    <a:pt x="84" y="123"/>
                    <a:pt x="85" y="123"/>
                  </a:cubicBezTo>
                  <a:cubicBezTo>
                    <a:pt x="87" y="124"/>
                    <a:pt x="92" y="125"/>
                    <a:pt x="92" y="123"/>
                  </a:cubicBezTo>
                  <a:cubicBezTo>
                    <a:pt x="92" y="121"/>
                    <a:pt x="93" y="118"/>
                    <a:pt x="96" y="118"/>
                  </a:cubicBezTo>
                  <a:cubicBezTo>
                    <a:pt x="98" y="119"/>
                    <a:pt x="100" y="121"/>
                    <a:pt x="102" y="119"/>
                  </a:cubicBezTo>
                  <a:cubicBezTo>
                    <a:pt x="105" y="116"/>
                    <a:pt x="109" y="119"/>
                    <a:pt x="110" y="117"/>
                  </a:cubicBezTo>
                  <a:cubicBezTo>
                    <a:pt x="111" y="115"/>
                    <a:pt x="117" y="113"/>
                    <a:pt x="122" y="110"/>
                  </a:cubicBezTo>
                  <a:cubicBezTo>
                    <a:pt x="122" y="104"/>
                    <a:pt x="115" y="107"/>
                    <a:pt x="114" y="100"/>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5" name="Freeform 162"/>
            <p:cNvSpPr>
              <a:spLocks noChangeArrowheads="1"/>
            </p:cNvSpPr>
            <p:nvPr/>
          </p:nvSpPr>
          <p:spPr bwMode="auto">
            <a:xfrm>
              <a:off x="4337065" y="2678115"/>
              <a:ext cx="71438" cy="168276"/>
            </a:xfrm>
            <a:custGeom>
              <a:avLst/>
              <a:gdLst>
                <a:gd name="T0" fmla="*/ 34 w 37"/>
                <a:gd name="T1" fmla="*/ 57 h 88"/>
                <a:gd name="T2" fmla="*/ 27 w 37"/>
                <a:gd name="T3" fmla="*/ 51 h 88"/>
                <a:gd name="T4" fmla="*/ 27 w 37"/>
                <a:gd name="T5" fmla="*/ 53 h 88"/>
                <a:gd name="T6" fmla="*/ 15 w 37"/>
                <a:gd name="T7" fmla="*/ 35 h 88"/>
                <a:gd name="T8" fmla="*/ 16 w 37"/>
                <a:gd name="T9" fmla="*/ 15 h 88"/>
                <a:gd name="T10" fmla="*/ 13 w 37"/>
                <a:gd name="T11" fmla="*/ 1 h 88"/>
                <a:gd name="T12" fmla="*/ 6 w 37"/>
                <a:gd name="T13" fmla="*/ 1 h 88"/>
                <a:gd name="T14" fmla="*/ 10 w 37"/>
                <a:gd name="T15" fmla="*/ 12 h 88"/>
                <a:gd name="T16" fmla="*/ 6 w 37"/>
                <a:gd name="T17" fmla="*/ 14 h 88"/>
                <a:gd name="T18" fmla="*/ 7 w 37"/>
                <a:gd name="T19" fmla="*/ 32 h 88"/>
                <a:gd name="T20" fmla="*/ 2 w 37"/>
                <a:gd name="T21" fmla="*/ 35 h 88"/>
                <a:gd name="T22" fmla="*/ 0 w 37"/>
                <a:gd name="T23" fmla="*/ 46 h 88"/>
                <a:gd name="T24" fmla="*/ 2 w 37"/>
                <a:gd name="T25" fmla="*/ 51 h 88"/>
                <a:gd name="T26" fmla="*/ 2 w 37"/>
                <a:gd name="T27" fmla="*/ 51 h 88"/>
                <a:gd name="T28" fmla="*/ 10 w 37"/>
                <a:gd name="T29" fmla="*/ 57 h 88"/>
                <a:gd name="T30" fmla="*/ 19 w 37"/>
                <a:gd name="T31" fmla="*/ 58 h 88"/>
                <a:gd name="T32" fmla="*/ 17 w 37"/>
                <a:gd name="T33" fmla="*/ 73 h 88"/>
                <a:gd name="T34" fmla="*/ 27 w 37"/>
                <a:gd name="T35" fmla="*/ 86 h 88"/>
                <a:gd name="T36" fmla="*/ 28 w 37"/>
                <a:gd name="T37" fmla="*/ 76 h 88"/>
                <a:gd name="T38" fmla="*/ 34 w 37"/>
                <a:gd name="T39" fmla="*/ 69 h 88"/>
                <a:gd name="T40" fmla="*/ 34 w 37"/>
                <a:gd name="T41" fmla="*/ 57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7"/>
                <a:gd name="T64" fmla="*/ 0 h 88"/>
                <a:gd name="T65" fmla="*/ 37 w 37"/>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7" h="88">
                  <a:moveTo>
                    <a:pt x="34" y="57"/>
                  </a:moveTo>
                  <a:cubicBezTo>
                    <a:pt x="33" y="55"/>
                    <a:pt x="30" y="53"/>
                    <a:pt x="27" y="51"/>
                  </a:cubicBezTo>
                  <a:cubicBezTo>
                    <a:pt x="27" y="51"/>
                    <a:pt x="27" y="52"/>
                    <a:pt x="27" y="53"/>
                  </a:cubicBezTo>
                  <a:cubicBezTo>
                    <a:pt x="24" y="57"/>
                    <a:pt x="16" y="44"/>
                    <a:pt x="15" y="35"/>
                  </a:cubicBezTo>
                  <a:cubicBezTo>
                    <a:pt x="14" y="27"/>
                    <a:pt x="19" y="23"/>
                    <a:pt x="16" y="15"/>
                  </a:cubicBezTo>
                  <a:cubicBezTo>
                    <a:pt x="13" y="9"/>
                    <a:pt x="11" y="3"/>
                    <a:pt x="13" y="1"/>
                  </a:cubicBezTo>
                  <a:cubicBezTo>
                    <a:pt x="11" y="0"/>
                    <a:pt x="8" y="1"/>
                    <a:pt x="6" y="1"/>
                  </a:cubicBezTo>
                  <a:cubicBezTo>
                    <a:pt x="7" y="4"/>
                    <a:pt x="10" y="10"/>
                    <a:pt x="10" y="12"/>
                  </a:cubicBezTo>
                  <a:cubicBezTo>
                    <a:pt x="10" y="14"/>
                    <a:pt x="7" y="11"/>
                    <a:pt x="6" y="14"/>
                  </a:cubicBezTo>
                  <a:cubicBezTo>
                    <a:pt x="5" y="17"/>
                    <a:pt x="4" y="30"/>
                    <a:pt x="7" y="32"/>
                  </a:cubicBezTo>
                  <a:cubicBezTo>
                    <a:pt x="9" y="35"/>
                    <a:pt x="2" y="33"/>
                    <a:pt x="2" y="35"/>
                  </a:cubicBezTo>
                  <a:cubicBezTo>
                    <a:pt x="2" y="38"/>
                    <a:pt x="1" y="46"/>
                    <a:pt x="0" y="46"/>
                  </a:cubicBezTo>
                  <a:cubicBezTo>
                    <a:pt x="0" y="47"/>
                    <a:pt x="1" y="49"/>
                    <a:pt x="2" y="51"/>
                  </a:cubicBezTo>
                  <a:cubicBezTo>
                    <a:pt x="2" y="51"/>
                    <a:pt x="2" y="51"/>
                    <a:pt x="2" y="51"/>
                  </a:cubicBezTo>
                  <a:cubicBezTo>
                    <a:pt x="3" y="51"/>
                    <a:pt x="8" y="57"/>
                    <a:pt x="10" y="57"/>
                  </a:cubicBezTo>
                  <a:cubicBezTo>
                    <a:pt x="12" y="56"/>
                    <a:pt x="18" y="53"/>
                    <a:pt x="19" y="58"/>
                  </a:cubicBezTo>
                  <a:cubicBezTo>
                    <a:pt x="20" y="63"/>
                    <a:pt x="16" y="71"/>
                    <a:pt x="17" y="73"/>
                  </a:cubicBezTo>
                  <a:cubicBezTo>
                    <a:pt x="17" y="75"/>
                    <a:pt x="26" y="88"/>
                    <a:pt x="27" y="86"/>
                  </a:cubicBezTo>
                  <a:cubicBezTo>
                    <a:pt x="28" y="85"/>
                    <a:pt x="25" y="79"/>
                    <a:pt x="28" y="76"/>
                  </a:cubicBezTo>
                  <a:cubicBezTo>
                    <a:pt x="31" y="73"/>
                    <a:pt x="35" y="77"/>
                    <a:pt x="34" y="69"/>
                  </a:cubicBezTo>
                  <a:cubicBezTo>
                    <a:pt x="34" y="61"/>
                    <a:pt x="37" y="61"/>
                    <a:pt x="34" y="57"/>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6" name="Freeform 163"/>
            <p:cNvSpPr>
              <a:spLocks noChangeArrowheads="1"/>
            </p:cNvSpPr>
            <p:nvPr/>
          </p:nvSpPr>
          <p:spPr bwMode="auto">
            <a:xfrm>
              <a:off x="7164412" y="2919416"/>
              <a:ext cx="73025" cy="57151"/>
            </a:xfrm>
            <a:custGeom>
              <a:avLst/>
              <a:gdLst>
                <a:gd name="T0" fmla="*/ 1 w 38"/>
                <a:gd name="T1" fmla="*/ 5 h 30"/>
                <a:gd name="T2" fmla="*/ 34 w 38"/>
                <a:gd name="T3" fmla="*/ 27 h 30"/>
                <a:gd name="T4" fmla="*/ 1 w 38"/>
                <a:gd name="T5" fmla="*/ 5 h 30"/>
                <a:gd name="T6" fmla="*/ 0 60000 65536"/>
                <a:gd name="T7" fmla="*/ 0 60000 65536"/>
                <a:gd name="T8" fmla="*/ 0 60000 65536"/>
                <a:gd name="T9" fmla="*/ 0 w 38"/>
                <a:gd name="T10" fmla="*/ 0 h 30"/>
                <a:gd name="T11" fmla="*/ 38 w 38"/>
                <a:gd name="T12" fmla="*/ 30 h 30"/>
              </a:gdLst>
              <a:ahLst/>
              <a:cxnLst>
                <a:cxn ang="T6">
                  <a:pos x="T0" y="T1"/>
                </a:cxn>
                <a:cxn ang="T7">
                  <a:pos x="T2" y="T3"/>
                </a:cxn>
                <a:cxn ang="T8">
                  <a:pos x="T4" y="T5"/>
                </a:cxn>
              </a:cxnLst>
              <a:rect l="T9" t="T10" r="T11" b="T12"/>
              <a:pathLst>
                <a:path w="38" h="30">
                  <a:moveTo>
                    <a:pt x="1" y="5"/>
                  </a:moveTo>
                  <a:cubicBezTo>
                    <a:pt x="0" y="0"/>
                    <a:pt x="38" y="25"/>
                    <a:pt x="34" y="27"/>
                  </a:cubicBezTo>
                  <a:cubicBezTo>
                    <a:pt x="30" y="30"/>
                    <a:pt x="2" y="9"/>
                    <a:pt x="1" y="5"/>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7" name="Freeform 164"/>
            <p:cNvSpPr>
              <a:spLocks noChangeArrowheads="1"/>
            </p:cNvSpPr>
            <p:nvPr/>
          </p:nvSpPr>
          <p:spPr bwMode="auto">
            <a:xfrm>
              <a:off x="5102242" y="1530352"/>
              <a:ext cx="166689" cy="111125"/>
            </a:xfrm>
            <a:custGeom>
              <a:avLst/>
              <a:gdLst>
                <a:gd name="T0" fmla="*/ 71 w 87"/>
                <a:gd name="T1" fmla="*/ 47 h 58"/>
                <a:gd name="T2" fmla="*/ 75 w 87"/>
                <a:gd name="T3" fmla="*/ 51 h 58"/>
                <a:gd name="T4" fmla="*/ 83 w 87"/>
                <a:gd name="T5" fmla="*/ 53 h 58"/>
                <a:gd name="T6" fmla="*/ 87 w 87"/>
                <a:gd name="T7" fmla="*/ 52 h 58"/>
                <a:gd name="T8" fmla="*/ 84 w 87"/>
                <a:gd name="T9" fmla="*/ 37 h 58"/>
                <a:gd name="T10" fmla="*/ 73 w 87"/>
                <a:gd name="T11" fmla="*/ 30 h 58"/>
                <a:gd name="T12" fmla="*/ 72 w 87"/>
                <a:gd name="T13" fmla="*/ 20 h 58"/>
                <a:gd name="T14" fmla="*/ 57 w 87"/>
                <a:gd name="T15" fmla="*/ 21 h 58"/>
                <a:gd name="T16" fmla="*/ 47 w 87"/>
                <a:gd name="T17" fmla="*/ 19 h 58"/>
                <a:gd name="T18" fmla="*/ 37 w 87"/>
                <a:gd name="T19" fmla="*/ 19 h 58"/>
                <a:gd name="T20" fmla="*/ 21 w 87"/>
                <a:gd name="T21" fmla="*/ 18 h 58"/>
                <a:gd name="T22" fmla="*/ 29 w 87"/>
                <a:gd name="T23" fmla="*/ 11 h 58"/>
                <a:gd name="T24" fmla="*/ 33 w 87"/>
                <a:gd name="T25" fmla="*/ 11 h 58"/>
                <a:gd name="T26" fmla="*/ 37 w 87"/>
                <a:gd name="T27" fmla="*/ 2 h 58"/>
                <a:gd name="T28" fmla="*/ 29 w 87"/>
                <a:gd name="T29" fmla="*/ 4 h 58"/>
                <a:gd name="T30" fmla="*/ 20 w 87"/>
                <a:gd name="T31" fmla="*/ 6 h 58"/>
                <a:gd name="T32" fmla="*/ 15 w 87"/>
                <a:gd name="T33" fmla="*/ 12 h 58"/>
                <a:gd name="T34" fmla="*/ 11 w 87"/>
                <a:gd name="T35" fmla="*/ 18 h 58"/>
                <a:gd name="T36" fmla="*/ 1 w 87"/>
                <a:gd name="T37" fmla="*/ 22 h 58"/>
                <a:gd name="T38" fmla="*/ 8 w 87"/>
                <a:gd name="T39" fmla="*/ 31 h 58"/>
                <a:gd name="T40" fmla="*/ 9 w 87"/>
                <a:gd name="T41" fmla="*/ 41 h 58"/>
                <a:gd name="T42" fmla="*/ 4 w 87"/>
                <a:gd name="T43" fmla="*/ 52 h 58"/>
                <a:gd name="T44" fmla="*/ 10 w 87"/>
                <a:gd name="T45" fmla="*/ 53 h 58"/>
                <a:gd name="T46" fmla="*/ 21 w 87"/>
                <a:gd name="T47" fmla="*/ 50 h 58"/>
                <a:gd name="T48" fmla="*/ 32 w 87"/>
                <a:gd name="T49" fmla="*/ 44 h 58"/>
                <a:gd name="T50" fmla="*/ 42 w 87"/>
                <a:gd name="T51" fmla="*/ 35 h 58"/>
                <a:gd name="T52" fmla="*/ 47 w 87"/>
                <a:gd name="T53" fmla="*/ 44 h 58"/>
                <a:gd name="T54" fmla="*/ 47 w 87"/>
                <a:gd name="T55" fmla="*/ 57 h 58"/>
                <a:gd name="T56" fmla="*/ 52 w 87"/>
                <a:gd name="T57" fmla="*/ 58 h 58"/>
                <a:gd name="T58" fmla="*/ 58 w 87"/>
                <a:gd name="T59" fmla="*/ 56 h 58"/>
                <a:gd name="T60" fmla="*/ 71 w 87"/>
                <a:gd name="T61" fmla="*/ 47 h 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7"/>
                <a:gd name="T94" fmla="*/ 0 h 58"/>
                <a:gd name="T95" fmla="*/ 87 w 87"/>
                <a:gd name="T96" fmla="*/ 58 h 5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7" h="58">
                  <a:moveTo>
                    <a:pt x="71" y="47"/>
                  </a:moveTo>
                  <a:cubicBezTo>
                    <a:pt x="73" y="49"/>
                    <a:pt x="73" y="51"/>
                    <a:pt x="75" y="51"/>
                  </a:cubicBezTo>
                  <a:cubicBezTo>
                    <a:pt x="77" y="50"/>
                    <a:pt x="81" y="51"/>
                    <a:pt x="83" y="53"/>
                  </a:cubicBezTo>
                  <a:cubicBezTo>
                    <a:pt x="85" y="53"/>
                    <a:pt x="87" y="52"/>
                    <a:pt x="87" y="52"/>
                  </a:cubicBezTo>
                  <a:cubicBezTo>
                    <a:pt x="87" y="52"/>
                    <a:pt x="85" y="41"/>
                    <a:pt x="84" y="37"/>
                  </a:cubicBezTo>
                  <a:cubicBezTo>
                    <a:pt x="84" y="34"/>
                    <a:pt x="73" y="30"/>
                    <a:pt x="73" y="30"/>
                  </a:cubicBezTo>
                  <a:cubicBezTo>
                    <a:pt x="72" y="20"/>
                    <a:pt x="72" y="20"/>
                    <a:pt x="72" y="20"/>
                  </a:cubicBezTo>
                  <a:cubicBezTo>
                    <a:pt x="72" y="20"/>
                    <a:pt x="59" y="22"/>
                    <a:pt x="57" y="21"/>
                  </a:cubicBezTo>
                  <a:cubicBezTo>
                    <a:pt x="55" y="20"/>
                    <a:pt x="50" y="23"/>
                    <a:pt x="47" y="19"/>
                  </a:cubicBezTo>
                  <a:cubicBezTo>
                    <a:pt x="45" y="16"/>
                    <a:pt x="41" y="22"/>
                    <a:pt x="37" y="19"/>
                  </a:cubicBezTo>
                  <a:cubicBezTo>
                    <a:pt x="33" y="16"/>
                    <a:pt x="22" y="20"/>
                    <a:pt x="21" y="18"/>
                  </a:cubicBezTo>
                  <a:cubicBezTo>
                    <a:pt x="21" y="15"/>
                    <a:pt x="26" y="11"/>
                    <a:pt x="29" y="11"/>
                  </a:cubicBezTo>
                  <a:cubicBezTo>
                    <a:pt x="30" y="11"/>
                    <a:pt x="31" y="11"/>
                    <a:pt x="33" y="11"/>
                  </a:cubicBezTo>
                  <a:cubicBezTo>
                    <a:pt x="34" y="9"/>
                    <a:pt x="37" y="3"/>
                    <a:pt x="37" y="2"/>
                  </a:cubicBezTo>
                  <a:cubicBezTo>
                    <a:pt x="36" y="0"/>
                    <a:pt x="32" y="2"/>
                    <a:pt x="29" y="4"/>
                  </a:cubicBezTo>
                  <a:cubicBezTo>
                    <a:pt x="26" y="6"/>
                    <a:pt x="21" y="3"/>
                    <a:pt x="20" y="6"/>
                  </a:cubicBezTo>
                  <a:cubicBezTo>
                    <a:pt x="19" y="9"/>
                    <a:pt x="18" y="12"/>
                    <a:pt x="15" y="12"/>
                  </a:cubicBezTo>
                  <a:cubicBezTo>
                    <a:pt x="12" y="12"/>
                    <a:pt x="14" y="17"/>
                    <a:pt x="11" y="18"/>
                  </a:cubicBezTo>
                  <a:cubicBezTo>
                    <a:pt x="8" y="19"/>
                    <a:pt x="1" y="19"/>
                    <a:pt x="1" y="22"/>
                  </a:cubicBezTo>
                  <a:cubicBezTo>
                    <a:pt x="0" y="25"/>
                    <a:pt x="8" y="27"/>
                    <a:pt x="8" y="31"/>
                  </a:cubicBezTo>
                  <a:cubicBezTo>
                    <a:pt x="7" y="34"/>
                    <a:pt x="12" y="38"/>
                    <a:pt x="9" y="41"/>
                  </a:cubicBezTo>
                  <a:cubicBezTo>
                    <a:pt x="6" y="43"/>
                    <a:pt x="4" y="46"/>
                    <a:pt x="4" y="52"/>
                  </a:cubicBezTo>
                  <a:cubicBezTo>
                    <a:pt x="7" y="54"/>
                    <a:pt x="9" y="55"/>
                    <a:pt x="10" y="53"/>
                  </a:cubicBezTo>
                  <a:cubicBezTo>
                    <a:pt x="11" y="49"/>
                    <a:pt x="21" y="53"/>
                    <a:pt x="21" y="50"/>
                  </a:cubicBezTo>
                  <a:cubicBezTo>
                    <a:pt x="21" y="47"/>
                    <a:pt x="32" y="48"/>
                    <a:pt x="32" y="44"/>
                  </a:cubicBezTo>
                  <a:cubicBezTo>
                    <a:pt x="32" y="41"/>
                    <a:pt x="38" y="34"/>
                    <a:pt x="42" y="35"/>
                  </a:cubicBezTo>
                  <a:cubicBezTo>
                    <a:pt x="46" y="35"/>
                    <a:pt x="42" y="42"/>
                    <a:pt x="47" y="44"/>
                  </a:cubicBezTo>
                  <a:cubicBezTo>
                    <a:pt x="51" y="46"/>
                    <a:pt x="44" y="54"/>
                    <a:pt x="47" y="57"/>
                  </a:cubicBezTo>
                  <a:cubicBezTo>
                    <a:pt x="48" y="58"/>
                    <a:pt x="50" y="58"/>
                    <a:pt x="52" y="58"/>
                  </a:cubicBezTo>
                  <a:cubicBezTo>
                    <a:pt x="54" y="57"/>
                    <a:pt x="56" y="56"/>
                    <a:pt x="58" y="56"/>
                  </a:cubicBezTo>
                  <a:cubicBezTo>
                    <a:pt x="63" y="52"/>
                    <a:pt x="69" y="46"/>
                    <a:pt x="71" y="47"/>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8" name="Freeform 165"/>
            <p:cNvSpPr>
              <a:spLocks noChangeArrowheads="1"/>
            </p:cNvSpPr>
            <p:nvPr/>
          </p:nvSpPr>
          <p:spPr bwMode="auto">
            <a:xfrm>
              <a:off x="1943107" y="1908177"/>
              <a:ext cx="19050" cy="39688"/>
            </a:xfrm>
            <a:custGeom>
              <a:avLst/>
              <a:gdLst>
                <a:gd name="T0" fmla="*/ 8 w 10"/>
                <a:gd name="T1" fmla="*/ 19 h 21"/>
                <a:gd name="T2" fmla="*/ 4 w 10"/>
                <a:gd name="T3" fmla="*/ 15 h 21"/>
                <a:gd name="T4" fmla="*/ 0 w 10"/>
                <a:gd name="T5" fmla="*/ 7 h 21"/>
                <a:gd name="T6" fmla="*/ 4 w 10"/>
                <a:gd name="T7" fmla="*/ 4 h 21"/>
                <a:gd name="T8" fmla="*/ 5 w 10"/>
                <a:gd name="T9" fmla="*/ 12 h 21"/>
                <a:gd name="T10" fmla="*/ 8 w 10"/>
                <a:gd name="T11" fmla="*/ 19 h 21"/>
                <a:gd name="T12" fmla="*/ 0 60000 65536"/>
                <a:gd name="T13" fmla="*/ 0 60000 65536"/>
                <a:gd name="T14" fmla="*/ 0 60000 65536"/>
                <a:gd name="T15" fmla="*/ 0 60000 65536"/>
                <a:gd name="T16" fmla="*/ 0 60000 65536"/>
                <a:gd name="T17" fmla="*/ 0 60000 65536"/>
                <a:gd name="T18" fmla="*/ 0 w 10"/>
                <a:gd name="T19" fmla="*/ 0 h 21"/>
                <a:gd name="T20" fmla="*/ 10 w 10"/>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0" h="21">
                  <a:moveTo>
                    <a:pt x="8" y="19"/>
                  </a:moveTo>
                  <a:cubicBezTo>
                    <a:pt x="8" y="21"/>
                    <a:pt x="4" y="17"/>
                    <a:pt x="4" y="15"/>
                  </a:cubicBezTo>
                  <a:cubicBezTo>
                    <a:pt x="4" y="12"/>
                    <a:pt x="0" y="12"/>
                    <a:pt x="0" y="7"/>
                  </a:cubicBezTo>
                  <a:cubicBezTo>
                    <a:pt x="0" y="3"/>
                    <a:pt x="2" y="0"/>
                    <a:pt x="4" y="4"/>
                  </a:cubicBezTo>
                  <a:cubicBezTo>
                    <a:pt x="7" y="8"/>
                    <a:pt x="5" y="10"/>
                    <a:pt x="5" y="12"/>
                  </a:cubicBezTo>
                  <a:cubicBezTo>
                    <a:pt x="6" y="14"/>
                    <a:pt x="10" y="17"/>
                    <a:pt x="8" y="19"/>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9" name="Freeform 166"/>
            <p:cNvSpPr>
              <a:spLocks noChangeArrowheads="1"/>
            </p:cNvSpPr>
            <p:nvPr/>
          </p:nvSpPr>
          <p:spPr bwMode="auto">
            <a:xfrm>
              <a:off x="2298707" y="2235202"/>
              <a:ext cx="25400" cy="20638"/>
            </a:xfrm>
            <a:custGeom>
              <a:avLst/>
              <a:gdLst>
                <a:gd name="T0" fmla="*/ 3 w 13"/>
                <a:gd name="T1" fmla="*/ 10 h 11"/>
                <a:gd name="T2" fmla="*/ 2 w 13"/>
                <a:gd name="T3" fmla="*/ 4 h 11"/>
                <a:gd name="T4" fmla="*/ 11 w 13"/>
                <a:gd name="T5" fmla="*/ 2 h 11"/>
                <a:gd name="T6" fmla="*/ 11 w 13"/>
                <a:gd name="T7" fmla="*/ 8 h 11"/>
                <a:gd name="T8" fmla="*/ 3 w 13"/>
                <a:gd name="T9" fmla="*/ 10 h 11"/>
                <a:gd name="T10" fmla="*/ 0 60000 65536"/>
                <a:gd name="T11" fmla="*/ 0 60000 65536"/>
                <a:gd name="T12" fmla="*/ 0 60000 65536"/>
                <a:gd name="T13" fmla="*/ 0 60000 65536"/>
                <a:gd name="T14" fmla="*/ 0 60000 65536"/>
                <a:gd name="T15" fmla="*/ 0 w 13"/>
                <a:gd name="T16" fmla="*/ 0 h 11"/>
                <a:gd name="T17" fmla="*/ 13 w 13"/>
                <a:gd name="T18" fmla="*/ 11 h 11"/>
              </a:gdLst>
              <a:ahLst/>
              <a:cxnLst>
                <a:cxn ang="T10">
                  <a:pos x="T0" y="T1"/>
                </a:cxn>
                <a:cxn ang="T11">
                  <a:pos x="T2" y="T3"/>
                </a:cxn>
                <a:cxn ang="T12">
                  <a:pos x="T4" y="T5"/>
                </a:cxn>
                <a:cxn ang="T13">
                  <a:pos x="T6" y="T7"/>
                </a:cxn>
                <a:cxn ang="T14">
                  <a:pos x="T8" y="T9"/>
                </a:cxn>
              </a:cxnLst>
              <a:rect l="T15" t="T16" r="T17" b="T18"/>
              <a:pathLst>
                <a:path w="13" h="11">
                  <a:moveTo>
                    <a:pt x="3" y="10"/>
                  </a:moveTo>
                  <a:cubicBezTo>
                    <a:pt x="1" y="8"/>
                    <a:pt x="5" y="5"/>
                    <a:pt x="2" y="4"/>
                  </a:cubicBezTo>
                  <a:cubicBezTo>
                    <a:pt x="0" y="3"/>
                    <a:pt x="8" y="0"/>
                    <a:pt x="11" y="2"/>
                  </a:cubicBezTo>
                  <a:cubicBezTo>
                    <a:pt x="13" y="4"/>
                    <a:pt x="13" y="7"/>
                    <a:pt x="11" y="8"/>
                  </a:cubicBezTo>
                  <a:cubicBezTo>
                    <a:pt x="9" y="9"/>
                    <a:pt x="4" y="11"/>
                    <a:pt x="3" y="10"/>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0" name="Freeform 167"/>
            <p:cNvSpPr>
              <a:spLocks noChangeArrowheads="1"/>
            </p:cNvSpPr>
            <p:nvPr/>
          </p:nvSpPr>
          <p:spPr bwMode="auto">
            <a:xfrm>
              <a:off x="4572014" y="1519239"/>
              <a:ext cx="71438" cy="61913"/>
            </a:xfrm>
            <a:custGeom>
              <a:avLst/>
              <a:gdLst>
                <a:gd name="T0" fmla="*/ 35 w 37"/>
                <a:gd name="T1" fmla="*/ 26 h 33"/>
                <a:gd name="T2" fmla="*/ 28 w 37"/>
                <a:gd name="T3" fmla="*/ 17 h 33"/>
                <a:gd name="T4" fmla="*/ 24 w 37"/>
                <a:gd name="T5" fmla="*/ 8 h 33"/>
                <a:gd name="T6" fmla="*/ 21 w 37"/>
                <a:gd name="T7" fmla="*/ 2 h 33"/>
                <a:gd name="T8" fmla="*/ 11 w 37"/>
                <a:gd name="T9" fmla="*/ 1 h 33"/>
                <a:gd name="T10" fmla="*/ 0 w 37"/>
                <a:gd name="T11" fmla="*/ 3 h 33"/>
                <a:gd name="T12" fmla="*/ 2 w 37"/>
                <a:gd name="T13" fmla="*/ 12 h 33"/>
                <a:gd name="T14" fmla="*/ 11 w 37"/>
                <a:gd name="T15" fmla="*/ 16 h 33"/>
                <a:gd name="T16" fmla="*/ 13 w 37"/>
                <a:gd name="T17" fmla="*/ 20 h 33"/>
                <a:gd name="T18" fmla="*/ 14 w 37"/>
                <a:gd name="T19" fmla="*/ 20 h 33"/>
                <a:gd name="T20" fmla="*/ 17 w 37"/>
                <a:gd name="T21" fmla="*/ 22 h 33"/>
                <a:gd name="T22" fmla="*/ 22 w 37"/>
                <a:gd name="T23" fmla="*/ 25 h 33"/>
                <a:gd name="T24" fmla="*/ 28 w 37"/>
                <a:gd name="T25" fmla="*/ 27 h 33"/>
                <a:gd name="T26" fmla="*/ 30 w 37"/>
                <a:gd name="T27" fmla="*/ 33 h 33"/>
                <a:gd name="T28" fmla="*/ 37 w 37"/>
                <a:gd name="T29" fmla="*/ 31 h 33"/>
                <a:gd name="T30" fmla="*/ 35 w 37"/>
                <a:gd name="T31" fmla="*/ 26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7"/>
                <a:gd name="T49" fmla="*/ 0 h 33"/>
                <a:gd name="T50" fmla="*/ 37 w 37"/>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7" h="33">
                  <a:moveTo>
                    <a:pt x="35" y="26"/>
                  </a:moveTo>
                  <a:cubicBezTo>
                    <a:pt x="35" y="23"/>
                    <a:pt x="28" y="21"/>
                    <a:pt x="28" y="17"/>
                  </a:cubicBezTo>
                  <a:cubicBezTo>
                    <a:pt x="28" y="14"/>
                    <a:pt x="23" y="11"/>
                    <a:pt x="24" y="8"/>
                  </a:cubicBezTo>
                  <a:cubicBezTo>
                    <a:pt x="24" y="6"/>
                    <a:pt x="22" y="4"/>
                    <a:pt x="21" y="2"/>
                  </a:cubicBezTo>
                  <a:cubicBezTo>
                    <a:pt x="18" y="1"/>
                    <a:pt x="14" y="0"/>
                    <a:pt x="11" y="1"/>
                  </a:cubicBezTo>
                  <a:cubicBezTo>
                    <a:pt x="7" y="1"/>
                    <a:pt x="4" y="2"/>
                    <a:pt x="0" y="3"/>
                  </a:cubicBezTo>
                  <a:cubicBezTo>
                    <a:pt x="2" y="6"/>
                    <a:pt x="0" y="7"/>
                    <a:pt x="2" y="12"/>
                  </a:cubicBezTo>
                  <a:cubicBezTo>
                    <a:pt x="4" y="17"/>
                    <a:pt x="9" y="14"/>
                    <a:pt x="11" y="16"/>
                  </a:cubicBezTo>
                  <a:cubicBezTo>
                    <a:pt x="11" y="16"/>
                    <a:pt x="12" y="18"/>
                    <a:pt x="13" y="20"/>
                  </a:cubicBezTo>
                  <a:cubicBezTo>
                    <a:pt x="13" y="20"/>
                    <a:pt x="13" y="20"/>
                    <a:pt x="14" y="20"/>
                  </a:cubicBezTo>
                  <a:cubicBezTo>
                    <a:pt x="16" y="20"/>
                    <a:pt x="16" y="21"/>
                    <a:pt x="17" y="22"/>
                  </a:cubicBezTo>
                  <a:cubicBezTo>
                    <a:pt x="19" y="23"/>
                    <a:pt x="21" y="24"/>
                    <a:pt x="22" y="25"/>
                  </a:cubicBezTo>
                  <a:cubicBezTo>
                    <a:pt x="24" y="25"/>
                    <a:pt x="25" y="23"/>
                    <a:pt x="28" y="27"/>
                  </a:cubicBezTo>
                  <a:cubicBezTo>
                    <a:pt x="30" y="29"/>
                    <a:pt x="30" y="30"/>
                    <a:pt x="30" y="33"/>
                  </a:cubicBezTo>
                  <a:cubicBezTo>
                    <a:pt x="33" y="33"/>
                    <a:pt x="35" y="32"/>
                    <a:pt x="37" y="31"/>
                  </a:cubicBezTo>
                  <a:cubicBezTo>
                    <a:pt x="36" y="29"/>
                    <a:pt x="35" y="27"/>
                    <a:pt x="35" y="26"/>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1" name="Freeform 168"/>
            <p:cNvSpPr>
              <a:spLocks noEditPoints="1" noChangeArrowheads="1"/>
            </p:cNvSpPr>
            <p:nvPr/>
          </p:nvSpPr>
          <p:spPr bwMode="auto">
            <a:xfrm>
              <a:off x="4605353" y="1504952"/>
              <a:ext cx="106364" cy="87313"/>
            </a:xfrm>
            <a:custGeom>
              <a:avLst/>
              <a:gdLst>
                <a:gd name="T0" fmla="*/ 53 w 56"/>
                <a:gd name="T1" fmla="*/ 15 h 46"/>
                <a:gd name="T2" fmla="*/ 43 w 56"/>
                <a:gd name="T3" fmla="*/ 2 h 46"/>
                <a:gd name="T4" fmla="*/ 35 w 56"/>
                <a:gd name="T5" fmla="*/ 8 h 46"/>
                <a:gd name="T6" fmla="*/ 30 w 56"/>
                <a:gd name="T7" fmla="*/ 8 h 46"/>
                <a:gd name="T8" fmla="*/ 22 w 56"/>
                <a:gd name="T9" fmla="*/ 2 h 46"/>
                <a:gd name="T10" fmla="*/ 18 w 56"/>
                <a:gd name="T11" fmla="*/ 0 h 46"/>
                <a:gd name="T12" fmla="*/ 16 w 56"/>
                <a:gd name="T13" fmla="*/ 4 h 46"/>
                <a:gd name="T14" fmla="*/ 20 w 56"/>
                <a:gd name="T15" fmla="*/ 9 h 46"/>
                <a:gd name="T16" fmla="*/ 11 w 56"/>
                <a:gd name="T17" fmla="*/ 9 h 46"/>
                <a:gd name="T18" fmla="*/ 3 w 56"/>
                <a:gd name="T19" fmla="*/ 6 h 46"/>
                <a:gd name="T20" fmla="*/ 7 w 56"/>
                <a:gd name="T21" fmla="*/ 15 h 46"/>
                <a:gd name="T22" fmla="*/ 11 w 56"/>
                <a:gd name="T23" fmla="*/ 24 h 46"/>
                <a:gd name="T24" fmla="*/ 18 w 56"/>
                <a:gd name="T25" fmla="*/ 33 h 46"/>
                <a:gd name="T26" fmla="*/ 20 w 56"/>
                <a:gd name="T27" fmla="*/ 38 h 46"/>
                <a:gd name="T28" fmla="*/ 34 w 56"/>
                <a:gd name="T29" fmla="*/ 30 h 46"/>
                <a:gd name="T30" fmla="*/ 36 w 56"/>
                <a:gd name="T31" fmla="*/ 40 h 46"/>
                <a:gd name="T32" fmla="*/ 44 w 56"/>
                <a:gd name="T33" fmla="*/ 46 h 46"/>
                <a:gd name="T34" fmla="*/ 46 w 56"/>
                <a:gd name="T35" fmla="*/ 39 h 46"/>
                <a:gd name="T36" fmla="*/ 53 w 56"/>
                <a:gd name="T37" fmla="*/ 15 h 46"/>
                <a:gd name="T38" fmla="*/ 5 w 56"/>
                <a:gd name="T39" fmla="*/ 32 h 46"/>
                <a:gd name="T40" fmla="*/ 0 w 56"/>
                <a:gd name="T41" fmla="*/ 29 h 46"/>
                <a:gd name="T42" fmla="*/ 3 w 56"/>
                <a:gd name="T43" fmla="*/ 35 h 46"/>
                <a:gd name="T44" fmla="*/ 11 w 56"/>
                <a:gd name="T45" fmla="*/ 40 h 46"/>
                <a:gd name="T46" fmla="*/ 13 w 56"/>
                <a:gd name="T47" fmla="*/ 40 h 46"/>
                <a:gd name="T48" fmla="*/ 11 w 56"/>
                <a:gd name="T49" fmla="*/ 34 h 46"/>
                <a:gd name="T50" fmla="*/ 5 w 56"/>
                <a:gd name="T51" fmla="*/ 32 h 4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6"/>
                <a:gd name="T79" fmla="*/ 0 h 46"/>
                <a:gd name="T80" fmla="*/ 56 w 56"/>
                <a:gd name="T81" fmla="*/ 46 h 4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6" h="46">
                  <a:moveTo>
                    <a:pt x="53" y="15"/>
                  </a:moveTo>
                  <a:cubicBezTo>
                    <a:pt x="51" y="13"/>
                    <a:pt x="47" y="8"/>
                    <a:pt x="43" y="2"/>
                  </a:cubicBezTo>
                  <a:cubicBezTo>
                    <a:pt x="41" y="6"/>
                    <a:pt x="36" y="5"/>
                    <a:pt x="35" y="8"/>
                  </a:cubicBezTo>
                  <a:cubicBezTo>
                    <a:pt x="34" y="10"/>
                    <a:pt x="32" y="7"/>
                    <a:pt x="30" y="8"/>
                  </a:cubicBezTo>
                  <a:cubicBezTo>
                    <a:pt x="29" y="8"/>
                    <a:pt x="25" y="2"/>
                    <a:pt x="22" y="2"/>
                  </a:cubicBezTo>
                  <a:cubicBezTo>
                    <a:pt x="21" y="1"/>
                    <a:pt x="20" y="1"/>
                    <a:pt x="18" y="0"/>
                  </a:cubicBezTo>
                  <a:cubicBezTo>
                    <a:pt x="17" y="2"/>
                    <a:pt x="16" y="3"/>
                    <a:pt x="16" y="4"/>
                  </a:cubicBezTo>
                  <a:cubicBezTo>
                    <a:pt x="17" y="6"/>
                    <a:pt x="21" y="8"/>
                    <a:pt x="20" y="9"/>
                  </a:cubicBezTo>
                  <a:cubicBezTo>
                    <a:pt x="18" y="11"/>
                    <a:pt x="13" y="10"/>
                    <a:pt x="11" y="9"/>
                  </a:cubicBezTo>
                  <a:cubicBezTo>
                    <a:pt x="9" y="7"/>
                    <a:pt x="4" y="4"/>
                    <a:pt x="3" y="6"/>
                  </a:cubicBezTo>
                  <a:cubicBezTo>
                    <a:pt x="2" y="8"/>
                    <a:pt x="8" y="13"/>
                    <a:pt x="7" y="15"/>
                  </a:cubicBezTo>
                  <a:cubicBezTo>
                    <a:pt x="6" y="18"/>
                    <a:pt x="11" y="21"/>
                    <a:pt x="11" y="24"/>
                  </a:cubicBezTo>
                  <a:cubicBezTo>
                    <a:pt x="11" y="28"/>
                    <a:pt x="18" y="30"/>
                    <a:pt x="18" y="33"/>
                  </a:cubicBezTo>
                  <a:cubicBezTo>
                    <a:pt x="18" y="34"/>
                    <a:pt x="19" y="36"/>
                    <a:pt x="20" y="38"/>
                  </a:cubicBezTo>
                  <a:cubicBezTo>
                    <a:pt x="26" y="36"/>
                    <a:pt x="30" y="32"/>
                    <a:pt x="34" y="30"/>
                  </a:cubicBezTo>
                  <a:cubicBezTo>
                    <a:pt x="39" y="27"/>
                    <a:pt x="37" y="38"/>
                    <a:pt x="36" y="40"/>
                  </a:cubicBezTo>
                  <a:cubicBezTo>
                    <a:pt x="35" y="41"/>
                    <a:pt x="40" y="44"/>
                    <a:pt x="44" y="46"/>
                  </a:cubicBezTo>
                  <a:cubicBezTo>
                    <a:pt x="44" y="43"/>
                    <a:pt x="44" y="41"/>
                    <a:pt x="46" y="39"/>
                  </a:cubicBezTo>
                  <a:cubicBezTo>
                    <a:pt x="52" y="32"/>
                    <a:pt x="56" y="21"/>
                    <a:pt x="53" y="15"/>
                  </a:cubicBezTo>
                  <a:close/>
                  <a:moveTo>
                    <a:pt x="5" y="32"/>
                  </a:moveTo>
                  <a:cubicBezTo>
                    <a:pt x="4" y="31"/>
                    <a:pt x="2" y="30"/>
                    <a:pt x="0" y="29"/>
                  </a:cubicBezTo>
                  <a:cubicBezTo>
                    <a:pt x="0" y="31"/>
                    <a:pt x="0" y="34"/>
                    <a:pt x="3" y="35"/>
                  </a:cubicBezTo>
                  <a:cubicBezTo>
                    <a:pt x="8" y="37"/>
                    <a:pt x="1" y="38"/>
                    <a:pt x="11" y="40"/>
                  </a:cubicBezTo>
                  <a:cubicBezTo>
                    <a:pt x="12" y="40"/>
                    <a:pt x="12" y="40"/>
                    <a:pt x="13" y="40"/>
                  </a:cubicBezTo>
                  <a:cubicBezTo>
                    <a:pt x="13" y="37"/>
                    <a:pt x="13" y="36"/>
                    <a:pt x="11" y="34"/>
                  </a:cubicBezTo>
                  <a:cubicBezTo>
                    <a:pt x="8" y="30"/>
                    <a:pt x="7" y="32"/>
                    <a:pt x="5" y="32"/>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2" name="Freeform 169"/>
            <p:cNvSpPr>
              <a:spLocks noChangeArrowheads="1"/>
            </p:cNvSpPr>
            <p:nvPr/>
          </p:nvSpPr>
          <p:spPr bwMode="auto">
            <a:xfrm>
              <a:off x="4946665" y="1595439"/>
              <a:ext cx="309564" cy="220663"/>
            </a:xfrm>
            <a:custGeom>
              <a:avLst/>
              <a:gdLst>
                <a:gd name="T0" fmla="*/ 156 w 162"/>
                <a:gd name="T1" fmla="*/ 17 h 116"/>
                <a:gd name="T2" fmla="*/ 152 w 162"/>
                <a:gd name="T3" fmla="*/ 13 h 116"/>
                <a:gd name="T4" fmla="*/ 139 w 162"/>
                <a:gd name="T5" fmla="*/ 22 h 116"/>
                <a:gd name="T6" fmla="*/ 134 w 162"/>
                <a:gd name="T7" fmla="*/ 24 h 116"/>
                <a:gd name="T8" fmla="*/ 128 w 162"/>
                <a:gd name="T9" fmla="*/ 23 h 116"/>
                <a:gd name="T10" fmla="*/ 128 w 162"/>
                <a:gd name="T11" fmla="*/ 10 h 116"/>
                <a:gd name="T12" fmla="*/ 123 w 162"/>
                <a:gd name="T13" fmla="*/ 1 h 116"/>
                <a:gd name="T14" fmla="*/ 113 w 162"/>
                <a:gd name="T15" fmla="*/ 10 h 116"/>
                <a:gd name="T16" fmla="*/ 102 w 162"/>
                <a:gd name="T17" fmla="*/ 16 h 116"/>
                <a:gd name="T18" fmla="*/ 91 w 162"/>
                <a:gd name="T19" fmla="*/ 19 h 116"/>
                <a:gd name="T20" fmla="*/ 81 w 162"/>
                <a:gd name="T21" fmla="*/ 16 h 116"/>
                <a:gd name="T22" fmla="*/ 72 w 162"/>
                <a:gd name="T23" fmla="*/ 13 h 116"/>
                <a:gd name="T24" fmla="*/ 62 w 162"/>
                <a:gd name="T25" fmla="*/ 11 h 116"/>
                <a:gd name="T26" fmla="*/ 53 w 162"/>
                <a:gd name="T27" fmla="*/ 17 h 116"/>
                <a:gd name="T28" fmla="*/ 47 w 162"/>
                <a:gd name="T29" fmla="*/ 28 h 116"/>
                <a:gd name="T30" fmla="*/ 31 w 162"/>
                <a:gd name="T31" fmla="*/ 37 h 116"/>
                <a:gd name="T32" fmla="*/ 21 w 162"/>
                <a:gd name="T33" fmla="*/ 41 h 116"/>
                <a:gd name="T34" fmla="*/ 13 w 162"/>
                <a:gd name="T35" fmla="*/ 38 h 116"/>
                <a:gd name="T36" fmla="*/ 8 w 162"/>
                <a:gd name="T37" fmla="*/ 44 h 116"/>
                <a:gd name="T38" fmla="*/ 3 w 162"/>
                <a:gd name="T39" fmla="*/ 53 h 116"/>
                <a:gd name="T40" fmla="*/ 2 w 162"/>
                <a:gd name="T41" fmla="*/ 62 h 116"/>
                <a:gd name="T42" fmla="*/ 2 w 162"/>
                <a:gd name="T43" fmla="*/ 74 h 116"/>
                <a:gd name="T44" fmla="*/ 4 w 162"/>
                <a:gd name="T45" fmla="*/ 87 h 116"/>
                <a:gd name="T46" fmla="*/ 15 w 162"/>
                <a:gd name="T47" fmla="*/ 93 h 116"/>
                <a:gd name="T48" fmla="*/ 3 w 162"/>
                <a:gd name="T49" fmla="*/ 109 h 116"/>
                <a:gd name="T50" fmla="*/ 6 w 162"/>
                <a:gd name="T51" fmla="*/ 113 h 116"/>
                <a:gd name="T52" fmla="*/ 23 w 162"/>
                <a:gd name="T53" fmla="*/ 115 h 116"/>
                <a:gd name="T54" fmla="*/ 68 w 162"/>
                <a:gd name="T55" fmla="*/ 109 h 116"/>
                <a:gd name="T56" fmla="*/ 67 w 162"/>
                <a:gd name="T57" fmla="*/ 98 h 116"/>
                <a:gd name="T58" fmla="*/ 76 w 162"/>
                <a:gd name="T59" fmla="*/ 93 h 116"/>
                <a:gd name="T60" fmla="*/ 84 w 162"/>
                <a:gd name="T61" fmla="*/ 91 h 116"/>
                <a:gd name="T62" fmla="*/ 96 w 162"/>
                <a:gd name="T63" fmla="*/ 87 h 116"/>
                <a:gd name="T64" fmla="*/ 101 w 162"/>
                <a:gd name="T65" fmla="*/ 82 h 116"/>
                <a:gd name="T66" fmla="*/ 105 w 162"/>
                <a:gd name="T67" fmla="*/ 70 h 116"/>
                <a:gd name="T68" fmla="*/ 113 w 162"/>
                <a:gd name="T69" fmla="*/ 65 h 116"/>
                <a:gd name="T70" fmla="*/ 109 w 162"/>
                <a:gd name="T71" fmla="*/ 58 h 116"/>
                <a:gd name="T72" fmla="*/ 122 w 162"/>
                <a:gd name="T73" fmla="*/ 58 h 116"/>
                <a:gd name="T74" fmla="*/ 123 w 162"/>
                <a:gd name="T75" fmla="*/ 49 h 116"/>
                <a:gd name="T76" fmla="*/ 128 w 162"/>
                <a:gd name="T77" fmla="*/ 41 h 116"/>
                <a:gd name="T78" fmla="*/ 126 w 162"/>
                <a:gd name="T79" fmla="*/ 34 h 116"/>
                <a:gd name="T80" fmla="*/ 128 w 162"/>
                <a:gd name="T81" fmla="*/ 29 h 116"/>
                <a:gd name="T82" fmla="*/ 129 w 162"/>
                <a:gd name="T83" fmla="*/ 28 h 116"/>
                <a:gd name="T84" fmla="*/ 135 w 162"/>
                <a:gd name="T85" fmla="*/ 26 h 116"/>
                <a:gd name="T86" fmla="*/ 150 w 162"/>
                <a:gd name="T87" fmla="*/ 21 h 116"/>
                <a:gd name="T88" fmla="*/ 162 w 162"/>
                <a:gd name="T89" fmla="*/ 18 h 116"/>
                <a:gd name="T90" fmla="*/ 156 w 162"/>
                <a:gd name="T91" fmla="*/ 17 h 11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62"/>
                <a:gd name="T139" fmla="*/ 0 h 116"/>
                <a:gd name="T140" fmla="*/ 162 w 162"/>
                <a:gd name="T141" fmla="*/ 116 h 11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62" h="116">
                  <a:moveTo>
                    <a:pt x="156" y="17"/>
                  </a:moveTo>
                  <a:cubicBezTo>
                    <a:pt x="154" y="17"/>
                    <a:pt x="154" y="15"/>
                    <a:pt x="152" y="13"/>
                  </a:cubicBezTo>
                  <a:cubicBezTo>
                    <a:pt x="150" y="12"/>
                    <a:pt x="144" y="18"/>
                    <a:pt x="139" y="22"/>
                  </a:cubicBezTo>
                  <a:cubicBezTo>
                    <a:pt x="137" y="22"/>
                    <a:pt x="135" y="23"/>
                    <a:pt x="134" y="24"/>
                  </a:cubicBezTo>
                  <a:cubicBezTo>
                    <a:pt x="131" y="24"/>
                    <a:pt x="129" y="24"/>
                    <a:pt x="128" y="23"/>
                  </a:cubicBezTo>
                  <a:cubicBezTo>
                    <a:pt x="125" y="20"/>
                    <a:pt x="132" y="12"/>
                    <a:pt x="128" y="10"/>
                  </a:cubicBezTo>
                  <a:cubicBezTo>
                    <a:pt x="123" y="8"/>
                    <a:pt x="127" y="1"/>
                    <a:pt x="123" y="1"/>
                  </a:cubicBezTo>
                  <a:cubicBezTo>
                    <a:pt x="119" y="0"/>
                    <a:pt x="113" y="7"/>
                    <a:pt x="113" y="10"/>
                  </a:cubicBezTo>
                  <a:cubicBezTo>
                    <a:pt x="113" y="14"/>
                    <a:pt x="102" y="13"/>
                    <a:pt x="102" y="16"/>
                  </a:cubicBezTo>
                  <a:cubicBezTo>
                    <a:pt x="102" y="19"/>
                    <a:pt x="92" y="15"/>
                    <a:pt x="91" y="19"/>
                  </a:cubicBezTo>
                  <a:cubicBezTo>
                    <a:pt x="89" y="22"/>
                    <a:pt x="84" y="16"/>
                    <a:pt x="81" y="16"/>
                  </a:cubicBezTo>
                  <a:cubicBezTo>
                    <a:pt x="78" y="16"/>
                    <a:pt x="76" y="12"/>
                    <a:pt x="72" y="13"/>
                  </a:cubicBezTo>
                  <a:cubicBezTo>
                    <a:pt x="68" y="14"/>
                    <a:pt x="65" y="12"/>
                    <a:pt x="62" y="11"/>
                  </a:cubicBezTo>
                  <a:cubicBezTo>
                    <a:pt x="59" y="11"/>
                    <a:pt x="57" y="18"/>
                    <a:pt x="53" y="17"/>
                  </a:cubicBezTo>
                  <a:cubicBezTo>
                    <a:pt x="50" y="15"/>
                    <a:pt x="48" y="23"/>
                    <a:pt x="47" y="28"/>
                  </a:cubicBezTo>
                  <a:cubicBezTo>
                    <a:pt x="45" y="32"/>
                    <a:pt x="30" y="32"/>
                    <a:pt x="31" y="37"/>
                  </a:cubicBezTo>
                  <a:cubicBezTo>
                    <a:pt x="31" y="42"/>
                    <a:pt x="22" y="44"/>
                    <a:pt x="21" y="41"/>
                  </a:cubicBezTo>
                  <a:cubicBezTo>
                    <a:pt x="20" y="38"/>
                    <a:pt x="14" y="39"/>
                    <a:pt x="13" y="38"/>
                  </a:cubicBezTo>
                  <a:cubicBezTo>
                    <a:pt x="11" y="38"/>
                    <a:pt x="7" y="39"/>
                    <a:pt x="8" y="44"/>
                  </a:cubicBezTo>
                  <a:cubicBezTo>
                    <a:pt x="8" y="48"/>
                    <a:pt x="4" y="51"/>
                    <a:pt x="3" y="53"/>
                  </a:cubicBezTo>
                  <a:cubicBezTo>
                    <a:pt x="3" y="54"/>
                    <a:pt x="0" y="60"/>
                    <a:pt x="2" y="62"/>
                  </a:cubicBezTo>
                  <a:cubicBezTo>
                    <a:pt x="4" y="65"/>
                    <a:pt x="0" y="70"/>
                    <a:pt x="2" y="74"/>
                  </a:cubicBezTo>
                  <a:cubicBezTo>
                    <a:pt x="4" y="79"/>
                    <a:pt x="3" y="86"/>
                    <a:pt x="4" y="87"/>
                  </a:cubicBezTo>
                  <a:cubicBezTo>
                    <a:pt x="5" y="89"/>
                    <a:pt x="13" y="88"/>
                    <a:pt x="15" y="93"/>
                  </a:cubicBezTo>
                  <a:cubicBezTo>
                    <a:pt x="17" y="98"/>
                    <a:pt x="4" y="107"/>
                    <a:pt x="3" y="109"/>
                  </a:cubicBezTo>
                  <a:cubicBezTo>
                    <a:pt x="3" y="110"/>
                    <a:pt x="4" y="112"/>
                    <a:pt x="6" y="113"/>
                  </a:cubicBezTo>
                  <a:cubicBezTo>
                    <a:pt x="11" y="113"/>
                    <a:pt x="17" y="114"/>
                    <a:pt x="23" y="115"/>
                  </a:cubicBezTo>
                  <a:cubicBezTo>
                    <a:pt x="30" y="116"/>
                    <a:pt x="68" y="111"/>
                    <a:pt x="68" y="109"/>
                  </a:cubicBezTo>
                  <a:cubicBezTo>
                    <a:pt x="69" y="108"/>
                    <a:pt x="67" y="100"/>
                    <a:pt x="67" y="98"/>
                  </a:cubicBezTo>
                  <a:cubicBezTo>
                    <a:pt x="68" y="96"/>
                    <a:pt x="72" y="92"/>
                    <a:pt x="76" y="93"/>
                  </a:cubicBezTo>
                  <a:cubicBezTo>
                    <a:pt x="80" y="93"/>
                    <a:pt x="84" y="94"/>
                    <a:pt x="84" y="91"/>
                  </a:cubicBezTo>
                  <a:cubicBezTo>
                    <a:pt x="84" y="88"/>
                    <a:pt x="95" y="84"/>
                    <a:pt x="96" y="87"/>
                  </a:cubicBezTo>
                  <a:cubicBezTo>
                    <a:pt x="97" y="89"/>
                    <a:pt x="101" y="88"/>
                    <a:pt x="101" y="82"/>
                  </a:cubicBezTo>
                  <a:cubicBezTo>
                    <a:pt x="102" y="75"/>
                    <a:pt x="101" y="70"/>
                    <a:pt x="105" y="70"/>
                  </a:cubicBezTo>
                  <a:cubicBezTo>
                    <a:pt x="109" y="69"/>
                    <a:pt x="113" y="67"/>
                    <a:pt x="113" y="65"/>
                  </a:cubicBezTo>
                  <a:cubicBezTo>
                    <a:pt x="112" y="63"/>
                    <a:pt x="108" y="59"/>
                    <a:pt x="109" y="58"/>
                  </a:cubicBezTo>
                  <a:cubicBezTo>
                    <a:pt x="110" y="56"/>
                    <a:pt x="120" y="61"/>
                    <a:pt x="122" y="58"/>
                  </a:cubicBezTo>
                  <a:cubicBezTo>
                    <a:pt x="123" y="55"/>
                    <a:pt x="121" y="52"/>
                    <a:pt x="123" y="49"/>
                  </a:cubicBezTo>
                  <a:cubicBezTo>
                    <a:pt x="124" y="46"/>
                    <a:pt x="128" y="44"/>
                    <a:pt x="128" y="41"/>
                  </a:cubicBezTo>
                  <a:cubicBezTo>
                    <a:pt x="128" y="38"/>
                    <a:pt x="128" y="37"/>
                    <a:pt x="126" y="34"/>
                  </a:cubicBezTo>
                  <a:cubicBezTo>
                    <a:pt x="124" y="32"/>
                    <a:pt x="125" y="29"/>
                    <a:pt x="128" y="29"/>
                  </a:cubicBezTo>
                  <a:cubicBezTo>
                    <a:pt x="128" y="28"/>
                    <a:pt x="129" y="28"/>
                    <a:pt x="129" y="28"/>
                  </a:cubicBezTo>
                  <a:cubicBezTo>
                    <a:pt x="132" y="27"/>
                    <a:pt x="134" y="27"/>
                    <a:pt x="135" y="26"/>
                  </a:cubicBezTo>
                  <a:cubicBezTo>
                    <a:pt x="139" y="23"/>
                    <a:pt x="147" y="20"/>
                    <a:pt x="150" y="21"/>
                  </a:cubicBezTo>
                  <a:cubicBezTo>
                    <a:pt x="153" y="22"/>
                    <a:pt x="158" y="21"/>
                    <a:pt x="162" y="18"/>
                  </a:cubicBezTo>
                  <a:cubicBezTo>
                    <a:pt x="160" y="17"/>
                    <a:pt x="157" y="16"/>
                    <a:pt x="156" y="17"/>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3" name="Freeform 170"/>
            <p:cNvSpPr>
              <a:spLocks noChangeArrowheads="1"/>
            </p:cNvSpPr>
            <p:nvPr/>
          </p:nvSpPr>
          <p:spPr bwMode="auto">
            <a:xfrm>
              <a:off x="4959365" y="1628777"/>
              <a:ext cx="355601" cy="320676"/>
            </a:xfrm>
            <a:custGeom>
              <a:avLst/>
              <a:gdLst>
                <a:gd name="T0" fmla="*/ 172 w 186"/>
                <a:gd name="T1" fmla="*/ 9 h 168"/>
                <a:gd name="T2" fmla="*/ 158 w 186"/>
                <a:gd name="T3" fmla="*/ 1 h 168"/>
                <a:gd name="T4" fmla="*/ 144 w 186"/>
                <a:gd name="T5" fmla="*/ 3 h 168"/>
                <a:gd name="T6" fmla="*/ 123 w 186"/>
                <a:gd name="T7" fmla="*/ 10 h 168"/>
                <a:gd name="T8" fmla="*/ 120 w 186"/>
                <a:gd name="T9" fmla="*/ 16 h 168"/>
                <a:gd name="T10" fmla="*/ 117 w 186"/>
                <a:gd name="T11" fmla="*/ 31 h 168"/>
                <a:gd name="T12" fmla="*/ 103 w 186"/>
                <a:gd name="T13" fmla="*/ 40 h 168"/>
                <a:gd name="T14" fmla="*/ 99 w 186"/>
                <a:gd name="T15" fmla="*/ 52 h 168"/>
                <a:gd name="T16" fmla="*/ 90 w 186"/>
                <a:gd name="T17" fmla="*/ 69 h 168"/>
                <a:gd name="T18" fmla="*/ 70 w 186"/>
                <a:gd name="T19" fmla="*/ 75 h 168"/>
                <a:gd name="T20" fmla="*/ 62 w 186"/>
                <a:gd name="T21" fmla="*/ 91 h 168"/>
                <a:gd name="T22" fmla="*/ 0 w 186"/>
                <a:gd name="T23" fmla="*/ 95 h 168"/>
                <a:gd name="T24" fmla="*/ 17 w 186"/>
                <a:gd name="T25" fmla="*/ 111 h 168"/>
                <a:gd name="T26" fmla="*/ 25 w 186"/>
                <a:gd name="T27" fmla="*/ 132 h 168"/>
                <a:gd name="T28" fmla="*/ 7 w 186"/>
                <a:gd name="T29" fmla="*/ 146 h 168"/>
                <a:gd name="T30" fmla="*/ 29 w 186"/>
                <a:gd name="T31" fmla="*/ 148 h 168"/>
                <a:gd name="T32" fmla="*/ 55 w 186"/>
                <a:gd name="T33" fmla="*/ 146 h 168"/>
                <a:gd name="T34" fmla="*/ 70 w 186"/>
                <a:gd name="T35" fmla="*/ 155 h 168"/>
                <a:gd name="T36" fmla="*/ 82 w 186"/>
                <a:gd name="T37" fmla="*/ 167 h 168"/>
                <a:gd name="T38" fmla="*/ 84 w 186"/>
                <a:gd name="T39" fmla="*/ 167 h 168"/>
                <a:gd name="T40" fmla="*/ 105 w 186"/>
                <a:gd name="T41" fmla="*/ 160 h 168"/>
                <a:gd name="T42" fmla="*/ 110 w 186"/>
                <a:gd name="T43" fmla="*/ 147 h 168"/>
                <a:gd name="T44" fmla="*/ 98 w 186"/>
                <a:gd name="T45" fmla="*/ 128 h 168"/>
                <a:gd name="T46" fmla="*/ 114 w 186"/>
                <a:gd name="T47" fmla="*/ 118 h 168"/>
                <a:gd name="T48" fmla="*/ 128 w 186"/>
                <a:gd name="T49" fmla="*/ 109 h 168"/>
                <a:gd name="T50" fmla="*/ 142 w 186"/>
                <a:gd name="T51" fmla="*/ 91 h 168"/>
                <a:gd name="T52" fmla="*/ 154 w 186"/>
                <a:gd name="T53" fmla="*/ 80 h 168"/>
                <a:gd name="T54" fmla="*/ 162 w 186"/>
                <a:gd name="T55" fmla="*/ 63 h 168"/>
                <a:gd name="T56" fmla="*/ 150 w 186"/>
                <a:gd name="T57" fmla="*/ 47 h 168"/>
                <a:gd name="T58" fmla="*/ 154 w 186"/>
                <a:gd name="T59" fmla="*/ 30 h 168"/>
                <a:gd name="T60" fmla="*/ 182 w 186"/>
                <a:gd name="T61" fmla="*/ 29 h 168"/>
                <a:gd name="T62" fmla="*/ 177 w 186"/>
                <a:gd name="T63" fmla="*/ 17 h 16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6"/>
                <a:gd name="T97" fmla="*/ 0 h 168"/>
                <a:gd name="T98" fmla="*/ 186 w 186"/>
                <a:gd name="T99" fmla="*/ 168 h 16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6" h="168">
                  <a:moveTo>
                    <a:pt x="177" y="17"/>
                  </a:moveTo>
                  <a:cubicBezTo>
                    <a:pt x="172" y="15"/>
                    <a:pt x="172" y="10"/>
                    <a:pt x="172" y="9"/>
                  </a:cubicBezTo>
                  <a:cubicBezTo>
                    <a:pt x="172" y="7"/>
                    <a:pt x="166" y="4"/>
                    <a:pt x="161" y="0"/>
                  </a:cubicBezTo>
                  <a:cubicBezTo>
                    <a:pt x="161" y="1"/>
                    <a:pt x="159" y="1"/>
                    <a:pt x="158" y="1"/>
                  </a:cubicBezTo>
                  <a:cubicBezTo>
                    <a:pt x="157" y="1"/>
                    <a:pt x="157" y="0"/>
                    <a:pt x="156" y="0"/>
                  </a:cubicBezTo>
                  <a:cubicBezTo>
                    <a:pt x="152" y="3"/>
                    <a:pt x="147" y="4"/>
                    <a:pt x="144" y="3"/>
                  </a:cubicBezTo>
                  <a:cubicBezTo>
                    <a:pt x="141" y="2"/>
                    <a:pt x="133" y="5"/>
                    <a:pt x="129" y="8"/>
                  </a:cubicBezTo>
                  <a:cubicBezTo>
                    <a:pt x="128" y="9"/>
                    <a:pt x="126" y="9"/>
                    <a:pt x="123" y="10"/>
                  </a:cubicBezTo>
                  <a:cubicBezTo>
                    <a:pt x="123" y="10"/>
                    <a:pt x="122" y="10"/>
                    <a:pt x="122" y="11"/>
                  </a:cubicBezTo>
                  <a:cubicBezTo>
                    <a:pt x="119" y="11"/>
                    <a:pt x="118" y="14"/>
                    <a:pt x="120" y="16"/>
                  </a:cubicBezTo>
                  <a:cubicBezTo>
                    <a:pt x="122" y="19"/>
                    <a:pt x="122" y="20"/>
                    <a:pt x="122" y="23"/>
                  </a:cubicBezTo>
                  <a:cubicBezTo>
                    <a:pt x="122" y="26"/>
                    <a:pt x="118" y="28"/>
                    <a:pt x="117" y="31"/>
                  </a:cubicBezTo>
                  <a:cubicBezTo>
                    <a:pt x="115" y="34"/>
                    <a:pt x="117" y="37"/>
                    <a:pt x="116" y="40"/>
                  </a:cubicBezTo>
                  <a:cubicBezTo>
                    <a:pt x="114" y="43"/>
                    <a:pt x="104" y="38"/>
                    <a:pt x="103" y="40"/>
                  </a:cubicBezTo>
                  <a:cubicBezTo>
                    <a:pt x="102" y="41"/>
                    <a:pt x="106" y="45"/>
                    <a:pt x="107" y="47"/>
                  </a:cubicBezTo>
                  <a:cubicBezTo>
                    <a:pt x="107" y="49"/>
                    <a:pt x="103" y="51"/>
                    <a:pt x="99" y="52"/>
                  </a:cubicBezTo>
                  <a:cubicBezTo>
                    <a:pt x="95" y="52"/>
                    <a:pt x="96" y="57"/>
                    <a:pt x="95" y="64"/>
                  </a:cubicBezTo>
                  <a:cubicBezTo>
                    <a:pt x="95" y="70"/>
                    <a:pt x="91" y="71"/>
                    <a:pt x="90" y="69"/>
                  </a:cubicBezTo>
                  <a:cubicBezTo>
                    <a:pt x="89" y="66"/>
                    <a:pt x="78" y="70"/>
                    <a:pt x="78" y="73"/>
                  </a:cubicBezTo>
                  <a:cubicBezTo>
                    <a:pt x="78" y="76"/>
                    <a:pt x="74" y="75"/>
                    <a:pt x="70" y="75"/>
                  </a:cubicBezTo>
                  <a:cubicBezTo>
                    <a:pt x="66" y="74"/>
                    <a:pt x="62" y="78"/>
                    <a:pt x="61" y="80"/>
                  </a:cubicBezTo>
                  <a:cubicBezTo>
                    <a:pt x="61" y="82"/>
                    <a:pt x="63" y="90"/>
                    <a:pt x="62" y="91"/>
                  </a:cubicBezTo>
                  <a:cubicBezTo>
                    <a:pt x="62" y="93"/>
                    <a:pt x="24" y="98"/>
                    <a:pt x="17" y="97"/>
                  </a:cubicBezTo>
                  <a:cubicBezTo>
                    <a:pt x="11" y="96"/>
                    <a:pt x="5" y="95"/>
                    <a:pt x="0" y="95"/>
                  </a:cubicBezTo>
                  <a:cubicBezTo>
                    <a:pt x="2" y="97"/>
                    <a:pt x="4" y="99"/>
                    <a:pt x="5" y="101"/>
                  </a:cubicBezTo>
                  <a:cubicBezTo>
                    <a:pt x="6" y="105"/>
                    <a:pt x="11" y="109"/>
                    <a:pt x="17" y="111"/>
                  </a:cubicBezTo>
                  <a:cubicBezTo>
                    <a:pt x="22" y="113"/>
                    <a:pt x="19" y="122"/>
                    <a:pt x="22" y="123"/>
                  </a:cubicBezTo>
                  <a:cubicBezTo>
                    <a:pt x="25" y="124"/>
                    <a:pt x="28" y="131"/>
                    <a:pt x="25" y="132"/>
                  </a:cubicBezTo>
                  <a:cubicBezTo>
                    <a:pt x="21" y="132"/>
                    <a:pt x="18" y="133"/>
                    <a:pt x="14" y="135"/>
                  </a:cubicBezTo>
                  <a:cubicBezTo>
                    <a:pt x="11" y="137"/>
                    <a:pt x="7" y="141"/>
                    <a:pt x="7" y="146"/>
                  </a:cubicBezTo>
                  <a:cubicBezTo>
                    <a:pt x="7" y="147"/>
                    <a:pt x="7" y="148"/>
                    <a:pt x="7" y="149"/>
                  </a:cubicBezTo>
                  <a:cubicBezTo>
                    <a:pt x="17" y="149"/>
                    <a:pt x="27" y="149"/>
                    <a:pt x="29" y="148"/>
                  </a:cubicBezTo>
                  <a:cubicBezTo>
                    <a:pt x="30" y="146"/>
                    <a:pt x="35" y="145"/>
                    <a:pt x="37" y="146"/>
                  </a:cubicBezTo>
                  <a:cubicBezTo>
                    <a:pt x="40" y="148"/>
                    <a:pt x="51" y="149"/>
                    <a:pt x="55" y="146"/>
                  </a:cubicBezTo>
                  <a:cubicBezTo>
                    <a:pt x="61" y="143"/>
                    <a:pt x="64" y="146"/>
                    <a:pt x="64" y="149"/>
                  </a:cubicBezTo>
                  <a:cubicBezTo>
                    <a:pt x="65" y="152"/>
                    <a:pt x="67" y="153"/>
                    <a:pt x="70" y="155"/>
                  </a:cubicBezTo>
                  <a:cubicBezTo>
                    <a:pt x="72" y="157"/>
                    <a:pt x="70" y="160"/>
                    <a:pt x="72" y="163"/>
                  </a:cubicBezTo>
                  <a:cubicBezTo>
                    <a:pt x="74" y="165"/>
                    <a:pt x="77" y="165"/>
                    <a:pt x="82" y="167"/>
                  </a:cubicBezTo>
                  <a:cubicBezTo>
                    <a:pt x="82" y="167"/>
                    <a:pt x="83" y="168"/>
                    <a:pt x="83" y="168"/>
                  </a:cubicBezTo>
                  <a:cubicBezTo>
                    <a:pt x="84" y="168"/>
                    <a:pt x="84" y="168"/>
                    <a:pt x="84" y="167"/>
                  </a:cubicBezTo>
                  <a:cubicBezTo>
                    <a:pt x="87" y="164"/>
                    <a:pt x="87" y="159"/>
                    <a:pt x="94" y="160"/>
                  </a:cubicBezTo>
                  <a:cubicBezTo>
                    <a:pt x="102" y="162"/>
                    <a:pt x="101" y="159"/>
                    <a:pt x="105" y="160"/>
                  </a:cubicBezTo>
                  <a:cubicBezTo>
                    <a:pt x="109" y="161"/>
                    <a:pt x="112" y="160"/>
                    <a:pt x="114" y="158"/>
                  </a:cubicBezTo>
                  <a:cubicBezTo>
                    <a:pt x="115" y="155"/>
                    <a:pt x="112" y="150"/>
                    <a:pt x="110" y="147"/>
                  </a:cubicBezTo>
                  <a:cubicBezTo>
                    <a:pt x="107" y="145"/>
                    <a:pt x="104" y="140"/>
                    <a:pt x="105" y="136"/>
                  </a:cubicBezTo>
                  <a:cubicBezTo>
                    <a:pt x="105" y="131"/>
                    <a:pt x="98" y="131"/>
                    <a:pt x="98" y="128"/>
                  </a:cubicBezTo>
                  <a:cubicBezTo>
                    <a:pt x="98" y="124"/>
                    <a:pt x="105" y="118"/>
                    <a:pt x="106" y="117"/>
                  </a:cubicBezTo>
                  <a:cubicBezTo>
                    <a:pt x="107" y="116"/>
                    <a:pt x="113" y="121"/>
                    <a:pt x="114" y="118"/>
                  </a:cubicBezTo>
                  <a:cubicBezTo>
                    <a:pt x="116" y="115"/>
                    <a:pt x="120" y="117"/>
                    <a:pt x="122" y="117"/>
                  </a:cubicBezTo>
                  <a:cubicBezTo>
                    <a:pt x="124" y="118"/>
                    <a:pt x="128" y="113"/>
                    <a:pt x="128" y="109"/>
                  </a:cubicBezTo>
                  <a:cubicBezTo>
                    <a:pt x="129" y="105"/>
                    <a:pt x="136" y="105"/>
                    <a:pt x="138" y="103"/>
                  </a:cubicBezTo>
                  <a:cubicBezTo>
                    <a:pt x="139" y="102"/>
                    <a:pt x="141" y="93"/>
                    <a:pt x="142" y="91"/>
                  </a:cubicBezTo>
                  <a:cubicBezTo>
                    <a:pt x="143" y="89"/>
                    <a:pt x="149" y="91"/>
                    <a:pt x="149" y="86"/>
                  </a:cubicBezTo>
                  <a:cubicBezTo>
                    <a:pt x="149" y="81"/>
                    <a:pt x="151" y="80"/>
                    <a:pt x="154" y="80"/>
                  </a:cubicBezTo>
                  <a:cubicBezTo>
                    <a:pt x="157" y="79"/>
                    <a:pt x="156" y="75"/>
                    <a:pt x="156" y="71"/>
                  </a:cubicBezTo>
                  <a:cubicBezTo>
                    <a:pt x="157" y="68"/>
                    <a:pt x="159" y="64"/>
                    <a:pt x="162" y="63"/>
                  </a:cubicBezTo>
                  <a:cubicBezTo>
                    <a:pt x="166" y="62"/>
                    <a:pt x="161" y="57"/>
                    <a:pt x="157" y="58"/>
                  </a:cubicBezTo>
                  <a:cubicBezTo>
                    <a:pt x="153" y="59"/>
                    <a:pt x="150" y="47"/>
                    <a:pt x="150" y="47"/>
                  </a:cubicBezTo>
                  <a:cubicBezTo>
                    <a:pt x="150" y="47"/>
                    <a:pt x="151" y="38"/>
                    <a:pt x="148" y="36"/>
                  </a:cubicBezTo>
                  <a:cubicBezTo>
                    <a:pt x="146" y="35"/>
                    <a:pt x="149" y="30"/>
                    <a:pt x="154" y="30"/>
                  </a:cubicBezTo>
                  <a:cubicBezTo>
                    <a:pt x="159" y="30"/>
                    <a:pt x="168" y="36"/>
                    <a:pt x="171" y="33"/>
                  </a:cubicBezTo>
                  <a:cubicBezTo>
                    <a:pt x="174" y="31"/>
                    <a:pt x="180" y="30"/>
                    <a:pt x="182" y="29"/>
                  </a:cubicBezTo>
                  <a:cubicBezTo>
                    <a:pt x="183" y="28"/>
                    <a:pt x="185" y="24"/>
                    <a:pt x="186" y="22"/>
                  </a:cubicBezTo>
                  <a:cubicBezTo>
                    <a:pt x="184" y="21"/>
                    <a:pt x="181" y="19"/>
                    <a:pt x="177" y="17"/>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4" name="Freeform 171"/>
            <p:cNvSpPr>
              <a:spLocks noEditPoints="1" noChangeArrowheads="1"/>
            </p:cNvSpPr>
            <p:nvPr/>
          </p:nvSpPr>
          <p:spPr bwMode="auto">
            <a:xfrm>
              <a:off x="5672155" y="2346328"/>
              <a:ext cx="992191" cy="360363"/>
            </a:xfrm>
            <a:custGeom>
              <a:avLst/>
              <a:gdLst>
                <a:gd name="T0" fmla="*/ 38 w 519"/>
                <a:gd name="T1" fmla="*/ 80 h 189"/>
                <a:gd name="T2" fmla="*/ 147 w 519"/>
                <a:gd name="T3" fmla="*/ 101 h 189"/>
                <a:gd name="T4" fmla="*/ 22 w 519"/>
                <a:gd name="T5" fmla="*/ 52 h 189"/>
                <a:gd name="T6" fmla="*/ 278 w 519"/>
                <a:gd name="T7" fmla="*/ 134 h 189"/>
                <a:gd name="T8" fmla="*/ 290 w 519"/>
                <a:gd name="T9" fmla="*/ 107 h 189"/>
                <a:gd name="T10" fmla="*/ 306 w 519"/>
                <a:gd name="T11" fmla="*/ 111 h 189"/>
                <a:gd name="T12" fmla="*/ 317 w 519"/>
                <a:gd name="T13" fmla="*/ 76 h 189"/>
                <a:gd name="T14" fmla="*/ 318 w 519"/>
                <a:gd name="T15" fmla="*/ 63 h 189"/>
                <a:gd name="T16" fmla="*/ 297 w 519"/>
                <a:gd name="T17" fmla="*/ 53 h 189"/>
                <a:gd name="T18" fmla="*/ 266 w 519"/>
                <a:gd name="T19" fmla="*/ 97 h 189"/>
                <a:gd name="T20" fmla="*/ 123 w 519"/>
                <a:gd name="T21" fmla="*/ 106 h 189"/>
                <a:gd name="T22" fmla="*/ 118 w 519"/>
                <a:gd name="T23" fmla="*/ 87 h 189"/>
                <a:gd name="T24" fmla="*/ 114 w 519"/>
                <a:gd name="T25" fmla="*/ 95 h 189"/>
                <a:gd name="T26" fmla="*/ 95 w 519"/>
                <a:gd name="T27" fmla="*/ 71 h 189"/>
                <a:gd name="T28" fmla="*/ 78 w 519"/>
                <a:gd name="T29" fmla="*/ 50 h 189"/>
                <a:gd name="T30" fmla="*/ 52 w 519"/>
                <a:gd name="T31" fmla="*/ 34 h 189"/>
                <a:gd name="T32" fmla="*/ 2 w 519"/>
                <a:gd name="T33" fmla="*/ 5 h 189"/>
                <a:gd name="T34" fmla="*/ 45 w 519"/>
                <a:gd name="T35" fmla="*/ 65 h 189"/>
                <a:gd name="T36" fmla="*/ 99 w 519"/>
                <a:gd name="T37" fmla="*/ 128 h 189"/>
                <a:gd name="T38" fmla="*/ 121 w 519"/>
                <a:gd name="T39" fmla="*/ 117 h 189"/>
                <a:gd name="T40" fmla="*/ 373 w 519"/>
                <a:gd name="T41" fmla="*/ 53 h 189"/>
                <a:gd name="T42" fmla="*/ 376 w 519"/>
                <a:gd name="T43" fmla="*/ 64 h 189"/>
                <a:gd name="T44" fmla="*/ 348 w 519"/>
                <a:gd name="T45" fmla="*/ 106 h 189"/>
                <a:gd name="T46" fmla="*/ 277 w 519"/>
                <a:gd name="T47" fmla="*/ 167 h 189"/>
                <a:gd name="T48" fmla="*/ 322 w 519"/>
                <a:gd name="T49" fmla="*/ 162 h 189"/>
                <a:gd name="T50" fmla="*/ 387 w 519"/>
                <a:gd name="T51" fmla="*/ 107 h 189"/>
                <a:gd name="T52" fmla="*/ 218 w 519"/>
                <a:gd name="T53" fmla="*/ 158 h 189"/>
                <a:gd name="T54" fmla="*/ 196 w 519"/>
                <a:gd name="T55" fmla="*/ 147 h 189"/>
                <a:gd name="T56" fmla="*/ 122 w 519"/>
                <a:gd name="T57" fmla="*/ 138 h 189"/>
                <a:gd name="T58" fmla="*/ 131 w 519"/>
                <a:gd name="T59" fmla="*/ 153 h 189"/>
                <a:gd name="T60" fmla="*/ 201 w 519"/>
                <a:gd name="T61" fmla="*/ 164 h 189"/>
                <a:gd name="T62" fmla="*/ 218 w 519"/>
                <a:gd name="T63" fmla="*/ 158 h 189"/>
                <a:gd name="T64" fmla="*/ 452 w 519"/>
                <a:gd name="T65" fmla="*/ 106 h 189"/>
                <a:gd name="T66" fmla="*/ 404 w 519"/>
                <a:gd name="T67" fmla="*/ 82 h 189"/>
                <a:gd name="T68" fmla="*/ 435 w 519"/>
                <a:gd name="T69" fmla="*/ 94 h 189"/>
                <a:gd name="T70" fmla="*/ 417 w 519"/>
                <a:gd name="T71" fmla="*/ 101 h 189"/>
                <a:gd name="T72" fmla="*/ 444 w 519"/>
                <a:gd name="T73" fmla="*/ 114 h 189"/>
                <a:gd name="T74" fmla="*/ 492 w 519"/>
                <a:gd name="T75" fmla="*/ 143 h 189"/>
                <a:gd name="T76" fmla="*/ 507 w 519"/>
                <a:gd name="T77" fmla="*/ 161 h 189"/>
                <a:gd name="T78" fmla="*/ 480 w 519"/>
                <a:gd name="T79" fmla="*/ 86 h 189"/>
                <a:gd name="T80" fmla="*/ 330 w 519"/>
                <a:gd name="T81" fmla="*/ 175 h 189"/>
                <a:gd name="T82" fmla="*/ 336 w 519"/>
                <a:gd name="T83" fmla="*/ 177 h 189"/>
                <a:gd name="T84" fmla="*/ 339 w 519"/>
                <a:gd name="T85" fmla="*/ 174 h 189"/>
                <a:gd name="T86" fmla="*/ 250 w 519"/>
                <a:gd name="T87" fmla="*/ 67 h 189"/>
                <a:gd name="T88" fmla="*/ 255 w 519"/>
                <a:gd name="T89" fmla="*/ 39 h 189"/>
                <a:gd name="T90" fmla="*/ 254 w 519"/>
                <a:gd name="T91" fmla="*/ 20 h 189"/>
                <a:gd name="T92" fmla="*/ 225 w 519"/>
                <a:gd name="T93" fmla="*/ 36 h 189"/>
                <a:gd name="T94" fmla="*/ 201 w 519"/>
                <a:gd name="T95" fmla="*/ 51 h 189"/>
                <a:gd name="T96" fmla="*/ 165 w 519"/>
                <a:gd name="T97" fmla="*/ 52 h 189"/>
                <a:gd name="T98" fmla="*/ 153 w 519"/>
                <a:gd name="T99" fmla="*/ 61 h 189"/>
                <a:gd name="T100" fmla="*/ 180 w 519"/>
                <a:gd name="T101" fmla="*/ 103 h 189"/>
                <a:gd name="T102" fmla="*/ 218 w 519"/>
                <a:gd name="T103" fmla="*/ 112 h 189"/>
                <a:gd name="T104" fmla="*/ 268 w 519"/>
                <a:gd name="T105" fmla="*/ 178 h 189"/>
                <a:gd name="T106" fmla="*/ 268 w 519"/>
                <a:gd name="T107" fmla="*/ 178 h 189"/>
                <a:gd name="T108" fmla="*/ 236 w 519"/>
                <a:gd name="T109" fmla="*/ 169 h 189"/>
                <a:gd name="T110" fmla="*/ 251 w 519"/>
                <a:gd name="T111" fmla="*/ 161 h 18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19"/>
                <a:gd name="T169" fmla="*/ 0 h 189"/>
                <a:gd name="T170" fmla="*/ 519 w 519"/>
                <a:gd name="T171" fmla="*/ 189 h 18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19" h="189">
                  <a:moveTo>
                    <a:pt x="38" y="80"/>
                  </a:moveTo>
                  <a:cubicBezTo>
                    <a:pt x="37" y="82"/>
                    <a:pt x="41" y="89"/>
                    <a:pt x="43" y="87"/>
                  </a:cubicBezTo>
                  <a:cubicBezTo>
                    <a:pt x="46" y="85"/>
                    <a:pt x="40" y="75"/>
                    <a:pt x="38" y="80"/>
                  </a:cubicBezTo>
                  <a:close/>
                  <a:moveTo>
                    <a:pt x="147" y="101"/>
                  </a:moveTo>
                  <a:cubicBezTo>
                    <a:pt x="147" y="98"/>
                    <a:pt x="138" y="99"/>
                    <a:pt x="141" y="103"/>
                  </a:cubicBezTo>
                  <a:cubicBezTo>
                    <a:pt x="144" y="108"/>
                    <a:pt x="147" y="104"/>
                    <a:pt x="147" y="101"/>
                  </a:cubicBezTo>
                  <a:close/>
                  <a:moveTo>
                    <a:pt x="22" y="52"/>
                  </a:moveTo>
                  <a:cubicBezTo>
                    <a:pt x="21" y="55"/>
                    <a:pt x="25" y="65"/>
                    <a:pt x="29" y="61"/>
                  </a:cubicBezTo>
                  <a:cubicBezTo>
                    <a:pt x="33" y="57"/>
                    <a:pt x="22" y="48"/>
                    <a:pt x="22" y="52"/>
                  </a:cubicBezTo>
                  <a:close/>
                  <a:moveTo>
                    <a:pt x="273" y="109"/>
                  </a:moveTo>
                  <a:cubicBezTo>
                    <a:pt x="278" y="109"/>
                    <a:pt x="278" y="116"/>
                    <a:pt x="277" y="121"/>
                  </a:cubicBezTo>
                  <a:cubicBezTo>
                    <a:pt x="276" y="125"/>
                    <a:pt x="274" y="135"/>
                    <a:pt x="278" y="134"/>
                  </a:cubicBezTo>
                  <a:cubicBezTo>
                    <a:pt x="283" y="132"/>
                    <a:pt x="287" y="125"/>
                    <a:pt x="284" y="123"/>
                  </a:cubicBezTo>
                  <a:cubicBezTo>
                    <a:pt x="281" y="120"/>
                    <a:pt x="281" y="106"/>
                    <a:pt x="282" y="102"/>
                  </a:cubicBezTo>
                  <a:cubicBezTo>
                    <a:pt x="284" y="98"/>
                    <a:pt x="293" y="101"/>
                    <a:pt x="290" y="107"/>
                  </a:cubicBezTo>
                  <a:cubicBezTo>
                    <a:pt x="287" y="112"/>
                    <a:pt x="295" y="112"/>
                    <a:pt x="295" y="118"/>
                  </a:cubicBezTo>
                  <a:cubicBezTo>
                    <a:pt x="295" y="124"/>
                    <a:pt x="300" y="121"/>
                    <a:pt x="306" y="119"/>
                  </a:cubicBezTo>
                  <a:cubicBezTo>
                    <a:pt x="311" y="118"/>
                    <a:pt x="310" y="115"/>
                    <a:pt x="306" y="111"/>
                  </a:cubicBezTo>
                  <a:cubicBezTo>
                    <a:pt x="303" y="107"/>
                    <a:pt x="309" y="101"/>
                    <a:pt x="304" y="98"/>
                  </a:cubicBezTo>
                  <a:cubicBezTo>
                    <a:pt x="299" y="94"/>
                    <a:pt x="296" y="89"/>
                    <a:pt x="300" y="88"/>
                  </a:cubicBezTo>
                  <a:cubicBezTo>
                    <a:pt x="305" y="87"/>
                    <a:pt x="319" y="79"/>
                    <a:pt x="317" y="76"/>
                  </a:cubicBezTo>
                  <a:cubicBezTo>
                    <a:pt x="316" y="73"/>
                    <a:pt x="296" y="77"/>
                    <a:pt x="294" y="83"/>
                  </a:cubicBezTo>
                  <a:cubicBezTo>
                    <a:pt x="293" y="89"/>
                    <a:pt x="279" y="82"/>
                    <a:pt x="280" y="72"/>
                  </a:cubicBezTo>
                  <a:cubicBezTo>
                    <a:pt x="282" y="61"/>
                    <a:pt x="310" y="60"/>
                    <a:pt x="318" y="63"/>
                  </a:cubicBezTo>
                  <a:cubicBezTo>
                    <a:pt x="326" y="67"/>
                    <a:pt x="334" y="57"/>
                    <a:pt x="337" y="52"/>
                  </a:cubicBezTo>
                  <a:cubicBezTo>
                    <a:pt x="340" y="46"/>
                    <a:pt x="331" y="53"/>
                    <a:pt x="325" y="56"/>
                  </a:cubicBezTo>
                  <a:cubicBezTo>
                    <a:pt x="320" y="60"/>
                    <a:pt x="305" y="56"/>
                    <a:pt x="297" y="53"/>
                  </a:cubicBezTo>
                  <a:cubicBezTo>
                    <a:pt x="289" y="51"/>
                    <a:pt x="290" y="58"/>
                    <a:pt x="283" y="59"/>
                  </a:cubicBezTo>
                  <a:cubicBezTo>
                    <a:pt x="277" y="60"/>
                    <a:pt x="278" y="74"/>
                    <a:pt x="275" y="76"/>
                  </a:cubicBezTo>
                  <a:cubicBezTo>
                    <a:pt x="272" y="77"/>
                    <a:pt x="272" y="88"/>
                    <a:pt x="266" y="97"/>
                  </a:cubicBezTo>
                  <a:cubicBezTo>
                    <a:pt x="260" y="107"/>
                    <a:pt x="268" y="108"/>
                    <a:pt x="273" y="109"/>
                  </a:cubicBezTo>
                  <a:close/>
                  <a:moveTo>
                    <a:pt x="121" y="117"/>
                  </a:moveTo>
                  <a:cubicBezTo>
                    <a:pt x="121" y="113"/>
                    <a:pt x="123" y="108"/>
                    <a:pt x="123" y="106"/>
                  </a:cubicBezTo>
                  <a:cubicBezTo>
                    <a:pt x="123" y="103"/>
                    <a:pt x="124" y="102"/>
                    <a:pt x="127" y="103"/>
                  </a:cubicBezTo>
                  <a:cubicBezTo>
                    <a:pt x="130" y="104"/>
                    <a:pt x="130" y="97"/>
                    <a:pt x="128" y="96"/>
                  </a:cubicBezTo>
                  <a:cubicBezTo>
                    <a:pt x="125" y="95"/>
                    <a:pt x="124" y="87"/>
                    <a:pt x="118" y="87"/>
                  </a:cubicBezTo>
                  <a:cubicBezTo>
                    <a:pt x="113" y="87"/>
                    <a:pt x="114" y="92"/>
                    <a:pt x="117" y="92"/>
                  </a:cubicBezTo>
                  <a:cubicBezTo>
                    <a:pt x="120" y="92"/>
                    <a:pt x="122" y="95"/>
                    <a:pt x="121" y="97"/>
                  </a:cubicBezTo>
                  <a:cubicBezTo>
                    <a:pt x="120" y="100"/>
                    <a:pt x="119" y="95"/>
                    <a:pt x="114" y="95"/>
                  </a:cubicBezTo>
                  <a:cubicBezTo>
                    <a:pt x="110" y="96"/>
                    <a:pt x="113" y="90"/>
                    <a:pt x="107" y="89"/>
                  </a:cubicBezTo>
                  <a:cubicBezTo>
                    <a:pt x="102" y="89"/>
                    <a:pt x="103" y="79"/>
                    <a:pt x="97" y="79"/>
                  </a:cubicBezTo>
                  <a:cubicBezTo>
                    <a:pt x="92" y="79"/>
                    <a:pt x="91" y="75"/>
                    <a:pt x="95" y="71"/>
                  </a:cubicBezTo>
                  <a:cubicBezTo>
                    <a:pt x="99" y="68"/>
                    <a:pt x="89" y="65"/>
                    <a:pt x="89" y="61"/>
                  </a:cubicBezTo>
                  <a:cubicBezTo>
                    <a:pt x="89" y="57"/>
                    <a:pt x="83" y="59"/>
                    <a:pt x="83" y="56"/>
                  </a:cubicBezTo>
                  <a:cubicBezTo>
                    <a:pt x="83" y="53"/>
                    <a:pt x="81" y="54"/>
                    <a:pt x="78" y="50"/>
                  </a:cubicBezTo>
                  <a:cubicBezTo>
                    <a:pt x="75" y="46"/>
                    <a:pt x="73" y="50"/>
                    <a:pt x="71" y="47"/>
                  </a:cubicBezTo>
                  <a:cubicBezTo>
                    <a:pt x="68" y="44"/>
                    <a:pt x="64" y="42"/>
                    <a:pt x="62" y="43"/>
                  </a:cubicBezTo>
                  <a:cubicBezTo>
                    <a:pt x="60" y="44"/>
                    <a:pt x="54" y="39"/>
                    <a:pt x="52" y="34"/>
                  </a:cubicBezTo>
                  <a:cubicBezTo>
                    <a:pt x="51" y="29"/>
                    <a:pt x="35" y="22"/>
                    <a:pt x="33" y="17"/>
                  </a:cubicBezTo>
                  <a:cubicBezTo>
                    <a:pt x="31" y="11"/>
                    <a:pt x="26" y="9"/>
                    <a:pt x="17" y="9"/>
                  </a:cubicBezTo>
                  <a:cubicBezTo>
                    <a:pt x="8" y="9"/>
                    <a:pt x="4" y="0"/>
                    <a:pt x="2" y="5"/>
                  </a:cubicBezTo>
                  <a:cubicBezTo>
                    <a:pt x="0" y="10"/>
                    <a:pt x="12" y="23"/>
                    <a:pt x="18" y="26"/>
                  </a:cubicBezTo>
                  <a:cubicBezTo>
                    <a:pt x="23" y="30"/>
                    <a:pt x="26" y="42"/>
                    <a:pt x="33" y="42"/>
                  </a:cubicBezTo>
                  <a:cubicBezTo>
                    <a:pt x="40" y="43"/>
                    <a:pt x="40" y="64"/>
                    <a:pt x="45" y="65"/>
                  </a:cubicBezTo>
                  <a:cubicBezTo>
                    <a:pt x="50" y="66"/>
                    <a:pt x="61" y="82"/>
                    <a:pt x="63" y="91"/>
                  </a:cubicBezTo>
                  <a:cubicBezTo>
                    <a:pt x="64" y="100"/>
                    <a:pt x="75" y="104"/>
                    <a:pt x="79" y="110"/>
                  </a:cubicBezTo>
                  <a:cubicBezTo>
                    <a:pt x="83" y="117"/>
                    <a:pt x="97" y="125"/>
                    <a:pt x="99" y="128"/>
                  </a:cubicBezTo>
                  <a:cubicBezTo>
                    <a:pt x="101" y="131"/>
                    <a:pt x="103" y="137"/>
                    <a:pt x="105" y="134"/>
                  </a:cubicBezTo>
                  <a:cubicBezTo>
                    <a:pt x="107" y="131"/>
                    <a:pt x="114" y="134"/>
                    <a:pt x="117" y="134"/>
                  </a:cubicBezTo>
                  <a:cubicBezTo>
                    <a:pt x="120" y="134"/>
                    <a:pt x="121" y="122"/>
                    <a:pt x="121" y="117"/>
                  </a:cubicBezTo>
                  <a:close/>
                  <a:moveTo>
                    <a:pt x="376" y="64"/>
                  </a:moveTo>
                  <a:cubicBezTo>
                    <a:pt x="383" y="65"/>
                    <a:pt x="380" y="60"/>
                    <a:pt x="380" y="56"/>
                  </a:cubicBezTo>
                  <a:cubicBezTo>
                    <a:pt x="380" y="51"/>
                    <a:pt x="373" y="55"/>
                    <a:pt x="373" y="53"/>
                  </a:cubicBezTo>
                  <a:cubicBezTo>
                    <a:pt x="373" y="50"/>
                    <a:pt x="371" y="41"/>
                    <a:pt x="365" y="48"/>
                  </a:cubicBezTo>
                  <a:cubicBezTo>
                    <a:pt x="360" y="56"/>
                    <a:pt x="367" y="74"/>
                    <a:pt x="371" y="73"/>
                  </a:cubicBezTo>
                  <a:cubicBezTo>
                    <a:pt x="375" y="72"/>
                    <a:pt x="368" y="63"/>
                    <a:pt x="376" y="64"/>
                  </a:cubicBezTo>
                  <a:close/>
                  <a:moveTo>
                    <a:pt x="348" y="106"/>
                  </a:moveTo>
                  <a:cubicBezTo>
                    <a:pt x="350" y="111"/>
                    <a:pt x="359" y="114"/>
                    <a:pt x="362" y="109"/>
                  </a:cubicBezTo>
                  <a:cubicBezTo>
                    <a:pt x="365" y="105"/>
                    <a:pt x="347" y="99"/>
                    <a:pt x="348" y="106"/>
                  </a:cubicBezTo>
                  <a:close/>
                  <a:moveTo>
                    <a:pt x="322" y="162"/>
                  </a:moveTo>
                  <a:cubicBezTo>
                    <a:pt x="313" y="161"/>
                    <a:pt x="307" y="167"/>
                    <a:pt x="298" y="164"/>
                  </a:cubicBezTo>
                  <a:cubicBezTo>
                    <a:pt x="289" y="161"/>
                    <a:pt x="276" y="164"/>
                    <a:pt x="277" y="167"/>
                  </a:cubicBezTo>
                  <a:cubicBezTo>
                    <a:pt x="278" y="170"/>
                    <a:pt x="286" y="170"/>
                    <a:pt x="295" y="170"/>
                  </a:cubicBezTo>
                  <a:cubicBezTo>
                    <a:pt x="304" y="171"/>
                    <a:pt x="312" y="166"/>
                    <a:pt x="318" y="165"/>
                  </a:cubicBezTo>
                  <a:cubicBezTo>
                    <a:pt x="324" y="165"/>
                    <a:pt x="331" y="163"/>
                    <a:pt x="322" y="162"/>
                  </a:cubicBezTo>
                  <a:close/>
                  <a:moveTo>
                    <a:pt x="393" y="101"/>
                  </a:moveTo>
                  <a:cubicBezTo>
                    <a:pt x="385" y="98"/>
                    <a:pt x="370" y="100"/>
                    <a:pt x="371" y="105"/>
                  </a:cubicBezTo>
                  <a:cubicBezTo>
                    <a:pt x="373" y="109"/>
                    <a:pt x="380" y="107"/>
                    <a:pt x="387" y="107"/>
                  </a:cubicBezTo>
                  <a:cubicBezTo>
                    <a:pt x="394" y="107"/>
                    <a:pt x="397" y="112"/>
                    <a:pt x="401" y="112"/>
                  </a:cubicBezTo>
                  <a:cubicBezTo>
                    <a:pt x="405" y="112"/>
                    <a:pt x="402" y="104"/>
                    <a:pt x="393" y="101"/>
                  </a:cubicBezTo>
                  <a:close/>
                  <a:moveTo>
                    <a:pt x="218" y="158"/>
                  </a:moveTo>
                  <a:cubicBezTo>
                    <a:pt x="217" y="154"/>
                    <a:pt x="204" y="158"/>
                    <a:pt x="198" y="155"/>
                  </a:cubicBezTo>
                  <a:cubicBezTo>
                    <a:pt x="192" y="153"/>
                    <a:pt x="205" y="150"/>
                    <a:pt x="209" y="148"/>
                  </a:cubicBezTo>
                  <a:cubicBezTo>
                    <a:pt x="214" y="145"/>
                    <a:pt x="207" y="144"/>
                    <a:pt x="196" y="147"/>
                  </a:cubicBezTo>
                  <a:cubicBezTo>
                    <a:pt x="185" y="151"/>
                    <a:pt x="173" y="140"/>
                    <a:pt x="173" y="145"/>
                  </a:cubicBezTo>
                  <a:cubicBezTo>
                    <a:pt x="172" y="149"/>
                    <a:pt x="153" y="143"/>
                    <a:pt x="149" y="139"/>
                  </a:cubicBezTo>
                  <a:cubicBezTo>
                    <a:pt x="144" y="136"/>
                    <a:pt x="126" y="132"/>
                    <a:pt x="122" y="138"/>
                  </a:cubicBezTo>
                  <a:cubicBezTo>
                    <a:pt x="119" y="144"/>
                    <a:pt x="116" y="139"/>
                    <a:pt x="117" y="145"/>
                  </a:cubicBezTo>
                  <a:cubicBezTo>
                    <a:pt x="118" y="149"/>
                    <a:pt x="122" y="146"/>
                    <a:pt x="125" y="146"/>
                  </a:cubicBezTo>
                  <a:cubicBezTo>
                    <a:pt x="128" y="146"/>
                    <a:pt x="127" y="152"/>
                    <a:pt x="131" y="153"/>
                  </a:cubicBezTo>
                  <a:cubicBezTo>
                    <a:pt x="136" y="153"/>
                    <a:pt x="150" y="157"/>
                    <a:pt x="151" y="154"/>
                  </a:cubicBezTo>
                  <a:cubicBezTo>
                    <a:pt x="153" y="151"/>
                    <a:pt x="166" y="154"/>
                    <a:pt x="173" y="160"/>
                  </a:cubicBezTo>
                  <a:cubicBezTo>
                    <a:pt x="179" y="165"/>
                    <a:pt x="195" y="165"/>
                    <a:pt x="201" y="164"/>
                  </a:cubicBezTo>
                  <a:cubicBezTo>
                    <a:pt x="207" y="163"/>
                    <a:pt x="213" y="168"/>
                    <a:pt x="216" y="165"/>
                  </a:cubicBezTo>
                  <a:cubicBezTo>
                    <a:pt x="218" y="162"/>
                    <a:pt x="222" y="170"/>
                    <a:pt x="229" y="165"/>
                  </a:cubicBezTo>
                  <a:cubicBezTo>
                    <a:pt x="236" y="160"/>
                    <a:pt x="218" y="162"/>
                    <a:pt x="218" y="158"/>
                  </a:cubicBezTo>
                  <a:close/>
                  <a:moveTo>
                    <a:pt x="480" y="86"/>
                  </a:moveTo>
                  <a:cubicBezTo>
                    <a:pt x="475" y="86"/>
                    <a:pt x="474" y="95"/>
                    <a:pt x="470" y="95"/>
                  </a:cubicBezTo>
                  <a:cubicBezTo>
                    <a:pt x="466" y="95"/>
                    <a:pt x="460" y="104"/>
                    <a:pt x="452" y="106"/>
                  </a:cubicBezTo>
                  <a:cubicBezTo>
                    <a:pt x="444" y="109"/>
                    <a:pt x="443" y="83"/>
                    <a:pt x="440" y="78"/>
                  </a:cubicBezTo>
                  <a:cubicBezTo>
                    <a:pt x="436" y="73"/>
                    <a:pt x="416" y="69"/>
                    <a:pt x="414" y="75"/>
                  </a:cubicBezTo>
                  <a:cubicBezTo>
                    <a:pt x="412" y="81"/>
                    <a:pt x="405" y="78"/>
                    <a:pt x="404" y="82"/>
                  </a:cubicBezTo>
                  <a:cubicBezTo>
                    <a:pt x="404" y="87"/>
                    <a:pt x="406" y="85"/>
                    <a:pt x="410" y="85"/>
                  </a:cubicBezTo>
                  <a:cubicBezTo>
                    <a:pt x="415" y="85"/>
                    <a:pt x="415" y="89"/>
                    <a:pt x="417" y="93"/>
                  </a:cubicBezTo>
                  <a:cubicBezTo>
                    <a:pt x="419" y="97"/>
                    <a:pt x="431" y="94"/>
                    <a:pt x="435" y="94"/>
                  </a:cubicBezTo>
                  <a:cubicBezTo>
                    <a:pt x="439" y="94"/>
                    <a:pt x="439" y="99"/>
                    <a:pt x="434" y="97"/>
                  </a:cubicBezTo>
                  <a:cubicBezTo>
                    <a:pt x="428" y="95"/>
                    <a:pt x="428" y="100"/>
                    <a:pt x="424" y="99"/>
                  </a:cubicBezTo>
                  <a:cubicBezTo>
                    <a:pt x="420" y="98"/>
                    <a:pt x="415" y="98"/>
                    <a:pt x="417" y="101"/>
                  </a:cubicBezTo>
                  <a:cubicBezTo>
                    <a:pt x="420" y="103"/>
                    <a:pt x="424" y="105"/>
                    <a:pt x="424" y="111"/>
                  </a:cubicBezTo>
                  <a:cubicBezTo>
                    <a:pt x="424" y="116"/>
                    <a:pt x="432" y="115"/>
                    <a:pt x="432" y="111"/>
                  </a:cubicBezTo>
                  <a:cubicBezTo>
                    <a:pt x="432" y="106"/>
                    <a:pt x="436" y="112"/>
                    <a:pt x="444" y="114"/>
                  </a:cubicBezTo>
                  <a:cubicBezTo>
                    <a:pt x="451" y="116"/>
                    <a:pt x="446" y="119"/>
                    <a:pt x="454" y="119"/>
                  </a:cubicBezTo>
                  <a:cubicBezTo>
                    <a:pt x="461" y="120"/>
                    <a:pt x="479" y="125"/>
                    <a:pt x="485" y="130"/>
                  </a:cubicBezTo>
                  <a:cubicBezTo>
                    <a:pt x="492" y="135"/>
                    <a:pt x="487" y="139"/>
                    <a:pt x="492" y="143"/>
                  </a:cubicBezTo>
                  <a:cubicBezTo>
                    <a:pt x="496" y="148"/>
                    <a:pt x="497" y="153"/>
                    <a:pt x="491" y="153"/>
                  </a:cubicBezTo>
                  <a:cubicBezTo>
                    <a:pt x="485" y="153"/>
                    <a:pt x="479" y="159"/>
                    <a:pt x="481" y="162"/>
                  </a:cubicBezTo>
                  <a:cubicBezTo>
                    <a:pt x="482" y="165"/>
                    <a:pt x="502" y="161"/>
                    <a:pt x="507" y="161"/>
                  </a:cubicBezTo>
                  <a:cubicBezTo>
                    <a:pt x="510" y="161"/>
                    <a:pt x="513" y="166"/>
                    <a:pt x="519" y="170"/>
                  </a:cubicBezTo>
                  <a:cubicBezTo>
                    <a:pt x="519" y="99"/>
                    <a:pt x="519" y="99"/>
                    <a:pt x="519" y="99"/>
                  </a:cubicBezTo>
                  <a:cubicBezTo>
                    <a:pt x="504" y="94"/>
                    <a:pt x="484" y="85"/>
                    <a:pt x="480" y="86"/>
                  </a:cubicBezTo>
                  <a:close/>
                  <a:moveTo>
                    <a:pt x="336" y="170"/>
                  </a:moveTo>
                  <a:cubicBezTo>
                    <a:pt x="335" y="171"/>
                    <a:pt x="334" y="171"/>
                    <a:pt x="332" y="172"/>
                  </a:cubicBezTo>
                  <a:cubicBezTo>
                    <a:pt x="332" y="173"/>
                    <a:pt x="331" y="174"/>
                    <a:pt x="330" y="175"/>
                  </a:cubicBezTo>
                  <a:cubicBezTo>
                    <a:pt x="329" y="176"/>
                    <a:pt x="328" y="174"/>
                    <a:pt x="327" y="173"/>
                  </a:cubicBezTo>
                  <a:cubicBezTo>
                    <a:pt x="320" y="175"/>
                    <a:pt x="317" y="183"/>
                    <a:pt x="321" y="186"/>
                  </a:cubicBezTo>
                  <a:cubicBezTo>
                    <a:pt x="326" y="188"/>
                    <a:pt x="332" y="182"/>
                    <a:pt x="336" y="177"/>
                  </a:cubicBezTo>
                  <a:cubicBezTo>
                    <a:pt x="336" y="177"/>
                    <a:pt x="337" y="176"/>
                    <a:pt x="337" y="176"/>
                  </a:cubicBezTo>
                  <a:cubicBezTo>
                    <a:pt x="337" y="175"/>
                    <a:pt x="338" y="175"/>
                    <a:pt x="338" y="174"/>
                  </a:cubicBezTo>
                  <a:cubicBezTo>
                    <a:pt x="338" y="174"/>
                    <a:pt x="339" y="174"/>
                    <a:pt x="339" y="174"/>
                  </a:cubicBezTo>
                  <a:cubicBezTo>
                    <a:pt x="338" y="172"/>
                    <a:pt x="337" y="171"/>
                    <a:pt x="336" y="170"/>
                  </a:cubicBezTo>
                  <a:close/>
                  <a:moveTo>
                    <a:pt x="243" y="84"/>
                  </a:moveTo>
                  <a:cubicBezTo>
                    <a:pt x="249" y="81"/>
                    <a:pt x="250" y="74"/>
                    <a:pt x="250" y="67"/>
                  </a:cubicBezTo>
                  <a:cubicBezTo>
                    <a:pt x="249" y="60"/>
                    <a:pt x="264" y="60"/>
                    <a:pt x="267" y="57"/>
                  </a:cubicBezTo>
                  <a:cubicBezTo>
                    <a:pt x="269" y="55"/>
                    <a:pt x="263" y="50"/>
                    <a:pt x="259" y="48"/>
                  </a:cubicBezTo>
                  <a:cubicBezTo>
                    <a:pt x="255" y="46"/>
                    <a:pt x="258" y="42"/>
                    <a:pt x="255" y="39"/>
                  </a:cubicBezTo>
                  <a:cubicBezTo>
                    <a:pt x="252" y="37"/>
                    <a:pt x="247" y="30"/>
                    <a:pt x="252" y="29"/>
                  </a:cubicBezTo>
                  <a:cubicBezTo>
                    <a:pt x="256" y="29"/>
                    <a:pt x="249" y="23"/>
                    <a:pt x="252" y="21"/>
                  </a:cubicBezTo>
                  <a:cubicBezTo>
                    <a:pt x="253" y="21"/>
                    <a:pt x="253" y="20"/>
                    <a:pt x="254" y="20"/>
                  </a:cubicBezTo>
                  <a:cubicBezTo>
                    <a:pt x="252" y="19"/>
                    <a:pt x="250" y="18"/>
                    <a:pt x="249" y="18"/>
                  </a:cubicBezTo>
                  <a:cubicBezTo>
                    <a:pt x="243" y="18"/>
                    <a:pt x="231" y="17"/>
                    <a:pt x="231" y="26"/>
                  </a:cubicBezTo>
                  <a:cubicBezTo>
                    <a:pt x="232" y="34"/>
                    <a:pt x="224" y="31"/>
                    <a:pt x="225" y="36"/>
                  </a:cubicBezTo>
                  <a:cubicBezTo>
                    <a:pt x="225" y="40"/>
                    <a:pt x="221" y="40"/>
                    <a:pt x="221" y="46"/>
                  </a:cubicBezTo>
                  <a:cubicBezTo>
                    <a:pt x="222" y="52"/>
                    <a:pt x="218" y="50"/>
                    <a:pt x="211" y="53"/>
                  </a:cubicBezTo>
                  <a:cubicBezTo>
                    <a:pt x="205" y="56"/>
                    <a:pt x="207" y="51"/>
                    <a:pt x="201" y="51"/>
                  </a:cubicBezTo>
                  <a:cubicBezTo>
                    <a:pt x="194" y="51"/>
                    <a:pt x="193" y="54"/>
                    <a:pt x="189" y="56"/>
                  </a:cubicBezTo>
                  <a:cubicBezTo>
                    <a:pt x="185" y="57"/>
                    <a:pt x="177" y="55"/>
                    <a:pt x="175" y="57"/>
                  </a:cubicBezTo>
                  <a:cubicBezTo>
                    <a:pt x="172" y="59"/>
                    <a:pt x="168" y="52"/>
                    <a:pt x="165" y="52"/>
                  </a:cubicBezTo>
                  <a:cubicBezTo>
                    <a:pt x="164" y="52"/>
                    <a:pt x="163" y="49"/>
                    <a:pt x="162" y="45"/>
                  </a:cubicBezTo>
                  <a:cubicBezTo>
                    <a:pt x="162" y="45"/>
                    <a:pt x="161" y="45"/>
                    <a:pt x="161" y="45"/>
                  </a:cubicBezTo>
                  <a:cubicBezTo>
                    <a:pt x="156" y="45"/>
                    <a:pt x="149" y="57"/>
                    <a:pt x="153" y="61"/>
                  </a:cubicBezTo>
                  <a:cubicBezTo>
                    <a:pt x="158" y="65"/>
                    <a:pt x="157" y="73"/>
                    <a:pt x="159" y="76"/>
                  </a:cubicBezTo>
                  <a:cubicBezTo>
                    <a:pt x="162" y="80"/>
                    <a:pt x="169" y="81"/>
                    <a:pt x="169" y="88"/>
                  </a:cubicBezTo>
                  <a:cubicBezTo>
                    <a:pt x="169" y="95"/>
                    <a:pt x="175" y="106"/>
                    <a:pt x="180" y="103"/>
                  </a:cubicBezTo>
                  <a:cubicBezTo>
                    <a:pt x="184" y="100"/>
                    <a:pt x="187" y="104"/>
                    <a:pt x="189" y="107"/>
                  </a:cubicBezTo>
                  <a:cubicBezTo>
                    <a:pt x="190" y="110"/>
                    <a:pt x="200" y="105"/>
                    <a:pt x="204" y="105"/>
                  </a:cubicBezTo>
                  <a:cubicBezTo>
                    <a:pt x="207" y="106"/>
                    <a:pt x="217" y="108"/>
                    <a:pt x="218" y="112"/>
                  </a:cubicBezTo>
                  <a:cubicBezTo>
                    <a:pt x="219" y="116"/>
                    <a:pt x="228" y="112"/>
                    <a:pt x="234" y="109"/>
                  </a:cubicBezTo>
                  <a:cubicBezTo>
                    <a:pt x="241" y="107"/>
                    <a:pt x="237" y="88"/>
                    <a:pt x="243" y="84"/>
                  </a:cubicBezTo>
                  <a:close/>
                  <a:moveTo>
                    <a:pt x="268" y="178"/>
                  </a:moveTo>
                  <a:cubicBezTo>
                    <a:pt x="270" y="181"/>
                    <a:pt x="276" y="181"/>
                    <a:pt x="278" y="183"/>
                  </a:cubicBezTo>
                  <a:cubicBezTo>
                    <a:pt x="280" y="185"/>
                    <a:pt x="289" y="189"/>
                    <a:pt x="289" y="183"/>
                  </a:cubicBezTo>
                  <a:cubicBezTo>
                    <a:pt x="289" y="178"/>
                    <a:pt x="266" y="174"/>
                    <a:pt x="268" y="178"/>
                  </a:cubicBezTo>
                  <a:close/>
                  <a:moveTo>
                    <a:pt x="251" y="161"/>
                  </a:moveTo>
                  <a:cubicBezTo>
                    <a:pt x="250" y="164"/>
                    <a:pt x="244" y="165"/>
                    <a:pt x="241" y="163"/>
                  </a:cubicBezTo>
                  <a:cubicBezTo>
                    <a:pt x="238" y="160"/>
                    <a:pt x="234" y="166"/>
                    <a:pt x="236" y="169"/>
                  </a:cubicBezTo>
                  <a:cubicBezTo>
                    <a:pt x="237" y="170"/>
                    <a:pt x="244" y="175"/>
                    <a:pt x="252" y="171"/>
                  </a:cubicBezTo>
                  <a:cubicBezTo>
                    <a:pt x="260" y="167"/>
                    <a:pt x="266" y="171"/>
                    <a:pt x="268" y="167"/>
                  </a:cubicBezTo>
                  <a:cubicBezTo>
                    <a:pt x="270" y="162"/>
                    <a:pt x="253" y="158"/>
                    <a:pt x="251" y="161"/>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5" name="Freeform 172"/>
            <p:cNvSpPr>
              <a:spLocks noEditPoints="1" noChangeArrowheads="1"/>
            </p:cNvSpPr>
            <p:nvPr/>
          </p:nvSpPr>
          <p:spPr bwMode="auto">
            <a:xfrm>
              <a:off x="6297630" y="2651128"/>
              <a:ext cx="69851" cy="30163"/>
            </a:xfrm>
            <a:custGeom>
              <a:avLst/>
              <a:gdLst>
                <a:gd name="T0" fmla="*/ 3 w 37"/>
                <a:gd name="T1" fmla="*/ 12 h 16"/>
                <a:gd name="T2" fmla="*/ 0 w 37"/>
                <a:gd name="T3" fmla="*/ 13 h 16"/>
                <a:gd name="T4" fmla="*/ 3 w 37"/>
                <a:gd name="T5" fmla="*/ 15 h 16"/>
                <a:gd name="T6" fmla="*/ 5 w 37"/>
                <a:gd name="T7" fmla="*/ 12 h 16"/>
                <a:gd name="T8" fmla="*/ 4 w 37"/>
                <a:gd name="T9" fmla="*/ 12 h 16"/>
                <a:gd name="T10" fmla="*/ 3 w 37"/>
                <a:gd name="T11" fmla="*/ 12 h 16"/>
                <a:gd name="T12" fmla="*/ 19 w 37"/>
                <a:gd name="T13" fmla="*/ 3 h 16"/>
                <a:gd name="T14" fmla="*/ 10 w 37"/>
                <a:gd name="T15" fmla="*/ 9 h 16"/>
                <a:gd name="T16" fmla="*/ 9 w 37"/>
                <a:gd name="T17" fmla="*/ 10 h 16"/>
                <a:gd name="T18" fmla="*/ 12 w 37"/>
                <a:gd name="T19" fmla="*/ 14 h 16"/>
                <a:gd name="T20" fmla="*/ 36 w 37"/>
                <a:gd name="T21" fmla="*/ 3 h 16"/>
                <a:gd name="T22" fmla="*/ 19 w 37"/>
                <a:gd name="T23" fmla="*/ 3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
                <a:gd name="T37" fmla="*/ 0 h 16"/>
                <a:gd name="T38" fmla="*/ 37 w 37"/>
                <a:gd name="T39" fmla="*/ 16 h 1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 h="16">
                  <a:moveTo>
                    <a:pt x="3" y="12"/>
                  </a:moveTo>
                  <a:cubicBezTo>
                    <a:pt x="2" y="12"/>
                    <a:pt x="1" y="12"/>
                    <a:pt x="0" y="13"/>
                  </a:cubicBezTo>
                  <a:cubicBezTo>
                    <a:pt x="1" y="14"/>
                    <a:pt x="2" y="16"/>
                    <a:pt x="3" y="15"/>
                  </a:cubicBezTo>
                  <a:cubicBezTo>
                    <a:pt x="4" y="14"/>
                    <a:pt x="5" y="13"/>
                    <a:pt x="5" y="12"/>
                  </a:cubicBezTo>
                  <a:cubicBezTo>
                    <a:pt x="5" y="12"/>
                    <a:pt x="4" y="12"/>
                    <a:pt x="4" y="12"/>
                  </a:cubicBezTo>
                  <a:cubicBezTo>
                    <a:pt x="3" y="12"/>
                    <a:pt x="3" y="12"/>
                    <a:pt x="3" y="12"/>
                  </a:cubicBezTo>
                  <a:close/>
                  <a:moveTo>
                    <a:pt x="19" y="3"/>
                  </a:moveTo>
                  <a:cubicBezTo>
                    <a:pt x="15" y="3"/>
                    <a:pt x="13" y="7"/>
                    <a:pt x="10" y="9"/>
                  </a:cubicBezTo>
                  <a:cubicBezTo>
                    <a:pt x="9" y="10"/>
                    <a:pt x="9" y="10"/>
                    <a:pt x="9" y="10"/>
                  </a:cubicBezTo>
                  <a:cubicBezTo>
                    <a:pt x="10" y="11"/>
                    <a:pt x="11" y="12"/>
                    <a:pt x="12" y="14"/>
                  </a:cubicBezTo>
                  <a:cubicBezTo>
                    <a:pt x="19" y="10"/>
                    <a:pt x="35" y="5"/>
                    <a:pt x="36" y="3"/>
                  </a:cubicBezTo>
                  <a:cubicBezTo>
                    <a:pt x="37" y="0"/>
                    <a:pt x="26" y="4"/>
                    <a:pt x="19" y="3"/>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6" name="Freeform 173"/>
            <p:cNvSpPr>
              <a:spLocks noChangeArrowheads="1"/>
            </p:cNvSpPr>
            <p:nvPr/>
          </p:nvSpPr>
          <p:spPr bwMode="auto">
            <a:xfrm>
              <a:off x="3925899" y="1370013"/>
              <a:ext cx="73025" cy="39688"/>
            </a:xfrm>
            <a:custGeom>
              <a:avLst/>
              <a:gdLst>
                <a:gd name="T0" fmla="*/ 0 w 38"/>
                <a:gd name="T1" fmla="*/ 19 h 21"/>
                <a:gd name="T2" fmla="*/ 7 w 38"/>
                <a:gd name="T3" fmla="*/ 18 h 21"/>
                <a:gd name="T4" fmla="*/ 9 w 38"/>
                <a:gd name="T5" fmla="*/ 21 h 21"/>
                <a:gd name="T6" fmla="*/ 17 w 38"/>
                <a:gd name="T7" fmla="*/ 20 h 21"/>
                <a:gd name="T8" fmla="*/ 24 w 38"/>
                <a:gd name="T9" fmla="*/ 20 h 21"/>
                <a:gd name="T10" fmla="*/ 28 w 38"/>
                <a:gd name="T11" fmla="*/ 15 h 21"/>
                <a:gd name="T12" fmla="*/ 31 w 38"/>
                <a:gd name="T13" fmla="*/ 9 h 21"/>
                <a:gd name="T14" fmla="*/ 38 w 38"/>
                <a:gd name="T15" fmla="*/ 5 h 21"/>
                <a:gd name="T16" fmla="*/ 35 w 38"/>
                <a:gd name="T17" fmla="*/ 0 h 21"/>
                <a:gd name="T18" fmla="*/ 27 w 38"/>
                <a:gd name="T19" fmla="*/ 3 h 21"/>
                <a:gd name="T20" fmla="*/ 18 w 38"/>
                <a:gd name="T21" fmla="*/ 6 h 21"/>
                <a:gd name="T22" fmla="*/ 5 w 38"/>
                <a:gd name="T23" fmla="*/ 4 h 21"/>
                <a:gd name="T24" fmla="*/ 1 w 38"/>
                <a:gd name="T25" fmla="*/ 4 h 21"/>
                <a:gd name="T26" fmla="*/ 0 w 38"/>
                <a:gd name="T27" fmla="*/ 19 h 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21"/>
                <a:gd name="T44" fmla="*/ 38 w 38"/>
                <a:gd name="T45" fmla="*/ 21 h 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21">
                  <a:moveTo>
                    <a:pt x="0" y="19"/>
                  </a:moveTo>
                  <a:cubicBezTo>
                    <a:pt x="3" y="18"/>
                    <a:pt x="6" y="17"/>
                    <a:pt x="7" y="18"/>
                  </a:cubicBezTo>
                  <a:cubicBezTo>
                    <a:pt x="8" y="18"/>
                    <a:pt x="9" y="20"/>
                    <a:pt x="9" y="21"/>
                  </a:cubicBezTo>
                  <a:cubicBezTo>
                    <a:pt x="11" y="21"/>
                    <a:pt x="16" y="20"/>
                    <a:pt x="17" y="20"/>
                  </a:cubicBezTo>
                  <a:cubicBezTo>
                    <a:pt x="19" y="19"/>
                    <a:pt x="24" y="21"/>
                    <a:pt x="24" y="20"/>
                  </a:cubicBezTo>
                  <a:cubicBezTo>
                    <a:pt x="25" y="18"/>
                    <a:pt x="26" y="15"/>
                    <a:pt x="28" y="15"/>
                  </a:cubicBezTo>
                  <a:cubicBezTo>
                    <a:pt x="30" y="15"/>
                    <a:pt x="29" y="10"/>
                    <a:pt x="31" y="9"/>
                  </a:cubicBezTo>
                  <a:cubicBezTo>
                    <a:pt x="33" y="9"/>
                    <a:pt x="38" y="5"/>
                    <a:pt x="38" y="5"/>
                  </a:cubicBezTo>
                  <a:cubicBezTo>
                    <a:pt x="38" y="5"/>
                    <a:pt x="36" y="1"/>
                    <a:pt x="35" y="0"/>
                  </a:cubicBezTo>
                  <a:cubicBezTo>
                    <a:pt x="34" y="0"/>
                    <a:pt x="32" y="3"/>
                    <a:pt x="27" y="3"/>
                  </a:cubicBezTo>
                  <a:cubicBezTo>
                    <a:pt x="23" y="3"/>
                    <a:pt x="20" y="6"/>
                    <a:pt x="18" y="6"/>
                  </a:cubicBezTo>
                  <a:cubicBezTo>
                    <a:pt x="16" y="6"/>
                    <a:pt x="9" y="4"/>
                    <a:pt x="5" y="4"/>
                  </a:cubicBezTo>
                  <a:cubicBezTo>
                    <a:pt x="4" y="4"/>
                    <a:pt x="2" y="4"/>
                    <a:pt x="1" y="4"/>
                  </a:cubicBezTo>
                  <a:cubicBezTo>
                    <a:pt x="0" y="7"/>
                    <a:pt x="0" y="13"/>
                    <a:pt x="0" y="19"/>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7" name="Freeform 174"/>
            <p:cNvSpPr>
              <a:spLocks noEditPoints="1" noChangeArrowheads="1"/>
            </p:cNvSpPr>
            <p:nvPr/>
          </p:nvSpPr>
          <p:spPr bwMode="auto">
            <a:xfrm>
              <a:off x="3790962" y="1365248"/>
              <a:ext cx="247651" cy="269874"/>
            </a:xfrm>
            <a:custGeom>
              <a:avLst/>
              <a:gdLst>
                <a:gd name="T0" fmla="*/ 90 w 130"/>
                <a:gd name="T1" fmla="*/ 122 h 141"/>
                <a:gd name="T2" fmla="*/ 77 w 130"/>
                <a:gd name="T3" fmla="*/ 122 h 141"/>
                <a:gd name="T4" fmla="*/ 67 w 130"/>
                <a:gd name="T5" fmla="*/ 127 h 141"/>
                <a:gd name="T6" fmla="*/ 79 w 130"/>
                <a:gd name="T7" fmla="*/ 133 h 141"/>
                <a:gd name="T8" fmla="*/ 92 w 130"/>
                <a:gd name="T9" fmla="*/ 141 h 141"/>
                <a:gd name="T10" fmla="*/ 95 w 130"/>
                <a:gd name="T11" fmla="*/ 134 h 141"/>
                <a:gd name="T12" fmla="*/ 99 w 130"/>
                <a:gd name="T13" fmla="*/ 123 h 141"/>
                <a:gd name="T14" fmla="*/ 90 w 130"/>
                <a:gd name="T15" fmla="*/ 122 h 141"/>
                <a:gd name="T16" fmla="*/ 26 w 130"/>
                <a:gd name="T17" fmla="*/ 85 h 141"/>
                <a:gd name="T18" fmla="*/ 18 w 130"/>
                <a:gd name="T19" fmla="*/ 87 h 141"/>
                <a:gd name="T20" fmla="*/ 22 w 130"/>
                <a:gd name="T21" fmla="*/ 101 h 141"/>
                <a:gd name="T22" fmla="*/ 27 w 130"/>
                <a:gd name="T23" fmla="*/ 112 h 141"/>
                <a:gd name="T24" fmla="*/ 34 w 130"/>
                <a:gd name="T25" fmla="*/ 107 h 141"/>
                <a:gd name="T26" fmla="*/ 36 w 130"/>
                <a:gd name="T27" fmla="*/ 89 h 141"/>
                <a:gd name="T28" fmla="*/ 26 w 130"/>
                <a:gd name="T29" fmla="*/ 85 h 141"/>
                <a:gd name="T30" fmla="*/ 108 w 130"/>
                <a:gd name="T31" fmla="*/ 79 h 141"/>
                <a:gd name="T32" fmla="*/ 99 w 130"/>
                <a:gd name="T33" fmla="*/ 73 h 141"/>
                <a:gd name="T34" fmla="*/ 82 w 130"/>
                <a:gd name="T35" fmla="*/ 55 h 141"/>
                <a:gd name="T36" fmla="*/ 66 w 130"/>
                <a:gd name="T37" fmla="*/ 38 h 141"/>
                <a:gd name="T38" fmla="*/ 66 w 130"/>
                <a:gd name="T39" fmla="*/ 27 h 141"/>
                <a:gd name="T40" fmla="*/ 71 w 130"/>
                <a:gd name="T41" fmla="*/ 21 h 141"/>
                <a:gd name="T42" fmla="*/ 72 w 130"/>
                <a:gd name="T43" fmla="*/ 6 h 141"/>
                <a:gd name="T44" fmla="*/ 66 w 130"/>
                <a:gd name="T45" fmla="*/ 5 h 141"/>
                <a:gd name="T46" fmla="*/ 64 w 130"/>
                <a:gd name="T47" fmla="*/ 0 h 141"/>
                <a:gd name="T48" fmla="*/ 55 w 130"/>
                <a:gd name="T49" fmla="*/ 1 h 141"/>
                <a:gd name="T50" fmla="*/ 48 w 130"/>
                <a:gd name="T51" fmla="*/ 3 h 141"/>
                <a:gd name="T52" fmla="*/ 46 w 130"/>
                <a:gd name="T53" fmla="*/ 2 h 141"/>
                <a:gd name="T54" fmla="*/ 44 w 130"/>
                <a:gd name="T55" fmla="*/ 5 h 141"/>
                <a:gd name="T56" fmla="*/ 42 w 130"/>
                <a:gd name="T57" fmla="*/ 7 h 141"/>
                <a:gd name="T58" fmla="*/ 39 w 130"/>
                <a:gd name="T59" fmla="*/ 9 h 141"/>
                <a:gd name="T60" fmla="*/ 34 w 130"/>
                <a:gd name="T61" fmla="*/ 10 h 141"/>
                <a:gd name="T62" fmla="*/ 30 w 130"/>
                <a:gd name="T63" fmla="*/ 12 h 141"/>
                <a:gd name="T64" fmla="*/ 27 w 130"/>
                <a:gd name="T65" fmla="*/ 16 h 141"/>
                <a:gd name="T66" fmla="*/ 20 w 130"/>
                <a:gd name="T67" fmla="*/ 9 h 141"/>
                <a:gd name="T68" fmla="*/ 15 w 130"/>
                <a:gd name="T69" fmla="*/ 17 h 141"/>
                <a:gd name="T70" fmla="*/ 5 w 130"/>
                <a:gd name="T71" fmla="*/ 17 h 141"/>
                <a:gd name="T72" fmla="*/ 6 w 130"/>
                <a:gd name="T73" fmla="*/ 23 h 141"/>
                <a:gd name="T74" fmla="*/ 4 w 130"/>
                <a:gd name="T75" fmla="*/ 27 h 141"/>
                <a:gd name="T76" fmla="*/ 2 w 130"/>
                <a:gd name="T77" fmla="*/ 30 h 141"/>
                <a:gd name="T78" fmla="*/ 5 w 130"/>
                <a:gd name="T79" fmla="*/ 36 h 141"/>
                <a:gd name="T80" fmla="*/ 8 w 130"/>
                <a:gd name="T81" fmla="*/ 41 h 141"/>
                <a:gd name="T82" fmla="*/ 13 w 130"/>
                <a:gd name="T83" fmla="*/ 43 h 141"/>
                <a:gd name="T84" fmla="*/ 12 w 130"/>
                <a:gd name="T85" fmla="*/ 47 h 141"/>
                <a:gd name="T86" fmla="*/ 17 w 130"/>
                <a:gd name="T87" fmla="*/ 45 h 141"/>
                <a:gd name="T88" fmla="*/ 25 w 130"/>
                <a:gd name="T89" fmla="*/ 38 h 141"/>
                <a:gd name="T90" fmla="*/ 41 w 130"/>
                <a:gd name="T91" fmla="*/ 45 h 141"/>
                <a:gd name="T92" fmla="*/ 44 w 130"/>
                <a:gd name="T93" fmla="*/ 52 h 141"/>
                <a:gd name="T94" fmla="*/ 55 w 130"/>
                <a:gd name="T95" fmla="*/ 65 h 141"/>
                <a:gd name="T96" fmla="*/ 70 w 130"/>
                <a:gd name="T97" fmla="*/ 79 h 141"/>
                <a:gd name="T98" fmla="*/ 81 w 130"/>
                <a:gd name="T99" fmla="*/ 83 h 141"/>
                <a:gd name="T100" fmla="*/ 91 w 130"/>
                <a:gd name="T101" fmla="*/ 90 h 141"/>
                <a:gd name="T102" fmla="*/ 99 w 130"/>
                <a:gd name="T103" fmla="*/ 96 h 141"/>
                <a:gd name="T104" fmla="*/ 103 w 130"/>
                <a:gd name="T105" fmla="*/ 103 h 141"/>
                <a:gd name="T106" fmla="*/ 103 w 130"/>
                <a:gd name="T107" fmla="*/ 115 h 141"/>
                <a:gd name="T108" fmla="*/ 104 w 130"/>
                <a:gd name="T109" fmla="*/ 124 h 141"/>
                <a:gd name="T110" fmla="*/ 109 w 130"/>
                <a:gd name="T111" fmla="*/ 115 h 141"/>
                <a:gd name="T112" fmla="*/ 116 w 130"/>
                <a:gd name="T113" fmla="*/ 108 h 141"/>
                <a:gd name="T114" fmla="*/ 111 w 130"/>
                <a:gd name="T115" fmla="*/ 99 h 141"/>
                <a:gd name="T116" fmla="*/ 121 w 130"/>
                <a:gd name="T117" fmla="*/ 95 h 141"/>
                <a:gd name="T118" fmla="*/ 130 w 130"/>
                <a:gd name="T119" fmla="*/ 95 h 141"/>
                <a:gd name="T120" fmla="*/ 108 w 130"/>
                <a:gd name="T121" fmla="*/ 79 h 14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30"/>
                <a:gd name="T184" fmla="*/ 0 h 141"/>
                <a:gd name="T185" fmla="*/ 130 w 130"/>
                <a:gd name="T186" fmla="*/ 141 h 14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30" h="141">
                  <a:moveTo>
                    <a:pt x="90" y="122"/>
                  </a:moveTo>
                  <a:cubicBezTo>
                    <a:pt x="84" y="124"/>
                    <a:pt x="81" y="124"/>
                    <a:pt x="77" y="122"/>
                  </a:cubicBezTo>
                  <a:cubicBezTo>
                    <a:pt x="73" y="120"/>
                    <a:pt x="66" y="124"/>
                    <a:pt x="67" y="127"/>
                  </a:cubicBezTo>
                  <a:cubicBezTo>
                    <a:pt x="68" y="129"/>
                    <a:pt x="71" y="131"/>
                    <a:pt x="79" y="133"/>
                  </a:cubicBezTo>
                  <a:cubicBezTo>
                    <a:pt x="87" y="135"/>
                    <a:pt x="88" y="141"/>
                    <a:pt x="92" y="141"/>
                  </a:cubicBezTo>
                  <a:cubicBezTo>
                    <a:pt x="95" y="141"/>
                    <a:pt x="96" y="138"/>
                    <a:pt x="95" y="134"/>
                  </a:cubicBezTo>
                  <a:cubicBezTo>
                    <a:pt x="94" y="129"/>
                    <a:pt x="99" y="124"/>
                    <a:pt x="99" y="123"/>
                  </a:cubicBezTo>
                  <a:cubicBezTo>
                    <a:pt x="100" y="122"/>
                    <a:pt x="97" y="121"/>
                    <a:pt x="90" y="122"/>
                  </a:cubicBezTo>
                  <a:close/>
                  <a:moveTo>
                    <a:pt x="26" y="85"/>
                  </a:moveTo>
                  <a:cubicBezTo>
                    <a:pt x="22" y="88"/>
                    <a:pt x="19" y="84"/>
                    <a:pt x="18" y="87"/>
                  </a:cubicBezTo>
                  <a:cubicBezTo>
                    <a:pt x="16" y="90"/>
                    <a:pt x="23" y="95"/>
                    <a:pt x="22" y="101"/>
                  </a:cubicBezTo>
                  <a:cubicBezTo>
                    <a:pt x="20" y="108"/>
                    <a:pt x="23" y="116"/>
                    <a:pt x="27" y="112"/>
                  </a:cubicBezTo>
                  <a:cubicBezTo>
                    <a:pt x="30" y="108"/>
                    <a:pt x="32" y="110"/>
                    <a:pt x="34" y="107"/>
                  </a:cubicBezTo>
                  <a:cubicBezTo>
                    <a:pt x="37" y="104"/>
                    <a:pt x="35" y="94"/>
                    <a:pt x="36" y="89"/>
                  </a:cubicBezTo>
                  <a:cubicBezTo>
                    <a:pt x="38" y="84"/>
                    <a:pt x="30" y="81"/>
                    <a:pt x="26" y="85"/>
                  </a:cubicBezTo>
                  <a:close/>
                  <a:moveTo>
                    <a:pt x="108" y="79"/>
                  </a:moveTo>
                  <a:cubicBezTo>
                    <a:pt x="103" y="77"/>
                    <a:pt x="106" y="72"/>
                    <a:pt x="99" y="73"/>
                  </a:cubicBezTo>
                  <a:cubicBezTo>
                    <a:pt x="92" y="73"/>
                    <a:pt x="84" y="64"/>
                    <a:pt x="82" y="55"/>
                  </a:cubicBezTo>
                  <a:cubicBezTo>
                    <a:pt x="79" y="45"/>
                    <a:pt x="69" y="44"/>
                    <a:pt x="66" y="38"/>
                  </a:cubicBezTo>
                  <a:cubicBezTo>
                    <a:pt x="63" y="33"/>
                    <a:pt x="68" y="32"/>
                    <a:pt x="66" y="27"/>
                  </a:cubicBezTo>
                  <a:cubicBezTo>
                    <a:pt x="65" y="24"/>
                    <a:pt x="68" y="22"/>
                    <a:pt x="71" y="21"/>
                  </a:cubicBezTo>
                  <a:cubicBezTo>
                    <a:pt x="71" y="15"/>
                    <a:pt x="71" y="9"/>
                    <a:pt x="72" y="6"/>
                  </a:cubicBezTo>
                  <a:cubicBezTo>
                    <a:pt x="69" y="5"/>
                    <a:pt x="67" y="5"/>
                    <a:pt x="66" y="5"/>
                  </a:cubicBezTo>
                  <a:cubicBezTo>
                    <a:pt x="65" y="4"/>
                    <a:pt x="64" y="0"/>
                    <a:pt x="64" y="0"/>
                  </a:cubicBezTo>
                  <a:cubicBezTo>
                    <a:pt x="63" y="0"/>
                    <a:pt x="56" y="0"/>
                    <a:pt x="55" y="1"/>
                  </a:cubicBezTo>
                  <a:cubicBezTo>
                    <a:pt x="53" y="2"/>
                    <a:pt x="50" y="5"/>
                    <a:pt x="48" y="3"/>
                  </a:cubicBezTo>
                  <a:cubicBezTo>
                    <a:pt x="47" y="3"/>
                    <a:pt x="47" y="3"/>
                    <a:pt x="46" y="2"/>
                  </a:cubicBezTo>
                  <a:cubicBezTo>
                    <a:pt x="44" y="5"/>
                    <a:pt x="44" y="5"/>
                    <a:pt x="44" y="5"/>
                  </a:cubicBezTo>
                  <a:cubicBezTo>
                    <a:pt x="44" y="5"/>
                    <a:pt x="44" y="7"/>
                    <a:pt x="42" y="7"/>
                  </a:cubicBezTo>
                  <a:cubicBezTo>
                    <a:pt x="41" y="7"/>
                    <a:pt x="39" y="6"/>
                    <a:pt x="39" y="9"/>
                  </a:cubicBezTo>
                  <a:cubicBezTo>
                    <a:pt x="39" y="11"/>
                    <a:pt x="35" y="10"/>
                    <a:pt x="34" y="10"/>
                  </a:cubicBezTo>
                  <a:cubicBezTo>
                    <a:pt x="32" y="10"/>
                    <a:pt x="30" y="10"/>
                    <a:pt x="30" y="12"/>
                  </a:cubicBezTo>
                  <a:cubicBezTo>
                    <a:pt x="30" y="14"/>
                    <a:pt x="29" y="19"/>
                    <a:pt x="27" y="16"/>
                  </a:cubicBezTo>
                  <a:cubicBezTo>
                    <a:pt x="24" y="14"/>
                    <a:pt x="21" y="8"/>
                    <a:pt x="20" y="9"/>
                  </a:cubicBezTo>
                  <a:cubicBezTo>
                    <a:pt x="19" y="9"/>
                    <a:pt x="17" y="17"/>
                    <a:pt x="15" y="17"/>
                  </a:cubicBezTo>
                  <a:cubicBezTo>
                    <a:pt x="13" y="17"/>
                    <a:pt x="8" y="17"/>
                    <a:pt x="5" y="17"/>
                  </a:cubicBezTo>
                  <a:cubicBezTo>
                    <a:pt x="4" y="20"/>
                    <a:pt x="5" y="22"/>
                    <a:pt x="6" y="23"/>
                  </a:cubicBezTo>
                  <a:cubicBezTo>
                    <a:pt x="8" y="23"/>
                    <a:pt x="6" y="26"/>
                    <a:pt x="4" y="27"/>
                  </a:cubicBezTo>
                  <a:cubicBezTo>
                    <a:pt x="3" y="28"/>
                    <a:pt x="0" y="27"/>
                    <a:pt x="2" y="30"/>
                  </a:cubicBezTo>
                  <a:cubicBezTo>
                    <a:pt x="4" y="33"/>
                    <a:pt x="7" y="33"/>
                    <a:pt x="5" y="36"/>
                  </a:cubicBezTo>
                  <a:cubicBezTo>
                    <a:pt x="3" y="38"/>
                    <a:pt x="5" y="41"/>
                    <a:pt x="8" y="41"/>
                  </a:cubicBezTo>
                  <a:cubicBezTo>
                    <a:pt x="10" y="41"/>
                    <a:pt x="14" y="41"/>
                    <a:pt x="13" y="43"/>
                  </a:cubicBezTo>
                  <a:cubicBezTo>
                    <a:pt x="12" y="44"/>
                    <a:pt x="12" y="45"/>
                    <a:pt x="12" y="47"/>
                  </a:cubicBezTo>
                  <a:cubicBezTo>
                    <a:pt x="14" y="46"/>
                    <a:pt x="15" y="46"/>
                    <a:pt x="17" y="45"/>
                  </a:cubicBezTo>
                  <a:cubicBezTo>
                    <a:pt x="21" y="43"/>
                    <a:pt x="19" y="40"/>
                    <a:pt x="25" y="38"/>
                  </a:cubicBezTo>
                  <a:cubicBezTo>
                    <a:pt x="31" y="37"/>
                    <a:pt x="38" y="42"/>
                    <a:pt x="41" y="45"/>
                  </a:cubicBezTo>
                  <a:cubicBezTo>
                    <a:pt x="43" y="49"/>
                    <a:pt x="44" y="49"/>
                    <a:pt x="44" y="52"/>
                  </a:cubicBezTo>
                  <a:cubicBezTo>
                    <a:pt x="45" y="55"/>
                    <a:pt x="47" y="60"/>
                    <a:pt x="55" y="65"/>
                  </a:cubicBezTo>
                  <a:cubicBezTo>
                    <a:pt x="63" y="71"/>
                    <a:pt x="66" y="76"/>
                    <a:pt x="70" y="79"/>
                  </a:cubicBezTo>
                  <a:cubicBezTo>
                    <a:pt x="74" y="81"/>
                    <a:pt x="79" y="80"/>
                    <a:pt x="81" y="83"/>
                  </a:cubicBezTo>
                  <a:cubicBezTo>
                    <a:pt x="84" y="86"/>
                    <a:pt x="87" y="88"/>
                    <a:pt x="91" y="90"/>
                  </a:cubicBezTo>
                  <a:cubicBezTo>
                    <a:pt x="95" y="92"/>
                    <a:pt x="95" y="96"/>
                    <a:pt x="99" y="96"/>
                  </a:cubicBezTo>
                  <a:cubicBezTo>
                    <a:pt x="103" y="97"/>
                    <a:pt x="100" y="100"/>
                    <a:pt x="103" y="103"/>
                  </a:cubicBezTo>
                  <a:cubicBezTo>
                    <a:pt x="105" y="106"/>
                    <a:pt x="106" y="112"/>
                    <a:pt x="103" y="115"/>
                  </a:cubicBezTo>
                  <a:cubicBezTo>
                    <a:pt x="101" y="119"/>
                    <a:pt x="102" y="124"/>
                    <a:pt x="104" y="124"/>
                  </a:cubicBezTo>
                  <a:cubicBezTo>
                    <a:pt x="105" y="124"/>
                    <a:pt x="109" y="118"/>
                    <a:pt x="109" y="115"/>
                  </a:cubicBezTo>
                  <a:cubicBezTo>
                    <a:pt x="110" y="112"/>
                    <a:pt x="113" y="112"/>
                    <a:pt x="116" y="108"/>
                  </a:cubicBezTo>
                  <a:cubicBezTo>
                    <a:pt x="118" y="105"/>
                    <a:pt x="112" y="104"/>
                    <a:pt x="111" y="99"/>
                  </a:cubicBezTo>
                  <a:cubicBezTo>
                    <a:pt x="109" y="95"/>
                    <a:pt x="116" y="91"/>
                    <a:pt x="121" y="95"/>
                  </a:cubicBezTo>
                  <a:cubicBezTo>
                    <a:pt x="127" y="98"/>
                    <a:pt x="130" y="101"/>
                    <a:pt x="130" y="95"/>
                  </a:cubicBezTo>
                  <a:cubicBezTo>
                    <a:pt x="130" y="89"/>
                    <a:pt x="112" y="82"/>
                    <a:pt x="108" y="79"/>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8" name="Freeform 175"/>
            <p:cNvSpPr>
              <a:spLocks noChangeArrowheads="1"/>
            </p:cNvSpPr>
            <p:nvPr/>
          </p:nvSpPr>
          <p:spPr bwMode="auto">
            <a:xfrm>
              <a:off x="4038596" y="1465261"/>
              <a:ext cx="26988" cy="33338"/>
            </a:xfrm>
            <a:custGeom>
              <a:avLst/>
              <a:gdLst>
                <a:gd name="T0" fmla="*/ 5 w 14"/>
                <a:gd name="T1" fmla="*/ 0 h 18"/>
                <a:gd name="T2" fmla="*/ 1 w 14"/>
                <a:gd name="T3" fmla="*/ 8 h 18"/>
                <a:gd name="T4" fmla="*/ 0 w 14"/>
                <a:gd name="T5" fmla="*/ 12 h 18"/>
                <a:gd name="T6" fmla="*/ 8 w 14"/>
                <a:gd name="T7" fmla="*/ 18 h 18"/>
                <a:gd name="T8" fmla="*/ 9 w 14"/>
                <a:gd name="T9" fmla="*/ 18 h 18"/>
                <a:gd name="T10" fmla="*/ 14 w 14"/>
                <a:gd name="T11" fmla="*/ 10 h 18"/>
                <a:gd name="T12" fmla="*/ 5 w 14"/>
                <a:gd name="T13" fmla="*/ 0 h 18"/>
                <a:gd name="T14" fmla="*/ 0 60000 65536"/>
                <a:gd name="T15" fmla="*/ 0 60000 65536"/>
                <a:gd name="T16" fmla="*/ 0 60000 65536"/>
                <a:gd name="T17" fmla="*/ 0 60000 65536"/>
                <a:gd name="T18" fmla="*/ 0 60000 65536"/>
                <a:gd name="T19" fmla="*/ 0 60000 65536"/>
                <a:gd name="T20" fmla="*/ 0 60000 65536"/>
                <a:gd name="T21" fmla="*/ 0 w 14"/>
                <a:gd name="T22" fmla="*/ 0 h 18"/>
                <a:gd name="T23" fmla="*/ 14 w 14"/>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8">
                  <a:moveTo>
                    <a:pt x="5" y="0"/>
                  </a:moveTo>
                  <a:cubicBezTo>
                    <a:pt x="3" y="3"/>
                    <a:pt x="0" y="7"/>
                    <a:pt x="1" y="8"/>
                  </a:cubicBezTo>
                  <a:cubicBezTo>
                    <a:pt x="1" y="9"/>
                    <a:pt x="0" y="10"/>
                    <a:pt x="0" y="12"/>
                  </a:cubicBezTo>
                  <a:cubicBezTo>
                    <a:pt x="3" y="14"/>
                    <a:pt x="6" y="16"/>
                    <a:pt x="8" y="18"/>
                  </a:cubicBezTo>
                  <a:cubicBezTo>
                    <a:pt x="8" y="18"/>
                    <a:pt x="8" y="18"/>
                    <a:pt x="9" y="18"/>
                  </a:cubicBezTo>
                  <a:cubicBezTo>
                    <a:pt x="9" y="14"/>
                    <a:pt x="12" y="10"/>
                    <a:pt x="14" y="10"/>
                  </a:cubicBezTo>
                  <a:cubicBezTo>
                    <a:pt x="11" y="7"/>
                    <a:pt x="7" y="2"/>
                    <a:pt x="5" y="0"/>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9" name="Freeform 176"/>
            <p:cNvSpPr>
              <a:spLocks noChangeArrowheads="1"/>
            </p:cNvSpPr>
            <p:nvPr/>
          </p:nvSpPr>
          <p:spPr bwMode="auto">
            <a:xfrm>
              <a:off x="4044950" y="1389062"/>
              <a:ext cx="90488" cy="106363"/>
            </a:xfrm>
            <a:custGeom>
              <a:avLst/>
              <a:gdLst>
                <a:gd name="T0" fmla="*/ 41 w 47"/>
                <a:gd name="T1" fmla="*/ 37 h 56"/>
                <a:gd name="T2" fmla="*/ 41 w 47"/>
                <a:gd name="T3" fmla="*/ 29 h 56"/>
                <a:gd name="T4" fmla="*/ 42 w 47"/>
                <a:gd name="T5" fmla="*/ 23 h 56"/>
                <a:gd name="T6" fmla="*/ 29 w 47"/>
                <a:gd name="T7" fmla="*/ 20 h 56"/>
                <a:gd name="T8" fmla="*/ 28 w 47"/>
                <a:gd name="T9" fmla="*/ 13 h 56"/>
                <a:gd name="T10" fmla="*/ 24 w 47"/>
                <a:gd name="T11" fmla="*/ 9 h 56"/>
                <a:gd name="T12" fmla="*/ 20 w 47"/>
                <a:gd name="T13" fmla="*/ 2 h 56"/>
                <a:gd name="T14" fmla="*/ 20 w 47"/>
                <a:gd name="T15" fmla="*/ 2 h 56"/>
                <a:gd name="T16" fmla="*/ 17 w 47"/>
                <a:gd name="T17" fmla="*/ 1 h 56"/>
                <a:gd name="T18" fmla="*/ 12 w 47"/>
                <a:gd name="T19" fmla="*/ 0 h 56"/>
                <a:gd name="T20" fmla="*/ 0 w 47"/>
                <a:gd name="T21" fmla="*/ 3 h 56"/>
                <a:gd name="T22" fmla="*/ 3 w 47"/>
                <a:gd name="T23" fmla="*/ 10 h 56"/>
                <a:gd name="T24" fmla="*/ 7 w 47"/>
                <a:gd name="T25" fmla="*/ 18 h 56"/>
                <a:gd name="T26" fmla="*/ 6 w 47"/>
                <a:gd name="T27" fmla="*/ 36 h 56"/>
                <a:gd name="T28" fmla="*/ 2 w 47"/>
                <a:gd name="T29" fmla="*/ 40 h 56"/>
                <a:gd name="T30" fmla="*/ 11 w 47"/>
                <a:gd name="T31" fmla="*/ 50 h 56"/>
                <a:gd name="T32" fmla="*/ 11 w 47"/>
                <a:gd name="T33" fmla="*/ 50 h 56"/>
                <a:gd name="T34" fmla="*/ 21 w 47"/>
                <a:gd name="T35" fmla="*/ 56 h 56"/>
                <a:gd name="T36" fmla="*/ 41 w 47"/>
                <a:gd name="T37" fmla="*/ 52 h 56"/>
                <a:gd name="T38" fmla="*/ 41 w 47"/>
                <a:gd name="T39" fmla="*/ 49 h 56"/>
                <a:gd name="T40" fmla="*/ 45 w 47"/>
                <a:gd name="T41" fmla="*/ 44 h 56"/>
                <a:gd name="T42" fmla="*/ 41 w 47"/>
                <a:gd name="T43" fmla="*/ 37 h 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
                <a:gd name="T67" fmla="*/ 0 h 56"/>
                <a:gd name="T68" fmla="*/ 47 w 47"/>
                <a:gd name="T69" fmla="*/ 56 h 5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 h="56">
                  <a:moveTo>
                    <a:pt x="41" y="37"/>
                  </a:moveTo>
                  <a:cubicBezTo>
                    <a:pt x="39" y="35"/>
                    <a:pt x="39" y="31"/>
                    <a:pt x="41" y="29"/>
                  </a:cubicBezTo>
                  <a:cubicBezTo>
                    <a:pt x="44" y="28"/>
                    <a:pt x="42" y="26"/>
                    <a:pt x="42" y="23"/>
                  </a:cubicBezTo>
                  <a:cubicBezTo>
                    <a:pt x="42" y="21"/>
                    <a:pt x="31" y="20"/>
                    <a:pt x="29" y="20"/>
                  </a:cubicBezTo>
                  <a:cubicBezTo>
                    <a:pt x="27" y="19"/>
                    <a:pt x="30" y="13"/>
                    <a:pt x="28" y="13"/>
                  </a:cubicBezTo>
                  <a:cubicBezTo>
                    <a:pt x="25" y="13"/>
                    <a:pt x="24" y="11"/>
                    <a:pt x="24" y="9"/>
                  </a:cubicBezTo>
                  <a:cubicBezTo>
                    <a:pt x="24" y="7"/>
                    <a:pt x="20" y="3"/>
                    <a:pt x="20" y="2"/>
                  </a:cubicBezTo>
                  <a:cubicBezTo>
                    <a:pt x="20" y="2"/>
                    <a:pt x="20" y="2"/>
                    <a:pt x="20" y="2"/>
                  </a:cubicBezTo>
                  <a:cubicBezTo>
                    <a:pt x="19" y="1"/>
                    <a:pt x="17" y="1"/>
                    <a:pt x="17" y="1"/>
                  </a:cubicBezTo>
                  <a:cubicBezTo>
                    <a:pt x="15" y="1"/>
                    <a:pt x="12" y="0"/>
                    <a:pt x="12" y="0"/>
                  </a:cubicBezTo>
                  <a:cubicBezTo>
                    <a:pt x="12" y="0"/>
                    <a:pt x="5" y="2"/>
                    <a:pt x="0" y="3"/>
                  </a:cubicBezTo>
                  <a:cubicBezTo>
                    <a:pt x="1" y="6"/>
                    <a:pt x="2" y="9"/>
                    <a:pt x="3" y="10"/>
                  </a:cubicBezTo>
                  <a:cubicBezTo>
                    <a:pt x="7" y="11"/>
                    <a:pt x="6" y="15"/>
                    <a:pt x="7" y="18"/>
                  </a:cubicBezTo>
                  <a:cubicBezTo>
                    <a:pt x="8" y="21"/>
                    <a:pt x="8" y="36"/>
                    <a:pt x="6" y="36"/>
                  </a:cubicBezTo>
                  <a:cubicBezTo>
                    <a:pt x="5" y="36"/>
                    <a:pt x="4" y="37"/>
                    <a:pt x="2" y="40"/>
                  </a:cubicBezTo>
                  <a:cubicBezTo>
                    <a:pt x="4" y="42"/>
                    <a:pt x="8" y="47"/>
                    <a:pt x="11" y="50"/>
                  </a:cubicBezTo>
                  <a:cubicBezTo>
                    <a:pt x="11" y="50"/>
                    <a:pt x="11" y="50"/>
                    <a:pt x="11" y="50"/>
                  </a:cubicBezTo>
                  <a:cubicBezTo>
                    <a:pt x="13" y="50"/>
                    <a:pt x="21" y="56"/>
                    <a:pt x="21" y="56"/>
                  </a:cubicBezTo>
                  <a:cubicBezTo>
                    <a:pt x="21" y="56"/>
                    <a:pt x="33" y="53"/>
                    <a:pt x="41" y="52"/>
                  </a:cubicBezTo>
                  <a:cubicBezTo>
                    <a:pt x="41" y="51"/>
                    <a:pt x="41" y="50"/>
                    <a:pt x="41" y="49"/>
                  </a:cubicBezTo>
                  <a:cubicBezTo>
                    <a:pt x="41" y="47"/>
                    <a:pt x="43" y="44"/>
                    <a:pt x="45" y="44"/>
                  </a:cubicBezTo>
                  <a:cubicBezTo>
                    <a:pt x="47" y="44"/>
                    <a:pt x="44" y="39"/>
                    <a:pt x="41" y="37"/>
                  </a:cubicBezTo>
                  <a:close/>
                </a:path>
              </a:pathLst>
            </a:custGeom>
            <a:grpFill/>
            <a:ln w="1" cap="flat" cmpd="sng">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65"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23" name="文本框 22"/>
          <p:cNvSpPr txBox="1"/>
          <p:nvPr/>
        </p:nvSpPr>
        <p:spPr>
          <a:xfrm>
            <a:off x="3826075" y="2905838"/>
            <a:ext cx="4787857" cy="110680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600" b="1" i="0" u="none" strike="noStrike" kern="1200" cap="none" spc="0" normalizeH="0" baseline="0" noProof="0" dirty="0">
                <a:ln>
                  <a:noFill/>
                </a:ln>
                <a:solidFill>
                  <a:prstClr val="white">
                    <a:lumMod val="95000"/>
                  </a:prstClr>
                </a:solidFill>
                <a:effectLst/>
                <a:uLnTx/>
                <a:uFillTx/>
                <a:latin typeface="Times New Roman" panose="02020603050405020304" pitchFamily="18" charset="0"/>
                <a:ea typeface="微软雅黑" panose="020B0503020204020204" pitchFamily="34" charset="-122"/>
                <a:cs typeface="Kartika" panose="02020503030404060203" pitchFamily="18" charset="0"/>
                <a:sym typeface="Times New Roman" panose="02020603050405020304" pitchFamily="18" charset="0"/>
              </a:rPr>
              <a:t>谢谢大家</a:t>
            </a:r>
            <a:endParaRPr kumimoji="0" lang="zh-CN" altLang="en-US" sz="6600" b="1" i="0" u="none" strike="noStrike" kern="1200" cap="none" spc="0" normalizeH="0" baseline="0" noProof="0" dirty="0">
              <a:ln>
                <a:noFill/>
              </a:ln>
              <a:solidFill>
                <a:prstClr val="white">
                  <a:lumMod val="95000"/>
                </a:prstClr>
              </a:solidFill>
              <a:effectLst/>
              <a:uLnTx/>
              <a:uFillTx/>
              <a:latin typeface="Times New Roman" panose="02020603050405020304" pitchFamily="18" charset="0"/>
              <a:ea typeface="微软雅黑" panose="020B0503020204020204" pitchFamily="34" charset="-122"/>
              <a:cs typeface="Kartika" panose="02020503030404060203" pitchFamily="18" charset="0"/>
              <a:sym typeface="Times New Roman" panose="02020603050405020304" pitchFamily="18" charset="0"/>
            </a:endParaRPr>
          </a:p>
        </p:txBody>
      </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withEffect">
                                  <p:stCondLst>
                                    <p:cond delay="250"/>
                                  </p:stCondLst>
                                  <p:childTnLst>
                                    <p:set>
                                      <p:cBhvr>
                                        <p:cTn id="6" dur="1" fill="hold">
                                          <p:stCondLst>
                                            <p:cond delay="0"/>
                                          </p:stCondLst>
                                        </p:cTn>
                                        <p:tgtEl>
                                          <p:spTgt spid="23"/>
                                        </p:tgtEl>
                                        <p:attrNameLst>
                                          <p:attrName>style.visibility</p:attrName>
                                        </p:attrNameLst>
                                      </p:cBhvr>
                                      <p:to>
                                        <p:strVal val="visible"/>
                                      </p:to>
                                    </p:set>
                                    <p:animScale>
                                      <p:cBhvr>
                                        <p:cTn id="7" dur="1500" decel="50000" fill="hold">
                                          <p:stCondLst>
                                            <p:cond delay="0"/>
                                          </p:stCondLst>
                                        </p:cTn>
                                        <p:tgtEl>
                                          <p:spTgt spid="2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500" decel="50000" fill="hold">
                                          <p:stCondLst>
                                            <p:cond delay="0"/>
                                          </p:stCondLst>
                                        </p:cTn>
                                        <p:tgtEl>
                                          <p:spTgt spid="23"/>
                                        </p:tgtEl>
                                        <p:attrNameLst>
                                          <p:attrName>ppt_x</p:attrName>
                                          <p:attrName>ppt_y</p:attrName>
                                        </p:attrNameLst>
                                      </p:cBhvr>
                                    </p:animMotion>
                                    <p:animEffect transition="in" filter="fade">
                                      <p:cBhvr>
                                        <p:cTn id="9" dur="1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ags/tag1.xml><?xml version="1.0" encoding="utf-8"?>
<p:tagLst xmlns:p="http://schemas.openxmlformats.org/presentationml/2006/main">
  <p:tag name="KSO_WM_UNIT_TYPE" val="a"/>
  <p:tag name="KSO_WM_UNIT_INDEX" val="1"/>
  <p:tag name="KSO_WM_BEAUTIFY_FLAG" val="#wm#"/>
  <p:tag name="KSO_WM_TAG_VERSION" val="3.0"/>
  <p:tag name="AIBEASPECIALSHAPE" val="1"/>
  <p:tag name="KSO_WM_AILAYOUT_OPTION" val="0_0_1_0"/>
  <p:tag name="KSO_WM_LAYOUT_CARDGROUP_FEATURE" val="1*4*6*0*1"/>
  <p:tag name="KSO_WM_LAYOUT_CARDGROUP_ID" val="fd06f382e46f40699e86c9d4ad4eeb1e"/>
  <p:tag name="KSO_WM_LAYOUT_CARDGROUP_STYLE_INFO" val="C1_sc_p2*standard"/>
  <p:tag name="KSO_WM_LAYOUT_CARD_COUNT" val="2"/>
  <p:tag name="KSO_WM_LAYOUT_CHECK_HASH" val="47d43d2b741133f218ae2edf6ee20d9016f98f14"/>
  <p:tag name="KSO_WM_LAYOUT_DOMHASH" val="9567ac04621ccffc81a18b840075ba8bf7452f04"/>
  <p:tag name="KSO_WM_LAYOUT_MCSHASH" val="95a03f5e18f2f80127b958289a064da149c7e877"/>
  <p:tag name="KSO_WM_NEWLAYOUT_GROUP_ID" val="11"/>
  <p:tag name="KSO_WM_NEWLAYOUT_ID" val="lay_8c8c78c5f9d4998adeb3bc84d303a5ef9770083d"/>
</p:tagLst>
</file>

<file path=ppt/tags/tag2.xml><?xml version="1.0" encoding="utf-8"?>
<p:tagLst xmlns:p="http://schemas.openxmlformats.org/presentationml/2006/main">
  <p:tag name="KSO_WM_PLACEHOLDER_TYPE" val="cg"/>
  <p:tag name="KSO_WM_UNIT_INDEX" val="1"/>
  <p:tag name="KSO_WM_BEAUTIFY_FLAG" val="#wm#"/>
  <p:tag name="KSO_WM_TAG_VERSION" val="3.0"/>
</p:tagLst>
</file>

<file path=ppt/tags/tag3.xml><?xml version="1.0" encoding="utf-8"?>
<p:tagLst xmlns:p="http://schemas.openxmlformats.org/presentationml/2006/main">
  <p:tag name="KSO_WM_UNIT_TYPE" val="d"/>
  <p:tag name="KSO_WM_UNIT_INDEX" val="1"/>
  <p:tag name="KSO_WM_BEAUTIFY_FLAG" val="#wm#"/>
  <p:tag name="KSO_WM_TAG_VERSION" val="3.0"/>
</p:tagLst>
</file>

<file path=ppt/tags/tag4.xml><?xml version="1.0" encoding="utf-8"?>
<p:tagLst xmlns:p="http://schemas.openxmlformats.org/presentationml/2006/main">
  <p:tag name="KSO_WM_UNIT_VALUE" val="1904*1375"/>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4727_1*d*1"/>
  <p:tag name="KSO_WM_TEMPLATE_CATEGORY" val="custom"/>
  <p:tag name="KSO_WM_TEMPLATE_INDEX" val="20234727"/>
  <p:tag name="KSO_WM_UNIT_LAYERLEVEL" val="1"/>
  <p:tag name="KSO_WM_TAG_VERSION" val="3.0"/>
  <p:tag name="KSO_WM_BEAUTIFY_FLAG" val="#wm#"/>
  <p:tag name="KSO_WM_UNIT_PICTURE_SUBTYPE" val="b"/>
  <p:tag name="KSO_WM_UNIT_USESOURCEFORMAT_APPLY" val="1"/>
</p:tagLst>
</file>

<file path=ppt/tags/tag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4727_1*a*1"/>
  <p:tag name="KSO_WM_TEMPLATE_CATEGORY" val="custom"/>
  <p:tag name="KSO_WM_TEMPLATE_INDEX" val="20234727"/>
  <p:tag name="KSO_WM_UNIT_LAYERLEVEL" val="1"/>
  <p:tag name="KSO_WM_TAG_VERSION" val="3.0"/>
  <p:tag name="KSO_WM_BEAUTIFY_FLAG" val="#wm#"/>
  <p:tag name="KSO_WM_UNIT_TEXT_TYPE" val="1"/>
  <p:tag name="KSO_WM_UNIT_PRESET_TEXT" val="单击此处&#10;添加标题内容"/>
  <p:tag name="KSO_WM_UNIT_TEXT_FILL_FORE_SCHEMECOLOR_INDEX" val="13"/>
  <p:tag name="KSO_WM_UNIT_TEXT_FILL_TYPE" val="1"/>
  <p:tag name="KSO_WM_UNIT_USESOURCEFORMAT_APPLY" val="1"/>
</p:tagLst>
</file>

<file path=ppt/tags/tag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4726_2*l_h_f*1_1_1"/>
  <p:tag name="KSO_WM_TEMPLATE_CATEGORY" val="diagram"/>
  <p:tag name="KSO_WM_TEMPLATE_INDEX" val="20234726"/>
  <p:tag name="KSO_WM_UNIT_LAYERLEVEL" val="1_1_1"/>
  <p:tag name="KSO_WM_TAG_VERSION" val="3.0"/>
  <p:tag name="KSO_WM_DIAGRAM_MAX_ITEMCNT" val="4"/>
  <p:tag name="KSO_WM_DIAGRAM_MIN_ITEMCNT" val="1"/>
  <p:tag name="KSO_WM_DIAGRAM_VIRTUALLY_FRAME" val="{&quot;height&quot;:235.79999999999995,&quot;left&quot;:459.77068807700135,&quot;top&quot;:213.15000000000003,&quot;width&quot;:401.0862016867781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2"/>
  <p:tag name="KSO_WM_DIAGRAM_VERSION" val="3"/>
  <p:tag name="KSO_WM_DIAGRAM_COLOR_TRICK" val="1"/>
  <p:tag name="KSO_WM_DIAGRAM_COLOR_TEXT_CAN_REMOVE" val="n"/>
  <p:tag name="KSO_WM_BEAUTIFY_FLAG" val="#wm#"/>
  <p:tag name="KSO_WM_UNIT_PRESET_TEXT" val="单击添加文本具体内容，简明扼要地阐述内容观点"/>
  <p:tag name="KSO_WM_UNIT_TEXT_FILL_FORE_SCHEMECOLOR_INDEX" val="1"/>
  <p:tag name="KSO_WM_UNIT_TEXT_FILL_TYPE" val="1"/>
  <p:tag name="KSO_WM_UNIT_TEXT_TYPE" val="1"/>
  <p:tag name="KSO_WM_UNIT_USESOURCEFORMAT_APPLY" val="1"/>
</p:tagLst>
</file>

<file path=ppt/tags/tag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4726_2*l_h_i*1_1_1"/>
  <p:tag name="KSO_WM_TEMPLATE_CATEGORY" val="diagram"/>
  <p:tag name="KSO_WM_TEMPLATE_INDEX" val="20234726"/>
  <p:tag name="KSO_WM_UNIT_LAYERLEVEL" val="1_1_1"/>
  <p:tag name="KSO_WM_TAG_VERSION" val="3.0"/>
  <p:tag name="KSO_WM_DIAGRAM_MAX_ITEMCNT" val="4"/>
  <p:tag name="KSO_WM_DIAGRAM_MIN_ITEMCNT" val="1"/>
  <p:tag name="KSO_WM_DIAGRAM_VIRTUALLY_FRAME" val="{&quot;height&quot;:235.79999999999995,&quot;left&quot;:459.77068807700135,&quot;top&quot;:213.15000000000003,&quot;width&quot;:401.0862016867781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DIAGRAM_VERSION" val="3"/>
  <p:tag name="KSO_WM_DIAGRAM_COLOR_TRICK" val="1"/>
  <p:tag name="KSO_WM_DIAGRAM_COLOR_TEXT_CAN_REMOVE" val="n"/>
  <p:tag name="KSO_WM_BEAUTIFY_FLAG" val="#wm#"/>
  <p:tag name="KSO_WM_UNIT_TEXT_FILL_FORE_SCHEMECOLOR_INDEX" val="1"/>
  <p:tag name="KSO_WM_UNIT_TEXT_FILL_TYPE" val="1"/>
  <p:tag name="KSO_WM_UNIT_USESOURCEFORMAT_APPLY" val="1"/>
</p:tagLst>
</file>

<file path=ppt/tags/tag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4726_2*l_h_f*1_2_1"/>
  <p:tag name="KSO_WM_TEMPLATE_CATEGORY" val="diagram"/>
  <p:tag name="KSO_WM_TEMPLATE_INDEX" val="20234726"/>
  <p:tag name="KSO_WM_UNIT_LAYERLEVEL" val="1_1_1"/>
  <p:tag name="KSO_WM_TAG_VERSION" val="3.0"/>
  <p:tag name="KSO_WM_DIAGRAM_MAX_ITEMCNT" val="4"/>
  <p:tag name="KSO_WM_DIAGRAM_MIN_ITEMCNT" val="1"/>
  <p:tag name="KSO_WM_DIAGRAM_VIRTUALLY_FRAME" val="{&quot;height&quot;:235.79999999999995,&quot;left&quot;:459.77068807700135,&quot;top&quot;:213.15000000000003,&quot;width&quot;:401.0862016867781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2"/>
  <p:tag name="KSO_WM_DIAGRAM_VERSION" val="3"/>
  <p:tag name="KSO_WM_DIAGRAM_COLOR_TRICK" val="1"/>
  <p:tag name="KSO_WM_DIAGRAM_COLOR_TEXT_CAN_REMOVE" val="n"/>
  <p:tag name="KSO_WM_BEAUTIFY_FLAG" val="#wm#"/>
  <p:tag name="KSO_WM_UNIT_PRESET_TEXT" val="单击添加文本具体内容，简明扼要地阐述内容观点"/>
  <p:tag name="KSO_WM_UNIT_TEXT_FILL_FORE_SCHEMECOLOR_INDEX" val="1"/>
  <p:tag name="KSO_WM_UNIT_TEXT_FILL_TYPE" val="1"/>
  <p:tag name="KSO_WM_UNIT_TEXT_TYPE" val="1"/>
  <p:tag name="KSO_WM_UNIT_USESOURCEFORMAT_APPLY" val="1"/>
</p:tagLst>
</file>

<file path=ppt/tags/tag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4726_2*l_h_i*1_2_1"/>
  <p:tag name="KSO_WM_TEMPLATE_CATEGORY" val="diagram"/>
  <p:tag name="KSO_WM_TEMPLATE_INDEX" val="20234726"/>
  <p:tag name="KSO_WM_UNIT_LAYERLEVEL" val="1_1_1"/>
  <p:tag name="KSO_WM_TAG_VERSION" val="3.0"/>
  <p:tag name="KSO_WM_DIAGRAM_MAX_ITEMCNT" val="4"/>
  <p:tag name="KSO_WM_DIAGRAM_MIN_ITEMCNT" val="1"/>
  <p:tag name="KSO_WM_DIAGRAM_VIRTUALLY_FRAME" val="{&quot;height&quot;:235.79999999999995,&quot;left&quot;:459.77068807700135,&quot;top&quot;:213.15000000000003,&quot;width&quot;:401.0862016867781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DIAGRAM_VERSION" val="3"/>
  <p:tag name="KSO_WM_DIAGRAM_COLOR_TRICK" val="1"/>
  <p:tag name="KSO_WM_DIAGRAM_COLOR_TEXT_CAN_REMOVE" val="n"/>
  <p:tag name="KSO_WM_BEAUTIFY_FLAG" val="#wm#"/>
  <p:tag name="KSO_WM_UNIT_TEXT_FILL_FORE_SCHEMECOLOR_INDEX" val="1"/>
  <p:tag name="KSO_WM_UNIT_TEXT_FILL_TYPE" val="1"/>
  <p:tag name="KSO_WM_UNIT_USESOURCEFORMAT_APPLY" val="1"/>
</p:tagLst>
</file>

<file path=ppt/tags/tag1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ID" val="diagram20234726_2*l_h_i*1_2_2"/>
  <p:tag name="KSO_WM_TEMPLATE_CATEGORY" val="diagram"/>
  <p:tag name="KSO_WM_TEMPLATE_INDEX" val="20234726"/>
  <p:tag name="KSO_WM_UNIT_LAYERLEVEL" val="1_1_1"/>
  <p:tag name="KSO_WM_TAG_VERSION" val="3.0"/>
  <p:tag name="KSO_WM_DIAGRAM_VERSION" val="3"/>
  <p:tag name="KSO_WM_DIAGRAM_COLOR_TRICK" val="1"/>
  <p:tag name="KSO_WM_DIAGRAM_COLOR_TEXT_CAN_REMOVE" val="n"/>
  <p:tag name="KSO_WM_UNIT_TYPE" val="l_h_i"/>
  <p:tag name="KSO_WM_UNIT_INDEX" val="1_2_2"/>
  <p:tag name="KSO_WM_UNIT_FILL_TYPE" val="1"/>
  <p:tag name="KSO_WM_UNIT_FILL_FORE_SCHEMECOLOR_INDEX" val="5"/>
  <p:tag name="KSO_WM_UNIT_FILL_FORE_SCHEMECOLOR_INDEX_BRIGHTNESS" val="0"/>
  <p:tag name="KSO_WM_DIAGRAM_MAX_ITEMCNT" val="4"/>
  <p:tag name="KSO_WM_DIAGRAM_MIN_ITEMCNT" val="1"/>
  <p:tag name="KSO_WM_DIAGRAM_VIRTUALLY_FRAME" val="{&quot;height&quot;:235.79999999999995,&quot;left&quot;:459.77068807700135,&quot;top&quot;:213.15000000000003,&quot;width&quot;:401.08620168677817}"/>
  <p:tag name="KSO_WM_DIAGRAM_COLOR_MATCH_VALUE" val="{&quot;shape&quot;:{&quot;fill&quot;:{&quot;solid&quot;:{&quot;brightness&quot;:0,&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ID" val="diagram20234726_2*l_h_i*1_1_2"/>
  <p:tag name="KSO_WM_TEMPLATE_CATEGORY" val="diagram"/>
  <p:tag name="KSO_WM_TEMPLATE_INDEX" val="20234726"/>
  <p:tag name="KSO_WM_UNIT_LAYERLEVEL" val="1_1_1"/>
  <p:tag name="KSO_WM_TAG_VERSION" val="3.0"/>
  <p:tag name="KSO_WM_DIAGRAM_VERSION" val="3"/>
  <p:tag name="KSO_WM_DIAGRAM_COLOR_TRICK" val="1"/>
  <p:tag name="KSO_WM_DIAGRAM_COLOR_TEXT_CAN_REMOVE" val="n"/>
  <p:tag name="KSO_WM_UNIT_TYPE" val="l_h_i"/>
  <p:tag name="KSO_WM_UNIT_INDEX" val="1_1_2"/>
  <p:tag name="KSO_WM_UNIT_FILL_TYPE" val="1"/>
  <p:tag name="KSO_WM_UNIT_FILL_FORE_SCHEMECOLOR_INDEX" val="5"/>
  <p:tag name="KSO_WM_UNIT_FILL_FORE_SCHEMECOLOR_INDEX_BRIGHTNESS" val="0"/>
  <p:tag name="KSO_WM_DIAGRAM_MAX_ITEMCNT" val="4"/>
  <p:tag name="KSO_WM_DIAGRAM_MIN_ITEMCNT" val="1"/>
  <p:tag name="KSO_WM_DIAGRAM_VIRTUALLY_FRAME" val="{&quot;height&quot;:235.79999999999995,&quot;left&quot;:459.77068807700135,&quot;top&quot;:213.15000000000003,&quot;width&quot;:401.08620168677817}"/>
  <p:tag name="KSO_WM_DIAGRAM_COLOR_MATCH_VALUE" val="{&quot;shape&quot;:{&quot;fill&quot;:{&quot;solid&quot;:{&quot;brightness&quot;:0,&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2.xml><?xml version="1.0" encoding="utf-8"?>
<p:tagLst xmlns:p="http://schemas.openxmlformats.org/presentationml/2006/main">
  <p:tag name="KSO_WM_SLIDE_ID" val="custom20234727_1"/>
  <p:tag name="KSO_WM_TEMPLATE_SUBCATEGORY" val="0"/>
  <p:tag name="KSO_WM_TEMPLATE_MASTER_TYPE" val="0"/>
  <p:tag name="KSO_WM_TEMPLATE_COLOR_TYPE" val="0"/>
  <p:tag name="KSO_WM_SLIDE_ITEM_CNT" val="4"/>
  <p:tag name="KSO_WM_SLIDE_INDEX" val="1"/>
  <p:tag name="KSO_WM_TAG_VERSION" val="3.0"/>
  <p:tag name="KSO_WM_BEAUTIFY_FLAG" val="#wm#"/>
  <p:tag name="KSO_WM_TEMPLATE_CATEGORY" val="custom"/>
  <p:tag name="KSO_WM_TEMPLATE_INDEX" val="20234727"/>
  <p:tag name="KSO_WM_SLIDE_TYPE" val="text"/>
  <p:tag name="KSO_WM_SLIDE_SUBTYPE" val="picTxt"/>
  <p:tag name="KSO_WM_SLIDE_SIZE" val="408.05*304.65"/>
  <p:tag name="KSO_WM_SLIDE_POSITION" val="459.25*200.5"/>
  <p:tag name="KSO_WM_SLIDE_LAYOUT" val="a_d_l"/>
  <p:tag name="KSO_WM_SLIDE_LAYOUT_CNT" val="1_1_1"/>
  <p:tag name="KSO_WM_SPECIAL_SOURCE" val="bdnull"/>
  <p:tag name="KSO_WM_DIAGRAM_GROUP_CODE" val="l1-1"/>
  <p:tag name="KSO_WM_SLIDE_DIAGTYPE" val="l"/>
</p:tagLst>
</file>

<file path=ppt/tags/tag13.xml><?xml version="1.0" encoding="utf-8"?>
<p:tagLst xmlns:p="http://schemas.openxmlformats.org/presentationml/2006/main">
  <p:tag name="RAINPROBLEM" val="ProblemBody"/>
</p:tagLst>
</file>

<file path=ppt/tags/tag14.xml><?xml version="1.0" encoding="utf-8"?>
<p:tagLst xmlns:p="http://schemas.openxmlformats.org/presentationml/2006/main">
  <p:tag name="RAINPROBLEM" val="ProblemItem"/>
</p:tagLst>
</file>

<file path=ppt/tags/tag15.xml><?xml version="1.0" encoding="utf-8"?>
<p:tagLst xmlns:p="http://schemas.openxmlformats.org/presentationml/2006/main">
  <p:tag name="RAINPROBLEM" val="ProblemBullet"/>
  <p:tag name="RAINPROBLEMTYPE" val="MultipleChoiceMA"/>
  <p:tag name="RAINBULLET" val="Correct"/>
</p:tagLst>
</file>

<file path=ppt/tags/tag16.xml><?xml version="1.0" encoding="utf-8"?>
<p:tagLst xmlns:p="http://schemas.openxmlformats.org/presentationml/2006/main">
  <p:tag name="RAINPROBLEM" val="ProblemItem"/>
</p:tagLst>
</file>

<file path=ppt/tags/tag17.xml><?xml version="1.0" encoding="utf-8"?>
<p:tagLst xmlns:p="http://schemas.openxmlformats.org/presentationml/2006/main">
  <p:tag name="RAINPROBLEM" val="ProblemBullet"/>
  <p:tag name="RAINPROBLEMTYPE" val="MultipleChoiceMA"/>
  <p:tag name="RAINBULLET" val="Wrong"/>
</p:tagLst>
</file>

<file path=ppt/tags/tag18.xml><?xml version="1.0" encoding="utf-8"?>
<p:tagLst xmlns:p="http://schemas.openxmlformats.org/presentationml/2006/main">
  <p:tag name="RAINPROBLEM" val="ProblemItem"/>
</p:tagLst>
</file>

<file path=ppt/tags/tag19.xml><?xml version="1.0" encoding="utf-8"?>
<p:tagLst xmlns:p="http://schemas.openxmlformats.org/presentationml/2006/main">
  <p:tag name="RAINPROBLEM" val="ProblemBullet"/>
  <p:tag name="RAINPROBLEMTYPE" val="MultipleChoiceMA"/>
  <p:tag name="RAINBULLET" val="Wrong"/>
</p:tagLst>
</file>

<file path=ppt/tags/tag20.xml><?xml version="1.0" encoding="utf-8"?>
<p:tagLst xmlns:p="http://schemas.openxmlformats.org/presentationml/2006/main">
  <p:tag name="RAINPROBLEM" val="ProblemItem"/>
</p:tagLst>
</file>

<file path=ppt/tags/tag21.xml><?xml version="1.0" encoding="utf-8"?>
<p:tagLst xmlns:p="http://schemas.openxmlformats.org/presentationml/2006/main">
  <p:tag name="RAINPROBLEM" val="ProblemBullet"/>
  <p:tag name="RAINPROBLEMTYPE" val="MultipleChoiceMA"/>
  <p:tag name="RAINBULLET" val="Correct"/>
</p:tagLst>
</file>

<file path=ppt/tags/tag22.xml><?xml version="1.0" encoding="utf-8"?>
<p:tagLst xmlns:p="http://schemas.openxmlformats.org/presentationml/2006/main">
  <p:tag name="RAINPROBLEM" val="ProblemSubmit"/>
  <p:tag name="RAINPROBLEMTYPE" val="MultipleChoiceMA"/>
</p:tagLst>
</file>

<file path=ppt/tags/tag23.xml><?xml version="1.0" encoding="utf-8"?>
<p:tagLst xmlns:p="http://schemas.openxmlformats.org/presentationml/2006/main">
  <p:tag name="RAINPROBLEMTYPE" val="ProblemTypeMarker"/>
</p:tagLst>
</file>

<file path=ppt/tags/tag24.xml><?xml version="1.0" encoding="utf-8"?>
<p:tagLst xmlns:p="http://schemas.openxmlformats.org/presentationml/2006/main">
  <p:tag name="RAINPROBLEMTYPE" val="ProblemTypeMarker"/>
</p:tagLst>
</file>

<file path=ppt/tags/tag25.xml><?xml version="1.0" encoding="utf-8"?>
<p:tagLst xmlns:p="http://schemas.openxmlformats.org/presentationml/2006/main">
  <p:tag name="RAINPROBLEMTYPE" val="ProblemTypeMarker"/>
</p:tagLst>
</file>

<file path=ppt/tags/tag26.xml><?xml version="1.0" encoding="utf-8"?>
<p:tagLst xmlns:p="http://schemas.openxmlformats.org/presentationml/2006/main">
  <p:tag name="RAINPROBLEMTYPE" val="ProblemTypeMarker"/>
</p:tagLst>
</file>

<file path=ppt/tags/tag27.xml><?xml version="1.0" encoding="utf-8"?>
<p:tagLst xmlns:p="http://schemas.openxmlformats.org/presentationml/2006/main">
  <p:tag name="RAINPROBLEMTYPE" val="ProblemTypeMarker"/>
</p:tagLst>
</file>

<file path=ppt/tags/tag28.xml><?xml version="1.0" encoding="utf-8"?>
<p:tagLst xmlns:p="http://schemas.openxmlformats.org/presentationml/2006/main">
  <p:tag name="RAINPROBLEM" val="ProblemSetting"/>
  <p:tag name="RAINPROBLEMTYPE" val="MultipleChoiceMA"/>
</p:tagLst>
</file>

<file path=ppt/tags/tag29.xml><?xml version="1.0" encoding="utf-8"?>
<p:tagLst xmlns:p="http://schemas.openxmlformats.org/presentationml/2006/main">
  <p:tag name="RAINPROBLEM" val="MultipleChoiceMA"/>
  <p:tag name="PROBLEMSCORE" val="1.0"/>
  <p:tag name="PROBLEMPROVIDER" val="AI"/>
  <p:tag name="PROBLEMSCORE_HALF" val="0.0"/>
</p:tagLst>
</file>

<file path=ppt/tags/tag30.xml><?xml version="1.0" encoding="utf-8"?>
<p:tagLst xmlns:p="http://schemas.openxmlformats.org/presentationml/2006/main">
  <p:tag name="RAINPROBLEM" val="ProblemBody"/>
</p:tagLst>
</file>

<file path=ppt/tags/tag31.xml><?xml version="1.0" encoding="utf-8"?>
<p:tagLst xmlns:p="http://schemas.openxmlformats.org/presentationml/2006/main">
  <p:tag name="RAINPROBLEM" val="ProblemItem"/>
</p:tagLst>
</file>

<file path=ppt/tags/tag32.xml><?xml version="1.0" encoding="utf-8"?>
<p:tagLst xmlns:p="http://schemas.openxmlformats.org/presentationml/2006/main">
  <p:tag name="RAINPROBLEM" val="ProblemItem"/>
</p:tagLst>
</file>

<file path=ppt/tags/tag33.xml><?xml version="1.0" encoding="utf-8"?>
<p:tagLst xmlns:p="http://schemas.openxmlformats.org/presentationml/2006/main">
  <p:tag name="RAINPROBLEM" val="ProblemItem"/>
</p:tagLst>
</file>

<file path=ppt/tags/tag34.xml><?xml version="1.0" encoding="utf-8"?>
<p:tagLst xmlns:p="http://schemas.openxmlformats.org/presentationml/2006/main">
  <p:tag name="RAINPROBLEM" val="ProblemItem"/>
</p:tagLst>
</file>

<file path=ppt/tags/tag35.xml><?xml version="1.0" encoding="utf-8"?>
<p:tagLst xmlns:p="http://schemas.openxmlformats.org/presentationml/2006/main">
  <p:tag name="RAINPROBLEM" val="ProblemBullet"/>
  <p:tag name="RAINPROBLEMTYPE" val="Polling"/>
  <p:tag name="RAINBULLET" val="Wrong"/>
</p:tagLst>
</file>

<file path=ppt/tags/tag36.xml><?xml version="1.0" encoding="utf-8"?>
<p:tagLst xmlns:p="http://schemas.openxmlformats.org/presentationml/2006/main">
  <p:tag name="RAINPROBLEM" val="ProblemBullet"/>
  <p:tag name="RAINPROBLEMTYPE" val="Polling"/>
  <p:tag name="RAINBULLET" val="Wrong"/>
</p:tagLst>
</file>

<file path=ppt/tags/tag37.xml><?xml version="1.0" encoding="utf-8"?>
<p:tagLst xmlns:p="http://schemas.openxmlformats.org/presentationml/2006/main">
  <p:tag name="RAINPROBLEM" val="ProblemBullet"/>
  <p:tag name="RAINPROBLEMTYPE" val="Polling"/>
  <p:tag name="RAINBULLET" val="Correct"/>
</p:tagLst>
</file>

<file path=ppt/tags/tag38.xml><?xml version="1.0" encoding="utf-8"?>
<p:tagLst xmlns:p="http://schemas.openxmlformats.org/presentationml/2006/main">
  <p:tag name="RAINPROBLEM" val="ProblemBullet"/>
  <p:tag name="RAINPROBLEMTYPE" val="Polling"/>
  <p:tag name="RAINBULLET" val="Wrong"/>
</p:tagLst>
</file>

<file path=ppt/tags/tag39.xml><?xml version="1.0" encoding="utf-8"?>
<p:tagLst xmlns:p="http://schemas.openxmlformats.org/presentationml/2006/main">
  <p:tag name="RAINPROBLEM" val="ProblemSubmit"/>
  <p:tag name="RAINPROBLEMTYPE" val="MultipleChoice"/>
</p:tagLst>
</file>

<file path=ppt/tags/tag40.xml><?xml version="1.0" encoding="utf-8"?>
<p:tagLst xmlns:p="http://schemas.openxmlformats.org/presentationml/2006/main">
  <p:tag name="RAINPROBLEMTYPE" val="ProblemTypeMarker"/>
</p:tagLst>
</file>

<file path=ppt/tags/tag41.xml><?xml version="1.0" encoding="utf-8"?>
<p:tagLst xmlns:p="http://schemas.openxmlformats.org/presentationml/2006/main">
  <p:tag name="RAINPROBLEMTYPE" val="ProblemTypeMarker"/>
</p:tagLst>
</file>

<file path=ppt/tags/tag42.xml><?xml version="1.0" encoding="utf-8"?>
<p:tagLst xmlns:p="http://schemas.openxmlformats.org/presentationml/2006/main">
  <p:tag name="RAINPROBLEMTYPE" val="ProblemTypeMarker"/>
</p:tagLst>
</file>

<file path=ppt/tags/tag43.xml><?xml version="1.0" encoding="utf-8"?>
<p:tagLst xmlns:p="http://schemas.openxmlformats.org/presentationml/2006/main">
  <p:tag name="RAINPROBLEMTYPE" val="ProblemTypeMarker"/>
</p:tagLst>
</file>

<file path=ppt/tags/tag44.xml><?xml version="1.0" encoding="utf-8"?>
<p:tagLst xmlns:p="http://schemas.openxmlformats.org/presentationml/2006/main">
  <p:tag name="RAINPROBLEMTYPE" val="ProblemTypeMarker"/>
</p:tagLst>
</file>

<file path=ppt/tags/tag45.xml><?xml version="1.0" encoding="utf-8"?>
<p:tagLst xmlns:p="http://schemas.openxmlformats.org/presentationml/2006/main">
  <p:tag name="RAINPROBLEM" val="ProblemSetting"/>
  <p:tag name="RAINPROBLEMTYPE" val="MultipleChoice"/>
</p:tagLst>
</file>

<file path=ppt/tags/tag46.xml><?xml version="1.0" encoding="utf-8"?>
<p:tagLst xmlns:p="http://schemas.openxmlformats.org/presentationml/2006/main">
  <p:tag name="PROBLEMSCORE" val="1.0"/>
</p:tagLst>
</file>

<file path=ppt/tags/tag47.xml><?xml version="1.0" encoding="utf-8"?>
<p:tagLst xmlns:p="http://schemas.openxmlformats.org/presentationml/2006/main">
  <p:tag name="RAINPROBLEM" val="ProblemBody"/>
</p:tagLst>
</file>

<file path=ppt/tags/tag48.xml><?xml version="1.0" encoding="utf-8"?>
<p:tagLst xmlns:p="http://schemas.openxmlformats.org/presentationml/2006/main">
  <p:tag name="RAINPROBLEM" val="ProblemItem"/>
</p:tagLst>
</file>

<file path=ppt/tags/tag49.xml><?xml version="1.0" encoding="utf-8"?>
<p:tagLst xmlns:p="http://schemas.openxmlformats.org/presentationml/2006/main">
  <p:tag name="RAINPROBLEM" val="ProblemBullet"/>
  <p:tag name="RAINPROBLEMTYPE" val="MultipleChoice"/>
  <p:tag name="RAINBULLET" val="Wrong"/>
</p:tagLst>
</file>

<file path=ppt/tags/tag50.xml><?xml version="1.0" encoding="utf-8"?>
<p:tagLst xmlns:p="http://schemas.openxmlformats.org/presentationml/2006/main">
  <p:tag name="RAINPROBLEM" val="ProblemItem"/>
</p:tagLst>
</file>

<file path=ppt/tags/tag51.xml><?xml version="1.0" encoding="utf-8"?>
<p:tagLst xmlns:p="http://schemas.openxmlformats.org/presentationml/2006/main">
  <p:tag name="RAINPROBLEM" val="ProblemBullet"/>
  <p:tag name="RAINPROBLEMTYPE" val="MultipleChoice"/>
  <p:tag name="RAINBULLET" val="Correct"/>
</p:tagLst>
</file>

<file path=ppt/tags/tag52.xml><?xml version="1.0" encoding="utf-8"?>
<p:tagLst xmlns:p="http://schemas.openxmlformats.org/presentationml/2006/main">
  <p:tag name="RAINPROBLEM" val="ProblemItem"/>
</p:tagLst>
</file>

<file path=ppt/tags/tag53.xml><?xml version="1.0" encoding="utf-8"?>
<p:tagLst xmlns:p="http://schemas.openxmlformats.org/presentationml/2006/main">
  <p:tag name="RAINPROBLEM" val="ProblemBullet"/>
  <p:tag name="RAINPROBLEMTYPE" val="MultipleChoice"/>
  <p:tag name="RAINBULLET" val="Wrong"/>
</p:tagLst>
</file>

<file path=ppt/tags/tag54.xml><?xml version="1.0" encoding="utf-8"?>
<p:tagLst xmlns:p="http://schemas.openxmlformats.org/presentationml/2006/main">
  <p:tag name="RAINPROBLEM" val="ProblemItem"/>
</p:tagLst>
</file>

<file path=ppt/tags/tag55.xml><?xml version="1.0" encoding="utf-8"?>
<p:tagLst xmlns:p="http://schemas.openxmlformats.org/presentationml/2006/main">
  <p:tag name="RAINPROBLEM" val="ProblemBullet"/>
  <p:tag name="RAINPROBLEMTYPE" val="MultipleChoice"/>
  <p:tag name="RAINBULLET" val="Wrong"/>
</p:tagLst>
</file>

<file path=ppt/tags/tag56.xml><?xml version="1.0" encoding="utf-8"?>
<p:tagLst xmlns:p="http://schemas.openxmlformats.org/presentationml/2006/main">
  <p:tag name="RAINPROBLEM" val="ProblemSubmit"/>
  <p:tag name="RAINPROBLEMTYPE" val="MultipleChoice"/>
</p:tagLst>
</file>

<file path=ppt/tags/tag57.xml><?xml version="1.0" encoding="utf-8"?>
<p:tagLst xmlns:p="http://schemas.openxmlformats.org/presentationml/2006/main">
  <p:tag name="RAINPROBLEMTYPE" val="ProblemTypeMarker"/>
</p:tagLst>
</file>

<file path=ppt/tags/tag58.xml><?xml version="1.0" encoding="utf-8"?>
<p:tagLst xmlns:p="http://schemas.openxmlformats.org/presentationml/2006/main">
  <p:tag name="RAINPROBLEMTYPE" val="ProblemTypeMarker"/>
</p:tagLst>
</file>

<file path=ppt/tags/tag59.xml><?xml version="1.0" encoding="utf-8"?>
<p:tagLst xmlns:p="http://schemas.openxmlformats.org/presentationml/2006/main">
  <p:tag name="RAINPROBLEMTYPE" val="ProblemTypeMarker"/>
</p:tagLst>
</file>

<file path=ppt/tags/tag60.xml><?xml version="1.0" encoding="utf-8"?>
<p:tagLst xmlns:p="http://schemas.openxmlformats.org/presentationml/2006/main">
  <p:tag name="RAINPROBLEMTYPE" val="ProblemTypeMarker"/>
</p:tagLst>
</file>

<file path=ppt/tags/tag61.xml><?xml version="1.0" encoding="utf-8"?>
<p:tagLst xmlns:p="http://schemas.openxmlformats.org/presentationml/2006/main">
  <p:tag name="RAINPROBLEMTYPE" val="ProblemTypeMarker"/>
</p:tagLst>
</file>

<file path=ppt/tags/tag62.xml><?xml version="1.0" encoding="utf-8"?>
<p:tagLst xmlns:p="http://schemas.openxmlformats.org/presentationml/2006/main">
  <p:tag name="RAINPROBLEM" val="ProblemSetting"/>
  <p:tag name="RAINPROBLEMTYPE" val="MultipleChoice"/>
</p:tagLst>
</file>

<file path=ppt/tags/tag63.xml><?xml version="1.0" encoding="utf-8"?>
<p:tagLst xmlns:p="http://schemas.openxmlformats.org/presentationml/2006/main">
  <p:tag name="RAINPROBLEM" val="MultipleChoice"/>
  <p:tag name="PROBLEMSCORE" val="1.0"/>
  <p:tag name="PROBLEMPROVIDER" val="AI"/>
</p:tagLst>
</file>

<file path=ppt/tags/tag64.xml><?xml version="1.0" encoding="utf-8"?>
<p:tagLst xmlns:p="http://schemas.openxmlformats.org/presentationml/2006/main">
  <p:tag name="KSO_WPP_MARK_KEY" val="2cbacbb8-b10b-474e-97e6-b74003ddfc3d"/>
  <p:tag name="COMMONDATA" val="eyJoZGlkIjoiN2M3ZjA1YmVjZmY1YzBmYjc3NTczZWMyYWYzNGE4MTcifQ=="/>
  <p:tag name="commondata" val="eyJoZGlkIjoiYjMxOWQ1YmZiOTEyY2U1ZjA5ZjFkMTU0MTdjNTNiNWIifQ=="/>
</p:tagLst>
</file>

<file path=ppt/theme/theme1.xml><?xml version="1.0" encoding="utf-8"?>
<a:theme xmlns:a="http://schemas.openxmlformats.org/drawingml/2006/main" name="111">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8059</Words>
  <Application>WPS 演示</Application>
  <PresentationFormat>宽屏</PresentationFormat>
  <Paragraphs>600</Paragraphs>
  <Slides>56</Slides>
  <Notes>16</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9</vt:i4>
      </vt:variant>
      <vt:variant>
        <vt:lpstr>幻灯片标题</vt:lpstr>
      </vt:variant>
      <vt:variant>
        <vt:i4>56</vt:i4>
      </vt:variant>
    </vt:vector>
  </HeadingPairs>
  <TitlesOfParts>
    <vt:vector size="84" baseType="lpstr">
      <vt:lpstr>Arial</vt:lpstr>
      <vt:lpstr>宋体</vt:lpstr>
      <vt:lpstr>Wingdings</vt:lpstr>
      <vt:lpstr>Times New Roman</vt:lpstr>
      <vt:lpstr>微软雅黑</vt:lpstr>
      <vt:lpstr>仿宋_GB2312</vt:lpstr>
      <vt:lpstr>华文新魏</vt:lpstr>
      <vt:lpstr>等线</vt:lpstr>
      <vt:lpstr>Calibri</vt:lpstr>
      <vt:lpstr>Arial Unicode MS</vt:lpstr>
      <vt:lpstr>等线 Light</vt:lpstr>
      <vt:lpstr>Calibri Light</vt:lpstr>
      <vt:lpstr>Kartika</vt:lpstr>
      <vt:lpstr>DejaVu Math TeX Gyre</vt:lpstr>
      <vt:lpstr>Impact</vt:lpstr>
      <vt:lpstr>Calibri</vt:lpstr>
      <vt:lpstr>Times New Roman</vt:lpstr>
      <vt:lpstr>Wingdings</vt:lpstr>
      <vt:lpstr>111</vt:lpstr>
      <vt:lpstr>Equation.DSMT4</vt:lpstr>
      <vt:lpstr>Equation.3</vt:lpstr>
      <vt:lpstr>Equation.DSMT4</vt:lpstr>
      <vt:lpstr>Equation.DSMT4</vt:lpstr>
      <vt:lpstr>Equation.DSMT4</vt:lpstr>
      <vt:lpstr>Equation.DSMT4</vt:lpstr>
      <vt:lpstr>Equation.DSMT4</vt:lpstr>
      <vt:lpstr>Equation.DSMT4</vt:lpstr>
      <vt:lpstr>Equation.DSMT4</vt:lpstr>
      <vt:lpstr>PowerPoint 演示文稿</vt:lpstr>
      <vt:lpstr>曾华琳   EMAIL:	HLZENG@XMU.EDU.CN 课程qq群：700026539 助教：赵霖，安怡璐 课程平台：雨课堂</vt:lpstr>
      <vt:lpstr>PowerPoint 演示文稿</vt:lpstr>
      <vt:lpstr>PowerPoint 演示文稿</vt:lpstr>
      <vt:lpstr>考核方式与要求</vt:lpstr>
      <vt:lpstr>基础地位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身心作用对人体生理机能的影响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哈理工概率论与数理统计课题组</dc:creator>
  <cp:lastModifiedBy>eye</cp:lastModifiedBy>
  <cp:revision>481</cp:revision>
  <dcterms:created xsi:type="dcterms:W3CDTF">1998-04-11T13:55:00Z</dcterms:created>
  <dcterms:modified xsi:type="dcterms:W3CDTF">2026-03-03T09:22:46Z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7A9E010A28E644699F97AA8393CA1833_13</vt:lpwstr>
  </property>
</Properties>
</file>